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122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berto Ruiz" userId="47fa91d207cfb014" providerId="LiveId" clId="{85FEFC20-368C-4804-AF35-776ECB9C6605}"/>
    <pc:docChg chg="custSel modSld">
      <pc:chgData name="Alberto Ruiz" userId="47fa91d207cfb014" providerId="LiveId" clId="{85FEFC20-368C-4804-AF35-776ECB9C6605}" dt="2026-01-07T11:59:52.537" v="17" actId="26606"/>
      <pc:docMkLst>
        <pc:docMk/>
      </pc:docMkLst>
      <pc:sldChg chg="addSp delSp modSp mod setBg">
        <pc:chgData name="Alberto Ruiz" userId="47fa91d207cfb014" providerId="LiveId" clId="{85FEFC20-368C-4804-AF35-776ECB9C6605}" dt="2026-01-07T11:58:52.593" v="0" actId="26606"/>
        <pc:sldMkLst>
          <pc:docMk/>
          <pc:sldMk cId="0" sldId="256"/>
        </pc:sldMkLst>
        <pc:spChg chg="mod">
          <ac:chgData name="Alberto Ruiz" userId="47fa91d207cfb014" providerId="LiveId" clId="{85FEFC20-368C-4804-AF35-776ECB9C6605}" dt="2026-01-07T11:58:52.593" v="0" actId="26606"/>
          <ac:spMkLst>
            <pc:docMk/>
            <pc:sldMk cId="0" sldId="256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1:58:52.593" v="0" actId="26606"/>
          <ac:spMkLst>
            <pc:docMk/>
            <pc:sldMk cId="0" sldId="256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58:52.593" v="0" actId="26606"/>
          <ac:spMkLst>
            <pc:docMk/>
            <pc:sldMk cId="0" sldId="256"/>
            <ac:spMk id="9" creationId="{BACC6370-2D7E-4714-9D71-7542949D7D5D}"/>
          </ac:spMkLst>
        </pc:spChg>
        <pc:spChg chg="add">
          <ac:chgData name="Alberto Ruiz" userId="47fa91d207cfb014" providerId="LiveId" clId="{85FEFC20-368C-4804-AF35-776ECB9C6605}" dt="2026-01-07T11:58:52.593" v="0" actId="26606"/>
          <ac:spMkLst>
            <pc:docMk/>
            <pc:sldMk cId="0" sldId="256"/>
            <ac:spMk id="11" creationId="{F68B3F68-107C-434F-AA38-110D5EA91B85}"/>
          </ac:spMkLst>
        </pc:spChg>
        <pc:spChg chg="add">
          <ac:chgData name="Alberto Ruiz" userId="47fa91d207cfb014" providerId="LiveId" clId="{85FEFC20-368C-4804-AF35-776ECB9C6605}" dt="2026-01-07T11:58:52.593" v="0" actId="26606"/>
          <ac:spMkLst>
            <pc:docMk/>
            <pc:sldMk cId="0" sldId="256"/>
            <ac:spMk id="13" creationId="{AAD0DBB9-1A4B-4391-81D4-CB19F9AB918A}"/>
          </ac:spMkLst>
        </pc:spChg>
        <pc:spChg chg="add">
          <ac:chgData name="Alberto Ruiz" userId="47fa91d207cfb014" providerId="LiveId" clId="{85FEFC20-368C-4804-AF35-776ECB9C6605}" dt="2026-01-07T11:58:52.593" v="0" actId="26606"/>
          <ac:spMkLst>
            <pc:docMk/>
            <pc:sldMk cId="0" sldId="256"/>
            <ac:spMk id="15" creationId="{063BBA22-50EA-4C4D-BE05-F1CE4E63AA56}"/>
          </ac:spMkLst>
        </pc:spChg>
        <pc:graphicFrameChg chg="add">
          <ac:chgData name="Alberto Ruiz" userId="47fa91d207cfb014" providerId="LiveId" clId="{85FEFC20-368C-4804-AF35-776ECB9C6605}" dt="2026-01-07T11:58:52.593" v="0" actId="26606"/>
          <ac:graphicFrameMkLst>
            <pc:docMk/>
            <pc:sldMk cId="0" sldId="256"/>
            <ac:graphicFrameMk id="5" creationId="{4190BE15-FF53-2D87-7CBA-A3DDFD753946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1:58:56.880" v="1" actId="26606"/>
        <pc:sldMkLst>
          <pc:docMk/>
          <pc:sldMk cId="0" sldId="257"/>
        </pc:sldMkLst>
        <pc:spChg chg="mod">
          <ac:chgData name="Alberto Ruiz" userId="47fa91d207cfb014" providerId="LiveId" clId="{85FEFC20-368C-4804-AF35-776ECB9C6605}" dt="2026-01-07T11:58:56.880" v="1" actId="26606"/>
          <ac:spMkLst>
            <pc:docMk/>
            <pc:sldMk cId="0" sldId="257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1:58:56.880" v="1" actId="26606"/>
          <ac:spMkLst>
            <pc:docMk/>
            <pc:sldMk cId="0" sldId="257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58:56.880" v="1" actId="26606"/>
          <ac:spMkLst>
            <pc:docMk/>
            <pc:sldMk cId="0" sldId="257"/>
            <ac:spMk id="9" creationId="{BACC6370-2D7E-4714-9D71-7542949D7D5D}"/>
          </ac:spMkLst>
        </pc:spChg>
        <pc:spChg chg="add">
          <ac:chgData name="Alberto Ruiz" userId="47fa91d207cfb014" providerId="LiveId" clId="{85FEFC20-368C-4804-AF35-776ECB9C6605}" dt="2026-01-07T11:58:56.880" v="1" actId="26606"/>
          <ac:spMkLst>
            <pc:docMk/>
            <pc:sldMk cId="0" sldId="257"/>
            <ac:spMk id="11" creationId="{F68B3F68-107C-434F-AA38-110D5EA91B85}"/>
          </ac:spMkLst>
        </pc:spChg>
        <pc:spChg chg="add">
          <ac:chgData name="Alberto Ruiz" userId="47fa91d207cfb014" providerId="LiveId" clId="{85FEFC20-368C-4804-AF35-776ECB9C6605}" dt="2026-01-07T11:58:56.880" v="1" actId="26606"/>
          <ac:spMkLst>
            <pc:docMk/>
            <pc:sldMk cId="0" sldId="257"/>
            <ac:spMk id="13" creationId="{AAD0DBB9-1A4B-4391-81D4-CB19F9AB918A}"/>
          </ac:spMkLst>
        </pc:spChg>
        <pc:spChg chg="add">
          <ac:chgData name="Alberto Ruiz" userId="47fa91d207cfb014" providerId="LiveId" clId="{85FEFC20-368C-4804-AF35-776ECB9C6605}" dt="2026-01-07T11:58:56.880" v="1" actId="26606"/>
          <ac:spMkLst>
            <pc:docMk/>
            <pc:sldMk cId="0" sldId="257"/>
            <ac:spMk id="15" creationId="{063BBA22-50EA-4C4D-BE05-F1CE4E63AA56}"/>
          </ac:spMkLst>
        </pc:spChg>
        <pc:graphicFrameChg chg="add">
          <ac:chgData name="Alberto Ruiz" userId="47fa91d207cfb014" providerId="LiveId" clId="{85FEFC20-368C-4804-AF35-776ECB9C6605}" dt="2026-01-07T11:58:56.880" v="1" actId="26606"/>
          <ac:graphicFrameMkLst>
            <pc:docMk/>
            <pc:sldMk cId="0" sldId="257"/>
            <ac:graphicFrameMk id="5" creationId="{BFC89846-8392-4774-5B74-433D99564ECD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1:59:01.421" v="2" actId="26606"/>
        <pc:sldMkLst>
          <pc:docMk/>
          <pc:sldMk cId="0" sldId="258"/>
        </pc:sldMkLst>
        <pc:spChg chg="mod">
          <ac:chgData name="Alberto Ruiz" userId="47fa91d207cfb014" providerId="LiveId" clId="{85FEFC20-368C-4804-AF35-776ECB9C6605}" dt="2026-01-07T11:59:01.421" v="2" actId="26606"/>
          <ac:spMkLst>
            <pc:docMk/>
            <pc:sldMk cId="0" sldId="258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1:59:01.421" v="2" actId="26606"/>
          <ac:spMkLst>
            <pc:docMk/>
            <pc:sldMk cId="0" sldId="258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59:01.421" v="2" actId="26606"/>
          <ac:spMkLst>
            <pc:docMk/>
            <pc:sldMk cId="0" sldId="258"/>
            <ac:spMk id="9" creationId="{BACC6370-2D7E-4714-9D71-7542949D7D5D}"/>
          </ac:spMkLst>
        </pc:spChg>
        <pc:spChg chg="add">
          <ac:chgData name="Alberto Ruiz" userId="47fa91d207cfb014" providerId="LiveId" clId="{85FEFC20-368C-4804-AF35-776ECB9C6605}" dt="2026-01-07T11:59:01.421" v="2" actId="26606"/>
          <ac:spMkLst>
            <pc:docMk/>
            <pc:sldMk cId="0" sldId="258"/>
            <ac:spMk id="11" creationId="{F68B3F68-107C-434F-AA38-110D5EA91B85}"/>
          </ac:spMkLst>
        </pc:spChg>
        <pc:spChg chg="add">
          <ac:chgData name="Alberto Ruiz" userId="47fa91d207cfb014" providerId="LiveId" clId="{85FEFC20-368C-4804-AF35-776ECB9C6605}" dt="2026-01-07T11:59:01.421" v="2" actId="26606"/>
          <ac:spMkLst>
            <pc:docMk/>
            <pc:sldMk cId="0" sldId="258"/>
            <ac:spMk id="13" creationId="{AAD0DBB9-1A4B-4391-81D4-CB19F9AB918A}"/>
          </ac:spMkLst>
        </pc:spChg>
        <pc:spChg chg="add">
          <ac:chgData name="Alberto Ruiz" userId="47fa91d207cfb014" providerId="LiveId" clId="{85FEFC20-368C-4804-AF35-776ECB9C6605}" dt="2026-01-07T11:59:01.421" v="2" actId="26606"/>
          <ac:spMkLst>
            <pc:docMk/>
            <pc:sldMk cId="0" sldId="258"/>
            <ac:spMk id="15" creationId="{063BBA22-50EA-4C4D-BE05-F1CE4E63AA56}"/>
          </ac:spMkLst>
        </pc:spChg>
        <pc:graphicFrameChg chg="add">
          <ac:chgData name="Alberto Ruiz" userId="47fa91d207cfb014" providerId="LiveId" clId="{85FEFC20-368C-4804-AF35-776ECB9C6605}" dt="2026-01-07T11:59:01.421" v="2" actId="26606"/>
          <ac:graphicFrameMkLst>
            <pc:docMk/>
            <pc:sldMk cId="0" sldId="258"/>
            <ac:graphicFrameMk id="5" creationId="{57BA09EE-F3F1-63C6-44D4-07D5AB3E23AD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1:59:05.677" v="3" actId="26606"/>
        <pc:sldMkLst>
          <pc:docMk/>
          <pc:sldMk cId="0" sldId="259"/>
        </pc:sldMkLst>
        <pc:spChg chg="mod">
          <ac:chgData name="Alberto Ruiz" userId="47fa91d207cfb014" providerId="LiveId" clId="{85FEFC20-368C-4804-AF35-776ECB9C6605}" dt="2026-01-07T11:59:05.677" v="3" actId="26606"/>
          <ac:spMkLst>
            <pc:docMk/>
            <pc:sldMk cId="0" sldId="259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1:59:05.677" v="3" actId="26606"/>
          <ac:spMkLst>
            <pc:docMk/>
            <pc:sldMk cId="0" sldId="259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59:05.677" v="3" actId="26606"/>
          <ac:spMkLst>
            <pc:docMk/>
            <pc:sldMk cId="0" sldId="259"/>
            <ac:spMk id="9" creationId="{44AD29B6-BF3B-4407-9E75-52DF8E3B29F1}"/>
          </ac:spMkLst>
        </pc:spChg>
        <pc:spChg chg="add">
          <ac:chgData name="Alberto Ruiz" userId="47fa91d207cfb014" providerId="LiveId" clId="{85FEFC20-368C-4804-AF35-776ECB9C6605}" dt="2026-01-07T11:59:05.677" v="3" actId="26606"/>
          <ac:spMkLst>
            <pc:docMk/>
            <pc:sldMk cId="0" sldId="259"/>
            <ac:spMk id="11" creationId="{55F8BA08-3E38-4B70-B93A-74F08E092206}"/>
          </ac:spMkLst>
        </pc:spChg>
        <pc:spChg chg="add">
          <ac:chgData name="Alberto Ruiz" userId="47fa91d207cfb014" providerId="LiveId" clId="{85FEFC20-368C-4804-AF35-776ECB9C6605}" dt="2026-01-07T11:59:05.677" v="3" actId="26606"/>
          <ac:spMkLst>
            <pc:docMk/>
            <pc:sldMk cId="0" sldId="259"/>
            <ac:spMk id="13" creationId="{357F1B33-79AB-4A71-8CEC-4546D709B8C8}"/>
          </ac:spMkLst>
        </pc:spChg>
        <pc:graphicFrameChg chg="add">
          <ac:chgData name="Alberto Ruiz" userId="47fa91d207cfb014" providerId="LiveId" clId="{85FEFC20-368C-4804-AF35-776ECB9C6605}" dt="2026-01-07T11:59:05.677" v="3" actId="26606"/>
          <ac:graphicFrameMkLst>
            <pc:docMk/>
            <pc:sldMk cId="0" sldId="259"/>
            <ac:graphicFrameMk id="5" creationId="{AFBA668B-4613-9ADA-3D0F-48A9854F765C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1:59:09.240" v="4" actId="26606"/>
        <pc:sldMkLst>
          <pc:docMk/>
          <pc:sldMk cId="0" sldId="260"/>
        </pc:sldMkLst>
        <pc:spChg chg="mod">
          <ac:chgData name="Alberto Ruiz" userId="47fa91d207cfb014" providerId="LiveId" clId="{85FEFC20-368C-4804-AF35-776ECB9C6605}" dt="2026-01-07T11:59:09.240" v="4" actId="26606"/>
          <ac:spMkLst>
            <pc:docMk/>
            <pc:sldMk cId="0" sldId="260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1:59:09.240" v="4" actId="26606"/>
          <ac:spMkLst>
            <pc:docMk/>
            <pc:sldMk cId="0" sldId="260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59:09.240" v="4" actId="26606"/>
          <ac:spMkLst>
            <pc:docMk/>
            <pc:sldMk cId="0" sldId="260"/>
            <ac:spMk id="9" creationId="{44AD29B6-BF3B-4407-9E75-52DF8E3B29F1}"/>
          </ac:spMkLst>
        </pc:spChg>
        <pc:spChg chg="add">
          <ac:chgData name="Alberto Ruiz" userId="47fa91d207cfb014" providerId="LiveId" clId="{85FEFC20-368C-4804-AF35-776ECB9C6605}" dt="2026-01-07T11:59:09.240" v="4" actId="26606"/>
          <ac:spMkLst>
            <pc:docMk/>
            <pc:sldMk cId="0" sldId="260"/>
            <ac:spMk id="11" creationId="{55F8BA08-3E38-4B70-B93A-74F08E092206}"/>
          </ac:spMkLst>
        </pc:spChg>
        <pc:spChg chg="add">
          <ac:chgData name="Alberto Ruiz" userId="47fa91d207cfb014" providerId="LiveId" clId="{85FEFC20-368C-4804-AF35-776ECB9C6605}" dt="2026-01-07T11:59:09.240" v="4" actId="26606"/>
          <ac:spMkLst>
            <pc:docMk/>
            <pc:sldMk cId="0" sldId="260"/>
            <ac:spMk id="13" creationId="{357F1B33-79AB-4A71-8CEC-4546D709B8C8}"/>
          </ac:spMkLst>
        </pc:spChg>
        <pc:graphicFrameChg chg="add">
          <ac:chgData name="Alberto Ruiz" userId="47fa91d207cfb014" providerId="LiveId" clId="{85FEFC20-368C-4804-AF35-776ECB9C6605}" dt="2026-01-07T11:59:09.240" v="4" actId="26606"/>
          <ac:graphicFrameMkLst>
            <pc:docMk/>
            <pc:sldMk cId="0" sldId="260"/>
            <ac:graphicFrameMk id="5" creationId="{E21156D4-E842-BAA1-16BE-E8A55FD89D15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1:59:12.614" v="5" actId="26606"/>
        <pc:sldMkLst>
          <pc:docMk/>
          <pc:sldMk cId="0" sldId="261"/>
        </pc:sldMkLst>
        <pc:spChg chg="mod">
          <ac:chgData name="Alberto Ruiz" userId="47fa91d207cfb014" providerId="LiveId" clId="{85FEFC20-368C-4804-AF35-776ECB9C6605}" dt="2026-01-07T11:59:12.614" v="5" actId="26606"/>
          <ac:spMkLst>
            <pc:docMk/>
            <pc:sldMk cId="0" sldId="261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1:59:12.614" v="5" actId="26606"/>
          <ac:spMkLst>
            <pc:docMk/>
            <pc:sldMk cId="0" sldId="261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59:12.614" v="5" actId="26606"/>
          <ac:spMkLst>
            <pc:docMk/>
            <pc:sldMk cId="0" sldId="261"/>
            <ac:spMk id="9" creationId="{44AD29B6-BF3B-4407-9E75-52DF8E3B29F1}"/>
          </ac:spMkLst>
        </pc:spChg>
        <pc:spChg chg="add">
          <ac:chgData name="Alberto Ruiz" userId="47fa91d207cfb014" providerId="LiveId" clId="{85FEFC20-368C-4804-AF35-776ECB9C6605}" dt="2026-01-07T11:59:12.614" v="5" actId="26606"/>
          <ac:spMkLst>
            <pc:docMk/>
            <pc:sldMk cId="0" sldId="261"/>
            <ac:spMk id="11" creationId="{55F8BA08-3E38-4B70-B93A-74F08E092206}"/>
          </ac:spMkLst>
        </pc:spChg>
        <pc:spChg chg="add">
          <ac:chgData name="Alberto Ruiz" userId="47fa91d207cfb014" providerId="LiveId" clId="{85FEFC20-368C-4804-AF35-776ECB9C6605}" dt="2026-01-07T11:59:12.614" v="5" actId="26606"/>
          <ac:spMkLst>
            <pc:docMk/>
            <pc:sldMk cId="0" sldId="261"/>
            <ac:spMk id="13" creationId="{357F1B33-79AB-4A71-8CEC-4546D709B8C8}"/>
          </ac:spMkLst>
        </pc:spChg>
        <pc:graphicFrameChg chg="add">
          <ac:chgData name="Alberto Ruiz" userId="47fa91d207cfb014" providerId="LiveId" clId="{85FEFC20-368C-4804-AF35-776ECB9C6605}" dt="2026-01-07T11:59:12.614" v="5" actId="26606"/>
          <ac:graphicFrameMkLst>
            <pc:docMk/>
            <pc:sldMk cId="0" sldId="261"/>
            <ac:graphicFrameMk id="5" creationId="{C3293510-1A93-3436-BB80-EB639B321D37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1:59:15.824" v="6" actId="26606"/>
        <pc:sldMkLst>
          <pc:docMk/>
          <pc:sldMk cId="0" sldId="262"/>
        </pc:sldMkLst>
        <pc:spChg chg="mod">
          <ac:chgData name="Alberto Ruiz" userId="47fa91d207cfb014" providerId="LiveId" clId="{85FEFC20-368C-4804-AF35-776ECB9C6605}" dt="2026-01-07T11:59:15.824" v="6" actId="26606"/>
          <ac:spMkLst>
            <pc:docMk/>
            <pc:sldMk cId="0" sldId="262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1:59:15.824" v="6" actId="26606"/>
          <ac:spMkLst>
            <pc:docMk/>
            <pc:sldMk cId="0" sldId="262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59:15.824" v="6" actId="26606"/>
          <ac:spMkLst>
            <pc:docMk/>
            <pc:sldMk cId="0" sldId="262"/>
            <ac:spMk id="9" creationId="{44AD29B6-BF3B-4407-9E75-52DF8E3B29F1}"/>
          </ac:spMkLst>
        </pc:spChg>
        <pc:spChg chg="add">
          <ac:chgData name="Alberto Ruiz" userId="47fa91d207cfb014" providerId="LiveId" clId="{85FEFC20-368C-4804-AF35-776ECB9C6605}" dt="2026-01-07T11:59:15.824" v="6" actId="26606"/>
          <ac:spMkLst>
            <pc:docMk/>
            <pc:sldMk cId="0" sldId="262"/>
            <ac:spMk id="11" creationId="{55F8BA08-3E38-4B70-B93A-74F08E092206}"/>
          </ac:spMkLst>
        </pc:spChg>
        <pc:spChg chg="add">
          <ac:chgData name="Alberto Ruiz" userId="47fa91d207cfb014" providerId="LiveId" clId="{85FEFC20-368C-4804-AF35-776ECB9C6605}" dt="2026-01-07T11:59:15.824" v="6" actId="26606"/>
          <ac:spMkLst>
            <pc:docMk/>
            <pc:sldMk cId="0" sldId="262"/>
            <ac:spMk id="13" creationId="{357F1B33-79AB-4A71-8CEC-4546D709B8C8}"/>
          </ac:spMkLst>
        </pc:spChg>
        <pc:graphicFrameChg chg="add">
          <ac:chgData name="Alberto Ruiz" userId="47fa91d207cfb014" providerId="LiveId" clId="{85FEFC20-368C-4804-AF35-776ECB9C6605}" dt="2026-01-07T11:59:15.824" v="6" actId="26606"/>
          <ac:graphicFrameMkLst>
            <pc:docMk/>
            <pc:sldMk cId="0" sldId="262"/>
            <ac:graphicFrameMk id="5" creationId="{3F2C8D67-9ED7-364C-0757-C681ECE4965B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1:59:19.163" v="7" actId="26606"/>
        <pc:sldMkLst>
          <pc:docMk/>
          <pc:sldMk cId="0" sldId="263"/>
        </pc:sldMkLst>
        <pc:spChg chg="mod">
          <ac:chgData name="Alberto Ruiz" userId="47fa91d207cfb014" providerId="LiveId" clId="{85FEFC20-368C-4804-AF35-776ECB9C6605}" dt="2026-01-07T11:59:19.163" v="7" actId="26606"/>
          <ac:spMkLst>
            <pc:docMk/>
            <pc:sldMk cId="0" sldId="263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1:59:19.163" v="7" actId="26606"/>
          <ac:spMkLst>
            <pc:docMk/>
            <pc:sldMk cId="0" sldId="263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59:19.163" v="7" actId="26606"/>
          <ac:spMkLst>
            <pc:docMk/>
            <pc:sldMk cId="0" sldId="263"/>
            <ac:spMk id="9" creationId="{44AD29B6-BF3B-4407-9E75-52DF8E3B29F1}"/>
          </ac:spMkLst>
        </pc:spChg>
        <pc:spChg chg="add">
          <ac:chgData name="Alberto Ruiz" userId="47fa91d207cfb014" providerId="LiveId" clId="{85FEFC20-368C-4804-AF35-776ECB9C6605}" dt="2026-01-07T11:59:19.163" v="7" actId="26606"/>
          <ac:spMkLst>
            <pc:docMk/>
            <pc:sldMk cId="0" sldId="263"/>
            <ac:spMk id="11" creationId="{55F8BA08-3E38-4B70-B93A-74F08E092206}"/>
          </ac:spMkLst>
        </pc:spChg>
        <pc:spChg chg="add">
          <ac:chgData name="Alberto Ruiz" userId="47fa91d207cfb014" providerId="LiveId" clId="{85FEFC20-368C-4804-AF35-776ECB9C6605}" dt="2026-01-07T11:59:19.163" v="7" actId="26606"/>
          <ac:spMkLst>
            <pc:docMk/>
            <pc:sldMk cId="0" sldId="263"/>
            <ac:spMk id="13" creationId="{357F1B33-79AB-4A71-8CEC-4546D709B8C8}"/>
          </ac:spMkLst>
        </pc:spChg>
        <pc:graphicFrameChg chg="add">
          <ac:chgData name="Alberto Ruiz" userId="47fa91d207cfb014" providerId="LiveId" clId="{85FEFC20-368C-4804-AF35-776ECB9C6605}" dt="2026-01-07T11:59:19.163" v="7" actId="26606"/>
          <ac:graphicFrameMkLst>
            <pc:docMk/>
            <pc:sldMk cId="0" sldId="263"/>
            <ac:graphicFrameMk id="5" creationId="{AEE19DA1-563C-D0A0-811B-4B4B697D54F9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1:59:22.579" v="8" actId="26606"/>
        <pc:sldMkLst>
          <pc:docMk/>
          <pc:sldMk cId="0" sldId="264"/>
        </pc:sldMkLst>
        <pc:spChg chg="mod">
          <ac:chgData name="Alberto Ruiz" userId="47fa91d207cfb014" providerId="LiveId" clId="{85FEFC20-368C-4804-AF35-776ECB9C6605}" dt="2026-01-07T11:59:22.579" v="8" actId="26606"/>
          <ac:spMkLst>
            <pc:docMk/>
            <pc:sldMk cId="0" sldId="264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1:59:22.579" v="8" actId="26606"/>
          <ac:spMkLst>
            <pc:docMk/>
            <pc:sldMk cId="0" sldId="264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59:22.579" v="8" actId="26606"/>
          <ac:spMkLst>
            <pc:docMk/>
            <pc:sldMk cId="0" sldId="264"/>
            <ac:spMk id="9" creationId="{44AD29B6-BF3B-4407-9E75-52DF8E3B29F1}"/>
          </ac:spMkLst>
        </pc:spChg>
        <pc:spChg chg="add">
          <ac:chgData name="Alberto Ruiz" userId="47fa91d207cfb014" providerId="LiveId" clId="{85FEFC20-368C-4804-AF35-776ECB9C6605}" dt="2026-01-07T11:59:22.579" v="8" actId="26606"/>
          <ac:spMkLst>
            <pc:docMk/>
            <pc:sldMk cId="0" sldId="264"/>
            <ac:spMk id="11" creationId="{55F8BA08-3E38-4B70-B93A-74F08E092206}"/>
          </ac:spMkLst>
        </pc:spChg>
        <pc:spChg chg="add">
          <ac:chgData name="Alberto Ruiz" userId="47fa91d207cfb014" providerId="LiveId" clId="{85FEFC20-368C-4804-AF35-776ECB9C6605}" dt="2026-01-07T11:59:22.579" v="8" actId="26606"/>
          <ac:spMkLst>
            <pc:docMk/>
            <pc:sldMk cId="0" sldId="264"/>
            <ac:spMk id="13" creationId="{357F1B33-79AB-4A71-8CEC-4546D709B8C8}"/>
          </ac:spMkLst>
        </pc:spChg>
        <pc:graphicFrameChg chg="add">
          <ac:chgData name="Alberto Ruiz" userId="47fa91d207cfb014" providerId="LiveId" clId="{85FEFC20-368C-4804-AF35-776ECB9C6605}" dt="2026-01-07T11:59:22.579" v="8" actId="26606"/>
          <ac:graphicFrameMkLst>
            <pc:docMk/>
            <pc:sldMk cId="0" sldId="264"/>
            <ac:graphicFrameMk id="5" creationId="{F3480CF9-46FD-FA35-5C5E-FE01992C2BC6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1:59:25.555" v="9" actId="26606"/>
        <pc:sldMkLst>
          <pc:docMk/>
          <pc:sldMk cId="0" sldId="265"/>
        </pc:sldMkLst>
        <pc:spChg chg="mod">
          <ac:chgData name="Alberto Ruiz" userId="47fa91d207cfb014" providerId="LiveId" clId="{85FEFC20-368C-4804-AF35-776ECB9C6605}" dt="2026-01-07T11:59:25.555" v="9" actId="26606"/>
          <ac:spMkLst>
            <pc:docMk/>
            <pc:sldMk cId="0" sldId="265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1:59:25.555" v="9" actId="26606"/>
          <ac:spMkLst>
            <pc:docMk/>
            <pc:sldMk cId="0" sldId="265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59:25.555" v="9" actId="26606"/>
          <ac:spMkLst>
            <pc:docMk/>
            <pc:sldMk cId="0" sldId="265"/>
            <ac:spMk id="9" creationId="{44AD29B6-BF3B-4407-9E75-52DF8E3B29F1}"/>
          </ac:spMkLst>
        </pc:spChg>
        <pc:spChg chg="add">
          <ac:chgData name="Alberto Ruiz" userId="47fa91d207cfb014" providerId="LiveId" clId="{85FEFC20-368C-4804-AF35-776ECB9C6605}" dt="2026-01-07T11:59:25.555" v="9" actId="26606"/>
          <ac:spMkLst>
            <pc:docMk/>
            <pc:sldMk cId="0" sldId="265"/>
            <ac:spMk id="11" creationId="{55F8BA08-3E38-4B70-B93A-74F08E092206}"/>
          </ac:spMkLst>
        </pc:spChg>
        <pc:spChg chg="add">
          <ac:chgData name="Alberto Ruiz" userId="47fa91d207cfb014" providerId="LiveId" clId="{85FEFC20-368C-4804-AF35-776ECB9C6605}" dt="2026-01-07T11:59:25.555" v="9" actId="26606"/>
          <ac:spMkLst>
            <pc:docMk/>
            <pc:sldMk cId="0" sldId="265"/>
            <ac:spMk id="13" creationId="{357F1B33-79AB-4A71-8CEC-4546D709B8C8}"/>
          </ac:spMkLst>
        </pc:spChg>
        <pc:graphicFrameChg chg="add">
          <ac:chgData name="Alberto Ruiz" userId="47fa91d207cfb014" providerId="LiveId" clId="{85FEFC20-368C-4804-AF35-776ECB9C6605}" dt="2026-01-07T11:59:25.555" v="9" actId="26606"/>
          <ac:graphicFrameMkLst>
            <pc:docMk/>
            <pc:sldMk cId="0" sldId="265"/>
            <ac:graphicFrameMk id="5" creationId="{61CB8775-7AB6-26A2-FD24-D85DFDCA0E95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1:59:28.360" v="10" actId="26606"/>
        <pc:sldMkLst>
          <pc:docMk/>
          <pc:sldMk cId="0" sldId="266"/>
        </pc:sldMkLst>
        <pc:spChg chg="mod">
          <ac:chgData name="Alberto Ruiz" userId="47fa91d207cfb014" providerId="LiveId" clId="{85FEFC20-368C-4804-AF35-776ECB9C6605}" dt="2026-01-07T11:59:28.360" v="10" actId="26606"/>
          <ac:spMkLst>
            <pc:docMk/>
            <pc:sldMk cId="0" sldId="266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1:59:28.360" v="10" actId="26606"/>
          <ac:spMkLst>
            <pc:docMk/>
            <pc:sldMk cId="0" sldId="266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59:28.360" v="10" actId="26606"/>
          <ac:spMkLst>
            <pc:docMk/>
            <pc:sldMk cId="0" sldId="266"/>
            <ac:spMk id="9" creationId="{44AD29B6-BF3B-4407-9E75-52DF8E3B29F1}"/>
          </ac:spMkLst>
        </pc:spChg>
        <pc:spChg chg="add">
          <ac:chgData name="Alberto Ruiz" userId="47fa91d207cfb014" providerId="LiveId" clId="{85FEFC20-368C-4804-AF35-776ECB9C6605}" dt="2026-01-07T11:59:28.360" v="10" actId="26606"/>
          <ac:spMkLst>
            <pc:docMk/>
            <pc:sldMk cId="0" sldId="266"/>
            <ac:spMk id="11" creationId="{55F8BA08-3E38-4B70-B93A-74F08E092206}"/>
          </ac:spMkLst>
        </pc:spChg>
        <pc:spChg chg="add">
          <ac:chgData name="Alberto Ruiz" userId="47fa91d207cfb014" providerId="LiveId" clId="{85FEFC20-368C-4804-AF35-776ECB9C6605}" dt="2026-01-07T11:59:28.360" v="10" actId="26606"/>
          <ac:spMkLst>
            <pc:docMk/>
            <pc:sldMk cId="0" sldId="266"/>
            <ac:spMk id="13" creationId="{357F1B33-79AB-4A71-8CEC-4546D709B8C8}"/>
          </ac:spMkLst>
        </pc:spChg>
        <pc:graphicFrameChg chg="add">
          <ac:chgData name="Alberto Ruiz" userId="47fa91d207cfb014" providerId="LiveId" clId="{85FEFC20-368C-4804-AF35-776ECB9C6605}" dt="2026-01-07T11:59:28.360" v="10" actId="26606"/>
          <ac:graphicFrameMkLst>
            <pc:docMk/>
            <pc:sldMk cId="0" sldId="266"/>
            <ac:graphicFrameMk id="5" creationId="{CA3CD559-0A9B-9F52-0336-BE1DA4C9142A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1:59:31.433" v="11" actId="26606"/>
        <pc:sldMkLst>
          <pc:docMk/>
          <pc:sldMk cId="0" sldId="267"/>
        </pc:sldMkLst>
        <pc:spChg chg="mod">
          <ac:chgData name="Alberto Ruiz" userId="47fa91d207cfb014" providerId="LiveId" clId="{85FEFC20-368C-4804-AF35-776ECB9C6605}" dt="2026-01-07T11:59:31.433" v="11" actId="26606"/>
          <ac:spMkLst>
            <pc:docMk/>
            <pc:sldMk cId="0" sldId="267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1:59:31.433" v="11" actId="26606"/>
          <ac:spMkLst>
            <pc:docMk/>
            <pc:sldMk cId="0" sldId="267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59:31.433" v="11" actId="26606"/>
          <ac:spMkLst>
            <pc:docMk/>
            <pc:sldMk cId="0" sldId="267"/>
            <ac:spMk id="9" creationId="{44AD29B6-BF3B-4407-9E75-52DF8E3B29F1}"/>
          </ac:spMkLst>
        </pc:spChg>
        <pc:spChg chg="add">
          <ac:chgData name="Alberto Ruiz" userId="47fa91d207cfb014" providerId="LiveId" clId="{85FEFC20-368C-4804-AF35-776ECB9C6605}" dt="2026-01-07T11:59:31.433" v="11" actId="26606"/>
          <ac:spMkLst>
            <pc:docMk/>
            <pc:sldMk cId="0" sldId="267"/>
            <ac:spMk id="11" creationId="{55F8BA08-3E38-4B70-B93A-74F08E092206}"/>
          </ac:spMkLst>
        </pc:spChg>
        <pc:spChg chg="add">
          <ac:chgData name="Alberto Ruiz" userId="47fa91d207cfb014" providerId="LiveId" clId="{85FEFC20-368C-4804-AF35-776ECB9C6605}" dt="2026-01-07T11:59:31.433" v="11" actId="26606"/>
          <ac:spMkLst>
            <pc:docMk/>
            <pc:sldMk cId="0" sldId="267"/>
            <ac:spMk id="13" creationId="{357F1B33-79AB-4A71-8CEC-4546D709B8C8}"/>
          </ac:spMkLst>
        </pc:spChg>
        <pc:graphicFrameChg chg="add">
          <ac:chgData name="Alberto Ruiz" userId="47fa91d207cfb014" providerId="LiveId" clId="{85FEFC20-368C-4804-AF35-776ECB9C6605}" dt="2026-01-07T11:59:31.433" v="11" actId="26606"/>
          <ac:graphicFrameMkLst>
            <pc:docMk/>
            <pc:sldMk cId="0" sldId="267"/>
            <ac:graphicFrameMk id="5" creationId="{7A6F44CE-B69D-90CE-93F5-10292CE36347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1:59:34.790" v="12" actId="26606"/>
        <pc:sldMkLst>
          <pc:docMk/>
          <pc:sldMk cId="0" sldId="268"/>
        </pc:sldMkLst>
        <pc:spChg chg="mod">
          <ac:chgData name="Alberto Ruiz" userId="47fa91d207cfb014" providerId="LiveId" clId="{85FEFC20-368C-4804-AF35-776ECB9C6605}" dt="2026-01-07T11:59:34.790" v="12" actId="26606"/>
          <ac:spMkLst>
            <pc:docMk/>
            <pc:sldMk cId="0" sldId="268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1:59:34.790" v="12" actId="26606"/>
          <ac:spMkLst>
            <pc:docMk/>
            <pc:sldMk cId="0" sldId="268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59:34.790" v="12" actId="26606"/>
          <ac:spMkLst>
            <pc:docMk/>
            <pc:sldMk cId="0" sldId="268"/>
            <ac:spMk id="9" creationId="{44AD29B6-BF3B-4407-9E75-52DF8E3B29F1}"/>
          </ac:spMkLst>
        </pc:spChg>
        <pc:spChg chg="add">
          <ac:chgData name="Alberto Ruiz" userId="47fa91d207cfb014" providerId="LiveId" clId="{85FEFC20-368C-4804-AF35-776ECB9C6605}" dt="2026-01-07T11:59:34.790" v="12" actId="26606"/>
          <ac:spMkLst>
            <pc:docMk/>
            <pc:sldMk cId="0" sldId="268"/>
            <ac:spMk id="11" creationId="{55F8BA08-3E38-4B70-B93A-74F08E092206}"/>
          </ac:spMkLst>
        </pc:spChg>
        <pc:spChg chg="add">
          <ac:chgData name="Alberto Ruiz" userId="47fa91d207cfb014" providerId="LiveId" clId="{85FEFC20-368C-4804-AF35-776ECB9C6605}" dt="2026-01-07T11:59:34.790" v="12" actId="26606"/>
          <ac:spMkLst>
            <pc:docMk/>
            <pc:sldMk cId="0" sldId="268"/>
            <ac:spMk id="13" creationId="{357F1B33-79AB-4A71-8CEC-4546D709B8C8}"/>
          </ac:spMkLst>
        </pc:spChg>
        <pc:graphicFrameChg chg="add">
          <ac:chgData name="Alberto Ruiz" userId="47fa91d207cfb014" providerId="LiveId" clId="{85FEFC20-368C-4804-AF35-776ECB9C6605}" dt="2026-01-07T11:59:34.790" v="12" actId="26606"/>
          <ac:graphicFrameMkLst>
            <pc:docMk/>
            <pc:sldMk cId="0" sldId="268"/>
            <ac:graphicFrameMk id="5" creationId="{BC1FB644-C091-1CBC-7C81-9A32ED3C5E81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1:59:38.349" v="13" actId="26606"/>
        <pc:sldMkLst>
          <pc:docMk/>
          <pc:sldMk cId="0" sldId="269"/>
        </pc:sldMkLst>
        <pc:spChg chg="mod">
          <ac:chgData name="Alberto Ruiz" userId="47fa91d207cfb014" providerId="LiveId" clId="{85FEFC20-368C-4804-AF35-776ECB9C6605}" dt="2026-01-07T11:59:38.349" v="13" actId="26606"/>
          <ac:spMkLst>
            <pc:docMk/>
            <pc:sldMk cId="0" sldId="269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1:59:38.349" v="13" actId="26606"/>
          <ac:spMkLst>
            <pc:docMk/>
            <pc:sldMk cId="0" sldId="269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59:38.349" v="13" actId="26606"/>
          <ac:spMkLst>
            <pc:docMk/>
            <pc:sldMk cId="0" sldId="269"/>
            <ac:spMk id="9" creationId="{44AD29B6-BF3B-4407-9E75-52DF8E3B29F1}"/>
          </ac:spMkLst>
        </pc:spChg>
        <pc:spChg chg="add">
          <ac:chgData name="Alberto Ruiz" userId="47fa91d207cfb014" providerId="LiveId" clId="{85FEFC20-368C-4804-AF35-776ECB9C6605}" dt="2026-01-07T11:59:38.349" v="13" actId="26606"/>
          <ac:spMkLst>
            <pc:docMk/>
            <pc:sldMk cId="0" sldId="269"/>
            <ac:spMk id="11" creationId="{55F8BA08-3E38-4B70-B93A-74F08E092206}"/>
          </ac:spMkLst>
        </pc:spChg>
        <pc:spChg chg="add">
          <ac:chgData name="Alberto Ruiz" userId="47fa91d207cfb014" providerId="LiveId" clId="{85FEFC20-368C-4804-AF35-776ECB9C6605}" dt="2026-01-07T11:59:38.349" v="13" actId="26606"/>
          <ac:spMkLst>
            <pc:docMk/>
            <pc:sldMk cId="0" sldId="269"/>
            <ac:spMk id="13" creationId="{357F1B33-79AB-4A71-8CEC-4546D709B8C8}"/>
          </ac:spMkLst>
        </pc:spChg>
        <pc:graphicFrameChg chg="add">
          <ac:chgData name="Alberto Ruiz" userId="47fa91d207cfb014" providerId="LiveId" clId="{85FEFC20-368C-4804-AF35-776ECB9C6605}" dt="2026-01-07T11:59:38.349" v="13" actId="26606"/>
          <ac:graphicFrameMkLst>
            <pc:docMk/>
            <pc:sldMk cId="0" sldId="269"/>
            <ac:graphicFrameMk id="5" creationId="{FC8C2D32-329D-C37A-5E27-B06481DC6FC2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1:59:42.029" v="14" actId="26606"/>
        <pc:sldMkLst>
          <pc:docMk/>
          <pc:sldMk cId="0" sldId="270"/>
        </pc:sldMkLst>
        <pc:spChg chg="mod">
          <ac:chgData name="Alberto Ruiz" userId="47fa91d207cfb014" providerId="LiveId" clId="{85FEFC20-368C-4804-AF35-776ECB9C6605}" dt="2026-01-07T11:59:42.029" v="14" actId="26606"/>
          <ac:spMkLst>
            <pc:docMk/>
            <pc:sldMk cId="0" sldId="270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1:59:42.029" v="14" actId="26606"/>
          <ac:spMkLst>
            <pc:docMk/>
            <pc:sldMk cId="0" sldId="270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59:42.029" v="14" actId="26606"/>
          <ac:spMkLst>
            <pc:docMk/>
            <pc:sldMk cId="0" sldId="270"/>
            <ac:spMk id="9" creationId="{44AD29B6-BF3B-4407-9E75-52DF8E3B29F1}"/>
          </ac:spMkLst>
        </pc:spChg>
        <pc:spChg chg="add">
          <ac:chgData name="Alberto Ruiz" userId="47fa91d207cfb014" providerId="LiveId" clId="{85FEFC20-368C-4804-AF35-776ECB9C6605}" dt="2026-01-07T11:59:42.029" v="14" actId="26606"/>
          <ac:spMkLst>
            <pc:docMk/>
            <pc:sldMk cId="0" sldId="270"/>
            <ac:spMk id="11" creationId="{55F8BA08-3E38-4B70-B93A-74F08E092206}"/>
          </ac:spMkLst>
        </pc:spChg>
        <pc:spChg chg="add">
          <ac:chgData name="Alberto Ruiz" userId="47fa91d207cfb014" providerId="LiveId" clId="{85FEFC20-368C-4804-AF35-776ECB9C6605}" dt="2026-01-07T11:59:42.029" v="14" actId="26606"/>
          <ac:spMkLst>
            <pc:docMk/>
            <pc:sldMk cId="0" sldId="270"/>
            <ac:spMk id="13" creationId="{357F1B33-79AB-4A71-8CEC-4546D709B8C8}"/>
          </ac:spMkLst>
        </pc:spChg>
        <pc:graphicFrameChg chg="add">
          <ac:chgData name="Alberto Ruiz" userId="47fa91d207cfb014" providerId="LiveId" clId="{85FEFC20-368C-4804-AF35-776ECB9C6605}" dt="2026-01-07T11:59:42.029" v="14" actId="26606"/>
          <ac:graphicFrameMkLst>
            <pc:docMk/>
            <pc:sldMk cId="0" sldId="270"/>
            <ac:graphicFrameMk id="5" creationId="{1DC357BE-433A-1D14-AC94-BC5E2E0771E8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1:59:47.228" v="15" actId="26606"/>
        <pc:sldMkLst>
          <pc:docMk/>
          <pc:sldMk cId="0" sldId="271"/>
        </pc:sldMkLst>
        <pc:spChg chg="mod">
          <ac:chgData name="Alberto Ruiz" userId="47fa91d207cfb014" providerId="LiveId" clId="{85FEFC20-368C-4804-AF35-776ECB9C6605}" dt="2026-01-07T11:59:47.228" v="15" actId="26606"/>
          <ac:spMkLst>
            <pc:docMk/>
            <pc:sldMk cId="0" sldId="271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1:59:47.228" v="15" actId="26606"/>
          <ac:spMkLst>
            <pc:docMk/>
            <pc:sldMk cId="0" sldId="271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59:47.228" v="15" actId="26606"/>
          <ac:spMkLst>
            <pc:docMk/>
            <pc:sldMk cId="0" sldId="271"/>
            <ac:spMk id="9" creationId="{44AD29B6-BF3B-4407-9E75-52DF8E3B29F1}"/>
          </ac:spMkLst>
        </pc:spChg>
        <pc:spChg chg="add">
          <ac:chgData name="Alberto Ruiz" userId="47fa91d207cfb014" providerId="LiveId" clId="{85FEFC20-368C-4804-AF35-776ECB9C6605}" dt="2026-01-07T11:59:47.228" v="15" actId="26606"/>
          <ac:spMkLst>
            <pc:docMk/>
            <pc:sldMk cId="0" sldId="271"/>
            <ac:spMk id="11" creationId="{55F8BA08-3E38-4B70-B93A-74F08E092206}"/>
          </ac:spMkLst>
        </pc:spChg>
        <pc:spChg chg="add">
          <ac:chgData name="Alberto Ruiz" userId="47fa91d207cfb014" providerId="LiveId" clId="{85FEFC20-368C-4804-AF35-776ECB9C6605}" dt="2026-01-07T11:59:47.228" v="15" actId="26606"/>
          <ac:spMkLst>
            <pc:docMk/>
            <pc:sldMk cId="0" sldId="271"/>
            <ac:spMk id="13" creationId="{357F1B33-79AB-4A71-8CEC-4546D709B8C8}"/>
          </ac:spMkLst>
        </pc:spChg>
        <pc:graphicFrameChg chg="add">
          <ac:chgData name="Alberto Ruiz" userId="47fa91d207cfb014" providerId="LiveId" clId="{85FEFC20-368C-4804-AF35-776ECB9C6605}" dt="2026-01-07T11:59:47.228" v="15" actId="26606"/>
          <ac:graphicFrameMkLst>
            <pc:docMk/>
            <pc:sldMk cId="0" sldId="271"/>
            <ac:graphicFrameMk id="5" creationId="{31204C67-6487-C1F9-7F50-0FA61DF9DCC1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1:59:49.818" v="16" actId="26606"/>
        <pc:sldMkLst>
          <pc:docMk/>
          <pc:sldMk cId="0" sldId="272"/>
        </pc:sldMkLst>
        <pc:spChg chg="mod">
          <ac:chgData name="Alberto Ruiz" userId="47fa91d207cfb014" providerId="LiveId" clId="{85FEFC20-368C-4804-AF35-776ECB9C6605}" dt="2026-01-07T11:59:49.818" v="16" actId="26606"/>
          <ac:spMkLst>
            <pc:docMk/>
            <pc:sldMk cId="0" sldId="272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1:59:49.818" v="16" actId="26606"/>
          <ac:spMkLst>
            <pc:docMk/>
            <pc:sldMk cId="0" sldId="272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59:49.818" v="16" actId="26606"/>
          <ac:spMkLst>
            <pc:docMk/>
            <pc:sldMk cId="0" sldId="272"/>
            <ac:spMk id="9" creationId="{44AD29B6-BF3B-4407-9E75-52DF8E3B29F1}"/>
          </ac:spMkLst>
        </pc:spChg>
        <pc:spChg chg="add">
          <ac:chgData name="Alberto Ruiz" userId="47fa91d207cfb014" providerId="LiveId" clId="{85FEFC20-368C-4804-AF35-776ECB9C6605}" dt="2026-01-07T11:59:49.818" v="16" actId="26606"/>
          <ac:spMkLst>
            <pc:docMk/>
            <pc:sldMk cId="0" sldId="272"/>
            <ac:spMk id="11" creationId="{55F8BA08-3E38-4B70-B93A-74F08E092206}"/>
          </ac:spMkLst>
        </pc:spChg>
        <pc:spChg chg="add">
          <ac:chgData name="Alberto Ruiz" userId="47fa91d207cfb014" providerId="LiveId" clId="{85FEFC20-368C-4804-AF35-776ECB9C6605}" dt="2026-01-07T11:59:49.818" v="16" actId="26606"/>
          <ac:spMkLst>
            <pc:docMk/>
            <pc:sldMk cId="0" sldId="272"/>
            <ac:spMk id="13" creationId="{357F1B33-79AB-4A71-8CEC-4546D709B8C8}"/>
          </ac:spMkLst>
        </pc:spChg>
        <pc:graphicFrameChg chg="add">
          <ac:chgData name="Alberto Ruiz" userId="47fa91d207cfb014" providerId="LiveId" clId="{85FEFC20-368C-4804-AF35-776ECB9C6605}" dt="2026-01-07T11:59:49.818" v="16" actId="26606"/>
          <ac:graphicFrameMkLst>
            <pc:docMk/>
            <pc:sldMk cId="0" sldId="272"/>
            <ac:graphicFrameMk id="5" creationId="{00F79555-DA04-2315-9162-A71638F4FB8D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1:59:52.537" v="17" actId="26606"/>
        <pc:sldMkLst>
          <pc:docMk/>
          <pc:sldMk cId="0" sldId="273"/>
        </pc:sldMkLst>
        <pc:spChg chg="mod">
          <ac:chgData name="Alberto Ruiz" userId="47fa91d207cfb014" providerId="LiveId" clId="{85FEFC20-368C-4804-AF35-776ECB9C6605}" dt="2026-01-07T11:59:52.537" v="17" actId="26606"/>
          <ac:spMkLst>
            <pc:docMk/>
            <pc:sldMk cId="0" sldId="273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1:59:52.537" v="17" actId="26606"/>
          <ac:spMkLst>
            <pc:docMk/>
            <pc:sldMk cId="0" sldId="273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59:52.537" v="17" actId="26606"/>
          <ac:spMkLst>
            <pc:docMk/>
            <pc:sldMk cId="0" sldId="273"/>
            <ac:spMk id="9" creationId="{44AD29B6-BF3B-4407-9E75-52DF8E3B29F1}"/>
          </ac:spMkLst>
        </pc:spChg>
        <pc:spChg chg="add">
          <ac:chgData name="Alberto Ruiz" userId="47fa91d207cfb014" providerId="LiveId" clId="{85FEFC20-368C-4804-AF35-776ECB9C6605}" dt="2026-01-07T11:59:52.537" v="17" actId="26606"/>
          <ac:spMkLst>
            <pc:docMk/>
            <pc:sldMk cId="0" sldId="273"/>
            <ac:spMk id="11" creationId="{55F8BA08-3E38-4B70-B93A-74F08E092206}"/>
          </ac:spMkLst>
        </pc:spChg>
        <pc:spChg chg="add">
          <ac:chgData name="Alberto Ruiz" userId="47fa91d207cfb014" providerId="LiveId" clId="{85FEFC20-368C-4804-AF35-776ECB9C6605}" dt="2026-01-07T11:59:52.537" v="17" actId="26606"/>
          <ac:spMkLst>
            <pc:docMk/>
            <pc:sldMk cId="0" sldId="273"/>
            <ac:spMk id="13" creationId="{357F1B33-79AB-4A71-8CEC-4546D709B8C8}"/>
          </ac:spMkLst>
        </pc:spChg>
        <pc:graphicFrameChg chg="add">
          <ac:chgData name="Alberto Ruiz" userId="47fa91d207cfb014" providerId="LiveId" clId="{85FEFC20-368C-4804-AF35-776ECB9C6605}" dt="2026-01-07T11:59:52.537" v="17" actId="26606"/>
          <ac:graphicFrameMkLst>
            <pc:docMk/>
            <pc:sldMk cId="0" sldId="273"/>
            <ac:graphicFrameMk id="5" creationId="{EDB90318-BFAA-3286-6450-FAEA9564F119}"/>
          </ac:graphicFrameMkLst>
        </pc:graphicFrame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ata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diagrams/_rels/data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40.svg"/></Relationships>
</file>

<file path=ppt/diagrams/_rels/data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svg"/><Relationship Id="rId1" Type="http://schemas.openxmlformats.org/officeDocument/2006/relationships/image" Target="../media/image41.png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4" Type="http://schemas.openxmlformats.org/officeDocument/2006/relationships/image" Target="../media/image44.svg"/></Relationships>
</file>

<file path=ppt/diagrams/_rels/data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49.png"/><Relationship Id="rId7" Type="http://schemas.openxmlformats.org/officeDocument/2006/relationships/image" Target="../media/image29.png"/><Relationship Id="rId2" Type="http://schemas.openxmlformats.org/officeDocument/2006/relationships/image" Target="../media/image48.svg"/><Relationship Id="rId1" Type="http://schemas.openxmlformats.org/officeDocument/2006/relationships/image" Target="../media/image47.png"/><Relationship Id="rId6" Type="http://schemas.openxmlformats.org/officeDocument/2006/relationships/image" Target="../media/image52.svg"/><Relationship Id="rId5" Type="http://schemas.openxmlformats.org/officeDocument/2006/relationships/image" Target="../media/image51.png"/><Relationship Id="rId4" Type="http://schemas.openxmlformats.org/officeDocument/2006/relationships/image" Target="../media/image50.svg"/></Relationships>
</file>

<file path=ppt/diagrams/_rels/data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svg"/><Relationship Id="rId1" Type="http://schemas.openxmlformats.org/officeDocument/2006/relationships/image" Target="../media/image53.png"/><Relationship Id="rId6" Type="http://schemas.openxmlformats.org/officeDocument/2006/relationships/image" Target="../media/image58.svg"/><Relationship Id="rId5" Type="http://schemas.openxmlformats.org/officeDocument/2006/relationships/image" Target="../media/image57.png"/><Relationship Id="rId4" Type="http://schemas.openxmlformats.org/officeDocument/2006/relationships/image" Target="../media/image5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rawing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diagrams/_rels/drawing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40.svg"/></Relationships>
</file>

<file path=ppt/diagrams/_rels/drawing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svg"/><Relationship Id="rId1" Type="http://schemas.openxmlformats.org/officeDocument/2006/relationships/image" Target="../media/image41.png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4" Type="http://schemas.openxmlformats.org/officeDocument/2006/relationships/image" Target="../media/image44.svg"/></Relationships>
</file>

<file path=ppt/diagrams/_rels/drawing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49.png"/><Relationship Id="rId7" Type="http://schemas.openxmlformats.org/officeDocument/2006/relationships/image" Target="../media/image29.png"/><Relationship Id="rId2" Type="http://schemas.openxmlformats.org/officeDocument/2006/relationships/image" Target="../media/image48.svg"/><Relationship Id="rId1" Type="http://schemas.openxmlformats.org/officeDocument/2006/relationships/image" Target="../media/image47.png"/><Relationship Id="rId6" Type="http://schemas.openxmlformats.org/officeDocument/2006/relationships/image" Target="../media/image52.svg"/><Relationship Id="rId5" Type="http://schemas.openxmlformats.org/officeDocument/2006/relationships/image" Target="../media/image51.png"/><Relationship Id="rId4" Type="http://schemas.openxmlformats.org/officeDocument/2006/relationships/image" Target="../media/image50.svg"/></Relationships>
</file>

<file path=ppt/diagrams/_rels/drawing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svg"/><Relationship Id="rId1" Type="http://schemas.openxmlformats.org/officeDocument/2006/relationships/image" Target="../media/image53.png"/><Relationship Id="rId6" Type="http://schemas.openxmlformats.org/officeDocument/2006/relationships/image" Target="../media/image58.svg"/><Relationship Id="rId5" Type="http://schemas.openxmlformats.org/officeDocument/2006/relationships/image" Target="../media/image57.png"/><Relationship Id="rId4" Type="http://schemas.openxmlformats.org/officeDocument/2006/relationships/image" Target="../media/image5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B8E094C-52FA-4AEC-B644-091AA22AA0AB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C1977D7E-1048-4A8A-BB38-D6B6021B266F}">
      <dgm:prSet/>
      <dgm:spPr/>
      <dgm:t>
        <a:bodyPr/>
        <a:lstStyle/>
        <a:p>
          <a:r>
            <a:rPr lang="en-US"/>
            <a:t>Diseño y puesta en marcha de la monitorización</a:t>
          </a:r>
        </a:p>
      </dgm:t>
    </dgm:pt>
    <dgm:pt modelId="{6F0F4D07-2361-4967-992A-1D187F33494F}" type="parTrans" cxnId="{6C3E1508-C52C-4546-99F4-57BF18032D5C}">
      <dgm:prSet/>
      <dgm:spPr/>
      <dgm:t>
        <a:bodyPr/>
        <a:lstStyle/>
        <a:p>
          <a:endParaRPr lang="en-US"/>
        </a:p>
      </dgm:t>
    </dgm:pt>
    <dgm:pt modelId="{26611A39-BB1E-48DB-8235-AC14BB60F1E5}" type="sibTrans" cxnId="{6C3E1508-C52C-4546-99F4-57BF18032D5C}">
      <dgm:prSet/>
      <dgm:spPr/>
      <dgm:t>
        <a:bodyPr/>
        <a:lstStyle/>
        <a:p>
          <a:endParaRPr lang="en-US"/>
        </a:p>
      </dgm:t>
    </dgm:pt>
    <dgm:pt modelId="{7107F652-3D7D-488C-9EEC-49DB292E4BF6}">
      <dgm:prSet/>
      <dgm:spPr/>
      <dgm:t>
        <a:bodyPr/>
        <a:lstStyle/>
        <a:p>
          <a:r>
            <a:rPr lang="en-US"/>
            <a:t>Control de sistemas, redes y servicios</a:t>
          </a:r>
        </a:p>
      </dgm:t>
    </dgm:pt>
    <dgm:pt modelId="{E827E682-FECB-41C2-91FD-9D5D1957A05A}" type="parTrans" cxnId="{B922F90E-763D-4F9A-BBAD-5A195E071C53}">
      <dgm:prSet/>
      <dgm:spPr/>
      <dgm:t>
        <a:bodyPr/>
        <a:lstStyle/>
        <a:p>
          <a:endParaRPr lang="en-US"/>
        </a:p>
      </dgm:t>
    </dgm:pt>
    <dgm:pt modelId="{07E5F52F-DFC4-424A-BDB4-1346B39C8B10}" type="sibTrans" cxnId="{B922F90E-763D-4F9A-BBAD-5A195E071C53}">
      <dgm:prSet/>
      <dgm:spPr/>
      <dgm:t>
        <a:bodyPr/>
        <a:lstStyle/>
        <a:p>
          <a:endParaRPr lang="en-US"/>
        </a:p>
      </dgm:t>
    </dgm:pt>
    <dgm:pt modelId="{C526DA03-37BC-4D89-A9DE-0F0CBA417E01}">
      <dgm:prSet/>
      <dgm:spPr/>
      <dgm:t>
        <a:bodyPr/>
        <a:lstStyle/>
        <a:p>
          <a:r>
            <a:rPr lang="en-US"/>
            <a:t>Elemento clave para la seguridad y disponibilidad</a:t>
          </a:r>
        </a:p>
      </dgm:t>
    </dgm:pt>
    <dgm:pt modelId="{D81BB470-EEFD-4A44-9087-E382B7738015}" type="parTrans" cxnId="{ACB07E4F-6A37-473C-A162-DDE1A3395D2B}">
      <dgm:prSet/>
      <dgm:spPr/>
      <dgm:t>
        <a:bodyPr/>
        <a:lstStyle/>
        <a:p>
          <a:endParaRPr lang="en-US"/>
        </a:p>
      </dgm:t>
    </dgm:pt>
    <dgm:pt modelId="{AD7709FE-91D7-4688-B2FF-DA6228DAE2BF}" type="sibTrans" cxnId="{ACB07E4F-6A37-473C-A162-DDE1A3395D2B}">
      <dgm:prSet/>
      <dgm:spPr/>
      <dgm:t>
        <a:bodyPr/>
        <a:lstStyle/>
        <a:p>
          <a:endParaRPr lang="en-US"/>
        </a:p>
      </dgm:t>
    </dgm:pt>
    <dgm:pt modelId="{769832BD-ECFE-4A08-BB2D-129961526A6B}" type="pres">
      <dgm:prSet presAssocID="{2B8E094C-52FA-4AEC-B644-091AA22AA0AB}" presName="root" presStyleCnt="0">
        <dgm:presLayoutVars>
          <dgm:dir/>
          <dgm:resizeHandles val="exact"/>
        </dgm:presLayoutVars>
      </dgm:prSet>
      <dgm:spPr/>
    </dgm:pt>
    <dgm:pt modelId="{A513A89C-9BFD-42CD-A309-36D6D780D59D}" type="pres">
      <dgm:prSet presAssocID="{C1977D7E-1048-4A8A-BB38-D6B6021B266F}" presName="compNode" presStyleCnt="0"/>
      <dgm:spPr/>
    </dgm:pt>
    <dgm:pt modelId="{C03D8C66-D6FF-466A-9DFE-6E6225DD3B55}" type="pres">
      <dgm:prSet presAssocID="{C1977D7E-1048-4A8A-BB38-D6B6021B266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0FBD023D-FF26-4989-961F-6F3099853385}" type="pres">
      <dgm:prSet presAssocID="{C1977D7E-1048-4A8A-BB38-D6B6021B266F}" presName="spaceRect" presStyleCnt="0"/>
      <dgm:spPr/>
    </dgm:pt>
    <dgm:pt modelId="{1575679F-F509-4A5F-A011-0F04FABD1F06}" type="pres">
      <dgm:prSet presAssocID="{C1977D7E-1048-4A8A-BB38-D6B6021B266F}" presName="textRect" presStyleLbl="revTx" presStyleIdx="0" presStyleCnt="3">
        <dgm:presLayoutVars>
          <dgm:chMax val="1"/>
          <dgm:chPref val="1"/>
        </dgm:presLayoutVars>
      </dgm:prSet>
      <dgm:spPr/>
    </dgm:pt>
    <dgm:pt modelId="{9D74D5EF-26AC-4C02-B227-3DA174568CD3}" type="pres">
      <dgm:prSet presAssocID="{26611A39-BB1E-48DB-8235-AC14BB60F1E5}" presName="sibTrans" presStyleCnt="0"/>
      <dgm:spPr/>
    </dgm:pt>
    <dgm:pt modelId="{430D3C45-B0B5-49AA-A44F-273950774236}" type="pres">
      <dgm:prSet presAssocID="{7107F652-3D7D-488C-9EEC-49DB292E4BF6}" presName="compNode" presStyleCnt="0"/>
      <dgm:spPr/>
    </dgm:pt>
    <dgm:pt modelId="{A11D620A-3E2D-4378-977A-454C9EFE5F20}" type="pres">
      <dgm:prSet presAssocID="{7107F652-3D7D-488C-9EEC-49DB292E4BF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15DDA1E2-BA8F-46FD-B74B-C80DFEB29FA1}" type="pres">
      <dgm:prSet presAssocID="{7107F652-3D7D-488C-9EEC-49DB292E4BF6}" presName="spaceRect" presStyleCnt="0"/>
      <dgm:spPr/>
    </dgm:pt>
    <dgm:pt modelId="{1E04C816-E681-4132-831C-8D77959D173A}" type="pres">
      <dgm:prSet presAssocID="{7107F652-3D7D-488C-9EEC-49DB292E4BF6}" presName="textRect" presStyleLbl="revTx" presStyleIdx="1" presStyleCnt="3">
        <dgm:presLayoutVars>
          <dgm:chMax val="1"/>
          <dgm:chPref val="1"/>
        </dgm:presLayoutVars>
      </dgm:prSet>
      <dgm:spPr/>
    </dgm:pt>
    <dgm:pt modelId="{6B72E0B0-FF7E-4691-B002-21BDE1FEB7C0}" type="pres">
      <dgm:prSet presAssocID="{07E5F52F-DFC4-424A-BDB4-1346B39C8B10}" presName="sibTrans" presStyleCnt="0"/>
      <dgm:spPr/>
    </dgm:pt>
    <dgm:pt modelId="{3ACBA86B-1EFD-4054-A0CD-030FF3D0A835}" type="pres">
      <dgm:prSet presAssocID="{C526DA03-37BC-4D89-A9DE-0F0CBA417E01}" presName="compNode" presStyleCnt="0"/>
      <dgm:spPr/>
    </dgm:pt>
    <dgm:pt modelId="{342CD137-2FA7-4353-9403-153310268AB4}" type="pres">
      <dgm:prSet presAssocID="{C526DA03-37BC-4D89-A9DE-0F0CBA417E0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ve"/>
        </a:ext>
      </dgm:extLst>
    </dgm:pt>
    <dgm:pt modelId="{BDE9D489-7DDB-43D1-AC07-C8D238923630}" type="pres">
      <dgm:prSet presAssocID="{C526DA03-37BC-4D89-A9DE-0F0CBA417E01}" presName="spaceRect" presStyleCnt="0"/>
      <dgm:spPr/>
    </dgm:pt>
    <dgm:pt modelId="{9CF07D23-66D1-4427-8638-BCF390B73FE2}" type="pres">
      <dgm:prSet presAssocID="{C526DA03-37BC-4D89-A9DE-0F0CBA417E01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6C3E1508-C52C-4546-99F4-57BF18032D5C}" srcId="{2B8E094C-52FA-4AEC-B644-091AA22AA0AB}" destId="{C1977D7E-1048-4A8A-BB38-D6B6021B266F}" srcOrd="0" destOrd="0" parTransId="{6F0F4D07-2361-4967-992A-1D187F33494F}" sibTransId="{26611A39-BB1E-48DB-8235-AC14BB60F1E5}"/>
    <dgm:cxn modelId="{B922F90E-763D-4F9A-BBAD-5A195E071C53}" srcId="{2B8E094C-52FA-4AEC-B644-091AA22AA0AB}" destId="{7107F652-3D7D-488C-9EEC-49DB292E4BF6}" srcOrd="1" destOrd="0" parTransId="{E827E682-FECB-41C2-91FD-9D5D1957A05A}" sibTransId="{07E5F52F-DFC4-424A-BDB4-1346B39C8B10}"/>
    <dgm:cxn modelId="{2CFC041F-1A82-449A-A483-C4D6966ECE3E}" type="presOf" srcId="{7107F652-3D7D-488C-9EEC-49DB292E4BF6}" destId="{1E04C816-E681-4132-831C-8D77959D173A}" srcOrd="0" destOrd="0" presId="urn:microsoft.com/office/officeart/2018/2/layout/IconLabelList"/>
    <dgm:cxn modelId="{71352564-1F9F-48FE-8EBF-F6DC082C4B25}" type="presOf" srcId="{C1977D7E-1048-4A8A-BB38-D6B6021B266F}" destId="{1575679F-F509-4A5F-A011-0F04FABD1F06}" srcOrd="0" destOrd="0" presId="urn:microsoft.com/office/officeart/2018/2/layout/IconLabelList"/>
    <dgm:cxn modelId="{ACB07E4F-6A37-473C-A162-DDE1A3395D2B}" srcId="{2B8E094C-52FA-4AEC-B644-091AA22AA0AB}" destId="{C526DA03-37BC-4D89-A9DE-0F0CBA417E01}" srcOrd="2" destOrd="0" parTransId="{D81BB470-EEFD-4A44-9087-E382B7738015}" sibTransId="{AD7709FE-91D7-4688-B2FF-DA6228DAE2BF}"/>
    <dgm:cxn modelId="{4AE1307C-5DF8-4C1E-8BBB-303DBD9EBBF4}" type="presOf" srcId="{C526DA03-37BC-4D89-A9DE-0F0CBA417E01}" destId="{9CF07D23-66D1-4427-8638-BCF390B73FE2}" srcOrd="0" destOrd="0" presId="urn:microsoft.com/office/officeart/2018/2/layout/IconLabelList"/>
    <dgm:cxn modelId="{F701ECFF-B732-46F7-8AEB-A45473D0A6E8}" type="presOf" srcId="{2B8E094C-52FA-4AEC-B644-091AA22AA0AB}" destId="{769832BD-ECFE-4A08-BB2D-129961526A6B}" srcOrd="0" destOrd="0" presId="urn:microsoft.com/office/officeart/2018/2/layout/IconLabelList"/>
    <dgm:cxn modelId="{60362C3C-C5DE-4FEF-83C6-79C34FA3E6DC}" type="presParOf" srcId="{769832BD-ECFE-4A08-BB2D-129961526A6B}" destId="{A513A89C-9BFD-42CD-A309-36D6D780D59D}" srcOrd="0" destOrd="0" presId="urn:microsoft.com/office/officeart/2018/2/layout/IconLabelList"/>
    <dgm:cxn modelId="{51D3B3B8-C485-41E2-959C-B75BD52884E3}" type="presParOf" srcId="{A513A89C-9BFD-42CD-A309-36D6D780D59D}" destId="{C03D8C66-D6FF-466A-9DFE-6E6225DD3B55}" srcOrd="0" destOrd="0" presId="urn:microsoft.com/office/officeart/2018/2/layout/IconLabelList"/>
    <dgm:cxn modelId="{7966B0FF-8713-4614-9543-721825DF0B5A}" type="presParOf" srcId="{A513A89C-9BFD-42CD-A309-36D6D780D59D}" destId="{0FBD023D-FF26-4989-961F-6F3099853385}" srcOrd="1" destOrd="0" presId="urn:microsoft.com/office/officeart/2018/2/layout/IconLabelList"/>
    <dgm:cxn modelId="{EE1DDF03-9070-4A1E-BAB6-E1642F265C88}" type="presParOf" srcId="{A513A89C-9BFD-42CD-A309-36D6D780D59D}" destId="{1575679F-F509-4A5F-A011-0F04FABD1F06}" srcOrd="2" destOrd="0" presId="urn:microsoft.com/office/officeart/2018/2/layout/IconLabelList"/>
    <dgm:cxn modelId="{C62A4E5B-FD0E-49B3-B06A-E3A9C0826B64}" type="presParOf" srcId="{769832BD-ECFE-4A08-BB2D-129961526A6B}" destId="{9D74D5EF-26AC-4C02-B227-3DA174568CD3}" srcOrd="1" destOrd="0" presId="urn:microsoft.com/office/officeart/2018/2/layout/IconLabelList"/>
    <dgm:cxn modelId="{ED4B44E4-AFAB-4C2F-BCDC-8352CDFD5582}" type="presParOf" srcId="{769832BD-ECFE-4A08-BB2D-129961526A6B}" destId="{430D3C45-B0B5-49AA-A44F-273950774236}" srcOrd="2" destOrd="0" presId="urn:microsoft.com/office/officeart/2018/2/layout/IconLabelList"/>
    <dgm:cxn modelId="{F66D2BE6-AD8C-4ED2-8F3F-DB6667F2F655}" type="presParOf" srcId="{430D3C45-B0B5-49AA-A44F-273950774236}" destId="{A11D620A-3E2D-4378-977A-454C9EFE5F20}" srcOrd="0" destOrd="0" presId="urn:microsoft.com/office/officeart/2018/2/layout/IconLabelList"/>
    <dgm:cxn modelId="{2D3E098E-DD96-4B36-A918-73FB8FA6BE90}" type="presParOf" srcId="{430D3C45-B0B5-49AA-A44F-273950774236}" destId="{15DDA1E2-BA8F-46FD-B74B-C80DFEB29FA1}" srcOrd="1" destOrd="0" presId="urn:microsoft.com/office/officeart/2018/2/layout/IconLabelList"/>
    <dgm:cxn modelId="{5F2C7F93-BCD5-4D1F-917A-FAD5875A1BFE}" type="presParOf" srcId="{430D3C45-B0B5-49AA-A44F-273950774236}" destId="{1E04C816-E681-4132-831C-8D77959D173A}" srcOrd="2" destOrd="0" presId="urn:microsoft.com/office/officeart/2018/2/layout/IconLabelList"/>
    <dgm:cxn modelId="{50155C77-83F3-486F-A677-9DE85D4B44C9}" type="presParOf" srcId="{769832BD-ECFE-4A08-BB2D-129961526A6B}" destId="{6B72E0B0-FF7E-4691-B002-21BDE1FEB7C0}" srcOrd="3" destOrd="0" presId="urn:microsoft.com/office/officeart/2018/2/layout/IconLabelList"/>
    <dgm:cxn modelId="{404ED2A5-1D35-4118-A8D0-63CDD8E7ECF5}" type="presParOf" srcId="{769832BD-ECFE-4A08-BB2D-129961526A6B}" destId="{3ACBA86B-1EFD-4054-A0CD-030FF3D0A835}" srcOrd="4" destOrd="0" presId="urn:microsoft.com/office/officeart/2018/2/layout/IconLabelList"/>
    <dgm:cxn modelId="{892B803F-34ED-4B12-B229-4BE381C7D7A2}" type="presParOf" srcId="{3ACBA86B-1EFD-4054-A0CD-030FF3D0A835}" destId="{342CD137-2FA7-4353-9403-153310268AB4}" srcOrd="0" destOrd="0" presId="urn:microsoft.com/office/officeart/2018/2/layout/IconLabelList"/>
    <dgm:cxn modelId="{44ED19FB-41C8-4E3B-8C05-7485C22D4553}" type="presParOf" srcId="{3ACBA86B-1EFD-4054-A0CD-030FF3D0A835}" destId="{BDE9D489-7DDB-43D1-AC07-C8D238923630}" srcOrd="1" destOrd="0" presId="urn:microsoft.com/office/officeart/2018/2/layout/IconLabelList"/>
    <dgm:cxn modelId="{05C42699-BF18-4029-ABAD-79420595CAE9}" type="presParOf" srcId="{3ACBA86B-1EFD-4054-A0CD-030FF3D0A835}" destId="{9CF07D23-66D1-4427-8638-BCF390B73FE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77CE993-BD76-46D8-97C0-5765BB7DE9EF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8352062C-56F7-4E31-B609-A3EE6619238B}">
      <dgm:prSet/>
      <dgm:spPr/>
      <dgm:t>
        <a:bodyPr/>
        <a:lstStyle/>
        <a:p>
          <a:pPr>
            <a:defRPr cap="all"/>
          </a:pPr>
          <a:r>
            <a:rPr lang="en-US"/>
            <a:t>La monitorización permite supervisar el estado de los sistemas</a:t>
          </a:r>
        </a:p>
      </dgm:t>
    </dgm:pt>
    <dgm:pt modelId="{013FC7A4-F348-424F-A52F-873319B29034}" type="parTrans" cxnId="{62CB7324-D81D-4144-8AD6-3B3DC58BD05D}">
      <dgm:prSet/>
      <dgm:spPr/>
      <dgm:t>
        <a:bodyPr/>
        <a:lstStyle/>
        <a:p>
          <a:endParaRPr lang="en-US"/>
        </a:p>
      </dgm:t>
    </dgm:pt>
    <dgm:pt modelId="{CEBDEC23-6DAB-4432-86FA-E80375FDBEE2}" type="sibTrans" cxnId="{62CB7324-D81D-4144-8AD6-3B3DC58BD05D}">
      <dgm:prSet/>
      <dgm:spPr/>
      <dgm:t>
        <a:bodyPr/>
        <a:lstStyle/>
        <a:p>
          <a:endParaRPr lang="en-US"/>
        </a:p>
      </dgm:t>
    </dgm:pt>
    <dgm:pt modelId="{E64BB490-D618-4A53-9928-652772101343}">
      <dgm:prSet/>
      <dgm:spPr/>
      <dgm:t>
        <a:bodyPr/>
        <a:lstStyle/>
        <a:p>
          <a:pPr>
            <a:defRPr cap="all"/>
          </a:pPr>
          <a:r>
            <a:rPr lang="en-US"/>
            <a:t>Detecta fallos y degradaciones del servicio</a:t>
          </a:r>
        </a:p>
      </dgm:t>
    </dgm:pt>
    <dgm:pt modelId="{AC7AFA5B-F4D8-41BF-862F-B806B0D683CD}" type="parTrans" cxnId="{33FED6BA-F961-4EB5-A11D-9BF84869BB09}">
      <dgm:prSet/>
      <dgm:spPr/>
      <dgm:t>
        <a:bodyPr/>
        <a:lstStyle/>
        <a:p>
          <a:endParaRPr lang="en-US"/>
        </a:p>
      </dgm:t>
    </dgm:pt>
    <dgm:pt modelId="{BFE7C0AD-0A21-4CD9-AFF6-A7B82A59CDA9}" type="sibTrans" cxnId="{33FED6BA-F961-4EB5-A11D-9BF84869BB09}">
      <dgm:prSet/>
      <dgm:spPr/>
      <dgm:t>
        <a:bodyPr/>
        <a:lstStyle/>
        <a:p>
          <a:endParaRPr lang="en-US"/>
        </a:p>
      </dgm:t>
    </dgm:pt>
    <dgm:pt modelId="{D5BD1A85-38C2-4A43-960F-E0679D35B7A3}">
      <dgm:prSet/>
      <dgm:spPr/>
      <dgm:t>
        <a:bodyPr/>
        <a:lstStyle/>
        <a:p>
          <a:pPr>
            <a:defRPr cap="all"/>
          </a:pPr>
          <a:r>
            <a:rPr lang="en-US"/>
            <a:t>Facilita una respuesta rápida ante incidencias</a:t>
          </a:r>
        </a:p>
      </dgm:t>
    </dgm:pt>
    <dgm:pt modelId="{E1B44293-DC62-44F4-BBD9-7B54164E7B32}" type="parTrans" cxnId="{BEA46EF1-B274-46DA-82FA-CDA6E12E16D3}">
      <dgm:prSet/>
      <dgm:spPr/>
      <dgm:t>
        <a:bodyPr/>
        <a:lstStyle/>
        <a:p>
          <a:endParaRPr lang="en-US"/>
        </a:p>
      </dgm:t>
    </dgm:pt>
    <dgm:pt modelId="{4FB3AC5F-EC8F-45C2-BC10-6504243D4041}" type="sibTrans" cxnId="{BEA46EF1-B274-46DA-82FA-CDA6E12E16D3}">
      <dgm:prSet/>
      <dgm:spPr/>
      <dgm:t>
        <a:bodyPr/>
        <a:lstStyle/>
        <a:p>
          <a:endParaRPr lang="en-US"/>
        </a:p>
      </dgm:t>
    </dgm:pt>
    <dgm:pt modelId="{27B0A13F-439B-428A-A9E4-24A9BC741D5D}" type="pres">
      <dgm:prSet presAssocID="{F77CE993-BD76-46D8-97C0-5765BB7DE9EF}" presName="root" presStyleCnt="0">
        <dgm:presLayoutVars>
          <dgm:dir/>
          <dgm:resizeHandles val="exact"/>
        </dgm:presLayoutVars>
      </dgm:prSet>
      <dgm:spPr/>
    </dgm:pt>
    <dgm:pt modelId="{90E09C2E-1D11-4633-B079-B2AFCA80C023}" type="pres">
      <dgm:prSet presAssocID="{8352062C-56F7-4E31-B609-A3EE6619238B}" presName="compNode" presStyleCnt="0"/>
      <dgm:spPr/>
    </dgm:pt>
    <dgm:pt modelId="{C34B0213-DAF2-4B1F-937D-350AEF235654}" type="pres">
      <dgm:prSet presAssocID="{8352062C-56F7-4E31-B609-A3EE6619238B}" presName="iconBgRect" presStyleLbl="bgShp" presStyleIdx="0" presStyleCnt="3"/>
      <dgm:spPr/>
    </dgm:pt>
    <dgm:pt modelId="{575DA8C4-1621-493C-9EED-3D87F4893BD7}" type="pres">
      <dgm:prSet presAssocID="{8352062C-56F7-4E31-B609-A3EE6619238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0F2B2086-52D7-48AC-BBDC-C7A9A09850E1}" type="pres">
      <dgm:prSet presAssocID="{8352062C-56F7-4E31-B609-A3EE6619238B}" presName="spaceRect" presStyleCnt="0"/>
      <dgm:spPr/>
    </dgm:pt>
    <dgm:pt modelId="{724878B7-0AD0-4F70-BDEF-517048D64446}" type="pres">
      <dgm:prSet presAssocID="{8352062C-56F7-4E31-B609-A3EE6619238B}" presName="textRect" presStyleLbl="revTx" presStyleIdx="0" presStyleCnt="3">
        <dgm:presLayoutVars>
          <dgm:chMax val="1"/>
          <dgm:chPref val="1"/>
        </dgm:presLayoutVars>
      </dgm:prSet>
      <dgm:spPr/>
    </dgm:pt>
    <dgm:pt modelId="{D41E0C28-5EF0-4642-8B45-2FBF2BC446C9}" type="pres">
      <dgm:prSet presAssocID="{CEBDEC23-6DAB-4432-86FA-E80375FDBEE2}" presName="sibTrans" presStyleCnt="0"/>
      <dgm:spPr/>
    </dgm:pt>
    <dgm:pt modelId="{149F6B75-8F5B-428F-9D55-AC2F3072EC9B}" type="pres">
      <dgm:prSet presAssocID="{E64BB490-D618-4A53-9928-652772101343}" presName="compNode" presStyleCnt="0"/>
      <dgm:spPr/>
    </dgm:pt>
    <dgm:pt modelId="{E6A1EA19-06C3-482A-9D5D-8FED9930EE45}" type="pres">
      <dgm:prSet presAssocID="{E64BB490-D618-4A53-9928-652772101343}" presName="iconBgRect" presStyleLbl="bgShp" presStyleIdx="1" presStyleCnt="3"/>
      <dgm:spPr/>
    </dgm:pt>
    <dgm:pt modelId="{3E80780C-C6A2-41A0-AF81-83D52BBB11FA}" type="pres">
      <dgm:prSet presAssocID="{E64BB490-D618-4A53-9928-65277210134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CDA8DFBA-55F4-4B9D-A81B-5F53A993E0F8}" type="pres">
      <dgm:prSet presAssocID="{E64BB490-D618-4A53-9928-652772101343}" presName="spaceRect" presStyleCnt="0"/>
      <dgm:spPr/>
    </dgm:pt>
    <dgm:pt modelId="{E182729C-EFCD-425B-BA76-DA2B4C8814C0}" type="pres">
      <dgm:prSet presAssocID="{E64BB490-D618-4A53-9928-652772101343}" presName="textRect" presStyleLbl="revTx" presStyleIdx="1" presStyleCnt="3">
        <dgm:presLayoutVars>
          <dgm:chMax val="1"/>
          <dgm:chPref val="1"/>
        </dgm:presLayoutVars>
      </dgm:prSet>
      <dgm:spPr/>
    </dgm:pt>
    <dgm:pt modelId="{63F84D73-7985-4BC2-BA5B-D9AD09E2857D}" type="pres">
      <dgm:prSet presAssocID="{BFE7C0AD-0A21-4CD9-AFF6-A7B82A59CDA9}" presName="sibTrans" presStyleCnt="0"/>
      <dgm:spPr/>
    </dgm:pt>
    <dgm:pt modelId="{4979DBB4-A3A0-45E3-9912-66DA20097DE8}" type="pres">
      <dgm:prSet presAssocID="{D5BD1A85-38C2-4A43-960F-E0679D35B7A3}" presName="compNode" presStyleCnt="0"/>
      <dgm:spPr/>
    </dgm:pt>
    <dgm:pt modelId="{3919C506-D947-4902-872C-CE87F78AF62C}" type="pres">
      <dgm:prSet presAssocID="{D5BD1A85-38C2-4A43-960F-E0679D35B7A3}" presName="iconBgRect" presStyleLbl="bgShp" presStyleIdx="2" presStyleCnt="3"/>
      <dgm:spPr/>
    </dgm:pt>
    <dgm:pt modelId="{0A8D8A33-CFBF-4171-9662-8ED33A9FBDE9}" type="pres">
      <dgm:prSet presAssocID="{D5BD1A85-38C2-4A43-960F-E0679D35B7A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eo"/>
        </a:ext>
      </dgm:extLst>
    </dgm:pt>
    <dgm:pt modelId="{CCAE53FB-1408-4A04-9D3F-3EBDAA194757}" type="pres">
      <dgm:prSet presAssocID="{D5BD1A85-38C2-4A43-960F-E0679D35B7A3}" presName="spaceRect" presStyleCnt="0"/>
      <dgm:spPr/>
    </dgm:pt>
    <dgm:pt modelId="{72249DD8-CBD8-4405-952A-CC590D221C1C}" type="pres">
      <dgm:prSet presAssocID="{D5BD1A85-38C2-4A43-960F-E0679D35B7A3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EEE571F-45E5-42BA-8AEA-96F301529DF5}" type="presOf" srcId="{E64BB490-D618-4A53-9928-652772101343}" destId="{E182729C-EFCD-425B-BA76-DA2B4C8814C0}" srcOrd="0" destOrd="0" presId="urn:microsoft.com/office/officeart/2018/5/layout/IconCircleLabelList"/>
    <dgm:cxn modelId="{62CB7324-D81D-4144-8AD6-3B3DC58BD05D}" srcId="{F77CE993-BD76-46D8-97C0-5765BB7DE9EF}" destId="{8352062C-56F7-4E31-B609-A3EE6619238B}" srcOrd="0" destOrd="0" parTransId="{013FC7A4-F348-424F-A52F-873319B29034}" sibTransId="{CEBDEC23-6DAB-4432-86FA-E80375FDBEE2}"/>
    <dgm:cxn modelId="{11C10254-2ADC-48D1-9CAC-23E6A37FC6BA}" type="presOf" srcId="{8352062C-56F7-4E31-B609-A3EE6619238B}" destId="{724878B7-0AD0-4F70-BDEF-517048D64446}" srcOrd="0" destOrd="0" presId="urn:microsoft.com/office/officeart/2018/5/layout/IconCircleLabelList"/>
    <dgm:cxn modelId="{C77F9077-1BEB-4F5B-B1F6-1BAAAF7D29C4}" type="presOf" srcId="{F77CE993-BD76-46D8-97C0-5765BB7DE9EF}" destId="{27B0A13F-439B-428A-A9E4-24A9BC741D5D}" srcOrd="0" destOrd="0" presId="urn:microsoft.com/office/officeart/2018/5/layout/IconCircleLabelList"/>
    <dgm:cxn modelId="{F1899388-19A4-413D-ABA8-A7AE1F886988}" type="presOf" srcId="{D5BD1A85-38C2-4A43-960F-E0679D35B7A3}" destId="{72249DD8-CBD8-4405-952A-CC590D221C1C}" srcOrd="0" destOrd="0" presId="urn:microsoft.com/office/officeart/2018/5/layout/IconCircleLabelList"/>
    <dgm:cxn modelId="{33FED6BA-F961-4EB5-A11D-9BF84869BB09}" srcId="{F77CE993-BD76-46D8-97C0-5765BB7DE9EF}" destId="{E64BB490-D618-4A53-9928-652772101343}" srcOrd="1" destOrd="0" parTransId="{AC7AFA5B-F4D8-41BF-862F-B806B0D683CD}" sibTransId="{BFE7C0AD-0A21-4CD9-AFF6-A7B82A59CDA9}"/>
    <dgm:cxn modelId="{BEA46EF1-B274-46DA-82FA-CDA6E12E16D3}" srcId="{F77CE993-BD76-46D8-97C0-5765BB7DE9EF}" destId="{D5BD1A85-38C2-4A43-960F-E0679D35B7A3}" srcOrd="2" destOrd="0" parTransId="{E1B44293-DC62-44F4-BBD9-7B54164E7B32}" sibTransId="{4FB3AC5F-EC8F-45C2-BC10-6504243D4041}"/>
    <dgm:cxn modelId="{520294A1-4A71-4AA2-AA2E-0088CFE5CB30}" type="presParOf" srcId="{27B0A13F-439B-428A-A9E4-24A9BC741D5D}" destId="{90E09C2E-1D11-4633-B079-B2AFCA80C023}" srcOrd="0" destOrd="0" presId="urn:microsoft.com/office/officeart/2018/5/layout/IconCircleLabelList"/>
    <dgm:cxn modelId="{0B0D6DD5-3D0E-4BED-884F-E5F9817A9380}" type="presParOf" srcId="{90E09C2E-1D11-4633-B079-B2AFCA80C023}" destId="{C34B0213-DAF2-4B1F-937D-350AEF235654}" srcOrd="0" destOrd="0" presId="urn:microsoft.com/office/officeart/2018/5/layout/IconCircleLabelList"/>
    <dgm:cxn modelId="{66412907-A0DF-40D4-A61D-DDB018935C6E}" type="presParOf" srcId="{90E09C2E-1D11-4633-B079-B2AFCA80C023}" destId="{575DA8C4-1621-493C-9EED-3D87F4893BD7}" srcOrd="1" destOrd="0" presId="urn:microsoft.com/office/officeart/2018/5/layout/IconCircleLabelList"/>
    <dgm:cxn modelId="{C59FE3BC-BC62-468E-AEA3-16C57F65351E}" type="presParOf" srcId="{90E09C2E-1D11-4633-B079-B2AFCA80C023}" destId="{0F2B2086-52D7-48AC-BBDC-C7A9A09850E1}" srcOrd="2" destOrd="0" presId="urn:microsoft.com/office/officeart/2018/5/layout/IconCircleLabelList"/>
    <dgm:cxn modelId="{C2BB1E8C-614D-456E-8028-A4D7CE298B39}" type="presParOf" srcId="{90E09C2E-1D11-4633-B079-B2AFCA80C023}" destId="{724878B7-0AD0-4F70-BDEF-517048D64446}" srcOrd="3" destOrd="0" presId="urn:microsoft.com/office/officeart/2018/5/layout/IconCircleLabelList"/>
    <dgm:cxn modelId="{C2AD5BB1-64A2-4B4D-B5C5-92B5BF3ADC7D}" type="presParOf" srcId="{27B0A13F-439B-428A-A9E4-24A9BC741D5D}" destId="{D41E0C28-5EF0-4642-8B45-2FBF2BC446C9}" srcOrd="1" destOrd="0" presId="urn:microsoft.com/office/officeart/2018/5/layout/IconCircleLabelList"/>
    <dgm:cxn modelId="{38274A61-33BD-4BA7-A2DB-79F6700F2148}" type="presParOf" srcId="{27B0A13F-439B-428A-A9E4-24A9BC741D5D}" destId="{149F6B75-8F5B-428F-9D55-AC2F3072EC9B}" srcOrd="2" destOrd="0" presId="urn:microsoft.com/office/officeart/2018/5/layout/IconCircleLabelList"/>
    <dgm:cxn modelId="{DDC46816-19C1-4F28-BF68-D9EDCCB87288}" type="presParOf" srcId="{149F6B75-8F5B-428F-9D55-AC2F3072EC9B}" destId="{E6A1EA19-06C3-482A-9D5D-8FED9930EE45}" srcOrd="0" destOrd="0" presId="urn:microsoft.com/office/officeart/2018/5/layout/IconCircleLabelList"/>
    <dgm:cxn modelId="{166D888E-4257-4DC4-AD7C-3E90102E3132}" type="presParOf" srcId="{149F6B75-8F5B-428F-9D55-AC2F3072EC9B}" destId="{3E80780C-C6A2-41A0-AF81-83D52BBB11FA}" srcOrd="1" destOrd="0" presId="urn:microsoft.com/office/officeart/2018/5/layout/IconCircleLabelList"/>
    <dgm:cxn modelId="{2D651D84-B47B-47C3-9B40-671AC61A643A}" type="presParOf" srcId="{149F6B75-8F5B-428F-9D55-AC2F3072EC9B}" destId="{CDA8DFBA-55F4-4B9D-A81B-5F53A993E0F8}" srcOrd="2" destOrd="0" presId="urn:microsoft.com/office/officeart/2018/5/layout/IconCircleLabelList"/>
    <dgm:cxn modelId="{AFDAAC7F-B57A-47BF-82C1-75AFA8E90EE2}" type="presParOf" srcId="{149F6B75-8F5B-428F-9D55-AC2F3072EC9B}" destId="{E182729C-EFCD-425B-BA76-DA2B4C8814C0}" srcOrd="3" destOrd="0" presId="urn:microsoft.com/office/officeart/2018/5/layout/IconCircleLabelList"/>
    <dgm:cxn modelId="{A9685C89-2B4F-4C3C-8996-84D14CEE6DD4}" type="presParOf" srcId="{27B0A13F-439B-428A-A9E4-24A9BC741D5D}" destId="{63F84D73-7985-4BC2-BA5B-D9AD09E2857D}" srcOrd="3" destOrd="0" presId="urn:microsoft.com/office/officeart/2018/5/layout/IconCircleLabelList"/>
    <dgm:cxn modelId="{8E44FBF1-2A04-4BA9-AFD5-47A22C597523}" type="presParOf" srcId="{27B0A13F-439B-428A-A9E4-24A9BC741D5D}" destId="{4979DBB4-A3A0-45E3-9912-66DA20097DE8}" srcOrd="4" destOrd="0" presId="urn:microsoft.com/office/officeart/2018/5/layout/IconCircleLabelList"/>
    <dgm:cxn modelId="{56E507C9-DBD6-4E39-B42C-ED3CF09BB9E0}" type="presParOf" srcId="{4979DBB4-A3A0-45E3-9912-66DA20097DE8}" destId="{3919C506-D947-4902-872C-CE87F78AF62C}" srcOrd="0" destOrd="0" presId="urn:microsoft.com/office/officeart/2018/5/layout/IconCircleLabelList"/>
    <dgm:cxn modelId="{36A45297-F242-4389-9D4E-66D26002655F}" type="presParOf" srcId="{4979DBB4-A3A0-45E3-9912-66DA20097DE8}" destId="{0A8D8A33-CFBF-4171-9662-8ED33A9FBDE9}" srcOrd="1" destOrd="0" presId="urn:microsoft.com/office/officeart/2018/5/layout/IconCircleLabelList"/>
    <dgm:cxn modelId="{7C004EB0-2216-4F53-93BB-D63EABFE2743}" type="presParOf" srcId="{4979DBB4-A3A0-45E3-9912-66DA20097DE8}" destId="{CCAE53FB-1408-4A04-9D3F-3EBDAA194757}" srcOrd="2" destOrd="0" presId="urn:microsoft.com/office/officeart/2018/5/layout/IconCircleLabelList"/>
    <dgm:cxn modelId="{D00B3A98-2B74-4FAB-BDE0-B6D23CD525CF}" type="presParOf" srcId="{4979DBB4-A3A0-45E3-9912-66DA20097DE8}" destId="{72249DD8-CBD8-4405-952A-CC590D221C1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882F053-E6A5-454C-8436-325F50820364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9621FFC-C12F-480E-A66B-8F13226EDC73}">
      <dgm:prSet/>
      <dgm:spPr/>
      <dgm:t>
        <a:bodyPr/>
        <a:lstStyle/>
        <a:p>
          <a:r>
            <a:rPr lang="en-US"/>
            <a:t>Elementos que permiten la transmisión de datos</a:t>
          </a:r>
        </a:p>
      </dgm:t>
    </dgm:pt>
    <dgm:pt modelId="{861B5999-5E36-481D-B59C-5001D487F7B8}" type="parTrans" cxnId="{119974C2-7DD1-401C-8E50-09F27E50F84D}">
      <dgm:prSet/>
      <dgm:spPr/>
      <dgm:t>
        <a:bodyPr/>
        <a:lstStyle/>
        <a:p>
          <a:endParaRPr lang="en-US"/>
        </a:p>
      </dgm:t>
    </dgm:pt>
    <dgm:pt modelId="{7C3F58C9-CF9C-43BF-BE58-B5D343358731}" type="sibTrans" cxnId="{119974C2-7DD1-401C-8E50-09F27E50F84D}">
      <dgm:prSet/>
      <dgm:spPr/>
      <dgm:t>
        <a:bodyPr/>
        <a:lstStyle/>
        <a:p>
          <a:endParaRPr lang="en-US"/>
        </a:p>
      </dgm:t>
    </dgm:pt>
    <dgm:pt modelId="{2DFE2F7F-ED6A-4BC7-B4A3-C5A021F0220C}">
      <dgm:prSet/>
      <dgm:spPr/>
      <dgm:t>
        <a:bodyPr/>
        <a:lstStyle/>
        <a:p>
          <a:r>
            <a:rPr lang="en-US"/>
            <a:t>Interconectan sistemas y servicios</a:t>
          </a:r>
        </a:p>
      </dgm:t>
    </dgm:pt>
    <dgm:pt modelId="{A8742AE2-E68A-47E9-8786-A2E47C4D1DBA}" type="parTrans" cxnId="{4B298A13-B2C7-4B9A-B2E1-41CF396A431B}">
      <dgm:prSet/>
      <dgm:spPr/>
      <dgm:t>
        <a:bodyPr/>
        <a:lstStyle/>
        <a:p>
          <a:endParaRPr lang="en-US"/>
        </a:p>
      </dgm:t>
    </dgm:pt>
    <dgm:pt modelId="{D2980F85-EB51-46C5-9B67-333C348F5D96}" type="sibTrans" cxnId="{4B298A13-B2C7-4B9A-B2E1-41CF396A431B}">
      <dgm:prSet/>
      <dgm:spPr/>
      <dgm:t>
        <a:bodyPr/>
        <a:lstStyle/>
        <a:p>
          <a:endParaRPr lang="en-US"/>
        </a:p>
      </dgm:t>
    </dgm:pt>
    <dgm:pt modelId="{41E29C78-1EFF-48D4-B697-1B99953B6D78}">
      <dgm:prSet/>
      <dgm:spPr/>
      <dgm:t>
        <a:bodyPr/>
        <a:lstStyle/>
        <a:p>
          <a:r>
            <a:rPr lang="en-US"/>
            <a:t>Críticos para el funcionamiento de la red</a:t>
          </a:r>
        </a:p>
      </dgm:t>
    </dgm:pt>
    <dgm:pt modelId="{61351EA6-49DE-455C-81D1-858EE4CAD3B5}" type="parTrans" cxnId="{0B59DF99-7B8F-4F11-B28E-9C4A5F6D253B}">
      <dgm:prSet/>
      <dgm:spPr/>
      <dgm:t>
        <a:bodyPr/>
        <a:lstStyle/>
        <a:p>
          <a:endParaRPr lang="en-US"/>
        </a:p>
      </dgm:t>
    </dgm:pt>
    <dgm:pt modelId="{5AE28019-C4A7-4900-90EF-E17256C234B5}" type="sibTrans" cxnId="{0B59DF99-7B8F-4F11-B28E-9C4A5F6D253B}">
      <dgm:prSet/>
      <dgm:spPr/>
      <dgm:t>
        <a:bodyPr/>
        <a:lstStyle/>
        <a:p>
          <a:endParaRPr lang="en-US"/>
        </a:p>
      </dgm:t>
    </dgm:pt>
    <dgm:pt modelId="{D14F1FB1-225A-48F1-8B6E-5F0C39E12EE8}" type="pres">
      <dgm:prSet presAssocID="{A882F053-E6A5-454C-8436-325F5082036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0666B89-52E6-4682-A84E-56E7748DD2FF}" type="pres">
      <dgm:prSet presAssocID="{A9621FFC-C12F-480E-A66B-8F13226EDC73}" presName="hierRoot1" presStyleCnt="0"/>
      <dgm:spPr/>
    </dgm:pt>
    <dgm:pt modelId="{9D52964D-01DC-4867-AEF3-5BCB05753C24}" type="pres">
      <dgm:prSet presAssocID="{A9621FFC-C12F-480E-A66B-8F13226EDC73}" presName="composite" presStyleCnt="0"/>
      <dgm:spPr/>
    </dgm:pt>
    <dgm:pt modelId="{E1A96F37-AFDC-4B60-9B5A-DBDB117E9A41}" type="pres">
      <dgm:prSet presAssocID="{A9621FFC-C12F-480E-A66B-8F13226EDC73}" presName="background" presStyleLbl="node0" presStyleIdx="0" presStyleCnt="3"/>
      <dgm:spPr/>
    </dgm:pt>
    <dgm:pt modelId="{D63BA22E-0006-459A-82A3-EEF4CA2DDC1A}" type="pres">
      <dgm:prSet presAssocID="{A9621FFC-C12F-480E-A66B-8F13226EDC73}" presName="text" presStyleLbl="fgAcc0" presStyleIdx="0" presStyleCnt="3">
        <dgm:presLayoutVars>
          <dgm:chPref val="3"/>
        </dgm:presLayoutVars>
      </dgm:prSet>
      <dgm:spPr/>
    </dgm:pt>
    <dgm:pt modelId="{2A25F981-87B1-44F5-B99B-5E6EBA7D1810}" type="pres">
      <dgm:prSet presAssocID="{A9621FFC-C12F-480E-A66B-8F13226EDC73}" presName="hierChild2" presStyleCnt="0"/>
      <dgm:spPr/>
    </dgm:pt>
    <dgm:pt modelId="{6AD4CC55-E732-4CD5-B16D-3D759AE8F7C2}" type="pres">
      <dgm:prSet presAssocID="{2DFE2F7F-ED6A-4BC7-B4A3-C5A021F0220C}" presName="hierRoot1" presStyleCnt="0"/>
      <dgm:spPr/>
    </dgm:pt>
    <dgm:pt modelId="{FED8B5C1-57DB-4317-84DA-F0BD8F82BE2C}" type="pres">
      <dgm:prSet presAssocID="{2DFE2F7F-ED6A-4BC7-B4A3-C5A021F0220C}" presName="composite" presStyleCnt="0"/>
      <dgm:spPr/>
    </dgm:pt>
    <dgm:pt modelId="{1D6DEB74-9DF1-4263-9B3D-4C15652BA7C3}" type="pres">
      <dgm:prSet presAssocID="{2DFE2F7F-ED6A-4BC7-B4A3-C5A021F0220C}" presName="background" presStyleLbl="node0" presStyleIdx="1" presStyleCnt="3"/>
      <dgm:spPr/>
    </dgm:pt>
    <dgm:pt modelId="{8E5E877A-940B-45CC-8786-FE19FC5E3DAD}" type="pres">
      <dgm:prSet presAssocID="{2DFE2F7F-ED6A-4BC7-B4A3-C5A021F0220C}" presName="text" presStyleLbl="fgAcc0" presStyleIdx="1" presStyleCnt="3">
        <dgm:presLayoutVars>
          <dgm:chPref val="3"/>
        </dgm:presLayoutVars>
      </dgm:prSet>
      <dgm:spPr/>
    </dgm:pt>
    <dgm:pt modelId="{3A2F00F6-4EC9-4A9E-B024-8C327D6C2888}" type="pres">
      <dgm:prSet presAssocID="{2DFE2F7F-ED6A-4BC7-B4A3-C5A021F0220C}" presName="hierChild2" presStyleCnt="0"/>
      <dgm:spPr/>
    </dgm:pt>
    <dgm:pt modelId="{D92507D9-D483-4AD2-94AC-7FEDB18C3DF3}" type="pres">
      <dgm:prSet presAssocID="{41E29C78-1EFF-48D4-B697-1B99953B6D78}" presName="hierRoot1" presStyleCnt="0"/>
      <dgm:spPr/>
    </dgm:pt>
    <dgm:pt modelId="{74127B9F-4F60-4C8B-8FA8-81D25B60C4E4}" type="pres">
      <dgm:prSet presAssocID="{41E29C78-1EFF-48D4-B697-1B99953B6D78}" presName="composite" presStyleCnt="0"/>
      <dgm:spPr/>
    </dgm:pt>
    <dgm:pt modelId="{01161CFE-503A-437A-AFFA-AEE7C9CD28F4}" type="pres">
      <dgm:prSet presAssocID="{41E29C78-1EFF-48D4-B697-1B99953B6D78}" presName="background" presStyleLbl="node0" presStyleIdx="2" presStyleCnt="3"/>
      <dgm:spPr/>
    </dgm:pt>
    <dgm:pt modelId="{DB7A0E01-CE15-4ED3-A0B2-8617FAA2FA6F}" type="pres">
      <dgm:prSet presAssocID="{41E29C78-1EFF-48D4-B697-1B99953B6D78}" presName="text" presStyleLbl="fgAcc0" presStyleIdx="2" presStyleCnt="3">
        <dgm:presLayoutVars>
          <dgm:chPref val="3"/>
        </dgm:presLayoutVars>
      </dgm:prSet>
      <dgm:spPr/>
    </dgm:pt>
    <dgm:pt modelId="{67202817-30EE-49E2-81A8-44F1A22960A3}" type="pres">
      <dgm:prSet presAssocID="{41E29C78-1EFF-48D4-B697-1B99953B6D78}" presName="hierChild2" presStyleCnt="0"/>
      <dgm:spPr/>
    </dgm:pt>
  </dgm:ptLst>
  <dgm:cxnLst>
    <dgm:cxn modelId="{4B298A13-B2C7-4B9A-B2E1-41CF396A431B}" srcId="{A882F053-E6A5-454C-8436-325F50820364}" destId="{2DFE2F7F-ED6A-4BC7-B4A3-C5A021F0220C}" srcOrd="1" destOrd="0" parTransId="{A8742AE2-E68A-47E9-8786-A2E47C4D1DBA}" sibTransId="{D2980F85-EB51-46C5-9B67-333C348F5D96}"/>
    <dgm:cxn modelId="{EAA80243-168B-4FF5-8034-58FFA712F747}" type="presOf" srcId="{2DFE2F7F-ED6A-4BC7-B4A3-C5A021F0220C}" destId="{8E5E877A-940B-45CC-8786-FE19FC5E3DAD}" srcOrd="0" destOrd="0" presId="urn:microsoft.com/office/officeart/2005/8/layout/hierarchy1"/>
    <dgm:cxn modelId="{451F1A46-079C-4581-B167-D73271456531}" type="presOf" srcId="{41E29C78-1EFF-48D4-B697-1B99953B6D78}" destId="{DB7A0E01-CE15-4ED3-A0B2-8617FAA2FA6F}" srcOrd="0" destOrd="0" presId="urn:microsoft.com/office/officeart/2005/8/layout/hierarchy1"/>
    <dgm:cxn modelId="{0B59DF99-7B8F-4F11-B28E-9C4A5F6D253B}" srcId="{A882F053-E6A5-454C-8436-325F50820364}" destId="{41E29C78-1EFF-48D4-B697-1B99953B6D78}" srcOrd="2" destOrd="0" parTransId="{61351EA6-49DE-455C-81D1-858EE4CAD3B5}" sibTransId="{5AE28019-C4A7-4900-90EF-E17256C234B5}"/>
    <dgm:cxn modelId="{DF191DAE-2F7B-4D9F-AFA2-3D0483D33A97}" type="presOf" srcId="{A9621FFC-C12F-480E-A66B-8F13226EDC73}" destId="{D63BA22E-0006-459A-82A3-EEF4CA2DDC1A}" srcOrd="0" destOrd="0" presId="urn:microsoft.com/office/officeart/2005/8/layout/hierarchy1"/>
    <dgm:cxn modelId="{119974C2-7DD1-401C-8E50-09F27E50F84D}" srcId="{A882F053-E6A5-454C-8436-325F50820364}" destId="{A9621FFC-C12F-480E-A66B-8F13226EDC73}" srcOrd="0" destOrd="0" parTransId="{861B5999-5E36-481D-B59C-5001D487F7B8}" sibTransId="{7C3F58C9-CF9C-43BF-BE58-B5D343358731}"/>
    <dgm:cxn modelId="{BA4DDAD6-DCE3-4435-8092-78CE6D27E42B}" type="presOf" srcId="{A882F053-E6A5-454C-8436-325F50820364}" destId="{D14F1FB1-225A-48F1-8B6E-5F0C39E12EE8}" srcOrd="0" destOrd="0" presId="urn:microsoft.com/office/officeart/2005/8/layout/hierarchy1"/>
    <dgm:cxn modelId="{9527DF95-A47B-4AE6-BC22-E13EBBEAF7EE}" type="presParOf" srcId="{D14F1FB1-225A-48F1-8B6E-5F0C39E12EE8}" destId="{D0666B89-52E6-4682-A84E-56E7748DD2FF}" srcOrd="0" destOrd="0" presId="urn:microsoft.com/office/officeart/2005/8/layout/hierarchy1"/>
    <dgm:cxn modelId="{16287268-BE34-422C-B0FF-6CA3B85D86ED}" type="presParOf" srcId="{D0666B89-52E6-4682-A84E-56E7748DD2FF}" destId="{9D52964D-01DC-4867-AEF3-5BCB05753C24}" srcOrd="0" destOrd="0" presId="urn:microsoft.com/office/officeart/2005/8/layout/hierarchy1"/>
    <dgm:cxn modelId="{2D48A7DB-DA19-42C6-8140-4A165261421B}" type="presParOf" srcId="{9D52964D-01DC-4867-AEF3-5BCB05753C24}" destId="{E1A96F37-AFDC-4B60-9B5A-DBDB117E9A41}" srcOrd="0" destOrd="0" presId="urn:microsoft.com/office/officeart/2005/8/layout/hierarchy1"/>
    <dgm:cxn modelId="{7743969F-29E9-4B7C-B5DE-3A5F823B2E24}" type="presParOf" srcId="{9D52964D-01DC-4867-AEF3-5BCB05753C24}" destId="{D63BA22E-0006-459A-82A3-EEF4CA2DDC1A}" srcOrd="1" destOrd="0" presId="urn:microsoft.com/office/officeart/2005/8/layout/hierarchy1"/>
    <dgm:cxn modelId="{E20F0A22-36D0-4DE8-8026-243F993B7BED}" type="presParOf" srcId="{D0666B89-52E6-4682-A84E-56E7748DD2FF}" destId="{2A25F981-87B1-44F5-B99B-5E6EBA7D1810}" srcOrd="1" destOrd="0" presId="urn:microsoft.com/office/officeart/2005/8/layout/hierarchy1"/>
    <dgm:cxn modelId="{8320ABAF-8288-40C2-B39D-D62E229C2C99}" type="presParOf" srcId="{D14F1FB1-225A-48F1-8B6E-5F0C39E12EE8}" destId="{6AD4CC55-E732-4CD5-B16D-3D759AE8F7C2}" srcOrd="1" destOrd="0" presId="urn:microsoft.com/office/officeart/2005/8/layout/hierarchy1"/>
    <dgm:cxn modelId="{FF6DA5F8-C3C7-409A-99AB-3EBFCD116821}" type="presParOf" srcId="{6AD4CC55-E732-4CD5-B16D-3D759AE8F7C2}" destId="{FED8B5C1-57DB-4317-84DA-F0BD8F82BE2C}" srcOrd="0" destOrd="0" presId="urn:microsoft.com/office/officeart/2005/8/layout/hierarchy1"/>
    <dgm:cxn modelId="{E7C391E5-1ADE-447D-80CB-0248D30096D1}" type="presParOf" srcId="{FED8B5C1-57DB-4317-84DA-F0BD8F82BE2C}" destId="{1D6DEB74-9DF1-4263-9B3D-4C15652BA7C3}" srcOrd="0" destOrd="0" presId="urn:microsoft.com/office/officeart/2005/8/layout/hierarchy1"/>
    <dgm:cxn modelId="{21FBD93E-6582-4736-A501-80E6B9927F92}" type="presParOf" srcId="{FED8B5C1-57DB-4317-84DA-F0BD8F82BE2C}" destId="{8E5E877A-940B-45CC-8786-FE19FC5E3DAD}" srcOrd="1" destOrd="0" presId="urn:microsoft.com/office/officeart/2005/8/layout/hierarchy1"/>
    <dgm:cxn modelId="{DF60C20B-0664-4CBF-9491-AF57277D38E6}" type="presParOf" srcId="{6AD4CC55-E732-4CD5-B16D-3D759AE8F7C2}" destId="{3A2F00F6-4EC9-4A9E-B024-8C327D6C2888}" srcOrd="1" destOrd="0" presId="urn:microsoft.com/office/officeart/2005/8/layout/hierarchy1"/>
    <dgm:cxn modelId="{167BC50C-D6AC-403E-BEAB-A3268435C273}" type="presParOf" srcId="{D14F1FB1-225A-48F1-8B6E-5F0C39E12EE8}" destId="{D92507D9-D483-4AD2-94AC-7FEDB18C3DF3}" srcOrd="2" destOrd="0" presId="urn:microsoft.com/office/officeart/2005/8/layout/hierarchy1"/>
    <dgm:cxn modelId="{20314C83-C6E1-4400-B61A-3A3C78DD3460}" type="presParOf" srcId="{D92507D9-D483-4AD2-94AC-7FEDB18C3DF3}" destId="{74127B9F-4F60-4C8B-8FA8-81D25B60C4E4}" srcOrd="0" destOrd="0" presId="urn:microsoft.com/office/officeart/2005/8/layout/hierarchy1"/>
    <dgm:cxn modelId="{3F583EA9-0132-4F06-BA39-5C35F9EE6CAD}" type="presParOf" srcId="{74127B9F-4F60-4C8B-8FA8-81D25B60C4E4}" destId="{01161CFE-503A-437A-AFFA-AEE7C9CD28F4}" srcOrd="0" destOrd="0" presId="urn:microsoft.com/office/officeart/2005/8/layout/hierarchy1"/>
    <dgm:cxn modelId="{569939AE-82C1-4B52-A02C-702635D75A02}" type="presParOf" srcId="{74127B9F-4F60-4C8B-8FA8-81D25B60C4E4}" destId="{DB7A0E01-CE15-4ED3-A0B2-8617FAA2FA6F}" srcOrd="1" destOrd="0" presId="urn:microsoft.com/office/officeart/2005/8/layout/hierarchy1"/>
    <dgm:cxn modelId="{5DC8AD34-AACD-4446-A11A-A6C54568D11D}" type="presParOf" srcId="{D92507D9-D483-4AD2-94AC-7FEDB18C3DF3}" destId="{67202817-30EE-49E2-81A8-44F1A22960A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63257F6-2A12-4F08-A37A-BBAFCA485F9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1410A1C-CB59-4C2D-ACD1-0CE825A98B59}">
      <dgm:prSet/>
      <dgm:spPr/>
      <dgm:t>
        <a:bodyPr/>
        <a:lstStyle/>
        <a:p>
          <a:r>
            <a:rPr lang="en-US"/>
            <a:t>Routers</a:t>
          </a:r>
        </a:p>
      </dgm:t>
    </dgm:pt>
    <dgm:pt modelId="{6D8EFF6C-A1ED-4F80-ACB0-50E196DD423B}" type="parTrans" cxnId="{463B675D-7B48-4DB9-A814-CDD8E9C8671D}">
      <dgm:prSet/>
      <dgm:spPr/>
      <dgm:t>
        <a:bodyPr/>
        <a:lstStyle/>
        <a:p>
          <a:endParaRPr lang="en-US"/>
        </a:p>
      </dgm:t>
    </dgm:pt>
    <dgm:pt modelId="{90A842F4-CFE5-468E-BB48-86F4DFB69A45}" type="sibTrans" cxnId="{463B675D-7B48-4DB9-A814-CDD8E9C8671D}">
      <dgm:prSet/>
      <dgm:spPr/>
      <dgm:t>
        <a:bodyPr/>
        <a:lstStyle/>
        <a:p>
          <a:endParaRPr lang="en-US"/>
        </a:p>
      </dgm:t>
    </dgm:pt>
    <dgm:pt modelId="{D69E8714-655D-4B12-96E8-5545AB63505B}">
      <dgm:prSet/>
      <dgm:spPr/>
      <dgm:t>
        <a:bodyPr/>
        <a:lstStyle/>
        <a:p>
          <a:r>
            <a:rPr lang="en-US"/>
            <a:t>Switches</a:t>
          </a:r>
        </a:p>
      </dgm:t>
    </dgm:pt>
    <dgm:pt modelId="{5A6B689B-4A14-43DA-8A50-B782B3A72A36}" type="parTrans" cxnId="{4083A556-597F-4C55-858D-863D3DB013EF}">
      <dgm:prSet/>
      <dgm:spPr/>
      <dgm:t>
        <a:bodyPr/>
        <a:lstStyle/>
        <a:p>
          <a:endParaRPr lang="en-US"/>
        </a:p>
      </dgm:t>
    </dgm:pt>
    <dgm:pt modelId="{FE142DC4-6749-43F2-BBB1-E514ED0809E9}" type="sibTrans" cxnId="{4083A556-597F-4C55-858D-863D3DB013EF}">
      <dgm:prSet/>
      <dgm:spPr/>
      <dgm:t>
        <a:bodyPr/>
        <a:lstStyle/>
        <a:p>
          <a:endParaRPr lang="en-US"/>
        </a:p>
      </dgm:t>
    </dgm:pt>
    <dgm:pt modelId="{21CD81B2-A638-470E-BA42-0E452F370FAE}">
      <dgm:prSet/>
      <dgm:spPr/>
      <dgm:t>
        <a:bodyPr/>
        <a:lstStyle/>
        <a:p>
          <a:r>
            <a:rPr lang="en-US"/>
            <a:t>Firewalls</a:t>
          </a:r>
        </a:p>
      </dgm:t>
    </dgm:pt>
    <dgm:pt modelId="{24ADF953-A85F-4BCC-8BFB-BE6E3A555F07}" type="parTrans" cxnId="{46326153-21A3-42EE-83FF-73DE14A9BC40}">
      <dgm:prSet/>
      <dgm:spPr/>
      <dgm:t>
        <a:bodyPr/>
        <a:lstStyle/>
        <a:p>
          <a:endParaRPr lang="en-US"/>
        </a:p>
      </dgm:t>
    </dgm:pt>
    <dgm:pt modelId="{B383C8A5-5FF4-49B0-BED7-8408D75225C9}" type="sibTrans" cxnId="{46326153-21A3-42EE-83FF-73DE14A9BC40}">
      <dgm:prSet/>
      <dgm:spPr/>
      <dgm:t>
        <a:bodyPr/>
        <a:lstStyle/>
        <a:p>
          <a:endParaRPr lang="en-US"/>
        </a:p>
      </dgm:t>
    </dgm:pt>
    <dgm:pt modelId="{206E386E-277D-42BF-8D93-9EBC9AB85124}">
      <dgm:prSet/>
      <dgm:spPr/>
      <dgm:t>
        <a:bodyPr/>
        <a:lstStyle/>
        <a:p>
          <a:r>
            <a:rPr lang="en-US"/>
            <a:t>Puntos de acceso</a:t>
          </a:r>
        </a:p>
      </dgm:t>
    </dgm:pt>
    <dgm:pt modelId="{26C2AF1B-834B-4213-B96F-1120F65D6037}" type="parTrans" cxnId="{BB4B5E56-F14E-4175-B806-858E87C46B3E}">
      <dgm:prSet/>
      <dgm:spPr/>
      <dgm:t>
        <a:bodyPr/>
        <a:lstStyle/>
        <a:p>
          <a:endParaRPr lang="en-US"/>
        </a:p>
      </dgm:t>
    </dgm:pt>
    <dgm:pt modelId="{500D8D83-93ED-4552-A4C6-7F35686A3653}" type="sibTrans" cxnId="{BB4B5E56-F14E-4175-B806-858E87C46B3E}">
      <dgm:prSet/>
      <dgm:spPr/>
      <dgm:t>
        <a:bodyPr/>
        <a:lstStyle/>
        <a:p>
          <a:endParaRPr lang="en-US"/>
        </a:p>
      </dgm:t>
    </dgm:pt>
    <dgm:pt modelId="{D4CE589C-335A-4DCD-99E2-BCB398B5A100}">
      <dgm:prSet/>
      <dgm:spPr/>
      <dgm:t>
        <a:bodyPr/>
        <a:lstStyle/>
        <a:p>
          <a:r>
            <a:rPr lang="en-US"/>
            <a:t>Servidores de comunicaciones</a:t>
          </a:r>
        </a:p>
      </dgm:t>
    </dgm:pt>
    <dgm:pt modelId="{297A99C2-63CA-488B-838C-4BB50BE2B4BF}" type="parTrans" cxnId="{83588221-F739-427B-8602-063E5C1F4CC6}">
      <dgm:prSet/>
      <dgm:spPr/>
      <dgm:t>
        <a:bodyPr/>
        <a:lstStyle/>
        <a:p>
          <a:endParaRPr lang="en-US"/>
        </a:p>
      </dgm:t>
    </dgm:pt>
    <dgm:pt modelId="{60FCCA77-04F3-48B1-ACB3-7B1DD76FAC32}" type="sibTrans" cxnId="{83588221-F739-427B-8602-063E5C1F4CC6}">
      <dgm:prSet/>
      <dgm:spPr/>
      <dgm:t>
        <a:bodyPr/>
        <a:lstStyle/>
        <a:p>
          <a:endParaRPr lang="en-US"/>
        </a:p>
      </dgm:t>
    </dgm:pt>
    <dgm:pt modelId="{76005EC2-B92B-4C24-85CF-CBCA4AD38FB4}" type="pres">
      <dgm:prSet presAssocID="{963257F6-2A12-4F08-A37A-BBAFCA485F98}" presName="root" presStyleCnt="0">
        <dgm:presLayoutVars>
          <dgm:dir/>
          <dgm:resizeHandles val="exact"/>
        </dgm:presLayoutVars>
      </dgm:prSet>
      <dgm:spPr/>
    </dgm:pt>
    <dgm:pt modelId="{E6E6DB4E-187D-43F7-9206-57AC849CEFD9}" type="pres">
      <dgm:prSet presAssocID="{D1410A1C-CB59-4C2D-ACD1-0CE825A98B59}" presName="compNode" presStyleCnt="0"/>
      <dgm:spPr/>
    </dgm:pt>
    <dgm:pt modelId="{5F711A5E-A8C3-403B-A1B5-DA0DDFE81E02}" type="pres">
      <dgm:prSet presAssocID="{D1410A1C-CB59-4C2D-ACD1-0CE825A98B59}" presName="bgRect" presStyleLbl="bgShp" presStyleIdx="0" presStyleCnt="5"/>
      <dgm:spPr/>
    </dgm:pt>
    <dgm:pt modelId="{DF52C5EC-43E0-42CF-9C77-3B4955C2D488}" type="pres">
      <dgm:prSet presAssocID="{D1410A1C-CB59-4C2D-ACD1-0CE825A98B59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16D99303-37E4-4871-A62A-033475824DBA}" type="pres">
      <dgm:prSet presAssocID="{D1410A1C-CB59-4C2D-ACD1-0CE825A98B59}" presName="spaceRect" presStyleCnt="0"/>
      <dgm:spPr/>
    </dgm:pt>
    <dgm:pt modelId="{51836851-6F2E-453A-A526-483BBBD8962F}" type="pres">
      <dgm:prSet presAssocID="{D1410A1C-CB59-4C2D-ACD1-0CE825A98B59}" presName="parTx" presStyleLbl="revTx" presStyleIdx="0" presStyleCnt="5">
        <dgm:presLayoutVars>
          <dgm:chMax val="0"/>
          <dgm:chPref val="0"/>
        </dgm:presLayoutVars>
      </dgm:prSet>
      <dgm:spPr/>
    </dgm:pt>
    <dgm:pt modelId="{5E549492-7B7F-4F1C-B422-6CE27A6BE948}" type="pres">
      <dgm:prSet presAssocID="{90A842F4-CFE5-468E-BB48-86F4DFB69A45}" presName="sibTrans" presStyleCnt="0"/>
      <dgm:spPr/>
    </dgm:pt>
    <dgm:pt modelId="{769BB2A8-639F-4CB4-93B3-62D4D399D868}" type="pres">
      <dgm:prSet presAssocID="{D69E8714-655D-4B12-96E8-5545AB63505B}" presName="compNode" presStyleCnt="0"/>
      <dgm:spPr/>
    </dgm:pt>
    <dgm:pt modelId="{11070843-115F-4237-A525-E5BE65B5BC2B}" type="pres">
      <dgm:prSet presAssocID="{D69E8714-655D-4B12-96E8-5545AB63505B}" presName="bgRect" presStyleLbl="bgShp" presStyleIdx="1" presStyleCnt="5"/>
      <dgm:spPr/>
    </dgm:pt>
    <dgm:pt modelId="{C44E2A68-93A3-43A7-AACC-8FBB4A01E139}" type="pres">
      <dgm:prSet presAssocID="{D69E8714-655D-4B12-96E8-5545AB63505B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gar"/>
        </a:ext>
      </dgm:extLst>
    </dgm:pt>
    <dgm:pt modelId="{F49B1B3F-7675-4699-B5C6-F622B795FCC3}" type="pres">
      <dgm:prSet presAssocID="{D69E8714-655D-4B12-96E8-5545AB63505B}" presName="spaceRect" presStyleCnt="0"/>
      <dgm:spPr/>
    </dgm:pt>
    <dgm:pt modelId="{9DBF30A7-9734-4F9B-822D-18C71CE1D054}" type="pres">
      <dgm:prSet presAssocID="{D69E8714-655D-4B12-96E8-5545AB63505B}" presName="parTx" presStyleLbl="revTx" presStyleIdx="1" presStyleCnt="5">
        <dgm:presLayoutVars>
          <dgm:chMax val="0"/>
          <dgm:chPref val="0"/>
        </dgm:presLayoutVars>
      </dgm:prSet>
      <dgm:spPr/>
    </dgm:pt>
    <dgm:pt modelId="{F7AA3049-D0C1-42E2-B211-E8278F3144C2}" type="pres">
      <dgm:prSet presAssocID="{FE142DC4-6749-43F2-BBB1-E514ED0809E9}" presName="sibTrans" presStyleCnt="0"/>
      <dgm:spPr/>
    </dgm:pt>
    <dgm:pt modelId="{6DD07603-DDD2-4108-B499-FD995816A010}" type="pres">
      <dgm:prSet presAssocID="{21CD81B2-A638-470E-BA42-0E452F370FAE}" presName="compNode" presStyleCnt="0"/>
      <dgm:spPr/>
    </dgm:pt>
    <dgm:pt modelId="{498D4AA9-878B-45D4-B064-828DF6627DDE}" type="pres">
      <dgm:prSet presAssocID="{21CD81B2-A638-470E-BA42-0E452F370FAE}" presName="bgRect" presStyleLbl="bgShp" presStyleIdx="2" presStyleCnt="5"/>
      <dgm:spPr/>
    </dgm:pt>
    <dgm:pt modelId="{9848E0F6-5BB0-44F6-8411-A9245131D8DB}" type="pres">
      <dgm:prSet presAssocID="{21CD81B2-A638-470E-BA42-0E452F370FAE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rdenador"/>
        </a:ext>
      </dgm:extLst>
    </dgm:pt>
    <dgm:pt modelId="{5AAA57B3-9159-4801-A8BB-372456240F38}" type="pres">
      <dgm:prSet presAssocID="{21CD81B2-A638-470E-BA42-0E452F370FAE}" presName="spaceRect" presStyleCnt="0"/>
      <dgm:spPr/>
    </dgm:pt>
    <dgm:pt modelId="{66989256-29D6-405D-8290-64C35C39DFD3}" type="pres">
      <dgm:prSet presAssocID="{21CD81B2-A638-470E-BA42-0E452F370FAE}" presName="parTx" presStyleLbl="revTx" presStyleIdx="2" presStyleCnt="5">
        <dgm:presLayoutVars>
          <dgm:chMax val="0"/>
          <dgm:chPref val="0"/>
        </dgm:presLayoutVars>
      </dgm:prSet>
      <dgm:spPr/>
    </dgm:pt>
    <dgm:pt modelId="{14BC267F-B116-402B-9F75-503F09B0B642}" type="pres">
      <dgm:prSet presAssocID="{B383C8A5-5FF4-49B0-BED7-8408D75225C9}" presName="sibTrans" presStyleCnt="0"/>
      <dgm:spPr/>
    </dgm:pt>
    <dgm:pt modelId="{22C3D83E-903A-42EB-A4B5-855930E80D91}" type="pres">
      <dgm:prSet presAssocID="{206E386E-277D-42BF-8D93-9EBC9AB85124}" presName="compNode" presStyleCnt="0"/>
      <dgm:spPr/>
    </dgm:pt>
    <dgm:pt modelId="{256084D7-55AF-46B5-B8C4-E94B98AA0AA4}" type="pres">
      <dgm:prSet presAssocID="{206E386E-277D-42BF-8D93-9EBC9AB85124}" presName="bgRect" presStyleLbl="bgShp" presStyleIdx="3" presStyleCnt="5"/>
      <dgm:spPr/>
    </dgm:pt>
    <dgm:pt modelId="{8A177F60-9389-4226-9A8E-BADA3E6EC17C}" type="pres">
      <dgm:prSet presAssocID="{206E386E-277D-42BF-8D93-9EBC9AB85124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jeras"/>
        </a:ext>
      </dgm:extLst>
    </dgm:pt>
    <dgm:pt modelId="{22DC3E10-9C65-439A-992D-9210B67DB311}" type="pres">
      <dgm:prSet presAssocID="{206E386E-277D-42BF-8D93-9EBC9AB85124}" presName="spaceRect" presStyleCnt="0"/>
      <dgm:spPr/>
    </dgm:pt>
    <dgm:pt modelId="{3B990402-A00E-4FC2-B090-41E87FF330F6}" type="pres">
      <dgm:prSet presAssocID="{206E386E-277D-42BF-8D93-9EBC9AB85124}" presName="parTx" presStyleLbl="revTx" presStyleIdx="3" presStyleCnt="5">
        <dgm:presLayoutVars>
          <dgm:chMax val="0"/>
          <dgm:chPref val="0"/>
        </dgm:presLayoutVars>
      </dgm:prSet>
      <dgm:spPr/>
    </dgm:pt>
    <dgm:pt modelId="{2DF72E96-F70C-48D0-91ED-65BAA85D669E}" type="pres">
      <dgm:prSet presAssocID="{500D8D83-93ED-4552-A4C6-7F35686A3653}" presName="sibTrans" presStyleCnt="0"/>
      <dgm:spPr/>
    </dgm:pt>
    <dgm:pt modelId="{88D2F64F-F50C-45FB-862F-0B072007EE94}" type="pres">
      <dgm:prSet presAssocID="{D4CE589C-335A-4DCD-99E2-BCB398B5A100}" presName="compNode" presStyleCnt="0"/>
      <dgm:spPr/>
    </dgm:pt>
    <dgm:pt modelId="{4477368C-8AF5-4673-BD82-2F1CA41ED55A}" type="pres">
      <dgm:prSet presAssocID="{D4CE589C-335A-4DCD-99E2-BCB398B5A100}" presName="bgRect" presStyleLbl="bgShp" presStyleIdx="4" presStyleCnt="5"/>
      <dgm:spPr/>
    </dgm:pt>
    <dgm:pt modelId="{8C0A2805-301E-422B-983B-6F337DC94AC4}" type="pres">
      <dgm:prSet presAssocID="{D4CE589C-335A-4DCD-99E2-BCB398B5A100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rtátil"/>
        </a:ext>
      </dgm:extLst>
    </dgm:pt>
    <dgm:pt modelId="{3924304A-3241-409E-B698-AA66D7700F50}" type="pres">
      <dgm:prSet presAssocID="{D4CE589C-335A-4DCD-99E2-BCB398B5A100}" presName="spaceRect" presStyleCnt="0"/>
      <dgm:spPr/>
    </dgm:pt>
    <dgm:pt modelId="{B97A21BA-B49A-4529-AB7F-2648B0DFD61B}" type="pres">
      <dgm:prSet presAssocID="{D4CE589C-335A-4DCD-99E2-BCB398B5A100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B4560703-669E-4E8C-B7F2-AD03275BE271}" type="presOf" srcId="{D1410A1C-CB59-4C2D-ACD1-0CE825A98B59}" destId="{51836851-6F2E-453A-A526-483BBBD8962F}" srcOrd="0" destOrd="0" presId="urn:microsoft.com/office/officeart/2018/2/layout/IconVerticalSolidList"/>
    <dgm:cxn modelId="{D4A69D09-A750-4C99-AA92-5B7C0E2E65CF}" type="presOf" srcId="{21CD81B2-A638-470E-BA42-0E452F370FAE}" destId="{66989256-29D6-405D-8290-64C35C39DFD3}" srcOrd="0" destOrd="0" presId="urn:microsoft.com/office/officeart/2018/2/layout/IconVerticalSolidList"/>
    <dgm:cxn modelId="{243CEA0B-F4E4-4D52-9214-7B25B3A41D81}" type="presOf" srcId="{963257F6-2A12-4F08-A37A-BBAFCA485F98}" destId="{76005EC2-B92B-4C24-85CF-CBCA4AD38FB4}" srcOrd="0" destOrd="0" presId="urn:microsoft.com/office/officeart/2018/2/layout/IconVerticalSolidList"/>
    <dgm:cxn modelId="{83588221-F739-427B-8602-063E5C1F4CC6}" srcId="{963257F6-2A12-4F08-A37A-BBAFCA485F98}" destId="{D4CE589C-335A-4DCD-99E2-BCB398B5A100}" srcOrd="4" destOrd="0" parTransId="{297A99C2-63CA-488B-838C-4BB50BE2B4BF}" sibTransId="{60FCCA77-04F3-48B1-ACB3-7B1DD76FAC32}"/>
    <dgm:cxn modelId="{0A71593E-8C33-46C6-BC37-57A290B5D34B}" type="presOf" srcId="{D69E8714-655D-4B12-96E8-5545AB63505B}" destId="{9DBF30A7-9734-4F9B-822D-18C71CE1D054}" srcOrd="0" destOrd="0" presId="urn:microsoft.com/office/officeart/2018/2/layout/IconVerticalSolidList"/>
    <dgm:cxn modelId="{463B675D-7B48-4DB9-A814-CDD8E9C8671D}" srcId="{963257F6-2A12-4F08-A37A-BBAFCA485F98}" destId="{D1410A1C-CB59-4C2D-ACD1-0CE825A98B59}" srcOrd="0" destOrd="0" parTransId="{6D8EFF6C-A1ED-4F80-ACB0-50E196DD423B}" sibTransId="{90A842F4-CFE5-468E-BB48-86F4DFB69A45}"/>
    <dgm:cxn modelId="{854D6442-AAC0-4F97-9046-2E542333782F}" type="presOf" srcId="{206E386E-277D-42BF-8D93-9EBC9AB85124}" destId="{3B990402-A00E-4FC2-B090-41E87FF330F6}" srcOrd="0" destOrd="0" presId="urn:microsoft.com/office/officeart/2018/2/layout/IconVerticalSolidList"/>
    <dgm:cxn modelId="{2F75C94A-A5BF-4E1A-A201-1F5D79C5DEFF}" type="presOf" srcId="{D4CE589C-335A-4DCD-99E2-BCB398B5A100}" destId="{B97A21BA-B49A-4529-AB7F-2648B0DFD61B}" srcOrd="0" destOrd="0" presId="urn:microsoft.com/office/officeart/2018/2/layout/IconVerticalSolidList"/>
    <dgm:cxn modelId="{46326153-21A3-42EE-83FF-73DE14A9BC40}" srcId="{963257F6-2A12-4F08-A37A-BBAFCA485F98}" destId="{21CD81B2-A638-470E-BA42-0E452F370FAE}" srcOrd="2" destOrd="0" parTransId="{24ADF953-A85F-4BCC-8BFB-BE6E3A555F07}" sibTransId="{B383C8A5-5FF4-49B0-BED7-8408D75225C9}"/>
    <dgm:cxn modelId="{BB4B5E56-F14E-4175-B806-858E87C46B3E}" srcId="{963257F6-2A12-4F08-A37A-BBAFCA485F98}" destId="{206E386E-277D-42BF-8D93-9EBC9AB85124}" srcOrd="3" destOrd="0" parTransId="{26C2AF1B-834B-4213-B96F-1120F65D6037}" sibTransId="{500D8D83-93ED-4552-A4C6-7F35686A3653}"/>
    <dgm:cxn modelId="{4083A556-597F-4C55-858D-863D3DB013EF}" srcId="{963257F6-2A12-4F08-A37A-BBAFCA485F98}" destId="{D69E8714-655D-4B12-96E8-5545AB63505B}" srcOrd="1" destOrd="0" parTransId="{5A6B689B-4A14-43DA-8A50-B782B3A72A36}" sibTransId="{FE142DC4-6749-43F2-BBB1-E514ED0809E9}"/>
    <dgm:cxn modelId="{BE3DE77A-3542-499C-BE87-91DC59CAA510}" type="presParOf" srcId="{76005EC2-B92B-4C24-85CF-CBCA4AD38FB4}" destId="{E6E6DB4E-187D-43F7-9206-57AC849CEFD9}" srcOrd="0" destOrd="0" presId="urn:microsoft.com/office/officeart/2018/2/layout/IconVerticalSolidList"/>
    <dgm:cxn modelId="{6ACCCA92-42B0-42AE-8280-70823327A49E}" type="presParOf" srcId="{E6E6DB4E-187D-43F7-9206-57AC849CEFD9}" destId="{5F711A5E-A8C3-403B-A1B5-DA0DDFE81E02}" srcOrd="0" destOrd="0" presId="urn:microsoft.com/office/officeart/2018/2/layout/IconVerticalSolidList"/>
    <dgm:cxn modelId="{7BC1C5C6-34C2-4844-B594-A6A8FA95635D}" type="presParOf" srcId="{E6E6DB4E-187D-43F7-9206-57AC849CEFD9}" destId="{DF52C5EC-43E0-42CF-9C77-3B4955C2D488}" srcOrd="1" destOrd="0" presId="urn:microsoft.com/office/officeart/2018/2/layout/IconVerticalSolidList"/>
    <dgm:cxn modelId="{20CD6639-7E02-4275-9CB6-F5F4421E3B95}" type="presParOf" srcId="{E6E6DB4E-187D-43F7-9206-57AC849CEFD9}" destId="{16D99303-37E4-4871-A62A-033475824DBA}" srcOrd="2" destOrd="0" presId="urn:microsoft.com/office/officeart/2018/2/layout/IconVerticalSolidList"/>
    <dgm:cxn modelId="{82B0C09B-6298-4BF3-B043-B7C57CF2DFCE}" type="presParOf" srcId="{E6E6DB4E-187D-43F7-9206-57AC849CEFD9}" destId="{51836851-6F2E-453A-A526-483BBBD8962F}" srcOrd="3" destOrd="0" presId="urn:microsoft.com/office/officeart/2018/2/layout/IconVerticalSolidList"/>
    <dgm:cxn modelId="{18387953-9F57-4F7D-ACFF-5C0058CE5AC7}" type="presParOf" srcId="{76005EC2-B92B-4C24-85CF-CBCA4AD38FB4}" destId="{5E549492-7B7F-4F1C-B422-6CE27A6BE948}" srcOrd="1" destOrd="0" presId="urn:microsoft.com/office/officeart/2018/2/layout/IconVerticalSolidList"/>
    <dgm:cxn modelId="{FD5D668D-8444-4216-AF2D-EC8524CEE754}" type="presParOf" srcId="{76005EC2-B92B-4C24-85CF-CBCA4AD38FB4}" destId="{769BB2A8-639F-4CB4-93B3-62D4D399D868}" srcOrd="2" destOrd="0" presId="urn:microsoft.com/office/officeart/2018/2/layout/IconVerticalSolidList"/>
    <dgm:cxn modelId="{39850D01-430F-4C65-BE78-4844AC8AD459}" type="presParOf" srcId="{769BB2A8-639F-4CB4-93B3-62D4D399D868}" destId="{11070843-115F-4237-A525-E5BE65B5BC2B}" srcOrd="0" destOrd="0" presId="urn:microsoft.com/office/officeart/2018/2/layout/IconVerticalSolidList"/>
    <dgm:cxn modelId="{3B2584BA-E238-4C44-87D2-91D6708B9191}" type="presParOf" srcId="{769BB2A8-639F-4CB4-93B3-62D4D399D868}" destId="{C44E2A68-93A3-43A7-AACC-8FBB4A01E139}" srcOrd="1" destOrd="0" presId="urn:microsoft.com/office/officeart/2018/2/layout/IconVerticalSolidList"/>
    <dgm:cxn modelId="{484A6988-6338-4E87-95D8-97BF0C296232}" type="presParOf" srcId="{769BB2A8-639F-4CB4-93B3-62D4D399D868}" destId="{F49B1B3F-7675-4699-B5C6-F622B795FCC3}" srcOrd="2" destOrd="0" presId="urn:microsoft.com/office/officeart/2018/2/layout/IconVerticalSolidList"/>
    <dgm:cxn modelId="{CC6CAB5C-16E3-4A85-8B6B-55CECA3F078B}" type="presParOf" srcId="{769BB2A8-639F-4CB4-93B3-62D4D399D868}" destId="{9DBF30A7-9734-4F9B-822D-18C71CE1D054}" srcOrd="3" destOrd="0" presId="urn:microsoft.com/office/officeart/2018/2/layout/IconVerticalSolidList"/>
    <dgm:cxn modelId="{9CFC8BB2-80A1-43BC-A303-9742A16271D5}" type="presParOf" srcId="{76005EC2-B92B-4C24-85CF-CBCA4AD38FB4}" destId="{F7AA3049-D0C1-42E2-B211-E8278F3144C2}" srcOrd="3" destOrd="0" presId="urn:microsoft.com/office/officeart/2018/2/layout/IconVerticalSolidList"/>
    <dgm:cxn modelId="{2650C78B-0911-44FD-ABA3-0875A62D7E7B}" type="presParOf" srcId="{76005EC2-B92B-4C24-85CF-CBCA4AD38FB4}" destId="{6DD07603-DDD2-4108-B499-FD995816A010}" srcOrd="4" destOrd="0" presId="urn:microsoft.com/office/officeart/2018/2/layout/IconVerticalSolidList"/>
    <dgm:cxn modelId="{B56EB9B6-75A3-4985-8BFB-D1FD08E31017}" type="presParOf" srcId="{6DD07603-DDD2-4108-B499-FD995816A010}" destId="{498D4AA9-878B-45D4-B064-828DF6627DDE}" srcOrd="0" destOrd="0" presId="urn:microsoft.com/office/officeart/2018/2/layout/IconVerticalSolidList"/>
    <dgm:cxn modelId="{67EE8F86-85A0-405E-8B71-022B2A0C4A88}" type="presParOf" srcId="{6DD07603-DDD2-4108-B499-FD995816A010}" destId="{9848E0F6-5BB0-44F6-8411-A9245131D8DB}" srcOrd="1" destOrd="0" presId="urn:microsoft.com/office/officeart/2018/2/layout/IconVerticalSolidList"/>
    <dgm:cxn modelId="{2BA48D49-0A15-4A53-9381-F74F7A06DAF7}" type="presParOf" srcId="{6DD07603-DDD2-4108-B499-FD995816A010}" destId="{5AAA57B3-9159-4801-A8BB-372456240F38}" srcOrd="2" destOrd="0" presId="urn:microsoft.com/office/officeart/2018/2/layout/IconVerticalSolidList"/>
    <dgm:cxn modelId="{CF208767-8E68-4A23-8785-791707315061}" type="presParOf" srcId="{6DD07603-DDD2-4108-B499-FD995816A010}" destId="{66989256-29D6-405D-8290-64C35C39DFD3}" srcOrd="3" destOrd="0" presId="urn:microsoft.com/office/officeart/2018/2/layout/IconVerticalSolidList"/>
    <dgm:cxn modelId="{9D97E937-A7E2-4456-A8F7-F6E64B8D60BE}" type="presParOf" srcId="{76005EC2-B92B-4C24-85CF-CBCA4AD38FB4}" destId="{14BC267F-B116-402B-9F75-503F09B0B642}" srcOrd="5" destOrd="0" presId="urn:microsoft.com/office/officeart/2018/2/layout/IconVerticalSolidList"/>
    <dgm:cxn modelId="{003CFFD5-61AA-49E9-ADB5-CBD1188AD9CF}" type="presParOf" srcId="{76005EC2-B92B-4C24-85CF-CBCA4AD38FB4}" destId="{22C3D83E-903A-42EB-A4B5-855930E80D91}" srcOrd="6" destOrd="0" presId="urn:microsoft.com/office/officeart/2018/2/layout/IconVerticalSolidList"/>
    <dgm:cxn modelId="{7B1F1BDD-1C0C-47AA-B60D-8C095D2BE184}" type="presParOf" srcId="{22C3D83E-903A-42EB-A4B5-855930E80D91}" destId="{256084D7-55AF-46B5-B8C4-E94B98AA0AA4}" srcOrd="0" destOrd="0" presId="urn:microsoft.com/office/officeart/2018/2/layout/IconVerticalSolidList"/>
    <dgm:cxn modelId="{263F24CF-678F-4760-A4A1-9299DBE25FC9}" type="presParOf" srcId="{22C3D83E-903A-42EB-A4B5-855930E80D91}" destId="{8A177F60-9389-4226-9A8E-BADA3E6EC17C}" srcOrd="1" destOrd="0" presId="urn:microsoft.com/office/officeart/2018/2/layout/IconVerticalSolidList"/>
    <dgm:cxn modelId="{B743C0C6-7F3F-4293-84A2-AED7F0970B74}" type="presParOf" srcId="{22C3D83E-903A-42EB-A4B5-855930E80D91}" destId="{22DC3E10-9C65-439A-992D-9210B67DB311}" srcOrd="2" destOrd="0" presId="urn:microsoft.com/office/officeart/2018/2/layout/IconVerticalSolidList"/>
    <dgm:cxn modelId="{1B23790A-A2AC-4D10-A814-A779A68B23B7}" type="presParOf" srcId="{22C3D83E-903A-42EB-A4B5-855930E80D91}" destId="{3B990402-A00E-4FC2-B090-41E87FF330F6}" srcOrd="3" destOrd="0" presId="urn:microsoft.com/office/officeart/2018/2/layout/IconVerticalSolidList"/>
    <dgm:cxn modelId="{7F7F9AF9-EFCB-4F87-BEA9-A710A70B4D2B}" type="presParOf" srcId="{76005EC2-B92B-4C24-85CF-CBCA4AD38FB4}" destId="{2DF72E96-F70C-48D0-91ED-65BAA85D669E}" srcOrd="7" destOrd="0" presId="urn:microsoft.com/office/officeart/2018/2/layout/IconVerticalSolidList"/>
    <dgm:cxn modelId="{CEB12220-7B91-4D85-8F4D-F4B149DEA3C8}" type="presParOf" srcId="{76005EC2-B92B-4C24-85CF-CBCA4AD38FB4}" destId="{88D2F64F-F50C-45FB-862F-0B072007EE94}" srcOrd="8" destOrd="0" presId="urn:microsoft.com/office/officeart/2018/2/layout/IconVerticalSolidList"/>
    <dgm:cxn modelId="{AA7BDD91-A4D4-4AE9-837B-AB17FF4E0178}" type="presParOf" srcId="{88D2F64F-F50C-45FB-862F-0B072007EE94}" destId="{4477368C-8AF5-4673-BD82-2F1CA41ED55A}" srcOrd="0" destOrd="0" presId="urn:microsoft.com/office/officeart/2018/2/layout/IconVerticalSolidList"/>
    <dgm:cxn modelId="{18DE5262-F0AE-41FA-BF87-B72583254BD7}" type="presParOf" srcId="{88D2F64F-F50C-45FB-862F-0B072007EE94}" destId="{8C0A2805-301E-422B-983B-6F337DC94AC4}" srcOrd="1" destOrd="0" presId="urn:microsoft.com/office/officeart/2018/2/layout/IconVerticalSolidList"/>
    <dgm:cxn modelId="{3DAF0D24-7E9D-4DEB-99C2-E39946B48BF7}" type="presParOf" srcId="{88D2F64F-F50C-45FB-862F-0B072007EE94}" destId="{3924304A-3241-409E-B698-AA66D7700F50}" srcOrd="2" destOrd="0" presId="urn:microsoft.com/office/officeart/2018/2/layout/IconVerticalSolidList"/>
    <dgm:cxn modelId="{7C2A9491-A8F2-47B1-980A-F300C81316A9}" type="presParOf" srcId="{88D2F64F-F50C-45FB-862F-0B072007EE94}" destId="{B97A21BA-B49A-4529-AB7F-2648B0DFD61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275E0C2-07D3-4950-B187-8361E46EFA7E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46229BE6-C9F0-437E-B172-E3F223F49EA1}">
      <dgm:prSet/>
      <dgm:spPr/>
      <dgm:t>
        <a:bodyPr/>
        <a:lstStyle/>
        <a:p>
          <a:r>
            <a:rPr lang="en-US"/>
            <a:t>Permiten el intercambio de información</a:t>
          </a:r>
        </a:p>
      </dgm:t>
    </dgm:pt>
    <dgm:pt modelId="{276C7AB7-4A31-4AA4-8AF7-0522C6511FEC}" type="parTrans" cxnId="{C7179A45-2A2D-4C4B-850D-358BBE6B6D49}">
      <dgm:prSet/>
      <dgm:spPr/>
      <dgm:t>
        <a:bodyPr/>
        <a:lstStyle/>
        <a:p>
          <a:endParaRPr lang="en-US"/>
        </a:p>
      </dgm:t>
    </dgm:pt>
    <dgm:pt modelId="{1502C971-5A5E-4353-A464-FB4CA8590B0E}" type="sibTrans" cxnId="{C7179A45-2A2D-4C4B-850D-358BBE6B6D49}">
      <dgm:prSet/>
      <dgm:spPr/>
      <dgm:t>
        <a:bodyPr/>
        <a:lstStyle/>
        <a:p>
          <a:endParaRPr lang="en-US"/>
        </a:p>
      </dgm:t>
    </dgm:pt>
    <dgm:pt modelId="{3A8DA110-9E05-42A5-81F7-E6E6FF1B8E85}">
      <dgm:prSet/>
      <dgm:spPr/>
      <dgm:t>
        <a:bodyPr/>
        <a:lstStyle/>
        <a:p>
          <a:r>
            <a:rPr lang="en-US"/>
            <a:t>Funcionan sobre la infraestructura de red</a:t>
          </a:r>
        </a:p>
      </dgm:t>
    </dgm:pt>
    <dgm:pt modelId="{0A4C3A8A-38BB-469D-8CF8-A74418D71A3F}" type="parTrans" cxnId="{1AF5282E-43A7-4702-ADCF-10133C1C2DB3}">
      <dgm:prSet/>
      <dgm:spPr/>
      <dgm:t>
        <a:bodyPr/>
        <a:lstStyle/>
        <a:p>
          <a:endParaRPr lang="en-US"/>
        </a:p>
      </dgm:t>
    </dgm:pt>
    <dgm:pt modelId="{5659AE71-AFDF-4980-9055-A83F76751246}" type="sibTrans" cxnId="{1AF5282E-43A7-4702-ADCF-10133C1C2DB3}">
      <dgm:prSet/>
      <dgm:spPr/>
      <dgm:t>
        <a:bodyPr/>
        <a:lstStyle/>
        <a:p>
          <a:endParaRPr lang="en-US"/>
        </a:p>
      </dgm:t>
    </dgm:pt>
    <dgm:pt modelId="{BB73447F-A1EC-4011-B6F9-4F42BAB3DF95}">
      <dgm:prSet/>
      <dgm:spPr/>
      <dgm:t>
        <a:bodyPr/>
        <a:lstStyle/>
        <a:p>
          <a:r>
            <a:rPr lang="en-US"/>
            <a:t>Deben ser monitorizados continuamente</a:t>
          </a:r>
        </a:p>
      </dgm:t>
    </dgm:pt>
    <dgm:pt modelId="{5058E465-C672-4DDC-98A1-C1401B65F5A0}" type="parTrans" cxnId="{F32E50F2-D3E5-49C2-8C56-C51F8AA8CDCD}">
      <dgm:prSet/>
      <dgm:spPr/>
      <dgm:t>
        <a:bodyPr/>
        <a:lstStyle/>
        <a:p>
          <a:endParaRPr lang="en-US"/>
        </a:p>
      </dgm:t>
    </dgm:pt>
    <dgm:pt modelId="{1C765630-FCE4-4FF4-B267-8E06AD95DBDF}" type="sibTrans" cxnId="{F32E50F2-D3E5-49C2-8C56-C51F8AA8CDCD}">
      <dgm:prSet/>
      <dgm:spPr/>
      <dgm:t>
        <a:bodyPr/>
        <a:lstStyle/>
        <a:p>
          <a:endParaRPr lang="en-US"/>
        </a:p>
      </dgm:t>
    </dgm:pt>
    <dgm:pt modelId="{D5B65402-A169-44C5-BB95-6A60AE6E17A2}" type="pres">
      <dgm:prSet presAssocID="{F275E0C2-07D3-4950-B187-8361E46EFA7E}" presName="vert0" presStyleCnt="0">
        <dgm:presLayoutVars>
          <dgm:dir/>
          <dgm:animOne val="branch"/>
          <dgm:animLvl val="lvl"/>
        </dgm:presLayoutVars>
      </dgm:prSet>
      <dgm:spPr/>
    </dgm:pt>
    <dgm:pt modelId="{04E1C900-790E-44C8-82BC-4643B5543D08}" type="pres">
      <dgm:prSet presAssocID="{46229BE6-C9F0-437E-B172-E3F223F49EA1}" presName="thickLine" presStyleLbl="alignNode1" presStyleIdx="0" presStyleCnt="3"/>
      <dgm:spPr/>
    </dgm:pt>
    <dgm:pt modelId="{9891C516-EBEF-48B3-B54C-5F90B5A5AAAC}" type="pres">
      <dgm:prSet presAssocID="{46229BE6-C9F0-437E-B172-E3F223F49EA1}" presName="horz1" presStyleCnt="0"/>
      <dgm:spPr/>
    </dgm:pt>
    <dgm:pt modelId="{EA78CFD5-177D-4A63-A694-FF33B1D6F137}" type="pres">
      <dgm:prSet presAssocID="{46229BE6-C9F0-437E-B172-E3F223F49EA1}" presName="tx1" presStyleLbl="revTx" presStyleIdx="0" presStyleCnt="3"/>
      <dgm:spPr/>
    </dgm:pt>
    <dgm:pt modelId="{9B0D0E8D-5E35-49E2-83B0-18F7361165AE}" type="pres">
      <dgm:prSet presAssocID="{46229BE6-C9F0-437E-B172-E3F223F49EA1}" presName="vert1" presStyleCnt="0"/>
      <dgm:spPr/>
    </dgm:pt>
    <dgm:pt modelId="{D465E493-1B29-4823-A881-FFCB8B22C8B7}" type="pres">
      <dgm:prSet presAssocID="{3A8DA110-9E05-42A5-81F7-E6E6FF1B8E85}" presName="thickLine" presStyleLbl="alignNode1" presStyleIdx="1" presStyleCnt="3"/>
      <dgm:spPr/>
    </dgm:pt>
    <dgm:pt modelId="{C6E2A4DC-79EC-4934-B2E8-02DE55C95B2B}" type="pres">
      <dgm:prSet presAssocID="{3A8DA110-9E05-42A5-81F7-E6E6FF1B8E85}" presName="horz1" presStyleCnt="0"/>
      <dgm:spPr/>
    </dgm:pt>
    <dgm:pt modelId="{ABD0D2F7-C38A-4BB3-A9CF-0DACA662CF4F}" type="pres">
      <dgm:prSet presAssocID="{3A8DA110-9E05-42A5-81F7-E6E6FF1B8E85}" presName="tx1" presStyleLbl="revTx" presStyleIdx="1" presStyleCnt="3"/>
      <dgm:spPr/>
    </dgm:pt>
    <dgm:pt modelId="{36197720-42E1-451E-9E00-DFE250A3A862}" type="pres">
      <dgm:prSet presAssocID="{3A8DA110-9E05-42A5-81F7-E6E6FF1B8E85}" presName="vert1" presStyleCnt="0"/>
      <dgm:spPr/>
    </dgm:pt>
    <dgm:pt modelId="{E89BAE67-A1D0-4F14-BF12-C0C12DE81237}" type="pres">
      <dgm:prSet presAssocID="{BB73447F-A1EC-4011-B6F9-4F42BAB3DF95}" presName="thickLine" presStyleLbl="alignNode1" presStyleIdx="2" presStyleCnt="3"/>
      <dgm:spPr/>
    </dgm:pt>
    <dgm:pt modelId="{21CD200D-5D0F-462C-ABE8-0FBF2F7A3F6B}" type="pres">
      <dgm:prSet presAssocID="{BB73447F-A1EC-4011-B6F9-4F42BAB3DF95}" presName="horz1" presStyleCnt="0"/>
      <dgm:spPr/>
    </dgm:pt>
    <dgm:pt modelId="{2F10D77A-4B05-452F-970A-3751F8CD27F9}" type="pres">
      <dgm:prSet presAssocID="{BB73447F-A1EC-4011-B6F9-4F42BAB3DF95}" presName="tx1" presStyleLbl="revTx" presStyleIdx="2" presStyleCnt="3"/>
      <dgm:spPr/>
    </dgm:pt>
    <dgm:pt modelId="{E9704B51-64BE-4D6E-9336-BC794B5BD889}" type="pres">
      <dgm:prSet presAssocID="{BB73447F-A1EC-4011-B6F9-4F42BAB3DF95}" presName="vert1" presStyleCnt="0"/>
      <dgm:spPr/>
    </dgm:pt>
  </dgm:ptLst>
  <dgm:cxnLst>
    <dgm:cxn modelId="{B1073C0C-A855-42B6-B8F8-7891F079F93E}" type="presOf" srcId="{3A8DA110-9E05-42A5-81F7-E6E6FF1B8E85}" destId="{ABD0D2F7-C38A-4BB3-A9CF-0DACA662CF4F}" srcOrd="0" destOrd="0" presId="urn:microsoft.com/office/officeart/2008/layout/LinedList"/>
    <dgm:cxn modelId="{1AF5282E-43A7-4702-ADCF-10133C1C2DB3}" srcId="{F275E0C2-07D3-4950-B187-8361E46EFA7E}" destId="{3A8DA110-9E05-42A5-81F7-E6E6FF1B8E85}" srcOrd="1" destOrd="0" parTransId="{0A4C3A8A-38BB-469D-8CF8-A74418D71A3F}" sibTransId="{5659AE71-AFDF-4980-9055-A83F76751246}"/>
    <dgm:cxn modelId="{2D7DE731-9BB5-4767-8C3C-8D848E8BD52D}" type="presOf" srcId="{BB73447F-A1EC-4011-B6F9-4F42BAB3DF95}" destId="{2F10D77A-4B05-452F-970A-3751F8CD27F9}" srcOrd="0" destOrd="0" presId="urn:microsoft.com/office/officeart/2008/layout/LinedList"/>
    <dgm:cxn modelId="{C7179A45-2A2D-4C4B-850D-358BBE6B6D49}" srcId="{F275E0C2-07D3-4950-B187-8361E46EFA7E}" destId="{46229BE6-C9F0-437E-B172-E3F223F49EA1}" srcOrd="0" destOrd="0" parTransId="{276C7AB7-4A31-4AA4-8AF7-0522C6511FEC}" sibTransId="{1502C971-5A5E-4353-A464-FB4CA8590B0E}"/>
    <dgm:cxn modelId="{FD9F18C5-E9BB-4785-A36B-03BB80E8E8A0}" type="presOf" srcId="{46229BE6-C9F0-437E-B172-E3F223F49EA1}" destId="{EA78CFD5-177D-4A63-A694-FF33B1D6F137}" srcOrd="0" destOrd="0" presId="urn:microsoft.com/office/officeart/2008/layout/LinedList"/>
    <dgm:cxn modelId="{00E9F4DA-F189-4878-A746-6923049B1B5E}" type="presOf" srcId="{F275E0C2-07D3-4950-B187-8361E46EFA7E}" destId="{D5B65402-A169-44C5-BB95-6A60AE6E17A2}" srcOrd="0" destOrd="0" presId="urn:microsoft.com/office/officeart/2008/layout/LinedList"/>
    <dgm:cxn modelId="{F32E50F2-D3E5-49C2-8C56-C51F8AA8CDCD}" srcId="{F275E0C2-07D3-4950-B187-8361E46EFA7E}" destId="{BB73447F-A1EC-4011-B6F9-4F42BAB3DF95}" srcOrd="2" destOrd="0" parTransId="{5058E465-C672-4DDC-98A1-C1401B65F5A0}" sibTransId="{1C765630-FCE4-4FF4-B267-8E06AD95DBDF}"/>
    <dgm:cxn modelId="{73318873-D13B-4769-A020-F64214706EC4}" type="presParOf" srcId="{D5B65402-A169-44C5-BB95-6A60AE6E17A2}" destId="{04E1C900-790E-44C8-82BC-4643B5543D08}" srcOrd="0" destOrd="0" presId="urn:microsoft.com/office/officeart/2008/layout/LinedList"/>
    <dgm:cxn modelId="{AFC5A223-703E-41AF-8720-DDBC3CE8B3B9}" type="presParOf" srcId="{D5B65402-A169-44C5-BB95-6A60AE6E17A2}" destId="{9891C516-EBEF-48B3-B54C-5F90B5A5AAAC}" srcOrd="1" destOrd="0" presId="urn:microsoft.com/office/officeart/2008/layout/LinedList"/>
    <dgm:cxn modelId="{60D2831B-1999-4F09-8D5C-53CB72A58769}" type="presParOf" srcId="{9891C516-EBEF-48B3-B54C-5F90B5A5AAAC}" destId="{EA78CFD5-177D-4A63-A694-FF33B1D6F137}" srcOrd="0" destOrd="0" presId="urn:microsoft.com/office/officeart/2008/layout/LinedList"/>
    <dgm:cxn modelId="{40FCEDCE-FB1C-447A-8E60-6D0369AFCB65}" type="presParOf" srcId="{9891C516-EBEF-48B3-B54C-5F90B5A5AAAC}" destId="{9B0D0E8D-5E35-49E2-83B0-18F7361165AE}" srcOrd="1" destOrd="0" presId="urn:microsoft.com/office/officeart/2008/layout/LinedList"/>
    <dgm:cxn modelId="{82F12969-64A2-4210-B62E-EEADCB6AD9C6}" type="presParOf" srcId="{D5B65402-A169-44C5-BB95-6A60AE6E17A2}" destId="{D465E493-1B29-4823-A881-FFCB8B22C8B7}" srcOrd="2" destOrd="0" presId="urn:microsoft.com/office/officeart/2008/layout/LinedList"/>
    <dgm:cxn modelId="{52CD38B1-0358-4622-A032-1E8681A351F4}" type="presParOf" srcId="{D5B65402-A169-44C5-BB95-6A60AE6E17A2}" destId="{C6E2A4DC-79EC-4934-B2E8-02DE55C95B2B}" srcOrd="3" destOrd="0" presId="urn:microsoft.com/office/officeart/2008/layout/LinedList"/>
    <dgm:cxn modelId="{08182451-2BC2-4253-A5B5-28C00DD18521}" type="presParOf" srcId="{C6E2A4DC-79EC-4934-B2E8-02DE55C95B2B}" destId="{ABD0D2F7-C38A-4BB3-A9CF-0DACA662CF4F}" srcOrd="0" destOrd="0" presId="urn:microsoft.com/office/officeart/2008/layout/LinedList"/>
    <dgm:cxn modelId="{03A2D49E-91E3-4723-ADC0-59FC602B8374}" type="presParOf" srcId="{C6E2A4DC-79EC-4934-B2E8-02DE55C95B2B}" destId="{36197720-42E1-451E-9E00-DFE250A3A862}" srcOrd="1" destOrd="0" presId="urn:microsoft.com/office/officeart/2008/layout/LinedList"/>
    <dgm:cxn modelId="{C4CBCAF7-528A-4E13-965A-863F4014D627}" type="presParOf" srcId="{D5B65402-A169-44C5-BB95-6A60AE6E17A2}" destId="{E89BAE67-A1D0-4F14-BF12-C0C12DE81237}" srcOrd="4" destOrd="0" presId="urn:microsoft.com/office/officeart/2008/layout/LinedList"/>
    <dgm:cxn modelId="{E470FEE5-01F2-416E-A330-D391D646A8B2}" type="presParOf" srcId="{D5B65402-A169-44C5-BB95-6A60AE6E17A2}" destId="{21CD200D-5D0F-462C-ABE8-0FBF2F7A3F6B}" srcOrd="5" destOrd="0" presId="urn:microsoft.com/office/officeart/2008/layout/LinedList"/>
    <dgm:cxn modelId="{FA469EB6-E99A-449F-8F0E-C991D0CC581C}" type="presParOf" srcId="{21CD200D-5D0F-462C-ABE8-0FBF2F7A3F6B}" destId="{2F10D77A-4B05-452F-970A-3751F8CD27F9}" srcOrd="0" destOrd="0" presId="urn:microsoft.com/office/officeart/2008/layout/LinedList"/>
    <dgm:cxn modelId="{CC49668D-4795-4C0C-A2A3-735AB5B45498}" type="presParOf" srcId="{21CD200D-5D0F-462C-ABE8-0FBF2F7A3F6B}" destId="{E9704B51-64BE-4D6E-9336-BC794B5BD88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0F476B3-10C4-481F-950C-37208BDD0F2A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FFEAEC72-144E-4356-9FD2-1F42139CFE17}">
      <dgm:prSet/>
      <dgm:spPr/>
      <dgm:t>
        <a:bodyPr/>
        <a:lstStyle/>
        <a:p>
          <a:r>
            <a:rPr lang="en-US"/>
            <a:t>TCP/IP</a:t>
          </a:r>
        </a:p>
      </dgm:t>
    </dgm:pt>
    <dgm:pt modelId="{661FA838-B7EB-47A8-8D01-801693A25C05}" type="parTrans" cxnId="{B9AB0BCC-EF70-4949-9502-49E50EBF623F}">
      <dgm:prSet/>
      <dgm:spPr/>
      <dgm:t>
        <a:bodyPr/>
        <a:lstStyle/>
        <a:p>
          <a:endParaRPr lang="en-US"/>
        </a:p>
      </dgm:t>
    </dgm:pt>
    <dgm:pt modelId="{61B1481E-8DF1-4E83-8F77-168E761C4586}" type="sibTrans" cxnId="{B9AB0BCC-EF70-4949-9502-49E50EBF623F}">
      <dgm:prSet/>
      <dgm:spPr/>
      <dgm:t>
        <a:bodyPr/>
        <a:lstStyle/>
        <a:p>
          <a:endParaRPr lang="en-US"/>
        </a:p>
      </dgm:t>
    </dgm:pt>
    <dgm:pt modelId="{55ED66C6-44BB-4D21-B5EA-9810E04D397A}">
      <dgm:prSet/>
      <dgm:spPr/>
      <dgm:t>
        <a:bodyPr/>
        <a:lstStyle/>
        <a:p>
          <a:r>
            <a:rPr lang="en-US"/>
            <a:t>HTTP / HTTPS</a:t>
          </a:r>
        </a:p>
      </dgm:t>
    </dgm:pt>
    <dgm:pt modelId="{A2D4FC33-3883-46B5-9D45-9FCA1D8A8C6A}" type="parTrans" cxnId="{2F6B6272-0A94-4432-A622-041C955BB94D}">
      <dgm:prSet/>
      <dgm:spPr/>
      <dgm:t>
        <a:bodyPr/>
        <a:lstStyle/>
        <a:p>
          <a:endParaRPr lang="en-US"/>
        </a:p>
      </dgm:t>
    </dgm:pt>
    <dgm:pt modelId="{C6AFDA70-9AAC-4CC0-BB7C-588BBD397476}" type="sibTrans" cxnId="{2F6B6272-0A94-4432-A622-041C955BB94D}">
      <dgm:prSet/>
      <dgm:spPr/>
      <dgm:t>
        <a:bodyPr/>
        <a:lstStyle/>
        <a:p>
          <a:endParaRPr lang="en-US"/>
        </a:p>
      </dgm:t>
    </dgm:pt>
    <dgm:pt modelId="{2BD16549-D7B6-4408-8EF6-CF779AE62D8D}">
      <dgm:prSet/>
      <dgm:spPr/>
      <dgm:t>
        <a:bodyPr/>
        <a:lstStyle/>
        <a:p>
          <a:r>
            <a:rPr lang="en-US"/>
            <a:t>FTP / SFTP</a:t>
          </a:r>
        </a:p>
      </dgm:t>
    </dgm:pt>
    <dgm:pt modelId="{1FBE50CA-78B5-4EE7-8F6B-386575698590}" type="parTrans" cxnId="{A3D827C3-703D-4F09-B626-09D88AE95955}">
      <dgm:prSet/>
      <dgm:spPr/>
      <dgm:t>
        <a:bodyPr/>
        <a:lstStyle/>
        <a:p>
          <a:endParaRPr lang="en-US"/>
        </a:p>
      </dgm:t>
    </dgm:pt>
    <dgm:pt modelId="{D191C989-C5D2-40D8-8275-5FF8BCA1C04C}" type="sibTrans" cxnId="{A3D827C3-703D-4F09-B626-09D88AE95955}">
      <dgm:prSet/>
      <dgm:spPr/>
      <dgm:t>
        <a:bodyPr/>
        <a:lstStyle/>
        <a:p>
          <a:endParaRPr lang="en-US"/>
        </a:p>
      </dgm:t>
    </dgm:pt>
    <dgm:pt modelId="{3DD23D85-C2B8-4EB6-B00F-686913F2F919}">
      <dgm:prSet/>
      <dgm:spPr/>
      <dgm:t>
        <a:bodyPr/>
        <a:lstStyle/>
        <a:p>
          <a:r>
            <a:rPr lang="en-US"/>
            <a:t>SMTP, POP3, IMAP</a:t>
          </a:r>
        </a:p>
      </dgm:t>
    </dgm:pt>
    <dgm:pt modelId="{38E31D89-69D6-4C80-80C3-AEA8A35CF14B}" type="parTrans" cxnId="{6F1638C5-73A9-4D65-997E-A3BA22A505AB}">
      <dgm:prSet/>
      <dgm:spPr/>
      <dgm:t>
        <a:bodyPr/>
        <a:lstStyle/>
        <a:p>
          <a:endParaRPr lang="en-US"/>
        </a:p>
      </dgm:t>
    </dgm:pt>
    <dgm:pt modelId="{6BC59190-C7D5-4D7E-AC8B-65732B56440D}" type="sibTrans" cxnId="{6F1638C5-73A9-4D65-997E-A3BA22A505AB}">
      <dgm:prSet/>
      <dgm:spPr/>
      <dgm:t>
        <a:bodyPr/>
        <a:lstStyle/>
        <a:p>
          <a:endParaRPr lang="en-US"/>
        </a:p>
      </dgm:t>
    </dgm:pt>
    <dgm:pt modelId="{913BDBE8-5BFB-4C36-9E64-CB0A3FF4E2A7}">
      <dgm:prSet/>
      <dgm:spPr/>
      <dgm:t>
        <a:bodyPr/>
        <a:lstStyle/>
        <a:p>
          <a:r>
            <a:rPr lang="en-US"/>
            <a:t>DNS</a:t>
          </a:r>
        </a:p>
      </dgm:t>
    </dgm:pt>
    <dgm:pt modelId="{587C0594-DDAE-4990-B77B-893C1B65CC6C}" type="parTrans" cxnId="{1D151DE0-4C41-4CB1-A04B-F92D83C15049}">
      <dgm:prSet/>
      <dgm:spPr/>
      <dgm:t>
        <a:bodyPr/>
        <a:lstStyle/>
        <a:p>
          <a:endParaRPr lang="en-US"/>
        </a:p>
      </dgm:t>
    </dgm:pt>
    <dgm:pt modelId="{0DEE3975-4C96-4187-89B1-A22364648A53}" type="sibTrans" cxnId="{1D151DE0-4C41-4CB1-A04B-F92D83C15049}">
      <dgm:prSet/>
      <dgm:spPr/>
      <dgm:t>
        <a:bodyPr/>
        <a:lstStyle/>
        <a:p>
          <a:endParaRPr lang="en-US"/>
        </a:p>
      </dgm:t>
    </dgm:pt>
    <dgm:pt modelId="{6DC3260C-B002-41FD-8D3E-5C99C3E2F9A5}" type="pres">
      <dgm:prSet presAssocID="{50F476B3-10C4-481F-950C-37208BDD0F2A}" presName="vert0" presStyleCnt="0">
        <dgm:presLayoutVars>
          <dgm:dir/>
          <dgm:animOne val="branch"/>
          <dgm:animLvl val="lvl"/>
        </dgm:presLayoutVars>
      </dgm:prSet>
      <dgm:spPr/>
    </dgm:pt>
    <dgm:pt modelId="{CEEC6300-3FBF-4EA9-8F5A-BEFC94C0510E}" type="pres">
      <dgm:prSet presAssocID="{FFEAEC72-144E-4356-9FD2-1F42139CFE17}" presName="thickLine" presStyleLbl="alignNode1" presStyleIdx="0" presStyleCnt="5"/>
      <dgm:spPr/>
    </dgm:pt>
    <dgm:pt modelId="{6225F076-96D1-4B38-A140-A4F15DF10181}" type="pres">
      <dgm:prSet presAssocID="{FFEAEC72-144E-4356-9FD2-1F42139CFE17}" presName="horz1" presStyleCnt="0"/>
      <dgm:spPr/>
    </dgm:pt>
    <dgm:pt modelId="{C3D64152-16FE-4A0C-AD37-16832FBE1ABE}" type="pres">
      <dgm:prSet presAssocID="{FFEAEC72-144E-4356-9FD2-1F42139CFE17}" presName="tx1" presStyleLbl="revTx" presStyleIdx="0" presStyleCnt="5"/>
      <dgm:spPr/>
    </dgm:pt>
    <dgm:pt modelId="{6E473627-B744-4926-A872-05DCFC0AD635}" type="pres">
      <dgm:prSet presAssocID="{FFEAEC72-144E-4356-9FD2-1F42139CFE17}" presName="vert1" presStyleCnt="0"/>
      <dgm:spPr/>
    </dgm:pt>
    <dgm:pt modelId="{9E0E44D8-20F9-4C5C-8099-569FF78CE640}" type="pres">
      <dgm:prSet presAssocID="{55ED66C6-44BB-4D21-B5EA-9810E04D397A}" presName="thickLine" presStyleLbl="alignNode1" presStyleIdx="1" presStyleCnt="5"/>
      <dgm:spPr/>
    </dgm:pt>
    <dgm:pt modelId="{B2A91283-762E-4529-8F73-E88A65D15F27}" type="pres">
      <dgm:prSet presAssocID="{55ED66C6-44BB-4D21-B5EA-9810E04D397A}" presName="horz1" presStyleCnt="0"/>
      <dgm:spPr/>
    </dgm:pt>
    <dgm:pt modelId="{8229D32B-CB3D-43A6-9283-FD7A17C3EFED}" type="pres">
      <dgm:prSet presAssocID="{55ED66C6-44BB-4D21-B5EA-9810E04D397A}" presName="tx1" presStyleLbl="revTx" presStyleIdx="1" presStyleCnt="5"/>
      <dgm:spPr/>
    </dgm:pt>
    <dgm:pt modelId="{19C7AB89-66B1-4781-8D7D-56F084279F6F}" type="pres">
      <dgm:prSet presAssocID="{55ED66C6-44BB-4D21-B5EA-9810E04D397A}" presName="vert1" presStyleCnt="0"/>
      <dgm:spPr/>
    </dgm:pt>
    <dgm:pt modelId="{792B68E8-8323-4646-9254-9D836B28AAAC}" type="pres">
      <dgm:prSet presAssocID="{2BD16549-D7B6-4408-8EF6-CF779AE62D8D}" presName="thickLine" presStyleLbl="alignNode1" presStyleIdx="2" presStyleCnt="5"/>
      <dgm:spPr/>
    </dgm:pt>
    <dgm:pt modelId="{974514B2-7FC3-4B32-B7BA-A8C9E90A5A4F}" type="pres">
      <dgm:prSet presAssocID="{2BD16549-D7B6-4408-8EF6-CF779AE62D8D}" presName="horz1" presStyleCnt="0"/>
      <dgm:spPr/>
    </dgm:pt>
    <dgm:pt modelId="{9EF51755-A8F2-4E55-89E6-B15508050C23}" type="pres">
      <dgm:prSet presAssocID="{2BD16549-D7B6-4408-8EF6-CF779AE62D8D}" presName="tx1" presStyleLbl="revTx" presStyleIdx="2" presStyleCnt="5"/>
      <dgm:spPr/>
    </dgm:pt>
    <dgm:pt modelId="{9B61E1DA-C18E-4CAA-BB83-3729B5DBA11B}" type="pres">
      <dgm:prSet presAssocID="{2BD16549-D7B6-4408-8EF6-CF779AE62D8D}" presName="vert1" presStyleCnt="0"/>
      <dgm:spPr/>
    </dgm:pt>
    <dgm:pt modelId="{1D935A17-B5AB-43DE-9C71-6E35CC839C36}" type="pres">
      <dgm:prSet presAssocID="{3DD23D85-C2B8-4EB6-B00F-686913F2F919}" presName="thickLine" presStyleLbl="alignNode1" presStyleIdx="3" presStyleCnt="5"/>
      <dgm:spPr/>
    </dgm:pt>
    <dgm:pt modelId="{19D80755-F40F-452B-87BE-B01006585CF4}" type="pres">
      <dgm:prSet presAssocID="{3DD23D85-C2B8-4EB6-B00F-686913F2F919}" presName="horz1" presStyleCnt="0"/>
      <dgm:spPr/>
    </dgm:pt>
    <dgm:pt modelId="{52064CAD-A999-40A2-8BA2-6584F45667C8}" type="pres">
      <dgm:prSet presAssocID="{3DD23D85-C2B8-4EB6-B00F-686913F2F919}" presName="tx1" presStyleLbl="revTx" presStyleIdx="3" presStyleCnt="5"/>
      <dgm:spPr/>
    </dgm:pt>
    <dgm:pt modelId="{A8BEF2BC-B1D1-43C9-AD3D-5C5C50D3F0EA}" type="pres">
      <dgm:prSet presAssocID="{3DD23D85-C2B8-4EB6-B00F-686913F2F919}" presName="vert1" presStyleCnt="0"/>
      <dgm:spPr/>
    </dgm:pt>
    <dgm:pt modelId="{BB882314-A749-4A6A-BE44-17CCD31AF7F0}" type="pres">
      <dgm:prSet presAssocID="{913BDBE8-5BFB-4C36-9E64-CB0A3FF4E2A7}" presName="thickLine" presStyleLbl="alignNode1" presStyleIdx="4" presStyleCnt="5"/>
      <dgm:spPr/>
    </dgm:pt>
    <dgm:pt modelId="{D9ABABF0-FDAC-4404-AAD5-10448D83889C}" type="pres">
      <dgm:prSet presAssocID="{913BDBE8-5BFB-4C36-9E64-CB0A3FF4E2A7}" presName="horz1" presStyleCnt="0"/>
      <dgm:spPr/>
    </dgm:pt>
    <dgm:pt modelId="{AC92664B-7800-4966-AA74-F8EA638E51DD}" type="pres">
      <dgm:prSet presAssocID="{913BDBE8-5BFB-4C36-9E64-CB0A3FF4E2A7}" presName="tx1" presStyleLbl="revTx" presStyleIdx="4" presStyleCnt="5"/>
      <dgm:spPr/>
    </dgm:pt>
    <dgm:pt modelId="{65EAF9F2-6094-47D2-A2F8-0B8024F1E41E}" type="pres">
      <dgm:prSet presAssocID="{913BDBE8-5BFB-4C36-9E64-CB0A3FF4E2A7}" presName="vert1" presStyleCnt="0"/>
      <dgm:spPr/>
    </dgm:pt>
  </dgm:ptLst>
  <dgm:cxnLst>
    <dgm:cxn modelId="{1CDA961D-C5C6-4DAA-B718-8D529AF6A992}" type="presOf" srcId="{55ED66C6-44BB-4D21-B5EA-9810E04D397A}" destId="{8229D32B-CB3D-43A6-9283-FD7A17C3EFED}" srcOrd="0" destOrd="0" presId="urn:microsoft.com/office/officeart/2008/layout/LinedList"/>
    <dgm:cxn modelId="{4141844F-D3EE-487F-AA84-054D5BCDF236}" type="presOf" srcId="{3DD23D85-C2B8-4EB6-B00F-686913F2F919}" destId="{52064CAD-A999-40A2-8BA2-6584F45667C8}" srcOrd="0" destOrd="0" presId="urn:microsoft.com/office/officeart/2008/layout/LinedList"/>
    <dgm:cxn modelId="{A70E4F70-D139-41B4-B416-F6B27D3127CB}" type="presOf" srcId="{FFEAEC72-144E-4356-9FD2-1F42139CFE17}" destId="{C3D64152-16FE-4A0C-AD37-16832FBE1ABE}" srcOrd="0" destOrd="0" presId="urn:microsoft.com/office/officeart/2008/layout/LinedList"/>
    <dgm:cxn modelId="{2F6B6272-0A94-4432-A622-041C955BB94D}" srcId="{50F476B3-10C4-481F-950C-37208BDD0F2A}" destId="{55ED66C6-44BB-4D21-B5EA-9810E04D397A}" srcOrd="1" destOrd="0" parTransId="{A2D4FC33-3883-46B5-9D45-9FCA1D8A8C6A}" sibTransId="{C6AFDA70-9AAC-4CC0-BB7C-588BBD397476}"/>
    <dgm:cxn modelId="{6676C69F-F1D9-4230-9054-1E34DFD10AB7}" type="presOf" srcId="{50F476B3-10C4-481F-950C-37208BDD0F2A}" destId="{6DC3260C-B002-41FD-8D3E-5C99C3E2F9A5}" srcOrd="0" destOrd="0" presId="urn:microsoft.com/office/officeart/2008/layout/LinedList"/>
    <dgm:cxn modelId="{0EE4DAA6-7708-4468-AEF9-17AD5DFCB606}" type="presOf" srcId="{913BDBE8-5BFB-4C36-9E64-CB0A3FF4E2A7}" destId="{AC92664B-7800-4966-AA74-F8EA638E51DD}" srcOrd="0" destOrd="0" presId="urn:microsoft.com/office/officeart/2008/layout/LinedList"/>
    <dgm:cxn modelId="{A3D827C3-703D-4F09-B626-09D88AE95955}" srcId="{50F476B3-10C4-481F-950C-37208BDD0F2A}" destId="{2BD16549-D7B6-4408-8EF6-CF779AE62D8D}" srcOrd="2" destOrd="0" parTransId="{1FBE50CA-78B5-4EE7-8F6B-386575698590}" sibTransId="{D191C989-C5D2-40D8-8275-5FF8BCA1C04C}"/>
    <dgm:cxn modelId="{6F1638C5-73A9-4D65-997E-A3BA22A505AB}" srcId="{50F476B3-10C4-481F-950C-37208BDD0F2A}" destId="{3DD23D85-C2B8-4EB6-B00F-686913F2F919}" srcOrd="3" destOrd="0" parTransId="{38E31D89-69D6-4C80-80C3-AEA8A35CF14B}" sibTransId="{6BC59190-C7D5-4D7E-AC8B-65732B56440D}"/>
    <dgm:cxn modelId="{B9AB0BCC-EF70-4949-9502-49E50EBF623F}" srcId="{50F476B3-10C4-481F-950C-37208BDD0F2A}" destId="{FFEAEC72-144E-4356-9FD2-1F42139CFE17}" srcOrd="0" destOrd="0" parTransId="{661FA838-B7EB-47A8-8D01-801693A25C05}" sibTransId="{61B1481E-8DF1-4E83-8F77-168E761C4586}"/>
    <dgm:cxn modelId="{90407ADC-8C2F-43E0-8D67-AD68F2C715C5}" type="presOf" srcId="{2BD16549-D7B6-4408-8EF6-CF779AE62D8D}" destId="{9EF51755-A8F2-4E55-89E6-B15508050C23}" srcOrd="0" destOrd="0" presId="urn:microsoft.com/office/officeart/2008/layout/LinedList"/>
    <dgm:cxn modelId="{1D151DE0-4C41-4CB1-A04B-F92D83C15049}" srcId="{50F476B3-10C4-481F-950C-37208BDD0F2A}" destId="{913BDBE8-5BFB-4C36-9E64-CB0A3FF4E2A7}" srcOrd="4" destOrd="0" parTransId="{587C0594-DDAE-4990-B77B-893C1B65CC6C}" sibTransId="{0DEE3975-4C96-4187-89B1-A22364648A53}"/>
    <dgm:cxn modelId="{301CE1DB-FEAB-407B-B0E2-E5FCD5D88BC6}" type="presParOf" srcId="{6DC3260C-B002-41FD-8D3E-5C99C3E2F9A5}" destId="{CEEC6300-3FBF-4EA9-8F5A-BEFC94C0510E}" srcOrd="0" destOrd="0" presId="urn:microsoft.com/office/officeart/2008/layout/LinedList"/>
    <dgm:cxn modelId="{BA1C420F-D470-4212-BA37-76C03026FF55}" type="presParOf" srcId="{6DC3260C-B002-41FD-8D3E-5C99C3E2F9A5}" destId="{6225F076-96D1-4B38-A140-A4F15DF10181}" srcOrd="1" destOrd="0" presId="urn:microsoft.com/office/officeart/2008/layout/LinedList"/>
    <dgm:cxn modelId="{5557F955-9B8B-4D87-B559-5D21ABE3D8CE}" type="presParOf" srcId="{6225F076-96D1-4B38-A140-A4F15DF10181}" destId="{C3D64152-16FE-4A0C-AD37-16832FBE1ABE}" srcOrd="0" destOrd="0" presId="urn:microsoft.com/office/officeart/2008/layout/LinedList"/>
    <dgm:cxn modelId="{5D7369B4-907F-4FB3-87BE-E1A57474F594}" type="presParOf" srcId="{6225F076-96D1-4B38-A140-A4F15DF10181}" destId="{6E473627-B744-4926-A872-05DCFC0AD635}" srcOrd="1" destOrd="0" presId="urn:microsoft.com/office/officeart/2008/layout/LinedList"/>
    <dgm:cxn modelId="{AC83E0CA-13CF-4DBA-A09D-949484BB6827}" type="presParOf" srcId="{6DC3260C-B002-41FD-8D3E-5C99C3E2F9A5}" destId="{9E0E44D8-20F9-4C5C-8099-569FF78CE640}" srcOrd="2" destOrd="0" presId="urn:microsoft.com/office/officeart/2008/layout/LinedList"/>
    <dgm:cxn modelId="{998871F0-B3C3-4604-B9B5-7F5284E0E567}" type="presParOf" srcId="{6DC3260C-B002-41FD-8D3E-5C99C3E2F9A5}" destId="{B2A91283-762E-4529-8F73-E88A65D15F27}" srcOrd="3" destOrd="0" presId="urn:microsoft.com/office/officeart/2008/layout/LinedList"/>
    <dgm:cxn modelId="{36F33FFF-736D-43AF-9A55-72CFC7120FC1}" type="presParOf" srcId="{B2A91283-762E-4529-8F73-E88A65D15F27}" destId="{8229D32B-CB3D-43A6-9283-FD7A17C3EFED}" srcOrd="0" destOrd="0" presId="urn:microsoft.com/office/officeart/2008/layout/LinedList"/>
    <dgm:cxn modelId="{3C26D98D-1A9B-45B0-9E6F-EE367F26C8A3}" type="presParOf" srcId="{B2A91283-762E-4529-8F73-E88A65D15F27}" destId="{19C7AB89-66B1-4781-8D7D-56F084279F6F}" srcOrd="1" destOrd="0" presId="urn:microsoft.com/office/officeart/2008/layout/LinedList"/>
    <dgm:cxn modelId="{DC153842-1897-44E2-B4B5-E0C58AF5388C}" type="presParOf" srcId="{6DC3260C-B002-41FD-8D3E-5C99C3E2F9A5}" destId="{792B68E8-8323-4646-9254-9D836B28AAAC}" srcOrd="4" destOrd="0" presId="urn:microsoft.com/office/officeart/2008/layout/LinedList"/>
    <dgm:cxn modelId="{B8EB5D9C-77D8-4ECB-8F15-07792D426208}" type="presParOf" srcId="{6DC3260C-B002-41FD-8D3E-5C99C3E2F9A5}" destId="{974514B2-7FC3-4B32-B7BA-A8C9E90A5A4F}" srcOrd="5" destOrd="0" presId="urn:microsoft.com/office/officeart/2008/layout/LinedList"/>
    <dgm:cxn modelId="{2B5E3911-3B8C-4B79-9C2D-F1DAB003BF93}" type="presParOf" srcId="{974514B2-7FC3-4B32-B7BA-A8C9E90A5A4F}" destId="{9EF51755-A8F2-4E55-89E6-B15508050C23}" srcOrd="0" destOrd="0" presId="urn:microsoft.com/office/officeart/2008/layout/LinedList"/>
    <dgm:cxn modelId="{926AA4DC-39D9-4053-9CDF-9184E3CE85BA}" type="presParOf" srcId="{974514B2-7FC3-4B32-B7BA-A8C9E90A5A4F}" destId="{9B61E1DA-C18E-4CAA-BB83-3729B5DBA11B}" srcOrd="1" destOrd="0" presId="urn:microsoft.com/office/officeart/2008/layout/LinedList"/>
    <dgm:cxn modelId="{EBBD58E5-6647-4EFB-B266-7681756231BF}" type="presParOf" srcId="{6DC3260C-B002-41FD-8D3E-5C99C3E2F9A5}" destId="{1D935A17-B5AB-43DE-9C71-6E35CC839C36}" srcOrd="6" destOrd="0" presId="urn:microsoft.com/office/officeart/2008/layout/LinedList"/>
    <dgm:cxn modelId="{D8150848-3AC0-4C4D-A789-4A361EB140B7}" type="presParOf" srcId="{6DC3260C-B002-41FD-8D3E-5C99C3E2F9A5}" destId="{19D80755-F40F-452B-87BE-B01006585CF4}" srcOrd="7" destOrd="0" presId="urn:microsoft.com/office/officeart/2008/layout/LinedList"/>
    <dgm:cxn modelId="{522AA0F9-4355-466B-BA6F-3C3D1F6D7966}" type="presParOf" srcId="{19D80755-F40F-452B-87BE-B01006585CF4}" destId="{52064CAD-A999-40A2-8BA2-6584F45667C8}" srcOrd="0" destOrd="0" presId="urn:microsoft.com/office/officeart/2008/layout/LinedList"/>
    <dgm:cxn modelId="{B617F999-30B0-4328-A9ED-7616248BE164}" type="presParOf" srcId="{19D80755-F40F-452B-87BE-B01006585CF4}" destId="{A8BEF2BC-B1D1-43C9-AD3D-5C5C50D3F0EA}" srcOrd="1" destOrd="0" presId="urn:microsoft.com/office/officeart/2008/layout/LinedList"/>
    <dgm:cxn modelId="{B96D5402-9FAE-439F-B5A7-74523B422451}" type="presParOf" srcId="{6DC3260C-B002-41FD-8D3E-5C99C3E2F9A5}" destId="{BB882314-A749-4A6A-BE44-17CCD31AF7F0}" srcOrd="8" destOrd="0" presId="urn:microsoft.com/office/officeart/2008/layout/LinedList"/>
    <dgm:cxn modelId="{2AFD5BE4-A984-4EA6-9FD5-74EF71C96C0C}" type="presParOf" srcId="{6DC3260C-B002-41FD-8D3E-5C99C3E2F9A5}" destId="{D9ABABF0-FDAC-4404-AAD5-10448D83889C}" srcOrd="9" destOrd="0" presId="urn:microsoft.com/office/officeart/2008/layout/LinedList"/>
    <dgm:cxn modelId="{5D3E4D20-10FE-42C5-8813-4CE9B32AC8BD}" type="presParOf" srcId="{D9ABABF0-FDAC-4404-AAD5-10448D83889C}" destId="{AC92664B-7800-4966-AA74-F8EA638E51DD}" srcOrd="0" destOrd="0" presId="urn:microsoft.com/office/officeart/2008/layout/LinedList"/>
    <dgm:cxn modelId="{536FEDB6-4D6E-4A55-B57B-145EA812E3A7}" type="presParOf" srcId="{D9ABABF0-FDAC-4404-AAD5-10448D83889C}" destId="{65EAF9F2-6094-47D2-A2F8-0B8024F1E41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B278963-9FAD-4D82-809F-E9A78A4E9D3F}" type="doc">
      <dgm:prSet loTypeId="urn:microsoft.com/office/officeart/2008/layout/LinedList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DC474958-B066-48B2-A863-17AE875E75B6}">
      <dgm:prSet/>
      <dgm:spPr/>
      <dgm:t>
        <a:bodyPr/>
        <a:lstStyle/>
        <a:p>
          <a:r>
            <a:rPr lang="en-US"/>
            <a:t>Influyen en el rendimiento de la red</a:t>
          </a:r>
        </a:p>
      </dgm:t>
    </dgm:pt>
    <dgm:pt modelId="{E7FEC7F5-D6B0-4561-B9D3-B301A36434C3}" type="parTrans" cxnId="{70F28AD7-2871-4462-95DF-428D04748A2D}">
      <dgm:prSet/>
      <dgm:spPr/>
      <dgm:t>
        <a:bodyPr/>
        <a:lstStyle/>
        <a:p>
          <a:endParaRPr lang="en-US"/>
        </a:p>
      </dgm:t>
    </dgm:pt>
    <dgm:pt modelId="{CA6D168F-6CED-4C9F-A7FD-52CF6A99B20D}" type="sibTrans" cxnId="{70F28AD7-2871-4462-95DF-428D04748A2D}">
      <dgm:prSet/>
      <dgm:spPr/>
      <dgm:t>
        <a:bodyPr/>
        <a:lstStyle/>
        <a:p>
          <a:endParaRPr lang="en-US"/>
        </a:p>
      </dgm:t>
    </dgm:pt>
    <dgm:pt modelId="{87177D60-4130-49DD-BC3D-D1DEF00231A7}">
      <dgm:prSet/>
      <dgm:spPr/>
      <dgm:t>
        <a:bodyPr/>
        <a:lstStyle/>
        <a:p>
          <a:r>
            <a:rPr lang="en-US"/>
            <a:t>Afectan a la estabilidad del sistema</a:t>
          </a:r>
        </a:p>
      </dgm:t>
    </dgm:pt>
    <dgm:pt modelId="{04D7F14B-292C-4C3A-93D7-29087CA4FB27}" type="parTrans" cxnId="{BCCE87B4-0941-4991-A4DC-6F2DAE93986A}">
      <dgm:prSet/>
      <dgm:spPr/>
      <dgm:t>
        <a:bodyPr/>
        <a:lstStyle/>
        <a:p>
          <a:endParaRPr lang="en-US"/>
        </a:p>
      </dgm:t>
    </dgm:pt>
    <dgm:pt modelId="{C13EC334-F3A8-4076-A2A6-C05334A2255D}" type="sibTrans" cxnId="{BCCE87B4-0941-4991-A4DC-6F2DAE93986A}">
      <dgm:prSet/>
      <dgm:spPr/>
      <dgm:t>
        <a:bodyPr/>
        <a:lstStyle/>
        <a:p>
          <a:endParaRPr lang="en-US"/>
        </a:p>
      </dgm:t>
    </dgm:pt>
    <dgm:pt modelId="{95E7DA9B-3CC9-4370-B796-B0BFC7AEF9FF}">
      <dgm:prSet/>
      <dgm:spPr/>
      <dgm:t>
        <a:bodyPr/>
        <a:lstStyle/>
        <a:p>
          <a:r>
            <a:rPr lang="en-US"/>
            <a:t>Deben ser correctamente definidos</a:t>
          </a:r>
        </a:p>
      </dgm:t>
    </dgm:pt>
    <dgm:pt modelId="{94A60DBF-81D4-4C01-BD4E-A82E749C8479}" type="parTrans" cxnId="{72786CC8-A96B-4E43-AE2D-88AE30007495}">
      <dgm:prSet/>
      <dgm:spPr/>
      <dgm:t>
        <a:bodyPr/>
        <a:lstStyle/>
        <a:p>
          <a:endParaRPr lang="en-US"/>
        </a:p>
      </dgm:t>
    </dgm:pt>
    <dgm:pt modelId="{28FB20AA-54A3-4AE8-A610-0E5311219965}" type="sibTrans" cxnId="{72786CC8-A96B-4E43-AE2D-88AE30007495}">
      <dgm:prSet/>
      <dgm:spPr/>
      <dgm:t>
        <a:bodyPr/>
        <a:lstStyle/>
        <a:p>
          <a:endParaRPr lang="en-US"/>
        </a:p>
      </dgm:t>
    </dgm:pt>
    <dgm:pt modelId="{59A32946-7164-4495-9715-F12656DDD2FE}" type="pres">
      <dgm:prSet presAssocID="{3B278963-9FAD-4D82-809F-E9A78A4E9D3F}" presName="vert0" presStyleCnt="0">
        <dgm:presLayoutVars>
          <dgm:dir/>
          <dgm:animOne val="branch"/>
          <dgm:animLvl val="lvl"/>
        </dgm:presLayoutVars>
      </dgm:prSet>
      <dgm:spPr/>
    </dgm:pt>
    <dgm:pt modelId="{FE2BACB3-67E8-421F-89D0-0BD117E2C69E}" type="pres">
      <dgm:prSet presAssocID="{DC474958-B066-48B2-A863-17AE875E75B6}" presName="thickLine" presStyleLbl="alignNode1" presStyleIdx="0" presStyleCnt="3"/>
      <dgm:spPr/>
    </dgm:pt>
    <dgm:pt modelId="{C40E7A6A-6B89-4C73-A1E9-45253A62E5B6}" type="pres">
      <dgm:prSet presAssocID="{DC474958-B066-48B2-A863-17AE875E75B6}" presName="horz1" presStyleCnt="0"/>
      <dgm:spPr/>
    </dgm:pt>
    <dgm:pt modelId="{7678D9D8-ECDE-41B8-9597-C2261AC9E1F7}" type="pres">
      <dgm:prSet presAssocID="{DC474958-B066-48B2-A863-17AE875E75B6}" presName="tx1" presStyleLbl="revTx" presStyleIdx="0" presStyleCnt="3"/>
      <dgm:spPr/>
    </dgm:pt>
    <dgm:pt modelId="{784819BD-066E-4FB3-B285-7DE1CF48C035}" type="pres">
      <dgm:prSet presAssocID="{DC474958-B066-48B2-A863-17AE875E75B6}" presName="vert1" presStyleCnt="0"/>
      <dgm:spPr/>
    </dgm:pt>
    <dgm:pt modelId="{3974B9F3-C323-4C2F-AC25-E32DFE8B79EA}" type="pres">
      <dgm:prSet presAssocID="{87177D60-4130-49DD-BC3D-D1DEF00231A7}" presName="thickLine" presStyleLbl="alignNode1" presStyleIdx="1" presStyleCnt="3"/>
      <dgm:spPr/>
    </dgm:pt>
    <dgm:pt modelId="{1CACF001-76CF-463F-82C4-E6A48E1475B9}" type="pres">
      <dgm:prSet presAssocID="{87177D60-4130-49DD-BC3D-D1DEF00231A7}" presName="horz1" presStyleCnt="0"/>
      <dgm:spPr/>
    </dgm:pt>
    <dgm:pt modelId="{DF84D7C0-1C90-4B33-B5A3-A7F5039FE6BB}" type="pres">
      <dgm:prSet presAssocID="{87177D60-4130-49DD-BC3D-D1DEF00231A7}" presName="tx1" presStyleLbl="revTx" presStyleIdx="1" presStyleCnt="3"/>
      <dgm:spPr/>
    </dgm:pt>
    <dgm:pt modelId="{8F9AF3DD-C0E7-4F56-BD58-054A462D662B}" type="pres">
      <dgm:prSet presAssocID="{87177D60-4130-49DD-BC3D-D1DEF00231A7}" presName="vert1" presStyleCnt="0"/>
      <dgm:spPr/>
    </dgm:pt>
    <dgm:pt modelId="{C2DB4E78-5A79-4339-AEA0-8D97A2D52392}" type="pres">
      <dgm:prSet presAssocID="{95E7DA9B-3CC9-4370-B796-B0BFC7AEF9FF}" presName="thickLine" presStyleLbl="alignNode1" presStyleIdx="2" presStyleCnt="3"/>
      <dgm:spPr/>
    </dgm:pt>
    <dgm:pt modelId="{C8B7E336-CB23-4F75-83FF-D14B25778472}" type="pres">
      <dgm:prSet presAssocID="{95E7DA9B-3CC9-4370-B796-B0BFC7AEF9FF}" presName="horz1" presStyleCnt="0"/>
      <dgm:spPr/>
    </dgm:pt>
    <dgm:pt modelId="{D0B8F95D-E014-4DB9-A75D-E4FB148D5B65}" type="pres">
      <dgm:prSet presAssocID="{95E7DA9B-3CC9-4370-B796-B0BFC7AEF9FF}" presName="tx1" presStyleLbl="revTx" presStyleIdx="2" presStyleCnt="3"/>
      <dgm:spPr/>
    </dgm:pt>
    <dgm:pt modelId="{E3263001-29B9-43B8-86F2-ABBB443532AF}" type="pres">
      <dgm:prSet presAssocID="{95E7DA9B-3CC9-4370-B796-B0BFC7AEF9FF}" presName="vert1" presStyleCnt="0"/>
      <dgm:spPr/>
    </dgm:pt>
  </dgm:ptLst>
  <dgm:cxnLst>
    <dgm:cxn modelId="{149B1902-2FD1-4D0A-B4E4-2D68CBA102A2}" type="presOf" srcId="{DC474958-B066-48B2-A863-17AE875E75B6}" destId="{7678D9D8-ECDE-41B8-9597-C2261AC9E1F7}" srcOrd="0" destOrd="0" presId="urn:microsoft.com/office/officeart/2008/layout/LinedList"/>
    <dgm:cxn modelId="{819BBE12-5A47-4DCA-BF51-8F8FE2D5284A}" type="presOf" srcId="{95E7DA9B-3CC9-4370-B796-B0BFC7AEF9FF}" destId="{D0B8F95D-E014-4DB9-A75D-E4FB148D5B65}" srcOrd="0" destOrd="0" presId="urn:microsoft.com/office/officeart/2008/layout/LinedList"/>
    <dgm:cxn modelId="{BCCE87B4-0941-4991-A4DC-6F2DAE93986A}" srcId="{3B278963-9FAD-4D82-809F-E9A78A4E9D3F}" destId="{87177D60-4130-49DD-BC3D-D1DEF00231A7}" srcOrd="1" destOrd="0" parTransId="{04D7F14B-292C-4C3A-93D7-29087CA4FB27}" sibTransId="{C13EC334-F3A8-4076-A2A6-C05334A2255D}"/>
    <dgm:cxn modelId="{4E98E3BC-84F4-426E-BCFA-EF6F516C2386}" type="presOf" srcId="{87177D60-4130-49DD-BC3D-D1DEF00231A7}" destId="{DF84D7C0-1C90-4B33-B5A3-A7F5039FE6BB}" srcOrd="0" destOrd="0" presId="urn:microsoft.com/office/officeart/2008/layout/LinedList"/>
    <dgm:cxn modelId="{72786CC8-A96B-4E43-AE2D-88AE30007495}" srcId="{3B278963-9FAD-4D82-809F-E9A78A4E9D3F}" destId="{95E7DA9B-3CC9-4370-B796-B0BFC7AEF9FF}" srcOrd="2" destOrd="0" parTransId="{94A60DBF-81D4-4C01-BD4E-A82E749C8479}" sibTransId="{28FB20AA-54A3-4AE8-A610-0E5311219965}"/>
    <dgm:cxn modelId="{7271DBC8-D95B-4284-9568-FEA63C1ADB4A}" type="presOf" srcId="{3B278963-9FAD-4D82-809F-E9A78A4E9D3F}" destId="{59A32946-7164-4495-9715-F12656DDD2FE}" srcOrd="0" destOrd="0" presId="urn:microsoft.com/office/officeart/2008/layout/LinedList"/>
    <dgm:cxn modelId="{70F28AD7-2871-4462-95DF-428D04748A2D}" srcId="{3B278963-9FAD-4D82-809F-E9A78A4E9D3F}" destId="{DC474958-B066-48B2-A863-17AE875E75B6}" srcOrd="0" destOrd="0" parTransId="{E7FEC7F5-D6B0-4561-B9D3-B301A36434C3}" sibTransId="{CA6D168F-6CED-4C9F-A7FD-52CF6A99B20D}"/>
    <dgm:cxn modelId="{A69D5F0A-C9AA-47B0-9271-AAA40A5E3A46}" type="presParOf" srcId="{59A32946-7164-4495-9715-F12656DDD2FE}" destId="{FE2BACB3-67E8-421F-89D0-0BD117E2C69E}" srcOrd="0" destOrd="0" presId="urn:microsoft.com/office/officeart/2008/layout/LinedList"/>
    <dgm:cxn modelId="{E8FEAB8D-32AD-478F-8DA1-A266A4DDD91B}" type="presParOf" srcId="{59A32946-7164-4495-9715-F12656DDD2FE}" destId="{C40E7A6A-6B89-4C73-A1E9-45253A62E5B6}" srcOrd="1" destOrd="0" presId="urn:microsoft.com/office/officeart/2008/layout/LinedList"/>
    <dgm:cxn modelId="{01FF33CC-CFF2-40CF-BF6B-4E6C932C62F7}" type="presParOf" srcId="{C40E7A6A-6B89-4C73-A1E9-45253A62E5B6}" destId="{7678D9D8-ECDE-41B8-9597-C2261AC9E1F7}" srcOrd="0" destOrd="0" presId="urn:microsoft.com/office/officeart/2008/layout/LinedList"/>
    <dgm:cxn modelId="{035293BE-F3E8-4F57-B5DC-B9F6A32EF041}" type="presParOf" srcId="{C40E7A6A-6B89-4C73-A1E9-45253A62E5B6}" destId="{784819BD-066E-4FB3-B285-7DE1CF48C035}" srcOrd="1" destOrd="0" presId="urn:microsoft.com/office/officeart/2008/layout/LinedList"/>
    <dgm:cxn modelId="{8F5835DE-AEC5-4642-9C71-FA92B6685F07}" type="presParOf" srcId="{59A32946-7164-4495-9715-F12656DDD2FE}" destId="{3974B9F3-C323-4C2F-AC25-E32DFE8B79EA}" srcOrd="2" destOrd="0" presId="urn:microsoft.com/office/officeart/2008/layout/LinedList"/>
    <dgm:cxn modelId="{8EF2AD3D-6FB0-4C4E-91D6-1518CF224C60}" type="presParOf" srcId="{59A32946-7164-4495-9715-F12656DDD2FE}" destId="{1CACF001-76CF-463F-82C4-E6A48E1475B9}" srcOrd="3" destOrd="0" presId="urn:microsoft.com/office/officeart/2008/layout/LinedList"/>
    <dgm:cxn modelId="{878C6C4F-EECC-4005-ABBA-60E2901FA84C}" type="presParOf" srcId="{1CACF001-76CF-463F-82C4-E6A48E1475B9}" destId="{DF84D7C0-1C90-4B33-B5A3-A7F5039FE6BB}" srcOrd="0" destOrd="0" presId="urn:microsoft.com/office/officeart/2008/layout/LinedList"/>
    <dgm:cxn modelId="{0246012A-C175-4050-8AD2-9C4B93AFFA02}" type="presParOf" srcId="{1CACF001-76CF-463F-82C4-E6A48E1475B9}" destId="{8F9AF3DD-C0E7-4F56-BD58-054A462D662B}" srcOrd="1" destOrd="0" presId="urn:microsoft.com/office/officeart/2008/layout/LinedList"/>
    <dgm:cxn modelId="{F4ED46AC-F81F-47B8-9368-4E5FA793A063}" type="presParOf" srcId="{59A32946-7164-4495-9715-F12656DDD2FE}" destId="{C2DB4E78-5A79-4339-AEA0-8D97A2D52392}" srcOrd="4" destOrd="0" presId="urn:microsoft.com/office/officeart/2008/layout/LinedList"/>
    <dgm:cxn modelId="{5EB601D4-B54E-4456-BC8A-CFC34EDF2AFA}" type="presParOf" srcId="{59A32946-7164-4495-9715-F12656DDD2FE}" destId="{C8B7E336-CB23-4F75-83FF-D14B25778472}" srcOrd="5" destOrd="0" presId="urn:microsoft.com/office/officeart/2008/layout/LinedList"/>
    <dgm:cxn modelId="{9FEC7FA2-2E76-4C48-BC4A-3193BFB7A6BA}" type="presParOf" srcId="{C8B7E336-CB23-4F75-83FF-D14B25778472}" destId="{D0B8F95D-E014-4DB9-A75D-E4FB148D5B65}" srcOrd="0" destOrd="0" presId="urn:microsoft.com/office/officeart/2008/layout/LinedList"/>
    <dgm:cxn modelId="{1A33603B-ACF7-40B3-B070-E34AFB7EA119}" type="presParOf" srcId="{C8B7E336-CB23-4F75-83FF-D14B25778472}" destId="{E3263001-29B9-43B8-86F2-ABBB443532A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6302401-91C3-433B-B0B3-CC51EFB8C802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F8E76B52-D9B0-4A54-A018-B50E0EA0B04A}">
      <dgm:prSet/>
      <dgm:spPr/>
      <dgm:t>
        <a:bodyPr/>
        <a:lstStyle/>
        <a:p>
          <a:r>
            <a:rPr lang="en-US"/>
            <a:t>Ancho de banda</a:t>
          </a:r>
        </a:p>
      </dgm:t>
    </dgm:pt>
    <dgm:pt modelId="{5DA45783-D383-401E-B244-6AD1389B1068}" type="parTrans" cxnId="{FFDFA16C-CE20-467B-A55C-BBD9583714D9}">
      <dgm:prSet/>
      <dgm:spPr/>
      <dgm:t>
        <a:bodyPr/>
        <a:lstStyle/>
        <a:p>
          <a:endParaRPr lang="en-US"/>
        </a:p>
      </dgm:t>
    </dgm:pt>
    <dgm:pt modelId="{CF510736-657E-429A-A0FA-05B764413BF6}" type="sibTrans" cxnId="{FFDFA16C-CE20-467B-A55C-BBD9583714D9}">
      <dgm:prSet/>
      <dgm:spPr/>
      <dgm:t>
        <a:bodyPr/>
        <a:lstStyle/>
        <a:p>
          <a:endParaRPr lang="en-US"/>
        </a:p>
      </dgm:t>
    </dgm:pt>
    <dgm:pt modelId="{D9B4CB9A-5EC8-41AC-AF60-21365198B972}">
      <dgm:prSet/>
      <dgm:spPr/>
      <dgm:t>
        <a:bodyPr/>
        <a:lstStyle/>
        <a:p>
          <a:r>
            <a:rPr lang="en-US"/>
            <a:t>Latencia</a:t>
          </a:r>
        </a:p>
      </dgm:t>
    </dgm:pt>
    <dgm:pt modelId="{BE66FC2E-33FD-4FB7-8A04-6FCD50F3DB6C}" type="parTrans" cxnId="{8B85F23C-110A-46E8-ACA7-C2526CE3BBA5}">
      <dgm:prSet/>
      <dgm:spPr/>
      <dgm:t>
        <a:bodyPr/>
        <a:lstStyle/>
        <a:p>
          <a:endParaRPr lang="en-US"/>
        </a:p>
      </dgm:t>
    </dgm:pt>
    <dgm:pt modelId="{3965AB23-AE41-4CBD-BAAE-36A19D03D5D2}" type="sibTrans" cxnId="{8B85F23C-110A-46E8-ACA7-C2526CE3BBA5}">
      <dgm:prSet/>
      <dgm:spPr/>
      <dgm:t>
        <a:bodyPr/>
        <a:lstStyle/>
        <a:p>
          <a:endParaRPr lang="en-US"/>
        </a:p>
      </dgm:t>
    </dgm:pt>
    <dgm:pt modelId="{FD943635-01C1-4699-A178-8EB3FBD3D85E}">
      <dgm:prSet/>
      <dgm:spPr/>
      <dgm:t>
        <a:bodyPr/>
        <a:lstStyle/>
        <a:p>
          <a:r>
            <a:rPr lang="en-US"/>
            <a:t>Pérdida de paquetes</a:t>
          </a:r>
        </a:p>
      </dgm:t>
    </dgm:pt>
    <dgm:pt modelId="{DC2E9C20-1E22-4FCC-910D-6CA943EBDB3C}" type="parTrans" cxnId="{33F289DD-1DAD-4CB5-A416-6044818BA1AB}">
      <dgm:prSet/>
      <dgm:spPr/>
      <dgm:t>
        <a:bodyPr/>
        <a:lstStyle/>
        <a:p>
          <a:endParaRPr lang="en-US"/>
        </a:p>
      </dgm:t>
    </dgm:pt>
    <dgm:pt modelId="{BEF77CEA-C778-4D0A-9618-D831965DBB8C}" type="sibTrans" cxnId="{33F289DD-1DAD-4CB5-A416-6044818BA1AB}">
      <dgm:prSet/>
      <dgm:spPr/>
      <dgm:t>
        <a:bodyPr/>
        <a:lstStyle/>
        <a:p>
          <a:endParaRPr lang="en-US"/>
        </a:p>
      </dgm:t>
    </dgm:pt>
    <dgm:pt modelId="{38980910-B220-4FC9-AA06-A19320CF07C7}">
      <dgm:prSet/>
      <dgm:spPr/>
      <dgm:t>
        <a:bodyPr/>
        <a:lstStyle/>
        <a:p>
          <a:r>
            <a:rPr lang="en-US"/>
            <a:t>Estado de interfaces</a:t>
          </a:r>
        </a:p>
      </dgm:t>
    </dgm:pt>
    <dgm:pt modelId="{9A88684D-42EA-4A67-8D38-6890879E937A}" type="parTrans" cxnId="{AE00B591-8E1B-4785-9427-E8C5C5B69F5A}">
      <dgm:prSet/>
      <dgm:spPr/>
      <dgm:t>
        <a:bodyPr/>
        <a:lstStyle/>
        <a:p>
          <a:endParaRPr lang="en-US"/>
        </a:p>
      </dgm:t>
    </dgm:pt>
    <dgm:pt modelId="{E639EA36-DF5B-4537-A51A-DA8A11104870}" type="sibTrans" cxnId="{AE00B591-8E1B-4785-9427-E8C5C5B69F5A}">
      <dgm:prSet/>
      <dgm:spPr/>
      <dgm:t>
        <a:bodyPr/>
        <a:lstStyle/>
        <a:p>
          <a:endParaRPr lang="en-US"/>
        </a:p>
      </dgm:t>
    </dgm:pt>
    <dgm:pt modelId="{2E36146C-4340-4DB5-8B37-4DF322D7D1C3}">
      <dgm:prSet/>
      <dgm:spPr/>
      <dgm:t>
        <a:bodyPr/>
        <a:lstStyle/>
        <a:p>
          <a:r>
            <a:rPr lang="en-US"/>
            <a:t>Disponibilidad del servicio</a:t>
          </a:r>
        </a:p>
      </dgm:t>
    </dgm:pt>
    <dgm:pt modelId="{B74D5F84-E324-4839-AF7A-077CE5BDFAC5}" type="parTrans" cxnId="{3B390BD7-A7D4-4A27-BDD8-27DC3C20FA14}">
      <dgm:prSet/>
      <dgm:spPr/>
      <dgm:t>
        <a:bodyPr/>
        <a:lstStyle/>
        <a:p>
          <a:endParaRPr lang="en-US"/>
        </a:p>
      </dgm:t>
    </dgm:pt>
    <dgm:pt modelId="{471EA79C-7214-483D-9F18-9459D842B860}" type="sibTrans" cxnId="{3B390BD7-A7D4-4A27-BDD8-27DC3C20FA14}">
      <dgm:prSet/>
      <dgm:spPr/>
      <dgm:t>
        <a:bodyPr/>
        <a:lstStyle/>
        <a:p>
          <a:endParaRPr lang="en-US"/>
        </a:p>
      </dgm:t>
    </dgm:pt>
    <dgm:pt modelId="{D22A4943-9E8C-4B84-9684-36CDF6542F36}" type="pres">
      <dgm:prSet presAssocID="{96302401-91C3-433B-B0B3-CC51EFB8C802}" presName="vert0" presStyleCnt="0">
        <dgm:presLayoutVars>
          <dgm:dir/>
          <dgm:animOne val="branch"/>
          <dgm:animLvl val="lvl"/>
        </dgm:presLayoutVars>
      </dgm:prSet>
      <dgm:spPr/>
    </dgm:pt>
    <dgm:pt modelId="{18E4DEC6-13C0-46D8-8F05-3775C8AEBCBB}" type="pres">
      <dgm:prSet presAssocID="{F8E76B52-D9B0-4A54-A018-B50E0EA0B04A}" presName="thickLine" presStyleLbl="alignNode1" presStyleIdx="0" presStyleCnt="5"/>
      <dgm:spPr/>
    </dgm:pt>
    <dgm:pt modelId="{3905D71E-7F6D-4A74-AC07-41389D57F4D6}" type="pres">
      <dgm:prSet presAssocID="{F8E76B52-D9B0-4A54-A018-B50E0EA0B04A}" presName="horz1" presStyleCnt="0"/>
      <dgm:spPr/>
    </dgm:pt>
    <dgm:pt modelId="{6067BEAE-1F5E-471A-B8B1-0819C0CB6901}" type="pres">
      <dgm:prSet presAssocID="{F8E76B52-D9B0-4A54-A018-B50E0EA0B04A}" presName="tx1" presStyleLbl="revTx" presStyleIdx="0" presStyleCnt="5"/>
      <dgm:spPr/>
    </dgm:pt>
    <dgm:pt modelId="{9E5DF9F3-8617-4F21-9CBE-4CF1EF443EA7}" type="pres">
      <dgm:prSet presAssocID="{F8E76B52-D9B0-4A54-A018-B50E0EA0B04A}" presName="vert1" presStyleCnt="0"/>
      <dgm:spPr/>
    </dgm:pt>
    <dgm:pt modelId="{7A670265-7C23-4DB6-B738-D5D7725690DC}" type="pres">
      <dgm:prSet presAssocID="{D9B4CB9A-5EC8-41AC-AF60-21365198B972}" presName="thickLine" presStyleLbl="alignNode1" presStyleIdx="1" presStyleCnt="5"/>
      <dgm:spPr/>
    </dgm:pt>
    <dgm:pt modelId="{5D3DE884-A7D5-4775-9319-ECE8E6FDA7A3}" type="pres">
      <dgm:prSet presAssocID="{D9B4CB9A-5EC8-41AC-AF60-21365198B972}" presName="horz1" presStyleCnt="0"/>
      <dgm:spPr/>
    </dgm:pt>
    <dgm:pt modelId="{CD2FFF49-650D-4159-8357-8EF82EE9AD7B}" type="pres">
      <dgm:prSet presAssocID="{D9B4CB9A-5EC8-41AC-AF60-21365198B972}" presName="tx1" presStyleLbl="revTx" presStyleIdx="1" presStyleCnt="5"/>
      <dgm:spPr/>
    </dgm:pt>
    <dgm:pt modelId="{9EEF8893-797F-4021-BC87-B68E14D0EFA0}" type="pres">
      <dgm:prSet presAssocID="{D9B4CB9A-5EC8-41AC-AF60-21365198B972}" presName="vert1" presStyleCnt="0"/>
      <dgm:spPr/>
    </dgm:pt>
    <dgm:pt modelId="{60E3ACE5-8E13-4C8E-A7AB-F4584A1B81BF}" type="pres">
      <dgm:prSet presAssocID="{FD943635-01C1-4699-A178-8EB3FBD3D85E}" presName="thickLine" presStyleLbl="alignNode1" presStyleIdx="2" presStyleCnt="5"/>
      <dgm:spPr/>
    </dgm:pt>
    <dgm:pt modelId="{4E389D7A-0486-43DC-99CA-E7652E7EAC6D}" type="pres">
      <dgm:prSet presAssocID="{FD943635-01C1-4699-A178-8EB3FBD3D85E}" presName="horz1" presStyleCnt="0"/>
      <dgm:spPr/>
    </dgm:pt>
    <dgm:pt modelId="{E738B0DB-FD60-4D90-89E4-9CDD6F289846}" type="pres">
      <dgm:prSet presAssocID="{FD943635-01C1-4699-A178-8EB3FBD3D85E}" presName="tx1" presStyleLbl="revTx" presStyleIdx="2" presStyleCnt="5"/>
      <dgm:spPr/>
    </dgm:pt>
    <dgm:pt modelId="{8E98C973-1C30-4C92-9920-8275D7181FF9}" type="pres">
      <dgm:prSet presAssocID="{FD943635-01C1-4699-A178-8EB3FBD3D85E}" presName="vert1" presStyleCnt="0"/>
      <dgm:spPr/>
    </dgm:pt>
    <dgm:pt modelId="{EA6CD7F6-55B1-4D16-AABB-925A49AC232C}" type="pres">
      <dgm:prSet presAssocID="{38980910-B220-4FC9-AA06-A19320CF07C7}" presName="thickLine" presStyleLbl="alignNode1" presStyleIdx="3" presStyleCnt="5"/>
      <dgm:spPr/>
    </dgm:pt>
    <dgm:pt modelId="{972B9AE5-8018-4C3F-A7B0-0429DEE5AC43}" type="pres">
      <dgm:prSet presAssocID="{38980910-B220-4FC9-AA06-A19320CF07C7}" presName="horz1" presStyleCnt="0"/>
      <dgm:spPr/>
    </dgm:pt>
    <dgm:pt modelId="{55E801B0-4044-41C1-AC99-ADC224E15240}" type="pres">
      <dgm:prSet presAssocID="{38980910-B220-4FC9-AA06-A19320CF07C7}" presName="tx1" presStyleLbl="revTx" presStyleIdx="3" presStyleCnt="5"/>
      <dgm:spPr/>
    </dgm:pt>
    <dgm:pt modelId="{B41224E5-67EE-40F1-8545-BCA72131C4E7}" type="pres">
      <dgm:prSet presAssocID="{38980910-B220-4FC9-AA06-A19320CF07C7}" presName="vert1" presStyleCnt="0"/>
      <dgm:spPr/>
    </dgm:pt>
    <dgm:pt modelId="{6150C4A3-BCEB-42D9-8980-26E59D3498F1}" type="pres">
      <dgm:prSet presAssocID="{2E36146C-4340-4DB5-8B37-4DF322D7D1C3}" presName="thickLine" presStyleLbl="alignNode1" presStyleIdx="4" presStyleCnt="5"/>
      <dgm:spPr/>
    </dgm:pt>
    <dgm:pt modelId="{A5CA98BA-6B2F-4F62-9FF1-67AD23A4CDB1}" type="pres">
      <dgm:prSet presAssocID="{2E36146C-4340-4DB5-8B37-4DF322D7D1C3}" presName="horz1" presStyleCnt="0"/>
      <dgm:spPr/>
    </dgm:pt>
    <dgm:pt modelId="{709F3965-C893-48C5-836E-AA6971F0F2A3}" type="pres">
      <dgm:prSet presAssocID="{2E36146C-4340-4DB5-8B37-4DF322D7D1C3}" presName="tx1" presStyleLbl="revTx" presStyleIdx="4" presStyleCnt="5"/>
      <dgm:spPr/>
    </dgm:pt>
    <dgm:pt modelId="{6AE9F93A-2043-43D7-AE7F-8F78763FEC8C}" type="pres">
      <dgm:prSet presAssocID="{2E36146C-4340-4DB5-8B37-4DF322D7D1C3}" presName="vert1" presStyleCnt="0"/>
      <dgm:spPr/>
    </dgm:pt>
  </dgm:ptLst>
  <dgm:cxnLst>
    <dgm:cxn modelId="{22D0BC03-B6A5-4104-8736-093C29C3A85E}" type="presOf" srcId="{F8E76B52-D9B0-4A54-A018-B50E0EA0B04A}" destId="{6067BEAE-1F5E-471A-B8B1-0819C0CB6901}" srcOrd="0" destOrd="0" presId="urn:microsoft.com/office/officeart/2008/layout/LinedList"/>
    <dgm:cxn modelId="{17481A17-0804-4AA9-9950-42A00B79ACB4}" type="presOf" srcId="{38980910-B220-4FC9-AA06-A19320CF07C7}" destId="{55E801B0-4044-41C1-AC99-ADC224E15240}" srcOrd="0" destOrd="0" presId="urn:microsoft.com/office/officeart/2008/layout/LinedList"/>
    <dgm:cxn modelId="{C32A0C34-BCFC-42B6-BD79-AA237076BA50}" type="presOf" srcId="{96302401-91C3-433B-B0B3-CC51EFB8C802}" destId="{D22A4943-9E8C-4B84-9684-36CDF6542F36}" srcOrd="0" destOrd="0" presId="urn:microsoft.com/office/officeart/2008/layout/LinedList"/>
    <dgm:cxn modelId="{8B85F23C-110A-46E8-ACA7-C2526CE3BBA5}" srcId="{96302401-91C3-433B-B0B3-CC51EFB8C802}" destId="{D9B4CB9A-5EC8-41AC-AF60-21365198B972}" srcOrd="1" destOrd="0" parTransId="{BE66FC2E-33FD-4FB7-8A04-6FCD50F3DB6C}" sibTransId="{3965AB23-AE41-4CBD-BAAE-36A19D03D5D2}"/>
    <dgm:cxn modelId="{FFDFA16C-CE20-467B-A55C-BBD9583714D9}" srcId="{96302401-91C3-433B-B0B3-CC51EFB8C802}" destId="{F8E76B52-D9B0-4A54-A018-B50E0EA0B04A}" srcOrd="0" destOrd="0" parTransId="{5DA45783-D383-401E-B244-6AD1389B1068}" sibTransId="{CF510736-657E-429A-A0FA-05B764413BF6}"/>
    <dgm:cxn modelId="{3C2C9283-B3B6-4091-A6F9-49A86C833E03}" type="presOf" srcId="{D9B4CB9A-5EC8-41AC-AF60-21365198B972}" destId="{CD2FFF49-650D-4159-8357-8EF82EE9AD7B}" srcOrd="0" destOrd="0" presId="urn:microsoft.com/office/officeart/2008/layout/LinedList"/>
    <dgm:cxn modelId="{AE00B591-8E1B-4785-9427-E8C5C5B69F5A}" srcId="{96302401-91C3-433B-B0B3-CC51EFB8C802}" destId="{38980910-B220-4FC9-AA06-A19320CF07C7}" srcOrd="3" destOrd="0" parTransId="{9A88684D-42EA-4A67-8D38-6890879E937A}" sibTransId="{E639EA36-DF5B-4537-A51A-DA8A11104870}"/>
    <dgm:cxn modelId="{3B390BD7-A7D4-4A27-BDD8-27DC3C20FA14}" srcId="{96302401-91C3-433B-B0B3-CC51EFB8C802}" destId="{2E36146C-4340-4DB5-8B37-4DF322D7D1C3}" srcOrd="4" destOrd="0" parTransId="{B74D5F84-E324-4839-AF7A-077CE5BDFAC5}" sibTransId="{471EA79C-7214-483D-9F18-9459D842B860}"/>
    <dgm:cxn modelId="{33F289DD-1DAD-4CB5-A416-6044818BA1AB}" srcId="{96302401-91C3-433B-B0B3-CC51EFB8C802}" destId="{FD943635-01C1-4699-A178-8EB3FBD3D85E}" srcOrd="2" destOrd="0" parTransId="{DC2E9C20-1E22-4FCC-910D-6CA943EBDB3C}" sibTransId="{BEF77CEA-C778-4D0A-9618-D831965DBB8C}"/>
    <dgm:cxn modelId="{DA036CDE-BD24-4AC5-AA08-5E3D5EDF0027}" type="presOf" srcId="{2E36146C-4340-4DB5-8B37-4DF322D7D1C3}" destId="{709F3965-C893-48C5-836E-AA6971F0F2A3}" srcOrd="0" destOrd="0" presId="urn:microsoft.com/office/officeart/2008/layout/LinedList"/>
    <dgm:cxn modelId="{7BAFD6FC-4EC2-4578-8F35-A80C4C35828C}" type="presOf" srcId="{FD943635-01C1-4699-A178-8EB3FBD3D85E}" destId="{E738B0DB-FD60-4D90-89E4-9CDD6F289846}" srcOrd="0" destOrd="0" presId="urn:microsoft.com/office/officeart/2008/layout/LinedList"/>
    <dgm:cxn modelId="{FD9616C7-8287-42C3-8F76-F0AC297FDB5F}" type="presParOf" srcId="{D22A4943-9E8C-4B84-9684-36CDF6542F36}" destId="{18E4DEC6-13C0-46D8-8F05-3775C8AEBCBB}" srcOrd="0" destOrd="0" presId="urn:microsoft.com/office/officeart/2008/layout/LinedList"/>
    <dgm:cxn modelId="{376744D7-B554-48A9-889E-0C647C2A0BF1}" type="presParOf" srcId="{D22A4943-9E8C-4B84-9684-36CDF6542F36}" destId="{3905D71E-7F6D-4A74-AC07-41389D57F4D6}" srcOrd="1" destOrd="0" presId="urn:microsoft.com/office/officeart/2008/layout/LinedList"/>
    <dgm:cxn modelId="{FD0E9F9E-2774-4D53-A886-0667A84EBF3B}" type="presParOf" srcId="{3905D71E-7F6D-4A74-AC07-41389D57F4D6}" destId="{6067BEAE-1F5E-471A-B8B1-0819C0CB6901}" srcOrd="0" destOrd="0" presId="urn:microsoft.com/office/officeart/2008/layout/LinedList"/>
    <dgm:cxn modelId="{1A865C8B-EC2B-43DB-B0DD-1CAEA819E583}" type="presParOf" srcId="{3905D71E-7F6D-4A74-AC07-41389D57F4D6}" destId="{9E5DF9F3-8617-4F21-9CBE-4CF1EF443EA7}" srcOrd="1" destOrd="0" presId="urn:microsoft.com/office/officeart/2008/layout/LinedList"/>
    <dgm:cxn modelId="{D0DAACA4-5BC3-4888-8612-B6D1B20E5DDE}" type="presParOf" srcId="{D22A4943-9E8C-4B84-9684-36CDF6542F36}" destId="{7A670265-7C23-4DB6-B738-D5D7725690DC}" srcOrd="2" destOrd="0" presId="urn:microsoft.com/office/officeart/2008/layout/LinedList"/>
    <dgm:cxn modelId="{3D629B27-6D1D-4CFC-B10D-9BB22379C581}" type="presParOf" srcId="{D22A4943-9E8C-4B84-9684-36CDF6542F36}" destId="{5D3DE884-A7D5-4775-9319-ECE8E6FDA7A3}" srcOrd="3" destOrd="0" presId="urn:microsoft.com/office/officeart/2008/layout/LinedList"/>
    <dgm:cxn modelId="{52248D5D-F92B-4DC9-8181-FE495F6C967D}" type="presParOf" srcId="{5D3DE884-A7D5-4775-9319-ECE8E6FDA7A3}" destId="{CD2FFF49-650D-4159-8357-8EF82EE9AD7B}" srcOrd="0" destOrd="0" presId="urn:microsoft.com/office/officeart/2008/layout/LinedList"/>
    <dgm:cxn modelId="{D4963470-C0C3-4B1B-9F7C-F6650EFBBCBA}" type="presParOf" srcId="{5D3DE884-A7D5-4775-9319-ECE8E6FDA7A3}" destId="{9EEF8893-797F-4021-BC87-B68E14D0EFA0}" srcOrd="1" destOrd="0" presId="urn:microsoft.com/office/officeart/2008/layout/LinedList"/>
    <dgm:cxn modelId="{0CE54186-A097-497B-BB2A-AE44B6137CA1}" type="presParOf" srcId="{D22A4943-9E8C-4B84-9684-36CDF6542F36}" destId="{60E3ACE5-8E13-4C8E-A7AB-F4584A1B81BF}" srcOrd="4" destOrd="0" presId="urn:microsoft.com/office/officeart/2008/layout/LinedList"/>
    <dgm:cxn modelId="{08B0414D-47C9-4562-B97C-A481203B65BD}" type="presParOf" srcId="{D22A4943-9E8C-4B84-9684-36CDF6542F36}" destId="{4E389D7A-0486-43DC-99CA-E7652E7EAC6D}" srcOrd="5" destOrd="0" presId="urn:microsoft.com/office/officeart/2008/layout/LinedList"/>
    <dgm:cxn modelId="{B657085F-CF14-45BB-98EE-D8C78612F330}" type="presParOf" srcId="{4E389D7A-0486-43DC-99CA-E7652E7EAC6D}" destId="{E738B0DB-FD60-4D90-89E4-9CDD6F289846}" srcOrd="0" destOrd="0" presId="urn:microsoft.com/office/officeart/2008/layout/LinedList"/>
    <dgm:cxn modelId="{844E90E3-F76B-41F5-BFAA-69A37428168C}" type="presParOf" srcId="{4E389D7A-0486-43DC-99CA-E7652E7EAC6D}" destId="{8E98C973-1C30-4C92-9920-8275D7181FF9}" srcOrd="1" destOrd="0" presId="urn:microsoft.com/office/officeart/2008/layout/LinedList"/>
    <dgm:cxn modelId="{4A69083E-84F0-4327-9017-E70A99EA8670}" type="presParOf" srcId="{D22A4943-9E8C-4B84-9684-36CDF6542F36}" destId="{EA6CD7F6-55B1-4D16-AABB-925A49AC232C}" srcOrd="6" destOrd="0" presId="urn:microsoft.com/office/officeart/2008/layout/LinedList"/>
    <dgm:cxn modelId="{298584A4-1343-4690-9057-FD6AB81076EF}" type="presParOf" srcId="{D22A4943-9E8C-4B84-9684-36CDF6542F36}" destId="{972B9AE5-8018-4C3F-A7B0-0429DEE5AC43}" srcOrd="7" destOrd="0" presId="urn:microsoft.com/office/officeart/2008/layout/LinedList"/>
    <dgm:cxn modelId="{921F4E77-0FE3-4B9F-AF43-DBFF44E1DEBD}" type="presParOf" srcId="{972B9AE5-8018-4C3F-A7B0-0429DEE5AC43}" destId="{55E801B0-4044-41C1-AC99-ADC224E15240}" srcOrd="0" destOrd="0" presId="urn:microsoft.com/office/officeart/2008/layout/LinedList"/>
    <dgm:cxn modelId="{35EECEE6-28B9-48DB-9FE4-FA8ACF81D87B}" type="presParOf" srcId="{972B9AE5-8018-4C3F-A7B0-0429DEE5AC43}" destId="{B41224E5-67EE-40F1-8545-BCA72131C4E7}" srcOrd="1" destOrd="0" presId="urn:microsoft.com/office/officeart/2008/layout/LinedList"/>
    <dgm:cxn modelId="{92B632DC-E500-413C-AC47-53D18069E137}" type="presParOf" srcId="{D22A4943-9E8C-4B84-9684-36CDF6542F36}" destId="{6150C4A3-BCEB-42D9-8980-26E59D3498F1}" srcOrd="8" destOrd="0" presId="urn:microsoft.com/office/officeart/2008/layout/LinedList"/>
    <dgm:cxn modelId="{9ED04810-E745-4C57-B631-F4C4181E4BDD}" type="presParOf" srcId="{D22A4943-9E8C-4B84-9684-36CDF6542F36}" destId="{A5CA98BA-6B2F-4F62-9FF1-67AD23A4CDB1}" srcOrd="9" destOrd="0" presId="urn:microsoft.com/office/officeart/2008/layout/LinedList"/>
    <dgm:cxn modelId="{5D353826-9D59-462B-9D3F-25A30BC13B02}" type="presParOf" srcId="{A5CA98BA-6B2F-4F62-9FF1-67AD23A4CDB1}" destId="{709F3965-C893-48C5-836E-AA6971F0F2A3}" srcOrd="0" destOrd="0" presId="urn:microsoft.com/office/officeart/2008/layout/LinedList"/>
    <dgm:cxn modelId="{2B6C7691-7DE6-463C-B25A-A2A6D089FB6E}" type="presParOf" srcId="{A5CA98BA-6B2F-4F62-9FF1-67AD23A4CDB1}" destId="{6AE9F93A-2043-43D7-AE7F-8F78763FEC8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110582F-5457-411F-BB4B-2B20EA02956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816A674-5EB2-45FD-9EA9-16E1CACB0039}">
      <dgm:prSet/>
      <dgm:spPr/>
      <dgm:t>
        <a:bodyPr/>
        <a:lstStyle/>
        <a:p>
          <a:r>
            <a:rPr lang="en-US"/>
            <a:t>Supervisión continua</a:t>
          </a:r>
        </a:p>
      </dgm:t>
    </dgm:pt>
    <dgm:pt modelId="{609F1AA2-4BC8-4914-81BF-0C9EF3FA4402}" type="parTrans" cxnId="{25DFB417-F38C-47CC-A2BB-DFC568060FAB}">
      <dgm:prSet/>
      <dgm:spPr/>
      <dgm:t>
        <a:bodyPr/>
        <a:lstStyle/>
        <a:p>
          <a:endParaRPr lang="en-US"/>
        </a:p>
      </dgm:t>
    </dgm:pt>
    <dgm:pt modelId="{82D08C89-68E1-4679-A8D0-6B38ED78C1F8}" type="sibTrans" cxnId="{25DFB417-F38C-47CC-A2BB-DFC568060FAB}">
      <dgm:prSet/>
      <dgm:spPr/>
      <dgm:t>
        <a:bodyPr/>
        <a:lstStyle/>
        <a:p>
          <a:endParaRPr lang="en-US"/>
        </a:p>
      </dgm:t>
    </dgm:pt>
    <dgm:pt modelId="{CD4F3E5D-6A34-49E8-B189-61B9848F3CAC}">
      <dgm:prSet/>
      <dgm:spPr/>
      <dgm:t>
        <a:bodyPr/>
        <a:lstStyle/>
        <a:p>
          <a:r>
            <a:rPr lang="en-US"/>
            <a:t>Detección de incidencias</a:t>
          </a:r>
        </a:p>
      </dgm:t>
    </dgm:pt>
    <dgm:pt modelId="{B588A851-DA71-4405-937C-8C8CDCBD2572}" type="parTrans" cxnId="{C7A6C5FF-E983-4762-8C10-3666B1147085}">
      <dgm:prSet/>
      <dgm:spPr/>
      <dgm:t>
        <a:bodyPr/>
        <a:lstStyle/>
        <a:p>
          <a:endParaRPr lang="en-US"/>
        </a:p>
      </dgm:t>
    </dgm:pt>
    <dgm:pt modelId="{81474F8A-6D6B-429F-8FA5-A94244CA0AF4}" type="sibTrans" cxnId="{C7A6C5FF-E983-4762-8C10-3666B1147085}">
      <dgm:prSet/>
      <dgm:spPr/>
      <dgm:t>
        <a:bodyPr/>
        <a:lstStyle/>
        <a:p>
          <a:endParaRPr lang="en-US"/>
        </a:p>
      </dgm:t>
    </dgm:pt>
    <dgm:pt modelId="{473ADD10-A030-4110-9CB6-59D7028C4860}">
      <dgm:prSet/>
      <dgm:spPr/>
      <dgm:t>
        <a:bodyPr/>
        <a:lstStyle/>
        <a:p>
          <a:r>
            <a:rPr lang="en-US"/>
            <a:t>Generación de alertas</a:t>
          </a:r>
        </a:p>
      </dgm:t>
    </dgm:pt>
    <dgm:pt modelId="{87ADF840-6811-44DD-ADC4-6992FE0A61AD}" type="parTrans" cxnId="{93B977F7-128F-41C4-9635-3656B5535415}">
      <dgm:prSet/>
      <dgm:spPr/>
      <dgm:t>
        <a:bodyPr/>
        <a:lstStyle/>
        <a:p>
          <a:endParaRPr lang="en-US"/>
        </a:p>
      </dgm:t>
    </dgm:pt>
    <dgm:pt modelId="{7A57697A-974E-4E01-87AC-38DBDEE1E181}" type="sibTrans" cxnId="{93B977F7-128F-41C4-9635-3656B5535415}">
      <dgm:prSet/>
      <dgm:spPr/>
      <dgm:t>
        <a:bodyPr/>
        <a:lstStyle/>
        <a:p>
          <a:endParaRPr lang="en-US"/>
        </a:p>
      </dgm:t>
    </dgm:pt>
    <dgm:pt modelId="{83C8244E-4F99-4EC3-A1CA-A15FB61DEF18}">
      <dgm:prSet/>
      <dgm:spPr/>
      <dgm:t>
        <a:bodyPr/>
        <a:lstStyle/>
        <a:p>
          <a:r>
            <a:rPr lang="en-US"/>
            <a:t>Aplicación de acciones correctivas</a:t>
          </a:r>
        </a:p>
      </dgm:t>
    </dgm:pt>
    <dgm:pt modelId="{2CE66AFB-7128-4645-A444-8D1F64715DDD}" type="parTrans" cxnId="{7BC85070-3D2C-4252-9415-FBAAD06919FE}">
      <dgm:prSet/>
      <dgm:spPr/>
      <dgm:t>
        <a:bodyPr/>
        <a:lstStyle/>
        <a:p>
          <a:endParaRPr lang="en-US"/>
        </a:p>
      </dgm:t>
    </dgm:pt>
    <dgm:pt modelId="{6005DB6A-F87E-463A-B58D-0667414FE75C}" type="sibTrans" cxnId="{7BC85070-3D2C-4252-9415-FBAAD06919FE}">
      <dgm:prSet/>
      <dgm:spPr/>
      <dgm:t>
        <a:bodyPr/>
        <a:lstStyle/>
        <a:p>
          <a:endParaRPr lang="en-US"/>
        </a:p>
      </dgm:t>
    </dgm:pt>
    <dgm:pt modelId="{42FEACED-E840-4C7C-AAB7-ACC004EC7B64}" type="pres">
      <dgm:prSet presAssocID="{2110582F-5457-411F-BB4B-2B20EA029567}" presName="root" presStyleCnt="0">
        <dgm:presLayoutVars>
          <dgm:dir/>
          <dgm:resizeHandles val="exact"/>
        </dgm:presLayoutVars>
      </dgm:prSet>
      <dgm:spPr/>
    </dgm:pt>
    <dgm:pt modelId="{C770F4B2-9111-4357-9641-6F10B4BF93CD}" type="pres">
      <dgm:prSet presAssocID="{3816A674-5EB2-45FD-9EA9-16E1CACB0039}" presName="compNode" presStyleCnt="0"/>
      <dgm:spPr/>
    </dgm:pt>
    <dgm:pt modelId="{00506047-4A7A-4BFC-8CC5-41AF975595AE}" type="pres">
      <dgm:prSet presAssocID="{3816A674-5EB2-45FD-9EA9-16E1CACB0039}" presName="bgRect" presStyleLbl="bgShp" presStyleIdx="0" presStyleCnt="4"/>
      <dgm:spPr/>
    </dgm:pt>
    <dgm:pt modelId="{923E1C11-0471-487D-9D7E-1104108D8F37}" type="pres">
      <dgm:prSet presAssocID="{3816A674-5EB2-45FD-9EA9-16E1CACB003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F3959B82-ED80-4876-91C8-4E88ADF9313D}" type="pres">
      <dgm:prSet presAssocID="{3816A674-5EB2-45FD-9EA9-16E1CACB0039}" presName="spaceRect" presStyleCnt="0"/>
      <dgm:spPr/>
    </dgm:pt>
    <dgm:pt modelId="{57ACA549-8767-4FD3-908C-EC13875E18B3}" type="pres">
      <dgm:prSet presAssocID="{3816A674-5EB2-45FD-9EA9-16E1CACB0039}" presName="parTx" presStyleLbl="revTx" presStyleIdx="0" presStyleCnt="4">
        <dgm:presLayoutVars>
          <dgm:chMax val="0"/>
          <dgm:chPref val="0"/>
        </dgm:presLayoutVars>
      </dgm:prSet>
      <dgm:spPr/>
    </dgm:pt>
    <dgm:pt modelId="{0DA8ADC3-AED0-4ABC-86A6-83A92EED1CC6}" type="pres">
      <dgm:prSet presAssocID="{82D08C89-68E1-4679-A8D0-6B38ED78C1F8}" presName="sibTrans" presStyleCnt="0"/>
      <dgm:spPr/>
    </dgm:pt>
    <dgm:pt modelId="{5630CA81-2227-470F-A482-0403C00AF8A2}" type="pres">
      <dgm:prSet presAssocID="{CD4F3E5D-6A34-49E8-B189-61B9848F3CAC}" presName="compNode" presStyleCnt="0"/>
      <dgm:spPr/>
    </dgm:pt>
    <dgm:pt modelId="{CD8DC159-807A-4503-99C7-57AF5202EEBE}" type="pres">
      <dgm:prSet presAssocID="{CD4F3E5D-6A34-49E8-B189-61B9848F3CAC}" presName="bgRect" presStyleLbl="bgShp" presStyleIdx="1" presStyleCnt="4"/>
      <dgm:spPr/>
    </dgm:pt>
    <dgm:pt modelId="{0F73A4C2-0536-4DAD-9167-D601D89421C2}" type="pres">
      <dgm:prSet presAssocID="{CD4F3E5D-6A34-49E8-B189-61B9848F3CA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B603EF86-76B5-4CEF-B8F9-A1B2180573B3}" type="pres">
      <dgm:prSet presAssocID="{CD4F3E5D-6A34-49E8-B189-61B9848F3CAC}" presName="spaceRect" presStyleCnt="0"/>
      <dgm:spPr/>
    </dgm:pt>
    <dgm:pt modelId="{821A6F2C-EACC-4C56-8D6C-CAB6150C9397}" type="pres">
      <dgm:prSet presAssocID="{CD4F3E5D-6A34-49E8-B189-61B9848F3CAC}" presName="parTx" presStyleLbl="revTx" presStyleIdx="1" presStyleCnt="4">
        <dgm:presLayoutVars>
          <dgm:chMax val="0"/>
          <dgm:chPref val="0"/>
        </dgm:presLayoutVars>
      </dgm:prSet>
      <dgm:spPr/>
    </dgm:pt>
    <dgm:pt modelId="{89F68863-DB66-4DB0-B608-B4FFD4B2F820}" type="pres">
      <dgm:prSet presAssocID="{81474F8A-6D6B-429F-8FA5-A94244CA0AF4}" presName="sibTrans" presStyleCnt="0"/>
      <dgm:spPr/>
    </dgm:pt>
    <dgm:pt modelId="{06066D7F-B755-4F06-A62E-213B94F77EDA}" type="pres">
      <dgm:prSet presAssocID="{473ADD10-A030-4110-9CB6-59D7028C4860}" presName="compNode" presStyleCnt="0"/>
      <dgm:spPr/>
    </dgm:pt>
    <dgm:pt modelId="{CB083FD7-4D6D-4C1B-9896-8C254D08D15C}" type="pres">
      <dgm:prSet presAssocID="{473ADD10-A030-4110-9CB6-59D7028C4860}" presName="bgRect" presStyleLbl="bgShp" presStyleIdx="2" presStyleCnt="4"/>
      <dgm:spPr/>
    </dgm:pt>
    <dgm:pt modelId="{D356A30E-18A2-4D33-B007-FC61E6BEFE56}" type="pres">
      <dgm:prSet presAssocID="{473ADD10-A030-4110-9CB6-59D7028C486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vertencia"/>
        </a:ext>
      </dgm:extLst>
    </dgm:pt>
    <dgm:pt modelId="{B6C6821A-E024-4B65-9C1F-F0653F3CA245}" type="pres">
      <dgm:prSet presAssocID="{473ADD10-A030-4110-9CB6-59D7028C4860}" presName="spaceRect" presStyleCnt="0"/>
      <dgm:spPr/>
    </dgm:pt>
    <dgm:pt modelId="{551679FC-A58E-4D41-B482-53613D0CCD66}" type="pres">
      <dgm:prSet presAssocID="{473ADD10-A030-4110-9CB6-59D7028C4860}" presName="parTx" presStyleLbl="revTx" presStyleIdx="2" presStyleCnt="4">
        <dgm:presLayoutVars>
          <dgm:chMax val="0"/>
          <dgm:chPref val="0"/>
        </dgm:presLayoutVars>
      </dgm:prSet>
      <dgm:spPr/>
    </dgm:pt>
    <dgm:pt modelId="{BF48C577-8D49-475E-B5E5-242E3E97B9DA}" type="pres">
      <dgm:prSet presAssocID="{7A57697A-974E-4E01-87AC-38DBDEE1E181}" presName="sibTrans" presStyleCnt="0"/>
      <dgm:spPr/>
    </dgm:pt>
    <dgm:pt modelId="{106BEC07-9204-4994-8B12-12CC6ADE8989}" type="pres">
      <dgm:prSet presAssocID="{83C8244E-4F99-4EC3-A1CA-A15FB61DEF18}" presName="compNode" presStyleCnt="0"/>
      <dgm:spPr/>
    </dgm:pt>
    <dgm:pt modelId="{59861E5D-8240-4132-9A90-281AFEAD0AF2}" type="pres">
      <dgm:prSet presAssocID="{83C8244E-4F99-4EC3-A1CA-A15FB61DEF18}" presName="bgRect" presStyleLbl="bgShp" presStyleIdx="3" presStyleCnt="4"/>
      <dgm:spPr/>
    </dgm:pt>
    <dgm:pt modelId="{5C7A4B72-733B-4915-AA3F-794DF7E73CC0}" type="pres">
      <dgm:prSet presAssocID="{83C8244E-4F99-4EC3-A1CA-A15FB61DEF1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AEAA445A-CBBC-453F-BA38-39F45079FE6F}" type="pres">
      <dgm:prSet presAssocID="{83C8244E-4F99-4EC3-A1CA-A15FB61DEF18}" presName="spaceRect" presStyleCnt="0"/>
      <dgm:spPr/>
    </dgm:pt>
    <dgm:pt modelId="{4646E65E-4105-451C-A75C-218615DA3AFD}" type="pres">
      <dgm:prSet presAssocID="{83C8244E-4F99-4EC3-A1CA-A15FB61DEF18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7EF53006-6B78-4742-8E98-F8FACB4D890A}" type="presOf" srcId="{83C8244E-4F99-4EC3-A1CA-A15FB61DEF18}" destId="{4646E65E-4105-451C-A75C-218615DA3AFD}" srcOrd="0" destOrd="0" presId="urn:microsoft.com/office/officeart/2018/2/layout/IconVerticalSolidList"/>
    <dgm:cxn modelId="{8EE65106-A6BC-404A-B92D-A468E1DA34B9}" type="presOf" srcId="{2110582F-5457-411F-BB4B-2B20EA029567}" destId="{42FEACED-E840-4C7C-AAB7-ACC004EC7B64}" srcOrd="0" destOrd="0" presId="urn:microsoft.com/office/officeart/2018/2/layout/IconVerticalSolidList"/>
    <dgm:cxn modelId="{25DFB417-F38C-47CC-A2BB-DFC568060FAB}" srcId="{2110582F-5457-411F-BB4B-2B20EA029567}" destId="{3816A674-5EB2-45FD-9EA9-16E1CACB0039}" srcOrd="0" destOrd="0" parTransId="{609F1AA2-4BC8-4914-81BF-0C9EF3FA4402}" sibTransId="{82D08C89-68E1-4679-A8D0-6B38ED78C1F8}"/>
    <dgm:cxn modelId="{BAA9485D-A29E-4DE3-B9D7-A8D40FE6097F}" type="presOf" srcId="{CD4F3E5D-6A34-49E8-B189-61B9848F3CAC}" destId="{821A6F2C-EACC-4C56-8D6C-CAB6150C9397}" srcOrd="0" destOrd="0" presId="urn:microsoft.com/office/officeart/2018/2/layout/IconVerticalSolidList"/>
    <dgm:cxn modelId="{7BC85070-3D2C-4252-9415-FBAAD06919FE}" srcId="{2110582F-5457-411F-BB4B-2B20EA029567}" destId="{83C8244E-4F99-4EC3-A1CA-A15FB61DEF18}" srcOrd="3" destOrd="0" parTransId="{2CE66AFB-7128-4645-A444-8D1F64715DDD}" sibTransId="{6005DB6A-F87E-463A-B58D-0667414FE75C}"/>
    <dgm:cxn modelId="{FA7A807E-9FE3-4F12-ADC9-411395D4F23C}" type="presOf" srcId="{473ADD10-A030-4110-9CB6-59D7028C4860}" destId="{551679FC-A58E-4D41-B482-53613D0CCD66}" srcOrd="0" destOrd="0" presId="urn:microsoft.com/office/officeart/2018/2/layout/IconVerticalSolidList"/>
    <dgm:cxn modelId="{F07F31E2-A3D1-4634-BB08-6DD75ABC2CBA}" type="presOf" srcId="{3816A674-5EB2-45FD-9EA9-16E1CACB0039}" destId="{57ACA549-8767-4FD3-908C-EC13875E18B3}" srcOrd="0" destOrd="0" presId="urn:microsoft.com/office/officeart/2018/2/layout/IconVerticalSolidList"/>
    <dgm:cxn modelId="{93B977F7-128F-41C4-9635-3656B5535415}" srcId="{2110582F-5457-411F-BB4B-2B20EA029567}" destId="{473ADD10-A030-4110-9CB6-59D7028C4860}" srcOrd="2" destOrd="0" parTransId="{87ADF840-6811-44DD-ADC4-6992FE0A61AD}" sibTransId="{7A57697A-974E-4E01-87AC-38DBDEE1E181}"/>
    <dgm:cxn modelId="{C7A6C5FF-E983-4762-8C10-3666B1147085}" srcId="{2110582F-5457-411F-BB4B-2B20EA029567}" destId="{CD4F3E5D-6A34-49E8-B189-61B9848F3CAC}" srcOrd="1" destOrd="0" parTransId="{B588A851-DA71-4405-937C-8C8CDCBD2572}" sibTransId="{81474F8A-6D6B-429F-8FA5-A94244CA0AF4}"/>
    <dgm:cxn modelId="{75A72A14-8990-416C-A67F-79F98B4BF96A}" type="presParOf" srcId="{42FEACED-E840-4C7C-AAB7-ACC004EC7B64}" destId="{C770F4B2-9111-4357-9641-6F10B4BF93CD}" srcOrd="0" destOrd="0" presId="urn:microsoft.com/office/officeart/2018/2/layout/IconVerticalSolidList"/>
    <dgm:cxn modelId="{8486E4F6-275F-40A6-9831-95CF1AD32D26}" type="presParOf" srcId="{C770F4B2-9111-4357-9641-6F10B4BF93CD}" destId="{00506047-4A7A-4BFC-8CC5-41AF975595AE}" srcOrd="0" destOrd="0" presId="urn:microsoft.com/office/officeart/2018/2/layout/IconVerticalSolidList"/>
    <dgm:cxn modelId="{F840A835-56B0-459F-9CBC-6D00A9CAF6A2}" type="presParOf" srcId="{C770F4B2-9111-4357-9641-6F10B4BF93CD}" destId="{923E1C11-0471-487D-9D7E-1104108D8F37}" srcOrd="1" destOrd="0" presId="urn:microsoft.com/office/officeart/2018/2/layout/IconVerticalSolidList"/>
    <dgm:cxn modelId="{7658F5FB-0A22-4737-8384-CC28CE5EAD12}" type="presParOf" srcId="{C770F4B2-9111-4357-9641-6F10B4BF93CD}" destId="{F3959B82-ED80-4876-91C8-4E88ADF9313D}" srcOrd="2" destOrd="0" presId="urn:microsoft.com/office/officeart/2018/2/layout/IconVerticalSolidList"/>
    <dgm:cxn modelId="{0902B264-05E9-456E-B1F4-FFB41C4C7943}" type="presParOf" srcId="{C770F4B2-9111-4357-9641-6F10B4BF93CD}" destId="{57ACA549-8767-4FD3-908C-EC13875E18B3}" srcOrd="3" destOrd="0" presId="urn:microsoft.com/office/officeart/2018/2/layout/IconVerticalSolidList"/>
    <dgm:cxn modelId="{F3A035A1-A53E-4DE2-836A-E4F448F3340B}" type="presParOf" srcId="{42FEACED-E840-4C7C-AAB7-ACC004EC7B64}" destId="{0DA8ADC3-AED0-4ABC-86A6-83A92EED1CC6}" srcOrd="1" destOrd="0" presId="urn:microsoft.com/office/officeart/2018/2/layout/IconVerticalSolidList"/>
    <dgm:cxn modelId="{9B6835CB-CFD0-4C48-A641-232043269B8B}" type="presParOf" srcId="{42FEACED-E840-4C7C-AAB7-ACC004EC7B64}" destId="{5630CA81-2227-470F-A482-0403C00AF8A2}" srcOrd="2" destOrd="0" presId="urn:microsoft.com/office/officeart/2018/2/layout/IconVerticalSolidList"/>
    <dgm:cxn modelId="{851C618E-31FF-49B5-BB12-7565DC7B53C2}" type="presParOf" srcId="{5630CA81-2227-470F-A482-0403C00AF8A2}" destId="{CD8DC159-807A-4503-99C7-57AF5202EEBE}" srcOrd="0" destOrd="0" presId="urn:microsoft.com/office/officeart/2018/2/layout/IconVerticalSolidList"/>
    <dgm:cxn modelId="{667AD638-60A7-408D-8B30-A86433D51905}" type="presParOf" srcId="{5630CA81-2227-470F-A482-0403C00AF8A2}" destId="{0F73A4C2-0536-4DAD-9167-D601D89421C2}" srcOrd="1" destOrd="0" presId="urn:microsoft.com/office/officeart/2018/2/layout/IconVerticalSolidList"/>
    <dgm:cxn modelId="{C7638B59-12D2-4729-B6AC-C553BC15E789}" type="presParOf" srcId="{5630CA81-2227-470F-A482-0403C00AF8A2}" destId="{B603EF86-76B5-4CEF-B8F9-A1B2180573B3}" srcOrd="2" destOrd="0" presId="urn:microsoft.com/office/officeart/2018/2/layout/IconVerticalSolidList"/>
    <dgm:cxn modelId="{8A56F665-2A91-42D0-9A61-A58012F18BF1}" type="presParOf" srcId="{5630CA81-2227-470F-A482-0403C00AF8A2}" destId="{821A6F2C-EACC-4C56-8D6C-CAB6150C9397}" srcOrd="3" destOrd="0" presId="urn:microsoft.com/office/officeart/2018/2/layout/IconVerticalSolidList"/>
    <dgm:cxn modelId="{23DCDC49-3767-49B1-A1F7-CB5C218A2A8A}" type="presParOf" srcId="{42FEACED-E840-4C7C-AAB7-ACC004EC7B64}" destId="{89F68863-DB66-4DB0-B608-B4FFD4B2F820}" srcOrd="3" destOrd="0" presId="urn:microsoft.com/office/officeart/2018/2/layout/IconVerticalSolidList"/>
    <dgm:cxn modelId="{5AB7A185-4230-4C77-94B7-01E688AE16DD}" type="presParOf" srcId="{42FEACED-E840-4C7C-AAB7-ACC004EC7B64}" destId="{06066D7F-B755-4F06-A62E-213B94F77EDA}" srcOrd="4" destOrd="0" presId="urn:microsoft.com/office/officeart/2018/2/layout/IconVerticalSolidList"/>
    <dgm:cxn modelId="{AA21C796-2AE3-424E-8F07-30ED895F4156}" type="presParOf" srcId="{06066D7F-B755-4F06-A62E-213B94F77EDA}" destId="{CB083FD7-4D6D-4C1B-9896-8C254D08D15C}" srcOrd="0" destOrd="0" presId="urn:microsoft.com/office/officeart/2018/2/layout/IconVerticalSolidList"/>
    <dgm:cxn modelId="{E1654205-9D60-42BC-B461-1B50395F9C01}" type="presParOf" srcId="{06066D7F-B755-4F06-A62E-213B94F77EDA}" destId="{D356A30E-18A2-4D33-B007-FC61E6BEFE56}" srcOrd="1" destOrd="0" presId="urn:microsoft.com/office/officeart/2018/2/layout/IconVerticalSolidList"/>
    <dgm:cxn modelId="{7F20B3EE-6673-478E-BAD0-CF9030A62D6B}" type="presParOf" srcId="{06066D7F-B755-4F06-A62E-213B94F77EDA}" destId="{B6C6821A-E024-4B65-9C1F-F0653F3CA245}" srcOrd="2" destOrd="0" presId="urn:microsoft.com/office/officeart/2018/2/layout/IconVerticalSolidList"/>
    <dgm:cxn modelId="{D85A4BFB-B6AB-4C8A-B941-AFCB03F16085}" type="presParOf" srcId="{06066D7F-B755-4F06-A62E-213B94F77EDA}" destId="{551679FC-A58E-4D41-B482-53613D0CCD66}" srcOrd="3" destOrd="0" presId="urn:microsoft.com/office/officeart/2018/2/layout/IconVerticalSolidList"/>
    <dgm:cxn modelId="{DC6CE199-471E-4D17-8120-40B8312D5C5D}" type="presParOf" srcId="{42FEACED-E840-4C7C-AAB7-ACC004EC7B64}" destId="{BF48C577-8D49-475E-B5E5-242E3E97B9DA}" srcOrd="5" destOrd="0" presId="urn:microsoft.com/office/officeart/2018/2/layout/IconVerticalSolidList"/>
    <dgm:cxn modelId="{9F14D0FA-FD44-4D4F-A43C-6517BBCCC7CE}" type="presParOf" srcId="{42FEACED-E840-4C7C-AAB7-ACC004EC7B64}" destId="{106BEC07-9204-4994-8B12-12CC6ADE8989}" srcOrd="6" destOrd="0" presId="urn:microsoft.com/office/officeart/2018/2/layout/IconVerticalSolidList"/>
    <dgm:cxn modelId="{F5EDB757-0ADE-40E7-A4D5-54D9FBA62E94}" type="presParOf" srcId="{106BEC07-9204-4994-8B12-12CC6ADE8989}" destId="{59861E5D-8240-4132-9A90-281AFEAD0AF2}" srcOrd="0" destOrd="0" presId="urn:microsoft.com/office/officeart/2018/2/layout/IconVerticalSolidList"/>
    <dgm:cxn modelId="{4B028F67-AA2F-485E-BB63-F1216CE67E0D}" type="presParOf" srcId="{106BEC07-9204-4994-8B12-12CC6ADE8989}" destId="{5C7A4B72-733B-4915-AA3F-794DF7E73CC0}" srcOrd="1" destOrd="0" presId="urn:microsoft.com/office/officeart/2018/2/layout/IconVerticalSolidList"/>
    <dgm:cxn modelId="{DB29108F-C049-40B5-A016-0F30116595D2}" type="presParOf" srcId="{106BEC07-9204-4994-8B12-12CC6ADE8989}" destId="{AEAA445A-CBBC-453F-BA38-39F45079FE6F}" srcOrd="2" destOrd="0" presId="urn:microsoft.com/office/officeart/2018/2/layout/IconVerticalSolidList"/>
    <dgm:cxn modelId="{8A993791-CCF1-4B5C-B1D3-F1C9B9FE13F0}" type="presParOf" srcId="{106BEC07-9204-4994-8B12-12CC6ADE8989}" destId="{4646E65E-4105-451C-A75C-218615DA3AF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BA64491D-8E8B-497C-BAAA-F84B1DBACC8D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FE22DFB-2164-43C4-A2EE-8C845B3F0B62}">
      <dgm:prSet/>
      <dgm:spPr/>
      <dgm:t>
        <a:bodyPr/>
        <a:lstStyle/>
        <a:p>
          <a:r>
            <a:rPr lang="en-US"/>
            <a:t>Notificación automática</a:t>
          </a:r>
        </a:p>
      </dgm:t>
    </dgm:pt>
    <dgm:pt modelId="{87E560C1-7CFE-4A65-A9B3-01BF89C80091}" type="parTrans" cxnId="{EB6B90EE-731A-46A4-B658-625CFED28D05}">
      <dgm:prSet/>
      <dgm:spPr/>
      <dgm:t>
        <a:bodyPr/>
        <a:lstStyle/>
        <a:p>
          <a:endParaRPr lang="en-US"/>
        </a:p>
      </dgm:t>
    </dgm:pt>
    <dgm:pt modelId="{39B863CC-1F85-487B-8BB5-78ECB2C98ED8}" type="sibTrans" cxnId="{EB6B90EE-731A-46A4-B658-625CFED28D05}">
      <dgm:prSet/>
      <dgm:spPr/>
      <dgm:t>
        <a:bodyPr/>
        <a:lstStyle/>
        <a:p>
          <a:endParaRPr lang="en-US"/>
        </a:p>
      </dgm:t>
    </dgm:pt>
    <dgm:pt modelId="{4819CD06-53B3-45E6-9808-798960467D85}">
      <dgm:prSet/>
      <dgm:spPr/>
      <dgm:t>
        <a:bodyPr/>
        <a:lstStyle/>
        <a:p>
          <a:r>
            <a:rPr lang="en-US"/>
            <a:t>Análisis del problema</a:t>
          </a:r>
        </a:p>
      </dgm:t>
    </dgm:pt>
    <dgm:pt modelId="{31815005-946C-4FB5-86D6-D7C6D2F74D11}" type="parTrans" cxnId="{1B584217-465E-4830-9016-D841A5BA23F3}">
      <dgm:prSet/>
      <dgm:spPr/>
      <dgm:t>
        <a:bodyPr/>
        <a:lstStyle/>
        <a:p>
          <a:endParaRPr lang="en-US"/>
        </a:p>
      </dgm:t>
    </dgm:pt>
    <dgm:pt modelId="{602A7A25-1BBE-49F0-91D4-C9BC6EA80D7F}" type="sibTrans" cxnId="{1B584217-465E-4830-9016-D841A5BA23F3}">
      <dgm:prSet/>
      <dgm:spPr/>
      <dgm:t>
        <a:bodyPr/>
        <a:lstStyle/>
        <a:p>
          <a:endParaRPr lang="en-US"/>
        </a:p>
      </dgm:t>
    </dgm:pt>
    <dgm:pt modelId="{0D8ABC48-DCF8-45AA-856D-7D70640C9560}">
      <dgm:prSet/>
      <dgm:spPr/>
      <dgm:t>
        <a:bodyPr/>
        <a:lstStyle/>
        <a:p>
          <a:r>
            <a:rPr lang="en-US"/>
            <a:t>Resolución o escalado</a:t>
          </a:r>
        </a:p>
      </dgm:t>
    </dgm:pt>
    <dgm:pt modelId="{5D4B87FB-4683-4496-B440-F19505F52206}" type="parTrans" cxnId="{304092CE-93F5-49B9-8452-163B98C64B36}">
      <dgm:prSet/>
      <dgm:spPr/>
      <dgm:t>
        <a:bodyPr/>
        <a:lstStyle/>
        <a:p>
          <a:endParaRPr lang="en-US"/>
        </a:p>
      </dgm:t>
    </dgm:pt>
    <dgm:pt modelId="{4E372DB2-8485-4D89-B894-BB947C2F88EB}" type="sibTrans" cxnId="{304092CE-93F5-49B9-8452-163B98C64B36}">
      <dgm:prSet/>
      <dgm:spPr/>
      <dgm:t>
        <a:bodyPr/>
        <a:lstStyle/>
        <a:p>
          <a:endParaRPr lang="en-US"/>
        </a:p>
      </dgm:t>
    </dgm:pt>
    <dgm:pt modelId="{602AB8DB-7FC5-4FA7-9C0C-5BA371AC0F31}">
      <dgm:prSet/>
      <dgm:spPr/>
      <dgm:t>
        <a:bodyPr/>
        <a:lstStyle/>
        <a:p>
          <a:r>
            <a:rPr lang="en-US"/>
            <a:t>Registro del incidente</a:t>
          </a:r>
        </a:p>
      </dgm:t>
    </dgm:pt>
    <dgm:pt modelId="{B2E1A218-A3F3-4E9B-B6A5-01D374F12CB9}" type="parTrans" cxnId="{5D9312BF-E2D3-495D-AE3F-AC9B6B24040C}">
      <dgm:prSet/>
      <dgm:spPr/>
      <dgm:t>
        <a:bodyPr/>
        <a:lstStyle/>
        <a:p>
          <a:endParaRPr lang="en-US"/>
        </a:p>
      </dgm:t>
    </dgm:pt>
    <dgm:pt modelId="{68866E0E-6341-4BA1-9936-AEDD3CABD945}" type="sibTrans" cxnId="{5D9312BF-E2D3-495D-AE3F-AC9B6B24040C}">
      <dgm:prSet/>
      <dgm:spPr/>
      <dgm:t>
        <a:bodyPr/>
        <a:lstStyle/>
        <a:p>
          <a:endParaRPr lang="en-US"/>
        </a:p>
      </dgm:t>
    </dgm:pt>
    <dgm:pt modelId="{6F44BD7D-BAB9-498A-B91B-F0CF75EFCC82}" type="pres">
      <dgm:prSet presAssocID="{BA64491D-8E8B-497C-BAAA-F84B1DBACC8D}" presName="vert0" presStyleCnt="0">
        <dgm:presLayoutVars>
          <dgm:dir/>
          <dgm:animOne val="branch"/>
          <dgm:animLvl val="lvl"/>
        </dgm:presLayoutVars>
      </dgm:prSet>
      <dgm:spPr/>
    </dgm:pt>
    <dgm:pt modelId="{B4E89768-0797-4A76-AF50-379154307E3E}" type="pres">
      <dgm:prSet presAssocID="{9FE22DFB-2164-43C4-A2EE-8C845B3F0B62}" presName="thickLine" presStyleLbl="alignNode1" presStyleIdx="0" presStyleCnt="4"/>
      <dgm:spPr/>
    </dgm:pt>
    <dgm:pt modelId="{7415AE41-9973-4769-9BE3-C63199E17BAF}" type="pres">
      <dgm:prSet presAssocID="{9FE22DFB-2164-43C4-A2EE-8C845B3F0B62}" presName="horz1" presStyleCnt="0"/>
      <dgm:spPr/>
    </dgm:pt>
    <dgm:pt modelId="{4A056051-7271-4755-8114-89F1371F8093}" type="pres">
      <dgm:prSet presAssocID="{9FE22DFB-2164-43C4-A2EE-8C845B3F0B62}" presName="tx1" presStyleLbl="revTx" presStyleIdx="0" presStyleCnt="4"/>
      <dgm:spPr/>
    </dgm:pt>
    <dgm:pt modelId="{76F47D30-91A0-481E-995A-111060C90815}" type="pres">
      <dgm:prSet presAssocID="{9FE22DFB-2164-43C4-A2EE-8C845B3F0B62}" presName="vert1" presStyleCnt="0"/>
      <dgm:spPr/>
    </dgm:pt>
    <dgm:pt modelId="{34F12B57-1E9A-4B3E-ABAB-2E84B91999E1}" type="pres">
      <dgm:prSet presAssocID="{4819CD06-53B3-45E6-9808-798960467D85}" presName="thickLine" presStyleLbl="alignNode1" presStyleIdx="1" presStyleCnt="4"/>
      <dgm:spPr/>
    </dgm:pt>
    <dgm:pt modelId="{DD27CB05-AFCF-4A8B-B4D4-8C34E6144A57}" type="pres">
      <dgm:prSet presAssocID="{4819CD06-53B3-45E6-9808-798960467D85}" presName="horz1" presStyleCnt="0"/>
      <dgm:spPr/>
    </dgm:pt>
    <dgm:pt modelId="{04716C12-3870-4C41-AF85-DE0C99DAB5A1}" type="pres">
      <dgm:prSet presAssocID="{4819CD06-53B3-45E6-9808-798960467D85}" presName="tx1" presStyleLbl="revTx" presStyleIdx="1" presStyleCnt="4"/>
      <dgm:spPr/>
    </dgm:pt>
    <dgm:pt modelId="{369E1778-6255-4482-9D2D-6E29EAC946F2}" type="pres">
      <dgm:prSet presAssocID="{4819CD06-53B3-45E6-9808-798960467D85}" presName="vert1" presStyleCnt="0"/>
      <dgm:spPr/>
    </dgm:pt>
    <dgm:pt modelId="{A8ADFB82-59FC-460E-9208-0210ADDE95A6}" type="pres">
      <dgm:prSet presAssocID="{0D8ABC48-DCF8-45AA-856D-7D70640C9560}" presName="thickLine" presStyleLbl="alignNode1" presStyleIdx="2" presStyleCnt="4"/>
      <dgm:spPr/>
    </dgm:pt>
    <dgm:pt modelId="{6F2AE1A5-E4CD-4CD4-AE43-72F2E0EC5A69}" type="pres">
      <dgm:prSet presAssocID="{0D8ABC48-DCF8-45AA-856D-7D70640C9560}" presName="horz1" presStyleCnt="0"/>
      <dgm:spPr/>
    </dgm:pt>
    <dgm:pt modelId="{BBF42FAC-9233-463E-BAEC-1B90094582DD}" type="pres">
      <dgm:prSet presAssocID="{0D8ABC48-DCF8-45AA-856D-7D70640C9560}" presName="tx1" presStyleLbl="revTx" presStyleIdx="2" presStyleCnt="4"/>
      <dgm:spPr/>
    </dgm:pt>
    <dgm:pt modelId="{F3C0C49A-DE06-4A4A-972B-9A2422E7A5AF}" type="pres">
      <dgm:prSet presAssocID="{0D8ABC48-DCF8-45AA-856D-7D70640C9560}" presName="vert1" presStyleCnt="0"/>
      <dgm:spPr/>
    </dgm:pt>
    <dgm:pt modelId="{FE99435F-F830-4B3F-9435-AB1C0C97F692}" type="pres">
      <dgm:prSet presAssocID="{602AB8DB-7FC5-4FA7-9C0C-5BA371AC0F31}" presName="thickLine" presStyleLbl="alignNode1" presStyleIdx="3" presStyleCnt="4"/>
      <dgm:spPr/>
    </dgm:pt>
    <dgm:pt modelId="{E7EA0AE0-2C11-4E2C-8473-1EC75E6C586D}" type="pres">
      <dgm:prSet presAssocID="{602AB8DB-7FC5-4FA7-9C0C-5BA371AC0F31}" presName="horz1" presStyleCnt="0"/>
      <dgm:spPr/>
    </dgm:pt>
    <dgm:pt modelId="{820EFE52-1211-4357-8413-590011F1700D}" type="pres">
      <dgm:prSet presAssocID="{602AB8DB-7FC5-4FA7-9C0C-5BA371AC0F31}" presName="tx1" presStyleLbl="revTx" presStyleIdx="3" presStyleCnt="4"/>
      <dgm:spPr/>
    </dgm:pt>
    <dgm:pt modelId="{32D23A19-C28F-4CE7-92E2-EC2DF2F69962}" type="pres">
      <dgm:prSet presAssocID="{602AB8DB-7FC5-4FA7-9C0C-5BA371AC0F31}" presName="vert1" presStyleCnt="0"/>
      <dgm:spPr/>
    </dgm:pt>
  </dgm:ptLst>
  <dgm:cxnLst>
    <dgm:cxn modelId="{1B584217-465E-4830-9016-D841A5BA23F3}" srcId="{BA64491D-8E8B-497C-BAAA-F84B1DBACC8D}" destId="{4819CD06-53B3-45E6-9808-798960467D85}" srcOrd="1" destOrd="0" parTransId="{31815005-946C-4FB5-86D6-D7C6D2F74D11}" sibTransId="{602A7A25-1BBE-49F0-91D4-C9BC6EA80D7F}"/>
    <dgm:cxn modelId="{70961C20-F726-4FC7-B803-DA24E8DE0151}" type="presOf" srcId="{9FE22DFB-2164-43C4-A2EE-8C845B3F0B62}" destId="{4A056051-7271-4755-8114-89F1371F8093}" srcOrd="0" destOrd="0" presId="urn:microsoft.com/office/officeart/2008/layout/LinedList"/>
    <dgm:cxn modelId="{E696B64E-39D4-4635-9485-2F343CBE341E}" type="presOf" srcId="{BA64491D-8E8B-497C-BAAA-F84B1DBACC8D}" destId="{6F44BD7D-BAB9-498A-B91B-F0CF75EFCC82}" srcOrd="0" destOrd="0" presId="urn:microsoft.com/office/officeart/2008/layout/LinedList"/>
    <dgm:cxn modelId="{7EE0456F-46F7-452D-9690-2D93099661FE}" type="presOf" srcId="{602AB8DB-7FC5-4FA7-9C0C-5BA371AC0F31}" destId="{820EFE52-1211-4357-8413-590011F1700D}" srcOrd="0" destOrd="0" presId="urn:microsoft.com/office/officeart/2008/layout/LinedList"/>
    <dgm:cxn modelId="{94B32CA1-D78C-403E-BBA9-6BFA3F2A7105}" type="presOf" srcId="{0D8ABC48-DCF8-45AA-856D-7D70640C9560}" destId="{BBF42FAC-9233-463E-BAEC-1B90094582DD}" srcOrd="0" destOrd="0" presId="urn:microsoft.com/office/officeart/2008/layout/LinedList"/>
    <dgm:cxn modelId="{5D9312BF-E2D3-495D-AE3F-AC9B6B24040C}" srcId="{BA64491D-8E8B-497C-BAAA-F84B1DBACC8D}" destId="{602AB8DB-7FC5-4FA7-9C0C-5BA371AC0F31}" srcOrd="3" destOrd="0" parTransId="{B2E1A218-A3F3-4E9B-B6A5-01D374F12CB9}" sibTransId="{68866E0E-6341-4BA1-9936-AEDD3CABD945}"/>
    <dgm:cxn modelId="{304092CE-93F5-49B9-8452-163B98C64B36}" srcId="{BA64491D-8E8B-497C-BAAA-F84B1DBACC8D}" destId="{0D8ABC48-DCF8-45AA-856D-7D70640C9560}" srcOrd="2" destOrd="0" parTransId="{5D4B87FB-4683-4496-B440-F19505F52206}" sibTransId="{4E372DB2-8485-4D89-B894-BB947C2F88EB}"/>
    <dgm:cxn modelId="{EB6B90EE-731A-46A4-B658-625CFED28D05}" srcId="{BA64491D-8E8B-497C-BAAA-F84B1DBACC8D}" destId="{9FE22DFB-2164-43C4-A2EE-8C845B3F0B62}" srcOrd="0" destOrd="0" parTransId="{87E560C1-7CFE-4A65-A9B3-01BF89C80091}" sibTransId="{39B863CC-1F85-487B-8BB5-78ECB2C98ED8}"/>
    <dgm:cxn modelId="{A1CA58FF-F456-4F71-8355-7340860AA69C}" type="presOf" srcId="{4819CD06-53B3-45E6-9808-798960467D85}" destId="{04716C12-3870-4C41-AF85-DE0C99DAB5A1}" srcOrd="0" destOrd="0" presId="urn:microsoft.com/office/officeart/2008/layout/LinedList"/>
    <dgm:cxn modelId="{02DAFA89-2596-4E22-AB62-C6242231B5DC}" type="presParOf" srcId="{6F44BD7D-BAB9-498A-B91B-F0CF75EFCC82}" destId="{B4E89768-0797-4A76-AF50-379154307E3E}" srcOrd="0" destOrd="0" presId="urn:microsoft.com/office/officeart/2008/layout/LinedList"/>
    <dgm:cxn modelId="{DFF553CD-36B0-4F9F-9663-8B1A49754254}" type="presParOf" srcId="{6F44BD7D-BAB9-498A-B91B-F0CF75EFCC82}" destId="{7415AE41-9973-4769-9BE3-C63199E17BAF}" srcOrd="1" destOrd="0" presId="urn:microsoft.com/office/officeart/2008/layout/LinedList"/>
    <dgm:cxn modelId="{7A44B499-12A6-40F5-8FD8-967973721139}" type="presParOf" srcId="{7415AE41-9973-4769-9BE3-C63199E17BAF}" destId="{4A056051-7271-4755-8114-89F1371F8093}" srcOrd="0" destOrd="0" presId="urn:microsoft.com/office/officeart/2008/layout/LinedList"/>
    <dgm:cxn modelId="{00159BED-DEE8-4AAF-81AC-171AB81BCD85}" type="presParOf" srcId="{7415AE41-9973-4769-9BE3-C63199E17BAF}" destId="{76F47D30-91A0-481E-995A-111060C90815}" srcOrd="1" destOrd="0" presId="urn:microsoft.com/office/officeart/2008/layout/LinedList"/>
    <dgm:cxn modelId="{0872CE2A-E091-4D81-B8FD-3CCAEB327D02}" type="presParOf" srcId="{6F44BD7D-BAB9-498A-B91B-F0CF75EFCC82}" destId="{34F12B57-1E9A-4B3E-ABAB-2E84B91999E1}" srcOrd="2" destOrd="0" presId="urn:microsoft.com/office/officeart/2008/layout/LinedList"/>
    <dgm:cxn modelId="{CBED4D80-2367-48A6-A2BC-0C25E5772DE1}" type="presParOf" srcId="{6F44BD7D-BAB9-498A-B91B-F0CF75EFCC82}" destId="{DD27CB05-AFCF-4A8B-B4D4-8C34E6144A57}" srcOrd="3" destOrd="0" presId="urn:microsoft.com/office/officeart/2008/layout/LinedList"/>
    <dgm:cxn modelId="{6ACE9FD4-3A67-4139-A497-099C5AF88CBB}" type="presParOf" srcId="{DD27CB05-AFCF-4A8B-B4D4-8C34E6144A57}" destId="{04716C12-3870-4C41-AF85-DE0C99DAB5A1}" srcOrd="0" destOrd="0" presId="urn:microsoft.com/office/officeart/2008/layout/LinedList"/>
    <dgm:cxn modelId="{A60A2B3C-766E-4892-9600-F5CF2BD06551}" type="presParOf" srcId="{DD27CB05-AFCF-4A8B-B4D4-8C34E6144A57}" destId="{369E1778-6255-4482-9D2D-6E29EAC946F2}" srcOrd="1" destOrd="0" presId="urn:microsoft.com/office/officeart/2008/layout/LinedList"/>
    <dgm:cxn modelId="{0FE5BFB4-6F26-4918-80EC-5BE68504EC18}" type="presParOf" srcId="{6F44BD7D-BAB9-498A-B91B-F0CF75EFCC82}" destId="{A8ADFB82-59FC-460E-9208-0210ADDE95A6}" srcOrd="4" destOrd="0" presId="urn:microsoft.com/office/officeart/2008/layout/LinedList"/>
    <dgm:cxn modelId="{EECDFA2F-4F5E-4F4A-8222-18A67E466942}" type="presParOf" srcId="{6F44BD7D-BAB9-498A-B91B-F0CF75EFCC82}" destId="{6F2AE1A5-E4CD-4CD4-AE43-72F2E0EC5A69}" srcOrd="5" destOrd="0" presId="urn:microsoft.com/office/officeart/2008/layout/LinedList"/>
    <dgm:cxn modelId="{939B8B4C-1F44-4183-966F-ABE920342D7C}" type="presParOf" srcId="{6F2AE1A5-E4CD-4CD4-AE43-72F2E0EC5A69}" destId="{BBF42FAC-9233-463E-BAEC-1B90094582DD}" srcOrd="0" destOrd="0" presId="urn:microsoft.com/office/officeart/2008/layout/LinedList"/>
    <dgm:cxn modelId="{5F70115E-2B58-478D-A4BC-101938A342C9}" type="presParOf" srcId="{6F2AE1A5-E4CD-4CD4-AE43-72F2E0EC5A69}" destId="{F3C0C49A-DE06-4A4A-972B-9A2422E7A5AF}" srcOrd="1" destOrd="0" presId="urn:microsoft.com/office/officeart/2008/layout/LinedList"/>
    <dgm:cxn modelId="{2DCDB29D-7CFF-4F4D-AD33-E37E18EFD1E7}" type="presParOf" srcId="{6F44BD7D-BAB9-498A-B91B-F0CF75EFCC82}" destId="{FE99435F-F830-4B3F-9435-AB1C0C97F692}" srcOrd="6" destOrd="0" presId="urn:microsoft.com/office/officeart/2008/layout/LinedList"/>
    <dgm:cxn modelId="{866067BD-7E16-4422-9DC4-6BCD1ECD8313}" type="presParOf" srcId="{6F44BD7D-BAB9-498A-B91B-F0CF75EFCC82}" destId="{E7EA0AE0-2C11-4E2C-8473-1EC75E6C586D}" srcOrd="7" destOrd="0" presId="urn:microsoft.com/office/officeart/2008/layout/LinedList"/>
    <dgm:cxn modelId="{FAA2BE93-F83E-4642-994F-AB786BB33408}" type="presParOf" srcId="{E7EA0AE0-2C11-4E2C-8473-1EC75E6C586D}" destId="{820EFE52-1211-4357-8413-590011F1700D}" srcOrd="0" destOrd="0" presId="urn:microsoft.com/office/officeart/2008/layout/LinedList"/>
    <dgm:cxn modelId="{65660383-0CA7-4A8D-82FB-00160EC8141D}" type="presParOf" srcId="{E7EA0AE0-2C11-4E2C-8473-1EC75E6C586D}" destId="{32D23A19-C28F-4CE7-92E2-EC2DF2F6996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2AC9B51D-F13B-4C69-B1FC-E440D1C5B8BA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2390447F-5331-4602-A9A2-96E9FF715E25}">
      <dgm:prSet/>
      <dgm:spPr/>
      <dgm:t>
        <a:bodyPr/>
        <a:lstStyle/>
        <a:p>
          <a:r>
            <a:rPr lang="en-US"/>
            <a:t>Analizan el tráfico de red</a:t>
          </a:r>
        </a:p>
      </dgm:t>
    </dgm:pt>
    <dgm:pt modelId="{504BC4A0-84EE-44CE-896C-982217BEAC7C}" type="parTrans" cxnId="{73ACB8C9-2E35-4D06-80D7-766F821180FA}">
      <dgm:prSet/>
      <dgm:spPr/>
      <dgm:t>
        <a:bodyPr/>
        <a:lstStyle/>
        <a:p>
          <a:endParaRPr lang="en-US"/>
        </a:p>
      </dgm:t>
    </dgm:pt>
    <dgm:pt modelId="{0A3C3995-A2D8-4746-B81E-C712E63C1199}" type="sibTrans" cxnId="{73ACB8C9-2E35-4D06-80D7-766F821180FA}">
      <dgm:prSet/>
      <dgm:spPr/>
      <dgm:t>
        <a:bodyPr/>
        <a:lstStyle/>
        <a:p>
          <a:endParaRPr lang="en-US"/>
        </a:p>
      </dgm:t>
    </dgm:pt>
    <dgm:pt modelId="{F30B2D59-5F85-4FB7-A48A-F924DF9D0A97}">
      <dgm:prSet/>
      <dgm:spPr/>
      <dgm:t>
        <a:bodyPr/>
        <a:lstStyle/>
        <a:p>
          <a:r>
            <a:rPr lang="en-US"/>
            <a:t>Permiten inspeccionar paquetes</a:t>
          </a:r>
        </a:p>
      </dgm:t>
    </dgm:pt>
    <dgm:pt modelId="{E070A13E-12A6-416B-8D03-9071B382F3C5}" type="parTrans" cxnId="{33AEEFCD-D13B-42A4-8408-81A5D2560E45}">
      <dgm:prSet/>
      <dgm:spPr/>
      <dgm:t>
        <a:bodyPr/>
        <a:lstStyle/>
        <a:p>
          <a:endParaRPr lang="en-US"/>
        </a:p>
      </dgm:t>
    </dgm:pt>
    <dgm:pt modelId="{366CA5B9-47D7-403A-81A9-FA27929962BF}" type="sibTrans" cxnId="{33AEEFCD-D13B-42A4-8408-81A5D2560E45}">
      <dgm:prSet/>
      <dgm:spPr/>
      <dgm:t>
        <a:bodyPr/>
        <a:lstStyle/>
        <a:p>
          <a:endParaRPr lang="en-US"/>
        </a:p>
      </dgm:t>
    </dgm:pt>
    <dgm:pt modelId="{2AF74307-8E0A-4AC3-BF9F-834EBFF7830A}">
      <dgm:prSet/>
      <dgm:spPr/>
      <dgm:t>
        <a:bodyPr/>
        <a:lstStyle/>
        <a:p>
          <a:r>
            <a:rPr lang="en-US"/>
            <a:t>Útiles para diagnóstico y seguridad</a:t>
          </a:r>
        </a:p>
      </dgm:t>
    </dgm:pt>
    <dgm:pt modelId="{B4E743B7-F36E-443B-887B-6AC90674C6FA}" type="parTrans" cxnId="{AECB90EC-9050-40D0-B34D-467C25B347C9}">
      <dgm:prSet/>
      <dgm:spPr/>
      <dgm:t>
        <a:bodyPr/>
        <a:lstStyle/>
        <a:p>
          <a:endParaRPr lang="en-US"/>
        </a:p>
      </dgm:t>
    </dgm:pt>
    <dgm:pt modelId="{FA462A7C-E5D4-42CF-8EFC-0DAC5E5FFB6A}" type="sibTrans" cxnId="{AECB90EC-9050-40D0-B34D-467C25B347C9}">
      <dgm:prSet/>
      <dgm:spPr/>
      <dgm:t>
        <a:bodyPr/>
        <a:lstStyle/>
        <a:p>
          <a:endParaRPr lang="en-US"/>
        </a:p>
      </dgm:t>
    </dgm:pt>
    <dgm:pt modelId="{5CDC4D59-FA32-4D80-99B6-3CDE6E881C0B}" type="pres">
      <dgm:prSet presAssocID="{2AC9B51D-F13B-4C69-B1FC-E440D1C5B8BA}" presName="vert0" presStyleCnt="0">
        <dgm:presLayoutVars>
          <dgm:dir/>
          <dgm:animOne val="branch"/>
          <dgm:animLvl val="lvl"/>
        </dgm:presLayoutVars>
      </dgm:prSet>
      <dgm:spPr/>
    </dgm:pt>
    <dgm:pt modelId="{9CC711ED-FB51-4098-8EEC-858551F5BAFC}" type="pres">
      <dgm:prSet presAssocID="{2390447F-5331-4602-A9A2-96E9FF715E25}" presName="thickLine" presStyleLbl="alignNode1" presStyleIdx="0" presStyleCnt="3"/>
      <dgm:spPr/>
    </dgm:pt>
    <dgm:pt modelId="{A878515C-C4BD-4C4B-BC80-5B7C044B43F2}" type="pres">
      <dgm:prSet presAssocID="{2390447F-5331-4602-A9A2-96E9FF715E25}" presName="horz1" presStyleCnt="0"/>
      <dgm:spPr/>
    </dgm:pt>
    <dgm:pt modelId="{1E3E5327-42FA-4921-8634-B57D1942F3AD}" type="pres">
      <dgm:prSet presAssocID="{2390447F-5331-4602-A9A2-96E9FF715E25}" presName="tx1" presStyleLbl="revTx" presStyleIdx="0" presStyleCnt="3"/>
      <dgm:spPr/>
    </dgm:pt>
    <dgm:pt modelId="{7DD3A5CF-603C-4CCF-BB1C-84B8B8BEA519}" type="pres">
      <dgm:prSet presAssocID="{2390447F-5331-4602-A9A2-96E9FF715E25}" presName="vert1" presStyleCnt="0"/>
      <dgm:spPr/>
    </dgm:pt>
    <dgm:pt modelId="{84D5D1E9-A635-4409-9D64-D8527D514EA1}" type="pres">
      <dgm:prSet presAssocID="{F30B2D59-5F85-4FB7-A48A-F924DF9D0A97}" presName="thickLine" presStyleLbl="alignNode1" presStyleIdx="1" presStyleCnt="3"/>
      <dgm:spPr/>
    </dgm:pt>
    <dgm:pt modelId="{592A0A02-A9A1-4BCD-80BA-EF7C3799C237}" type="pres">
      <dgm:prSet presAssocID="{F30B2D59-5F85-4FB7-A48A-F924DF9D0A97}" presName="horz1" presStyleCnt="0"/>
      <dgm:spPr/>
    </dgm:pt>
    <dgm:pt modelId="{2E76420F-D08E-4F15-AA4A-3F43F716116A}" type="pres">
      <dgm:prSet presAssocID="{F30B2D59-5F85-4FB7-A48A-F924DF9D0A97}" presName="tx1" presStyleLbl="revTx" presStyleIdx="1" presStyleCnt="3"/>
      <dgm:spPr/>
    </dgm:pt>
    <dgm:pt modelId="{35021961-3096-4B79-8BEE-D66B3D8D9808}" type="pres">
      <dgm:prSet presAssocID="{F30B2D59-5F85-4FB7-A48A-F924DF9D0A97}" presName="vert1" presStyleCnt="0"/>
      <dgm:spPr/>
    </dgm:pt>
    <dgm:pt modelId="{6BAD8C5A-E05E-46D1-82DB-674471E74626}" type="pres">
      <dgm:prSet presAssocID="{2AF74307-8E0A-4AC3-BF9F-834EBFF7830A}" presName="thickLine" presStyleLbl="alignNode1" presStyleIdx="2" presStyleCnt="3"/>
      <dgm:spPr/>
    </dgm:pt>
    <dgm:pt modelId="{A465EC15-9B0A-4AC8-B784-6776C892BA01}" type="pres">
      <dgm:prSet presAssocID="{2AF74307-8E0A-4AC3-BF9F-834EBFF7830A}" presName="horz1" presStyleCnt="0"/>
      <dgm:spPr/>
    </dgm:pt>
    <dgm:pt modelId="{1927E171-7F25-40F8-8507-244DA82A4216}" type="pres">
      <dgm:prSet presAssocID="{2AF74307-8E0A-4AC3-BF9F-834EBFF7830A}" presName="tx1" presStyleLbl="revTx" presStyleIdx="2" presStyleCnt="3"/>
      <dgm:spPr/>
    </dgm:pt>
    <dgm:pt modelId="{75344DCB-9DF0-49D9-87AF-72A8C5EA98CE}" type="pres">
      <dgm:prSet presAssocID="{2AF74307-8E0A-4AC3-BF9F-834EBFF7830A}" presName="vert1" presStyleCnt="0"/>
      <dgm:spPr/>
    </dgm:pt>
  </dgm:ptLst>
  <dgm:cxnLst>
    <dgm:cxn modelId="{F8F9E50C-FA0D-4F3A-80EF-8A84C44DBA8B}" type="presOf" srcId="{2390447F-5331-4602-A9A2-96E9FF715E25}" destId="{1E3E5327-42FA-4921-8634-B57D1942F3AD}" srcOrd="0" destOrd="0" presId="urn:microsoft.com/office/officeart/2008/layout/LinedList"/>
    <dgm:cxn modelId="{246F2A27-0DE6-4F88-BB91-CEDC354A87A0}" type="presOf" srcId="{F30B2D59-5F85-4FB7-A48A-F924DF9D0A97}" destId="{2E76420F-D08E-4F15-AA4A-3F43F716116A}" srcOrd="0" destOrd="0" presId="urn:microsoft.com/office/officeart/2008/layout/LinedList"/>
    <dgm:cxn modelId="{988A8A61-DCC1-4E66-9FD9-F0D57F4D5F17}" type="presOf" srcId="{2AF74307-8E0A-4AC3-BF9F-834EBFF7830A}" destId="{1927E171-7F25-40F8-8507-244DA82A4216}" srcOrd="0" destOrd="0" presId="urn:microsoft.com/office/officeart/2008/layout/LinedList"/>
    <dgm:cxn modelId="{7D5CB4AB-D8E3-4185-88C1-6AA28AEF7D45}" type="presOf" srcId="{2AC9B51D-F13B-4C69-B1FC-E440D1C5B8BA}" destId="{5CDC4D59-FA32-4D80-99B6-3CDE6E881C0B}" srcOrd="0" destOrd="0" presId="urn:microsoft.com/office/officeart/2008/layout/LinedList"/>
    <dgm:cxn modelId="{73ACB8C9-2E35-4D06-80D7-766F821180FA}" srcId="{2AC9B51D-F13B-4C69-B1FC-E440D1C5B8BA}" destId="{2390447F-5331-4602-A9A2-96E9FF715E25}" srcOrd="0" destOrd="0" parTransId="{504BC4A0-84EE-44CE-896C-982217BEAC7C}" sibTransId="{0A3C3995-A2D8-4746-B81E-C712E63C1199}"/>
    <dgm:cxn modelId="{33AEEFCD-D13B-42A4-8408-81A5D2560E45}" srcId="{2AC9B51D-F13B-4C69-B1FC-E440D1C5B8BA}" destId="{F30B2D59-5F85-4FB7-A48A-F924DF9D0A97}" srcOrd="1" destOrd="0" parTransId="{E070A13E-12A6-416B-8D03-9071B382F3C5}" sibTransId="{366CA5B9-47D7-403A-81A9-FA27929962BF}"/>
    <dgm:cxn modelId="{AECB90EC-9050-40D0-B34D-467C25B347C9}" srcId="{2AC9B51D-F13B-4C69-B1FC-E440D1C5B8BA}" destId="{2AF74307-8E0A-4AC3-BF9F-834EBFF7830A}" srcOrd="2" destOrd="0" parTransId="{B4E743B7-F36E-443B-887B-6AC90674C6FA}" sibTransId="{FA462A7C-E5D4-42CF-8EFC-0DAC5E5FFB6A}"/>
    <dgm:cxn modelId="{0FE8582A-A3A4-49C1-82B1-561004810A3B}" type="presParOf" srcId="{5CDC4D59-FA32-4D80-99B6-3CDE6E881C0B}" destId="{9CC711ED-FB51-4098-8EEC-858551F5BAFC}" srcOrd="0" destOrd="0" presId="urn:microsoft.com/office/officeart/2008/layout/LinedList"/>
    <dgm:cxn modelId="{6ECA6252-122E-4DCC-8054-1C75A703BCFB}" type="presParOf" srcId="{5CDC4D59-FA32-4D80-99B6-3CDE6E881C0B}" destId="{A878515C-C4BD-4C4B-BC80-5B7C044B43F2}" srcOrd="1" destOrd="0" presId="urn:microsoft.com/office/officeart/2008/layout/LinedList"/>
    <dgm:cxn modelId="{C3255B86-45AB-433F-A04E-929DD7A2D2FB}" type="presParOf" srcId="{A878515C-C4BD-4C4B-BC80-5B7C044B43F2}" destId="{1E3E5327-42FA-4921-8634-B57D1942F3AD}" srcOrd="0" destOrd="0" presId="urn:microsoft.com/office/officeart/2008/layout/LinedList"/>
    <dgm:cxn modelId="{D1B5C72F-CA83-40B3-8EDA-59CBC4082491}" type="presParOf" srcId="{A878515C-C4BD-4C4B-BC80-5B7C044B43F2}" destId="{7DD3A5CF-603C-4CCF-BB1C-84B8B8BEA519}" srcOrd="1" destOrd="0" presId="urn:microsoft.com/office/officeart/2008/layout/LinedList"/>
    <dgm:cxn modelId="{28B340D7-15F9-40BA-92AC-58AC0A84923C}" type="presParOf" srcId="{5CDC4D59-FA32-4D80-99B6-3CDE6E881C0B}" destId="{84D5D1E9-A635-4409-9D64-D8527D514EA1}" srcOrd="2" destOrd="0" presId="urn:microsoft.com/office/officeart/2008/layout/LinedList"/>
    <dgm:cxn modelId="{63CCF353-C760-4BAA-BBC9-7B8F14B7A0C6}" type="presParOf" srcId="{5CDC4D59-FA32-4D80-99B6-3CDE6E881C0B}" destId="{592A0A02-A9A1-4BCD-80BA-EF7C3799C237}" srcOrd="3" destOrd="0" presId="urn:microsoft.com/office/officeart/2008/layout/LinedList"/>
    <dgm:cxn modelId="{BD3DA03C-F380-43E8-9D82-9CFFA283DD42}" type="presParOf" srcId="{592A0A02-A9A1-4BCD-80BA-EF7C3799C237}" destId="{2E76420F-D08E-4F15-AA4A-3F43F716116A}" srcOrd="0" destOrd="0" presId="urn:microsoft.com/office/officeart/2008/layout/LinedList"/>
    <dgm:cxn modelId="{5EB7B283-1F7A-4ACB-998F-06959561235E}" type="presParOf" srcId="{592A0A02-A9A1-4BCD-80BA-EF7C3799C237}" destId="{35021961-3096-4B79-8BEE-D66B3D8D9808}" srcOrd="1" destOrd="0" presId="urn:microsoft.com/office/officeart/2008/layout/LinedList"/>
    <dgm:cxn modelId="{4169CD19-06CA-4D29-9254-97B88ADA3297}" type="presParOf" srcId="{5CDC4D59-FA32-4D80-99B6-3CDE6E881C0B}" destId="{6BAD8C5A-E05E-46D1-82DB-674471E74626}" srcOrd="4" destOrd="0" presId="urn:microsoft.com/office/officeart/2008/layout/LinedList"/>
    <dgm:cxn modelId="{5AA8A06F-6ED5-4D6C-A53A-15E3BF0682BF}" type="presParOf" srcId="{5CDC4D59-FA32-4D80-99B6-3CDE6E881C0B}" destId="{A465EC15-9B0A-4AC8-B784-6776C892BA01}" srcOrd="5" destOrd="0" presId="urn:microsoft.com/office/officeart/2008/layout/LinedList"/>
    <dgm:cxn modelId="{87522441-B9B8-4623-A7E0-DBA346E0DC31}" type="presParOf" srcId="{A465EC15-9B0A-4AC8-B784-6776C892BA01}" destId="{1927E171-7F25-40F8-8507-244DA82A4216}" srcOrd="0" destOrd="0" presId="urn:microsoft.com/office/officeart/2008/layout/LinedList"/>
    <dgm:cxn modelId="{F6C06C01-0650-44D4-BE49-5A0189147131}" type="presParOf" srcId="{A465EC15-9B0A-4AC8-B784-6776C892BA01}" destId="{75344DCB-9DF0-49D9-87AF-72A8C5EA98C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E1146A43-0B30-416B-A1A7-541196D14447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BA69589-B9C9-4D3D-B8AE-270098107CB9}">
      <dgm:prSet/>
      <dgm:spPr/>
      <dgm:t>
        <a:bodyPr/>
        <a:lstStyle/>
        <a:p>
          <a:r>
            <a:rPr lang="en-US"/>
            <a:t>Wireshark</a:t>
          </a:r>
        </a:p>
      </dgm:t>
    </dgm:pt>
    <dgm:pt modelId="{84716014-9D5A-4AD9-8802-C6F3533341D2}" type="parTrans" cxnId="{892471BC-574E-4D88-BE18-422242E8FDA9}">
      <dgm:prSet/>
      <dgm:spPr/>
      <dgm:t>
        <a:bodyPr/>
        <a:lstStyle/>
        <a:p>
          <a:endParaRPr lang="en-US"/>
        </a:p>
      </dgm:t>
    </dgm:pt>
    <dgm:pt modelId="{5490E0D6-5E9B-4535-A310-DFCF11FFED53}" type="sibTrans" cxnId="{892471BC-574E-4D88-BE18-422242E8FDA9}">
      <dgm:prSet/>
      <dgm:spPr/>
      <dgm:t>
        <a:bodyPr/>
        <a:lstStyle/>
        <a:p>
          <a:endParaRPr lang="en-US"/>
        </a:p>
      </dgm:t>
    </dgm:pt>
    <dgm:pt modelId="{2DFF981A-6080-4A1D-B1A4-4EC633B78BFD}">
      <dgm:prSet/>
      <dgm:spPr/>
      <dgm:t>
        <a:bodyPr/>
        <a:lstStyle/>
        <a:p>
          <a:r>
            <a:rPr lang="en-US"/>
            <a:t>tcpdump</a:t>
          </a:r>
        </a:p>
      </dgm:t>
    </dgm:pt>
    <dgm:pt modelId="{3B841109-6113-4B57-9DD2-C34491914EA8}" type="parTrans" cxnId="{92FBF172-4FCF-4A44-8C79-E52AAB66E0B7}">
      <dgm:prSet/>
      <dgm:spPr/>
      <dgm:t>
        <a:bodyPr/>
        <a:lstStyle/>
        <a:p>
          <a:endParaRPr lang="en-US"/>
        </a:p>
      </dgm:t>
    </dgm:pt>
    <dgm:pt modelId="{9523A866-964D-4E44-91FA-83A7552B9695}" type="sibTrans" cxnId="{92FBF172-4FCF-4A44-8C79-E52AAB66E0B7}">
      <dgm:prSet/>
      <dgm:spPr/>
      <dgm:t>
        <a:bodyPr/>
        <a:lstStyle/>
        <a:p>
          <a:endParaRPr lang="en-US"/>
        </a:p>
      </dgm:t>
    </dgm:pt>
    <dgm:pt modelId="{E11A4BA3-0FBE-4FB1-A753-CD9724A421B1}">
      <dgm:prSet/>
      <dgm:spPr/>
      <dgm:t>
        <a:bodyPr/>
        <a:lstStyle/>
        <a:p>
          <a:r>
            <a:rPr lang="en-US"/>
            <a:t>Tshark</a:t>
          </a:r>
        </a:p>
      </dgm:t>
    </dgm:pt>
    <dgm:pt modelId="{E196A0D9-6322-419D-9BAE-0A305B7B87DA}" type="parTrans" cxnId="{0113581D-1889-4765-BE10-EA3A0C4D724C}">
      <dgm:prSet/>
      <dgm:spPr/>
      <dgm:t>
        <a:bodyPr/>
        <a:lstStyle/>
        <a:p>
          <a:endParaRPr lang="en-US"/>
        </a:p>
      </dgm:t>
    </dgm:pt>
    <dgm:pt modelId="{95D51759-10A3-4DBE-9563-1DE9499FC02E}" type="sibTrans" cxnId="{0113581D-1889-4765-BE10-EA3A0C4D724C}">
      <dgm:prSet/>
      <dgm:spPr/>
      <dgm:t>
        <a:bodyPr/>
        <a:lstStyle/>
        <a:p>
          <a:endParaRPr lang="en-US"/>
        </a:p>
      </dgm:t>
    </dgm:pt>
    <dgm:pt modelId="{C5DFF81E-AE8E-4E8A-AC93-91E629ABD96D}" type="pres">
      <dgm:prSet presAssocID="{E1146A43-0B30-416B-A1A7-541196D14447}" presName="vert0" presStyleCnt="0">
        <dgm:presLayoutVars>
          <dgm:dir/>
          <dgm:animOne val="branch"/>
          <dgm:animLvl val="lvl"/>
        </dgm:presLayoutVars>
      </dgm:prSet>
      <dgm:spPr/>
    </dgm:pt>
    <dgm:pt modelId="{DB52093A-EE73-4DB7-9727-73D0CE76C17E}" type="pres">
      <dgm:prSet presAssocID="{2BA69589-B9C9-4D3D-B8AE-270098107CB9}" presName="thickLine" presStyleLbl="alignNode1" presStyleIdx="0" presStyleCnt="3"/>
      <dgm:spPr/>
    </dgm:pt>
    <dgm:pt modelId="{E0EF75F9-5B7D-4027-8C8C-734C9C4E9B1E}" type="pres">
      <dgm:prSet presAssocID="{2BA69589-B9C9-4D3D-B8AE-270098107CB9}" presName="horz1" presStyleCnt="0"/>
      <dgm:spPr/>
    </dgm:pt>
    <dgm:pt modelId="{E1BA33FB-7366-448C-B234-53DB38FA492C}" type="pres">
      <dgm:prSet presAssocID="{2BA69589-B9C9-4D3D-B8AE-270098107CB9}" presName="tx1" presStyleLbl="revTx" presStyleIdx="0" presStyleCnt="3"/>
      <dgm:spPr/>
    </dgm:pt>
    <dgm:pt modelId="{96753AF0-C724-4CA4-B982-B440EFE75C63}" type="pres">
      <dgm:prSet presAssocID="{2BA69589-B9C9-4D3D-B8AE-270098107CB9}" presName="vert1" presStyleCnt="0"/>
      <dgm:spPr/>
    </dgm:pt>
    <dgm:pt modelId="{8274FFA2-41F5-4E7C-BB89-44AA88BB8AD8}" type="pres">
      <dgm:prSet presAssocID="{2DFF981A-6080-4A1D-B1A4-4EC633B78BFD}" presName="thickLine" presStyleLbl="alignNode1" presStyleIdx="1" presStyleCnt="3"/>
      <dgm:spPr/>
    </dgm:pt>
    <dgm:pt modelId="{07851B38-A798-462B-9788-E4AA88DC7DAC}" type="pres">
      <dgm:prSet presAssocID="{2DFF981A-6080-4A1D-B1A4-4EC633B78BFD}" presName="horz1" presStyleCnt="0"/>
      <dgm:spPr/>
    </dgm:pt>
    <dgm:pt modelId="{779848B4-6B4A-467B-B2A0-69F1BBAA7198}" type="pres">
      <dgm:prSet presAssocID="{2DFF981A-6080-4A1D-B1A4-4EC633B78BFD}" presName="tx1" presStyleLbl="revTx" presStyleIdx="1" presStyleCnt="3"/>
      <dgm:spPr/>
    </dgm:pt>
    <dgm:pt modelId="{9C0311F3-25D7-47F1-B2A3-2DEBD0C30AF7}" type="pres">
      <dgm:prSet presAssocID="{2DFF981A-6080-4A1D-B1A4-4EC633B78BFD}" presName="vert1" presStyleCnt="0"/>
      <dgm:spPr/>
    </dgm:pt>
    <dgm:pt modelId="{ED70CF79-90A8-4ADD-8740-515E74A5E8C9}" type="pres">
      <dgm:prSet presAssocID="{E11A4BA3-0FBE-4FB1-A753-CD9724A421B1}" presName="thickLine" presStyleLbl="alignNode1" presStyleIdx="2" presStyleCnt="3"/>
      <dgm:spPr/>
    </dgm:pt>
    <dgm:pt modelId="{BA861AB0-FF0A-4A31-B897-9A82B3D7E43E}" type="pres">
      <dgm:prSet presAssocID="{E11A4BA3-0FBE-4FB1-A753-CD9724A421B1}" presName="horz1" presStyleCnt="0"/>
      <dgm:spPr/>
    </dgm:pt>
    <dgm:pt modelId="{E3CA9F32-E220-490E-A335-BCA133214308}" type="pres">
      <dgm:prSet presAssocID="{E11A4BA3-0FBE-4FB1-A753-CD9724A421B1}" presName="tx1" presStyleLbl="revTx" presStyleIdx="2" presStyleCnt="3"/>
      <dgm:spPr/>
    </dgm:pt>
    <dgm:pt modelId="{27652FFF-17FA-4C5D-9594-A803ED8D9899}" type="pres">
      <dgm:prSet presAssocID="{E11A4BA3-0FBE-4FB1-A753-CD9724A421B1}" presName="vert1" presStyleCnt="0"/>
      <dgm:spPr/>
    </dgm:pt>
  </dgm:ptLst>
  <dgm:cxnLst>
    <dgm:cxn modelId="{226B7504-3A52-494E-AE77-27865E997068}" type="presOf" srcId="{E1146A43-0B30-416B-A1A7-541196D14447}" destId="{C5DFF81E-AE8E-4E8A-AC93-91E629ABD96D}" srcOrd="0" destOrd="0" presId="urn:microsoft.com/office/officeart/2008/layout/LinedList"/>
    <dgm:cxn modelId="{0113581D-1889-4765-BE10-EA3A0C4D724C}" srcId="{E1146A43-0B30-416B-A1A7-541196D14447}" destId="{E11A4BA3-0FBE-4FB1-A753-CD9724A421B1}" srcOrd="2" destOrd="0" parTransId="{E196A0D9-6322-419D-9BAE-0A305B7B87DA}" sibTransId="{95D51759-10A3-4DBE-9563-1DE9499FC02E}"/>
    <dgm:cxn modelId="{57003B4F-6242-440C-A11A-6845C38B201E}" type="presOf" srcId="{2BA69589-B9C9-4D3D-B8AE-270098107CB9}" destId="{E1BA33FB-7366-448C-B234-53DB38FA492C}" srcOrd="0" destOrd="0" presId="urn:microsoft.com/office/officeart/2008/layout/LinedList"/>
    <dgm:cxn modelId="{92FBF172-4FCF-4A44-8C79-E52AAB66E0B7}" srcId="{E1146A43-0B30-416B-A1A7-541196D14447}" destId="{2DFF981A-6080-4A1D-B1A4-4EC633B78BFD}" srcOrd="1" destOrd="0" parTransId="{3B841109-6113-4B57-9DD2-C34491914EA8}" sibTransId="{9523A866-964D-4E44-91FA-83A7552B9695}"/>
    <dgm:cxn modelId="{FFE9368C-F37A-434A-B47B-E1D8F97318B2}" type="presOf" srcId="{2DFF981A-6080-4A1D-B1A4-4EC633B78BFD}" destId="{779848B4-6B4A-467B-B2A0-69F1BBAA7198}" srcOrd="0" destOrd="0" presId="urn:microsoft.com/office/officeart/2008/layout/LinedList"/>
    <dgm:cxn modelId="{892471BC-574E-4D88-BE18-422242E8FDA9}" srcId="{E1146A43-0B30-416B-A1A7-541196D14447}" destId="{2BA69589-B9C9-4D3D-B8AE-270098107CB9}" srcOrd="0" destOrd="0" parTransId="{84716014-9D5A-4AD9-8802-C6F3533341D2}" sibTransId="{5490E0D6-5E9B-4535-A310-DFCF11FFED53}"/>
    <dgm:cxn modelId="{33E1D8BF-7B21-4C9F-B7FD-A991FFD10724}" type="presOf" srcId="{E11A4BA3-0FBE-4FB1-A753-CD9724A421B1}" destId="{E3CA9F32-E220-490E-A335-BCA133214308}" srcOrd="0" destOrd="0" presId="urn:microsoft.com/office/officeart/2008/layout/LinedList"/>
    <dgm:cxn modelId="{BD30178C-FADE-441E-B94E-82B0A3B6947B}" type="presParOf" srcId="{C5DFF81E-AE8E-4E8A-AC93-91E629ABD96D}" destId="{DB52093A-EE73-4DB7-9727-73D0CE76C17E}" srcOrd="0" destOrd="0" presId="urn:microsoft.com/office/officeart/2008/layout/LinedList"/>
    <dgm:cxn modelId="{0C8FA80D-AC5E-419E-BF7B-D927EE98B001}" type="presParOf" srcId="{C5DFF81E-AE8E-4E8A-AC93-91E629ABD96D}" destId="{E0EF75F9-5B7D-4027-8C8C-734C9C4E9B1E}" srcOrd="1" destOrd="0" presId="urn:microsoft.com/office/officeart/2008/layout/LinedList"/>
    <dgm:cxn modelId="{CF23A0F8-84E8-4F9A-BE89-D68E8D7A8F52}" type="presParOf" srcId="{E0EF75F9-5B7D-4027-8C8C-734C9C4E9B1E}" destId="{E1BA33FB-7366-448C-B234-53DB38FA492C}" srcOrd="0" destOrd="0" presId="urn:microsoft.com/office/officeart/2008/layout/LinedList"/>
    <dgm:cxn modelId="{46940C76-3D67-4672-9FD5-6CAA7374799A}" type="presParOf" srcId="{E0EF75F9-5B7D-4027-8C8C-734C9C4E9B1E}" destId="{96753AF0-C724-4CA4-B982-B440EFE75C63}" srcOrd="1" destOrd="0" presId="urn:microsoft.com/office/officeart/2008/layout/LinedList"/>
    <dgm:cxn modelId="{51AD9A28-D8A2-4AC7-99AC-9944F56F2825}" type="presParOf" srcId="{C5DFF81E-AE8E-4E8A-AC93-91E629ABD96D}" destId="{8274FFA2-41F5-4E7C-BB89-44AA88BB8AD8}" srcOrd="2" destOrd="0" presId="urn:microsoft.com/office/officeart/2008/layout/LinedList"/>
    <dgm:cxn modelId="{891A53D2-BF93-4713-AD33-B9D712751629}" type="presParOf" srcId="{C5DFF81E-AE8E-4E8A-AC93-91E629ABD96D}" destId="{07851B38-A798-462B-9788-E4AA88DC7DAC}" srcOrd="3" destOrd="0" presId="urn:microsoft.com/office/officeart/2008/layout/LinedList"/>
    <dgm:cxn modelId="{AFF518F1-DEF0-4B1C-8CC4-ED46ABDDA82F}" type="presParOf" srcId="{07851B38-A798-462B-9788-E4AA88DC7DAC}" destId="{779848B4-6B4A-467B-B2A0-69F1BBAA7198}" srcOrd="0" destOrd="0" presId="urn:microsoft.com/office/officeart/2008/layout/LinedList"/>
    <dgm:cxn modelId="{33D0659F-2928-4BD0-9A53-BC60A84CE82C}" type="presParOf" srcId="{07851B38-A798-462B-9788-E4AA88DC7DAC}" destId="{9C0311F3-25D7-47F1-B2A3-2DEBD0C30AF7}" srcOrd="1" destOrd="0" presId="urn:microsoft.com/office/officeart/2008/layout/LinedList"/>
    <dgm:cxn modelId="{CCE82B08-FF92-4B45-983F-28E71B7AFC48}" type="presParOf" srcId="{C5DFF81E-AE8E-4E8A-AC93-91E629ABD96D}" destId="{ED70CF79-90A8-4ADD-8740-515E74A5E8C9}" srcOrd="4" destOrd="0" presId="urn:microsoft.com/office/officeart/2008/layout/LinedList"/>
    <dgm:cxn modelId="{BCF005C6-5F36-413F-9964-7FD4C890D9F1}" type="presParOf" srcId="{C5DFF81E-AE8E-4E8A-AC93-91E629ABD96D}" destId="{BA861AB0-FF0A-4A31-B897-9A82B3D7E43E}" srcOrd="5" destOrd="0" presId="urn:microsoft.com/office/officeart/2008/layout/LinedList"/>
    <dgm:cxn modelId="{82B57DB0-41EC-4711-BBA9-A294D55F6797}" type="presParOf" srcId="{BA861AB0-FF0A-4A31-B897-9A82B3D7E43E}" destId="{E3CA9F32-E220-490E-A335-BCA133214308}" srcOrd="0" destOrd="0" presId="urn:microsoft.com/office/officeart/2008/layout/LinedList"/>
    <dgm:cxn modelId="{045A8D87-02E9-4C85-BF14-5D58A640D622}" type="presParOf" srcId="{BA861AB0-FF0A-4A31-B897-9A82B3D7E43E}" destId="{27652FFF-17FA-4C5D-9594-A803ED8D989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BABFCAF2-DB38-483D-BC71-A3D02F5AC27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BC82A0A0-4FF0-4227-9174-0101BAEEB697}">
      <dgm:prSet/>
      <dgm:spPr/>
      <dgm:t>
        <a:bodyPr/>
        <a:lstStyle/>
        <a:p>
          <a:r>
            <a:rPr lang="en-US"/>
            <a:t>Supervisión de sistemas y servicios</a:t>
          </a:r>
        </a:p>
      </dgm:t>
    </dgm:pt>
    <dgm:pt modelId="{D34AA046-B9B5-4096-A8A6-E6A8A9DCE51D}" type="parTrans" cxnId="{C9E07DAE-AAF6-42BF-A603-7EB3647A1EFE}">
      <dgm:prSet/>
      <dgm:spPr/>
      <dgm:t>
        <a:bodyPr/>
        <a:lstStyle/>
        <a:p>
          <a:endParaRPr lang="en-US"/>
        </a:p>
      </dgm:t>
    </dgm:pt>
    <dgm:pt modelId="{A4BB3055-CC10-4F47-BBC1-4666D712442C}" type="sibTrans" cxnId="{C9E07DAE-AAF6-42BF-A603-7EB3647A1EFE}">
      <dgm:prSet/>
      <dgm:spPr/>
      <dgm:t>
        <a:bodyPr/>
        <a:lstStyle/>
        <a:p>
          <a:endParaRPr lang="en-US"/>
        </a:p>
      </dgm:t>
    </dgm:pt>
    <dgm:pt modelId="{C5DCC795-4DC3-46E7-A0E8-3D6D94A5B51C}">
      <dgm:prSet/>
      <dgm:spPr/>
      <dgm:t>
        <a:bodyPr/>
        <a:lstStyle/>
        <a:p>
          <a:r>
            <a:rPr lang="en-US"/>
            <a:t>Visualización del estado</a:t>
          </a:r>
        </a:p>
      </dgm:t>
    </dgm:pt>
    <dgm:pt modelId="{EBDAC0F8-0217-4AE4-B746-327829612E32}" type="parTrans" cxnId="{12F3B7E8-400E-4EC7-8227-EC57DDF1A432}">
      <dgm:prSet/>
      <dgm:spPr/>
      <dgm:t>
        <a:bodyPr/>
        <a:lstStyle/>
        <a:p>
          <a:endParaRPr lang="en-US"/>
        </a:p>
      </dgm:t>
    </dgm:pt>
    <dgm:pt modelId="{88B56A65-2A27-46AB-A628-F83D0A10942D}" type="sibTrans" cxnId="{12F3B7E8-400E-4EC7-8227-EC57DDF1A432}">
      <dgm:prSet/>
      <dgm:spPr/>
      <dgm:t>
        <a:bodyPr/>
        <a:lstStyle/>
        <a:p>
          <a:endParaRPr lang="en-US"/>
        </a:p>
      </dgm:t>
    </dgm:pt>
    <dgm:pt modelId="{90096389-109B-4F31-95BC-E1E8C4AEB470}">
      <dgm:prSet/>
      <dgm:spPr/>
      <dgm:t>
        <a:bodyPr/>
        <a:lstStyle/>
        <a:p>
          <a:r>
            <a:rPr lang="en-US"/>
            <a:t>Generación de alertas</a:t>
          </a:r>
        </a:p>
      </dgm:t>
    </dgm:pt>
    <dgm:pt modelId="{7848BB74-5191-46DB-9A4C-5692F65CC6D6}" type="parTrans" cxnId="{EB4115EE-5075-46AD-A7C5-3F04961F18EF}">
      <dgm:prSet/>
      <dgm:spPr/>
      <dgm:t>
        <a:bodyPr/>
        <a:lstStyle/>
        <a:p>
          <a:endParaRPr lang="en-US"/>
        </a:p>
      </dgm:t>
    </dgm:pt>
    <dgm:pt modelId="{5F05AC39-1404-4EFA-B129-1E3B4ED7EE16}" type="sibTrans" cxnId="{EB4115EE-5075-46AD-A7C5-3F04961F18EF}">
      <dgm:prSet/>
      <dgm:spPr/>
      <dgm:t>
        <a:bodyPr/>
        <a:lstStyle/>
        <a:p>
          <a:endParaRPr lang="en-US"/>
        </a:p>
      </dgm:t>
    </dgm:pt>
    <dgm:pt modelId="{F9D18814-89E5-43D7-8A60-E79E88CC68DC}" type="pres">
      <dgm:prSet presAssocID="{BABFCAF2-DB38-483D-BC71-A3D02F5AC27B}" presName="root" presStyleCnt="0">
        <dgm:presLayoutVars>
          <dgm:dir/>
          <dgm:resizeHandles val="exact"/>
        </dgm:presLayoutVars>
      </dgm:prSet>
      <dgm:spPr/>
    </dgm:pt>
    <dgm:pt modelId="{7AC0B1BD-DC06-413E-9B70-DA6C1B72ACC2}" type="pres">
      <dgm:prSet presAssocID="{BC82A0A0-4FF0-4227-9174-0101BAEEB697}" presName="compNode" presStyleCnt="0"/>
      <dgm:spPr/>
    </dgm:pt>
    <dgm:pt modelId="{1AC4E8D8-CB75-41E4-A6EB-FFE01E3736BB}" type="pres">
      <dgm:prSet presAssocID="{BC82A0A0-4FF0-4227-9174-0101BAEEB697}" presName="bgRect" presStyleLbl="bgShp" presStyleIdx="0" presStyleCnt="3"/>
      <dgm:spPr/>
    </dgm:pt>
    <dgm:pt modelId="{8EEF1770-5A40-4667-807B-02E3A835D26A}" type="pres">
      <dgm:prSet presAssocID="{BC82A0A0-4FF0-4227-9174-0101BAEEB69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unión"/>
        </a:ext>
      </dgm:extLst>
    </dgm:pt>
    <dgm:pt modelId="{3B7878E1-D42F-4499-B1CF-035ECB2276BB}" type="pres">
      <dgm:prSet presAssocID="{BC82A0A0-4FF0-4227-9174-0101BAEEB697}" presName="spaceRect" presStyleCnt="0"/>
      <dgm:spPr/>
    </dgm:pt>
    <dgm:pt modelId="{806D7D24-AE30-46B2-B625-2B9844A650B5}" type="pres">
      <dgm:prSet presAssocID="{BC82A0A0-4FF0-4227-9174-0101BAEEB697}" presName="parTx" presStyleLbl="revTx" presStyleIdx="0" presStyleCnt="3">
        <dgm:presLayoutVars>
          <dgm:chMax val="0"/>
          <dgm:chPref val="0"/>
        </dgm:presLayoutVars>
      </dgm:prSet>
      <dgm:spPr/>
    </dgm:pt>
    <dgm:pt modelId="{F2CD3FF4-8ED9-4899-98A8-0E209E48827E}" type="pres">
      <dgm:prSet presAssocID="{A4BB3055-CC10-4F47-BBC1-4666D712442C}" presName="sibTrans" presStyleCnt="0"/>
      <dgm:spPr/>
    </dgm:pt>
    <dgm:pt modelId="{27BAF5E5-C3B9-4B52-96BD-2CD02864A26E}" type="pres">
      <dgm:prSet presAssocID="{C5DCC795-4DC3-46E7-A0E8-3D6D94A5B51C}" presName="compNode" presStyleCnt="0"/>
      <dgm:spPr/>
    </dgm:pt>
    <dgm:pt modelId="{82A49178-9C8B-4B11-B654-1F2B8223D121}" type="pres">
      <dgm:prSet presAssocID="{C5DCC795-4DC3-46E7-A0E8-3D6D94A5B51C}" presName="bgRect" presStyleLbl="bgShp" presStyleIdx="1" presStyleCnt="3"/>
      <dgm:spPr/>
    </dgm:pt>
    <dgm:pt modelId="{94BC72EA-3C1A-41ED-B5E9-9761FB515F26}" type="pres">
      <dgm:prSet presAssocID="{C5DCC795-4DC3-46E7-A0E8-3D6D94A5B51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3D434E3C-2A08-4574-8B00-493D5490C648}" type="pres">
      <dgm:prSet presAssocID="{C5DCC795-4DC3-46E7-A0E8-3D6D94A5B51C}" presName="spaceRect" presStyleCnt="0"/>
      <dgm:spPr/>
    </dgm:pt>
    <dgm:pt modelId="{9972D3C9-DD0A-412C-A613-A233B90B909F}" type="pres">
      <dgm:prSet presAssocID="{C5DCC795-4DC3-46E7-A0E8-3D6D94A5B51C}" presName="parTx" presStyleLbl="revTx" presStyleIdx="1" presStyleCnt="3">
        <dgm:presLayoutVars>
          <dgm:chMax val="0"/>
          <dgm:chPref val="0"/>
        </dgm:presLayoutVars>
      </dgm:prSet>
      <dgm:spPr/>
    </dgm:pt>
    <dgm:pt modelId="{002E2E1C-04AD-4F36-8625-3E25C1AEDE1E}" type="pres">
      <dgm:prSet presAssocID="{88B56A65-2A27-46AB-A628-F83D0A10942D}" presName="sibTrans" presStyleCnt="0"/>
      <dgm:spPr/>
    </dgm:pt>
    <dgm:pt modelId="{B9834520-D037-4886-A920-C1808BFAD6A7}" type="pres">
      <dgm:prSet presAssocID="{90096389-109B-4F31-95BC-E1E8C4AEB470}" presName="compNode" presStyleCnt="0"/>
      <dgm:spPr/>
    </dgm:pt>
    <dgm:pt modelId="{93F813E2-CE3D-40AC-A28C-AF0E01C476B1}" type="pres">
      <dgm:prSet presAssocID="{90096389-109B-4F31-95BC-E1E8C4AEB470}" presName="bgRect" presStyleLbl="bgShp" presStyleIdx="2" presStyleCnt="3"/>
      <dgm:spPr/>
    </dgm:pt>
    <dgm:pt modelId="{1241E24E-1D08-4318-9B97-4E6463D5A221}" type="pres">
      <dgm:prSet presAssocID="{90096389-109B-4F31-95BC-E1E8C4AEB47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vertencia"/>
        </a:ext>
      </dgm:extLst>
    </dgm:pt>
    <dgm:pt modelId="{17DCA8FD-E023-49CE-8CA9-FA09E5275640}" type="pres">
      <dgm:prSet presAssocID="{90096389-109B-4F31-95BC-E1E8C4AEB470}" presName="spaceRect" presStyleCnt="0"/>
      <dgm:spPr/>
    </dgm:pt>
    <dgm:pt modelId="{0148947A-16A6-4AB0-9FC6-74A85EB18F5F}" type="pres">
      <dgm:prSet presAssocID="{90096389-109B-4F31-95BC-E1E8C4AEB470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00AD304-216C-4B3F-B0C9-14F803B0982F}" type="presOf" srcId="{90096389-109B-4F31-95BC-E1E8C4AEB470}" destId="{0148947A-16A6-4AB0-9FC6-74A85EB18F5F}" srcOrd="0" destOrd="0" presId="urn:microsoft.com/office/officeart/2018/2/layout/IconVerticalSolidList"/>
    <dgm:cxn modelId="{85A9370B-1D7F-4374-94F9-7994D1A45E83}" type="presOf" srcId="{BABFCAF2-DB38-483D-BC71-A3D02F5AC27B}" destId="{F9D18814-89E5-43D7-8A60-E79E88CC68DC}" srcOrd="0" destOrd="0" presId="urn:microsoft.com/office/officeart/2018/2/layout/IconVerticalSolidList"/>
    <dgm:cxn modelId="{C9E07DAE-AAF6-42BF-A603-7EB3647A1EFE}" srcId="{BABFCAF2-DB38-483D-BC71-A3D02F5AC27B}" destId="{BC82A0A0-4FF0-4227-9174-0101BAEEB697}" srcOrd="0" destOrd="0" parTransId="{D34AA046-B9B5-4096-A8A6-E6A8A9DCE51D}" sibTransId="{A4BB3055-CC10-4F47-BBC1-4666D712442C}"/>
    <dgm:cxn modelId="{00E376C3-662C-4F27-AD8A-4325DEC3BC32}" type="presOf" srcId="{C5DCC795-4DC3-46E7-A0E8-3D6D94A5B51C}" destId="{9972D3C9-DD0A-412C-A613-A233B90B909F}" srcOrd="0" destOrd="0" presId="urn:microsoft.com/office/officeart/2018/2/layout/IconVerticalSolidList"/>
    <dgm:cxn modelId="{F1EE24D1-0E60-4897-9CEB-13F2D7F12625}" type="presOf" srcId="{BC82A0A0-4FF0-4227-9174-0101BAEEB697}" destId="{806D7D24-AE30-46B2-B625-2B9844A650B5}" srcOrd="0" destOrd="0" presId="urn:microsoft.com/office/officeart/2018/2/layout/IconVerticalSolidList"/>
    <dgm:cxn modelId="{12F3B7E8-400E-4EC7-8227-EC57DDF1A432}" srcId="{BABFCAF2-DB38-483D-BC71-A3D02F5AC27B}" destId="{C5DCC795-4DC3-46E7-A0E8-3D6D94A5B51C}" srcOrd="1" destOrd="0" parTransId="{EBDAC0F8-0217-4AE4-B746-327829612E32}" sibTransId="{88B56A65-2A27-46AB-A628-F83D0A10942D}"/>
    <dgm:cxn modelId="{EB4115EE-5075-46AD-A7C5-3F04961F18EF}" srcId="{BABFCAF2-DB38-483D-BC71-A3D02F5AC27B}" destId="{90096389-109B-4F31-95BC-E1E8C4AEB470}" srcOrd="2" destOrd="0" parTransId="{7848BB74-5191-46DB-9A4C-5692F65CC6D6}" sibTransId="{5F05AC39-1404-4EFA-B129-1E3B4ED7EE16}"/>
    <dgm:cxn modelId="{1227ECCE-9261-4F84-8DAA-E0321477E825}" type="presParOf" srcId="{F9D18814-89E5-43D7-8A60-E79E88CC68DC}" destId="{7AC0B1BD-DC06-413E-9B70-DA6C1B72ACC2}" srcOrd="0" destOrd="0" presId="urn:microsoft.com/office/officeart/2018/2/layout/IconVerticalSolidList"/>
    <dgm:cxn modelId="{37E7EE1B-574D-4588-9DF9-36B461EFC750}" type="presParOf" srcId="{7AC0B1BD-DC06-413E-9B70-DA6C1B72ACC2}" destId="{1AC4E8D8-CB75-41E4-A6EB-FFE01E3736BB}" srcOrd="0" destOrd="0" presId="urn:microsoft.com/office/officeart/2018/2/layout/IconVerticalSolidList"/>
    <dgm:cxn modelId="{BC535C28-BEDB-4F84-B1C7-0AAF7FEDA0CB}" type="presParOf" srcId="{7AC0B1BD-DC06-413E-9B70-DA6C1B72ACC2}" destId="{8EEF1770-5A40-4667-807B-02E3A835D26A}" srcOrd="1" destOrd="0" presId="urn:microsoft.com/office/officeart/2018/2/layout/IconVerticalSolidList"/>
    <dgm:cxn modelId="{AD64615E-67F7-41EA-AB31-0DEEA5999F7E}" type="presParOf" srcId="{7AC0B1BD-DC06-413E-9B70-DA6C1B72ACC2}" destId="{3B7878E1-D42F-4499-B1CF-035ECB2276BB}" srcOrd="2" destOrd="0" presId="urn:microsoft.com/office/officeart/2018/2/layout/IconVerticalSolidList"/>
    <dgm:cxn modelId="{CD3B7974-C0C6-440B-9B6F-1159C77EEEF4}" type="presParOf" srcId="{7AC0B1BD-DC06-413E-9B70-DA6C1B72ACC2}" destId="{806D7D24-AE30-46B2-B625-2B9844A650B5}" srcOrd="3" destOrd="0" presId="urn:microsoft.com/office/officeart/2018/2/layout/IconVerticalSolidList"/>
    <dgm:cxn modelId="{BE05236D-60E4-422A-B6E8-8FC5CB031B38}" type="presParOf" srcId="{F9D18814-89E5-43D7-8A60-E79E88CC68DC}" destId="{F2CD3FF4-8ED9-4899-98A8-0E209E48827E}" srcOrd="1" destOrd="0" presId="urn:microsoft.com/office/officeart/2018/2/layout/IconVerticalSolidList"/>
    <dgm:cxn modelId="{DFD432CB-85BA-41BB-B985-E4EEA32E6DD6}" type="presParOf" srcId="{F9D18814-89E5-43D7-8A60-E79E88CC68DC}" destId="{27BAF5E5-C3B9-4B52-96BD-2CD02864A26E}" srcOrd="2" destOrd="0" presId="urn:microsoft.com/office/officeart/2018/2/layout/IconVerticalSolidList"/>
    <dgm:cxn modelId="{0F58891D-3616-4DC7-8942-8BD1AF2230F9}" type="presParOf" srcId="{27BAF5E5-C3B9-4B52-96BD-2CD02864A26E}" destId="{82A49178-9C8B-4B11-B654-1F2B8223D121}" srcOrd="0" destOrd="0" presId="urn:microsoft.com/office/officeart/2018/2/layout/IconVerticalSolidList"/>
    <dgm:cxn modelId="{AF57B5F8-A84E-4B65-9F41-A13611E448A7}" type="presParOf" srcId="{27BAF5E5-C3B9-4B52-96BD-2CD02864A26E}" destId="{94BC72EA-3C1A-41ED-B5E9-9761FB515F26}" srcOrd="1" destOrd="0" presId="urn:microsoft.com/office/officeart/2018/2/layout/IconVerticalSolidList"/>
    <dgm:cxn modelId="{55FCE76A-1402-45E3-9740-6199E2178B61}" type="presParOf" srcId="{27BAF5E5-C3B9-4B52-96BD-2CD02864A26E}" destId="{3D434E3C-2A08-4574-8B00-493D5490C648}" srcOrd="2" destOrd="0" presId="urn:microsoft.com/office/officeart/2018/2/layout/IconVerticalSolidList"/>
    <dgm:cxn modelId="{84F76F89-86E3-486E-8BEF-E099D9196A64}" type="presParOf" srcId="{27BAF5E5-C3B9-4B52-96BD-2CD02864A26E}" destId="{9972D3C9-DD0A-412C-A613-A233B90B909F}" srcOrd="3" destOrd="0" presId="urn:microsoft.com/office/officeart/2018/2/layout/IconVerticalSolidList"/>
    <dgm:cxn modelId="{30B683B7-9EBE-420E-827B-50F3CDED1F46}" type="presParOf" srcId="{F9D18814-89E5-43D7-8A60-E79E88CC68DC}" destId="{002E2E1C-04AD-4F36-8625-3E25C1AEDE1E}" srcOrd="3" destOrd="0" presId="urn:microsoft.com/office/officeart/2018/2/layout/IconVerticalSolidList"/>
    <dgm:cxn modelId="{72B31BD7-B571-42D1-B132-21B8BA84EFAE}" type="presParOf" srcId="{F9D18814-89E5-43D7-8A60-E79E88CC68DC}" destId="{B9834520-D037-4886-A920-C1808BFAD6A7}" srcOrd="4" destOrd="0" presId="urn:microsoft.com/office/officeart/2018/2/layout/IconVerticalSolidList"/>
    <dgm:cxn modelId="{B6BBC28A-E334-4353-866D-22287D91C1F2}" type="presParOf" srcId="{B9834520-D037-4886-A920-C1808BFAD6A7}" destId="{93F813E2-CE3D-40AC-A28C-AF0E01C476B1}" srcOrd="0" destOrd="0" presId="urn:microsoft.com/office/officeart/2018/2/layout/IconVerticalSolidList"/>
    <dgm:cxn modelId="{2905AD95-FAEE-4C5D-AF03-07F213BB835D}" type="presParOf" srcId="{B9834520-D037-4886-A920-C1808BFAD6A7}" destId="{1241E24E-1D08-4318-9B97-4E6463D5A221}" srcOrd="1" destOrd="0" presId="urn:microsoft.com/office/officeart/2018/2/layout/IconVerticalSolidList"/>
    <dgm:cxn modelId="{608FC87C-9A02-4411-8CC1-6206EDE61B3A}" type="presParOf" srcId="{B9834520-D037-4886-A920-C1808BFAD6A7}" destId="{17DCA8FD-E023-49CE-8CA9-FA09E5275640}" srcOrd="2" destOrd="0" presId="urn:microsoft.com/office/officeart/2018/2/layout/IconVerticalSolidList"/>
    <dgm:cxn modelId="{F647AAC3-E8D5-438E-9A92-B56658280736}" type="presParOf" srcId="{B9834520-D037-4886-A920-C1808BFAD6A7}" destId="{0148947A-16A6-4AB0-9FC6-74A85EB18F5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F06B76C7-505C-4154-A7AB-A4217631B7E1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9575C42-88D3-4FBD-ADAD-34772DC31D5A}">
      <dgm:prSet/>
      <dgm:spPr/>
      <dgm:t>
        <a:bodyPr/>
        <a:lstStyle/>
        <a:p>
          <a:r>
            <a:rPr lang="en-US"/>
            <a:t>Nagios</a:t>
          </a:r>
        </a:p>
      </dgm:t>
    </dgm:pt>
    <dgm:pt modelId="{61A9D4CD-E31F-475C-9089-9B8238DFE442}" type="parTrans" cxnId="{D5765285-8669-4159-B977-E00631620905}">
      <dgm:prSet/>
      <dgm:spPr/>
      <dgm:t>
        <a:bodyPr/>
        <a:lstStyle/>
        <a:p>
          <a:endParaRPr lang="en-US"/>
        </a:p>
      </dgm:t>
    </dgm:pt>
    <dgm:pt modelId="{3FF3D1F2-C323-4737-8AB5-ADB0FE07D903}" type="sibTrans" cxnId="{D5765285-8669-4159-B977-E00631620905}">
      <dgm:prSet/>
      <dgm:spPr/>
      <dgm:t>
        <a:bodyPr/>
        <a:lstStyle/>
        <a:p>
          <a:endParaRPr lang="en-US"/>
        </a:p>
      </dgm:t>
    </dgm:pt>
    <dgm:pt modelId="{ED4C5EDE-02F9-47C1-A2D0-E83B56195F65}">
      <dgm:prSet/>
      <dgm:spPr/>
      <dgm:t>
        <a:bodyPr/>
        <a:lstStyle/>
        <a:p>
          <a:r>
            <a:rPr lang="en-US"/>
            <a:t>Zabbix</a:t>
          </a:r>
        </a:p>
      </dgm:t>
    </dgm:pt>
    <dgm:pt modelId="{94F34DF2-73AC-413E-9E4B-DE1EB2C18004}" type="parTrans" cxnId="{EC92369B-0A16-475D-8FD1-BBC883610571}">
      <dgm:prSet/>
      <dgm:spPr/>
      <dgm:t>
        <a:bodyPr/>
        <a:lstStyle/>
        <a:p>
          <a:endParaRPr lang="en-US"/>
        </a:p>
      </dgm:t>
    </dgm:pt>
    <dgm:pt modelId="{1631EE42-312A-4FCD-806C-81841AD075D8}" type="sibTrans" cxnId="{EC92369B-0A16-475D-8FD1-BBC883610571}">
      <dgm:prSet/>
      <dgm:spPr/>
      <dgm:t>
        <a:bodyPr/>
        <a:lstStyle/>
        <a:p>
          <a:endParaRPr lang="en-US"/>
        </a:p>
      </dgm:t>
    </dgm:pt>
    <dgm:pt modelId="{98507AFA-5FE6-4ABF-BE19-0FFCE388296D}">
      <dgm:prSet/>
      <dgm:spPr/>
      <dgm:t>
        <a:bodyPr/>
        <a:lstStyle/>
        <a:p>
          <a:r>
            <a:rPr lang="en-US"/>
            <a:t>Cacti</a:t>
          </a:r>
        </a:p>
      </dgm:t>
    </dgm:pt>
    <dgm:pt modelId="{A4B4E96C-D213-4340-874F-B93591277837}" type="parTrans" cxnId="{172AD33A-1CD0-4418-BE4E-18D32469C6AA}">
      <dgm:prSet/>
      <dgm:spPr/>
      <dgm:t>
        <a:bodyPr/>
        <a:lstStyle/>
        <a:p>
          <a:endParaRPr lang="en-US"/>
        </a:p>
      </dgm:t>
    </dgm:pt>
    <dgm:pt modelId="{3B891A84-164E-4ECD-BEBD-D8E7E97733A7}" type="sibTrans" cxnId="{172AD33A-1CD0-4418-BE4E-18D32469C6AA}">
      <dgm:prSet/>
      <dgm:spPr/>
      <dgm:t>
        <a:bodyPr/>
        <a:lstStyle/>
        <a:p>
          <a:endParaRPr lang="en-US"/>
        </a:p>
      </dgm:t>
    </dgm:pt>
    <dgm:pt modelId="{9E58226F-5550-4A56-ADF3-A083931A0186}">
      <dgm:prSet/>
      <dgm:spPr/>
      <dgm:t>
        <a:bodyPr/>
        <a:lstStyle/>
        <a:p>
          <a:r>
            <a:rPr lang="en-US"/>
            <a:t>Hobbit</a:t>
          </a:r>
        </a:p>
      </dgm:t>
    </dgm:pt>
    <dgm:pt modelId="{AE6EE08E-CD84-43BA-9B5F-4BE273527178}" type="parTrans" cxnId="{3567E5B4-AB27-4514-AE54-6EE817BE7B56}">
      <dgm:prSet/>
      <dgm:spPr/>
      <dgm:t>
        <a:bodyPr/>
        <a:lstStyle/>
        <a:p>
          <a:endParaRPr lang="en-US"/>
        </a:p>
      </dgm:t>
    </dgm:pt>
    <dgm:pt modelId="{D7E1ED86-986D-46E0-9A7C-195F95A1B6F8}" type="sibTrans" cxnId="{3567E5B4-AB27-4514-AE54-6EE817BE7B56}">
      <dgm:prSet/>
      <dgm:spPr/>
      <dgm:t>
        <a:bodyPr/>
        <a:lstStyle/>
        <a:p>
          <a:endParaRPr lang="en-US"/>
        </a:p>
      </dgm:t>
    </dgm:pt>
    <dgm:pt modelId="{64263FFA-7536-4DD7-A787-5B51AF75BB29}" type="pres">
      <dgm:prSet presAssocID="{F06B76C7-505C-4154-A7AB-A4217631B7E1}" presName="vert0" presStyleCnt="0">
        <dgm:presLayoutVars>
          <dgm:dir/>
          <dgm:animOne val="branch"/>
          <dgm:animLvl val="lvl"/>
        </dgm:presLayoutVars>
      </dgm:prSet>
      <dgm:spPr/>
    </dgm:pt>
    <dgm:pt modelId="{481CF854-167D-4DDF-8DED-FC6167A1A711}" type="pres">
      <dgm:prSet presAssocID="{09575C42-88D3-4FBD-ADAD-34772DC31D5A}" presName="thickLine" presStyleLbl="alignNode1" presStyleIdx="0" presStyleCnt="4"/>
      <dgm:spPr/>
    </dgm:pt>
    <dgm:pt modelId="{876DA248-E3E1-4DA4-B56B-59575C719393}" type="pres">
      <dgm:prSet presAssocID="{09575C42-88D3-4FBD-ADAD-34772DC31D5A}" presName="horz1" presStyleCnt="0"/>
      <dgm:spPr/>
    </dgm:pt>
    <dgm:pt modelId="{DECEDBA1-27B1-47EF-A46D-5106F65D5B99}" type="pres">
      <dgm:prSet presAssocID="{09575C42-88D3-4FBD-ADAD-34772DC31D5A}" presName="tx1" presStyleLbl="revTx" presStyleIdx="0" presStyleCnt="4"/>
      <dgm:spPr/>
    </dgm:pt>
    <dgm:pt modelId="{DEE7E18A-D9CB-469D-AC55-FD82062D9DDB}" type="pres">
      <dgm:prSet presAssocID="{09575C42-88D3-4FBD-ADAD-34772DC31D5A}" presName="vert1" presStyleCnt="0"/>
      <dgm:spPr/>
    </dgm:pt>
    <dgm:pt modelId="{F21D9033-4EDC-4A14-B126-425CF45B6AE1}" type="pres">
      <dgm:prSet presAssocID="{ED4C5EDE-02F9-47C1-A2D0-E83B56195F65}" presName="thickLine" presStyleLbl="alignNode1" presStyleIdx="1" presStyleCnt="4"/>
      <dgm:spPr/>
    </dgm:pt>
    <dgm:pt modelId="{8A016EF0-E866-48EF-B60F-7FF31A8AEA52}" type="pres">
      <dgm:prSet presAssocID="{ED4C5EDE-02F9-47C1-A2D0-E83B56195F65}" presName="horz1" presStyleCnt="0"/>
      <dgm:spPr/>
    </dgm:pt>
    <dgm:pt modelId="{E394D6AA-F4FA-413E-B313-980EE6063A8D}" type="pres">
      <dgm:prSet presAssocID="{ED4C5EDE-02F9-47C1-A2D0-E83B56195F65}" presName="tx1" presStyleLbl="revTx" presStyleIdx="1" presStyleCnt="4"/>
      <dgm:spPr/>
    </dgm:pt>
    <dgm:pt modelId="{4A0C3019-AD05-45EB-98BA-0866FD4EF9C5}" type="pres">
      <dgm:prSet presAssocID="{ED4C5EDE-02F9-47C1-A2D0-E83B56195F65}" presName="vert1" presStyleCnt="0"/>
      <dgm:spPr/>
    </dgm:pt>
    <dgm:pt modelId="{B42C5739-9651-4CB4-AB9A-B4E711885A9F}" type="pres">
      <dgm:prSet presAssocID="{98507AFA-5FE6-4ABF-BE19-0FFCE388296D}" presName="thickLine" presStyleLbl="alignNode1" presStyleIdx="2" presStyleCnt="4"/>
      <dgm:spPr/>
    </dgm:pt>
    <dgm:pt modelId="{4FF3C674-9245-4F54-9E56-58F3CC16C6CB}" type="pres">
      <dgm:prSet presAssocID="{98507AFA-5FE6-4ABF-BE19-0FFCE388296D}" presName="horz1" presStyleCnt="0"/>
      <dgm:spPr/>
    </dgm:pt>
    <dgm:pt modelId="{E98A7187-3978-4512-994E-28FA69F79F02}" type="pres">
      <dgm:prSet presAssocID="{98507AFA-5FE6-4ABF-BE19-0FFCE388296D}" presName="tx1" presStyleLbl="revTx" presStyleIdx="2" presStyleCnt="4"/>
      <dgm:spPr/>
    </dgm:pt>
    <dgm:pt modelId="{1CCE254A-58EE-422B-B0D4-14E83A25F953}" type="pres">
      <dgm:prSet presAssocID="{98507AFA-5FE6-4ABF-BE19-0FFCE388296D}" presName="vert1" presStyleCnt="0"/>
      <dgm:spPr/>
    </dgm:pt>
    <dgm:pt modelId="{5FC9F657-7F02-4AEF-8669-BEE709E58ECC}" type="pres">
      <dgm:prSet presAssocID="{9E58226F-5550-4A56-ADF3-A083931A0186}" presName="thickLine" presStyleLbl="alignNode1" presStyleIdx="3" presStyleCnt="4"/>
      <dgm:spPr/>
    </dgm:pt>
    <dgm:pt modelId="{B085B4E9-1499-473A-9860-B9E49C5A0E89}" type="pres">
      <dgm:prSet presAssocID="{9E58226F-5550-4A56-ADF3-A083931A0186}" presName="horz1" presStyleCnt="0"/>
      <dgm:spPr/>
    </dgm:pt>
    <dgm:pt modelId="{7D891C84-8C8B-414A-A888-C20637E20009}" type="pres">
      <dgm:prSet presAssocID="{9E58226F-5550-4A56-ADF3-A083931A0186}" presName="tx1" presStyleLbl="revTx" presStyleIdx="3" presStyleCnt="4"/>
      <dgm:spPr/>
    </dgm:pt>
    <dgm:pt modelId="{BC907B99-E841-4AC3-8980-E39D363DABD6}" type="pres">
      <dgm:prSet presAssocID="{9E58226F-5550-4A56-ADF3-A083931A0186}" presName="vert1" presStyleCnt="0"/>
      <dgm:spPr/>
    </dgm:pt>
  </dgm:ptLst>
  <dgm:cxnLst>
    <dgm:cxn modelId="{94D76F03-6BE5-4F1E-AC1B-F7E76505D894}" type="presOf" srcId="{09575C42-88D3-4FBD-ADAD-34772DC31D5A}" destId="{DECEDBA1-27B1-47EF-A46D-5106F65D5B99}" srcOrd="0" destOrd="0" presId="urn:microsoft.com/office/officeart/2008/layout/LinedList"/>
    <dgm:cxn modelId="{DE7F3D06-E95B-4806-95D7-0B37E7836F71}" type="presOf" srcId="{ED4C5EDE-02F9-47C1-A2D0-E83B56195F65}" destId="{E394D6AA-F4FA-413E-B313-980EE6063A8D}" srcOrd="0" destOrd="0" presId="urn:microsoft.com/office/officeart/2008/layout/LinedList"/>
    <dgm:cxn modelId="{F3335130-0FCB-4041-9CF3-2598BFCFEA49}" type="presOf" srcId="{F06B76C7-505C-4154-A7AB-A4217631B7E1}" destId="{64263FFA-7536-4DD7-A787-5B51AF75BB29}" srcOrd="0" destOrd="0" presId="urn:microsoft.com/office/officeart/2008/layout/LinedList"/>
    <dgm:cxn modelId="{172AD33A-1CD0-4418-BE4E-18D32469C6AA}" srcId="{F06B76C7-505C-4154-A7AB-A4217631B7E1}" destId="{98507AFA-5FE6-4ABF-BE19-0FFCE388296D}" srcOrd="2" destOrd="0" parTransId="{A4B4E96C-D213-4340-874F-B93591277837}" sibTransId="{3B891A84-164E-4ECD-BEBD-D8E7E97733A7}"/>
    <dgm:cxn modelId="{9BAB6863-FEFF-4FA5-B323-84B980EA71D5}" type="presOf" srcId="{9E58226F-5550-4A56-ADF3-A083931A0186}" destId="{7D891C84-8C8B-414A-A888-C20637E20009}" srcOrd="0" destOrd="0" presId="urn:microsoft.com/office/officeart/2008/layout/LinedList"/>
    <dgm:cxn modelId="{D5765285-8669-4159-B977-E00631620905}" srcId="{F06B76C7-505C-4154-A7AB-A4217631B7E1}" destId="{09575C42-88D3-4FBD-ADAD-34772DC31D5A}" srcOrd="0" destOrd="0" parTransId="{61A9D4CD-E31F-475C-9089-9B8238DFE442}" sibTransId="{3FF3D1F2-C323-4737-8AB5-ADB0FE07D903}"/>
    <dgm:cxn modelId="{EC92369B-0A16-475D-8FD1-BBC883610571}" srcId="{F06B76C7-505C-4154-A7AB-A4217631B7E1}" destId="{ED4C5EDE-02F9-47C1-A2D0-E83B56195F65}" srcOrd="1" destOrd="0" parTransId="{94F34DF2-73AC-413E-9E4B-DE1EB2C18004}" sibTransId="{1631EE42-312A-4FCD-806C-81841AD075D8}"/>
    <dgm:cxn modelId="{7DB8DEAC-262E-428B-B10B-9C225BA6543A}" type="presOf" srcId="{98507AFA-5FE6-4ABF-BE19-0FFCE388296D}" destId="{E98A7187-3978-4512-994E-28FA69F79F02}" srcOrd="0" destOrd="0" presId="urn:microsoft.com/office/officeart/2008/layout/LinedList"/>
    <dgm:cxn modelId="{3567E5B4-AB27-4514-AE54-6EE817BE7B56}" srcId="{F06B76C7-505C-4154-A7AB-A4217631B7E1}" destId="{9E58226F-5550-4A56-ADF3-A083931A0186}" srcOrd="3" destOrd="0" parTransId="{AE6EE08E-CD84-43BA-9B5F-4BE273527178}" sibTransId="{D7E1ED86-986D-46E0-9A7C-195F95A1B6F8}"/>
    <dgm:cxn modelId="{437D7D41-2885-4036-9456-5575AF707EC7}" type="presParOf" srcId="{64263FFA-7536-4DD7-A787-5B51AF75BB29}" destId="{481CF854-167D-4DDF-8DED-FC6167A1A711}" srcOrd="0" destOrd="0" presId="urn:microsoft.com/office/officeart/2008/layout/LinedList"/>
    <dgm:cxn modelId="{D66999FE-7627-4AA9-846E-98B7A2FC49F7}" type="presParOf" srcId="{64263FFA-7536-4DD7-A787-5B51AF75BB29}" destId="{876DA248-E3E1-4DA4-B56B-59575C719393}" srcOrd="1" destOrd="0" presId="urn:microsoft.com/office/officeart/2008/layout/LinedList"/>
    <dgm:cxn modelId="{F0DE97BB-D1C0-4260-8F12-C71FB635F801}" type="presParOf" srcId="{876DA248-E3E1-4DA4-B56B-59575C719393}" destId="{DECEDBA1-27B1-47EF-A46D-5106F65D5B99}" srcOrd="0" destOrd="0" presId="urn:microsoft.com/office/officeart/2008/layout/LinedList"/>
    <dgm:cxn modelId="{BAC6BDD6-2D9C-4A60-AAD4-935E3F4DE102}" type="presParOf" srcId="{876DA248-E3E1-4DA4-B56B-59575C719393}" destId="{DEE7E18A-D9CB-469D-AC55-FD82062D9DDB}" srcOrd="1" destOrd="0" presId="urn:microsoft.com/office/officeart/2008/layout/LinedList"/>
    <dgm:cxn modelId="{D2342806-6902-4F3E-A176-FCBD13273749}" type="presParOf" srcId="{64263FFA-7536-4DD7-A787-5B51AF75BB29}" destId="{F21D9033-4EDC-4A14-B126-425CF45B6AE1}" srcOrd="2" destOrd="0" presId="urn:microsoft.com/office/officeart/2008/layout/LinedList"/>
    <dgm:cxn modelId="{339B4922-E0D4-4B80-AC3E-F22B4A8E4EDA}" type="presParOf" srcId="{64263FFA-7536-4DD7-A787-5B51AF75BB29}" destId="{8A016EF0-E866-48EF-B60F-7FF31A8AEA52}" srcOrd="3" destOrd="0" presId="urn:microsoft.com/office/officeart/2008/layout/LinedList"/>
    <dgm:cxn modelId="{2ACBAE29-A3F9-4837-882B-5643A98C09D2}" type="presParOf" srcId="{8A016EF0-E866-48EF-B60F-7FF31A8AEA52}" destId="{E394D6AA-F4FA-413E-B313-980EE6063A8D}" srcOrd="0" destOrd="0" presId="urn:microsoft.com/office/officeart/2008/layout/LinedList"/>
    <dgm:cxn modelId="{26120D3B-DCF2-4618-B53D-DB68582EB15F}" type="presParOf" srcId="{8A016EF0-E866-48EF-B60F-7FF31A8AEA52}" destId="{4A0C3019-AD05-45EB-98BA-0866FD4EF9C5}" srcOrd="1" destOrd="0" presId="urn:microsoft.com/office/officeart/2008/layout/LinedList"/>
    <dgm:cxn modelId="{2E5E0F7B-460F-4B51-8CE1-8538AC0C1CC8}" type="presParOf" srcId="{64263FFA-7536-4DD7-A787-5B51AF75BB29}" destId="{B42C5739-9651-4CB4-AB9A-B4E711885A9F}" srcOrd="4" destOrd="0" presId="urn:microsoft.com/office/officeart/2008/layout/LinedList"/>
    <dgm:cxn modelId="{392FCAB7-19FF-4D67-B8AF-F68850499818}" type="presParOf" srcId="{64263FFA-7536-4DD7-A787-5B51AF75BB29}" destId="{4FF3C674-9245-4F54-9E56-58F3CC16C6CB}" srcOrd="5" destOrd="0" presId="urn:microsoft.com/office/officeart/2008/layout/LinedList"/>
    <dgm:cxn modelId="{602F31D2-1350-45C0-95B2-7085253794FB}" type="presParOf" srcId="{4FF3C674-9245-4F54-9E56-58F3CC16C6CB}" destId="{E98A7187-3978-4512-994E-28FA69F79F02}" srcOrd="0" destOrd="0" presId="urn:microsoft.com/office/officeart/2008/layout/LinedList"/>
    <dgm:cxn modelId="{B0E1B7D7-A355-4C5A-8264-FB122B42ABEC}" type="presParOf" srcId="{4FF3C674-9245-4F54-9E56-58F3CC16C6CB}" destId="{1CCE254A-58EE-422B-B0D4-14E83A25F953}" srcOrd="1" destOrd="0" presId="urn:microsoft.com/office/officeart/2008/layout/LinedList"/>
    <dgm:cxn modelId="{FB77091F-84AA-4F1F-9ECD-DB6B0A5E0834}" type="presParOf" srcId="{64263FFA-7536-4DD7-A787-5B51AF75BB29}" destId="{5FC9F657-7F02-4AEF-8669-BEE709E58ECC}" srcOrd="6" destOrd="0" presId="urn:microsoft.com/office/officeart/2008/layout/LinedList"/>
    <dgm:cxn modelId="{9B08F565-9A3F-4BE3-ADBC-B1801F50D8AD}" type="presParOf" srcId="{64263FFA-7536-4DD7-A787-5B51AF75BB29}" destId="{B085B4E9-1499-473A-9860-B9E49C5A0E89}" srcOrd="7" destOrd="0" presId="urn:microsoft.com/office/officeart/2008/layout/LinedList"/>
    <dgm:cxn modelId="{A78F0EB0-A6FA-4854-AEF4-8313705EC956}" type="presParOf" srcId="{B085B4E9-1499-473A-9860-B9E49C5A0E89}" destId="{7D891C84-8C8B-414A-A888-C20637E20009}" srcOrd="0" destOrd="0" presId="urn:microsoft.com/office/officeart/2008/layout/LinedList"/>
    <dgm:cxn modelId="{FF33F121-0250-43BA-8931-3C35D63DA970}" type="presParOf" srcId="{B085B4E9-1499-473A-9860-B9E49C5A0E89}" destId="{BC907B99-E841-4AC3-8980-E39D363DABD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4444790B-BD59-43C4-8BE0-FE3881B709A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781FAC60-9EC0-46F1-B21B-443AAAB61E1C}">
      <dgm:prSet/>
      <dgm:spPr/>
      <dgm:t>
        <a:bodyPr/>
        <a:lstStyle/>
        <a:p>
          <a:r>
            <a:rPr lang="en-US"/>
            <a:t>Gestión de información y eventos de seguridad</a:t>
          </a:r>
        </a:p>
      </dgm:t>
    </dgm:pt>
    <dgm:pt modelId="{CB813176-D546-4561-8A34-D60EA1538673}" type="parTrans" cxnId="{71DE9563-78FF-4635-BD5F-CD4C113E781D}">
      <dgm:prSet/>
      <dgm:spPr/>
      <dgm:t>
        <a:bodyPr/>
        <a:lstStyle/>
        <a:p>
          <a:endParaRPr lang="en-US"/>
        </a:p>
      </dgm:t>
    </dgm:pt>
    <dgm:pt modelId="{664E9B1B-20F4-46EE-A0B1-67912EEA7C22}" type="sibTrans" cxnId="{71DE9563-78FF-4635-BD5F-CD4C113E781D}">
      <dgm:prSet/>
      <dgm:spPr/>
      <dgm:t>
        <a:bodyPr/>
        <a:lstStyle/>
        <a:p>
          <a:endParaRPr lang="en-US"/>
        </a:p>
      </dgm:t>
    </dgm:pt>
    <dgm:pt modelId="{2A999C01-68F2-4F94-A178-E876E7FD7275}">
      <dgm:prSet/>
      <dgm:spPr/>
      <dgm:t>
        <a:bodyPr/>
        <a:lstStyle/>
        <a:p>
          <a:r>
            <a:rPr lang="en-US"/>
            <a:t>Centralizan registros y alertas</a:t>
          </a:r>
        </a:p>
      </dgm:t>
    </dgm:pt>
    <dgm:pt modelId="{54A33C2B-C2A4-4A0E-B633-C46DF7E78815}" type="parTrans" cxnId="{F02D224E-C638-4357-8512-39E0F4041A41}">
      <dgm:prSet/>
      <dgm:spPr/>
      <dgm:t>
        <a:bodyPr/>
        <a:lstStyle/>
        <a:p>
          <a:endParaRPr lang="en-US"/>
        </a:p>
      </dgm:t>
    </dgm:pt>
    <dgm:pt modelId="{1570BD4C-4C9A-43BE-B12D-DA7D789D5454}" type="sibTrans" cxnId="{F02D224E-C638-4357-8512-39E0F4041A41}">
      <dgm:prSet/>
      <dgm:spPr/>
      <dgm:t>
        <a:bodyPr/>
        <a:lstStyle/>
        <a:p>
          <a:endParaRPr lang="en-US"/>
        </a:p>
      </dgm:t>
    </dgm:pt>
    <dgm:pt modelId="{74AD46A5-8743-473B-8537-1851A30628D3}">
      <dgm:prSet/>
      <dgm:spPr/>
      <dgm:t>
        <a:bodyPr/>
        <a:lstStyle/>
        <a:p>
          <a:r>
            <a:rPr lang="en-US"/>
            <a:t>Ayudan a detectar incidentes de seguridad</a:t>
          </a:r>
        </a:p>
      </dgm:t>
    </dgm:pt>
    <dgm:pt modelId="{60F04934-33AB-4ED1-8314-88D6838F7766}" type="parTrans" cxnId="{D7B13872-A524-4B58-9F96-29BFDC43B4FB}">
      <dgm:prSet/>
      <dgm:spPr/>
      <dgm:t>
        <a:bodyPr/>
        <a:lstStyle/>
        <a:p>
          <a:endParaRPr lang="en-US"/>
        </a:p>
      </dgm:t>
    </dgm:pt>
    <dgm:pt modelId="{A150BDFB-4519-4628-BC47-9921AD90CF23}" type="sibTrans" cxnId="{D7B13872-A524-4B58-9F96-29BFDC43B4FB}">
      <dgm:prSet/>
      <dgm:spPr/>
      <dgm:t>
        <a:bodyPr/>
        <a:lstStyle/>
        <a:p>
          <a:endParaRPr lang="en-US"/>
        </a:p>
      </dgm:t>
    </dgm:pt>
    <dgm:pt modelId="{FEA86297-F294-42D4-A8A2-80BB23D48E41}" type="pres">
      <dgm:prSet presAssocID="{4444790B-BD59-43C4-8BE0-FE3881B709A4}" presName="root" presStyleCnt="0">
        <dgm:presLayoutVars>
          <dgm:dir/>
          <dgm:resizeHandles val="exact"/>
        </dgm:presLayoutVars>
      </dgm:prSet>
      <dgm:spPr/>
    </dgm:pt>
    <dgm:pt modelId="{B124413A-BE0F-43DB-A4F8-68515E9F3FA7}" type="pres">
      <dgm:prSet presAssocID="{781FAC60-9EC0-46F1-B21B-443AAAB61E1C}" presName="compNode" presStyleCnt="0"/>
      <dgm:spPr/>
    </dgm:pt>
    <dgm:pt modelId="{CDC51E49-F675-4B19-9E8F-E222DCDE5472}" type="pres">
      <dgm:prSet presAssocID="{781FAC60-9EC0-46F1-B21B-443AAAB61E1C}" presName="bgRect" presStyleLbl="bgShp" presStyleIdx="0" presStyleCnt="3"/>
      <dgm:spPr/>
    </dgm:pt>
    <dgm:pt modelId="{E3D1A6D6-D54C-4CDB-BC40-C038FCC17249}" type="pres">
      <dgm:prSet presAssocID="{781FAC60-9EC0-46F1-B21B-443AAAB61E1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vertencia"/>
        </a:ext>
      </dgm:extLst>
    </dgm:pt>
    <dgm:pt modelId="{7017B52F-31AE-4171-BC3B-13244AB31F65}" type="pres">
      <dgm:prSet presAssocID="{781FAC60-9EC0-46F1-B21B-443AAAB61E1C}" presName="spaceRect" presStyleCnt="0"/>
      <dgm:spPr/>
    </dgm:pt>
    <dgm:pt modelId="{DCC6AD8C-F0FC-4E61-9943-EDB8FA473645}" type="pres">
      <dgm:prSet presAssocID="{781FAC60-9EC0-46F1-B21B-443AAAB61E1C}" presName="parTx" presStyleLbl="revTx" presStyleIdx="0" presStyleCnt="3">
        <dgm:presLayoutVars>
          <dgm:chMax val="0"/>
          <dgm:chPref val="0"/>
        </dgm:presLayoutVars>
      </dgm:prSet>
      <dgm:spPr/>
    </dgm:pt>
    <dgm:pt modelId="{472EB768-25E2-4031-8DCF-261F6FA39393}" type="pres">
      <dgm:prSet presAssocID="{664E9B1B-20F4-46EE-A0B1-67912EEA7C22}" presName="sibTrans" presStyleCnt="0"/>
      <dgm:spPr/>
    </dgm:pt>
    <dgm:pt modelId="{5866E41E-36FE-4724-B595-C7952048557B}" type="pres">
      <dgm:prSet presAssocID="{2A999C01-68F2-4F94-A178-E876E7FD7275}" presName="compNode" presStyleCnt="0"/>
      <dgm:spPr/>
    </dgm:pt>
    <dgm:pt modelId="{2C92291F-51CE-4E4D-A6BE-2C542A59902E}" type="pres">
      <dgm:prSet presAssocID="{2A999C01-68F2-4F94-A178-E876E7FD7275}" presName="bgRect" presStyleLbl="bgShp" presStyleIdx="1" presStyleCnt="3"/>
      <dgm:spPr/>
    </dgm:pt>
    <dgm:pt modelId="{BD7E8E99-617B-4ED8-B0E2-09E59913B58E}" type="pres">
      <dgm:prSet presAssocID="{2A999C01-68F2-4F94-A178-E876E7FD727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A33FF365-485D-40ED-834C-114DE1989028}" type="pres">
      <dgm:prSet presAssocID="{2A999C01-68F2-4F94-A178-E876E7FD7275}" presName="spaceRect" presStyleCnt="0"/>
      <dgm:spPr/>
    </dgm:pt>
    <dgm:pt modelId="{C71DEF00-0820-4241-8FBD-6758D251AE0B}" type="pres">
      <dgm:prSet presAssocID="{2A999C01-68F2-4F94-A178-E876E7FD7275}" presName="parTx" presStyleLbl="revTx" presStyleIdx="1" presStyleCnt="3">
        <dgm:presLayoutVars>
          <dgm:chMax val="0"/>
          <dgm:chPref val="0"/>
        </dgm:presLayoutVars>
      </dgm:prSet>
      <dgm:spPr/>
    </dgm:pt>
    <dgm:pt modelId="{9F0338F5-D004-4D47-8DDC-D19EA7EAC8D1}" type="pres">
      <dgm:prSet presAssocID="{1570BD4C-4C9A-43BE-B12D-DA7D789D5454}" presName="sibTrans" presStyleCnt="0"/>
      <dgm:spPr/>
    </dgm:pt>
    <dgm:pt modelId="{6629AB53-7057-44EB-A19C-A5D4B3E17B16}" type="pres">
      <dgm:prSet presAssocID="{74AD46A5-8743-473B-8537-1851A30628D3}" presName="compNode" presStyleCnt="0"/>
      <dgm:spPr/>
    </dgm:pt>
    <dgm:pt modelId="{C5C540BF-1BF6-4B84-A10D-78F85DBC6E25}" type="pres">
      <dgm:prSet presAssocID="{74AD46A5-8743-473B-8537-1851A30628D3}" presName="bgRect" presStyleLbl="bgShp" presStyleIdx="2" presStyleCnt="3"/>
      <dgm:spPr/>
    </dgm:pt>
    <dgm:pt modelId="{BF94A7A8-C1A3-47EC-8E0F-F54485F1134F}" type="pres">
      <dgm:prSet presAssocID="{74AD46A5-8743-473B-8537-1851A30628D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06C6A44A-9AD8-48F6-B958-A79B46581054}" type="pres">
      <dgm:prSet presAssocID="{74AD46A5-8743-473B-8537-1851A30628D3}" presName="spaceRect" presStyleCnt="0"/>
      <dgm:spPr/>
    </dgm:pt>
    <dgm:pt modelId="{CF46B4F4-C4A1-423C-9041-9DC3B044C47A}" type="pres">
      <dgm:prSet presAssocID="{74AD46A5-8743-473B-8537-1851A30628D3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BB2C31D-0F54-463C-84D0-118C2C96D836}" type="presOf" srcId="{781FAC60-9EC0-46F1-B21B-443AAAB61E1C}" destId="{DCC6AD8C-F0FC-4E61-9943-EDB8FA473645}" srcOrd="0" destOrd="0" presId="urn:microsoft.com/office/officeart/2018/2/layout/IconVerticalSolidList"/>
    <dgm:cxn modelId="{71DE9563-78FF-4635-BD5F-CD4C113E781D}" srcId="{4444790B-BD59-43C4-8BE0-FE3881B709A4}" destId="{781FAC60-9EC0-46F1-B21B-443AAAB61E1C}" srcOrd="0" destOrd="0" parTransId="{CB813176-D546-4561-8A34-D60EA1538673}" sibTransId="{664E9B1B-20F4-46EE-A0B1-67912EEA7C22}"/>
    <dgm:cxn modelId="{F02D224E-C638-4357-8512-39E0F4041A41}" srcId="{4444790B-BD59-43C4-8BE0-FE3881B709A4}" destId="{2A999C01-68F2-4F94-A178-E876E7FD7275}" srcOrd="1" destOrd="0" parTransId="{54A33C2B-C2A4-4A0E-B633-C46DF7E78815}" sibTransId="{1570BD4C-4C9A-43BE-B12D-DA7D789D5454}"/>
    <dgm:cxn modelId="{D7B13872-A524-4B58-9F96-29BFDC43B4FB}" srcId="{4444790B-BD59-43C4-8BE0-FE3881B709A4}" destId="{74AD46A5-8743-473B-8537-1851A30628D3}" srcOrd="2" destOrd="0" parTransId="{60F04934-33AB-4ED1-8314-88D6838F7766}" sibTransId="{A150BDFB-4519-4628-BC47-9921AD90CF23}"/>
    <dgm:cxn modelId="{AEF02792-824B-4FCC-8132-BC71F0A077BB}" type="presOf" srcId="{2A999C01-68F2-4F94-A178-E876E7FD7275}" destId="{C71DEF00-0820-4241-8FBD-6758D251AE0B}" srcOrd="0" destOrd="0" presId="urn:microsoft.com/office/officeart/2018/2/layout/IconVerticalSolidList"/>
    <dgm:cxn modelId="{1E50B9B1-ECC6-4AD9-9ECF-878121C92C2B}" type="presOf" srcId="{74AD46A5-8743-473B-8537-1851A30628D3}" destId="{CF46B4F4-C4A1-423C-9041-9DC3B044C47A}" srcOrd="0" destOrd="0" presId="urn:microsoft.com/office/officeart/2018/2/layout/IconVerticalSolidList"/>
    <dgm:cxn modelId="{B01551F1-4337-4C67-9C7C-1AD2094F4EEB}" type="presOf" srcId="{4444790B-BD59-43C4-8BE0-FE3881B709A4}" destId="{FEA86297-F294-42D4-A8A2-80BB23D48E41}" srcOrd="0" destOrd="0" presId="urn:microsoft.com/office/officeart/2018/2/layout/IconVerticalSolidList"/>
    <dgm:cxn modelId="{35248774-BB29-47BE-A6BD-107CA4EC3EF6}" type="presParOf" srcId="{FEA86297-F294-42D4-A8A2-80BB23D48E41}" destId="{B124413A-BE0F-43DB-A4F8-68515E9F3FA7}" srcOrd="0" destOrd="0" presId="urn:microsoft.com/office/officeart/2018/2/layout/IconVerticalSolidList"/>
    <dgm:cxn modelId="{9AA7E9D7-0E80-42FD-9810-5C52C1559CA9}" type="presParOf" srcId="{B124413A-BE0F-43DB-A4F8-68515E9F3FA7}" destId="{CDC51E49-F675-4B19-9E8F-E222DCDE5472}" srcOrd="0" destOrd="0" presId="urn:microsoft.com/office/officeart/2018/2/layout/IconVerticalSolidList"/>
    <dgm:cxn modelId="{3CFEF214-078D-4D9F-9B3B-C0450F6904E9}" type="presParOf" srcId="{B124413A-BE0F-43DB-A4F8-68515E9F3FA7}" destId="{E3D1A6D6-D54C-4CDB-BC40-C038FCC17249}" srcOrd="1" destOrd="0" presId="urn:microsoft.com/office/officeart/2018/2/layout/IconVerticalSolidList"/>
    <dgm:cxn modelId="{D1332D43-3940-432B-9634-CBB67773BB69}" type="presParOf" srcId="{B124413A-BE0F-43DB-A4F8-68515E9F3FA7}" destId="{7017B52F-31AE-4171-BC3B-13244AB31F65}" srcOrd="2" destOrd="0" presId="urn:microsoft.com/office/officeart/2018/2/layout/IconVerticalSolidList"/>
    <dgm:cxn modelId="{686DCD64-84F4-4F29-9B1B-477F1C7F560E}" type="presParOf" srcId="{B124413A-BE0F-43DB-A4F8-68515E9F3FA7}" destId="{DCC6AD8C-F0FC-4E61-9943-EDB8FA473645}" srcOrd="3" destOrd="0" presId="urn:microsoft.com/office/officeart/2018/2/layout/IconVerticalSolidList"/>
    <dgm:cxn modelId="{F29A523B-2F3C-41AD-8C0D-C231DFDEB446}" type="presParOf" srcId="{FEA86297-F294-42D4-A8A2-80BB23D48E41}" destId="{472EB768-25E2-4031-8DCF-261F6FA39393}" srcOrd="1" destOrd="0" presId="urn:microsoft.com/office/officeart/2018/2/layout/IconVerticalSolidList"/>
    <dgm:cxn modelId="{81F17329-1BCD-4FCF-B70B-5F000AC6E9E2}" type="presParOf" srcId="{FEA86297-F294-42D4-A8A2-80BB23D48E41}" destId="{5866E41E-36FE-4724-B595-C7952048557B}" srcOrd="2" destOrd="0" presId="urn:microsoft.com/office/officeart/2018/2/layout/IconVerticalSolidList"/>
    <dgm:cxn modelId="{3B13A379-2934-4BC4-A555-B1C21417BEAE}" type="presParOf" srcId="{5866E41E-36FE-4724-B595-C7952048557B}" destId="{2C92291F-51CE-4E4D-A6BE-2C542A59902E}" srcOrd="0" destOrd="0" presId="urn:microsoft.com/office/officeart/2018/2/layout/IconVerticalSolidList"/>
    <dgm:cxn modelId="{D4893300-110A-4F07-83D8-CD4024FC3171}" type="presParOf" srcId="{5866E41E-36FE-4724-B595-C7952048557B}" destId="{BD7E8E99-617B-4ED8-B0E2-09E59913B58E}" srcOrd="1" destOrd="0" presId="urn:microsoft.com/office/officeart/2018/2/layout/IconVerticalSolidList"/>
    <dgm:cxn modelId="{CD94BAD6-8265-4C2A-AB87-1923BD1DFC78}" type="presParOf" srcId="{5866E41E-36FE-4724-B595-C7952048557B}" destId="{A33FF365-485D-40ED-834C-114DE1989028}" srcOrd="2" destOrd="0" presId="urn:microsoft.com/office/officeart/2018/2/layout/IconVerticalSolidList"/>
    <dgm:cxn modelId="{F9A5BC43-6AE2-41F7-8214-DE58BCE5169C}" type="presParOf" srcId="{5866E41E-36FE-4724-B595-C7952048557B}" destId="{C71DEF00-0820-4241-8FBD-6758D251AE0B}" srcOrd="3" destOrd="0" presId="urn:microsoft.com/office/officeart/2018/2/layout/IconVerticalSolidList"/>
    <dgm:cxn modelId="{D45D2684-6468-4D2A-A5E5-AACBC27B0388}" type="presParOf" srcId="{FEA86297-F294-42D4-A8A2-80BB23D48E41}" destId="{9F0338F5-D004-4D47-8DDC-D19EA7EAC8D1}" srcOrd="3" destOrd="0" presId="urn:microsoft.com/office/officeart/2018/2/layout/IconVerticalSolidList"/>
    <dgm:cxn modelId="{38AE3E6A-CF0A-43C6-B137-A24EF610DE01}" type="presParOf" srcId="{FEA86297-F294-42D4-A8A2-80BB23D48E41}" destId="{6629AB53-7057-44EB-A19C-A5D4B3E17B16}" srcOrd="4" destOrd="0" presId="urn:microsoft.com/office/officeart/2018/2/layout/IconVerticalSolidList"/>
    <dgm:cxn modelId="{5C91E086-1BEA-458C-811E-F887D3E0EF11}" type="presParOf" srcId="{6629AB53-7057-44EB-A19C-A5D4B3E17B16}" destId="{C5C540BF-1BF6-4B84-A10D-78F85DBC6E25}" srcOrd="0" destOrd="0" presId="urn:microsoft.com/office/officeart/2018/2/layout/IconVerticalSolidList"/>
    <dgm:cxn modelId="{D0A71B20-5723-44BD-824C-AD5A1841CA3C}" type="presParOf" srcId="{6629AB53-7057-44EB-A19C-A5D4B3E17B16}" destId="{BF94A7A8-C1A3-47EC-8E0F-F54485F1134F}" srcOrd="1" destOrd="0" presId="urn:microsoft.com/office/officeart/2018/2/layout/IconVerticalSolidList"/>
    <dgm:cxn modelId="{8B7EE502-11F3-47DC-8950-72DD627CA684}" type="presParOf" srcId="{6629AB53-7057-44EB-A19C-A5D4B3E17B16}" destId="{06C6A44A-9AD8-48F6-B958-A79B46581054}" srcOrd="2" destOrd="0" presId="urn:microsoft.com/office/officeart/2018/2/layout/IconVerticalSolidList"/>
    <dgm:cxn modelId="{23F7D9AF-7CD8-4B82-814B-C6925F31D403}" type="presParOf" srcId="{6629AB53-7057-44EB-A19C-A5D4B3E17B16}" destId="{CF46B4F4-C4A1-423C-9041-9DC3B044C47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E8AD6150-0FF3-4582-9E1A-C9834F5A23B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03332226-9C9B-4482-880D-50866D49F9E4}">
      <dgm:prSet/>
      <dgm:spPr/>
      <dgm:t>
        <a:bodyPr/>
        <a:lstStyle/>
        <a:p>
          <a:r>
            <a:rPr lang="en-US"/>
            <a:t>Registro de eventos de dispositivos</a:t>
          </a:r>
        </a:p>
      </dgm:t>
    </dgm:pt>
    <dgm:pt modelId="{65414517-0201-4A43-9DAA-F68E2C0B9801}" type="parTrans" cxnId="{4CE77F60-EEBE-4E64-9ECA-FCE198AB6921}">
      <dgm:prSet/>
      <dgm:spPr/>
      <dgm:t>
        <a:bodyPr/>
        <a:lstStyle/>
        <a:p>
          <a:endParaRPr lang="en-US"/>
        </a:p>
      </dgm:t>
    </dgm:pt>
    <dgm:pt modelId="{4A30F0A5-CEB1-4D7B-920D-3053B9D3784D}" type="sibTrans" cxnId="{4CE77F60-EEBE-4E64-9ECA-FCE198AB6921}">
      <dgm:prSet/>
      <dgm:spPr/>
      <dgm:t>
        <a:bodyPr/>
        <a:lstStyle/>
        <a:p>
          <a:endParaRPr lang="en-US"/>
        </a:p>
      </dgm:t>
    </dgm:pt>
    <dgm:pt modelId="{D125A0C5-DAB3-454C-B021-EEC348ECFAD0}">
      <dgm:prSet/>
      <dgm:spPr/>
      <dgm:t>
        <a:bodyPr/>
        <a:lstStyle/>
        <a:p>
          <a:r>
            <a:rPr lang="en-US"/>
            <a:t>Firewalls, routers, switches</a:t>
          </a:r>
        </a:p>
      </dgm:t>
    </dgm:pt>
    <dgm:pt modelId="{C439DB42-491A-47F6-A9EA-483178BDB6F4}" type="parTrans" cxnId="{51FB1B22-1175-4389-A32A-4D1F84E802E8}">
      <dgm:prSet/>
      <dgm:spPr/>
      <dgm:t>
        <a:bodyPr/>
        <a:lstStyle/>
        <a:p>
          <a:endParaRPr lang="en-US"/>
        </a:p>
      </dgm:t>
    </dgm:pt>
    <dgm:pt modelId="{95B13F22-1B33-4D3C-8D71-78FD78AE8F3E}" type="sibTrans" cxnId="{51FB1B22-1175-4389-A32A-4D1F84E802E8}">
      <dgm:prSet/>
      <dgm:spPr/>
      <dgm:t>
        <a:bodyPr/>
        <a:lstStyle/>
        <a:p>
          <a:endParaRPr lang="en-US"/>
        </a:p>
      </dgm:t>
    </dgm:pt>
    <dgm:pt modelId="{0D136EFD-D69C-4D95-AE83-1B55CE712358}">
      <dgm:prSet/>
      <dgm:spPr/>
      <dgm:t>
        <a:bodyPr/>
        <a:lstStyle/>
        <a:p>
          <a:r>
            <a:rPr lang="en-US"/>
            <a:t>IDS / IPS</a:t>
          </a:r>
        </a:p>
      </dgm:t>
    </dgm:pt>
    <dgm:pt modelId="{69E2351B-DCB9-46D5-9D90-3E349963FDC7}" type="parTrans" cxnId="{E8C65EB6-3C3E-4C96-9D14-54F2D3545584}">
      <dgm:prSet/>
      <dgm:spPr/>
      <dgm:t>
        <a:bodyPr/>
        <a:lstStyle/>
        <a:p>
          <a:endParaRPr lang="en-US"/>
        </a:p>
      </dgm:t>
    </dgm:pt>
    <dgm:pt modelId="{562F2BB5-06D8-4890-AB49-8D13A9CDB9EE}" type="sibTrans" cxnId="{E8C65EB6-3C3E-4C96-9D14-54F2D3545584}">
      <dgm:prSet/>
      <dgm:spPr/>
      <dgm:t>
        <a:bodyPr/>
        <a:lstStyle/>
        <a:p>
          <a:endParaRPr lang="en-US"/>
        </a:p>
      </dgm:t>
    </dgm:pt>
    <dgm:pt modelId="{86221663-C4E1-4C69-B014-F97842B6B583}" type="pres">
      <dgm:prSet presAssocID="{E8AD6150-0FF3-4582-9E1A-C9834F5A23B2}" presName="root" presStyleCnt="0">
        <dgm:presLayoutVars>
          <dgm:dir/>
          <dgm:resizeHandles val="exact"/>
        </dgm:presLayoutVars>
      </dgm:prSet>
      <dgm:spPr/>
    </dgm:pt>
    <dgm:pt modelId="{E61173E4-DC19-4B0D-92EC-2CE9AFE8BE19}" type="pres">
      <dgm:prSet presAssocID="{03332226-9C9B-4482-880D-50866D49F9E4}" presName="compNode" presStyleCnt="0"/>
      <dgm:spPr/>
    </dgm:pt>
    <dgm:pt modelId="{DE1B8CA2-843B-4783-9514-C084627872E9}" type="pres">
      <dgm:prSet presAssocID="{03332226-9C9B-4482-880D-50866D49F9E4}" presName="bgRect" presStyleLbl="bgShp" presStyleIdx="0" presStyleCnt="3"/>
      <dgm:spPr/>
    </dgm:pt>
    <dgm:pt modelId="{394F2AFC-4A22-43AE-85A4-CDF11EB44713}" type="pres">
      <dgm:prSet presAssocID="{03332226-9C9B-4482-880D-50866D49F9E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CE99CF32-0CDB-4639-930C-7E9376D9E2E4}" type="pres">
      <dgm:prSet presAssocID="{03332226-9C9B-4482-880D-50866D49F9E4}" presName="spaceRect" presStyleCnt="0"/>
      <dgm:spPr/>
    </dgm:pt>
    <dgm:pt modelId="{C1D9B89C-F80B-4D4F-A8DA-BFE78519529F}" type="pres">
      <dgm:prSet presAssocID="{03332226-9C9B-4482-880D-50866D49F9E4}" presName="parTx" presStyleLbl="revTx" presStyleIdx="0" presStyleCnt="3">
        <dgm:presLayoutVars>
          <dgm:chMax val="0"/>
          <dgm:chPref val="0"/>
        </dgm:presLayoutVars>
      </dgm:prSet>
      <dgm:spPr/>
    </dgm:pt>
    <dgm:pt modelId="{1701628F-9896-4DD2-9B3E-DC32FF9E8CEB}" type="pres">
      <dgm:prSet presAssocID="{4A30F0A5-CEB1-4D7B-920D-3053B9D3784D}" presName="sibTrans" presStyleCnt="0"/>
      <dgm:spPr/>
    </dgm:pt>
    <dgm:pt modelId="{E31C3D27-9AEF-470C-AEE3-66941355CAED}" type="pres">
      <dgm:prSet presAssocID="{D125A0C5-DAB3-454C-B021-EEC348ECFAD0}" presName="compNode" presStyleCnt="0"/>
      <dgm:spPr/>
    </dgm:pt>
    <dgm:pt modelId="{C34D698D-87FC-4869-B7E8-2338C59861EE}" type="pres">
      <dgm:prSet presAssocID="{D125A0C5-DAB3-454C-B021-EEC348ECFAD0}" presName="bgRect" presStyleLbl="bgShp" presStyleIdx="1" presStyleCnt="3"/>
      <dgm:spPr/>
    </dgm:pt>
    <dgm:pt modelId="{89AE834A-221D-44CE-A16C-4D0FF01B60EC}" type="pres">
      <dgm:prSet presAssocID="{D125A0C5-DAB3-454C-B021-EEC348ECFAD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sconectado"/>
        </a:ext>
      </dgm:extLst>
    </dgm:pt>
    <dgm:pt modelId="{93C08C3D-8F3E-4B1D-AE1E-8D2C737367D9}" type="pres">
      <dgm:prSet presAssocID="{D125A0C5-DAB3-454C-B021-EEC348ECFAD0}" presName="spaceRect" presStyleCnt="0"/>
      <dgm:spPr/>
    </dgm:pt>
    <dgm:pt modelId="{07E3BB15-4FE7-4435-A2B3-0EB9343C0FCC}" type="pres">
      <dgm:prSet presAssocID="{D125A0C5-DAB3-454C-B021-EEC348ECFAD0}" presName="parTx" presStyleLbl="revTx" presStyleIdx="1" presStyleCnt="3">
        <dgm:presLayoutVars>
          <dgm:chMax val="0"/>
          <dgm:chPref val="0"/>
        </dgm:presLayoutVars>
      </dgm:prSet>
      <dgm:spPr/>
    </dgm:pt>
    <dgm:pt modelId="{8965B49C-E3FC-4D83-8573-98F3C763C037}" type="pres">
      <dgm:prSet presAssocID="{95B13F22-1B33-4D3C-8D71-78FD78AE8F3E}" presName="sibTrans" presStyleCnt="0"/>
      <dgm:spPr/>
    </dgm:pt>
    <dgm:pt modelId="{94A63FFC-1569-45B6-B13B-334BB0640611}" type="pres">
      <dgm:prSet presAssocID="{0D136EFD-D69C-4D95-AE83-1B55CE712358}" presName="compNode" presStyleCnt="0"/>
      <dgm:spPr/>
    </dgm:pt>
    <dgm:pt modelId="{37231EC7-8454-4D7F-8615-C62BEC9EB390}" type="pres">
      <dgm:prSet presAssocID="{0D136EFD-D69C-4D95-AE83-1B55CE712358}" presName="bgRect" presStyleLbl="bgShp" presStyleIdx="2" presStyleCnt="3"/>
      <dgm:spPr/>
    </dgm:pt>
    <dgm:pt modelId="{589C99FF-B6DD-4390-9C85-FEE2B6FE25BB}" type="pres">
      <dgm:prSet presAssocID="{0D136EFD-D69C-4D95-AE83-1B55CE71235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4EEB3FF3-1CA9-49E1-A430-FA2C5D00048B}" type="pres">
      <dgm:prSet presAssocID="{0D136EFD-D69C-4D95-AE83-1B55CE712358}" presName="spaceRect" presStyleCnt="0"/>
      <dgm:spPr/>
    </dgm:pt>
    <dgm:pt modelId="{93D3F67F-81C7-4FC0-8136-B3D4A935627D}" type="pres">
      <dgm:prSet presAssocID="{0D136EFD-D69C-4D95-AE83-1B55CE712358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51FB1B22-1175-4389-A32A-4D1F84E802E8}" srcId="{E8AD6150-0FF3-4582-9E1A-C9834F5A23B2}" destId="{D125A0C5-DAB3-454C-B021-EEC348ECFAD0}" srcOrd="1" destOrd="0" parTransId="{C439DB42-491A-47F6-A9EA-483178BDB6F4}" sibTransId="{95B13F22-1B33-4D3C-8D71-78FD78AE8F3E}"/>
    <dgm:cxn modelId="{4CE77F60-EEBE-4E64-9ECA-FCE198AB6921}" srcId="{E8AD6150-0FF3-4582-9E1A-C9834F5A23B2}" destId="{03332226-9C9B-4482-880D-50866D49F9E4}" srcOrd="0" destOrd="0" parTransId="{65414517-0201-4A43-9DAA-F68E2C0B9801}" sibTransId="{4A30F0A5-CEB1-4D7B-920D-3053B9D3784D}"/>
    <dgm:cxn modelId="{00D6C742-4268-46C6-8914-2AE95FFC35F7}" type="presOf" srcId="{D125A0C5-DAB3-454C-B021-EEC348ECFAD0}" destId="{07E3BB15-4FE7-4435-A2B3-0EB9343C0FCC}" srcOrd="0" destOrd="0" presId="urn:microsoft.com/office/officeart/2018/2/layout/IconVerticalSolidList"/>
    <dgm:cxn modelId="{84CDF770-1267-4E47-82C5-EC97626A4A40}" type="presOf" srcId="{03332226-9C9B-4482-880D-50866D49F9E4}" destId="{C1D9B89C-F80B-4D4F-A8DA-BFE78519529F}" srcOrd="0" destOrd="0" presId="urn:microsoft.com/office/officeart/2018/2/layout/IconVerticalSolidList"/>
    <dgm:cxn modelId="{61B378A5-41AB-4ED3-A9EE-3DF96D2BA7CD}" type="presOf" srcId="{0D136EFD-D69C-4D95-AE83-1B55CE712358}" destId="{93D3F67F-81C7-4FC0-8136-B3D4A935627D}" srcOrd="0" destOrd="0" presId="urn:microsoft.com/office/officeart/2018/2/layout/IconVerticalSolidList"/>
    <dgm:cxn modelId="{E8C65EB6-3C3E-4C96-9D14-54F2D3545584}" srcId="{E8AD6150-0FF3-4582-9E1A-C9834F5A23B2}" destId="{0D136EFD-D69C-4D95-AE83-1B55CE712358}" srcOrd="2" destOrd="0" parTransId="{69E2351B-DCB9-46D5-9D90-3E349963FDC7}" sibTransId="{562F2BB5-06D8-4890-AB49-8D13A9CDB9EE}"/>
    <dgm:cxn modelId="{BBA98FFA-4C26-4B79-AD6E-748CE8582D08}" type="presOf" srcId="{E8AD6150-0FF3-4582-9E1A-C9834F5A23B2}" destId="{86221663-C4E1-4C69-B014-F97842B6B583}" srcOrd="0" destOrd="0" presId="urn:microsoft.com/office/officeart/2018/2/layout/IconVerticalSolidList"/>
    <dgm:cxn modelId="{BC816C28-2DDA-48FF-94BF-43C81FE02AEF}" type="presParOf" srcId="{86221663-C4E1-4C69-B014-F97842B6B583}" destId="{E61173E4-DC19-4B0D-92EC-2CE9AFE8BE19}" srcOrd="0" destOrd="0" presId="urn:microsoft.com/office/officeart/2018/2/layout/IconVerticalSolidList"/>
    <dgm:cxn modelId="{E660171A-1EBF-4112-8613-CB7D73DC099B}" type="presParOf" srcId="{E61173E4-DC19-4B0D-92EC-2CE9AFE8BE19}" destId="{DE1B8CA2-843B-4783-9514-C084627872E9}" srcOrd="0" destOrd="0" presId="urn:microsoft.com/office/officeart/2018/2/layout/IconVerticalSolidList"/>
    <dgm:cxn modelId="{53813EF2-2960-4579-BE0D-AC9B9B8A874D}" type="presParOf" srcId="{E61173E4-DC19-4B0D-92EC-2CE9AFE8BE19}" destId="{394F2AFC-4A22-43AE-85A4-CDF11EB44713}" srcOrd="1" destOrd="0" presId="urn:microsoft.com/office/officeart/2018/2/layout/IconVerticalSolidList"/>
    <dgm:cxn modelId="{3A4335E3-B065-4819-B389-1FD81578E330}" type="presParOf" srcId="{E61173E4-DC19-4B0D-92EC-2CE9AFE8BE19}" destId="{CE99CF32-0CDB-4639-930C-7E9376D9E2E4}" srcOrd="2" destOrd="0" presId="urn:microsoft.com/office/officeart/2018/2/layout/IconVerticalSolidList"/>
    <dgm:cxn modelId="{C3195203-3EB9-44E3-A43B-116BF46D60E1}" type="presParOf" srcId="{E61173E4-DC19-4B0D-92EC-2CE9AFE8BE19}" destId="{C1D9B89C-F80B-4D4F-A8DA-BFE78519529F}" srcOrd="3" destOrd="0" presId="urn:microsoft.com/office/officeart/2018/2/layout/IconVerticalSolidList"/>
    <dgm:cxn modelId="{238BD8FF-2928-4AF4-BF05-B8947DA8C2FF}" type="presParOf" srcId="{86221663-C4E1-4C69-B014-F97842B6B583}" destId="{1701628F-9896-4DD2-9B3E-DC32FF9E8CEB}" srcOrd="1" destOrd="0" presId="urn:microsoft.com/office/officeart/2018/2/layout/IconVerticalSolidList"/>
    <dgm:cxn modelId="{7B637A2D-58C9-47CC-84FA-EE33B3184952}" type="presParOf" srcId="{86221663-C4E1-4C69-B014-F97842B6B583}" destId="{E31C3D27-9AEF-470C-AEE3-66941355CAED}" srcOrd="2" destOrd="0" presId="urn:microsoft.com/office/officeart/2018/2/layout/IconVerticalSolidList"/>
    <dgm:cxn modelId="{5EE44484-590F-4596-B0F7-1DD192115ACC}" type="presParOf" srcId="{E31C3D27-9AEF-470C-AEE3-66941355CAED}" destId="{C34D698D-87FC-4869-B7E8-2338C59861EE}" srcOrd="0" destOrd="0" presId="urn:microsoft.com/office/officeart/2018/2/layout/IconVerticalSolidList"/>
    <dgm:cxn modelId="{E9F938AD-DA70-4867-BCD4-E4E1C310DE97}" type="presParOf" srcId="{E31C3D27-9AEF-470C-AEE3-66941355CAED}" destId="{89AE834A-221D-44CE-A16C-4D0FF01B60EC}" srcOrd="1" destOrd="0" presId="urn:microsoft.com/office/officeart/2018/2/layout/IconVerticalSolidList"/>
    <dgm:cxn modelId="{7E69D0E4-F1A9-4C0B-AB1E-B671ECD66F11}" type="presParOf" srcId="{E31C3D27-9AEF-470C-AEE3-66941355CAED}" destId="{93C08C3D-8F3E-4B1D-AE1E-8D2C737367D9}" srcOrd="2" destOrd="0" presId="urn:microsoft.com/office/officeart/2018/2/layout/IconVerticalSolidList"/>
    <dgm:cxn modelId="{7448A607-870A-4C1C-886D-A2205B8497D4}" type="presParOf" srcId="{E31C3D27-9AEF-470C-AEE3-66941355CAED}" destId="{07E3BB15-4FE7-4435-A2B3-0EB9343C0FCC}" srcOrd="3" destOrd="0" presId="urn:microsoft.com/office/officeart/2018/2/layout/IconVerticalSolidList"/>
    <dgm:cxn modelId="{B42DA905-AF5B-4CCF-B789-1BD051A1F7B7}" type="presParOf" srcId="{86221663-C4E1-4C69-B014-F97842B6B583}" destId="{8965B49C-E3FC-4D83-8573-98F3C763C037}" srcOrd="3" destOrd="0" presId="urn:microsoft.com/office/officeart/2018/2/layout/IconVerticalSolidList"/>
    <dgm:cxn modelId="{DC9FA765-668D-46E2-BB98-D2A92F3F5FCA}" type="presParOf" srcId="{86221663-C4E1-4C69-B014-F97842B6B583}" destId="{94A63FFC-1569-45B6-B13B-334BB0640611}" srcOrd="4" destOrd="0" presId="urn:microsoft.com/office/officeart/2018/2/layout/IconVerticalSolidList"/>
    <dgm:cxn modelId="{29B314E9-DBDA-41AF-8369-ECBA9588F60A}" type="presParOf" srcId="{94A63FFC-1569-45B6-B13B-334BB0640611}" destId="{37231EC7-8454-4D7F-8615-C62BEC9EB390}" srcOrd="0" destOrd="0" presId="urn:microsoft.com/office/officeart/2018/2/layout/IconVerticalSolidList"/>
    <dgm:cxn modelId="{B87B611F-BE0B-42AA-8AA7-A9FEEC2DB711}" type="presParOf" srcId="{94A63FFC-1569-45B6-B13B-334BB0640611}" destId="{589C99FF-B6DD-4390-9C85-FEE2B6FE25BB}" srcOrd="1" destOrd="0" presId="urn:microsoft.com/office/officeart/2018/2/layout/IconVerticalSolidList"/>
    <dgm:cxn modelId="{2DC3AA8F-35E6-4FA6-AB4F-8D3FB2A39C4D}" type="presParOf" srcId="{94A63FFC-1569-45B6-B13B-334BB0640611}" destId="{4EEB3FF3-1CA9-49E1-A430-FA2C5D00048B}" srcOrd="2" destOrd="0" presId="urn:microsoft.com/office/officeart/2018/2/layout/IconVerticalSolidList"/>
    <dgm:cxn modelId="{D9093E6A-800B-4675-8F52-354EFFE85781}" type="presParOf" srcId="{94A63FFC-1569-45B6-B13B-334BB0640611}" destId="{93D3F67F-81C7-4FC0-8136-B3D4A935627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FBB182DA-BC2B-40BE-A442-04FB38C7EDE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A38C7BC-C3CA-4FFC-B580-ED73A9864A46}">
      <dgm:prSet/>
      <dgm:spPr/>
      <dgm:t>
        <a:bodyPr/>
        <a:lstStyle/>
        <a:p>
          <a:r>
            <a:rPr lang="en-US"/>
            <a:t>Auditoría</a:t>
          </a:r>
        </a:p>
      </dgm:t>
    </dgm:pt>
    <dgm:pt modelId="{9BC01DD1-A63B-418C-AB0B-8E69264D8FD6}" type="parTrans" cxnId="{DA14CFB2-9D20-4913-96A8-C683B531490B}">
      <dgm:prSet/>
      <dgm:spPr/>
      <dgm:t>
        <a:bodyPr/>
        <a:lstStyle/>
        <a:p>
          <a:endParaRPr lang="en-US"/>
        </a:p>
      </dgm:t>
    </dgm:pt>
    <dgm:pt modelId="{9D7B852C-6532-47C7-92F8-1037A8B3C066}" type="sibTrans" cxnId="{DA14CFB2-9D20-4913-96A8-C683B531490B}">
      <dgm:prSet/>
      <dgm:spPr/>
      <dgm:t>
        <a:bodyPr/>
        <a:lstStyle/>
        <a:p>
          <a:endParaRPr lang="en-US"/>
        </a:p>
      </dgm:t>
    </dgm:pt>
    <dgm:pt modelId="{3980CBBE-E03E-4FFA-8E31-9281F1D2C4D0}">
      <dgm:prSet/>
      <dgm:spPr/>
      <dgm:t>
        <a:bodyPr/>
        <a:lstStyle/>
        <a:p>
          <a:r>
            <a:rPr lang="en-US"/>
            <a:t>Análisis forense</a:t>
          </a:r>
        </a:p>
      </dgm:t>
    </dgm:pt>
    <dgm:pt modelId="{0B12DFF6-110B-4CF3-875A-7B29D4A13EAA}" type="parTrans" cxnId="{EED8061D-700C-4B21-8676-21E52940F5B1}">
      <dgm:prSet/>
      <dgm:spPr/>
      <dgm:t>
        <a:bodyPr/>
        <a:lstStyle/>
        <a:p>
          <a:endParaRPr lang="en-US"/>
        </a:p>
      </dgm:t>
    </dgm:pt>
    <dgm:pt modelId="{C62BE59C-78BE-4726-A942-2A88BC0AE8AA}" type="sibTrans" cxnId="{EED8061D-700C-4B21-8676-21E52940F5B1}">
      <dgm:prSet/>
      <dgm:spPr/>
      <dgm:t>
        <a:bodyPr/>
        <a:lstStyle/>
        <a:p>
          <a:endParaRPr lang="en-US"/>
        </a:p>
      </dgm:t>
    </dgm:pt>
    <dgm:pt modelId="{D83702E6-8E14-4667-BCB7-FEA2D96323C0}">
      <dgm:prSet/>
      <dgm:spPr/>
      <dgm:t>
        <a:bodyPr/>
        <a:lstStyle/>
        <a:p>
          <a:r>
            <a:rPr lang="en-US"/>
            <a:t>Cumplimiento normativo</a:t>
          </a:r>
        </a:p>
      </dgm:t>
    </dgm:pt>
    <dgm:pt modelId="{C84FB998-9A4C-4C64-B524-53DD3FF20471}" type="parTrans" cxnId="{050E8483-9700-4667-A130-975B1AFB8B7F}">
      <dgm:prSet/>
      <dgm:spPr/>
      <dgm:t>
        <a:bodyPr/>
        <a:lstStyle/>
        <a:p>
          <a:endParaRPr lang="en-US"/>
        </a:p>
      </dgm:t>
    </dgm:pt>
    <dgm:pt modelId="{13F7C3D1-C9B5-4749-BD88-4EC9572A5416}" type="sibTrans" cxnId="{050E8483-9700-4667-A130-975B1AFB8B7F}">
      <dgm:prSet/>
      <dgm:spPr/>
      <dgm:t>
        <a:bodyPr/>
        <a:lstStyle/>
        <a:p>
          <a:endParaRPr lang="en-US"/>
        </a:p>
      </dgm:t>
    </dgm:pt>
    <dgm:pt modelId="{E04C3C08-8651-4254-A118-2824379B73B4}">
      <dgm:prSet/>
      <dgm:spPr/>
      <dgm:t>
        <a:bodyPr/>
        <a:lstStyle/>
        <a:p>
          <a:r>
            <a:rPr lang="en-US"/>
            <a:t>Mejora de la seguridad</a:t>
          </a:r>
        </a:p>
      </dgm:t>
    </dgm:pt>
    <dgm:pt modelId="{60748664-5D83-462C-8DF6-77DC71C13680}" type="parTrans" cxnId="{0BD620C6-37C2-44D4-AC7A-8F06723DB8E1}">
      <dgm:prSet/>
      <dgm:spPr/>
      <dgm:t>
        <a:bodyPr/>
        <a:lstStyle/>
        <a:p>
          <a:endParaRPr lang="en-US"/>
        </a:p>
      </dgm:t>
    </dgm:pt>
    <dgm:pt modelId="{DBA12642-A313-4002-8952-4169EDAEB617}" type="sibTrans" cxnId="{0BD620C6-37C2-44D4-AC7A-8F06723DB8E1}">
      <dgm:prSet/>
      <dgm:spPr/>
      <dgm:t>
        <a:bodyPr/>
        <a:lstStyle/>
        <a:p>
          <a:endParaRPr lang="en-US"/>
        </a:p>
      </dgm:t>
    </dgm:pt>
    <dgm:pt modelId="{1DDEEBCC-2D21-43B1-8083-F14562A688C1}" type="pres">
      <dgm:prSet presAssocID="{FBB182DA-BC2B-40BE-A442-04FB38C7EDEE}" presName="root" presStyleCnt="0">
        <dgm:presLayoutVars>
          <dgm:dir/>
          <dgm:resizeHandles val="exact"/>
        </dgm:presLayoutVars>
      </dgm:prSet>
      <dgm:spPr/>
    </dgm:pt>
    <dgm:pt modelId="{C4D9370E-A4F0-4E9F-BDCF-FEFF2B9C5961}" type="pres">
      <dgm:prSet presAssocID="{EA38C7BC-C3CA-4FFC-B580-ED73A9864A46}" presName="compNode" presStyleCnt="0"/>
      <dgm:spPr/>
    </dgm:pt>
    <dgm:pt modelId="{F3EBA5C2-5A43-4D0C-9BD1-DEB535B36185}" type="pres">
      <dgm:prSet presAssocID="{EA38C7BC-C3CA-4FFC-B580-ED73A9864A46}" presName="bgRect" presStyleLbl="bgShp" presStyleIdx="0" presStyleCnt="4"/>
      <dgm:spPr/>
    </dgm:pt>
    <dgm:pt modelId="{FF6D8B5B-CCAB-43EB-B433-1678C30B1730}" type="pres">
      <dgm:prSet presAssocID="{EA38C7BC-C3CA-4FFC-B580-ED73A9864A4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4ED1A519-DAA0-4221-94ED-0C4D539F7862}" type="pres">
      <dgm:prSet presAssocID="{EA38C7BC-C3CA-4FFC-B580-ED73A9864A46}" presName="spaceRect" presStyleCnt="0"/>
      <dgm:spPr/>
    </dgm:pt>
    <dgm:pt modelId="{BD01069C-C92E-418C-918C-F49F45AF8A46}" type="pres">
      <dgm:prSet presAssocID="{EA38C7BC-C3CA-4FFC-B580-ED73A9864A46}" presName="parTx" presStyleLbl="revTx" presStyleIdx="0" presStyleCnt="4">
        <dgm:presLayoutVars>
          <dgm:chMax val="0"/>
          <dgm:chPref val="0"/>
        </dgm:presLayoutVars>
      </dgm:prSet>
      <dgm:spPr/>
    </dgm:pt>
    <dgm:pt modelId="{2D3938C3-36E8-4A16-A571-EF0FC365E0D7}" type="pres">
      <dgm:prSet presAssocID="{9D7B852C-6532-47C7-92F8-1037A8B3C066}" presName="sibTrans" presStyleCnt="0"/>
      <dgm:spPr/>
    </dgm:pt>
    <dgm:pt modelId="{6509218B-9F4C-4355-8344-5015E3CA7F4B}" type="pres">
      <dgm:prSet presAssocID="{3980CBBE-E03E-4FFA-8E31-9281F1D2C4D0}" presName="compNode" presStyleCnt="0"/>
      <dgm:spPr/>
    </dgm:pt>
    <dgm:pt modelId="{208D8981-E469-4A4D-AC7C-F26429B3E648}" type="pres">
      <dgm:prSet presAssocID="{3980CBBE-E03E-4FFA-8E31-9281F1D2C4D0}" presName="bgRect" presStyleLbl="bgShp" presStyleIdx="1" presStyleCnt="4"/>
      <dgm:spPr/>
    </dgm:pt>
    <dgm:pt modelId="{66AD6723-7F52-495A-91A1-AC5F0949C9E9}" type="pres">
      <dgm:prSet presAssocID="{3980CBBE-E03E-4FFA-8E31-9281F1D2C4D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B489615F-B4D9-415C-B801-9782C0008201}" type="pres">
      <dgm:prSet presAssocID="{3980CBBE-E03E-4FFA-8E31-9281F1D2C4D0}" presName="spaceRect" presStyleCnt="0"/>
      <dgm:spPr/>
    </dgm:pt>
    <dgm:pt modelId="{1C064B12-5691-4A3B-9E0E-B1D98180AA67}" type="pres">
      <dgm:prSet presAssocID="{3980CBBE-E03E-4FFA-8E31-9281F1D2C4D0}" presName="parTx" presStyleLbl="revTx" presStyleIdx="1" presStyleCnt="4">
        <dgm:presLayoutVars>
          <dgm:chMax val="0"/>
          <dgm:chPref val="0"/>
        </dgm:presLayoutVars>
      </dgm:prSet>
      <dgm:spPr/>
    </dgm:pt>
    <dgm:pt modelId="{5482F18A-DD5E-4E3D-AB34-ABE5331B0611}" type="pres">
      <dgm:prSet presAssocID="{C62BE59C-78BE-4726-A942-2A88BC0AE8AA}" presName="sibTrans" presStyleCnt="0"/>
      <dgm:spPr/>
    </dgm:pt>
    <dgm:pt modelId="{6E456DB5-C85E-4096-B8AE-782E325A3526}" type="pres">
      <dgm:prSet presAssocID="{D83702E6-8E14-4667-BCB7-FEA2D96323C0}" presName="compNode" presStyleCnt="0"/>
      <dgm:spPr/>
    </dgm:pt>
    <dgm:pt modelId="{AAF9568A-D6DD-40D0-A514-E20405F9D891}" type="pres">
      <dgm:prSet presAssocID="{D83702E6-8E14-4667-BCB7-FEA2D96323C0}" presName="bgRect" presStyleLbl="bgShp" presStyleIdx="2" presStyleCnt="4"/>
      <dgm:spPr/>
    </dgm:pt>
    <dgm:pt modelId="{BB3FEC13-2D8F-4C3F-B608-28366E912F38}" type="pres">
      <dgm:prSet presAssocID="{D83702E6-8E14-4667-BCB7-FEA2D96323C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3AFB18E8-B2B3-4F92-BFF7-E0A9674A04CE}" type="pres">
      <dgm:prSet presAssocID="{D83702E6-8E14-4667-BCB7-FEA2D96323C0}" presName="spaceRect" presStyleCnt="0"/>
      <dgm:spPr/>
    </dgm:pt>
    <dgm:pt modelId="{D1DCEBF5-19D1-4A7E-8B6E-F128CB1B39E1}" type="pres">
      <dgm:prSet presAssocID="{D83702E6-8E14-4667-BCB7-FEA2D96323C0}" presName="parTx" presStyleLbl="revTx" presStyleIdx="2" presStyleCnt="4">
        <dgm:presLayoutVars>
          <dgm:chMax val="0"/>
          <dgm:chPref val="0"/>
        </dgm:presLayoutVars>
      </dgm:prSet>
      <dgm:spPr/>
    </dgm:pt>
    <dgm:pt modelId="{8E923CE6-E26C-4E44-8AF5-7E76B2633D22}" type="pres">
      <dgm:prSet presAssocID="{13F7C3D1-C9B5-4749-BD88-4EC9572A5416}" presName="sibTrans" presStyleCnt="0"/>
      <dgm:spPr/>
    </dgm:pt>
    <dgm:pt modelId="{41214483-826F-4978-88C8-DDD7195E8949}" type="pres">
      <dgm:prSet presAssocID="{E04C3C08-8651-4254-A118-2824379B73B4}" presName="compNode" presStyleCnt="0"/>
      <dgm:spPr/>
    </dgm:pt>
    <dgm:pt modelId="{246D7BA4-88C6-4619-96A5-71B5C7C525B2}" type="pres">
      <dgm:prSet presAssocID="{E04C3C08-8651-4254-A118-2824379B73B4}" presName="bgRect" presStyleLbl="bgShp" presStyleIdx="3" presStyleCnt="4"/>
      <dgm:spPr/>
    </dgm:pt>
    <dgm:pt modelId="{34F2C5AB-B3F5-4195-86B9-48104F8C2DAA}" type="pres">
      <dgm:prSet presAssocID="{E04C3C08-8651-4254-A118-2824379B73B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759EB92E-07FC-431C-A41C-90FF2CAB06FD}" type="pres">
      <dgm:prSet presAssocID="{E04C3C08-8651-4254-A118-2824379B73B4}" presName="spaceRect" presStyleCnt="0"/>
      <dgm:spPr/>
    </dgm:pt>
    <dgm:pt modelId="{60EDA892-6BD6-4A11-8F8D-6C43FB693774}" type="pres">
      <dgm:prSet presAssocID="{E04C3C08-8651-4254-A118-2824379B73B4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018E3A03-7B5C-4839-981F-1568681E5894}" type="presOf" srcId="{3980CBBE-E03E-4FFA-8E31-9281F1D2C4D0}" destId="{1C064B12-5691-4A3B-9E0E-B1D98180AA67}" srcOrd="0" destOrd="0" presId="urn:microsoft.com/office/officeart/2018/2/layout/IconVerticalSolidList"/>
    <dgm:cxn modelId="{446EBF0F-B5A5-46DE-A792-E02C87C131F9}" type="presOf" srcId="{D83702E6-8E14-4667-BCB7-FEA2D96323C0}" destId="{D1DCEBF5-19D1-4A7E-8B6E-F128CB1B39E1}" srcOrd="0" destOrd="0" presId="urn:microsoft.com/office/officeart/2018/2/layout/IconVerticalSolidList"/>
    <dgm:cxn modelId="{EED8061D-700C-4B21-8676-21E52940F5B1}" srcId="{FBB182DA-BC2B-40BE-A442-04FB38C7EDEE}" destId="{3980CBBE-E03E-4FFA-8E31-9281F1D2C4D0}" srcOrd="1" destOrd="0" parTransId="{0B12DFF6-110B-4CF3-875A-7B29D4A13EAA}" sibTransId="{C62BE59C-78BE-4726-A942-2A88BC0AE8AA}"/>
    <dgm:cxn modelId="{81439447-CB32-4DA5-A1DE-08624E57154D}" type="presOf" srcId="{FBB182DA-BC2B-40BE-A442-04FB38C7EDEE}" destId="{1DDEEBCC-2D21-43B1-8083-F14562A688C1}" srcOrd="0" destOrd="0" presId="urn:microsoft.com/office/officeart/2018/2/layout/IconVerticalSolidList"/>
    <dgm:cxn modelId="{E139776B-4759-4242-A942-ACC89917CA32}" type="presOf" srcId="{E04C3C08-8651-4254-A118-2824379B73B4}" destId="{60EDA892-6BD6-4A11-8F8D-6C43FB693774}" srcOrd="0" destOrd="0" presId="urn:microsoft.com/office/officeart/2018/2/layout/IconVerticalSolidList"/>
    <dgm:cxn modelId="{050E8483-9700-4667-A130-975B1AFB8B7F}" srcId="{FBB182DA-BC2B-40BE-A442-04FB38C7EDEE}" destId="{D83702E6-8E14-4667-BCB7-FEA2D96323C0}" srcOrd="2" destOrd="0" parTransId="{C84FB998-9A4C-4C64-B524-53DD3FF20471}" sibTransId="{13F7C3D1-C9B5-4749-BD88-4EC9572A5416}"/>
    <dgm:cxn modelId="{DA14CFB2-9D20-4913-96A8-C683B531490B}" srcId="{FBB182DA-BC2B-40BE-A442-04FB38C7EDEE}" destId="{EA38C7BC-C3CA-4FFC-B580-ED73A9864A46}" srcOrd="0" destOrd="0" parTransId="{9BC01DD1-A63B-418C-AB0B-8E69264D8FD6}" sibTransId="{9D7B852C-6532-47C7-92F8-1037A8B3C066}"/>
    <dgm:cxn modelId="{AEE23FB6-4677-402F-8DF1-6813C36370EC}" type="presOf" srcId="{EA38C7BC-C3CA-4FFC-B580-ED73A9864A46}" destId="{BD01069C-C92E-418C-918C-F49F45AF8A46}" srcOrd="0" destOrd="0" presId="urn:microsoft.com/office/officeart/2018/2/layout/IconVerticalSolidList"/>
    <dgm:cxn modelId="{0BD620C6-37C2-44D4-AC7A-8F06723DB8E1}" srcId="{FBB182DA-BC2B-40BE-A442-04FB38C7EDEE}" destId="{E04C3C08-8651-4254-A118-2824379B73B4}" srcOrd="3" destOrd="0" parTransId="{60748664-5D83-462C-8DF6-77DC71C13680}" sibTransId="{DBA12642-A313-4002-8952-4169EDAEB617}"/>
    <dgm:cxn modelId="{497BE3C1-341C-481F-8667-872EB057795B}" type="presParOf" srcId="{1DDEEBCC-2D21-43B1-8083-F14562A688C1}" destId="{C4D9370E-A4F0-4E9F-BDCF-FEFF2B9C5961}" srcOrd="0" destOrd="0" presId="urn:microsoft.com/office/officeart/2018/2/layout/IconVerticalSolidList"/>
    <dgm:cxn modelId="{91BBACD3-9C83-473E-959F-382FA147752D}" type="presParOf" srcId="{C4D9370E-A4F0-4E9F-BDCF-FEFF2B9C5961}" destId="{F3EBA5C2-5A43-4D0C-9BD1-DEB535B36185}" srcOrd="0" destOrd="0" presId="urn:microsoft.com/office/officeart/2018/2/layout/IconVerticalSolidList"/>
    <dgm:cxn modelId="{53515359-69F2-4667-A56B-CA9335E2B73B}" type="presParOf" srcId="{C4D9370E-A4F0-4E9F-BDCF-FEFF2B9C5961}" destId="{FF6D8B5B-CCAB-43EB-B433-1678C30B1730}" srcOrd="1" destOrd="0" presId="urn:microsoft.com/office/officeart/2018/2/layout/IconVerticalSolidList"/>
    <dgm:cxn modelId="{09B2EDF9-6ABF-4C69-AE25-5BB712997B12}" type="presParOf" srcId="{C4D9370E-A4F0-4E9F-BDCF-FEFF2B9C5961}" destId="{4ED1A519-DAA0-4221-94ED-0C4D539F7862}" srcOrd="2" destOrd="0" presId="urn:microsoft.com/office/officeart/2018/2/layout/IconVerticalSolidList"/>
    <dgm:cxn modelId="{76562F45-3C24-4861-B9BF-D9CC92E96676}" type="presParOf" srcId="{C4D9370E-A4F0-4E9F-BDCF-FEFF2B9C5961}" destId="{BD01069C-C92E-418C-918C-F49F45AF8A46}" srcOrd="3" destOrd="0" presId="urn:microsoft.com/office/officeart/2018/2/layout/IconVerticalSolidList"/>
    <dgm:cxn modelId="{A9F89645-4D98-42BD-B714-E9F4814FD73E}" type="presParOf" srcId="{1DDEEBCC-2D21-43B1-8083-F14562A688C1}" destId="{2D3938C3-36E8-4A16-A571-EF0FC365E0D7}" srcOrd="1" destOrd="0" presId="urn:microsoft.com/office/officeart/2018/2/layout/IconVerticalSolidList"/>
    <dgm:cxn modelId="{90EA22FF-544B-4A6A-982F-B7BE93888F85}" type="presParOf" srcId="{1DDEEBCC-2D21-43B1-8083-F14562A688C1}" destId="{6509218B-9F4C-4355-8344-5015E3CA7F4B}" srcOrd="2" destOrd="0" presId="urn:microsoft.com/office/officeart/2018/2/layout/IconVerticalSolidList"/>
    <dgm:cxn modelId="{8DF11AAF-F1E4-4FEF-BFAC-CFCF464E8C1F}" type="presParOf" srcId="{6509218B-9F4C-4355-8344-5015E3CA7F4B}" destId="{208D8981-E469-4A4D-AC7C-F26429B3E648}" srcOrd="0" destOrd="0" presId="urn:microsoft.com/office/officeart/2018/2/layout/IconVerticalSolidList"/>
    <dgm:cxn modelId="{D086DAC2-BF63-4EDF-8E3F-CA61CCDE9230}" type="presParOf" srcId="{6509218B-9F4C-4355-8344-5015E3CA7F4B}" destId="{66AD6723-7F52-495A-91A1-AC5F0949C9E9}" srcOrd="1" destOrd="0" presId="urn:microsoft.com/office/officeart/2018/2/layout/IconVerticalSolidList"/>
    <dgm:cxn modelId="{CBBA01F3-938A-46D2-AFC8-0D720BA8381C}" type="presParOf" srcId="{6509218B-9F4C-4355-8344-5015E3CA7F4B}" destId="{B489615F-B4D9-415C-B801-9782C0008201}" srcOrd="2" destOrd="0" presId="urn:microsoft.com/office/officeart/2018/2/layout/IconVerticalSolidList"/>
    <dgm:cxn modelId="{A0962EA3-9967-4A5B-A762-F9FDB3C12A30}" type="presParOf" srcId="{6509218B-9F4C-4355-8344-5015E3CA7F4B}" destId="{1C064B12-5691-4A3B-9E0E-B1D98180AA67}" srcOrd="3" destOrd="0" presId="urn:microsoft.com/office/officeart/2018/2/layout/IconVerticalSolidList"/>
    <dgm:cxn modelId="{500E96B0-7554-4691-A941-3C4A9C9417B1}" type="presParOf" srcId="{1DDEEBCC-2D21-43B1-8083-F14562A688C1}" destId="{5482F18A-DD5E-4E3D-AB34-ABE5331B0611}" srcOrd="3" destOrd="0" presId="urn:microsoft.com/office/officeart/2018/2/layout/IconVerticalSolidList"/>
    <dgm:cxn modelId="{F9044CAB-8333-48B0-9DA0-01303D98EFD2}" type="presParOf" srcId="{1DDEEBCC-2D21-43B1-8083-F14562A688C1}" destId="{6E456DB5-C85E-4096-B8AE-782E325A3526}" srcOrd="4" destOrd="0" presId="urn:microsoft.com/office/officeart/2018/2/layout/IconVerticalSolidList"/>
    <dgm:cxn modelId="{9376F477-EA48-4BED-8132-ED0A2087BD31}" type="presParOf" srcId="{6E456DB5-C85E-4096-B8AE-782E325A3526}" destId="{AAF9568A-D6DD-40D0-A514-E20405F9D891}" srcOrd="0" destOrd="0" presId="urn:microsoft.com/office/officeart/2018/2/layout/IconVerticalSolidList"/>
    <dgm:cxn modelId="{691B6726-C6EE-4C12-ABB2-A5D45B0677EA}" type="presParOf" srcId="{6E456DB5-C85E-4096-B8AE-782E325A3526}" destId="{BB3FEC13-2D8F-4C3F-B608-28366E912F38}" srcOrd="1" destOrd="0" presId="urn:microsoft.com/office/officeart/2018/2/layout/IconVerticalSolidList"/>
    <dgm:cxn modelId="{97178843-74EB-449E-9CF1-D9D758527522}" type="presParOf" srcId="{6E456DB5-C85E-4096-B8AE-782E325A3526}" destId="{3AFB18E8-B2B3-4F92-BFF7-E0A9674A04CE}" srcOrd="2" destOrd="0" presId="urn:microsoft.com/office/officeart/2018/2/layout/IconVerticalSolidList"/>
    <dgm:cxn modelId="{95E0285C-DF9F-429E-A5D6-7A3935BD1421}" type="presParOf" srcId="{6E456DB5-C85E-4096-B8AE-782E325A3526}" destId="{D1DCEBF5-19D1-4A7E-8B6E-F128CB1B39E1}" srcOrd="3" destOrd="0" presId="urn:microsoft.com/office/officeart/2018/2/layout/IconVerticalSolidList"/>
    <dgm:cxn modelId="{40B6AD03-05E4-4BAF-B5D8-D6E5BA25DCE8}" type="presParOf" srcId="{1DDEEBCC-2D21-43B1-8083-F14562A688C1}" destId="{8E923CE6-E26C-4E44-8AF5-7E76B2633D22}" srcOrd="5" destOrd="0" presId="urn:microsoft.com/office/officeart/2018/2/layout/IconVerticalSolidList"/>
    <dgm:cxn modelId="{9F165632-1F10-41D5-AB8E-AE4DA90CA91D}" type="presParOf" srcId="{1DDEEBCC-2D21-43B1-8083-F14562A688C1}" destId="{41214483-826F-4978-88C8-DDD7195E8949}" srcOrd="6" destOrd="0" presId="urn:microsoft.com/office/officeart/2018/2/layout/IconVerticalSolidList"/>
    <dgm:cxn modelId="{B1FF67F9-8D99-498A-A08D-94BE3FEA5C8C}" type="presParOf" srcId="{41214483-826F-4978-88C8-DDD7195E8949}" destId="{246D7BA4-88C6-4619-96A5-71B5C7C525B2}" srcOrd="0" destOrd="0" presId="urn:microsoft.com/office/officeart/2018/2/layout/IconVerticalSolidList"/>
    <dgm:cxn modelId="{52A4530E-CE57-4865-B664-9B34C7596822}" type="presParOf" srcId="{41214483-826F-4978-88C8-DDD7195E8949}" destId="{34F2C5AB-B3F5-4195-86B9-48104F8C2DAA}" srcOrd="1" destOrd="0" presId="urn:microsoft.com/office/officeart/2018/2/layout/IconVerticalSolidList"/>
    <dgm:cxn modelId="{235361ED-5154-43E0-A0C0-9786B52CD504}" type="presParOf" srcId="{41214483-826F-4978-88C8-DDD7195E8949}" destId="{759EB92E-07FC-431C-A41C-90FF2CAB06FD}" srcOrd="2" destOrd="0" presId="urn:microsoft.com/office/officeart/2018/2/layout/IconVerticalSolidList"/>
    <dgm:cxn modelId="{5F78F708-D317-4093-9C74-E5D2DFF67684}" type="presParOf" srcId="{41214483-826F-4978-88C8-DDD7195E8949}" destId="{60EDA892-6BD6-4A11-8F8D-6C43FB69377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D7AA6CF1-6177-4C15-91A1-A588D826638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AA7E1AE0-7395-4910-A755-9C80CB31C24A}">
      <dgm:prSet/>
      <dgm:spPr/>
      <dgm:t>
        <a:bodyPr/>
        <a:lstStyle/>
        <a:p>
          <a:r>
            <a:rPr lang="en-US"/>
            <a:t>La monitorización es un proceso continuo</a:t>
          </a:r>
        </a:p>
      </dgm:t>
    </dgm:pt>
    <dgm:pt modelId="{16B490F8-DF0E-4C19-82B4-484E7D1C3EFF}" type="parTrans" cxnId="{9C9FF53D-24EB-43A0-9E8C-C8ADAA8CA1F5}">
      <dgm:prSet/>
      <dgm:spPr/>
      <dgm:t>
        <a:bodyPr/>
        <a:lstStyle/>
        <a:p>
          <a:endParaRPr lang="en-US"/>
        </a:p>
      </dgm:t>
    </dgm:pt>
    <dgm:pt modelId="{87DA016D-8BAF-4713-B963-C5F16BF27FEB}" type="sibTrans" cxnId="{9C9FF53D-24EB-43A0-9E8C-C8ADAA8CA1F5}">
      <dgm:prSet/>
      <dgm:spPr/>
      <dgm:t>
        <a:bodyPr/>
        <a:lstStyle/>
        <a:p>
          <a:endParaRPr lang="en-US"/>
        </a:p>
      </dgm:t>
    </dgm:pt>
    <dgm:pt modelId="{2CF46869-3282-43E4-A07F-E6B5F8A7C25F}">
      <dgm:prSet/>
      <dgm:spPr/>
      <dgm:t>
        <a:bodyPr/>
        <a:lstStyle/>
        <a:p>
          <a:r>
            <a:rPr lang="en-US"/>
            <a:t>Aumenta la disponibilidad y seguridad</a:t>
          </a:r>
        </a:p>
      </dgm:t>
    </dgm:pt>
    <dgm:pt modelId="{B094F24E-FD21-45A2-9F2F-DA23428B3C38}" type="parTrans" cxnId="{7B0BBC57-7AA5-4029-BC4E-BE1F86BECED6}">
      <dgm:prSet/>
      <dgm:spPr/>
      <dgm:t>
        <a:bodyPr/>
        <a:lstStyle/>
        <a:p>
          <a:endParaRPr lang="en-US"/>
        </a:p>
      </dgm:t>
    </dgm:pt>
    <dgm:pt modelId="{3A7ACCEC-CBF7-4F5B-8846-0C736553AA24}" type="sibTrans" cxnId="{7B0BBC57-7AA5-4029-BC4E-BE1F86BECED6}">
      <dgm:prSet/>
      <dgm:spPr/>
      <dgm:t>
        <a:bodyPr/>
        <a:lstStyle/>
        <a:p>
          <a:endParaRPr lang="en-US"/>
        </a:p>
      </dgm:t>
    </dgm:pt>
    <dgm:pt modelId="{E875DD5E-C297-4A81-A35D-297D200EF142}">
      <dgm:prSet/>
      <dgm:spPr/>
      <dgm:t>
        <a:bodyPr/>
        <a:lstStyle/>
        <a:p>
          <a:r>
            <a:rPr lang="en-US"/>
            <a:t>Es esencial en entornos profesionales</a:t>
          </a:r>
        </a:p>
      </dgm:t>
    </dgm:pt>
    <dgm:pt modelId="{A2A7C10E-F7D9-4C12-B883-D83BA37F60F7}" type="parTrans" cxnId="{1537DD6E-BD2A-4824-A828-260E4923D815}">
      <dgm:prSet/>
      <dgm:spPr/>
      <dgm:t>
        <a:bodyPr/>
        <a:lstStyle/>
        <a:p>
          <a:endParaRPr lang="en-US"/>
        </a:p>
      </dgm:t>
    </dgm:pt>
    <dgm:pt modelId="{12E18887-43BD-412A-8018-A33A3880703C}" type="sibTrans" cxnId="{1537DD6E-BD2A-4824-A828-260E4923D815}">
      <dgm:prSet/>
      <dgm:spPr/>
      <dgm:t>
        <a:bodyPr/>
        <a:lstStyle/>
        <a:p>
          <a:endParaRPr lang="en-US"/>
        </a:p>
      </dgm:t>
    </dgm:pt>
    <dgm:pt modelId="{697F983C-B84B-4589-8EE1-5190DD693371}" type="pres">
      <dgm:prSet presAssocID="{D7AA6CF1-6177-4C15-91A1-A588D8266389}" presName="root" presStyleCnt="0">
        <dgm:presLayoutVars>
          <dgm:dir/>
          <dgm:resizeHandles val="exact"/>
        </dgm:presLayoutVars>
      </dgm:prSet>
      <dgm:spPr/>
    </dgm:pt>
    <dgm:pt modelId="{A26C6B0B-88CC-4876-9E27-08244FBEDD05}" type="pres">
      <dgm:prSet presAssocID="{AA7E1AE0-7395-4910-A755-9C80CB31C24A}" presName="compNode" presStyleCnt="0"/>
      <dgm:spPr/>
    </dgm:pt>
    <dgm:pt modelId="{85D9BEE0-0B25-4E71-9DE5-D9B8F866861D}" type="pres">
      <dgm:prSet presAssocID="{AA7E1AE0-7395-4910-A755-9C80CB31C24A}" presName="bgRect" presStyleLbl="bgShp" presStyleIdx="0" presStyleCnt="3"/>
      <dgm:spPr/>
    </dgm:pt>
    <dgm:pt modelId="{D67FB337-1533-479A-A07C-521A18B8C630}" type="pres">
      <dgm:prSet presAssocID="{AA7E1AE0-7395-4910-A755-9C80CB31C24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03028B8F-37E6-44FC-AF42-56143F29D7DE}" type="pres">
      <dgm:prSet presAssocID="{AA7E1AE0-7395-4910-A755-9C80CB31C24A}" presName="spaceRect" presStyleCnt="0"/>
      <dgm:spPr/>
    </dgm:pt>
    <dgm:pt modelId="{F8BBD395-9179-4DC1-8FE9-5DAD44CA8CDA}" type="pres">
      <dgm:prSet presAssocID="{AA7E1AE0-7395-4910-A755-9C80CB31C24A}" presName="parTx" presStyleLbl="revTx" presStyleIdx="0" presStyleCnt="3">
        <dgm:presLayoutVars>
          <dgm:chMax val="0"/>
          <dgm:chPref val="0"/>
        </dgm:presLayoutVars>
      </dgm:prSet>
      <dgm:spPr/>
    </dgm:pt>
    <dgm:pt modelId="{E916BDAD-7258-4AF9-BF80-05B840D6C7F8}" type="pres">
      <dgm:prSet presAssocID="{87DA016D-8BAF-4713-B963-C5F16BF27FEB}" presName="sibTrans" presStyleCnt="0"/>
      <dgm:spPr/>
    </dgm:pt>
    <dgm:pt modelId="{22A3DB31-D10D-40E1-837E-86A68425729D}" type="pres">
      <dgm:prSet presAssocID="{2CF46869-3282-43E4-A07F-E6B5F8A7C25F}" presName="compNode" presStyleCnt="0"/>
      <dgm:spPr/>
    </dgm:pt>
    <dgm:pt modelId="{E31E9913-4B80-4648-A001-351DB4473ED7}" type="pres">
      <dgm:prSet presAssocID="{2CF46869-3282-43E4-A07F-E6B5F8A7C25F}" presName="bgRect" presStyleLbl="bgShp" presStyleIdx="1" presStyleCnt="3"/>
      <dgm:spPr/>
    </dgm:pt>
    <dgm:pt modelId="{C3228B17-A0D4-4196-9EB1-AEBE8E16DF07}" type="pres">
      <dgm:prSet presAssocID="{2CF46869-3282-43E4-A07F-E6B5F8A7C25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CE613A6C-EC79-48E0-8E18-0A40098FF201}" type="pres">
      <dgm:prSet presAssocID="{2CF46869-3282-43E4-A07F-E6B5F8A7C25F}" presName="spaceRect" presStyleCnt="0"/>
      <dgm:spPr/>
    </dgm:pt>
    <dgm:pt modelId="{9F5636E2-6D59-47D6-B494-5D4DDA0ED25A}" type="pres">
      <dgm:prSet presAssocID="{2CF46869-3282-43E4-A07F-E6B5F8A7C25F}" presName="parTx" presStyleLbl="revTx" presStyleIdx="1" presStyleCnt="3">
        <dgm:presLayoutVars>
          <dgm:chMax val="0"/>
          <dgm:chPref val="0"/>
        </dgm:presLayoutVars>
      </dgm:prSet>
      <dgm:spPr/>
    </dgm:pt>
    <dgm:pt modelId="{3903AD74-6BD1-4777-9E3E-2AFC1335A1C4}" type="pres">
      <dgm:prSet presAssocID="{3A7ACCEC-CBF7-4F5B-8846-0C736553AA24}" presName="sibTrans" presStyleCnt="0"/>
      <dgm:spPr/>
    </dgm:pt>
    <dgm:pt modelId="{B60E4DB6-3660-40C3-A622-69F32569BA9C}" type="pres">
      <dgm:prSet presAssocID="{E875DD5E-C297-4A81-A35D-297D200EF142}" presName="compNode" presStyleCnt="0"/>
      <dgm:spPr/>
    </dgm:pt>
    <dgm:pt modelId="{B7471795-080C-4D36-9067-4279BA70E8CD}" type="pres">
      <dgm:prSet presAssocID="{E875DD5E-C297-4A81-A35D-297D200EF142}" presName="bgRect" presStyleLbl="bgShp" presStyleIdx="2" presStyleCnt="3"/>
      <dgm:spPr/>
    </dgm:pt>
    <dgm:pt modelId="{D7B8DC49-C4C2-4BE8-B06F-87E9249C1EAB}" type="pres">
      <dgm:prSet presAssocID="{E875DD5E-C297-4A81-A35D-297D200EF14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ADBCEC94-8EEA-47C5-9251-F4C9605B637D}" type="pres">
      <dgm:prSet presAssocID="{E875DD5E-C297-4A81-A35D-297D200EF142}" presName="spaceRect" presStyleCnt="0"/>
      <dgm:spPr/>
    </dgm:pt>
    <dgm:pt modelId="{86E1B7F5-D849-4D74-9707-00BD631E27E0}" type="pres">
      <dgm:prSet presAssocID="{E875DD5E-C297-4A81-A35D-297D200EF14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BDB50127-66C9-42CA-A9B8-42AF0D3D9A93}" type="presOf" srcId="{E875DD5E-C297-4A81-A35D-297D200EF142}" destId="{86E1B7F5-D849-4D74-9707-00BD631E27E0}" srcOrd="0" destOrd="0" presId="urn:microsoft.com/office/officeart/2018/2/layout/IconVerticalSolidList"/>
    <dgm:cxn modelId="{9C9FF53D-24EB-43A0-9E8C-C8ADAA8CA1F5}" srcId="{D7AA6CF1-6177-4C15-91A1-A588D8266389}" destId="{AA7E1AE0-7395-4910-A755-9C80CB31C24A}" srcOrd="0" destOrd="0" parTransId="{16B490F8-DF0E-4C19-82B4-484E7D1C3EFF}" sibTransId="{87DA016D-8BAF-4713-B963-C5F16BF27FEB}"/>
    <dgm:cxn modelId="{1537DD6E-BD2A-4824-A828-260E4923D815}" srcId="{D7AA6CF1-6177-4C15-91A1-A588D8266389}" destId="{E875DD5E-C297-4A81-A35D-297D200EF142}" srcOrd="2" destOrd="0" parTransId="{A2A7C10E-F7D9-4C12-B883-D83BA37F60F7}" sibTransId="{12E18887-43BD-412A-8018-A33A3880703C}"/>
    <dgm:cxn modelId="{7B0BBC57-7AA5-4029-BC4E-BE1F86BECED6}" srcId="{D7AA6CF1-6177-4C15-91A1-A588D8266389}" destId="{2CF46869-3282-43E4-A07F-E6B5F8A7C25F}" srcOrd="1" destOrd="0" parTransId="{B094F24E-FD21-45A2-9F2F-DA23428B3C38}" sibTransId="{3A7ACCEC-CBF7-4F5B-8846-0C736553AA24}"/>
    <dgm:cxn modelId="{6B7FA178-253B-4C29-918F-B8BDCCE6DA63}" type="presOf" srcId="{AA7E1AE0-7395-4910-A755-9C80CB31C24A}" destId="{F8BBD395-9179-4DC1-8FE9-5DAD44CA8CDA}" srcOrd="0" destOrd="0" presId="urn:microsoft.com/office/officeart/2018/2/layout/IconVerticalSolidList"/>
    <dgm:cxn modelId="{4FE1BDA9-1DB5-4EBF-92CA-08F4AFBA9BA2}" type="presOf" srcId="{2CF46869-3282-43E4-A07F-E6B5F8A7C25F}" destId="{9F5636E2-6D59-47D6-B494-5D4DDA0ED25A}" srcOrd="0" destOrd="0" presId="urn:microsoft.com/office/officeart/2018/2/layout/IconVerticalSolidList"/>
    <dgm:cxn modelId="{C0B256B2-4EDA-47B6-9606-4ED76ED44718}" type="presOf" srcId="{D7AA6CF1-6177-4C15-91A1-A588D8266389}" destId="{697F983C-B84B-4589-8EE1-5190DD693371}" srcOrd="0" destOrd="0" presId="urn:microsoft.com/office/officeart/2018/2/layout/IconVerticalSolidList"/>
    <dgm:cxn modelId="{610F65C3-2E88-4812-A1B3-0556D84F47CD}" type="presParOf" srcId="{697F983C-B84B-4589-8EE1-5190DD693371}" destId="{A26C6B0B-88CC-4876-9E27-08244FBEDD05}" srcOrd="0" destOrd="0" presId="urn:microsoft.com/office/officeart/2018/2/layout/IconVerticalSolidList"/>
    <dgm:cxn modelId="{37CE31C9-8F6E-4051-9D7D-6D9685032BDD}" type="presParOf" srcId="{A26C6B0B-88CC-4876-9E27-08244FBEDD05}" destId="{85D9BEE0-0B25-4E71-9DE5-D9B8F866861D}" srcOrd="0" destOrd="0" presId="urn:microsoft.com/office/officeart/2018/2/layout/IconVerticalSolidList"/>
    <dgm:cxn modelId="{1516ED8D-4E65-4509-AA5F-38C48B570398}" type="presParOf" srcId="{A26C6B0B-88CC-4876-9E27-08244FBEDD05}" destId="{D67FB337-1533-479A-A07C-521A18B8C630}" srcOrd="1" destOrd="0" presId="urn:microsoft.com/office/officeart/2018/2/layout/IconVerticalSolidList"/>
    <dgm:cxn modelId="{02EC1A78-8E56-4DE4-BE3D-99A34B20D79D}" type="presParOf" srcId="{A26C6B0B-88CC-4876-9E27-08244FBEDD05}" destId="{03028B8F-37E6-44FC-AF42-56143F29D7DE}" srcOrd="2" destOrd="0" presId="urn:microsoft.com/office/officeart/2018/2/layout/IconVerticalSolidList"/>
    <dgm:cxn modelId="{F2ADC220-F36C-48F9-A195-85F258C70B53}" type="presParOf" srcId="{A26C6B0B-88CC-4876-9E27-08244FBEDD05}" destId="{F8BBD395-9179-4DC1-8FE9-5DAD44CA8CDA}" srcOrd="3" destOrd="0" presId="urn:microsoft.com/office/officeart/2018/2/layout/IconVerticalSolidList"/>
    <dgm:cxn modelId="{B4844272-886D-4FE9-995A-E33128F27A60}" type="presParOf" srcId="{697F983C-B84B-4589-8EE1-5190DD693371}" destId="{E916BDAD-7258-4AF9-BF80-05B840D6C7F8}" srcOrd="1" destOrd="0" presId="urn:microsoft.com/office/officeart/2018/2/layout/IconVerticalSolidList"/>
    <dgm:cxn modelId="{7EFBAF33-F1F8-4A5B-845C-8A2E4817053A}" type="presParOf" srcId="{697F983C-B84B-4589-8EE1-5190DD693371}" destId="{22A3DB31-D10D-40E1-837E-86A68425729D}" srcOrd="2" destOrd="0" presId="urn:microsoft.com/office/officeart/2018/2/layout/IconVerticalSolidList"/>
    <dgm:cxn modelId="{F34CDF97-5DBF-43EE-94B0-E47F90E3EB23}" type="presParOf" srcId="{22A3DB31-D10D-40E1-837E-86A68425729D}" destId="{E31E9913-4B80-4648-A001-351DB4473ED7}" srcOrd="0" destOrd="0" presId="urn:microsoft.com/office/officeart/2018/2/layout/IconVerticalSolidList"/>
    <dgm:cxn modelId="{CE9F8FE4-6C55-499E-8A5F-F9DE9443F635}" type="presParOf" srcId="{22A3DB31-D10D-40E1-837E-86A68425729D}" destId="{C3228B17-A0D4-4196-9EB1-AEBE8E16DF07}" srcOrd="1" destOrd="0" presId="urn:microsoft.com/office/officeart/2018/2/layout/IconVerticalSolidList"/>
    <dgm:cxn modelId="{896FD9BA-2885-4EF6-A026-72820647E99A}" type="presParOf" srcId="{22A3DB31-D10D-40E1-837E-86A68425729D}" destId="{CE613A6C-EC79-48E0-8E18-0A40098FF201}" srcOrd="2" destOrd="0" presId="urn:microsoft.com/office/officeart/2018/2/layout/IconVerticalSolidList"/>
    <dgm:cxn modelId="{E6FBC946-AB5D-42E1-B995-6CA881318344}" type="presParOf" srcId="{22A3DB31-D10D-40E1-837E-86A68425729D}" destId="{9F5636E2-6D59-47D6-B494-5D4DDA0ED25A}" srcOrd="3" destOrd="0" presId="urn:microsoft.com/office/officeart/2018/2/layout/IconVerticalSolidList"/>
    <dgm:cxn modelId="{380CCA9B-64BC-4986-804D-0EBA1D474AC1}" type="presParOf" srcId="{697F983C-B84B-4589-8EE1-5190DD693371}" destId="{3903AD74-6BD1-4777-9E3E-2AFC1335A1C4}" srcOrd="3" destOrd="0" presId="urn:microsoft.com/office/officeart/2018/2/layout/IconVerticalSolidList"/>
    <dgm:cxn modelId="{7F01AED0-0BCD-424B-BE0C-248BBD27E00D}" type="presParOf" srcId="{697F983C-B84B-4589-8EE1-5190DD693371}" destId="{B60E4DB6-3660-40C3-A622-69F32569BA9C}" srcOrd="4" destOrd="0" presId="urn:microsoft.com/office/officeart/2018/2/layout/IconVerticalSolidList"/>
    <dgm:cxn modelId="{D061058A-2066-413D-A592-1DD04AF3AF66}" type="presParOf" srcId="{B60E4DB6-3660-40C3-A622-69F32569BA9C}" destId="{B7471795-080C-4D36-9067-4279BA70E8CD}" srcOrd="0" destOrd="0" presId="urn:microsoft.com/office/officeart/2018/2/layout/IconVerticalSolidList"/>
    <dgm:cxn modelId="{874C3170-AFE4-4524-BAF8-89A2E3603119}" type="presParOf" srcId="{B60E4DB6-3660-40C3-A622-69F32569BA9C}" destId="{D7B8DC49-C4C2-4BE8-B06F-87E9249C1EAB}" srcOrd="1" destOrd="0" presId="urn:microsoft.com/office/officeart/2018/2/layout/IconVerticalSolidList"/>
    <dgm:cxn modelId="{AC810FA9-7467-4F0A-8180-F58C8209C477}" type="presParOf" srcId="{B60E4DB6-3660-40C3-A622-69F32569BA9C}" destId="{ADBCEC94-8EEA-47C5-9251-F4C9605B637D}" srcOrd="2" destOrd="0" presId="urn:microsoft.com/office/officeart/2018/2/layout/IconVerticalSolidList"/>
    <dgm:cxn modelId="{804C6DCF-97A7-42BB-B35D-DF6C1348CBB7}" type="presParOf" srcId="{B60E4DB6-3660-40C3-A622-69F32569BA9C}" destId="{86E1B7F5-D849-4D74-9707-00BD631E27E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3D8C66-D6FF-466A-9DFE-6E6225DD3B55}">
      <dsp:nvSpPr>
        <dsp:cNvPr id="0" name=""/>
        <dsp:cNvSpPr/>
      </dsp:nvSpPr>
      <dsp:spPr>
        <a:xfrm>
          <a:off x="738477" y="785900"/>
          <a:ext cx="1079825" cy="107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75679F-F509-4A5F-A011-0F04FABD1F06}">
      <dsp:nvSpPr>
        <dsp:cNvPr id="0" name=""/>
        <dsp:cNvSpPr/>
      </dsp:nvSpPr>
      <dsp:spPr>
        <a:xfrm>
          <a:off x="78583" y="2183504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Diseño y puesta en marcha de la monitorización</a:t>
          </a:r>
        </a:p>
      </dsp:txBody>
      <dsp:txXfrm>
        <a:off x="78583" y="2183504"/>
        <a:ext cx="2399612" cy="720000"/>
      </dsp:txXfrm>
    </dsp:sp>
    <dsp:sp modelId="{A11D620A-3E2D-4378-977A-454C9EFE5F20}">
      <dsp:nvSpPr>
        <dsp:cNvPr id="0" name=""/>
        <dsp:cNvSpPr/>
      </dsp:nvSpPr>
      <dsp:spPr>
        <a:xfrm>
          <a:off x="3558022" y="785900"/>
          <a:ext cx="1079825" cy="107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04C816-E681-4132-831C-8D77959D173A}">
      <dsp:nvSpPr>
        <dsp:cNvPr id="0" name=""/>
        <dsp:cNvSpPr/>
      </dsp:nvSpPr>
      <dsp:spPr>
        <a:xfrm>
          <a:off x="2898129" y="2183504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Control de sistemas, redes y servicios</a:t>
          </a:r>
        </a:p>
      </dsp:txBody>
      <dsp:txXfrm>
        <a:off x="2898129" y="2183504"/>
        <a:ext cx="2399612" cy="720000"/>
      </dsp:txXfrm>
    </dsp:sp>
    <dsp:sp modelId="{342CD137-2FA7-4353-9403-153310268AB4}">
      <dsp:nvSpPr>
        <dsp:cNvPr id="0" name=""/>
        <dsp:cNvSpPr/>
      </dsp:nvSpPr>
      <dsp:spPr>
        <a:xfrm>
          <a:off x="6377567" y="785900"/>
          <a:ext cx="1079825" cy="107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F07D23-66D1-4427-8638-BCF390B73FE2}">
      <dsp:nvSpPr>
        <dsp:cNvPr id="0" name=""/>
        <dsp:cNvSpPr/>
      </dsp:nvSpPr>
      <dsp:spPr>
        <a:xfrm>
          <a:off x="5717674" y="2183504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Elemento clave para la seguridad y disponibilidad</a:t>
          </a:r>
        </a:p>
      </dsp:txBody>
      <dsp:txXfrm>
        <a:off x="5717674" y="2183504"/>
        <a:ext cx="2399612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4B0213-DAF2-4B1F-937D-350AEF235654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5DA8C4-1621-493C-9EED-3D87F4893BD7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4878B7-0AD0-4F70-BDEF-517048D64446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La monitorización permite supervisar el estado de los sistemas</a:t>
          </a:r>
        </a:p>
      </dsp:txBody>
      <dsp:txXfrm>
        <a:off x="46529" y="2703902"/>
        <a:ext cx="2418750" cy="720000"/>
      </dsp:txXfrm>
    </dsp:sp>
    <dsp:sp modelId="{E6A1EA19-06C3-482A-9D5D-8FED9930EE45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80780C-C6A2-41A0-AF81-83D52BBB11FA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82729C-EFCD-425B-BA76-DA2B4C8814C0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Detecta fallos y degradaciones del servicio</a:t>
          </a:r>
        </a:p>
      </dsp:txBody>
      <dsp:txXfrm>
        <a:off x="2888560" y="2703902"/>
        <a:ext cx="2418750" cy="720000"/>
      </dsp:txXfrm>
    </dsp:sp>
    <dsp:sp modelId="{3919C506-D947-4902-872C-CE87F78AF62C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8D8A33-CFBF-4171-9662-8ED33A9FBDE9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249DD8-CBD8-4405-952A-CC590D221C1C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Facilita una respuesta rápida ante incidencias</a:t>
          </a:r>
        </a:p>
      </dsp:txBody>
      <dsp:txXfrm>
        <a:off x="5730591" y="2703902"/>
        <a:ext cx="241875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A96F37-AFDC-4B60-9B5A-DBDB117E9A41}">
      <dsp:nvSpPr>
        <dsp:cNvPr id="0" name=""/>
        <dsp:cNvSpPr/>
      </dsp:nvSpPr>
      <dsp:spPr>
        <a:xfrm>
          <a:off x="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3BA22E-0006-459A-82A3-EEF4CA2DDC1A}">
      <dsp:nvSpPr>
        <dsp:cNvPr id="0" name=""/>
        <dsp:cNvSpPr/>
      </dsp:nvSpPr>
      <dsp:spPr>
        <a:xfrm>
          <a:off x="256120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Elementos que permiten la transmisión de datos</a:t>
          </a:r>
        </a:p>
      </dsp:txBody>
      <dsp:txXfrm>
        <a:off x="298991" y="1277365"/>
        <a:ext cx="2219346" cy="1377989"/>
      </dsp:txXfrm>
    </dsp:sp>
    <dsp:sp modelId="{1D6DEB74-9DF1-4263-9B3D-4C15652BA7C3}">
      <dsp:nvSpPr>
        <dsp:cNvPr id="0" name=""/>
        <dsp:cNvSpPr/>
      </dsp:nvSpPr>
      <dsp:spPr>
        <a:xfrm>
          <a:off x="281733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5E877A-940B-45CC-8786-FE19FC5E3DAD}">
      <dsp:nvSpPr>
        <dsp:cNvPr id="0" name=""/>
        <dsp:cNvSpPr/>
      </dsp:nvSpPr>
      <dsp:spPr>
        <a:xfrm>
          <a:off x="3073451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Interconectan sistemas y servicios</a:t>
          </a:r>
        </a:p>
      </dsp:txBody>
      <dsp:txXfrm>
        <a:off x="3116322" y="1277365"/>
        <a:ext cx="2219346" cy="1377989"/>
      </dsp:txXfrm>
    </dsp:sp>
    <dsp:sp modelId="{01161CFE-503A-437A-AFFA-AEE7C9CD28F4}">
      <dsp:nvSpPr>
        <dsp:cNvPr id="0" name=""/>
        <dsp:cNvSpPr/>
      </dsp:nvSpPr>
      <dsp:spPr>
        <a:xfrm>
          <a:off x="5634661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7A0E01-CE15-4ED3-A0B2-8617FAA2FA6F}">
      <dsp:nvSpPr>
        <dsp:cNvPr id="0" name=""/>
        <dsp:cNvSpPr/>
      </dsp:nvSpPr>
      <dsp:spPr>
        <a:xfrm>
          <a:off x="5890782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Críticos para el funcionamiento de la red</a:t>
          </a:r>
        </a:p>
      </dsp:txBody>
      <dsp:txXfrm>
        <a:off x="5933653" y="1277365"/>
        <a:ext cx="2219346" cy="137798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711A5E-A8C3-403B-A1B5-DA0DDFE81E02}">
      <dsp:nvSpPr>
        <dsp:cNvPr id="0" name=""/>
        <dsp:cNvSpPr/>
      </dsp:nvSpPr>
      <dsp:spPr>
        <a:xfrm>
          <a:off x="0" y="4250"/>
          <a:ext cx="5122926" cy="90536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52C5EC-43E0-42CF-9C77-3B4955C2D488}">
      <dsp:nvSpPr>
        <dsp:cNvPr id="0" name=""/>
        <dsp:cNvSpPr/>
      </dsp:nvSpPr>
      <dsp:spPr>
        <a:xfrm>
          <a:off x="273872" y="207957"/>
          <a:ext cx="497949" cy="4979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836851-6F2E-453A-A526-483BBBD8962F}">
      <dsp:nvSpPr>
        <dsp:cNvPr id="0" name=""/>
        <dsp:cNvSpPr/>
      </dsp:nvSpPr>
      <dsp:spPr>
        <a:xfrm>
          <a:off x="1045694" y="4250"/>
          <a:ext cx="4077231" cy="905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818" tIns="95818" rIns="95818" bIns="9581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Routers</a:t>
          </a:r>
        </a:p>
      </dsp:txBody>
      <dsp:txXfrm>
        <a:off x="1045694" y="4250"/>
        <a:ext cx="4077231" cy="905363"/>
      </dsp:txXfrm>
    </dsp:sp>
    <dsp:sp modelId="{11070843-115F-4237-A525-E5BE65B5BC2B}">
      <dsp:nvSpPr>
        <dsp:cNvPr id="0" name=""/>
        <dsp:cNvSpPr/>
      </dsp:nvSpPr>
      <dsp:spPr>
        <a:xfrm>
          <a:off x="0" y="1135954"/>
          <a:ext cx="5122926" cy="90536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4E2A68-93A3-43A7-AACC-8FBB4A01E139}">
      <dsp:nvSpPr>
        <dsp:cNvPr id="0" name=""/>
        <dsp:cNvSpPr/>
      </dsp:nvSpPr>
      <dsp:spPr>
        <a:xfrm>
          <a:off x="273872" y="1339661"/>
          <a:ext cx="497949" cy="4979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BF30A7-9734-4F9B-822D-18C71CE1D054}">
      <dsp:nvSpPr>
        <dsp:cNvPr id="0" name=""/>
        <dsp:cNvSpPr/>
      </dsp:nvSpPr>
      <dsp:spPr>
        <a:xfrm>
          <a:off x="1045694" y="1135954"/>
          <a:ext cx="4077231" cy="905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818" tIns="95818" rIns="95818" bIns="9581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Switches</a:t>
          </a:r>
        </a:p>
      </dsp:txBody>
      <dsp:txXfrm>
        <a:off x="1045694" y="1135954"/>
        <a:ext cx="4077231" cy="905363"/>
      </dsp:txXfrm>
    </dsp:sp>
    <dsp:sp modelId="{498D4AA9-878B-45D4-B064-828DF6627DDE}">
      <dsp:nvSpPr>
        <dsp:cNvPr id="0" name=""/>
        <dsp:cNvSpPr/>
      </dsp:nvSpPr>
      <dsp:spPr>
        <a:xfrm>
          <a:off x="0" y="2267658"/>
          <a:ext cx="5122926" cy="90536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48E0F6-5BB0-44F6-8411-A9245131D8DB}">
      <dsp:nvSpPr>
        <dsp:cNvPr id="0" name=""/>
        <dsp:cNvSpPr/>
      </dsp:nvSpPr>
      <dsp:spPr>
        <a:xfrm>
          <a:off x="273872" y="2471365"/>
          <a:ext cx="497949" cy="4979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989256-29D6-405D-8290-64C35C39DFD3}">
      <dsp:nvSpPr>
        <dsp:cNvPr id="0" name=""/>
        <dsp:cNvSpPr/>
      </dsp:nvSpPr>
      <dsp:spPr>
        <a:xfrm>
          <a:off x="1045694" y="2267658"/>
          <a:ext cx="4077231" cy="905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818" tIns="95818" rIns="95818" bIns="9581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Firewalls</a:t>
          </a:r>
        </a:p>
      </dsp:txBody>
      <dsp:txXfrm>
        <a:off x="1045694" y="2267658"/>
        <a:ext cx="4077231" cy="905363"/>
      </dsp:txXfrm>
    </dsp:sp>
    <dsp:sp modelId="{256084D7-55AF-46B5-B8C4-E94B98AA0AA4}">
      <dsp:nvSpPr>
        <dsp:cNvPr id="0" name=""/>
        <dsp:cNvSpPr/>
      </dsp:nvSpPr>
      <dsp:spPr>
        <a:xfrm>
          <a:off x="0" y="3399362"/>
          <a:ext cx="5122926" cy="90536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177F60-9389-4226-9A8E-BADA3E6EC17C}">
      <dsp:nvSpPr>
        <dsp:cNvPr id="0" name=""/>
        <dsp:cNvSpPr/>
      </dsp:nvSpPr>
      <dsp:spPr>
        <a:xfrm>
          <a:off x="273872" y="3603069"/>
          <a:ext cx="497949" cy="49794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990402-A00E-4FC2-B090-41E87FF330F6}">
      <dsp:nvSpPr>
        <dsp:cNvPr id="0" name=""/>
        <dsp:cNvSpPr/>
      </dsp:nvSpPr>
      <dsp:spPr>
        <a:xfrm>
          <a:off x="1045694" y="3399362"/>
          <a:ext cx="4077231" cy="905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818" tIns="95818" rIns="95818" bIns="9581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Puntos de acceso</a:t>
          </a:r>
        </a:p>
      </dsp:txBody>
      <dsp:txXfrm>
        <a:off x="1045694" y="3399362"/>
        <a:ext cx="4077231" cy="905363"/>
      </dsp:txXfrm>
    </dsp:sp>
    <dsp:sp modelId="{4477368C-8AF5-4673-BD82-2F1CA41ED55A}">
      <dsp:nvSpPr>
        <dsp:cNvPr id="0" name=""/>
        <dsp:cNvSpPr/>
      </dsp:nvSpPr>
      <dsp:spPr>
        <a:xfrm>
          <a:off x="0" y="4531066"/>
          <a:ext cx="5122926" cy="90536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0A2805-301E-422B-983B-6F337DC94AC4}">
      <dsp:nvSpPr>
        <dsp:cNvPr id="0" name=""/>
        <dsp:cNvSpPr/>
      </dsp:nvSpPr>
      <dsp:spPr>
        <a:xfrm>
          <a:off x="273872" y="4734773"/>
          <a:ext cx="497949" cy="49794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7A21BA-B49A-4529-AB7F-2648B0DFD61B}">
      <dsp:nvSpPr>
        <dsp:cNvPr id="0" name=""/>
        <dsp:cNvSpPr/>
      </dsp:nvSpPr>
      <dsp:spPr>
        <a:xfrm>
          <a:off x="1045694" y="4531066"/>
          <a:ext cx="4077231" cy="905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818" tIns="95818" rIns="95818" bIns="9581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Servidores de comunicaciones</a:t>
          </a:r>
        </a:p>
      </dsp:txBody>
      <dsp:txXfrm>
        <a:off x="1045694" y="4531066"/>
        <a:ext cx="4077231" cy="90536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E1C900-790E-44C8-82BC-4643B5543D08}">
      <dsp:nvSpPr>
        <dsp:cNvPr id="0" name=""/>
        <dsp:cNvSpPr/>
      </dsp:nvSpPr>
      <dsp:spPr>
        <a:xfrm>
          <a:off x="0" y="2656"/>
          <a:ext cx="5122926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78CFD5-177D-4A63-A694-FF33B1D6F137}">
      <dsp:nvSpPr>
        <dsp:cNvPr id="0" name=""/>
        <dsp:cNvSpPr/>
      </dsp:nvSpPr>
      <dsp:spPr>
        <a:xfrm>
          <a:off x="0" y="2656"/>
          <a:ext cx="5122926" cy="18117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Permiten el intercambio de información</a:t>
          </a:r>
        </a:p>
      </dsp:txBody>
      <dsp:txXfrm>
        <a:off x="0" y="2656"/>
        <a:ext cx="5122926" cy="1811788"/>
      </dsp:txXfrm>
    </dsp:sp>
    <dsp:sp modelId="{D465E493-1B29-4823-A881-FFCB8B22C8B7}">
      <dsp:nvSpPr>
        <dsp:cNvPr id="0" name=""/>
        <dsp:cNvSpPr/>
      </dsp:nvSpPr>
      <dsp:spPr>
        <a:xfrm>
          <a:off x="0" y="1814445"/>
          <a:ext cx="5122926" cy="0"/>
        </a:xfrm>
        <a:prstGeom prst="line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accent5">
              <a:hueOff val="-4966938"/>
              <a:satOff val="19906"/>
              <a:lumOff val="431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D0D2F7-C38A-4BB3-A9CF-0DACA662CF4F}">
      <dsp:nvSpPr>
        <dsp:cNvPr id="0" name=""/>
        <dsp:cNvSpPr/>
      </dsp:nvSpPr>
      <dsp:spPr>
        <a:xfrm>
          <a:off x="0" y="1814445"/>
          <a:ext cx="5122926" cy="18117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Funcionan sobre la infraestructura de red</a:t>
          </a:r>
        </a:p>
      </dsp:txBody>
      <dsp:txXfrm>
        <a:off x="0" y="1814445"/>
        <a:ext cx="5122926" cy="1811788"/>
      </dsp:txXfrm>
    </dsp:sp>
    <dsp:sp modelId="{E89BAE67-A1D0-4F14-BF12-C0C12DE81237}">
      <dsp:nvSpPr>
        <dsp:cNvPr id="0" name=""/>
        <dsp:cNvSpPr/>
      </dsp:nvSpPr>
      <dsp:spPr>
        <a:xfrm>
          <a:off x="0" y="3626234"/>
          <a:ext cx="5122926" cy="0"/>
        </a:xfrm>
        <a:prstGeom prst="line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10D77A-4B05-452F-970A-3751F8CD27F9}">
      <dsp:nvSpPr>
        <dsp:cNvPr id="0" name=""/>
        <dsp:cNvSpPr/>
      </dsp:nvSpPr>
      <dsp:spPr>
        <a:xfrm>
          <a:off x="0" y="3626234"/>
          <a:ext cx="5122926" cy="18117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Deben ser monitorizados continuamente</a:t>
          </a:r>
        </a:p>
      </dsp:txBody>
      <dsp:txXfrm>
        <a:off x="0" y="3626234"/>
        <a:ext cx="5122926" cy="181178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EC6300-3FBF-4EA9-8F5A-BEFC94C0510E}">
      <dsp:nvSpPr>
        <dsp:cNvPr id="0" name=""/>
        <dsp:cNvSpPr/>
      </dsp:nvSpPr>
      <dsp:spPr>
        <a:xfrm>
          <a:off x="0" y="664"/>
          <a:ext cx="5122926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D64152-16FE-4A0C-AD37-16832FBE1ABE}">
      <dsp:nvSpPr>
        <dsp:cNvPr id="0" name=""/>
        <dsp:cNvSpPr/>
      </dsp:nvSpPr>
      <dsp:spPr>
        <a:xfrm>
          <a:off x="0" y="664"/>
          <a:ext cx="5122926" cy="10878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90" tIns="186690" rIns="186690" bIns="186690" numCol="1" spcCol="1270" anchor="t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TCP/IP</a:t>
          </a:r>
        </a:p>
      </dsp:txBody>
      <dsp:txXfrm>
        <a:off x="0" y="664"/>
        <a:ext cx="5122926" cy="1087870"/>
      </dsp:txXfrm>
    </dsp:sp>
    <dsp:sp modelId="{9E0E44D8-20F9-4C5C-8099-569FF78CE640}">
      <dsp:nvSpPr>
        <dsp:cNvPr id="0" name=""/>
        <dsp:cNvSpPr/>
      </dsp:nvSpPr>
      <dsp:spPr>
        <a:xfrm>
          <a:off x="0" y="1088534"/>
          <a:ext cx="5122926" cy="0"/>
        </a:xfrm>
        <a:prstGeom prst="line">
          <a:avLst/>
        </a:prstGeom>
        <a:solidFill>
          <a:schemeClr val="accent5">
            <a:hueOff val="-2483469"/>
            <a:satOff val="9953"/>
            <a:lumOff val="2157"/>
            <a:alphaOff val="0"/>
          </a:schemeClr>
        </a:solidFill>
        <a:ln w="25400" cap="flat" cmpd="sng" algn="ctr">
          <a:solidFill>
            <a:schemeClr val="accent5">
              <a:hueOff val="-2483469"/>
              <a:satOff val="9953"/>
              <a:lumOff val="215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29D32B-CB3D-43A6-9283-FD7A17C3EFED}">
      <dsp:nvSpPr>
        <dsp:cNvPr id="0" name=""/>
        <dsp:cNvSpPr/>
      </dsp:nvSpPr>
      <dsp:spPr>
        <a:xfrm>
          <a:off x="0" y="1088534"/>
          <a:ext cx="5122926" cy="10878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90" tIns="186690" rIns="186690" bIns="186690" numCol="1" spcCol="1270" anchor="t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HTTP / HTTPS</a:t>
          </a:r>
        </a:p>
      </dsp:txBody>
      <dsp:txXfrm>
        <a:off x="0" y="1088534"/>
        <a:ext cx="5122926" cy="1087870"/>
      </dsp:txXfrm>
    </dsp:sp>
    <dsp:sp modelId="{792B68E8-8323-4646-9254-9D836B28AAAC}">
      <dsp:nvSpPr>
        <dsp:cNvPr id="0" name=""/>
        <dsp:cNvSpPr/>
      </dsp:nvSpPr>
      <dsp:spPr>
        <a:xfrm>
          <a:off x="0" y="2176404"/>
          <a:ext cx="5122926" cy="0"/>
        </a:xfrm>
        <a:prstGeom prst="line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accent5">
              <a:hueOff val="-4966938"/>
              <a:satOff val="19906"/>
              <a:lumOff val="431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F51755-A8F2-4E55-89E6-B15508050C23}">
      <dsp:nvSpPr>
        <dsp:cNvPr id="0" name=""/>
        <dsp:cNvSpPr/>
      </dsp:nvSpPr>
      <dsp:spPr>
        <a:xfrm>
          <a:off x="0" y="2176404"/>
          <a:ext cx="5122926" cy="10878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90" tIns="186690" rIns="186690" bIns="186690" numCol="1" spcCol="1270" anchor="t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FTP / SFTP</a:t>
          </a:r>
        </a:p>
      </dsp:txBody>
      <dsp:txXfrm>
        <a:off x="0" y="2176404"/>
        <a:ext cx="5122926" cy="1087870"/>
      </dsp:txXfrm>
    </dsp:sp>
    <dsp:sp modelId="{1D935A17-B5AB-43DE-9C71-6E35CC839C36}">
      <dsp:nvSpPr>
        <dsp:cNvPr id="0" name=""/>
        <dsp:cNvSpPr/>
      </dsp:nvSpPr>
      <dsp:spPr>
        <a:xfrm>
          <a:off x="0" y="3264275"/>
          <a:ext cx="5122926" cy="0"/>
        </a:xfrm>
        <a:prstGeom prst="line">
          <a:avLst/>
        </a:prstGeom>
        <a:solidFill>
          <a:schemeClr val="accent5">
            <a:hueOff val="-7450407"/>
            <a:satOff val="29858"/>
            <a:lumOff val="6471"/>
            <a:alphaOff val="0"/>
          </a:schemeClr>
        </a:solidFill>
        <a:ln w="25400" cap="flat" cmpd="sng" algn="ctr">
          <a:solidFill>
            <a:schemeClr val="accent5">
              <a:hueOff val="-7450407"/>
              <a:satOff val="29858"/>
              <a:lumOff val="647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064CAD-A999-40A2-8BA2-6584F45667C8}">
      <dsp:nvSpPr>
        <dsp:cNvPr id="0" name=""/>
        <dsp:cNvSpPr/>
      </dsp:nvSpPr>
      <dsp:spPr>
        <a:xfrm>
          <a:off x="0" y="3264275"/>
          <a:ext cx="5122926" cy="10878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90" tIns="186690" rIns="186690" bIns="186690" numCol="1" spcCol="1270" anchor="t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SMTP, POP3, IMAP</a:t>
          </a:r>
        </a:p>
      </dsp:txBody>
      <dsp:txXfrm>
        <a:off x="0" y="3264275"/>
        <a:ext cx="5122926" cy="1087870"/>
      </dsp:txXfrm>
    </dsp:sp>
    <dsp:sp modelId="{BB882314-A749-4A6A-BE44-17CCD31AF7F0}">
      <dsp:nvSpPr>
        <dsp:cNvPr id="0" name=""/>
        <dsp:cNvSpPr/>
      </dsp:nvSpPr>
      <dsp:spPr>
        <a:xfrm>
          <a:off x="0" y="4352145"/>
          <a:ext cx="5122926" cy="0"/>
        </a:xfrm>
        <a:prstGeom prst="line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92664B-7800-4966-AA74-F8EA638E51DD}">
      <dsp:nvSpPr>
        <dsp:cNvPr id="0" name=""/>
        <dsp:cNvSpPr/>
      </dsp:nvSpPr>
      <dsp:spPr>
        <a:xfrm>
          <a:off x="0" y="4352145"/>
          <a:ext cx="5122926" cy="10878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90" tIns="186690" rIns="186690" bIns="186690" numCol="1" spcCol="1270" anchor="t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DNS</a:t>
          </a:r>
        </a:p>
      </dsp:txBody>
      <dsp:txXfrm>
        <a:off x="0" y="4352145"/>
        <a:ext cx="5122926" cy="108787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2BACB3-67E8-421F-89D0-0BD117E2C69E}">
      <dsp:nvSpPr>
        <dsp:cNvPr id="0" name=""/>
        <dsp:cNvSpPr/>
      </dsp:nvSpPr>
      <dsp:spPr>
        <a:xfrm>
          <a:off x="0" y="2656"/>
          <a:ext cx="512292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78D9D8-ECDE-41B8-9597-C2261AC9E1F7}">
      <dsp:nvSpPr>
        <dsp:cNvPr id="0" name=""/>
        <dsp:cNvSpPr/>
      </dsp:nvSpPr>
      <dsp:spPr>
        <a:xfrm>
          <a:off x="0" y="2656"/>
          <a:ext cx="5122926" cy="18117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Influyen en el rendimiento de la red</a:t>
          </a:r>
        </a:p>
      </dsp:txBody>
      <dsp:txXfrm>
        <a:off x="0" y="2656"/>
        <a:ext cx="5122926" cy="1811788"/>
      </dsp:txXfrm>
    </dsp:sp>
    <dsp:sp modelId="{3974B9F3-C323-4C2F-AC25-E32DFE8B79EA}">
      <dsp:nvSpPr>
        <dsp:cNvPr id="0" name=""/>
        <dsp:cNvSpPr/>
      </dsp:nvSpPr>
      <dsp:spPr>
        <a:xfrm>
          <a:off x="0" y="1814445"/>
          <a:ext cx="512292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84D7C0-1C90-4B33-B5A3-A7F5039FE6BB}">
      <dsp:nvSpPr>
        <dsp:cNvPr id="0" name=""/>
        <dsp:cNvSpPr/>
      </dsp:nvSpPr>
      <dsp:spPr>
        <a:xfrm>
          <a:off x="0" y="1814445"/>
          <a:ext cx="5122926" cy="18117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Afectan a la estabilidad del sistema</a:t>
          </a:r>
        </a:p>
      </dsp:txBody>
      <dsp:txXfrm>
        <a:off x="0" y="1814445"/>
        <a:ext cx="5122926" cy="1811788"/>
      </dsp:txXfrm>
    </dsp:sp>
    <dsp:sp modelId="{C2DB4E78-5A79-4339-AEA0-8D97A2D52392}">
      <dsp:nvSpPr>
        <dsp:cNvPr id="0" name=""/>
        <dsp:cNvSpPr/>
      </dsp:nvSpPr>
      <dsp:spPr>
        <a:xfrm>
          <a:off x="0" y="3626234"/>
          <a:ext cx="512292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B8F95D-E014-4DB9-A75D-E4FB148D5B65}">
      <dsp:nvSpPr>
        <dsp:cNvPr id="0" name=""/>
        <dsp:cNvSpPr/>
      </dsp:nvSpPr>
      <dsp:spPr>
        <a:xfrm>
          <a:off x="0" y="3626234"/>
          <a:ext cx="5122926" cy="18117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Deben ser correctamente definidos</a:t>
          </a:r>
        </a:p>
      </dsp:txBody>
      <dsp:txXfrm>
        <a:off x="0" y="3626234"/>
        <a:ext cx="5122926" cy="181178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E4DEC6-13C0-46D8-8F05-3775C8AEBCBB}">
      <dsp:nvSpPr>
        <dsp:cNvPr id="0" name=""/>
        <dsp:cNvSpPr/>
      </dsp:nvSpPr>
      <dsp:spPr>
        <a:xfrm>
          <a:off x="0" y="664"/>
          <a:ext cx="5122926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67BEAE-1F5E-471A-B8B1-0819C0CB6901}">
      <dsp:nvSpPr>
        <dsp:cNvPr id="0" name=""/>
        <dsp:cNvSpPr/>
      </dsp:nvSpPr>
      <dsp:spPr>
        <a:xfrm>
          <a:off x="0" y="664"/>
          <a:ext cx="5122926" cy="10878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Ancho de banda</a:t>
          </a:r>
        </a:p>
      </dsp:txBody>
      <dsp:txXfrm>
        <a:off x="0" y="664"/>
        <a:ext cx="5122926" cy="1087870"/>
      </dsp:txXfrm>
    </dsp:sp>
    <dsp:sp modelId="{7A670265-7C23-4DB6-B738-D5D7725690DC}">
      <dsp:nvSpPr>
        <dsp:cNvPr id="0" name=""/>
        <dsp:cNvSpPr/>
      </dsp:nvSpPr>
      <dsp:spPr>
        <a:xfrm>
          <a:off x="0" y="1088534"/>
          <a:ext cx="5122926" cy="0"/>
        </a:xfrm>
        <a:prstGeom prst="line">
          <a:avLst/>
        </a:prstGeom>
        <a:solidFill>
          <a:schemeClr val="accent5">
            <a:hueOff val="-2483469"/>
            <a:satOff val="9953"/>
            <a:lumOff val="2157"/>
            <a:alphaOff val="0"/>
          </a:schemeClr>
        </a:solidFill>
        <a:ln w="25400" cap="flat" cmpd="sng" algn="ctr">
          <a:solidFill>
            <a:schemeClr val="accent5">
              <a:hueOff val="-2483469"/>
              <a:satOff val="9953"/>
              <a:lumOff val="215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2FFF49-650D-4159-8357-8EF82EE9AD7B}">
      <dsp:nvSpPr>
        <dsp:cNvPr id="0" name=""/>
        <dsp:cNvSpPr/>
      </dsp:nvSpPr>
      <dsp:spPr>
        <a:xfrm>
          <a:off x="0" y="1088534"/>
          <a:ext cx="5122926" cy="10878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Latencia</a:t>
          </a:r>
        </a:p>
      </dsp:txBody>
      <dsp:txXfrm>
        <a:off x="0" y="1088534"/>
        <a:ext cx="5122926" cy="1087870"/>
      </dsp:txXfrm>
    </dsp:sp>
    <dsp:sp modelId="{60E3ACE5-8E13-4C8E-A7AB-F4584A1B81BF}">
      <dsp:nvSpPr>
        <dsp:cNvPr id="0" name=""/>
        <dsp:cNvSpPr/>
      </dsp:nvSpPr>
      <dsp:spPr>
        <a:xfrm>
          <a:off x="0" y="2176404"/>
          <a:ext cx="5122926" cy="0"/>
        </a:xfrm>
        <a:prstGeom prst="line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accent5">
              <a:hueOff val="-4966938"/>
              <a:satOff val="19906"/>
              <a:lumOff val="431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38B0DB-FD60-4D90-89E4-9CDD6F289846}">
      <dsp:nvSpPr>
        <dsp:cNvPr id="0" name=""/>
        <dsp:cNvSpPr/>
      </dsp:nvSpPr>
      <dsp:spPr>
        <a:xfrm>
          <a:off x="0" y="2176404"/>
          <a:ext cx="5122926" cy="10878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Pérdida de paquetes</a:t>
          </a:r>
        </a:p>
      </dsp:txBody>
      <dsp:txXfrm>
        <a:off x="0" y="2176404"/>
        <a:ext cx="5122926" cy="1087870"/>
      </dsp:txXfrm>
    </dsp:sp>
    <dsp:sp modelId="{EA6CD7F6-55B1-4D16-AABB-925A49AC232C}">
      <dsp:nvSpPr>
        <dsp:cNvPr id="0" name=""/>
        <dsp:cNvSpPr/>
      </dsp:nvSpPr>
      <dsp:spPr>
        <a:xfrm>
          <a:off x="0" y="3264275"/>
          <a:ext cx="5122926" cy="0"/>
        </a:xfrm>
        <a:prstGeom prst="line">
          <a:avLst/>
        </a:prstGeom>
        <a:solidFill>
          <a:schemeClr val="accent5">
            <a:hueOff val="-7450407"/>
            <a:satOff val="29858"/>
            <a:lumOff val="6471"/>
            <a:alphaOff val="0"/>
          </a:schemeClr>
        </a:solidFill>
        <a:ln w="25400" cap="flat" cmpd="sng" algn="ctr">
          <a:solidFill>
            <a:schemeClr val="accent5">
              <a:hueOff val="-7450407"/>
              <a:satOff val="29858"/>
              <a:lumOff val="647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E801B0-4044-41C1-AC99-ADC224E15240}">
      <dsp:nvSpPr>
        <dsp:cNvPr id="0" name=""/>
        <dsp:cNvSpPr/>
      </dsp:nvSpPr>
      <dsp:spPr>
        <a:xfrm>
          <a:off x="0" y="3264275"/>
          <a:ext cx="5122926" cy="10878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Estado de interfaces</a:t>
          </a:r>
        </a:p>
      </dsp:txBody>
      <dsp:txXfrm>
        <a:off x="0" y="3264275"/>
        <a:ext cx="5122926" cy="1087870"/>
      </dsp:txXfrm>
    </dsp:sp>
    <dsp:sp modelId="{6150C4A3-BCEB-42D9-8980-26E59D3498F1}">
      <dsp:nvSpPr>
        <dsp:cNvPr id="0" name=""/>
        <dsp:cNvSpPr/>
      </dsp:nvSpPr>
      <dsp:spPr>
        <a:xfrm>
          <a:off x="0" y="4352145"/>
          <a:ext cx="5122926" cy="0"/>
        </a:xfrm>
        <a:prstGeom prst="line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9F3965-C893-48C5-836E-AA6971F0F2A3}">
      <dsp:nvSpPr>
        <dsp:cNvPr id="0" name=""/>
        <dsp:cNvSpPr/>
      </dsp:nvSpPr>
      <dsp:spPr>
        <a:xfrm>
          <a:off x="0" y="4352145"/>
          <a:ext cx="5122926" cy="10878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Disponibilidad del servicio</a:t>
          </a:r>
        </a:p>
      </dsp:txBody>
      <dsp:txXfrm>
        <a:off x="0" y="4352145"/>
        <a:ext cx="5122926" cy="108787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506047-4A7A-4BFC-8CC5-41AF975595AE}">
      <dsp:nvSpPr>
        <dsp:cNvPr id="0" name=""/>
        <dsp:cNvSpPr/>
      </dsp:nvSpPr>
      <dsp:spPr>
        <a:xfrm>
          <a:off x="0" y="2258"/>
          <a:ext cx="5122926" cy="114445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3E1C11-0471-487D-9D7E-1104108D8F37}">
      <dsp:nvSpPr>
        <dsp:cNvPr id="0" name=""/>
        <dsp:cNvSpPr/>
      </dsp:nvSpPr>
      <dsp:spPr>
        <a:xfrm>
          <a:off x="346197" y="259760"/>
          <a:ext cx="629450" cy="6294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ACA549-8767-4FD3-908C-EC13875E18B3}">
      <dsp:nvSpPr>
        <dsp:cNvPr id="0" name=""/>
        <dsp:cNvSpPr/>
      </dsp:nvSpPr>
      <dsp:spPr>
        <a:xfrm>
          <a:off x="1321846" y="2258"/>
          <a:ext cx="3801079" cy="11444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122" tIns="121122" rIns="121122" bIns="12112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Supervisión continua</a:t>
          </a:r>
        </a:p>
      </dsp:txBody>
      <dsp:txXfrm>
        <a:off x="1321846" y="2258"/>
        <a:ext cx="3801079" cy="1144455"/>
      </dsp:txXfrm>
    </dsp:sp>
    <dsp:sp modelId="{CD8DC159-807A-4503-99C7-57AF5202EEBE}">
      <dsp:nvSpPr>
        <dsp:cNvPr id="0" name=""/>
        <dsp:cNvSpPr/>
      </dsp:nvSpPr>
      <dsp:spPr>
        <a:xfrm>
          <a:off x="0" y="1432827"/>
          <a:ext cx="5122926" cy="114445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73A4C2-0536-4DAD-9167-D601D89421C2}">
      <dsp:nvSpPr>
        <dsp:cNvPr id="0" name=""/>
        <dsp:cNvSpPr/>
      </dsp:nvSpPr>
      <dsp:spPr>
        <a:xfrm>
          <a:off x="346197" y="1690330"/>
          <a:ext cx="629450" cy="6294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1A6F2C-EACC-4C56-8D6C-CAB6150C9397}">
      <dsp:nvSpPr>
        <dsp:cNvPr id="0" name=""/>
        <dsp:cNvSpPr/>
      </dsp:nvSpPr>
      <dsp:spPr>
        <a:xfrm>
          <a:off x="1321846" y="1432827"/>
          <a:ext cx="3801079" cy="11444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122" tIns="121122" rIns="121122" bIns="12112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Detección de incidencias</a:t>
          </a:r>
        </a:p>
      </dsp:txBody>
      <dsp:txXfrm>
        <a:off x="1321846" y="1432827"/>
        <a:ext cx="3801079" cy="1144455"/>
      </dsp:txXfrm>
    </dsp:sp>
    <dsp:sp modelId="{CB083FD7-4D6D-4C1B-9896-8C254D08D15C}">
      <dsp:nvSpPr>
        <dsp:cNvPr id="0" name=""/>
        <dsp:cNvSpPr/>
      </dsp:nvSpPr>
      <dsp:spPr>
        <a:xfrm>
          <a:off x="0" y="2863396"/>
          <a:ext cx="5122926" cy="114445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56A30E-18A2-4D33-B007-FC61E6BEFE56}">
      <dsp:nvSpPr>
        <dsp:cNvPr id="0" name=""/>
        <dsp:cNvSpPr/>
      </dsp:nvSpPr>
      <dsp:spPr>
        <a:xfrm>
          <a:off x="346197" y="3120899"/>
          <a:ext cx="629450" cy="6294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1679FC-A58E-4D41-B482-53613D0CCD66}">
      <dsp:nvSpPr>
        <dsp:cNvPr id="0" name=""/>
        <dsp:cNvSpPr/>
      </dsp:nvSpPr>
      <dsp:spPr>
        <a:xfrm>
          <a:off x="1321846" y="2863396"/>
          <a:ext cx="3801079" cy="11444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122" tIns="121122" rIns="121122" bIns="12112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Generación de alertas</a:t>
          </a:r>
        </a:p>
      </dsp:txBody>
      <dsp:txXfrm>
        <a:off x="1321846" y="2863396"/>
        <a:ext cx="3801079" cy="1144455"/>
      </dsp:txXfrm>
    </dsp:sp>
    <dsp:sp modelId="{59861E5D-8240-4132-9A90-281AFEAD0AF2}">
      <dsp:nvSpPr>
        <dsp:cNvPr id="0" name=""/>
        <dsp:cNvSpPr/>
      </dsp:nvSpPr>
      <dsp:spPr>
        <a:xfrm>
          <a:off x="0" y="4293966"/>
          <a:ext cx="5122926" cy="114445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7A4B72-733B-4915-AA3F-794DF7E73CC0}">
      <dsp:nvSpPr>
        <dsp:cNvPr id="0" name=""/>
        <dsp:cNvSpPr/>
      </dsp:nvSpPr>
      <dsp:spPr>
        <a:xfrm>
          <a:off x="346197" y="4551468"/>
          <a:ext cx="629450" cy="62945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46E65E-4105-451C-A75C-218615DA3AFD}">
      <dsp:nvSpPr>
        <dsp:cNvPr id="0" name=""/>
        <dsp:cNvSpPr/>
      </dsp:nvSpPr>
      <dsp:spPr>
        <a:xfrm>
          <a:off x="1321846" y="4293966"/>
          <a:ext cx="3801079" cy="11444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122" tIns="121122" rIns="121122" bIns="12112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Aplicación de acciones correctivas</a:t>
          </a:r>
        </a:p>
      </dsp:txBody>
      <dsp:txXfrm>
        <a:off x="1321846" y="4293966"/>
        <a:ext cx="3801079" cy="1144455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E89768-0797-4A76-AF50-379154307E3E}">
      <dsp:nvSpPr>
        <dsp:cNvPr id="0" name=""/>
        <dsp:cNvSpPr/>
      </dsp:nvSpPr>
      <dsp:spPr>
        <a:xfrm>
          <a:off x="0" y="0"/>
          <a:ext cx="512292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056051-7271-4755-8114-89F1371F8093}">
      <dsp:nvSpPr>
        <dsp:cNvPr id="0" name=""/>
        <dsp:cNvSpPr/>
      </dsp:nvSpPr>
      <dsp:spPr>
        <a:xfrm>
          <a:off x="0" y="0"/>
          <a:ext cx="5122926" cy="13601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Notificación automática</a:t>
          </a:r>
        </a:p>
      </dsp:txBody>
      <dsp:txXfrm>
        <a:off x="0" y="0"/>
        <a:ext cx="5122926" cy="1360170"/>
      </dsp:txXfrm>
    </dsp:sp>
    <dsp:sp modelId="{34F12B57-1E9A-4B3E-ABAB-2E84B91999E1}">
      <dsp:nvSpPr>
        <dsp:cNvPr id="0" name=""/>
        <dsp:cNvSpPr/>
      </dsp:nvSpPr>
      <dsp:spPr>
        <a:xfrm>
          <a:off x="0" y="1360170"/>
          <a:ext cx="5122926" cy="0"/>
        </a:xfrm>
        <a:prstGeom prst="line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accent2">
              <a:hueOff val="1560506"/>
              <a:satOff val="-1946"/>
              <a:lumOff val="4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716C12-3870-4C41-AF85-DE0C99DAB5A1}">
      <dsp:nvSpPr>
        <dsp:cNvPr id="0" name=""/>
        <dsp:cNvSpPr/>
      </dsp:nvSpPr>
      <dsp:spPr>
        <a:xfrm>
          <a:off x="0" y="1360170"/>
          <a:ext cx="5122926" cy="13601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Análisis del problema</a:t>
          </a:r>
        </a:p>
      </dsp:txBody>
      <dsp:txXfrm>
        <a:off x="0" y="1360170"/>
        <a:ext cx="5122926" cy="1360170"/>
      </dsp:txXfrm>
    </dsp:sp>
    <dsp:sp modelId="{A8ADFB82-59FC-460E-9208-0210ADDE95A6}">
      <dsp:nvSpPr>
        <dsp:cNvPr id="0" name=""/>
        <dsp:cNvSpPr/>
      </dsp:nvSpPr>
      <dsp:spPr>
        <a:xfrm>
          <a:off x="0" y="2720340"/>
          <a:ext cx="5122926" cy="0"/>
        </a:xfrm>
        <a:prstGeom prst="line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accent2">
              <a:hueOff val="3121013"/>
              <a:satOff val="-3893"/>
              <a:lumOff val="91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F42FAC-9233-463E-BAEC-1B90094582DD}">
      <dsp:nvSpPr>
        <dsp:cNvPr id="0" name=""/>
        <dsp:cNvSpPr/>
      </dsp:nvSpPr>
      <dsp:spPr>
        <a:xfrm>
          <a:off x="0" y="2720340"/>
          <a:ext cx="5122926" cy="13601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Resolución o escalado</a:t>
          </a:r>
        </a:p>
      </dsp:txBody>
      <dsp:txXfrm>
        <a:off x="0" y="2720340"/>
        <a:ext cx="5122926" cy="1360170"/>
      </dsp:txXfrm>
    </dsp:sp>
    <dsp:sp modelId="{FE99435F-F830-4B3F-9435-AB1C0C97F692}">
      <dsp:nvSpPr>
        <dsp:cNvPr id="0" name=""/>
        <dsp:cNvSpPr/>
      </dsp:nvSpPr>
      <dsp:spPr>
        <a:xfrm>
          <a:off x="0" y="4080509"/>
          <a:ext cx="5122926" cy="0"/>
        </a:xfrm>
        <a:prstGeom prst="line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0EFE52-1211-4357-8413-590011F1700D}">
      <dsp:nvSpPr>
        <dsp:cNvPr id="0" name=""/>
        <dsp:cNvSpPr/>
      </dsp:nvSpPr>
      <dsp:spPr>
        <a:xfrm>
          <a:off x="0" y="4080510"/>
          <a:ext cx="5122926" cy="13601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Registro del incidente</a:t>
          </a:r>
        </a:p>
      </dsp:txBody>
      <dsp:txXfrm>
        <a:off x="0" y="4080510"/>
        <a:ext cx="5122926" cy="136017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C711ED-FB51-4098-8EEC-858551F5BAFC}">
      <dsp:nvSpPr>
        <dsp:cNvPr id="0" name=""/>
        <dsp:cNvSpPr/>
      </dsp:nvSpPr>
      <dsp:spPr>
        <a:xfrm>
          <a:off x="0" y="2656"/>
          <a:ext cx="512292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3E5327-42FA-4921-8634-B57D1942F3AD}">
      <dsp:nvSpPr>
        <dsp:cNvPr id="0" name=""/>
        <dsp:cNvSpPr/>
      </dsp:nvSpPr>
      <dsp:spPr>
        <a:xfrm>
          <a:off x="0" y="2656"/>
          <a:ext cx="5122926" cy="18117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Analizan el tráfico de red</a:t>
          </a:r>
        </a:p>
      </dsp:txBody>
      <dsp:txXfrm>
        <a:off x="0" y="2656"/>
        <a:ext cx="5122926" cy="1811788"/>
      </dsp:txXfrm>
    </dsp:sp>
    <dsp:sp modelId="{84D5D1E9-A635-4409-9D64-D8527D514EA1}">
      <dsp:nvSpPr>
        <dsp:cNvPr id="0" name=""/>
        <dsp:cNvSpPr/>
      </dsp:nvSpPr>
      <dsp:spPr>
        <a:xfrm>
          <a:off x="0" y="1814445"/>
          <a:ext cx="512292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76420F-D08E-4F15-AA4A-3F43F716116A}">
      <dsp:nvSpPr>
        <dsp:cNvPr id="0" name=""/>
        <dsp:cNvSpPr/>
      </dsp:nvSpPr>
      <dsp:spPr>
        <a:xfrm>
          <a:off x="0" y="1814445"/>
          <a:ext cx="5122926" cy="18117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Permiten inspeccionar paquetes</a:t>
          </a:r>
        </a:p>
      </dsp:txBody>
      <dsp:txXfrm>
        <a:off x="0" y="1814445"/>
        <a:ext cx="5122926" cy="1811788"/>
      </dsp:txXfrm>
    </dsp:sp>
    <dsp:sp modelId="{6BAD8C5A-E05E-46D1-82DB-674471E74626}">
      <dsp:nvSpPr>
        <dsp:cNvPr id="0" name=""/>
        <dsp:cNvSpPr/>
      </dsp:nvSpPr>
      <dsp:spPr>
        <a:xfrm>
          <a:off x="0" y="3626234"/>
          <a:ext cx="512292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27E171-7F25-40F8-8507-244DA82A4216}">
      <dsp:nvSpPr>
        <dsp:cNvPr id="0" name=""/>
        <dsp:cNvSpPr/>
      </dsp:nvSpPr>
      <dsp:spPr>
        <a:xfrm>
          <a:off x="0" y="3626234"/>
          <a:ext cx="5122926" cy="18117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Útiles para diagnóstico y seguridad</a:t>
          </a:r>
        </a:p>
      </dsp:txBody>
      <dsp:txXfrm>
        <a:off x="0" y="3626234"/>
        <a:ext cx="5122926" cy="1811788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52093A-EE73-4DB7-9727-73D0CE76C17E}">
      <dsp:nvSpPr>
        <dsp:cNvPr id="0" name=""/>
        <dsp:cNvSpPr/>
      </dsp:nvSpPr>
      <dsp:spPr>
        <a:xfrm>
          <a:off x="0" y="2656"/>
          <a:ext cx="512292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BA33FB-7366-448C-B234-53DB38FA492C}">
      <dsp:nvSpPr>
        <dsp:cNvPr id="0" name=""/>
        <dsp:cNvSpPr/>
      </dsp:nvSpPr>
      <dsp:spPr>
        <a:xfrm>
          <a:off x="0" y="2656"/>
          <a:ext cx="5122926" cy="18117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t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Wireshark</a:t>
          </a:r>
        </a:p>
      </dsp:txBody>
      <dsp:txXfrm>
        <a:off x="0" y="2656"/>
        <a:ext cx="5122926" cy="1811788"/>
      </dsp:txXfrm>
    </dsp:sp>
    <dsp:sp modelId="{8274FFA2-41F5-4E7C-BB89-44AA88BB8AD8}">
      <dsp:nvSpPr>
        <dsp:cNvPr id="0" name=""/>
        <dsp:cNvSpPr/>
      </dsp:nvSpPr>
      <dsp:spPr>
        <a:xfrm>
          <a:off x="0" y="1814445"/>
          <a:ext cx="5122926" cy="0"/>
        </a:xfrm>
        <a:prstGeom prst="line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9848B4-6B4A-467B-B2A0-69F1BBAA7198}">
      <dsp:nvSpPr>
        <dsp:cNvPr id="0" name=""/>
        <dsp:cNvSpPr/>
      </dsp:nvSpPr>
      <dsp:spPr>
        <a:xfrm>
          <a:off x="0" y="1814445"/>
          <a:ext cx="5122926" cy="18117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t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tcpdump</a:t>
          </a:r>
        </a:p>
      </dsp:txBody>
      <dsp:txXfrm>
        <a:off x="0" y="1814445"/>
        <a:ext cx="5122926" cy="1811788"/>
      </dsp:txXfrm>
    </dsp:sp>
    <dsp:sp modelId="{ED70CF79-90A8-4ADD-8740-515E74A5E8C9}">
      <dsp:nvSpPr>
        <dsp:cNvPr id="0" name=""/>
        <dsp:cNvSpPr/>
      </dsp:nvSpPr>
      <dsp:spPr>
        <a:xfrm>
          <a:off x="0" y="3626234"/>
          <a:ext cx="5122926" cy="0"/>
        </a:xfrm>
        <a:prstGeom prst="line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CA9F32-E220-490E-A335-BCA133214308}">
      <dsp:nvSpPr>
        <dsp:cNvPr id="0" name=""/>
        <dsp:cNvSpPr/>
      </dsp:nvSpPr>
      <dsp:spPr>
        <a:xfrm>
          <a:off x="0" y="3626234"/>
          <a:ext cx="5122926" cy="18117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t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Tshark</a:t>
          </a:r>
        </a:p>
      </dsp:txBody>
      <dsp:txXfrm>
        <a:off x="0" y="3626234"/>
        <a:ext cx="5122926" cy="1811788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C4E8D8-CB75-41E4-A6EB-FFE01E3736BB}">
      <dsp:nvSpPr>
        <dsp:cNvPr id="0" name=""/>
        <dsp:cNvSpPr/>
      </dsp:nvSpPr>
      <dsp:spPr>
        <a:xfrm>
          <a:off x="0" y="664"/>
          <a:ext cx="5122926" cy="155410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EF1770-5A40-4667-807B-02E3A835D26A}">
      <dsp:nvSpPr>
        <dsp:cNvPr id="0" name=""/>
        <dsp:cNvSpPr/>
      </dsp:nvSpPr>
      <dsp:spPr>
        <a:xfrm>
          <a:off x="470115" y="350336"/>
          <a:ext cx="854755" cy="85475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6D7D24-AE30-46B2-B625-2B9844A650B5}">
      <dsp:nvSpPr>
        <dsp:cNvPr id="0" name=""/>
        <dsp:cNvSpPr/>
      </dsp:nvSpPr>
      <dsp:spPr>
        <a:xfrm>
          <a:off x="1794986" y="664"/>
          <a:ext cx="3327939" cy="1554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476" tIns="164476" rIns="164476" bIns="16447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Supervisión de sistemas y servicios</a:t>
          </a:r>
        </a:p>
      </dsp:txBody>
      <dsp:txXfrm>
        <a:off x="1794986" y="664"/>
        <a:ext cx="3327939" cy="1554100"/>
      </dsp:txXfrm>
    </dsp:sp>
    <dsp:sp modelId="{82A49178-9C8B-4B11-B654-1F2B8223D121}">
      <dsp:nvSpPr>
        <dsp:cNvPr id="0" name=""/>
        <dsp:cNvSpPr/>
      </dsp:nvSpPr>
      <dsp:spPr>
        <a:xfrm>
          <a:off x="0" y="1943289"/>
          <a:ext cx="5122926" cy="155410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BC72EA-3C1A-41ED-B5E9-9761FB515F26}">
      <dsp:nvSpPr>
        <dsp:cNvPr id="0" name=""/>
        <dsp:cNvSpPr/>
      </dsp:nvSpPr>
      <dsp:spPr>
        <a:xfrm>
          <a:off x="470115" y="2292962"/>
          <a:ext cx="854755" cy="85475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72D3C9-DD0A-412C-A613-A233B90B909F}">
      <dsp:nvSpPr>
        <dsp:cNvPr id="0" name=""/>
        <dsp:cNvSpPr/>
      </dsp:nvSpPr>
      <dsp:spPr>
        <a:xfrm>
          <a:off x="1794986" y="1943289"/>
          <a:ext cx="3327939" cy="1554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476" tIns="164476" rIns="164476" bIns="16447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Visualización del estado</a:t>
          </a:r>
        </a:p>
      </dsp:txBody>
      <dsp:txXfrm>
        <a:off x="1794986" y="1943289"/>
        <a:ext cx="3327939" cy="1554100"/>
      </dsp:txXfrm>
    </dsp:sp>
    <dsp:sp modelId="{93F813E2-CE3D-40AC-A28C-AF0E01C476B1}">
      <dsp:nvSpPr>
        <dsp:cNvPr id="0" name=""/>
        <dsp:cNvSpPr/>
      </dsp:nvSpPr>
      <dsp:spPr>
        <a:xfrm>
          <a:off x="0" y="3885915"/>
          <a:ext cx="5122926" cy="155410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41E24E-1D08-4318-9B97-4E6463D5A221}">
      <dsp:nvSpPr>
        <dsp:cNvPr id="0" name=""/>
        <dsp:cNvSpPr/>
      </dsp:nvSpPr>
      <dsp:spPr>
        <a:xfrm>
          <a:off x="470115" y="4235587"/>
          <a:ext cx="854755" cy="85475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48947A-16A6-4AB0-9FC6-74A85EB18F5F}">
      <dsp:nvSpPr>
        <dsp:cNvPr id="0" name=""/>
        <dsp:cNvSpPr/>
      </dsp:nvSpPr>
      <dsp:spPr>
        <a:xfrm>
          <a:off x="1794986" y="3885915"/>
          <a:ext cx="3327939" cy="1554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476" tIns="164476" rIns="164476" bIns="16447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Generación de alertas</a:t>
          </a:r>
        </a:p>
      </dsp:txBody>
      <dsp:txXfrm>
        <a:off x="1794986" y="3885915"/>
        <a:ext cx="3327939" cy="155410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1CF854-167D-4DDF-8DED-FC6167A1A711}">
      <dsp:nvSpPr>
        <dsp:cNvPr id="0" name=""/>
        <dsp:cNvSpPr/>
      </dsp:nvSpPr>
      <dsp:spPr>
        <a:xfrm>
          <a:off x="0" y="0"/>
          <a:ext cx="512292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CEDBA1-27B1-47EF-A46D-5106F65D5B99}">
      <dsp:nvSpPr>
        <dsp:cNvPr id="0" name=""/>
        <dsp:cNvSpPr/>
      </dsp:nvSpPr>
      <dsp:spPr>
        <a:xfrm>
          <a:off x="0" y="0"/>
          <a:ext cx="5122926" cy="13601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0030" tIns="240030" rIns="240030" bIns="240030" numCol="1" spcCol="1270" anchor="t" anchorCtr="0">
          <a:noAutofit/>
        </a:bodyPr>
        <a:lstStyle/>
        <a:p>
          <a:pPr marL="0" lvl="0" indent="0" algn="l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300" kern="1200"/>
            <a:t>Nagios</a:t>
          </a:r>
        </a:p>
      </dsp:txBody>
      <dsp:txXfrm>
        <a:off x="0" y="0"/>
        <a:ext cx="5122926" cy="1360170"/>
      </dsp:txXfrm>
    </dsp:sp>
    <dsp:sp modelId="{F21D9033-4EDC-4A14-B126-425CF45B6AE1}">
      <dsp:nvSpPr>
        <dsp:cNvPr id="0" name=""/>
        <dsp:cNvSpPr/>
      </dsp:nvSpPr>
      <dsp:spPr>
        <a:xfrm>
          <a:off x="0" y="1360170"/>
          <a:ext cx="5122926" cy="0"/>
        </a:xfrm>
        <a:prstGeom prst="line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accent2">
              <a:hueOff val="1560506"/>
              <a:satOff val="-1946"/>
              <a:lumOff val="4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94D6AA-F4FA-413E-B313-980EE6063A8D}">
      <dsp:nvSpPr>
        <dsp:cNvPr id="0" name=""/>
        <dsp:cNvSpPr/>
      </dsp:nvSpPr>
      <dsp:spPr>
        <a:xfrm>
          <a:off x="0" y="1360170"/>
          <a:ext cx="5122926" cy="13601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0030" tIns="240030" rIns="240030" bIns="240030" numCol="1" spcCol="1270" anchor="t" anchorCtr="0">
          <a:noAutofit/>
        </a:bodyPr>
        <a:lstStyle/>
        <a:p>
          <a:pPr marL="0" lvl="0" indent="0" algn="l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300" kern="1200"/>
            <a:t>Zabbix</a:t>
          </a:r>
        </a:p>
      </dsp:txBody>
      <dsp:txXfrm>
        <a:off x="0" y="1360170"/>
        <a:ext cx="5122926" cy="1360170"/>
      </dsp:txXfrm>
    </dsp:sp>
    <dsp:sp modelId="{B42C5739-9651-4CB4-AB9A-B4E711885A9F}">
      <dsp:nvSpPr>
        <dsp:cNvPr id="0" name=""/>
        <dsp:cNvSpPr/>
      </dsp:nvSpPr>
      <dsp:spPr>
        <a:xfrm>
          <a:off x="0" y="2720340"/>
          <a:ext cx="5122926" cy="0"/>
        </a:xfrm>
        <a:prstGeom prst="line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accent2">
              <a:hueOff val="3121013"/>
              <a:satOff val="-3893"/>
              <a:lumOff val="91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8A7187-3978-4512-994E-28FA69F79F02}">
      <dsp:nvSpPr>
        <dsp:cNvPr id="0" name=""/>
        <dsp:cNvSpPr/>
      </dsp:nvSpPr>
      <dsp:spPr>
        <a:xfrm>
          <a:off x="0" y="2720340"/>
          <a:ext cx="5122926" cy="13601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0030" tIns="240030" rIns="240030" bIns="240030" numCol="1" spcCol="1270" anchor="t" anchorCtr="0">
          <a:noAutofit/>
        </a:bodyPr>
        <a:lstStyle/>
        <a:p>
          <a:pPr marL="0" lvl="0" indent="0" algn="l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300" kern="1200"/>
            <a:t>Cacti</a:t>
          </a:r>
        </a:p>
      </dsp:txBody>
      <dsp:txXfrm>
        <a:off x="0" y="2720340"/>
        <a:ext cx="5122926" cy="1360170"/>
      </dsp:txXfrm>
    </dsp:sp>
    <dsp:sp modelId="{5FC9F657-7F02-4AEF-8669-BEE709E58ECC}">
      <dsp:nvSpPr>
        <dsp:cNvPr id="0" name=""/>
        <dsp:cNvSpPr/>
      </dsp:nvSpPr>
      <dsp:spPr>
        <a:xfrm>
          <a:off x="0" y="4080509"/>
          <a:ext cx="5122926" cy="0"/>
        </a:xfrm>
        <a:prstGeom prst="line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891C84-8C8B-414A-A888-C20637E20009}">
      <dsp:nvSpPr>
        <dsp:cNvPr id="0" name=""/>
        <dsp:cNvSpPr/>
      </dsp:nvSpPr>
      <dsp:spPr>
        <a:xfrm>
          <a:off x="0" y="4080510"/>
          <a:ext cx="5122926" cy="13601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0030" tIns="240030" rIns="240030" bIns="240030" numCol="1" spcCol="1270" anchor="t" anchorCtr="0">
          <a:noAutofit/>
        </a:bodyPr>
        <a:lstStyle/>
        <a:p>
          <a:pPr marL="0" lvl="0" indent="0" algn="l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300" kern="1200"/>
            <a:t>Hobbit</a:t>
          </a:r>
        </a:p>
      </dsp:txBody>
      <dsp:txXfrm>
        <a:off x="0" y="4080510"/>
        <a:ext cx="5122926" cy="1360170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C51E49-F675-4B19-9E8F-E222DCDE5472}">
      <dsp:nvSpPr>
        <dsp:cNvPr id="0" name=""/>
        <dsp:cNvSpPr/>
      </dsp:nvSpPr>
      <dsp:spPr>
        <a:xfrm>
          <a:off x="0" y="664"/>
          <a:ext cx="5122926" cy="155410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D1A6D6-D54C-4CDB-BC40-C038FCC17249}">
      <dsp:nvSpPr>
        <dsp:cNvPr id="0" name=""/>
        <dsp:cNvSpPr/>
      </dsp:nvSpPr>
      <dsp:spPr>
        <a:xfrm>
          <a:off x="470115" y="350336"/>
          <a:ext cx="854755" cy="85475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C6AD8C-F0FC-4E61-9943-EDB8FA473645}">
      <dsp:nvSpPr>
        <dsp:cNvPr id="0" name=""/>
        <dsp:cNvSpPr/>
      </dsp:nvSpPr>
      <dsp:spPr>
        <a:xfrm>
          <a:off x="1794986" y="664"/>
          <a:ext cx="3327939" cy="1554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476" tIns="164476" rIns="164476" bIns="16447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Gestión de información y eventos de seguridad</a:t>
          </a:r>
        </a:p>
      </dsp:txBody>
      <dsp:txXfrm>
        <a:off x="1794986" y="664"/>
        <a:ext cx="3327939" cy="1554100"/>
      </dsp:txXfrm>
    </dsp:sp>
    <dsp:sp modelId="{2C92291F-51CE-4E4D-A6BE-2C542A59902E}">
      <dsp:nvSpPr>
        <dsp:cNvPr id="0" name=""/>
        <dsp:cNvSpPr/>
      </dsp:nvSpPr>
      <dsp:spPr>
        <a:xfrm>
          <a:off x="0" y="1943289"/>
          <a:ext cx="5122926" cy="155410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7E8E99-617B-4ED8-B0E2-09E59913B58E}">
      <dsp:nvSpPr>
        <dsp:cNvPr id="0" name=""/>
        <dsp:cNvSpPr/>
      </dsp:nvSpPr>
      <dsp:spPr>
        <a:xfrm>
          <a:off x="470115" y="2292962"/>
          <a:ext cx="854755" cy="85475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1DEF00-0820-4241-8FBD-6758D251AE0B}">
      <dsp:nvSpPr>
        <dsp:cNvPr id="0" name=""/>
        <dsp:cNvSpPr/>
      </dsp:nvSpPr>
      <dsp:spPr>
        <a:xfrm>
          <a:off x="1794986" y="1943289"/>
          <a:ext cx="3327939" cy="1554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476" tIns="164476" rIns="164476" bIns="16447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Centralizan registros y alertas</a:t>
          </a:r>
        </a:p>
      </dsp:txBody>
      <dsp:txXfrm>
        <a:off x="1794986" y="1943289"/>
        <a:ext cx="3327939" cy="1554100"/>
      </dsp:txXfrm>
    </dsp:sp>
    <dsp:sp modelId="{C5C540BF-1BF6-4B84-A10D-78F85DBC6E25}">
      <dsp:nvSpPr>
        <dsp:cNvPr id="0" name=""/>
        <dsp:cNvSpPr/>
      </dsp:nvSpPr>
      <dsp:spPr>
        <a:xfrm>
          <a:off x="0" y="3885915"/>
          <a:ext cx="5122926" cy="155410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94A7A8-C1A3-47EC-8E0F-F54485F1134F}">
      <dsp:nvSpPr>
        <dsp:cNvPr id="0" name=""/>
        <dsp:cNvSpPr/>
      </dsp:nvSpPr>
      <dsp:spPr>
        <a:xfrm>
          <a:off x="470115" y="4235587"/>
          <a:ext cx="854755" cy="85475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46B4F4-C4A1-423C-9041-9DC3B044C47A}">
      <dsp:nvSpPr>
        <dsp:cNvPr id="0" name=""/>
        <dsp:cNvSpPr/>
      </dsp:nvSpPr>
      <dsp:spPr>
        <a:xfrm>
          <a:off x="1794986" y="3885915"/>
          <a:ext cx="3327939" cy="1554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476" tIns="164476" rIns="164476" bIns="16447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Ayudan a detectar incidentes de seguridad</a:t>
          </a:r>
        </a:p>
      </dsp:txBody>
      <dsp:txXfrm>
        <a:off x="1794986" y="3885915"/>
        <a:ext cx="3327939" cy="1554100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1B8CA2-843B-4783-9514-C084627872E9}">
      <dsp:nvSpPr>
        <dsp:cNvPr id="0" name=""/>
        <dsp:cNvSpPr/>
      </dsp:nvSpPr>
      <dsp:spPr>
        <a:xfrm>
          <a:off x="0" y="664"/>
          <a:ext cx="5122926" cy="155410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4F2AFC-4A22-43AE-85A4-CDF11EB44713}">
      <dsp:nvSpPr>
        <dsp:cNvPr id="0" name=""/>
        <dsp:cNvSpPr/>
      </dsp:nvSpPr>
      <dsp:spPr>
        <a:xfrm>
          <a:off x="470115" y="350336"/>
          <a:ext cx="854755" cy="85475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D9B89C-F80B-4D4F-A8DA-BFE78519529F}">
      <dsp:nvSpPr>
        <dsp:cNvPr id="0" name=""/>
        <dsp:cNvSpPr/>
      </dsp:nvSpPr>
      <dsp:spPr>
        <a:xfrm>
          <a:off x="1794986" y="664"/>
          <a:ext cx="3327939" cy="1554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476" tIns="164476" rIns="164476" bIns="16447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Registro de eventos de dispositivos</a:t>
          </a:r>
        </a:p>
      </dsp:txBody>
      <dsp:txXfrm>
        <a:off x="1794986" y="664"/>
        <a:ext cx="3327939" cy="1554100"/>
      </dsp:txXfrm>
    </dsp:sp>
    <dsp:sp modelId="{C34D698D-87FC-4869-B7E8-2338C59861EE}">
      <dsp:nvSpPr>
        <dsp:cNvPr id="0" name=""/>
        <dsp:cNvSpPr/>
      </dsp:nvSpPr>
      <dsp:spPr>
        <a:xfrm>
          <a:off x="0" y="1943289"/>
          <a:ext cx="5122926" cy="155410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AE834A-221D-44CE-A16C-4D0FF01B60EC}">
      <dsp:nvSpPr>
        <dsp:cNvPr id="0" name=""/>
        <dsp:cNvSpPr/>
      </dsp:nvSpPr>
      <dsp:spPr>
        <a:xfrm>
          <a:off x="470115" y="2292962"/>
          <a:ext cx="854755" cy="85475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E3BB15-4FE7-4435-A2B3-0EB9343C0FCC}">
      <dsp:nvSpPr>
        <dsp:cNvPr id="0" name=""/>
        <dsp:cNvSpPr/>
      </dsp:nvSpPr>
      <dsp:spPr>
        <a:xfrm>
          <a:off x="1794986" y="1943289"/>
          <a:ext cx="3327939" cy="1554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476" tIns="164476" rIns="164476" bIns="16447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Firewalls, routers, switches</a:t>
          </a:r>
        </a:p>
      </dsp:txBody>
      <dsp:txXfrm>
        <a:off x="1794986" y="1943289"/>
        <a:ext cx="3327939" cy="1554100"/>
      </dsp:txXfrm>
    </dsp:sp>
    <dsp:sp modelId="{37231EC7-8454-4D7F-8615-C62BEC9EB390}">
      <dsp:nvSpPr>
        <dsp:cNvPr id="0" name=""/>
        <dsp:cNvSpPr/>
      </dsp:nvSpPr>
      <dsp:spPr>
        <a:xfrm>
          <a:off x="0" y="3885915"/>
          <a:ext cx="5122926" cy="155410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9C99FF-B6DD-4390-9C85-FEE2B6FE25BB}">
      <dsp:nvSpPr>
        <dsp:cNvPr id="0" name=""/>
        <dsp:cNvSpPr/>
      </dsp:nvSpPr>
      <dsp:spPr>
        <a:xfrm>
          <a:off x="470115" y="4235587"/>
          <a:ext cx="854755" cy="85475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D3F67F-81C7-4FC0-8136-B3D4A935627D}">
      <dsp:nvSpPr>
        <dsp:cNvPr id="0" name=""/>
        <dsp:cNvSpPr/>
      </dsp:nvSpPr>
      <dsp:spPr>
        <a:xfrm>
          <a:off x="1794986" y="3885915"/>
          <a:ext cx="3327939" cy="1554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476" tIns="164476" rIns="164476" bIns="16447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IDS / IPS</a:t>
          </a:r>
        </a:p>
      </dsp:txBody>
      <dsp:txXfrm>
        <a:off x="1794986" y="3885915"/>
        <a:ext cx="3327939" cy="1554100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EBA5C2-5A43-4D0C-9BD1-DEB535B36185}">
      <dsp:nvSpPr>
        <dsp:cNvPr id="0" name=""/>
        <dsp:cNvSpPr/>
      </dsp:nvSpPr>
      <dsp:spPr>
        <a:xfrm>
          <a:off x="0" y="2258"/>
          <a:ext cx="5122926" cy="114445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6D8B5B-CCAB-43EB-B433-1678C30B1730}">
      <dsp:nvSpPr>
        <dsp:cNvPr id="0" name=""/>
        <dsp:cNvSpPr/>
      </dsp:nvSpPr>
      <dsp:spPr>
        <a:xfrm>
          <a:off x="346197" y="259760"/>
          <a:ext cx="629450" cy="6294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01069C-C92E-418C-918C-F49F45AF8A46}">
      <dsp:nvSpPr>
        <dsp:cNvPr id="0" name=""/>
        <dsp:cNvSpPr/>
      </dsp:nvSpPr>
      <dsp:spPr>
        <a:xfrm>
          <a:off x="1321846" y="2258"/>
          <a:ext cx="3801079" cy="11444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122" tIns="121122" rIns="121122" bIns="12112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Auditoría</a:t>
          </a:r>
        </a:p>
      </dsp:txBody>
      <dsp:txXfrm>
        <a:off x="1321846" y="2258"/>
        <a:ext cx="3801079" cy="1144455"/>
      </dsp:txXfrm>
    </dsp:sp>
    <dsp:sp modelId="{208D8981-E469-4A4D-AC7C-F26429B3E648}">
      <dsp:nvSpPr>
        <dsp:cNvPr id="0" name=""/>
        <dsp:cNvSpPr/>
      </dsp:nvSpPr>
      <dsp:spPr>
        <a:xfrm>
          <a:off x="0" y="1432827"/>
          <a:ext cx="5122926" cy="114445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AD6723-7F52-495A-91A1-AC5F0949C9E9}">
      <dsp:nvSpPr>
        <dsp:cNvPr id="0" name=""/>
        <dsp:cNvSpPr/>
      </dsp:nvSpPr>
      <dsp:spPr>
        <a:xfrm>
          <a:off x="346197" y="1690330"/>
          <a:ext cx="629450" cy="6294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064B12-5691-4A3B-9E0E-B1D98180AA67}">
      <dsp:nvSpPr>
        <dsp:cNvPr id="0" name=""/>
        <dsp:cNvSpPr/>
      </dsp:nvSpPr>
      <dsp:spPr>
        <a:xfrm>
          <a:off x="1321846" y="1432827"/>
          <a:ext cx="3801079" cy="11444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122" tIns="121122" rIns="121122" bIns="12112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Análisis forense</a:t>
          </a:r>
        </a:p>
      </dsp:txBody>
      <dsp:txXfrm>
        <a:off x="1321846" y="1432827"/>
        <a:ext cx="3801079" cy="1144455"/>
      </dsp:txXfrm>
    </dsp:sp>
    <dsp:sp modelId="{AAF9568A-D6DD-40D0-A514-E20405F9D891}">
      <dsp:nvSpPr>
        <dsp:cNvPr id="0" name=""/>
        <dsp:cNvSpPr/>
      </dsp:nvSpPr>
      <dsp:spPr>
        <a:xfrm>
          <a:off x="0" y="2863396"/>
          <a:ext cx="5122926" cy="114445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3FEC13-2D8F-4C3F-B608-28366E912F38}">
      <dsp:nvSpPr>
        <dsp:cNvPr id="0" name=""/>
        <dsp:cNvSpPr/>
      </dsp:nvSpPr>
      <dsp:spPr>
        <a:xfrm>
          <a:off x="346197" y="3120899"/>
          <a:ext cx="629450" cy="6294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DCEBF5-19D1-4A7E-8B6E-F128CB1B39E1}">
      <dsp:nvSpPr>
        <dsp:cNvPr id="0" name=""/>
        <dsp:cNvSpPr/>
      </dsp:nvSpPr>
      <dsp:spPr>
        <a:xfrm>
          <a:off x="1321846" y="2863396"/>
          <a:ext cx="3801079" cy="11444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122" tIns="121122" rIns="121122" bIns="12112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Cumplimiento normativo</a:t>
          </a:r>
        </a:p>
      </dsp:txBody>
      <dsp:txXfrm>
        <a:off x="1321846" y="2863396"/>
        <a:ext cx="3801079" cy="1144455"/>
      </dsp:txXfrm>
    </dsp:sp>
    <dsp:sp modelId="{246D7BA4-88C6-4619-96A5-71B5C7C525B2}">
      <dsp:nvSpPr>
        <dsp:cNvPr id="0" name=""/>
        <dsp:cNvSpPr/>
      </dsp:nvSpPr>
      <dsp:spPr>
        <a:xfrm>
          <a:off x="0" y="4293966"/>
          <a:ext cx="5122926" cy="114445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F2C5AB-B3F5-4195-86B9-48104F8C2DAA}">
      <dsp:nvSpPr>
        <dsp:cNvPr id="0" name=""/>
        <dsp:cNvSpPr/>
      </dsp:nvSpPr>
      <dsp:spPr>
        <a:xfrm>
          <a:off x="346197" y="4551468"/>
          <a:ext cx="629450" cy="62945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EDA892-6BD6-4A11-8F8D-6C43FB693774}">
      <dsp:nvSpPr>
        <dsp:cNvPr id="0" name=""/>
        <dsp:cNvSpPr/>
      </dsp:nvSpPr>
      <dsp:spPr>
        <a:xfrm>
          <a:off x="1321846" y="4293966"/>
          <a:ext cx="3801079" cy="11444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122" tIns="121122" rIns="121122" bIns="12112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Mejora de la seguridad</a:t>
          </a:r>
        </a:p>
      </dsp:txBody>
      <dsp:txXfrm>
        <a:off x="1321846" y="4293966"/>
        <a:ext cx="3801079" cy="1144455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D9BEE0-0B25-4E71-9DE5-D9B8F866861D}">
      <dsp:nvSpPr>
        <dsp:cNvPr id="0" name=""/>
        <dsp:cNvSpPr/>
      </dsp:nvSpPr>
      <dsp:spPr>
        <a:xfrm>
          <a:off x="0" y="664"/>
          <a:ext cx="5122926" cy="155410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7FB337-1533-479A-A07C-521A18B8C630}">
      <dsp:nvSpPr>
        <dsp:cNvPr id="0" name=""/>
        <dsp:cNvSpPr/>
      </dsp:nvSpPr>
      <dsp:spPr>
        <a:xfrm>
          <a:off x="470115" y="350336"/>
          <a:ext cx="854755" cy="85475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BBD395-9179-4DC1-8FE9-5DAD44CA8CDA}">
      <dsp:nvSpPr>
        <dsp:cNvPr id="0" name=""/>
        <dsp:cNvSpPr/>
      </dsp:nvSpPr>
      <dsp:spPr>
        <a:xfrm>
          <a:off x="1794986" y="664"/>
          <a:ext cx="3327939" cy="1554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476" tIns="164476" rIns="164476" bIns="16447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La monitorización es un proceso continuo</a:t>
          </a:r>
        </a:p>
      </dsp:txBody>
      <dsp:txXfrm>
        <a:off x="1794986" y="664"/>
        <a:ext cx="3327939" cy="1554100"/>
      </dsp:txXfrm>
    </dsp:sp>
    <dsp:sp modelId="{E31E9913-4B80-4648-A001-351DB4473ED7}">
      <dsp:nvSpPr>
        <dsp:cNvPr id="0" name=""/>
        <dsp:cNvSpPr/>
      </dsp:nvSpPr>
      <dsp:spPr>
        <a:xfrm>
          <a:off x="0" y="1943289"/>
          <a:ext cx="5122926" cy="155410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228B17-A0D4-4196-9EB1-AEBE8E16DF07}">
      <dsp:nvSpPr>
        <dsp:cNvPr id="0" name=""/>
        <dsp:cNvSpPr/>
      </dsp:nvSpPr>
      <dsp:spPr>
        <a:xfrm>
          <a:off x="470115" y="2292962"/>
          <a:ext cx="854755" cy="85475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5636E2-6D59-47D6-B494-5D4DDA0ED25A}">
      <dsp:nvSpPr>
        <dsp:cNvPr id="0" name=""/>
        <dsp:cNvSpPr/>
      </dsp:nvSpPr>
      <dsp:spPr>
        <a:xfrm>
          <a:off x="1794986" y="1943289"/>
          <a:ext cx="3327939" cy="1554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476" tIns="164476" rIns="164476" bIns="16447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Aumenta la disponibilidad y seguridad</a:t>
          </a:r>
        </a:p>
      </dsp:txBody>
      <dsp:txXfrm>
        <a:off x="1794986" y="1943289"/>
        <a:ext cx="3327939" cy="1554100"/>
      </dsp:txXfrm>
    </dsp:sp>
    <dsp:sp modelId="{B7471795-080C-4D36-9067-4279BA70E8CD}">
      <dsp:nvSpPr>
        <dsp:cNvPr id="0" name=""/>
        <dsp:cNvSpPr/>
      </dsp:nvSpPr>
      <dsp:spPr>
        <a:xfrm>
          <a:off x="0" y="3885915"/>
          <a:ext cx="5122926" cy="155410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B8DC49-C4C2-4BE8-B06F-87E9249C1EAB}">
      <dsp:nvSpPr>
        <dsp:cNvPr id="0" name=""/>
        <dsp:cNvSpPr/>
      </dsp:nvSpPr>
      <dsp:spPr>
        <a:xfrm>
          <a:off x="470115" y="4235587"/>
          <a:ext cx="854755" cy="85475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E1B7F5-D849-4D74-9707-00BD631E27E0}">
      <dsp:nvSpPr>
        <dsp:cNvPr id="0" name=""/>
        <dsp:cNvSpPr/>
      </dsp:nvSpPr>
      <dsp:spPr>
        <a:xfrm>
          <a:off x="1794986" y="3885915"/>
          <a:ext cx="3327939" cy="1554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476" tIns="164476" rIns="164476" bIns="16447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Es esencial en entornos profesionales</a:t>
          </a:r>
        </a:p>
      </dsp:txBody>
      <dsp:txXfrm>
        <a:off x="1794986" y="3885915"/>
        <a:ext cx="3327939" cy="15541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Capítulo 5 – Proceso de monitorización de sistemas y comunicaciones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190BE15-FF53-2D87-7CBA-A3DDFD7539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6817392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1. Introducción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FC89846-8392-4774-5B74-433D99564E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7386514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2. Dispositivos de comunicaciones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7BA09EE-F3F1-63C6-44D4-07D5AB3E23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3603225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4AD29B6-BF3B-4407-9E75-52DF8E3B2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5F8BA08-3E38-4B70-B93A-74F08E092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260019"/>
            <a:ext cx="8375586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771" y="507160"/>
            <a:ext cx="2245179" cy="5438730"/>
          </a:xfrm>
        </p:spPr>
        <p:txBody>
          <a:bodyPr>
            <a:normAutofit/>
          </a:bodyPr>
          <a:lstStyle/>
          <a:p>
            <a:r>
              <a:rPr lang="es-ES" sz="2400"/>
              <a:t>Tipos de dispositivos de comunicaciones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7F1B33-79AB-4A71-8CEC-4546D709B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2874481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FBA668B-4613-9ADA-3D0F-48A9854F76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5477018"/>
              </p:ext>
            </p:extLst>
          </p:nvPr>
        </p:nvGraphicFramePr>
        <p:xfrm>
          <a:off x="3394710" y="512064"/>
          <a:ext cx="5122926" cy="5440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4AD29B6-BF3B-4407-9E75-52DF8E3B2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5F8BA08-3E38-4B70-B93A-74F08E092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260019"/>
            <a:ext cx="8375586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771" y="507160"/>
            <a:ext cx="2245179" cy="5438730"/>
          </a:xfrm>
        </p:spPr>
        <p:txBody>
          <a:bodyPr>
            <a:normAutofit/>
          </a:bodyPr>
          <a:lstStyle/>
          <a:p>
            <a:r>
              <a:rPr lang="es-ES" sz="2400"/>
              <a:t>3. Protocolos y servicios de comunicaciones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7F1B33-79AB-4A71-8CEC-4546D709B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2874481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21156D4-E842-BAA1-16BE-E8A55FD89D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2142718"/>
              </p:ext>
            </p:extLst>
          </p:nvPr>
        </p:nvGraphicFramePr>
        <p:xfrm>
          <a:off x="3394710" y="512064"/>
          <a:ext cx="5122926" cy="5440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4AD29B6-BF3B-4407-9E75-52DF8E3B2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5F8BA08-3E38-4B70-B93A-74F08E092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260019"/>
            <a:ext cx="8375586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771" y="507160"/>
            <a:ext cx="2245179" cy="5438730"/>
          </a:xfrm>
        </p:spPr>
        <p:txBody>
          <a:bodyPr>
            <a:normAutofit/>
          </a:bodyPr>
          <a:lstStyle/>
          <a:p>
            <a:r>
              <a:rPr lang="es-ES" sz="2800"/>
              <a:t>Protocolos habituales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7F1B33-79AB-4A71-8CEC-4546D709B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2874481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3293510-1A93-3436-BB80-EB639B321D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1831231"/>
              </p:ext>
            </p:extLst>
          </p:nvPr>
        </p:nvGraphicFramePr>
        <p:xfrm>
          <a:off x="3394710" y="512064"/>
          <a:ext cx="5122926" cy="5440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4AD29B6-BF3B-4407-9E75-52DF8E3B2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5F8BA08-3E38-4B70-B93A-74F08E092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260019"/>
            <a:ext cx="8375586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771" y="507160"/>
            <a:ext cx="2245179" cy="5438730"/>
          </a:xfrm>
        </p:spPr>
        <p:txBody>
          <a:bodyPr>
            <a:normAutofit/>
          </a:bodyPr>
          <a:lstStyle/>
          <a:p>
            <a:r>
              <a:rPr lang="es-ES" sz="2800"/>
              <a:t>4. Parámetros de configuración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7F1B33-79AB-4A71-8CEC-4546D709B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2874481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F2C8D67-9ED7-364C-0757-C681ECE496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1288354"/>
              </p:ext>
            </p:extLst>
          </p:nvPr>
        </p:nvGraphicFramePr>
        <p:xfrm>
          <a:off x="3394710" y="512064"/>
          <a:ext cx="5122926" cy="5440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4AD29B6-BF3B-4407-9E75-52DF8E3B2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5F8BA08-3E38-4B70-B93A-74F08E092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260019"/>
            <a:ext cx="8375586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771" y="507160"/>
            <a:ext cx="2245179" cy="5438730"/>
          </a:xfrm>
        </p:spPr>
        <p:txBody>
          <a:bodyPr>
            <a:normAutofit/>
          </a:bodyPr>
          <a:lstStyle/>
          <a:p>
            <a:r>
              <a:rPr lang="es-ES" sz="2600"/>
              <a:t>Parámetros monitorizados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7F1B33-79AB-4A71-8CEC-4546D709B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2874481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EE19DA1-563C-D0A0-811B-4B4B697D54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5469709"/>
              </p:ext>
            </p:extLst>
          </p:nvPr>
        </p:nvGraphicFramePr>
        <p:xfrm>
          <a:off x="3394710" y="512064"/>
          <a:ext cx="5122926" cy="5440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4AD29B6-BF3B-4407-9E75-52DF8E3B2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5F8BA08-3E38-4B70-B93A-74F08E092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260019"/>
            <a:ext cx="8375586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771" y="507160"/>
            <a:ext cx="2245179" cy="5438730"/>
          </a:xfrm>
        </p:spPr>
        <p:txBody>
          <a:bodyPr>
            <a:normAutofit/>
          </a:bodyPr>
          <a:lstStyle/>
          <a:p>
            <a:r>
              <a:rPr lang="es-ES" sz="2600"/>
              <a:t>5. Procesos de monitorización y respuesta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7F1B33-79AB-4A71-8CEC-4546D709B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2874481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3480CF9-46FD-FA35-5C5E-FE01992C2B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7197913"/>
              </p:ext>
            </p:extLst>
          </p:nvPr>
        </p:nvGraphicFramePr>
        <p:xfrm>
          <a:off x="3394710" y="512064"/>
          <a:ext cx="5122926" cy="5440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4AD29B6-BF3B-4407-9E75-52DF8E3B2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5F8BA08-3E38-4B70-B93A-74F08E092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260019"/>
            <a:ext cx="8375586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771" y="507160"/>
            <a:ext cx="2245179" cy="5438730"/>
          </a:xfrm>
        </p:spPr>
        <p:txBody>
          <a:bodyPr>
            <a:normAutofit/>
          </a:bodyPr>
          <a:lstStyle/>
          <a:p>
            <a:r>
              <a:rPr lang="es-ES" sz="2800"/>
              <a:t>Respuesta ante incidencias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7F1B33-79AB-4A71-8CEC-4546D709B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2874481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1CB8775-7AB6-26A2-FD24-D85DFDCA0E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6077438"/>
              </p:ext>
            </p:extLst>
          </p:nvPr>
        </p:nvGraphicFramePr>
        <p:xfrm>
          <a:off x="3394710" y="512064"/>
          <a:ext cx="5122926" cy="5440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4AD29B6-BF3B-4407-9E75-52DF8E3B2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5F8BA08-3E38-4B70-B93A-74F08E092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260019"/>
            <a:ext cx="8375586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771" y="507160"/>
            <a:ext cx="2245179" cy="5438730"/>
          </a:xfrm>
        </p:spPr>
        <p:txBody>
          <a:bodyPr>
            <a:normAutofit/>
          </a:bodyPr>
          <a:lstStyle/>
          <a:p>
            <a:r>
              <a:rPr lang="es-ES" sz="2800"/>
              <a:t>6. Herramientas tipo sniffer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7F1B33-79AB-4A71-8CEC-4546D709B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2874481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A3CD559-0A9B-9F52-0336-BE1DA4C914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4308863"/>
              </p:ext>
            </p:extLst>
          </p:nvPr>
        </p:nvGraphicFramePr>
        <p:xfrm>
          <a:off x="3394710" y="512064"/>
          <a:ext cx="5122926" cy="5440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4AD29B6-BF3B-4407-9E75-52DF8E3B2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5F8BA08-3E38-4B70-B93A-74F08E092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260019"/>
            <a:ext cx="8375586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771" y="507160"/>
            <a:ext cx="2245179" cy="5438730"/>
          </a:xfrm>
        </p:spPr>
        <p:txBody>
          <a:bodyPr>
            <a:normAutofit/>
          </a:bodyPr>
          <a:lstStyle/>
          <a:p>
            <a:r>
              <a:rPr lang="es-ES" sz="2800"/>
              <a:t>Ejemplos de sniffers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7F1B33-79AB-4A71-8CEC-4546D709B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2874481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A6F44CE-B69D-90CE-93F5-10292CE363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0176962"/>
              </p:ext>
            </p:extLst>
          </p:nvPr>
        </p:nvGraphicFramePr>
        <p:xfrm>
          <a:off x="3394710" y="512064"/>
          <a:ext cx="5122926" cy="5440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4AD29B6-BF3B-4407-9E75-52DF8E3B2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5F8BA08-3E38-4B70-B93A-74F08E092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260019"/>
            <a:ext cx="8375586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771" y="507160"/>
            <a:ext cx="2245179" cy="5438730"/>
          </a:xfrm>
        </p:spPr>
        <p:txBody>
          <a:bodyPr>
            <a:normAutofit/>
          </a:bodyPr>
          <a:lstStyle/>
          <a:p>
            <a:r>
              <a:rPr lang="es-ES" sz="2600"/>
              <a:t>7. Herramientas de monitorización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7F1B33-79AB-4A71-8CEC-4546D709B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2874481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C1FB644-C091-1CBC-7C81-9A32ED3C5E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8736090"/>
              </p:ext>
            </p:extLst>
          </p:nvPr>
        </p:nvGraphicFramePr>
        <p:xfrm>
          <a:off x="3394710" y="512064"/>
          <a:ext cx="5122926" cy="5440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4AD29B6-BF3B-4407-9E75-52DF8E3B2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5F8BA08-3E38-4B70-B93A-74F08E092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260019"/>
            <a:ext cx="8375586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771" y="507160"/>
            <a:ext cx="2245179" cy="5438730"/>
          </a:xfrm>
        </p:spPr>
        <p:txBody>
          <a:bodyPr>
            <a:normAutofit/>
          </a:bodyPr>
          <a:lstStyle/>
          <a:p>
            <a:r>
              <a:rPr lang="es-ES" sz="2800"/>
              <a:t>Herramientas habituales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7F1B33-79AB-4A71-8CEC-4546D709B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2874481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C8C2D32-329D-C37A-5E27-B06481DC6F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5209847"/>
              </p:ext>
            </p:extLst>
          </p:nvPr>
        </p:nvGraphicFramePr>
        <p:xfrm>
          <a:off x="3394710" y="512064"/>
          <a:ext cx="5122926" cy="5440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4AD29B6-BF3B-4407-9E75-52DF8E3B2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5F8BA08-3E38-4B70-B93A-74F08E092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260019"/>
            <a:ext cx="8375586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771" y="507160"/>
            <a:ext cx="2245179" cy="5438730"/>
          </a:xfrm>
        </p:spPr>
        <p:txBody>
          <a:bodyPr>
            <a:normAutofit/>
          </a:bodyPr>
          <a:lstStyle/>
          <a:p>
            <a:r>
              <a:rPr lang="es-ES" sz="2800"/>
              <a:t>8. Sistemas SIM / SEM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7F1B33-79AB-4A71-8CEC-4546D709B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2874481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DC357BE-433A-1D14-AC94-BC5E2E0771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9212551"/>
              </p:ext>
            </p:extLst>
          </p:nvPr>
        </p:nvGraphicFramePr>
        <p:xfrm>
          <a:off x="3394710" y="512064"/>
          <a:ext cx="5122926" cy="5440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4AD29B6-BF3B-4407-9E75-52DF8E3B2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5F8BA08-3E38-4B70-B93A-74F08E092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260019"/>
            <a:ext cx="8375586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771" y="507160"/>
            <a:ext cx="2245179" cy="5438730"/>
          </a:xfrm>
        </p:spPr>
        <p:txBody>
          <a:bodyPr>
            <a:normAutofit/>
          </a:bodyPr>
          <a:lstStyle/>
          <a:p>
            <a:r>
              <a:rPr lang="es-ES" sz="2800"/>
              <a:t>9. Gestión de registros de red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7F1B33-79AB-4A71-8CEC-4546D709B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2874481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1204C67-6487-C1F9-7F50-0FA61DF9DC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5651911"/>
              </p:ext>
            </p:extLst>
          </p:nvPr>
        </p:nvGraphicFramePr>
        <p:xfrm>
          <a:off x="3394710" y="512064"/>
          <a:ext cx="5122926" cy="5440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4AD29B6-BF3B-4407-9E75-52DF8E3B2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5F8BA08-3E38-4B70-B93A-74F08E092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260019"/>
            <a:ext cx="8375586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771" y="507160"/>
            <a:ext cx="2245179" cy="5438730"/>
          </a:xfrm>
        </p:spPr>
        <p:txBody>
          <a:bodyPr>
            <a:normAutofit/>
          </a:bodyPr>
          <a:lstStyle/>
          <a:p>
            <a:r>
              <a:rPr lang="es-ES" sz="2800"/>
              <a:t>Importancia de los registros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7F1B33-79AB-4A71-8CEC-4546D709B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2874481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0F79555-DA04-2315-9162-A71638F4FB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1004153"/>
              </p:ext>
            </p:extLst>
          </p:nvPr>
        </p:nvGraphicFramePr>
        <p:xfrm>
          <a:off x="3394710" y="512064"/>
          <a:ext cx="5122926" cy="5440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4AD29B6-BF3B-4407-9E75-52DF8E3B2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5F8BA08-3E38-4B70-B93A-74F08E092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260019"/>
            <a:ext cx="8375586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771" y="507160"/>
            <a:ext cx="2245179" cy="5438730"/>
          </a:xfrm>
        </p:spPr>
        <p:txBody>
          <a:bodyPr>
            <a:normAutofit/>
          </a:bodyPr>
          <a:lstStyle/>
          <a:p>
            <a:r>
              <a:rPr lang="es-ES" sz="2800"/>
              <a:t>10. Conclusión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7F1B33-79AB-4A71-8CEC-4546D709B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2874481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DB90318-BFAA-3286-6450-FAEA9564F1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614571"/>
              </p:ext>
            </p:extLst>
          </p:nvPr>
        </p:nvGraphicFramePr>
        <p:xfrm>
          <a:off x="3394710" y="512064"/>
          <a:ext cx="5122926" cy="5440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323</Words>
  <Application>Microsoft Office PowerPoint</Application>
  <PresentationFormat>Presentación en pantalla (4:3)</PresentationFormat>
  <Paragraphs>82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Capítulo 5 – Proceso de monitorización de sistemas y comunicaciones</vt:lpstr>
      <vt:lpstr>1. Introducción</vt:lpstr>
      <vt:lpstr>2. Dispositivos de comunicaciones</vt:lpstr>
      <vt:lpstr>Tipos de dispositivos de comunicaciones</vt:lpstr>
      <vt:lpstr>3. Protocolos y servicios de comunicaciones</vt:lpstr>
      <vt:lpstr>Protocolos habituales</vt:lpstr>
      <vt:lpstr>4. Parámetros de configuración</vt:lpstr>
      <vt:lpstr>Parámetros monitorizados</vt:lpstr>
      <vt:lpstr>5. Procesos de monitorización y respuesta</vt:lpstr>
      <vt:lpstr>Respuesta ante incidencias</vt:lpstr>
      <vt:lpstr>6. Herramientas tipo sniffer</vt:lpstr>
      <vt:lpstr>Ejemplos de sniffers</vt:lpstr>
      <vt:lpstr>7. Herramientas de monitorización</vt:lpstr>
      <vt:lpstr>Herramientas habituales</vt:lpstr>
      <vt:lpstr>8. Sistemas SIM / SEM</vt:lpstr>
      <vt:lpstr>9. Gestión de registros de red</vt:lpstr>
      <vt:lpstr>Importancia de los registros</vt:lpstr>
      <vt:lpstr>10. Conclusión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Alberto Ruiz</cp:lastModifiedBy>
  <cp:revision>1</cp:revision>
  <dcterms:created xsi:type="dcterms:W3CDTF">2013-01-27T09:14:16Z</dcterms:created>
  <dcterms:modified xsi:type="dcterms:W3CDTF">2026-01-07T11:59:52Z</dcterms:modified>
  <cp:category/>
</cp:coreProperties>
</file>