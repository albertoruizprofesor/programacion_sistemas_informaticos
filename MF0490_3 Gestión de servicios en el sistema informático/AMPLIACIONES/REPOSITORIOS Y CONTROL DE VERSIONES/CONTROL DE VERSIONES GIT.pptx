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5E1D2A15-2063-4AA5-B7F4-3BD1FD68A77B}"/>
    <pc:docChg chg="custSel addSld modSld">
      <pc:chgData name="Alberto Ruiz" userId="47fa91d207cfb014" providerId="LiveId" clId="{5E1D2A15-2063-4AA5-B7F4-3BD1FD68A77B}" dt="2024-07-04T17:00:34.127" v="303" actId="20577"/>
      <pc:docMkLst>
        <pc:docMk/>
      </pc:docMkLst>
      <pc:sldChg chg="addSp delSp modSp new mod">
        <pc:chgData name="Alberto Ruiz" userId="47fa91d207cfb014" providerId="LiveId" clId="{5E1D2A15-2063-4AA5-B7F4-3BD1FD68A77B}" dt="2024-07-04T17:00:34.127" v="303" actId="20577"/>
        <pc:sldMkLst>
          <pc:docMk/>
          <pc:sldMk cId="807929161" sldId="266"/>
        </pc:sldMkLst>
        <pc:spChg chg="del">
          <ac:chgData name="Alberto Ruiz" userId="47fa91d207cfb014" providerId="LiveId" clId="{5E1D2A15-2063-4AA5-B7F4-3BD1FD68A77B}" dt="2024-07-04T16:52:03.609" v="1" actId="478"/>
          <ac:spMkLst>
            <pc:docMk/>
            <pc:sldMk cId="807929161" sldId="266"/>
            <ac:spMk id="2" creationId="{1FE88B82-1903-BAD6-E335-3F9146E4457E}"/>
          </ac:spMkLst>
        </pc:spChg>
        <pc:spChg chg="del">
          <ac:chgData name="Alberto Ruiz" userId="47fa91d207cfb014" providerId="LiveId" clId="{5E1D2A15-2063-4AA5-B7F4-3BD1FD68A77B}" dt="2024-07-04T16:52:06.127" v="2" actId="478"/>
          <ac:spMkLst>
            <pc:docMk/>
            <pc:sldMk cId="807929161" sldId="266"/>
            <ac:spMk id="3" creationId="{3FF796D6-236E-857B-E639-C16CD6C7B976}"/>
          </ac:spMkLst>
        </pc:spChg>
        <pc:spChg chg="add mod">
          <ac:chgData name="Alberto Ruiz" userId="47fa91d207cfb014" providerId="LiveId" clId="{5E1D2A15-2063-4AA5-B7F4-3BD1FD68A77B}" dt="2024-07-04T16:53:37.526" v="64" actId="20577"/>
          <ac:spMkLst>
            <pc:docMk/>
            <pc:sldMk cId="807929161" sldId="266"/>
            <ac:spMk id="5" creationId="{C6440522-9787-2A6D-1891-C4C1AE54A838}"/>
          </ac:spMkLst>
        </pc:spChg>
        <pc:spChg chg="add mod">
          <ac:chgData name="Alberto Ruiz" userId="47fa91d207cfb014" providerId="LiveId" clId="{5E1D2A15-2063-4AA5-B7F4-3BD1FD68A77B}" dt="2024-07-04T16:54:43.568" v="94" actId="1076"/>
          <ac:spMkLst>
            <pc:docMk/>
            <pc:sldMk cId="807929161" sldId="266"/>
            <ac:spMk id="7" creationId="{A977AFA1-E711-CF65-84B9-D3662890BE58}"/>
          </ac:spMkLst>
        </pc:spChg>
        <pc:spChg chg="add mod">
          <ac:chgData name="Alberto Ruiz" userId="47fa91d207cfb014" providerId="LiveId" clId="{5E1D2A15-2063-4AA5-B7F4-3BD1FD68A77B}" dt="2024-07-04T16:55:07.163" v="141" actId="6549"/>
          <ac:spMkLst>
            <pc:docMk/>
            <pc:sldMk cId="807929161" sldId="266"/>
            <ac:spMk id="9" creationId="{95C2765E-0A49-4BA2-4066-3E9D7CBFEA6A}"/>
          </ac:spMkLst>
        </pc:spChg>
        <pc:spChg chg="add mod">
          <ac:chgData name="Alberto Ruiz" userId="47fa91d207cfb014" providerId="LiveId" clId="{5E1D2A15-2063-4AA5-B7F4-3BD1FD68A77B}" dt="2024-07-04T16:59:10.704" v="196" actId="1076"/>
          <ac:spMkLst>
            <pc:docMk/>
            <pc:sldMk cId="807929161" sldId="266"/>
            <ac:spMk id="11" creationId="{E9D6CF55-D2C3-3FC8-D979-09E48B30D298}"/>
          </ac:spMkLst>
        </pc:spChg>
        <pc:spChg chg="add del mod">
          <ac:chgData name="Alberto Ruiz" userId="47fa91d207cfb014" providerId="LiveId" clId="{5E1D2A15-2063-4AA5-B7F4-3BD1FD68A77B}" dt="2024-07-04T16:56:05.792" v="148" actId="478"/>
          <ac:spMkLst>
            <pc:docMk/>
            <pc:sldMk cId="807929161" sldId="266"/>
            <ac:spMk id="12" creationId="{1617EDF8-225B-ADEE-DB89-D16320407D5B}"/>
          </ac:spMkLst>
        </pc:spChg>
        <pc:spChg chg="add del mod">
          <ac:chgData name="Alberto Ruiz" userId="47fa91d207cfb014" providerId="LiveId" clId="{5E1D2A15-2063-4AA5-B7F4-3BD1FD68A77B}" dt="2024-07-04T16:58:44.272" v="186" actId="478"/>
          <ac:spMkLst>
            <pc:docMk/>
            <pc:sldMk cId="807929161" sldId="266"/>
            <ac:spMk id="13" creationId="{81259203-55B6-91A3-64D1-086C1F46E9DF}"/>
          </ac:spMkLst>
        </pc:spChg>
        <pc:spChg chg="add del mod">
          <ac:chgData name="Alberto Ruiz" userId="47fa91d207cfb014" providerId="LiveId" clId="{5E1D2A15-2063-4AA5-B7F4-3BD1FD68A77B}" dt="2024-07-04T16:58:47.278" v="187" actId="478"/>
          <ac:spMkLst>
            <pc:docMk/>
            <pc:sldMk cId="807929161" sldId="266"/>
            <ac:spMk id="14" creationId="{B73AF820-216E-23DA-A4EB-0B95D9764293}"/>
          </ac:spMkLst>
        </pc:spChg>
        <pc:spChg chg="add del mod">
          <ac:chgData name="Alberto Ruiz" userId="47fa91d207cfb014" providerId="LiveId" clId="{5E1D2A15-2063-4AA5-B7F4-3BD1FD68A77B}" dt="2024-07-04T16:57:00.200" v="161" actId="478"/>
          <ac:spMkLst>
            <pc:docMk/>
            <pc:sldMk cId="807929161" sldId="266"/>
            <ac:spMk id="15" creationId="{B3E18F0E-1721-D22B-30A6-A37F48D7648F}"/>
          </ac:spMkLst>
        </pc:spChg>
        <pc:spChg chg="add del mod">
          <ac:chgData name="Alberto Ruiz" userId="47fa91d207cfb014" providerId="LiveId" clId="{5E1D2A15-2063-4AA5-B7F4-3BD1FD68A77B}" dt="2024-07-04T16:57:18.871" v="164" actId="478"/>
          <ac:spMkLst>
            <pc:docMk/>
            <pc:sldMk cId="807929161" sldId="266"/>
            <ac:spMk id="16" creationId="{E9AD5E79-B94D-8552-77FF-07E87CFB555C}"/>
          </ac:spMkLst>
        </pc:spChg>
        <pc:spChg chg="add mod">
          <ac:chgData name="Alberto Ruiz" userId="47fa91d207cfb014" providerId="LiveId" clId="{5E1D2A15-2063-4AA5-B7F4-3BD1FD68A77B}" dt="2024-07-04T17:00:14.407" v="261" actId="20577"/>
          <ac:spMkLst>
            <pc:docMk/>
            <pc:sldMk cId="807929161" sldId="266"/>
            <ac:spMk id="17" creationId="{42CA3127-636F-E25D-AFF2-0690E140CB2C}"/>
          </ac:spMkLst>
        </pc:spChg>
        <pc:spChg chg="add mod">
          <ac:chgData name="Alberto Ruiz" userId="47fa91d207cfb014" providerId="LiveId" clId="{5E1D2A15-2063-4AA5-B7F4-3BD1FD68A77B}" dt="2024-07-04T17:00:16.257" v="262" actId="20577"/>
          <ac:spMkLst>
            <pc:docMk/>
            <pc:sldMk cId="807929161" sldId="266"/>
            <ac:spMk id="18" creationId="{C7AFB032-1023-DC61-FB2C-2535BC060902}"/>
          </ac:spMkLst>
        </pc:spChg>
        <pc:spChg chg="add mod">
          <ac:chgData name="Alberto Ruiz" userId="47fa91d207cfb014" providerId="LiveId" clId="{5E1D2A15-2063-4AA5-B7F4-3BD1FD68A77B}" dt="2024-07-04T16:58:37.236" v="185" actId="13822"/>
          <ac:spMkLst>
            <pc:docMk/>
            <pc:sldMk cId="807929161" sldId="266"/>
            <ac:spMk id="19" creationId="{88D39683-C1D6-3E7A-107D-9B1349EDC297}"/>
          </ac:spMkLst>
        </pc:spChg>
        <pc:spChg chg="add mod">
          <ac:chgData name="Alberto Ruiz" userId="47fa91d207cfb014" providerId="LiveId" clId="{5E1D2A15-2063-4AA5-B7F4-3BD1FD68A77B}" dt="2024-07-04T16:58:37.236" v="185" actId="13822"/>
          <ac:spMkLst>
            <pc:docMk/>
            <pc:sldMk cId="807929161" sldId="266"/>
            <ac:spMk id="20" creationId="{0BB065E2-8768-3C3A-A30A-28237836B1C9}"/>
          </ac:spMkLst>
        </pc:spChg>
        <pc:spChg chg="add mod">
          <ac:chgData name="Alberto Ruiz" userId="47fa91d207cfb014" providerId="LiveId" clId="{5E1D2A15-2063-4AA5-B7F4-3BD1FD68A77B}" dt="2024-07-04T16:58:37.236" v="185" actId="13822"/>
          <ac:spMkLst>
            <pc:docMk/>
            <pc:sldMk cId="807929161" sldId="266"/>
            <ac:spMk id="21" creationId="{2BEB39F3-E637-78EC-FB50-3510022BF1AD}"/>
          </ac:spMkLst>
        </pc:spChg>
        <pc:spChg chg="add mod">
          <ac:chgData name="Alberto Ruiz" userId="47fa91d207cfb014" providerId="LiveId" clId="{5E1D2A15-2063-4AA5-B7F4-3BD1FD68A77B}" dt="2024-07-04T16:59:16.256" v="197" actId="14100"/>
          <ac:spMkLst>
            <pc:docMk/>
            <pc:sldMk cId="807929161" sldId="266"/>
            <ac:spMk id="22" creationId="{A70DCFCA-B6ED-D353-31F1-EC17C81D2830}"/>
          </ac:spMkLst>
        </pc:spChg>
        <pc:spChg chg="add mod">
          <ac:chgData name="Alberto Ruiz" userId="47fa91d207cfb014" providerId="LiveId" clId="{5E1D2A15-2063-4AA5-B7F4-3BD1FD68A77B}" dt="2024-07-04T17:00:08.456" v="259" actId="20577"/>
          <ac:spMkLst>
            <pc:docMk/>
            <pc:sldMk cId="807929161" sldId="266"/>
            <ac:spMk id="23" creationId="{F29EEC23-D263-BD81-8F51-6DFB77D46622}"/>
          </ac:spMkLst>
        </pc:spChg>
        <pc:spChg chg="add mod">
          <ac:chgData name="Alberto Ruiz" userId="47fa91d207cfb014" providerId="LiveId" clId="{5E1D2A15-2063-4AA5-B7F4-3BD1FD68A77B}" dt="2024-07-04T17:00:10.938" v="260" actId="20577"/>
          <ac:spMkLst>
            <pc:docMk/>
            <pc:sldMk cId="807929161" sldId="266"/>
            <ac:spMk id="24" creationId="{FBAB1CBC-49FC-0AF3-472A-00F259D9BC68}"/>
          </ac:spMkLst>
        </pc:spChg>
        <pc:spChg chg="add mod">
          <ac:chgData name="Alberto Ruiz" userId="47fa91d207cfb014" providerId="LiveId" clId="{5E1D2A15-2063-4AA5-B7F4-3BD1FD68A77B}" dt="2024-07-04T17:00:26.070" v="283" actId="20577"/>
          <ac:spMkLst>
            <pc:docMk/>
            <pc:sldMk cId="807929161" sldId="266"/>
            <ac:spMk id="25" creationId="{70E50662-14AF-FC1C-2D8C-E1CE93EF44DC}"/>
          </ac:spMkLst>
        </pc:spChg>
        <pc:spChg chg="add mod">
          <ac:chgData name="Alberto Ruiz" userId="47fa91d207cfb014" providerId="LiveId" clId="{5E1D2A15-2063-4AA5-B7F4-3BD1FD68A77B}" dt="2024-07-04T17:00:34.127" v="303" actId="20577"/>
          <ac:spMkLst>
            <pc:docMk/>
            <pc:sldMk cId="807929161" sldId="266"/>
            <ac:spMk id="26" creationId="{73E9E587-B6F9-1168-B904-A574786D0B1B}"/>
          </ac:spMkLst>
        </pc:spChg>
        <pc:graphicFrameChg chg="add mod modGraphic">
          <ac:chgData name="Alberto Ruiz" userId="47fa91d207cfb014" providerId="LiveId" clId="{5E1D2A15-2063-4AA5-B7F4-3BD1FD68A77B}" dt="2024-07-04T16:53:17.214" v="41" actId="14100"/>
          <ac:graphicFrameMkLst>
            <pc:docMk/>
            <pc:sldMk cId="807929161" sldId="266"/>
            <ac:graphicFrameMk id="4" creationId="{5C36637E-4D94-7F41-C1E0-319A0366C953}"/>
          </ac:graphicFrameMkLst>
        </pc:graphicFrameChg>
        <pc:graphicFrameChg chg="add mod">
          <ac:chgData name="Alberto Ruiz" userId="47fa91d207cfb014" providerId="LiveId" clId="{5E1D2A15-2063-4AA5-B7F4-3BD1FD68A77B}" dt="2024-07-04T16:53:49.087" v="66" actId="1076"/>
          <ac:graphicFrameMkLst>
            <pc:docMk/>
            <pc:sldMk cId="807929161" sldId="266"/>
            <ac:graphicFrameMk id="6" creationId="{10305783-DC06-AE88-8489-5C535CA4595B}"/>
          </ac:graphicFrameMkLst>
        </pc:graphicFrameChg>
        <pc:graphicFrameChg chg="add mod">
          <ac:chgData name="Alberto Ruiz" userId="47fa91d207cfb014" providerId="LiveId" clId="{5E1D2A15-2063-4AA5-B7F4-3BD1FD68A77B}" dt="2024-07-04T16:53:55.919" v="68" actId="1076"/>
          <ac:graphicFrameMkLst>
            <pc:docMk/>
            <pc:sldMk cId="807929161" sldId="266"/>
            <ac:graphicFrameMk id="8" creationId="{77674B8B-CCD0-FF7B-066C-2B01A384B36F}"/>
          </ac:graphicFrameMkLst>
        </pc:graphicFrameChg>
        <pc:graphicFrameChg chg="add mod">
          <ac:chgData name="Alberto Ruiz" userId="47fa91d207cfb014" providerId="LiveId" clId="{5E1D2A15-2063-4AA5-B7F4-3BD1FD68A77B}" dt="2024-07-04T16:59:06.454" v="195" actId="1076"/>
          <ac:graphicFrameMkLst>
            <pc:docMk/>
            <pc:sldMk cId="807929161" sldId="266"/>
            <ac:graphicFrameMk id="10" creationId="{E2F61F27-1C67-FB93-D90C-07C370EB08BD}"/>
          </ac:graphicFrameMkLst>
        </pc:graphicFrameChg>
      </pc:sldChg>
    </pc:docChg>
  </pc:docChgLst>
  <pc:docChgLst>
    <pc:chgData name="Alberto Ruiz" userId="47fa91d207cfb014" providerId="LiveId" clId="{B0C0C06F-45EE-4126-BB60-DF106F2753A6}"/>
    <pc:docChg chg="modSld">
      <pc:chgData name="Alberto Ruiz" userId="47fa91d207cfb014" providerId="LiveId" clId="{B0C0C06F-45EE-4126-BB60-DF106F2753A6}" dt="2024-02-23T17:26:03.952" v="1" actId="20577"/>
      <pc:docMkLst>
        <pc:docMk/>
      </pc:docMkLst>
      <pc:sldChg chg="modSp mod">
        <pc:chgData name="Alberto Ruiz" userId="47fa91d207cfb014" providerId="LiveId" clId="{B0C0C06F-45EE-4126-BB60-DF106F2753A6}" dt="2024-02-23T17:26:03.952" v="1" actId="20577"/>
        <pc:sldMkLst>
          <pc:docMk/>
          <pc:sldMk cId="300534539" sldId="256"/>
        </pc:sldMkLst>
        <pc:spChg chg="mod">
          <ac:chgData name="Alberto Ruiz" userId="47fa91d207cfb014" providerId="LiveId" clId="{B0C0C06F-45EE-4126-BB60-DF106F2753A6}" dt="2024-02-23T17:26:03.952" v="1" actId="20577"/>
          <ac:spMkLst>
            <pc:docMk/>
            <pc:sldMk cId="300534539" sldId="256"/>
            <ac:spMk id="2" creationId="{7351E265-0121-CFBE-12A9-6C6A10674A9A}"/>
          </ac:spMkLst>
        </pc:spChg>
      </pc:sldChg>
    </pc:docChg>
  </pc:docChgLst>
  <pc:docChgLst>
    <pc:chgData name="Alberto Ruiz" userId="47fa91d207cfb014" providerId="LiveId" clId="{8787473E-1E8C-422E-B664-633C88F84507}"/>
    <pc:docChg chg="modSld">
      <pc:chgData name="Alberto Ruiz" userId="47fa91d207cfb014" providerId="LiveId" clId="{8787473E-1E8C-422E-B664-633C88F84507}" dt="2024-11-20T11:32:39.247" v="0" actId="20577"/>
      <pc:docMkLst>
        <pc:docMk/>
      </pc:docMkLst>
      <pc:sldChg chg="modSp mod">
        <pc:chgData name="Alberto Ruiz" userId="47fa91d207cfb014" providerId="LiveId" clId="{8787473E-1E8C-422E-B664-633C88F84507}" dt="2024-11-20T11:32:39.247" v="0" actId="20577"/>
        <pc:sldMkLst>
          <pc:docMk/>
          <pc:sldMk cId="19664387" sldId="262"/>
        </pc:sldMkLst>
        <pc:spChg chg="mod">
          <ac:chgData name="Alberto Ruiz" userId="47fa91d207cfb014" providerId="LiveId" clId="{8787473E-1E8C-422E-B664-633C88F84507}" dt="2024-11-20T11:32:39.247" v="0" actId="20577"/>
          <ac:spMkLst>
            <pc:docMk/>
            <pc:sldMk cId="19664387" sldId="262"/>
            <ac:spMk id="3" creationId="{94A0D655-3A81-0128-D116-79D356E0A515}"/>
          </ac:spMkLst>
        </pc:spChg>
      </pc:sldChg>
    </pc:docChg>
  </pc:docChgLst>
  <pc:docChgLst>
    <pc:chgData name="Alberto Ruiz" userId="47fa91d207cfb014" providerId="LiveId" clId="{9AD6D226-FDA0-4C29-8A28-C719AAA93E02}"/>
    <pc:docChg chg="undo custSel addSld modSld">
      <pc:chgData name="Alberto Ruiz" userId="47fa91d207cfb014" providerId="LiveId" clId="{9AD6D226-FDA0-4C29-8A28-C719AAA93E02}" dt="2024-01-23T19:01:15.561" v="1009"/>
      <pc:docMkLst>
        <pc:docMk/>
      </pc:docMkLst>
      <pc:sldChg chg="modSp new mod">
        <pc:chgData name="Alberto Ruiz" userId="47fa91d207cfb014" providerId="LiveId" clId="{9AD6D226-FDA0-4C29-8A28-C719AAA93E02}" dt="2024-01-23T16:53:36.442" v="15" actId="403"/>
        <pc:sldMkLst>
          <pc:docMk/>
          <pc:sldMk cId="300534539" sldId="256"/>
        </pc:sldMkLst>
        <pc:spChg chg="mod">
          <ac:chgData name="Alberto Ruiz" userId="47fa91d207cfb014" providerId="LiveId" clId="{9AD6D226-FDA0-4C29-8A28-C719AAA93E02}" dt="2024-01-23T16:53:32.838" v="10" actId="20577"/>
          <ac:spMkLst>
            <pc:docMk/>
            <pc:sldMk cId="300534539" sldId="256"/>
            <ac:spMk id="2" creationId="{7351E265-0121-CFBE-12A9-6C6A10674A9A}"/>
          </ac:spMkLst>
        </pc:spChg>
        <pc:spChg chg="mod">
          <ac:chgData name="Alberto Ruiz" userId="47fa91d207cfb014" providerId="LiveId" clId="{9AD6D226-FDA0-4C29-8A28-C719AAA93E02}" dt="2024-01-23T16:53:36.442" v="15" actId="403"/>
          <ac:spMkLst>
            <pc:docMk/>
            <pc:sldMk cId="300534539" sldId="256"/>
            <ac:spMk id="3" creationId="{E4F00CF3-5A2A-6201-A6F2-12422E682F38}"/>
          </ac:spMkLst>
        </pc:spChg>
      </pc:sldChg>
      <pc:sldChg chg="addSp modSp new mod">
        <pc:chgData name="Alberto Ruiz" userId="47fa91d207cfb014" providerId="LiveId" clId="{9AD6D226-FDA0-4C29-8A28-C719AAA93E02}" dt="2024-01-23T16:54:30.810" v="38" actId="14100"/>
        <pc:sldMkLst>
          <pc:docMk/>
          <pc:sldMk cId="608166951" sldId="257"/>
        </pc:sldMkLst>
        <pc:spChg chg="mod">
          <ac:chgData name="Alberto Ruiz" userId="47fa91d207cfb014" providerId="LiveId" clId="{9AD6D226-FDA0-4C29-8A28-C719AAA93E02}" dt="2024-01-23T16:54:22.186" v="35" actId="1076"/>
          <ac:spMkLst>
            <pc:docMk/>
            <pc:sldMk cId="608166951" sldId="257"/>
            <ac:spMk id="2" creationId="{A728050C-CA41-6CC2-0464-37B344D3C010}"/>
          </ac:spMkLst>
        </pc:spChg>
        <pc:spChg chg="mod">
          <ac:chgData name="Alberto Ruiz" userId="47fa91d207cfb014" providerId="LiveId" clId="{9AD6D226-FDA0-4C29-8A28-C719AAA93E02}" dt="2024-01-23T16:54:24.921" v="36" actId="1076"/>
          <ac:spMkLst>
            <pc:docMk/>
            <pc:sldMk cId="608166951" sldId="257"/>
            <ac:spMk id="3" creationId="{D9E9B949-5F42-0F5B-ABA3-EA7823E19573}"/>
          </ac:spMkLst>
        </pc:spChg>
        <pc:spChg chg="add mod">
          <ac:chgData name="Alberto Ruiz" userId="47fa91d207cfb014" providerId="LiveId" clId="{9AD6D226-FDA0-4C29-8A28-C719AAA93E02}" dt="2024-01-23T16:54:08.990" v="30"/>
          <ac:spMkLst>
            <pc:docMk/>
            <pc:sldMk cId="608166951" sldId="257"/>
            <ac:spMk id="5" creationId="{456EC542-3199-F48F-5E43-1054C41418E2}"/>
          </ac:spMkLst>
        </pc:spChg>
        <pc:spChg chg="add mod">
          <ac:chgData name="Alberto Ruiz" userId="47fa91d207cfb014" providerId="LiveId" clId="{9AD6D226-FDA0-4C29-8A28-C719AAA93E02}" dt="2024-01-23T16:54:08.990" v="30"/>
          <ac:spMkLst>
            <pc:docMk/>
            <pc:sldMk cId="608166951" sldId="257"/>
            <ac:spMk id="6" creationId="{4474700C-FC06-CA28-94AA-529C0806A5A9}"/>
          </ac:spMkLst>
        </pc:spChg>
        <pc:grpChg chg="add mod">
          <ac:chgData name="Alberto Ruiz" userId="47fa91d207cfb014" providerId="LiveId" clId="{9AD6D226-FDA0-4C29-8A28-C719AAA93E02}" dt="2024-01-23T16:54:08.990" v="30"/>
          <ac:grpSpMkLst>
            <pc:docMk/>
            <pc:sldMk cId="608166951" sldId="257"/>
            <ac:grpSpMk id="4" creationId="{79F95BB9-121F-9517-6694-3D2B630084C0}"/>
          </ac:grpSpMkLst>
        </pc:grpChg>
        <pc:graphicFrameChg chg="add mod">
          <ac:chgData name="Alberto Ruiz" userId="47fa91d207cfb014" providerId="LiveId" clId="{9AD6D226-FDA0-4C29-8A28-C719AAA93E02}" dt="2024-01-23T16:54:30.810" v="38" actId="14100"/>
          <ac:graphicFrameMkLst>
            <pc:docMk/>
            <pc:sldMk cId="608166951" sldId="257"/>
            <ac:graphicFrameMk id="7" creationId="{DBC3C907-19D1-F10D-DAE0-ABAECCF98349}"/>
          </ac:graphicFrameMkLst>
        </pc:graphicFrameChg>
      </pc:sldChg>
      <pc:sldChg chg="addSp modSp new mod">
        <pc:chgData name="Alberto Ruiz" userId="47fa91d207cfb014" providerId="LiveId" clId="{9AD6D226-FDA0-4C29-8A28-C719AAA93E02}" dt="2024-01-23T16:55:35.626" v="49" actId="1076"/>
        <pc:sldMkLst>
          <pc:docMk/>
          <pc:sldMk cId="884977628" sldId="258"/>
        </pc:sldMkLst>
        <pc:spChg chg="mod">
          <ac:chgData name="Alberto Ruiz" userId="47fa91d207cfb014" providerId="LiveId" clId="{9AD6D226-FDA0-4C29-8A28-C719AAA93E02}" dt="2024-01-23T16:54:51.285" v="43" actId="27636"/>
          <ac:spMkLst>
            <pc:docMk/>
            <pc:sldMk cId="884977628" sldId="258"/>
            <ac:spMk id="2" creationId="{B00E78DD-01F2-FE1C-6D17-E8D21FC7E1F3}"/>
          </ac:spMkLst>
        </pc:spChg>
        <pc:spChg chg="mod">
          <ac:chgData name="Alberto Ruiz" userId="47fa91d207cfb014" providerId="LiveId" clId="{9AD6D226-FDA0-4C29-8A28-C719AAA93E02}" dt="2024-01-23T16:55:24.371" v="47"/>
          <ac:spMkLst>
            <pc:docMk/>
            <pc:sldMk cId="884977628" sldId="258"/>
            <ac:spMk id="3" creationId="{20E999D1-B953-C793-F58C-8FFB949B4D48}"/>
          </ac:spMkLst>
        </pc:spChg>
        <pc:picChg chg="add mod">
          <ac:chgData name="Alberto Ruiz" userId="47fa91d207cfb014" providerId="LiveId" clId="{9AD6D226-FDA0-4C29-8A28-C719AAA93E02}" dt="2024-01-23T16:55:35.626" v="49" actId="1076"/>
          <ac:picMkLst>
            <pc:docMk/>
            <pc:sldMk cId="884977628" sldId="258"/>
            <ac:picMk id="4" creationId="{86E19A98-043D-2E74-C838-5AF19D401015}"/>
          </ac:picMkLst>
        </pc:picChg>
      </pc:sldChg>
      <pc:sldChg chg="addSp delSp modSp new mod">
        <pc:chgData name="Alberto Ruiz" userId="47fa91d207cfb014" providerId="LiveId" clId="{9AD6D226-FDA0-4C29-8A28-C719AAA93E02}" dt="2024-01-23T16:56:01.137" v="57" actId="1076"/>
        <pc:sldMkLst>
          <pc:docMk/>
          <pc:sldMk cId="3625729765" sldId="259"/>
        </pc:sldMkLst>
        <pc:spChg chg="del">
          <ac:chgData name="Alberto Ruiz" userId="47fa91d207cfb014" providerId="LiveId" clId="{9AD6D226-FDA0-4C29-8A28-C719AAA93E02}" dt="2024-01-23T16:55:49.346" v="52" actId="478"/>
          <ac:spMkLst>
            <pc:docMk/>
            <pc:sldMk cId="3625729765" sldId="259"/>
            <ac:spMk id="2" creationId="{4AB145CB-0F1D-E937-529E-0AE70227B65B}"/>
          </ac:spMkLst>
        </pc:spChg>
        <pc:spChg chg="mod">
          <ac:chgData name="Alberto Ruiz" userId="47fa91d207cfb014" providerId="LiveId" clId="{9AD6D226-FDA0-4C29-8A28-C719AAA93E02}" dt="2024-01-23T16:55:52.161" v="53" actId="1076"/>
          <ac:spMkLst>
            <pc:docMk/>
            <pc:sldMk cId="3625729765" sldId="259"/>
            <ac:spMk id="3" creationId="{738C7288-BF5A-C3CD-2773-B39F4D355F38}"/>
          </ac:spMkLst>
        </pc:spChg>
        <pc:picChg chg="add mod">
          <ac:chgData name="Alberto Ruiz" userId="47fa91d207cfb014" providerId="LiveId" clId="{9AD6D226-FDA0-4C29-8A28-C719AAA93E02}" dt="2024-01-23T16:56:01.137" v="57" actId="1076"/>
          <ac:picMkLst>
            <pc:docMk/>
            <pc:sldMk cId="3625729765" sldId="259"/>
            <ac:picMk id="4" creationId="{4F8BCEE0-C016-943F-FB7C-FFAAD5A014A5}"/>
          </ac:picMkLst>
        </pc:picChg>
      </pc:sldChg>
      <pc:sldChg chg="addSp delSp modSp new mod">
        <pc:chgData name="Alberto Ruiz" userId="47fa91d207cfb014" providerId="LiveId" clId="{9AD6D226-FDA0-4C29-8A28-C719AAA93E02}" dt="2024-01-23T16:58:45.650" v="197" actId="14100"/>
        <pc:sldMkLst>
          <pc:docMk/>
          <pc:sldMk cId="2344142529" sldId="260"/>
        </pc:sldMkLst>
        <pc:spChg chg="mod">
          <ac:chgData name="Alberto Ruiz" userId="47fa91d207cfb014" providerId="LiveId" clId="{9AD6D226-FDA0-4C29-8A28-C719AAA93E02}" dt="2024-01-23T16:56:26.597" v="62" actId="27636"/>
          <ac:spMkLst>
            <pc:docMk/>
            <pc:sldMk cId="2344142529" sldId="260"/>
            <ac:spMk id="2" creationId="{32214EDC-FFBA-4510-1369-B4A6D14AF5DE}"/>
          </ac:spMkLst>
        </pc:spChg>
        <pc:spChg chg="del">
          <ac:chgData name="Alberto Ruiz" userId="47fa91d207cfb014" providerId="LiveId" clId="{9AD6D226-FDA0-4C29-8A28-C719AAA93E02}" dt="2024-01-23T16:56:34.021" v="63"/>
          <ac:spMkLst>
            <pc:docMk/>
            <pc:sldMk cId="2344142529" sldId="260"/>
            <ac:spMk id="3" creationId="{76B8EE7F-F863-3676-A3FA-8F92C1F9C457}"/>
          </ac:spMkLst>
        </pc:spChg>
        <pc:spChg chg="add mod">
          <ac:chgData name="Alberto Ruiz" userId="47fa91d207cfb014" providerId="LiveId" clId="{9AD6D226-FDA0-4C29-8A28-C719AAA93E02}" dt="2024-01-23T16:57:33.697" v="148" actId="20577"/>
          <ac:spMkLst>
            <pc:docMk/>
            <pc:sldMk cId="2344142529" sldId="260"/>
            <ac:spMk id="6" creationId="{D01930D9-260C-DC4E-6BBB-9A73D76A034A}"/>
          </ac:spMkLst>
        </pc:spChg>
        <pc:spChg chg="add mod">
          <ac:chgData name="Alberto Ruiz" userId="47fa91d207cfb014" providerId="LiveId" clId="{9AD6D226-FDA0-4C29-8A28-C719AAA93E02}" dt="2024-01-23T16:58:28.556" v="194" actId="20577"/>
          <ac:spMkLst>
            <pc:docMk/>
            <pc:sldMk cId="2344142529" sldId="260"/>
            <ac:spMk id="8" creationId="{E8FE0ADC-F00B-8453-D9E6-53527AFC1A93}"/>
          </ac:spMkLst>
        </pc:spChg>
        <pc:spChg chg="add mod">
          <ac:chgData name="Alberto Ruiz" userId="47fa91d207cfb014" providerId="LiveId" clId="{9AD6D226-FDA0-4C29-8A28-C719AAA93E02}" dt="2024-01-23T16:58:45.650" v="197" actId="14100"/>
          <ac:spMkLst>
            <pc:docMk/>
            <pc:sldMk cId="2344142529" sldId="260"/>
            <ac:spMk id="10" creationId="{41D099B6-4720-FE6E-3C2C-FB32C7D75064}"/>
          </ac:spMkLst>
        </pc:spChg>
        <pc:graphicFrameChg chg="add mod">
          <ac:chgData name="Alberto Ruiz" userId="47fa91d207cfb014" providerId="LiveId" clId="{9AD6D226-FDA0-4C29-8A28-C719AAA93E02}" dt="2024-01-23T16:56:46.935" v="66" actId="14100"/>
          <ac:graphicFrameMkLst>
            <pc:docMk/>
            <pc:sldMk cId="2344142529" sldId="260"/>
            <ac:graphicFrameMk id="4" creationId="{D5D6131E-5AC6-6B3E-4984-359BE7A23F9A}"/>
          </ac:graphicFrameMkLst>
        </pc:graphicFrameChg>
      </pc:sldChg>
      <pc:sldChg chg="addSp delSp modSp new mod">
        <pc:chgData name="Alberto Ruiz" userId="47fa91d207cfb014" providerId="LiveId" clId="{9AD6D226-FDA0-4C29-8A28-C719AAA93E02}" dt="2024-01-23T16:59:45.888" v="208" actId="14100"/>
        <pc:sldMkLst>
          <pc:docMk/>
          <pc:sldMk cId="2432903656" sldId="261"/>
        </pc:sldMkLst>
        <pc:spChg chg="mod">
          <ac:chgData name="Alberto Ruiz" userId="47fa91d207cfb014" providerId="LiveId" clId="{9AD6D226-FDA0-4C29-8A28-C719AAA93E02}" dt="2024-01-23T16:59:38.286" v="204" actId="27636"/>
          <ac:spMkLst>
            <pc:docMk/>
            <pc:sldMk cId="2432903656" sldId="261"/>
            <ac:spMk id="2" creationId="{3FC799D1-A8F9-D023-D2BE-B04F89C18753}"/>
          </ac:spMkLst>
        </pc:spChg>
        <pc:spChg chg="del">
          <ac:chgData name="Alberto Ruiz" userId="47fa91d207cfb014" providerId="LiveId" clId="{9AD6D226-FDA0-4C29-8A28-C719AAA93E02}" dt="2024-01-23T16:59:27.714" v="200" actId="478"/>
          <ac:spMkLst>
            <pc:docMk/>
            <pc:sldMk cId="2432903656" sldId="261"/>
            <ac:spMk id="3" creationId="{A52D95BE-9570-7077-8C76-23568F566CD2}"/>
          </ac:spMkLst>
        </pc:spChg>
        <pc:picChg chg="add mod">
          <ac:chgData name="Alberto Ruiz" userId="47fa91d207cfb014" providerId="LiveId" clId="{9AD6D226-FDA0-4C29-8A28-C719AAA93E02}" dt="2024-01-23T16:59:45.888" v="208" actId="14100"/>
          <ac:picMkLst>
            <pc:docMk/>
            <pc:sldMk cId="2432903656" sldId="261"/>
            <ac:picMk id="4" creationId="{63180455-D0A1-4A83-9071-C4F4BA4F8DA9}"/>
          </ac:picMkLst>
        </pc:picChg>
      </pc:sldChg>
      <pc:sldChg chg="modSp new mod">
        <pc:chgData name="Alberto Ruiz" userId="47fa91d207cfb014" providerId="LiveId" clId="{9AD6D226-FDA0-4C29-8A28-C719AAA93E02}" dt="2024-01-23T19:01:15.561" v="1009"/>
        <pc:sldMkLst>
          <pc:docMk/>
          <pc:sldMk cId="19664387" sldId="262"/>
        </pc:sldMkLst>
        <pc:spChg chg="mod">
          <ac:chgData name="Alberto Ruiz" userId="47fa91d207cfb014" providerId="LiveId" clId="{9AD6D226-FDA0-4C29-8A28-C719AAA93E02}" dt="2024-01-23T17:00:41.266" v="225" actId="1076"/>
          <ac:spMkLst>
            <pc:docMk/>
            <pc:sldMk cId="19664387" sldId="262"/>
            <ac:spMk id="2" creationId="{A7D87159-15BA-A9E1-9166-647BB29E91FE}"/>
          </ac:spMkLst>
        </pc:spChg>
        <pc:spChg chg="mod">
          <ac:chgData name="Alberto Ruiz" userId="47fa91d207cfb014" providerId="LiveId" clId="{9AD6D226-FDA0-4C29-8A28-C719AAA93E02}" dt="2024-01-23T19:01:15.561" v="1009"/>
          <ac:spMkLst>
            <pc:docMk/>
            <pc:sldMk cId="19664387" sldId="262"/>
            <ac:spMk id="3" creationId="{94A0D655-3A81-0128-D116-79D356E0A515}"/>
          </ac:spMkLst>
        </pc:spChg>
      </pc:sldChg>
      <pc:sldChg chg="modSp new mod">
        <pc:chgData name="Alberto Ruiz" userId="47fa91d207cfb014" providerId="LiveId" clId="{9AD6D226-FDA0-4C29-8A28-C719AAA93E02}" dt="2024-01-23T18:17:38.577" v="794" actId="20577"/>
        <pc:sldMkLst>
          <pc:docMk/>
          <pc:sldMk cId="2396614626" sldId="263"/>
        </pc:sldMkLst>
        <pc:spChg chg="mod">
          <ac:chgData name="Alberto Ruiz" userId="47fa91d207cfb014" providerId="LiveId" clId="{9AD6D226-FDA0-4C29-8A28-C719AAA93E02}" dt="2024-01-23T17:03:04.800" v="268" actId="1076"/>
          <ac:spMkLst>
            <pc:docMk/>
            <pc:sldMk cId="2396614626" sldId="263"/>
            <ac:spMk id="2" creationId="{AB2A46E9-D44A-6309-D28E-CE80279A146C}"/>
          </ac:spMkLst>
        </pc:spChg>
        <pc:spChg chg="mod">
          <ac:chgData name="Alberto Ruiz" userId="47fa91d207cfb014" providerId="LiveId" clId="{9AD6D226-FDA0-4C29-8A28-C719AAA93E02}" dt="2024-01-23T18:17:38.577" v="794" actId="20577"/>
          <ac:spMkLst>
            <pc:docMk/>
            <pc:sldMk cId="2396614626" sldId="263"/>
            <ac:spMk id="3" creationId="{9106EB42-E2C2-4B92-58E5-F4F822F93F2F}"/>
          </ac:spMkLst>
        </pc:spChg>
      </pc:sldChg>
      <pc:sldChg chg="modSp new mod">
        <pc:chgData name="Alberto Ruiz" userId="47fa91d207cfb014" providerId="LiveId" clId="{9AD6D226-FDA0-4C29-8A28-C719AAA93E02}" dt="2024-01-23T18:52:40.952" v="871" actId="6549"/>
        <pc:sldMkLst>
          <pc:docMk/>
          <pc:sldMk cId="3357936749" sldId="264"/>
        </pc:sldMkLst>
        <pc:spChg chg="mod">
          <ac:chgData name="Alberto Ruiz" userId="47fa91d207cfb014" providerId="LiveId" clId="{9AD6D226-FDA0-4C29-8A28-C719AAA93E02}" dt="2024-01-23T18:52:15.176" v="842" actId="1076"/>
          <ac:spMkLst>
            <pc:docMk/>
            <pc:sldMk cId="3357936749" sldId="264"/>
            <ac:spMk id="2" creationId="{8ACBEEA0-F7AD-BDF4-1767-2C9039DF6A3E}"/>
          </ac:spMkLst>
        </pc:spChg>
        <pc:spChg chg="mod">
          <ac:chgData name="Alberto Ruiz" userId="47fa91d207cfb014" providerId="LiveId" clId="{9AD6D226-FDA0-4C29-8A28-C719AAA93E02}" dt="2024-01-23T18:52:40.952" v="871" actId="6549"/>
          <ac:spMkLst>
            <pc:docMk/>
            <pc:sldMk cId="3357936749" sldId="264"/>
            <ac:spMk id="3" creationId="{278839B2-50AB-A913-C1E0-0E39074E970E}"/>
          </ac:spMkLst>
        </pc:spChg>
      </pc:sldChg>
      <pc:sldChg chg="modSp new mod">
        <pc:chgData name="Alberto Ruiz" userId="47fa91d207cfb014" providerId="LiveId" clId="{9AD6D226-FDA0-4C29-8A28-C719AAA93E02}" dt="2024-01-23T18:55:24.756" v="957" actId="113"/>
        <pc:sldMkLst>
          <pc:docMk/>
          <pc:sldMk cId="4240275680" sldId="265"/>
        </pc:sldMkLst>
        <pc:spChg chg="mod">
          <ac:chgData name="Alberto Ruiz" userId="47fa91d207cfb014" providerId="LiveId" clId="{9AD6D226-FDA0-4C29-8A28-C719AAA93E02}" dt="2024-01-23T18:55:13.897" v="952" actId="14100"/>
          <ac:spMkLst>
            <pc:docMk/>
            <pc:sldMk cId="4240275680" sldId="265"/>
            <ac:spMk id="2" creationId="{41A39BE8-2B9A-5C49-0BB8-F3CE3DE8FE9F}"/>
          </ac:spMkLst>
        </pc:spChg>
        <pc:spChg chg="mod">
          <ac:chgData name="Alberto Ruiz" userId="47fa91d207cfb014" providerId="LiveId" clId="{9AD6D226-FDA0-4C29-8A28-C719AAA93E02}" dt="2024-01-23T18:55:24.756" v="957" actId="113"/>
          <ac:spMkLst>
            <pc:docMk/>
            <pc:sldMk cId="4240275680" sldId="265"/>
            <ac:spMk id="3" creationId="{8BB65F7A-4F86-1B8E-FAEF-A5F0DF539D8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C669B-0957-4F71-BB9B-3870D65F078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2A94326-E88E-495A-BBD0-B3D0B2A0EF97}">
      <dgm:prSet phldrT="[Texto]"/>
      <dgm:spPr/>
      <dgm:t>
        <a:bodyPr/>
        <a:lstStyle/>
        <a:p>
          <a:r>
            <a:rPr lang="es-ES" b="1" dirty="0"/>
            <a:t>Distribuido:</a:t>
          </a:r>
          <a:r>
            <a:rPr lang="es-ES" dirty="0"/>
            <a:t> </a:t>
          </a:r>
        </a:p>
        <a:p>
          <a:r>
            <a:rPr lang="es-ES" dirty="0"/>
            <a:t>cada usuario tiene una copia completa del repositorio, lo que permite trabajar de forma autónoma y sin conexión a internet.</a:t>
          </a:r>
        </a:p>
      </dgm:t>
    </dgm:pt>
    <dgm:pt modelId="{CE91697B-F8EC-4EF5-9DF4-4EF30BCEB95D}" type="parTrans" cxnId="{F8B2FDFB-A5F9-4BCA-94F5-94D7481CE4D7}">
      <dgm:prSet/>
      <dgm:spPr/>
      <dgm:t>
        <a:bodyPr/>
        <a:lstStyle/>
        <a:p>
          <a:endParaRPr lang="es-ES"/>
        </a:p>
      </dgm:t>
    </dgm:pt>
    <dgm:pt modelId="{2F2F322D-33B6-4429-B7A4-BAB889585322}" type="sibTrans" cxnId="{F8B2FDFB-A5F9-4BCA-94F5-94D7481CE4D7}">
      <dgm:prSet/>
      <dgm:spPr/>
      <dgm:t>
        <a:bodyPr/>
        <a:lstStyle/>
        <a:p>
          <a:endParaRPr lang="es-ES"/>
        </a:p>
      </dgm:t>
    </dgm:pt>
    <dgm:pt modelId="{7962C341-DB85-4CDB-BB09-EB9AADF1F5E1}">
      <dgm:prSet/>
      <dgm:spPr/>
      <dgm:t>
        <a:bodyPr/>
        <a:lstStyle/>
        <a:p>
          <a:r>
            <a:rPr lang="es-ES" b="1" dirty="0"/>
            <a:t>Ramificación y fusión</a:t>
          </a:r>
          <a:r>
            <a:rPr lang="es-ES" dirty="0"/>
            <a:t>: </a:t>
          </a:r>
        </a:p>
        <a:p>
          <a:r>
            <a:rPr lang="es-ES" dirty="0"/>
            <a:t>permite crear ramas de desarrollo independientes y luego fusionarlas de manera sencilla y eficiente.</a:t>
          </a:r>
        </a:p>
      </dgm:t>
    </dgm:pt>
    <dgm:pt modelId="{BA568565-AB5B-4CE5-A8B6-68B21CDC51AF}" type="parTrans" cxnId="{ECD64E2A-4589-46BF-BD97-7BE0312EBE90}">
      <dgm:prSet/>
      <dgm:spPr/>
      <dgm:t>
        <a:bodyPr/>
        <a:lstStyle/>
        <a:p>
          <a:endParaRPr lang="es-ES"/>
        </a:p>
      </dgm:t>
    </dgm:pt>
    <dgm:pt modelId="{A7970E9F-7049-4041-8D57-C98337C5FBCD}" type="sibTrans" cxnId="{ECD64E2A-4589-46BF-BD97-7BE0312EBE90}">
      <dgm:prSet/>
      <dgm:spPr/>
      <dgm:t>
        <a:bodyPr/>
        <a:lstStyle/>
        <a:p>
          <a:endParaRPr lang="es-ES"/>
        </a:p>
      </dgm:t>
    </dgm:pt>
    <dgm:pt modelId="{916612AC-D600-4F75-8609-D3F36E485A70}">
      <dgm:prSet/>
      <dgm:spPr/>
      <dgm:t>
        <a:bodyPr/>
        <a:lstStyle/>
        <a:p>
          <a:r>
            <a:rPr lang="es-ES" b="1" dirty="0"/>
            <a:t>Historial de cambios</a:t>
          </a:r>
          <a:r>
            <a:rPr lang="es-ES" dirty="0"/>
            <a:t>:</a:t>
          </a:r>
        </a:p>
        <a:p>
          <a:r>
            <a:rPr lang="es-ES" dirty="0"/>
            <a:t> registra el historial completo de cambios realizados en el código, lo que permite rastrear los cambios y revertirlos si es necesario.</a:t>
          </a:r>
        </a:p>
      </dgm:t>
    </dgm:pt>
    <dgm:pt modelId="{03517ACC-CC46-4125-B17C-7E8F169F425C}" type="parTrans" cxnId="{C86E9477-710F-4547-9AF4-2D5A1E631ABA}">
      <dgm:prSet/>
      <dgm:spPr/>
      <dgm:t>
        <a:bodyPr/>
        <a:lstStyle/>
        <a:p>
          <a:endParaRPr lang="es-ES"/>
        </a:p>
      </dgm:t>
    </dgm:pt>
    <dgm:pt modelId="{F00F8C27-D565-4BD7-9391-A4582946A258}" type="sibTrans" cxnId="{C86E9477-710F-4547-9AF4-2D5A1E631ABA}">
      <dgm:prSet/>
      <dgm:spPr/>
      <dgm:t>
        <a:bodyPr/>
        <a:lstStyle/>
        <a:p>
          <a:endParaRPr lang="es-ES"/>
        </a:p>
      </dgm:t>
    </dgm:pt>
    <dgm:pt modelId="{79EF2393-4FDC-40EB-92D7-CC672D05FA6D}">
      <dgm:prSet/>
      <dgm:spPr/>
      <dgm:t>
        <a:bodyPr/>
        <a:lstStyle/>
        <a:p>
          <a:r>
            <a:rPr lang="es-ES" b="1" dirty="0"/>
            <a:t>Colaboración:</a:t>
          </a:r>
          <a:r>
            <a:rPr lang="es-ES" dirty="0"/>
            <a:t> </a:t>
          </a:r>
        </a:p>
        <a:p>
          <a:r>
            <a:rPr lang="es-ES" dirty="0"/>
            <a:t>permite la colaboración entre varios desarrolladores en un mismo proyecto, facilitando la gestión de conflictos y la integración de cambios.</a:t>
          </a:r>
        </a:p>
      </dgm:t>
    </dgm:pt>
    <dgm:pt modelId="{6BB2760E-6602-4E8C-BE88-718A750584DF}" type="parTrans" cxnId="{5E8D1767-F4FB-47BC-B672-7BE1883306C5}">
      <dgm:prSet/>
      <dgm:spPr/>
      <dgm:t>
        <a:bodyPr/>
        <a:lstStyle/>
        <a:p>
          <a:endParaRPr lang="es-ES"/>
        </a:p>
      </dgm:t>
    </dgm:pt>
    <dgm:pt modelId="{D3D7AC04-78DB-43FD-81F6-819AF40441D5}" type="sibTrans" cxnId="{5E8D1767-F4FB-47BC-B672-7BE1883306C5}">
      <dgm:prSet/>
      <dgm:spPr/>
      <dgm:t>
        <a:bodyPr/>
        <a:lstStyle/>
        <a:p>
          <a:endParaRPr lang="es-ES"/>
        </a:p>
      </dgm:t>
    </dgm:pt>
    <dgm:pt modelId="{B9DFED6E-1373-4F05-981D-5FC27BA96739}">
      <dgm:prSet/>
      <dgm:spPr/>
      <dgm:t>
        <a:bodyPr/>
        <a:lstStyle/>
        <a:p>
          <a:r>
            <a:rPr lang="es-ES" b="1" dirty="0"/>
            <a:t>Integración con herramientas de terceros</a:t>
          </a:r>
          <a:r>
            <a:rPr lang="es-ES" dirty="0"/>
            <a:t>: </a:t>
          </a:r>
        </a:p>
        <a:p>
          <a:r>
            <a:rPr lang="es-ES" dirty="0"/>
            <a:t>puede integrarse fácilmente con herramientas como GitHub, </a:t>
          </a:r>
          <a:r>
            <a:rPr lang="es-ES" dirty="0" err="1"/>
            <a:t>Bitbucket</a:t>
          </a:r>
          <a:r>
            <a:rPr lang="es-ES" dirty="0"/>
            <a:t>, JIRA, Travis CI, etc.</a:t>
          </a:r>
        </a:p>
      </dgm:t>
    </dgm:pt>
    <dgm:pt modelId="{ED4ED8E7-19F5-48C0-8188-F3821959792E}" type="parTrans" cxnId="{318D7204-0AE7-4930-BBC3-3EFF2B254A91}">
      <dgm:prSet/>
      <dgm:spPr/>
      <dgm:t>
        <a:bodyPr/>
        <a:lstStyle/>
        <a:p>
          <a:endParaRPr lang="es-ES"/>
        </a:p>
      </dgm:t>
    </dgm:pt>
    <dgm:pt modelId="{268F7133-2855-4E30-8759-2324E9AF85AF}" type="sibTrans" cxnId="{318D7204-0AE7-4930-BBC3-3EFF2B254A91}">
      <dgm:prSet/>
      <dgm:spPr/>
      <dgm:t>
        <a:bodyPr/>
        <a:lstStyle/>
        <a:p>
          <a:endParaRPr lang="es-ES"/>
        </a:p>
      </dgm:t>
    </dgm:pt>
    <dgm:pt modelId="{8374049C-AC20-4923-8EE1-BF11669CE482}">
      <dgm:prSet/>
      <dgm:spPr/>
      <dgm:t>
        <a:bodyPr/>
        <a:lstStyle/>
        <a:p>
          <a:r>
            <a:rPr lang="es-ES" b="1" dirty="0"/>
            <a:t>Seguridad:</a:t>
          </a:r>
          <a:r>
            <a:rPr lang="es-ES" dirty="0"/>
            <a:t> </a:t>
          </a:r>
        </a:p>
        <a:p>
          <a:r>
            <a:rPr lang="es-ES" dirty="0"/>
            <a:t>proporciona mecanismos para proteger y garantizar la integridad del código fuente, incluyendo la autenticación y el cifrado.</a:t>
          </a:r>
        </a:p>
      </dgm:t>
    </dgm:pt>
    <dgm:pt modelId="{3CE1B81E-6454-493B-A282-557766402F14}" type="parTrans" cxnId="{6E2F90F7-266F-414C-B2D6-455F597A785A}">
      <dgm:prSet/>
      <dgm:spPr/>
      <dgm:t>
        <a:bodyPr/>
        <a:lstStyle/>
        <a:p>
          <a:endParaRPr lang="es-ES"/>
        </a:p>
      </dgm:t>
    </dgm:pt>
    <dgm:pt modelId="{C3106F81-B0EB-4E0F-AEA2-A73791A87244}" type="sibTrans" cxnId="{6E2F90F7-266F-414C-B2D6-455F597A785A}">
      <dgm:prSet/>
      <dgm:spPr/>
      <dgm:t>
        <a:bodyPr/>
        <a:lstStyle/>
        <a:p>
          <a:endParaRPr lang="es-ES"/>
        </a:p>
      </dgm:t>
    </dgm:pt>
    <dgm:pt modelId="{64F11FC2-9479-4D4F-BB78-98AAB39992D4}">
      <dgm:prSet/>
      <dgm:spPr/>
      <dgm:t>
        <a:bodyPr/>
        <a:lstStyle/>
        <a:p>
          <a:r>
            <a:rPr lang="es-ES" b="1" dirty="0"/>
            <a:t>Eficiencia:</a:t>
          </a:r>
        </a:p>
        <a:p>
          <a:r>
            <a:rPr lang="es-ES" dirty="0"/>
            <a:t> utiliza algoritmos eficientes para almacenar y recuperar cambios, lo que permite trabajar con proyectos grandes y complejos de forma rápida y eficiente.</a:t>
          </a:r>
        </a:p>
      </dgm:t>
    </dgm:pt>
    <dgm:pt modelId="{9D8C110B-9D0E-437B-BA72-E4ABCD071B32}" type="parTrans" cxnId="{205E619A-1A6F-48A4-8685-3AB41FEB8B66}">
      <dgm:prSet/>
      <dgm:spPr/>
      <dgm:t>
        <a:bodyPr/>
        <a:lstStyle/>
        <a:p>
          <a:endParaRPr lang="es-ES"/>
        </a:p>
      </dgm:t>
    </dgm:pt>
    <dgm:pt modelId="{FF9F3D5A-EB18-4BE4-AFED-94C1C0A0535E}" type="sibTrans" cxnId="{205E619A-1A6F-48A4-8685-3AB41FEB8B66}">
      <dgm:prSet/>
      <dgm:spPr/>
      <dgm:t>
        <a:bodyPr/>
        <a:lstStyle/>
        <a:p>
          <a:endParaRPr lang="es-ES"/>
        </a:p>
      </dgm:t>
    </dgm:pt>
    <dgm:pt modelId="{44BF1708-AC81-4915-AEE2-227FEB71BA33}">
      <dgm:prSet/>
      <dgm:spPr/>
      <dgm:t>
        <a:bodyPr/>
        <a:lstStyle/>
        <a:p>
          <a:r>
            <a:rPr lang="es-ES" b="1" dirty="0"/>
            <a:t>Flexibilidad:</a:t>
          </a:r>
          <a:r>
            <a:rPr lang="es-ES" dirty="0"/>
            <a:t> </a:t>
          </a:r>
        </a:p>
        <a:p>
          <a:r>
            <a:rPr lang="es-ES" dirty="0"/>
            <a:t>puede ser utilizado en una amplia variedad de proyectos y tecnologías, desde pequeños proyectos personales hasta grandes proyectos empresariales.</a:t>
          </a:r>
        </a:p>
      </dgm:t>
    </dgm:pt>
    <dgm:pt modelId="{C44F45CD-7A49-4408-BFDA-A01DCFD9EC70}" type="parTrans" cxnId="{1C4683DA-716E-4438-917D-CC3B71C7D5C0}">
      <dgm:prSet/>
      <dgm:spPr/>
      <dgm:t>
        <a:bodyPr/>
        <a:lstStyle/>
        <a:p>
          <a:endParaRPr lang="es-ES"/>
        </a:p>
      </dgm:t>
    </dgm:pt>
    <dgm:pt modelId="{67CB97B3-5984-4456-A1CC-B3ACAB158AED}" type="sibTrans" cxnId="{1C4683DA-716E-4438-917D-CC3B71C7D5C0}">
      <dgm:prSet/>
      <dgm:spPr/>
      <dgm:t>
        <a:bodyPr/>
        <a:lstStyle/>
        <a:p>
          <a:endParaRPr lang="es-ES"/>
        </a:p>
      </dgm:t>
    </dgm:pt>
    <dgm:pt modelId="{E11CF1BC-691A-4790-8ACC-74AA06734598}" type="pres">
      <dgm:prSet presAssocID="{332C669B-0957-4F71-BB9B-3870D65F078B}" presName="diagram" presStyleCnt="0">
        <dgm:presLayoutVars>
          <dgm:dir/>
          <dgm:resizeHandles val="exact"/>
        </dgm:presLayoutVars>
      </dgm:prSet>
      <dgm:spPr/>
    </dgm:pt>
    <dgm:pt modelId="{8FB47041-D582-4A5C-A5A6-5E14ECA8DE92}" type="pres">
      <dgm:prSet presAssocID="{32A94326-E88E-495A-BBD0-B3D0B2A0EF97}" presName="node" presStyleLbl="node1" presStyleIdx="0" presStyleCnt="8">
        <dgm:presLayoutVars>
          <dgm:bulletEnabled val="1"/>
        </dgm:presLayoutVars>
      </dgm:prSet>
      <dgm:spPr/>
    </dgm:pt>
    <dgm:pt modelId="{EE2A91D7-C23A-451E-B583-D06B0C568D97}" type="pres">
      <dgm:prSet presAssocID="{2F2F322D-33B6-4429-B7A4-BAB889585322}" presName="sibTrans" presStyleCnt="0"/>
      <dgm:spPr/>
    </dgm:pt>
    <dgm:pt modelId="{6836F89A-5BAC-4F77-9AD3-29DA9F8A3347}" type="pres">
      <dgm:prSet presAssocID="{7962C341-DB85-4CDB-BB09-EB9AADF1F5E1}" presName="node" presStyleLbl="node1" presStyleIdx="1" presStyleCnt="8">
        <dgm:presLayoutVars>
          <dgm:bulletEnabled val="1"/>
        </dgm:presLayoutVars>
      </dgm:prSet>
      <dgm:spPr/>
    </dgm:pt>
    <dgm:pt modelId="{668777C6-4D10-4006-890D-A0B6F48846E3}" type="pres">
      <dgm:prSet presAssocID="{A7970E9F-7049-4041-8D57-C98337C5FBCD}" presName="sibTrans" presStyleCnt="0"/>
      <dgm:spPr/>
    </dgm:pt>
    <dgm:pt modelId="{75E0A6B3-0449-411D-BF4D-CFD1E83AE34D}" type="pres">
      <dgm:prSet presAssocID="{916612AC-D600-4F75-8609-D3F36E485A70}" presName="node" presStyleLbl="node1" presStyleIdx="2" presStyleCnt="8">
        <dgm:presLayoutVars>
          <dgm:bulletEnabled val="1"/>
        </dgm:presLayoutVars>
      </dgm:prSet>
      <dgm:spPr/>
    </dgm:pt>
    <dgm:pt modelId="{8C086E18-F58C-4A24-B4CF-84F8073E932D}" type="pres">
      <dgm:prSet presAssocID="{F00F8C27-D565-4BD7-9391-A4582946A258}" presName="sibTrans" presStyleCnt="0"/>
      <dgm:spPr/>
    </dgm:pt>
    <dgm:pt modelId="{507C3C1D-4DFF-4C25-AB4E-D997BA173DF8}" type="pres">
      <dgm:prSet presAssocID="{79EF2393-4FDC-40EB-92D7-CC672D05FA6D}" presName="node" presStyleLbl="node1" presStyleIdx="3" presStyleCnt="8">
        <dgm:presLayoutVars>
          <dgm:bulletEnabled val="1"/>
        </dgm:presLayoutVars>
      </dgm:prSet>
      <dgm:spPr/>
    </dgm:pt>
    <dgm:pt modelId="{0083421D-3B19-4077-8C3A-E6F43F036563}" type="pres">
      <dgm:prSet presAssocID="{D3D7AC04-78DB-43FD-81F6-819AF40441D5}" presName="sibTrans" presStyleCnt="0"/>
      <dgm:spPr/>
    </dgm:pt>
    <dgm:pt modelId="{304433B9-70DF-46B4-B9FD-1231EB2F4B8A}" type="pres">
      <dgm:prSet presAssocID="{B9DFED6E-1373-4F05-981D-5FC27BA96739}" presName="node" presStyleLbl="node1" presStyleIdx="4" presStyleCnt="8">
        <dgm:presLayoutVars>
          <dgm:bulletEnabled val="1"/>
        </dgm:presLayoutVars>
      </dgm:prSet>
      <dgm:spPr/>
    </dgm:pt>
    <dgm:pt modelId="{51133F60-D704-438E-BB6C-C290E4A7F8A8}" type="pres">
      <dgm:prSet presAssocID="{268F7133-2855-4E30-8759-2324E9AF85AF}" presName="sibTrans" presStyleCnt="0"/>
      <dgm:spPr/>
    </dgm:pt>
    <dgm:pt modelId="{55CA7C1F-F84A-4E35-A8A5-4E3DCC859E26}" type="pres">
      <dgm:prSet presAssocID="{8374049C-AC20-4923-8EE1-BF11669CE482}" presName="node" presStyleLbl="node1" presStyleIdx="5" presStyleCnt="8">
        <dgm:presLayoutVars>
          <dgm:bulletEnabled val="1"/>
        </dgm:presLayoutVars>
      </dgm:prSet>
      <dgm:spPr/>
    </dgm:pt>
    <dgm:pt modelId="{646B326A-CC5D-4FA3-AB9A-3E7F034053AE}" type="pres">
      <dgm:prSet presAssocID="{C3106F81-B0EB-4E0F-AEA2-A73791A87244}" presName="sibTrans" presStyleCnt="0"/>
      <dgm:spPr/>
    </dgm:pt>
    <dgm:pt modelId="{D869DF7A-7B4B-426D-B496-2858C4603A24}" type="pres">
      <dgm:prSet presAssocID="{64F11FC2-9479-4D4F-BB78-98AAB39992D4}" presName="node" presStyleLbl="node1" presStyleIdx="6" presStyleCnt="8">
        <dgm:presLayoutVars>
          <dgm:bulletEnabled val="1"/>
        </dgm:presLayoutVars>
      </dgm:prSet>
      <dgm:spPr/>
    </dgm:pt>
    <dgm:pt modelId="{CFE86FF2-30A9-4246-9119-5FF27E21E6E5}" type="pres">
      <dgm:prSet presAssocID="{FF9F3D5A-EB18-4BE4-AFED-94C1C0A0535E}" presName="sibTrans" presStyleCnt="0"/>
      <dgm:spPr/>
    </dgm:pt>
    <dgm:pt modelId="{4959A8E2-A5A9-4C55-B7F9-7344A3148FA5}" type="pres">
      <dgm:prSet presAssocID="{44BF1708-AC81-4915-AEE2-227FEB71BA33}" presName="node" presStyleLbl="node1" presStyleIdx="7" presStyleCnt="8">
        <dgm:presLayoutVars>
          <dgm:bulletEnabled val="1"/>
        </dgm:presLayoutVars>
      </dgm:prSet>
      <dgm:spPr/>
    </dgm:pt>
  </dgm:ptLst>
  <dgm:cxnLst>
    <dgm:cxn modelId="{318D7204-0AE7-4930-BBC3-3EFF2B254A91}" srcId="{332C669B-0957-4F71-BB9B-3870D65F078B}" destId="{B9DFED6E-1373-4F05-981D-5FC27BA96739}" srcOrd="4" destOrd="0" parTransId="{ED4ED8E7-19F5-48C0-8188-F3821959792E}" sibTransId="{268F7133-2855-4E30-8759-2324E9AF85AF}"/>
    <dgm:cxn modelId="{E4DB710A-81AA-49F5-AE17-C9D877779607}" type="presOf" srcId="{916612AC-D600-4F75-8609-D3F36E485A70}" destId="{75E0A6B3-0449-411D-BF4D-CFD1E83AE34D}" srcOrd="0" destOrd="0" presId="urn:microsoft.com/office/officeart/2005/8/layout/default"/>
    <dgm:cxn modelId="{C2A3BB13-EA1A-48A2-811F-8C5506B69CF1}" type="presOf" srcId="{32A94326-E88E-495A-BBD0-B3D0B2A0EF97}" destId="{8FB47041-D582-4A5C-A5A6-5E14ECA8DE92}" srcOrd="0" destOrd="0" presId="urn:microsoft.com/office/officeart/2005/8/layout/default"/>
    <dgm:cxn modelId="{A685901F-C6E4-4A02-874A-6D15EEB5A393}" type="presOf" srcId="{44BF1708-AC81-4915-AEE2-227FEB71BA33}" destId="{4959A8E2-A5A9-4C55-B7F9-7344A3148FA5}" srcOrd="0" destOrd="0" presId="urn:microsoft.com/office/officeart/2005/8/layout/default"/>
    <dgm:cxn modelId="{ECD64E2A-4589-46BF-BD97-7BE0312EBE90}" srcId="{332C669B-0957-4F71-BB9B-3870D65F078B}" destId="{7962C341-DB85-4CDB-BB09-EB9AADF1F5E1}" srcOrd="1" destOrd="0" parTransId="{BA568565-AB5B-4CE5-A8B6-68B21CDC51AF}" sibTransId="{A7970E9F-7049-4041-8D57-C98337C5FBCD}"/>
    <dgm:cxn modelId="{811E7A45-EDB5-4A35-9A89-B62608314917}" type="presOf" srcId="{64F11FC2-9479-4D4F-BB78-98AAB39992D4}" destId="{D869DF7A-7B4B-426D-B496-2858C4603A24}" srcOrd="0" destOrd="0" presId="urn:microsoft.com/office/officeart/2005/8/layout/default"/>
    <dgm:cxn modelId="{5E8D1767-F4FB-47BC-B672-7BE1883306C5}" srcId="{332C669B-0957-4F71-BB9B-3870D65F078B}" destId="{79EF2393-4FDC-40EB-92D7-CC672D05FA6D}" srcOrd="3" destOrd="0" parTransId="{6BB2760E-6602-4E8C-BE88-718A750584DF}" sibTransId="{D3D7AC04-78DB-43FD-81F6-819AF40441D5}"/>
    <dgm:cxn modelId="{C86E9477-710F-4547-9AF4-2D5A1E631ABA}" srcId="{332C669B-0957-4F71-BB9B-3870D65F078B}" destId="{916612AC-D600-4F75-8609-D3F36E485A70}" srcOrd="2" destOrd="0" parTransId="{03517ACC-CC46-4125-B17C-7E8F169F425C}" sibTransId="{F00F8C27-D565-4BD7-9391-A4582946A258}"/>
    <dgm:cxn modelId="{77794496-A7BF-49A8-A87B-FCBD5E7E6EAF}" type="presOf" srcId="{79EF2393-4FDC-40EB-92D7-CC672D05FA6D}" destId="{507C3C1D-4DFF-4C25-AB4E-D997BA173DF8}" srcOrd="0" destOrd="0" presId="urn:microsoft.com/office/officeart/2005/8/layout/default"/>
    <dgm:cxn modelId="{205E619A-1A6F-48A4-8685-3AB41FEB8B66}" srcId="{332C669B-0957-4F71-BB9B-3870D65F078B}" destId="{64F11FC2-9479-4D4F-BB78-98AAB39992D4}" srcOrd="6" destOrd="0" parTransId="{9D8C110B-9D0E-437B-BA72-E4ABCD071B32}" sibTransId="{FF9F3D5A-EB18-4BE4-AFED-94C1C0A0535E}"/>
    <dgm:cxn modelId="{6C79FFAE-AC50-48FF-B012-E87B3C8F0F83}" type="presOf" srcId="{B9DFED6E-1373-4F05-981D-5FC27BA96739}" destId="{304433B9-70DF-46B4-B9FD-1231EB2F4B8A}" srcOrd="0" destOrd="0" presId="urn:microsoft.com/office/officeart/2005/8/layout/default"/>
    <dgm:cxn modelId="{1C4683DA-716E-4438-917D-CC3B71C7D5C0}" srcId="{332C669B-0957-4F71-BB9B-3870D65F078B}" destId="{44BF1708-AC81-4915-AEE2-227FEB71BA33}" srcOrd="7" destOrd="0" parTransId="{C44F45CD-7A49-4408-BFDA-A01DCFD9EC70}" sibTransId="{67CB97B3-5984-4456-A1CC-B3ACAB158AED}"/>
    <dgm:cxn modelId="{C97C05E0-C900-49F6-8B9C-66B09F0125CB}" type="presOf" srcId="{8374049C-AC20-4923-8EE1-BF11669CE482}" destId="{55CA7C1F-F84A-4E35-A8A5-4E3DCC859E26}" srcOrd="0" destOrd="0" presId="urn:microsoft.com/office/officeart/2005/8/layout/default"/>
    <dgm:cxn modelId="{8149A5E1-3567-4A47-93BD-228970CC0714}" type="presOf" srcId="{332C669B-0957-4F71-BB9B-3870D65F078B}" destId="{E11CF1BC-691A-4790-8ACC-74AA06734598}" srcOrd="0" destOrd="0" presId="urn:microsoft.com/office/officeart/2005/8/layout/default"/>
    <dgm:cxn modelId="{6E2F90F7-266F-414C-B2D6-455F597A785A}" srcId="{332C669B-0957-4F71-BB9B-3870D65F078B}" destId="{8374049C-AC20-4923-8EE1-BF11669CE482}" srcOrd="5" destOrd="0" parTransId="{3CE1B81E-6454-493B-A282-557766402F14}" sibTransId="{C3106F81-B0EB-4E0F-AEA2-A73791A87244}"/>
    <dgm:cxn modelId="{27EE95F8-ADB3-4E45-BA1B-6934AB10CEBB}" type="presOf" srcId="{7962C341-DB85-4CDB-BB09-EB9AADF1F5E1}" destId="{6836F89A-5BAC-4F77-9AD3-29DA9F8A3347}" srcOrd="0" destOrd="0" presId="urn:microsoft.com/office/officeart/2005/8/layout/default"/>
    <dgm:cxn modelId="{F8B2FDFB-A5F9-4BCA-94F5-94D7481CE4D7}" srcId="{332C669B-0957-4F71-BB9B-3870D65F078B}" destId="{32A94326-E88E-495A-BBD0-B3D0B2A0EF97}" srcOrd="0" destOrd="0" parTransId="{CE91697B-F8EC-4EF5-9DF4-4EF30BCEB95D}" sibTransId="{2F2F322D-33B6-4429-B7A4-BAB889585322}"/>
    <dgm:cxn modelId="{3A885B5F-89E4-40AA-B04E-4F81295D2041}" type="presParOf" srcId="{E11CF1BC-691A-4790-8ACC-74AA06734598}" destId="{8FB47041-D582-4A5C-A5A6-5E14ECA8DE92}" srcOrd="0" destOrd="0" presId="urn:microsoft.com/office/officeart/2005/8/layout/default"/>
    <dgm:cxn modelId="{476F0E96-27DC-4B7A-8283-F6F654B075F2}" type="presParOf" srcId="{E11CF1BC-691A-4790-8ACC-74AA06734598}" destId="{EE2A91D7-C23A-451E-B583-D06B0C568D97}" srcOrd="1" destOrd="0" presId="urn:microsoft.com/office/officeart/2005/8/layout/default"/>
    <dgm:cxn modelId="{CB060603-A190-49D8-8536-C9CFE6CBE47E}" type="presParOf" srcId="{E11CF1BC-691A-4790-8ACC-74AA06734598}" destId="{6836F89A-5BAC-4F77-9AD3-29DA9F8A3347}" srcOrd="2" destOrd="0" presId="urn:microsoft.com/office/officeart/2005/8/layout/default"/>
    <dgm:cxn modelId="{CFE3D01C-B310-457E-BF42-05F1DD8CD1F6}" type="presParOf" srcId="{E11CF1BC-691A-4790-8ACC-74AA06734598}" destId="{668777C6-4D10-4006-890D-A0B6F48846E3}" srcOrd="3" destOrd="0" presId="urn:microsoft.com/office/officeart/2005/8/layout/default"/>
    <dgm:cxn modelId="{ED790F29-0167-4410-8E17-BE9FA984D4F0}" type="presParOf" srcId="{E11CF1BC-691A-4790-8ACC-74AA06734598}" destId="{75E0A6B3-0449-411D-BF4D-CFD1E83AE34D}" srcOrd="4" destOrd="0" presId="urn:microsoft.com/office/officeart/2005/8/layout/default"/>
    <dgm:cxn modelId="{64BF0053-CF2D-4046-A523-1D584B59E4FA}" type="presParOf" srcId="{E11CF1BC-691A-4790-8ACC-74AA06734598}" destId="{8C086E18-F58C-4A24-B4CF-84F8073E932D}" srcOrd="5" destOrd="0" presId="urn:microsoft.com/office/officeart/2005/8/layout/default"/>
    <dgm:cxn modelId="{8D9B574A-4DA6-4704-A66D-67F135A37658}" type="presParOf" srcId="{E11CF1BC-691A-4790-8ACC-74AA06734598}" destId="{507C3C1D-4DFF-4C25-AB4E-D997BA173DF8}" srcOrd="6" destOrd="0" presId="urn:microsoft.com/office/officeart/2005/8/layout/default"/>
    <dgm:cxn modelId="{59F6D54F-60EE-4D4E-832B-2F222369E2F7}" type="presParOf" srcId="{E11CF1BC-691A-4790-8ACC-74AA06734598}" destId="{0083421D-3B19-4077-8C3A-E6F43F036563}" srcOrd="7" destOrd="0" presId="urn:microsoft.com/office/officeart/2005/8/layout/default"/>
    <dgm:cxn modelId="{365F6EB8-5512-4C13-9E62-33BFD4879A11}" type="presParOf" srcId="{E11CF1BC-691A-4790-8ACC-74AA06734598}" destId="{304433B9-70DF-46B4-B9FD-1231EB2F4B8A}" srcOrd="8" destOrd="0" presId="urn:microsoft.com/office/officeart/2005/8/layout/default"/>
    <dgm:cxn modelId="{1C641DA8-F6E0-4E87-9A9B-78ACC4ED7C48}" type="presParOf" srcId="{E11CF1BC-691A-4790-8ACC-74AA06734598}" destId="{51133F60-D704-438E-BB6C-C290E4A7F8A8}" srcOrd="9" destOrd="0" presId="urn:microsoft.com/office/officeart/2005/8/layout/default"/>
    <dgm:cxn modelId="{40D4F1C2-1D66-4190-9825-F68BED621A18}" type="presParOf" srcId="{E11CF1BC-691A-4790-8ACC-74AA06734598}" destId="{55CA7C1F-F84A-4E35-A8A5-4E3DCC859E26}" srcOrd="10" destOrd="0" presId="urn:microsoft.com/office/officeart/2005/8/layout/default"/>
    <dgm:cxn modelId="{568E4E60-BED6-4F69-8DEB-254AC4E902E6}" type="presParOf" srcId="{E11CF1BC-691A-4790-8ACC-74AA06734598}" destId="{646B326A-CC5D-4FA3-AB9A-3E7F034053AE}" srcOrd="11" destOrd="0" presId="urn:microsoft.com/office/officeart/2005/8/layout/default"/>
    <dgm:cxn modelId="{B311E5D3-FB5D-4AE6-A6DF-134E8A0385A4}" type="presParOf" srcId="{E11CF1BC-691A-4790-8ACC-74AA06734598}" destId="{D869DF7A-7B4B-426D-B496-2858C4603A24}" srcOrd="12" destOrd="0" presId="urn:microsoft.com/office/officeart/2005/8/layout/default"/>
    <dgm:cxn modelId="{280B0ED3-B2E2-417B-9329-41F5D5FE4806}" type="presParOf" srcId="{E11CF1BC-691A-4790-8ACC-74AA06734598}" destId="{CFE86FF2-30A9-4246-9119-5FF27E21E6E5}" srcOrd="13" destOrd="0" presId="urn:microsoft.com/office/officeart/2005/8/layout/default"/>
    <dgm:cxn modelId="{2EB16037-C24B-4012-A5FE-0DA319A8365E}" type="presParOf" srcId="{E11CF1BC-691A-4790-8ACC-74AA06734598}" destId="{4959A8E2-A5A9-4C55-B7F9-7344A3148FA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3F11F7-5763-4BB1-8268-96C7345CC7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206AC12-1C1D-48C3-AE1E-AE8A194FA8B9}">
      <dgm:prSet phldrT="[Texto]"/>
      <dgm:spPr/>
      <dgm:t>
        <a:bodyPr/>
        <a:lstStyle/>
        <a:p>
          <a:r>
            <a:rPr lang="es-ES"/>
            <a:t>Flujo de trabajo centralizado o Wordkflow centralizado</a:t>
          </a:r>
        </a:p>
      </dgm:t>
    </dgm:pt>
    <dgm:pt modelId="{21F15796-787B-4AB4-9EF8-DD1781ED2976}" type="parTrans" cxnId="{7A0C590E-2B1B-4086-B960-25E4CB641D3C}">
      <dgm:prSet/>
      <dgm:spPr/>
      <dgm:t>
        <a:bodyPr/>
        <a:lstStyle/>
        <a:p>
          <a:endParaRPr lang="es-ES"/>
        </a:p>
      </dgm:t>
    </dgm:pt>
    <dgm:pt modelId="{FFF643DB-71DA-40CE-8E51-49ADD40BEF71}" type="sibTrans" cxnId="{7A0C590E-2B1B-4086-B960-25E4CB641D3C}">
      <dgm:prSet/>
      <dgm:spPr/>
      <dgm:t>
        <a:bodyPr/>
        <a:lstStyle/>
        <a:p>
          <a:endParaRPr lang="es-ES"/>
        </a:p>
      </dgm:t>
    </dgm:pt>
    <dgm:pt modelId="{6E59951E-3A17-4085-9FA3-F4CA55A3BDA8}">
      <dgm:prSet phldrT="[Texto]"/>
      <dgm:spPr/>
      <dgm:t>
        <a:bodyPr/>
        <a:lstStyle/>
        <a:p>
          <a:r>
            <a:rPr lang="es-ES"/>
            <a:t>Flujo de trabajo con gestor de integración</a:t>
          </a:r>
        </a:p>
      </dgm:t>
    </dgm:pt>
    <dgm:pt modelId="{04E7AE0E-5C6F-4C1E-B8BD-6B59FAEA41DF}" type="parTrans" cxnId="{1DE9538D-5A79-4F2C-A67F-A72FA9A0EF60}">
      <dgm:prSet/>
      <dgm:spPr/>
      <dgm:t>
        <a:bodyPr/>
        <a:lstStyle/>
        <a:p>
          <a:endParaRPr lang="es-ES"/>
        </a:p>
      </dgm:t>
    </dgm:pt>
    <dgm:pt modelId="{0EBE3D83-DDFC-4960-9CFA-9BC4E7CD8BE0}" type="sibTrans" cxnId="{1DE9538D-5A79-4F2C-A67F-A72FA9A0EF60}">
      <dgm:prSet/>
      <dgm:spPr/>
      <dgm:t>
        <a:bodyPr/>
        <a:lstStyle/>
        <a:p>
          <a:endParaRPr lang="es-ES"/>
        </a:p>
      </dgm:t>
    </dgm:pt>
    <dgm:pt modelId="{97D11D48-B958-46E9-8679-80F99CCBE6AB}">
      <dgm:prSet phldrT="[Texto]"/>
      <dgm:spPr/>
      <dgm:t>
        <a:bodyPr/>
        <a:lstStyle/>
        <a:p>
          <a:r>
            <a:rPr lang="es-ES"/>
            <a:t>flujo de trabajo con dictador y tenientes</a:t>
          </a:r>
        </a:p>
      </dgm:t>
    </dgm:pt>
    <dgm:pt modelId="{14E291C3-64C6-4816-98EE-8CE63D8D240F}" type="parTrans" cxnId="{32A1F64A-74CC-4F16-BB16-8009A4D95D6E}">
      <dgm:prSet/>
      <dgm:spPr/>
      <dgm:t>
        <a:bodyPr/>
        <a:lstStyle/>
        <a:p>
          <a:endParaRPr lang="es-ES"/>
        </a:p>
      </dgm:t>
    </dgm:pt>
    <dgm:pt modelId="{E972AE82-79A3-47F6-B622-6143289B376A}" type="sibTrans" cxnId="{32A1F64A-74CC-4F16-BB16-8009A4D95D6E}">
      <dgm:prSet/>
      <dgm:spPr/>
      <dgm:t>
        <a:bodyPr/>
        <a:lstStyle/>
        <a:p>
          <a:endParaRPr lang="es-ES"/>
        </a:p>
      </dgm:t>
    </dgm:pt>
    <dgm:pt modelId="{913FA0D0-3BDB-45EA-9FF8-ABDF070ED855}" type="pres">
      <dgm:prSet presAssocID="{923F11F7-5763-4BB1-8268-96C7345CC7C7}" presName="Name0" presStyleCnt="0">
        <dgm:presLayoutVars>
          <dgm:dir/>
          <dgm:resizeHandles val="exact"/>
        </dgm:presLayoutVars>
      </dgm:prSet>
      <dgm:spPr/>
    </dgm:pt>
    <dgm:pt modelId="{6BBBFF0E-442F-4010-A917-E0FE268DA270}" type="pres">
      <dgm:prSet presAssocID="{2206AC12-1C1D-48C3-AE1E-AE8A194FA8B9}" presName="node" presStyleLbl="node1" presStyleIdx="0" presStyleCnt="3">
        <dgm:presLayoutVars>
          <dgm:bulletEnabled val="1"/>
        </dgm:presLayoutVars>
      </dgm:prSet>
      <dgm:spPr/>
    </dgm:pt>
    <dgm:pt modelId="{6EC0E0EF-0392-488D-B7FC-2F234F147A3F}" type="pres">
      <dgm:prSet presAssocID="{FFF643DB-71DA-40CE-8E51-49ADD40BEF71}" presName="sibTrans" presStyleLbl="sibTrans2D1" presStyleIdx="0" presStyleCnt="2"/>
      <dgm:spPr/>
    </dgm:pt>
    <dgm:pt modelId="{09967A74-EFB1-4B92-8455-D433C4E5F615}" type="pres">
      <dgm:prSet presAssocID="{FFF643DB-71DA-40CE-8E51-49ADD40BEF71}" presName="connectorText" presStyleLbl="sibTrans2D1" presStyleIdx="0" presStyleCnt="2"/>
      <dgm:spPr/>
    </dgm:pt>
    <dgm:pt modelId="{D436FDD0-C0F7-4B22-B7DA-ADFA6C5ED795}" type="pres">
      <dgm:prSet presAssocID="{6E59951E-3A17-4085-9FA3-F4CA55A3BDA8}" presName="node" presStyleLbl="node1" presStyleIdx="1" presStyleCnt="3">
        <dgm:presLayoutVars>
          <dgm:bulletEnabled val="1"/>
        </dgm:presLayoutVars>
      </dgm:prSet>
      <dgm:spPr/>
    </dgm:pt>
    <dgm:pt modelId="{897D3BBA-6ACB-4EAD-8F13-8D01443CAD77}" type="pres">
      <dgm:prSet presAssocID="{0EBE3D83-DDFC-4960-9CFA-9BC4E7CD8BE0}" presName="sibTrans" presStyleLbl="sibTrans2D1" presStyleIdx="1" presStyleCnt="2"/>
      <dgm:spPr/>
    </dgm:pt>
    <dgm:pt modelId="{446C5A37-5B57-4984-9131-A50C4E5CEF92}" type="pres">
      <dgm:prSet presAssocID="{0EBE3D83-DDFC-4960-9CFA-9BC4E7CD8BE0}" presName="connectorText" presStyleLbl="sibTrans2D1" presStyleIdx="1" presStyleCnt="2"/>
      <dgm:spPr/>
    </dgm:pt>
    <dgm:pt modelId="{6FD07009-B166-4E7E-A90A-C800EA099AA0}" type="pres">
      <dgm:prSet presAssocID="{97D11D48-B958-46E9-8679-80F99CCBE6AB}" presName="node" presStyleLbl="node1" presStyleIdx="2" presStyleCnt="3">
        <dgm:presLayoutVars>
          <dgm:bulletEnabled val="1"/>
        </dgm:presLayoutVars>
      </dgm:prSet>
      <dgm:spPr/>
    </dgm:pt>
  </dgm:ptLst>
  <dgm:cxnLst>
    <dgm:cxn modelId="{7A0C590E-2B1B-4086-B960-25E4CB641D3C}" srcId="{923F11F7-5763-4BB1-8268-96C7345CC7C7}" destId="{2206AC12-1C1D-48C3-AE1E-AE8A194FA8B9}" srcOrd="0" destOrd="0" parTransId="{21F15796-787B-4AB4-9EF8-DD1781ED2976}" sibTransId="{FFF643DB-71DA-40CE-8E51-49ADD40BEF71}"/>
    <dgm:cxn modelId="{8E3DB022-4ADE-4CF6-89F0-35120BBA5BBD}" type="presOf" srcId="{0EBE3D83-DDFC-4960-9CFA-9BC4E7CD8BE0}" destId="{897D3BBA-6ACB-4EAD-8F13-8D01443CAD77}" srcOrd="0" destOrd="0" presId="urn:microsoft.com/office/officeart/2005/8/layout/process1"/>
    <dgm:cxn modelId="{6DF3F342-8E9B-4FAE-8873-4CD1A334111F}" type="presOf" srcId="{0EBE3D83-DDFC-4960-9CFA-9BC4E7CD8BE0}" destId="{446C5A37-5B57-4984-9131-A50C4E5CEF92}" srcOrd="1" destOrd="0" presId="urn:microsoft.com/office/officeart/2005/8/layout/process1"/>
    <dgm:cxn modelId="{5D674C44-D85D-4D0D-B60D-4078BE49F2D0}" type="presOf" srcId="{FFF643DB-71DA-40CE-8E51-49ADD40BEF71}" destId="{6EC0E0EF-0392-488D-B7FC-2F234F147A3F}" srcOrd="0" destOrd="0" presId="urn:microsoft.com/office/officeart/2005/8/layout/process1"/>
    <dgm:cxn modelId="{32A1F64A-74CC-4F16-BB16-8009A4D95D6E}" srcId="{923F11F7-5763-4BB1-8268-96C7345CC7C7}" destId="{97D11D48-B958-46E9-8679-80F99CCBE6AB}" srcOrd="2" destOrd="0" parTransId="{14E291C3-64C6-4816-98EE-8CE63D8D240F}" sibTransId="{E972AE82-79A3-47F6-B622-6143289B376A}"/>
    <dgm:cxn modelId="{D03B7D73-D5D2-4BE7-8CFC-1C803F047483}" type="presOf" srcId="{2206AC12-1C1D-48C3-AE1E-AE8A194FA8B9}" destId="{6BBBFF0E-442F-4010-A917-E0FE268DA270}" srcOrd="0" destOrd="0" presId="urn:microsoft.com/office/officeart/2005/8/layout/process1"/>
    <dgm:cxn modelId="{1DE9538D-5A79-4F2C-A67F-A72FA9A0EF60}" srcId="{923F11F7-5763-4BB1-8268-96C7345CC7C7}" destId="{6E59951E-3A17-4085-9FA3-F4CA55A3BDA8}" srcOrd="1" destOrd="0" parTransId="{04E7AE0E-5C6F-4C1E-B8BD-6B59FAEA41DF}" sibTransId="{0EBE3D83-DDFC-4960-9CFA-9BC4E7CD8BE0}"/>
    <dgm:cxn modelId="{8B4076DD-E92C-42A9-857A-1F569842AE90}" type="presOf" srcId="{923F11F7-5763-4BB1-8268-96C7345CC7C7}" destId="{913FA0D0-3BDB-45EA-9FF8-ABDF070ED855}" srcOrd="0" destOrd="0" presId="urn:microsoft.com/office/officeart/2005/8/layout/process1"/>
    <dgm:cxn modelId="{F184B7E0-6543-4AAE-9F75-C35740A33942}" type="presOf" srcId="{97D11D48-B958-46E9-8679-80F99CCBE6AB}" destId="{6FD07009-B166-4E7E-A90A-C800EA099AA0}" srcOrd="0" destOrd="0" presId="urn:microsoft.com/office/officeart/2005/8/layout/process1"/>
    <dgm:cxn modelId="{2918CDF3-0AC3-491D-B6F9-01FB62B56ABC}" type="presOf" srcId="{6E59951E-3A17-4085-9FA3-F4CA55A3BDA8}" destId="{D436FDD0-C0F7-4B22-B7DA-ADFA6C5ED795}" srcOrd="0" destOrd="0" presId="urn:microsoft.com/office/officeart/2005/8/layout/process1"/>
    <dgm:cxn modelId="{5E8108F4-90F3-4A7D-96B2-185FFECA06F4}" type="presOf" srcId="{FFF643DB-71DA-40CE-8E51-49ADD40BEF71}" destId="{09967A74-EFB1-4B92-8455-D433C4E5F615}" srcOrd="1" destOrd="0" presId="urn:microsoft.com/office/officeart/2005/8/layout/process1"/>
    <dgm:cxn modelId="{25D98B4D-2550-46B0-9A50-92CBD18298EF}" type="presParOf" srcId="{913FA0D0-3BDB-45EA-9FF8-ABDF070ED855}" destId="{6BBBFF0E-442F-4010-A917-E0FE268DA270}" srcOrd="0" destOrd="0" presId="urn:microsoft.com/office/officeart/2005/8/layout/process1"/>
    <dgm:cxn modelId="{842EC8FD-660F-4137-B43D-B827BB60403A}" type="presParOf" srcId="{913FA0D0-3BDB-45EA-9FF8-ABDF070ED855}" destId="{6EC0E0EF-0392-488D-B7FC-2F234F147A3F}" srcOrd="1" destOrd="0" presId="urn:microsoft.com/office/officeart/2005/8/layout/process1"/>
    <dgm:cxn modelId="{A136FEF5-9D43-4088-9A2D-B381553432AA}" type="presParOf" srcId="{6EC0E0EF-0392-488D-B7FC-2F234F147A3F}" destId="{09967A74-EFB1-4B92-8455-D433C4E5F615}" srcOrd="0" destOrd="0" presId="urn:microsoft.com/office/officeart/2005/8/layout/process1"/>
    <dgm:cxn modelId="{95665DBD-D42F-4305-9BAB-01C617DBC86F}" type="presParOf" srcId="{913FA0D0-3BDB-45EA-9FF8-ABDF070ED855}" destId="{D436FDD0-C0F7-4B22-B7DA-ADFA6C5ED795}" srcOrd="2" destOrd="0" presId="urn:microsoft.com/office/officeart/2005/8/layout/process1"/>
    <dgm:cxn modelId="{D36CE64C-610A-44C3-B172-67186A10C6E0}" type="presParOf" srcId="{913FA0D0-3BDB-45EA-9FF8-ABDF070ED855}" destId="{897D3BBA-6ACB-4EAD-8F13-8D01443CAD77}" srcOrd="3" destOrd="0" presId="urn:microsoft.com/office/officeart/2005/8/layout/process1"/>
    <dgm:cxn modelId="{E386D12C-3F17-4D4A-A8D6-408352E10DC5}" type="presParOf" srcId="{897D3BBA-6ACB-4EAD-8F13-8D01443CAD77}" destId="{446C5A37-5B57-4984-9131-A50C4E5CEF92}" srcOrd="0" destOrd="0" presId="urn:microsoft.com/office/officeart/2005/8/layout/process1"/>
    <dgm:cxn modelId="{B84EA919-5E91-4134-8C27-C56138FB77AB}" type="presParOf" srcId="{913FA0D0-3BDB-45EA-9FF8-ABDF070ED855}" destId="{6FD07009-B166-4E7E-A90A-C800EA099AA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47041-D582-4A5C-A5A6-5E14ECA8DE92}">
      <dsp:nvSpPr>
        <dsp:cNvPr id="0" name=""/>
        <dsp:cNvSpPr/>
      </dsp:nvSpPr>
      <dsp:spPr>
        <a:xfrm>
          <a:off x="3309" y="774629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Distribuido:</a:t>
          </a:r>
          <a:r>
            <a:rPr lang="es-E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cada usuario tiene una copia completa del repositorio, lo que permite trabajar de forma autónoma y sin conexión a internet.</a:t>
          </a:r>
        </a:p>
      </dsp:txBody>
      <dsp:txXfrm>
        <a:off x="3309" y="774629"/>
        <a:ext cx="2625588" cy="1575353"/>
      </dsp:txXfrm>
    </dsp:sp>
    <dsp:sp modelId="{6836F89A-5BAC-4F77-9AD3-29DA9F8A3347}">
      <dsp:nvSpPr>
        <dsp:cNvPr id="0" name=""/>
        <dsp:cNvSpPr/>
      </dsp:nvSpPr>
      <dsp:spPr>
        <a:xfrm>
          <a:off x="2891456" y="774629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Ramificación y fusión</a:t>
          </a:r>
          <a:r>
            <a:rPr lang="es-E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permite crear ramas de desarrollo independientes y luego fusionarlas de manera sencilla y eficiente.</a:t>
          </a:r>
        </a:p>
      </dsp:txBody>
      <dsp:txXfrm>
        <a:off x="2891456" y="774629"/>
        <a:ext cx="2625588" cy="1575353"/>
      </dsp:txXfrm>
    </dsp:sp>
    <dsp:sp modelId="{75E0A6B3-0449-411D-BF4D-CFD1E83AE34D}">
      <dsp:nvSpPr>
        <dsp:cNvPr id="0" name=""/>
        <dsp:cNvSpPr/>
      </dsp:nvSpPr>
      <dsp:spPr>
        <a:xfrm>
          <a:off x="5779604" y="774629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Historial de cambios</a:t>
          </a:r>
          <a:r>
            <a:rPr lang="es-ES" sz="1400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 registra el historial completo de cambios realizados en el código, lo que permite rastrear los cambios y revertirlos si es necesario.</a:t>
          </a:r>
        </a:p>
      </dsp:txBody>
      <dsp:txXfrm>
        <a:off x="5779604" y="774629"/>
        <a:ext cx="2625588" cy="1575353"/>
      </dsp:txXfrm>
    </dsp:sp>
    <dsp:sp modelId="{507C3C1D-4DFF-4C25-AB4E-D997BA173DF8}">
      <dsp:nvSpPr>
        <dsp:cNvPr id="0" name=""/>
        <dsp:cNvSpPr/>
      </dsp:nvSpPr>
      <dsp:spPr>
        <a:xfrm>
          <a:off x="8667751" y="774629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Colaboración:</a:t>
          </a:r>
          <a:r>
            <a:rPr lang="es-E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permite la colaboración entre varios desarrolladores en un mismo proyecto, facilitando la gestión de conflictos y la integración de cambios.</a:t>
          </a:r>
        </a:p>
      </dsp:txBody>
      <dsp:txXfrm>
        <a:off x="8667751" y="774629"/>
        <a:ext cx="2625588" cy="1575353"/>
      </dsp:txXfrm>
    </dsp:sp>
    <dsp:sp modelId="{304433B9-70DF-46B4-B9FD-1231EB2F4B8A}">
      <dsp:nvSpPr>
        <dsp:cNvPr id="0" name=""/>
        <dsp:cNvSpPr/>
      </dsp:nvSpPr>
      <dsp:spPr>
        <a:xfrm>
          <a:off x="3309" y="2612541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Integración con herramientas de terceros</a:t>
          </a:r>
          <a:r>
            <a:rPr lang="es-ES" sz="1400" kern="1200" dirty="0"/>
            <a:t>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puede integrarse fácilmente con herramientas como GitHub, </a:t>
          </a:r>
          <a:r>
            <a:rPr lang="es-ES" sz="1400" kern="1200" dirty="0" err="1"/>
            <a:t>Bitbucket</a:t>
          </a:r>
          <a:r>
            <a:rPr lang="es-ES" sz="1400" kern="1200" dirty="0"/>
            <a:t>, JIRA, Travis CI, etc.</a:t>
          </a:r>
        </a:p>
      </dsp:txBody>
      <dsp:txXfrm>
        <a:off x="3309" y="2612541"/>
        <a:ext cx="2625588" cy="1575353"/>
      </dsp:txXfrm>
    </dsp:sp>
    <dsp:sp modelId="{55CA7C1F-F84A-4E35-A8A5-4E3DCC859E26}">
      <dsp:nvSpPr>
        <dsp:cNvPr id="0" name=""/>
        <dsp:cNvSpPr/>
      </dsp:nvSpPr>
      <dsp:spPr>
        <a:xfrm>
          <a:off x="2891456" y="2612541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Seguridad:</a:t>
          </a:r>
          <a:r>
            <a:rPr lang="es-E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proporciona mecanismos para proteger y garantizar la integridad del código fuente, incluyendo la autenticación y el cifrado.</a:t>
          </a:r>
        </a:p>
      </dsp:txBody>
      <dsp:txXfrm>
        <a:off x="2891456" y="2612541"/>
        <a:ext cx="2625588" cy="1575353"/>
      </dsp:txXfrm>
    </dsp:sp>
    <dsp:sp modelId="{D869DF7A-7B4B-426D-B496-2858C4603A24}">
      <dsp:nvSpPr>
        <dsp:cNvPr id="0" name=""/>
        <dsp:cNvSpPr/>
      </dsp:nvSpPr>
      <dsp:spPr>
        <a:xfrm>
          <a:off x="5779604" y="2612541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Eficiencia: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 utiliza algoritmos eficientes para almacenar y recuperar cambios, lo que permite trabajar con proyectos grandes y complejos de forma rápida y eficiente.</a:t>
          </a:r>
        </a:p>
      </dsp:txBody>
      <dsp:txXfrm>
        <a:off x="5779604" y="2612541"/>
        <a:ext cx="2625588" cy="1575353"/>
      </dsp:txXfrm>
    </dsp:sp>
    <dsp:sp modelId="{4959A8E2-A5A9-4C55-B7F9-7344A3148FA5}">
      <dsp:nvSpPr>
        <dsp:cNvPr id="0" name=""/>
        <dsp:cNvSpPr/>
      </dsp:nvSpPr>
      <dsp:spPr>
        <a:xfrm>
          <a:off x="8667751" y="2612541"/>
          <a:ext cx="2625588" cy="15753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/>
            <a:t>Flexibilidad:</a:t>
          </a:r>
          <a:r>
            <a:rPr lang="es-E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puede ser utilizado en una amplia variedad de proyectos y tecnologías, desde pequeños proyectos personales hasta grandes proyectos empresariales.</a:t>
          </a:r>
        </a:p>
      </dsp:txBody>
      <dsp:txXfrm>
        <a:off x="8667751" y="2612541"/>
        <a:ext cx="2625588" cy="15753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BFF0E-442F-4010-A917-E0FE268DA270}">
      <dsp:nvSpPr>
        <dsp:cNvPr id="0" name=""/>
        <dsp:cNvSpPr/>
      </dsp:nvSpPr>
      <dsp:spPr>
        <a:xfrm>
          <a:off x="9242" y="507161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Flujo de trabajo centralizado o Wordkflow centralizado</a:t>
          </a:r>
        </a:p>
      </dsp:txBody>
      <dsp:txXfrm>
        <a:off x="57787" y="555706"/>
        <a:ext cx="2665308" cy="1560349"/>
      </dsp:txXfrm>
    </dsp:sp>
    <dsp:sp modelId="{6EC0E0EF-0392-488D-B7FC-2F234F147A3F}">
      <dsp:nvSpPr>
        <dsp:cNvPr id="0" name=""/>
        <dsp:cNvSpPr/>
      </dsp:nvSpPr>
      <dsp:spPr>
        <a:xfrm>
          <a:off x="3047880" y="993344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900" kern="1200"/>
        </a:p>
      </dsp:txBody>
      <dsp:txXfrm>
        <a:off x="3047880" y="1130359"/>
        <a:ext cx="409940" cy="411044"/>
      </dsp:txXfrm>
    </dsp:sp>
    <dsp:sp modelId="{D436FDD0-C0F7-4B22-B7DA-ADFA6C5ED795}">
      <dsp:nvSpPr>
        <dsp:cNvPr id="0" name=""/>
        <dsp:cNvSpPr/>
      </dsp:nvSpPr>
      <dsp:spPr>
        <a:xfrm>
          <a:off x="3876600" y="507161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Flujo de trabajo con gestor de integración</a:t>
          </a:r>
        </a:p>
      </dsp:txBody>
      <dsp:txXfrm>
        <a:off x="3925145" y="555706"/>
        <a:ext cx="2665308" cy="1560349"/>
      </dsp:txXfrm>
    </dsp:sp>
    <dsp:sp modelId="{897D3BBA-6ACB-4EAD-8F13-8D01443CAD77}">
      <dsp:nvSpPr>
        <dsp:cNvPr id="0" name=""/>
        <dsp:cNvSpPr/>
      </dsp:nvSpPr>
      <dsp:spPr>
        <a:xfrm>
          <a:off x="6915239" y="993344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900" kern="1200"/>
        </a:p>
      </dsp:txBody>
      <dsp:txXfrm>
        <a:off x="6915239" y="1130359"/>
        <a:ext cx="409940" cy="411044"/>
      </dsp:txXfrm>
    </dsp:sp>
    <dsp:sp modelId="{6FD07009-B166-4E7E-A90A-C800EA099AA0}">
      <dsp:nvSpPr>
        <dsp:cNvPr id="0" name=""/>
        <dsp:cNvSpPr/>
      </dsp:nvSpPr>
      <dsp:spPr>
        <a:xfrm>
          <a:off x="7743958" y="507161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flujo de trabajo con dictador y tenientes</a:t>
          </a:r>
        </a:p>
      </dsp:txBody>
      <dsp:txXfrm>
        <a:off x="7792503" y="555706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3CA43-E341-91A2-B58E-E12D76A07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F8C802-D69F-6AA4-1A88-944D69B43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6B7E4D-BAD0-14D5-15F6-02A562DB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755D6D-87D7-C10D-C6DE-02AEFB87D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00DB77-DB90-9D4D-FCA0-C8FC3F52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59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CADE3-7932-2249-1CD2-578BCCC4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A666AF-26D0-1CF7-096C-D0520545F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D9C5F4-072E-CF23-2DEE-80EBFEE0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2F3955-798A-4110-D8B5-DADD2EBF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8451D2-E424-BC6B-42E6-3952253C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74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568CC-A724-C6E2-2265-8FFC6B09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8147DF-BC4D-844E-9827-91C92E189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8E8BE-B077-9E98-339B-691E6742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907AEA-3180-12BF-8BA3-C8A71A0D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98B9F0-B0DA-2093-817D-4CE4BE8B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473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5A413-BE95-B5CC-53A8-5639A86F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F6FE81-DC5D-0AA1-DAFD-93C5C3D4B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C71864-5B92-EF3B-2C2B-06A32DB0A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4F20F8-438C-3D57-696B-6D21F8C4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A9A189-28F8-0CA6-0534-6B096DDF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6BA62F-4892-21DA-9EBC-474F2C59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67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44EEB-250D-2B19-F2AC-C3D369EE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11AA45-2E91-B0D8-D355-32E574E6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8FD9C7-D675-5D5C-AF18-78D778DAE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8DA16A-5D36-4915-4686-257C877A6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6BA7BD-01B8-4DF0-27EE-28101F88C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29C005-B8D4-6B48-AA75-6D52DB4D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031908-856B-5F95-AB02-03ECABF6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5B06D1-6901-DDD5-F9FF-298D8A15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394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58529-0566-1BB0-01E5-A06B6B20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395175-1749-3ACD-8C0A-5FD717EC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76CB413-04AB-13C2-0385-39AD87C0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C0973C-71F9-F508-675D-4F025058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51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767022-D124-8906-84C6-0CC2B104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32F087-9C09-287B-F640-89691DD8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CF5EB2-3783-04B7-324C-32BF9D15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709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20975-DC64-425C-BC9E-D1A3C746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4CDC6B-4FC9-7D81-603B-E6E9462C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137C91-45C5-618A-50A2-B189D11C8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75013A-F9AF-3AC6-5BB9-283D9BC02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11106E-3DF5-3CF8-ACC4-8015BEB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A44513-2180-7C0D-91E6-EF553058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89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860D2-E210-55BF-8824-84D60DD7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DB3CE3-B93D-022C-BDA7-521482675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6FFC0D-5D36-9114-19D9-2EF919118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0C7D3-0015-4EE1-965C-6D504A28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F95D4F-1433-E186-D80A-759CAF42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54964C-119B-DEE5-527E-94B7E1A1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43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7B908-4346-8D65-BF5B-67BD57974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679695-4F07-2972-2DA2-EBF55FD49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63310-6161-207B-7269-31FFA347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53540A-B460-A619-5E6A-9191483D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0918A2-629E-34EE-070F-8F88D527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705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0BFDEC-E4E3-F77A-0711-F3E0435A7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B816C4-3B7E-F9FA-B87C-A987DC484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A7CAD9-B709-3444-A01A-F203E292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E0FD57-62CB-FE69-B000-2A5E69B3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2CCE4B-0F2D-E432-8F15-82958BA0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967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628219-4E3B-C932-D214-8FDB2D4F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B425C5-D31D-33CC-2165-8A822CBC6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70CC6D-B1C6-881B-7786-22981B58D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DCB87-7010-45C9-B3DB-93A8A6B4413F}" type="datetimeFigureOut">
              <a:rPr lang="es-ES" smtClean="0"/>
              <a:t>20/11/2024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E1BEA8-9A84-81BC-B38A-E23437AFB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3620C0-0977-8F07-5E6E-8BDE1E560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8CF8C-E5D1-4D0E-92BF-1FF9220A4B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64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1E265-0121-CFBE-12A9-6C6A10674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UNIDAD 7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F00CF3-5A2A-6201-A6F2-12422E682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600" cap="all" dirty="0">
                <a:solidFill>
                  <a:srgbClr val="4472C4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de versiones</a:t>
            </a:r>
            <a:endParaRPr lang="es-ES" sz="4400" dirty="0"/>
          </a:p>
        </p:txBody>
      </p:sp>
    </p:spTree>
    <p:extLst>
      <p:ext uri="{BB962C8B-B14F-4D97-AF65-F5344CB8AC3E}">
        <p14:creationId xmlns:p14="http://schemas.microsoft.com/office/powerpoint/2010/main" val="300534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8050C-CA41-6CC2-0464-37B344D3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493711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GIT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E9B949-5F42-0F5B-ABA3-EA7823E19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671513"/>
            <a:ext cx="10515600" cy="4351338"/>
          </a:xfrm>
        </p:spPr>
        <p:txBody>
          <a:bodyPr/>
          <a:lstStyle/>
          <a:p>
            <a:r>
              <a:rPr lang="es-E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Git es un sistema de control de versiones distribuido y de código abierto. A continuación, se detallan algunas de sus características principales:</a:t>
            </a:r>
            <a:endParaRPr lang="es-E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ES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BC3C907-19D1-F10D-DAE0-ABAECCF983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2281219"/>
              </p:ext>
            </p:extLst>
          </p:nvPr>
        </p:nvGraphicFramePr>
        <p:xfrm>
          <a:off x="514350" y="1552575"/>
          <a:ext cx="11296650" cy="4962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16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E78DD-01F2-FE1C-6D17-E8D21FC7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s-ES" sz="1800" b="1" u="sng" kern="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Almacenamiento en diferentes versiones</a:t>
            </a:r>
            <a:br>
              <a:rPr lang="es-ES" sz="1800" b="1" u="sng" kern="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E999D1-B953-C793-F58C-8FFB949B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681038"/>
            <a:ext cx="10763250" cy="5495925"/>
          </a:xfrm>
        </p:spPr>
        <p:txBody>
          <a:bodyPr/>
          <a:lstStyle/>
          <a:p>
            <a:pPr marL="365760" indent="-365760" algn="just">
              <a:lnSpc>
                <a:spcPct val="150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de Control de Versiones Locales</a:t>
            </a:r>
            <a:endParaRPr lang="es-ES" sz="1800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Los sistemas de control de versiones locales en vez de mantener las versiones como archivos independientes, los almacenaban en una base de datos</a:t>
            </a:r>
          </a:p>
          <a:p>
            <a:pPr marL="365760" indent="-365760" algn="just">
              <a:lnSpc>
                <a:spcPct val="150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de Control de Versiones Centralizados</a:t>
            </a:r>
            <a:endParaRPr lang="es-ES" sz="1800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facilitar la colaboración de múltiples desarrolladores en un solo proyecto los sistemas de control de versiones evolucionaron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E19A98-043D-2E74-C838-5AF19D40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452" y="3106420"/>
            <a:ext cx="3261995" cy="3140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497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8C7288-BF5A-C3CD-2773-B39F4D355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25425"/>
            <a:ext cx="10515600" cy="4351338"/>
          </a:xfrm>
        </p:spPr>
        <p:txBody>
          <a:bodyPr/>
          <a:lstStyle/>
          <a:p>
            <a:pPr marL="365760" indent="-365760" algn="just">
              <a:lnSpc>
                <a:spcPct val="150000"/>
              </a:lnSpc>
              <a:spcAft>
                <a:spcPts val="800"/>
              </a:spcAft>
            </a:pPr>
            <a:r>
              <a:rPr lang="es-ES" sz="1800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Sistemas de Control de Versiones Distribuidos</a:t>
            </a:r>
            <a:endParaRPr lang="es-ES" sz="1800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siguiente generación de sistemas de control de versiones se alejó de la idea de un solo repositorio centralizado y optó por darle a cada desarrollador una copia local de todo el proyecto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8BCEE0-C016-943F-FB7C-FFAAD5A01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859" y="1629092"/>
            <a:ext cx="4361815" cy="4415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572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14EDC-FFBA-4510-1369-B4A6D14A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4950"/>
          </a:xfrm>
        </p:spPr>
        <p:txBody>
          <a:bodyPr>
            <a:normAutofit fontScale="90000"/>
          </a:bodyPr>
          <a:lstStyle/>
          <a:p>
            <a:r>
              <a:rPr lang="es-ES" sz="1800" b="1" u="sng" kern="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Tipos de colaboración en un SCV</a:t>
            </a:r>
            <a:br>
              <a:rPr lang="es-ES" sz="1800" b="1" u="sng" kern="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5D6131E-5AC6-6B3E-4984-359BE7A23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159695"/>
              </p:ext>
            </p:extLst>
          </p:nvPr>
        </p:nvGraphicFramePr>
        <p:xfrm>
          <a:off x="838200" y="100012"/>
          <a:ext cx="10515600" cy="2671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01930D9-260C-DC4E-6BBB-9A73D76A034A}"/>
              </a:ext>
            </a:extLst>
          </p:cNvPr>
          <p:cNvSpPr txBox="1"/>
          <p:nvPr/>
        </p:nvSpPr>
        <p:spPr>
          <a:xfrm>
            <a:off x="381000" y="2417301"/>
            <a:ext cx="3543300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lnSpc>
                <a:spcPct val="150000"/>
              </a:lnSpc>
              <a:spcAft>
                <a:spcPts val="800"/>
              </a:spcAft>
            </a:pPr>
            <a:r>
              <a:rPr lang="es-ES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Flujo de trabajo centralizado o </a:t>
            </a:r>
            <a:r>
              <a:rPr lang="es-ES" b="1" dirty="0" err="1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Wordkflow</a:t>
            </a:r>
            <a:r>
              <a:rPr lang="es-ES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centralizado</a:t>
            </a:r>
            <a:endParaRPr lang="es-ES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¿Qué es? </a:t>
            </a:r>
            <a:endParaRPr lang="es-E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E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Flujo de trabajo centralizado o </a:t>
            </a:r>
            <a:r>
              <a:rPr lang="es-E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Wordkflow</a:t>
            </a:r>
            <a:r>
              <a:rPr lang="es-E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centralado</a:t>
            </a:r>
            <a:r>
              <a:rPr lang="es-E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El flujo de trabajo centralizado es un modelo de colaboración en el que todos los desarrolladores trabajan en una única rama principal del repositorio. </a:t>
            </a:r>
            <a:r>
              <a:rPr lang="es-E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Pefecto</a:t>
            </a:r>
            <a:r>
              <a:rPr lang="es-E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equipos pequeños y proyectos simples</a:t>
            </a:r>
            <a:endParaRPr lang="es-ES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FE0ADC-F00B-8453-D9E6-53527AFC1A93}"/>
              </a:ext>
            </a:extLst>
          </p:cNvPr>
          <p:cNvSpPr txBox="1"/>
          <p:nvPr/>
        </p:nvSpPr>
        <p:spPr>
          <a:xfrm>
            <a:off x="4514850" y="2390290"/>
            <a:ext cx="3162300" cy="4519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 algn="just">
              <a:lnSpc>
                <a:spcPct val="150000"/>
              </a:lnSpc>
              <a:spcAft>
                <a:spcPts val="800"/>
              </a:spcAft>
            </a:pPr>
            <a:r>
              <a:rPr lang="es-ES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Flujo de trabajo con gestor de integración</a:t>
            </a:r>
            <a:endParaRPr lang="es-ES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ES" sz="16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¿Qué es?</a:t>
            </a:r>
            <a:endParaRPr lang="es-E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E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flujo de trabajo con un gestor de integración (también conocido como gestor de integración continua) es un modelo de colaboración que se enfoca en la integración y verificación continua de los cambios realizados en el repositorio. Proyectos mas grandes.</a:t>
            </a:r>
            <a:endParaRPr lang="es-ES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D099B6-4720-FE6E-3C2C-FB32C7D75064}"/>
              </a:ext>
            </a:extLst>
          </p:cNvPr>
          <p:cNvSpPr txBox="1"/>
          <p:nvPr/>
        </p:nvSpPr>
        <p:spPr>
          <a:xfrm>
            <a:off x="7924800" y="2390290"/>
            <a:ext cx="381000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 algn="just">
              <a:lnSpc>
                <a:spcPct val="150000"/>
              </a:lnSpc>
              <a:spcAft>
                <a:spcPts val="800"/>
              </a:spcAft>
            </a:pPr>
            <a:r>
              <a:rPr lang="es-ES" sz="2000" b="1" dirty="0">
                <a:solidFill>
                  <a:srgbClr val="1F3864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Flujo de trabajo con dictador y tenientes</a:t>
            </a:r>
            <a:endParaRPr lang="es-ES" sz="2000" b="1" dirty="0">
              <a:solidFill>
                <a:srgbClr val="1F3864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s-ES" sz="1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¿Qué es?</a:t>
            </a:r>
            <a:endParaRPr lang="es-E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s-E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flujo de trabajo con dictador y tenientes (también conocido como "modelo de tenientes") es un modelo de colaboración que se utiliza en proyectos de código abierto y software libre.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414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799D1-A8F9-D023-D2BE-B04F89C1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58750"/>
          </a:xfrm>
        </p:spPr>
        <p:txBody>
          <a:bodyPr>
            <a:normAutofit fontScale="90000"/>
          </a:bodyPr>
          <a:lstStyle/>
          <a:p>
            <a:r>
              <a:rPr lang="en-GB" sz="1800" b="1" u="sng" kern="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GITHUB Y GIT, GITHUB DESKTOP</a:t>
            </a:r>
            <a:br>
              <a:rPr lang="es-ES" sz="1800" b="1" u="sng" kern="0" dirty="0"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pic>
        <p:nvPicPr>
          <p:cNvPr id="4" name="Imagen 3" descr="Tutorial sobre Git, github y los VCS - Blog de Informática ✏ Luisi">
            <a:extLst>
              <a:ext uri="{FF2B5EF4-FFF2-40B4-BE49-F238E27FC236}">
                <a16:creationId xmlns:a16="http://schemas.microsoft.com/office/drawing/2014/main" id="{63180455-D0A1-4A83-9071-C4F4BA4F8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523876"/>
            <a:ext cx="10609021" cy="5968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90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87159-15BA-A9E1-9166-647BB29E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1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s-ES" dirty="0"/>
              <a:t>instrucciones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A0D655-3A81-0128-D116-79D356E0A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552450"/>
            <a:ext cx="10887075" cy="6197599"/>
          </a:xfrm>
        </p:spPr>
        <p:txBody>
          <a:bodyPr/>
          <a:lstStyle/>
          <a:p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creará un nuevo repositorio local GIT. El siguiente comando de Git creará un repositorio en el directorio actual: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init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[nombre del proyecto]</a:t>
            </a:r>
            <a:endParaRPr lang="es-ES" sz="1800" dirty="0"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15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clone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se usa para copiar un repositorio. Si el repositorio está en un servidor remoto, usa:</a:t>
            </a:r>
            <a:endParaRPr lang="es-ES" sz="1800" spc="25" dirty="0">
              <a:solidFill>
                <a:srgbClr val="36344D"/>
              </a:solidFill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GB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git clone </a:t>
            </a:r>
            <a:r>
              <a:rPr lang="en-GB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nombredeusuario@host</a:t>
            </a:r>
            <a:r>
              <a:rPr lang="en-GB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:/path/to/repository</a:t>
            </a:r>
            <a:endParaRPr lang="es-ES" sz="1800" dirty="0">
              <a:solidFill>
                <a:srgbClr val="36344D"/>
              </a:solidFill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15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add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 usa para agregar archivos al área de preparación. Por ejemplo, el siguiente comando de Git básico indexará el archivo temp.txt:</a:t>
            </a:r>
            <a:endParaRPr lang="es-ES" sz="1800" spc="25" dirty="0">
              <a:solidFill>
                <a:srgbClr val="36344D"/>
              </a:solidFill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add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&lt;temp.txt&gt;</a:t>
            </a:r>
            <a:endParaRPr lang="es-ES" sz="1800" dirty="0"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15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commit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creará una instantánea de los cambios y la guardará en el directorio </a:t>
            </a:r>
            <a:r>
              <a:rPr lang="es-ES" sz="1800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ES" sz="1800" dirty="0">
              <a:solidFill>
                <a:srgbClr val="36344D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–m “El mensaje que acompaña  al 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va aquí”</a:t>
            </a:r>
            <a:endParaRPr lang="es-ES" sz="1800" dirty="0"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ts val="15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opción </a:t>
            </a: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global 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 dice a GIT que vas a usar ese correo electrónico para todos los repositorios locales. Si quieres utilizar diferentes correos electrónicos para diferentes repositorios, usa el siguiente comando: </a:t>
            </a:r>
          </a:p>
          <a:p>
            <a:pPr marL="0" lvl="0" indent="0" algn="l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 config --global user.name "</a:t>
            </a:r>
            <a:r>
              <a:rPr lang="en-US" sz="1800" dirty="0" err="1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albertoruiz</a:t>
            </a:r>
            <a:r>
              <a:rPr lang="en-US" sz="1800" dirty="0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lvl="0" indent="0" algn="l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n-US" sz="1800" dirty="0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 config --global </a:t>
            </a:r>
            <a:r>
              <a:rPr lang="en-US" sz="1800" dirty="0" err="1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user.email</a:t>
            </a:r>
            <a:r>
              <a:rPr lang="en-US" sz="1800" dirty="0"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"albertoruizprofesor@gmail.com"</a:t>
            </a:r>
            <a:endParaRPr lang="es-ES" sz="1800" dirty="0"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status 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muestra la lista de los archivos que se han cambiado junto con los archivos que están por ser preparados o confirmados.</a:t>
            </a:r>
            <a:endParaRPr lang="es-ES" sz="1800" dirty="0">
              <a:solidFill>
                <a:srgbClr val="36344D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6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A46E9-D44A-6309-D28E-CE80279A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s-ES" dirty="0"/>
              <a:t>instrucciones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6EB42-E2C2-4B92-58E5-F4F822F9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704850"/>
            <a:ext cx="11630025" cy="5800725"/>
          </a:xfrm>
        </p:spPr>
        <p:txBody>
          <a:bodyPr/>
          <a:lstStyle/>
          <a:p>
            <a:pPr marL="342900" lvl="0" indent="-342900" algn="l">
              <a:lnSpc>
                <a:spcPts val="15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push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 usa para enviar confirmaciones locales a la rama maestra del repositorio remoto. Aquí está la estructura básica del código:</a:t>
            </a:r>
          </a:p>
          <a:p>
            <a:pPr marL="0" lvl="0" indent="0" algn="l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push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 </a:t>
            </a:r>
            <a:r>
              <a:rPr lang="es-ES" sz="1800" dirty="0" err="1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origin</a:t>
            </a:r>
            <a:r>
              <a:rPr lang="es-ES" sz="180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Georgia" panose="02040502050405020303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 &lt;master&gt;</a:t>
            </a:r>
            <a:endParaRPr lang="es-ES" sz="1800" dirty="0">
              <a:effectLst/>
              <a:highlight>
                <a:srgbClr val="FFFF00"/>
              </a:highlight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ts val="1500"/>
              </a:lnSpc>
              <a:spcAft>
                <a:spcPts val="600"/>
              </a:spcAft>
            </a:pPr>
            <a:r>
              <a:rPr lang="es-ES" sz="1800" b="1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Pull</a:t>
            </a:r>
            <a:r>
              <a:rPr lang="es-ES" sz="1800" b="1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Básicamente, lo que realiza un </a:t>
            </a:r>
            <a:r>
              <a:rPr lang="es-ES" sz="1800" spc="25" dirty="0" err="1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pull</a:t>
            </a:r>
            <a:r>
              <a:rPr lang="es-ES" sz="1800" spc="25" dirty="0">
                <a:solidFill>
                  <a:srgbClr val="36344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es obtener los cambios que están en el repositorio remoto (como GitHub) y fusionarlos con tu rama local.</a:t>
            </a: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pull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origin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main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o en su defecto el </a:t>
            </a:r>
            <a:r>
              <a:rPr lang="es-ES" sz="180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Branch que hayas creado</a:t>
            </a:r>
            <a:endParaRPr lang="es-ES" sz="1800" dirty="0">
              <a:solidFill>
                <a:srgbClr val="212529"/>
              </a:solidFill>
              <a:highlight>
                <a:srgbClr val="FFFF00"/>
              </a:highlight>
              <a:latin typeface="Georgia" panose="02040502050405020303" pitchFamily="18" charset="0"/>
              <a:cs typeface="Courier New" panose="02070309020205020404" pitchFamily="49" charset="0"/>
            </a:endParaRPr>
          </a:p>
          <a:p>
            <a:r>
              <a:rPr lang="es-ES" sz="1800" b="1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git</a:t>
            </a:r>
            <a:r>
              <a:rPr lang="es-ES" sz="1800" b="1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Branch: </a:t>
            </a:r>
            <a:r>
              <a:rPr lang="es-ES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te permite crear ramas, se usa para trabajar de manera colaborativa, creando diferentes tareas distintas a la rama principal master o </a:t>
            </a:r>
            <a:r>
              <a:rPr lang="es-ES" sz="1800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main</a:t>
            </a:r>
            <a:endParaRPr lang="es-ES" sz="1800" spc="25" dirty="0">
              <a:solidFill>
                <a:srgbClr val="36344D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branch</a:t>
            </a:r>
            <a:r>
              <a:rPr lang="es-ES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nombre_del_Branch</a:t>
            </a:r>
            <a:endParaRPr lang="es-ES" sz="1800" dirty="0">
              <a:solidFill>
                <a:srgbClr val="212529"/>
              </a:solidFill>
              <a:highlight>
                <a:srgbClr val="FFFF00"/>
              </a:highlight>
              <a:latin typeface="Georgia" panose="02040502050405020303" pitchFamily="18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spcAft>
                <a:spcPts val="600"/>
              </a:spcAft>
              <a:buSzPts val="1000"/>
              <a:tabLst>
                <a:tab pos="457200" algn="l"/>
              </a:tabLst>
            </a:pPr>
            <a:r>
              <a:rPr lang="fr-FR" sz="1800" b="1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git </a:t>
            </a:r>
            <a:r>
              <a:rPr lang="fr-FR" sz="1800" b="1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checkout</a:t>
            </a:r>
            <a:r>
              <a:rPr lang="fr-FR" sz="1800" b="1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: </a:t>
            </a:r>
            <a:r>
              <a:rPr lang="fr-FR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me </a:t>
            </a:r>
            <a:r>
              <a:rPr lang="fr-FR" sz="1800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permite</a:t>
            </a:r>
            <a:r>
              <a:rPr lang="fr-FR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fr-FR" sz="1800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cambiar</a:t>
            </a:r>
            <a:r>
              <a:rPr lang="fr-FR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de </a:t>
            </a:r>
            <a:r>
              <a:rPr lang="fr-FR" sz="1800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una</a:t>
            </a:r>
            <a:r>
              <a:rPr lang="fr-FR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rama a </a:t>
            </a:r>
            <a:r>
              <a:rPr lang="fr-FR" sz="1800" spc="25" dirty="0" err="1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otra</a:t>
            </a:r>
            <a:r>
              <a:rPr lang="fr-FR" sz="1800" spc="25" dirty="0">
                <a:solidFill>
                  <a:srgbClr val="36344D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fr-FR" sz="1800" dirty="0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git </a:t>
            </a:r>
            <a:r>
              <a:rPr lang="fr-FR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checkout</a:t>
            </a:r>
            <a:r>
              <a:rPr lang="fr-FR" sz="1800" dirty="0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fr-FR" sz="1800" dirty="0" err="1">
                <a:solidFill>
                  <a:srgbClr val="212529"/>
                </a:solidFill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nombre_del_branch</a:t>
            </a:r>
            <a:endParaRPr lang="fr-FR" sz="1800" dirty="0">
              <a:solidFill>
                <a:srgbClr val="212529"/>
              </a:solidFill>
              <a:highlight>
                <a:srgbClr val="FFFF00"/>
              </a:highlight>
              <a:latin typeface="Georgia" panose="02040502050405020303" pitchFamily="18" charset="0"/>
              <a:cs typeface="Courier New" panose="02070309020205020404" pitchFamily="49" charset="0"/>
            </a:endParaRP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. </a:t>
            </a:r>
            <a:r>
              <a:rPr lang="es-ES" sz="1800" b="1" dirty="0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Git </a:t>
            </a:r>
            <a:r>
              <a:rPr lang="es-ES" sz="1800" b="1" dirty="0" err="1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merge</a:t>
            </a:r>
            <a:r>
              <a:rPr lang="es-ES" sz="1800" b="1" dirty="0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: </a:t>
            </a:r>
            <a:r>
              <a:rPr lang="es-ES" sz="1800" dirty="0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se utiliza para fusionar ramas locales, en este ejemplo fusionamos una rama con la que tenemos activa</a:t>
            </a: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dirty="0" err="1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git</a:t>
            </a:r>
            <a:r>
              <a:rPr lang="es-ES" sz="1800" dirty="0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merge</a:t>
            </a:r>
            <a:r>
              <a:rPr lang="es-ES" sz="1800" dirty="0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 </a:t>
            </a:r>
            <a:r>
              <a:rPr lang="es-ES" sz="1800" dirty="0" err="1">
                <a:highlight>
                  <a:srgbClr val="FFFF00"/>
                </a:highlight>
                <a:latin typeface="Georgia" panose="02040502050405020303" pitchFamily="18" charset="0"/>
                <a:cs typeface="Courier New" panose="02070309020205020404" pitchFamily="49" charset="0"/>
              </a:rPr>
              <a:t>nombre_de_la_otra_rama</a:t>
            </a:r>
            <a:endParaRPr lang="es-ES" sz="1800" dirty="0">
              <a:highlight>
                <a:srgbClr val="FFFF00"/>
              </a:highlight>
              <a:latin typeface="Georgia" panose="02040502050405020303" pitchFamily="18" charset="0"/>
              <a:cs typeface="Courier New" panose="02070309020205020404" pitchFamily="49" charset="0"/>
            </a:endParaRPr>
          </a:p>
          <a:p>
            <a:pPr marL="0" indent="0">
              <a:lnSpc>
                <a:spcPts val="1500"/>
              </a:lnSpc>
              <a:spcAft>
                <a:spcPts val="600"/>
              </a:spcAft>
              <a:buSzPts val="1000"/>
              <a:buNone/>
              <a:tabLst>
                <a:tab pos="457200" algn="l"/>
              </a:tabLst>
            </a:pPr>
            <a:r>
              <a:rPr lang="es-ES" sz="1800" b="1" dirty="0" err="1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git</a:t>
            </a:r>
            <a:r>
              <a:rPr lang="es-ES" sz="1800" b="1" dirty="0">
                <a:solidFill>
                  <a:srgbClr val="212529"/>
                </a:solidFill>
                <a:latin typeface="Georgia" panose="02040502050405020303" pitchFamily="18" charset="0"/>
                <a:cs typeface="Courier New" panose="02070309020205020404" pitchFamily="49" charset="0"/>
              </a:rPr>
              <a:t> remote –v: con esta instrucción podemos saber el repositorio clonado</a:t>
            </a:r>
          </a:p>
        </p:txBody>
      </p:sp>
    </p:spTree>
    <p:extLst>
      <p:ext uri="{BB962C8B-B14F-4D97-AF65-F5344CB8AC3E}">
        <p14:creationId xmlns:p14="http://schemas.microsoft.com/office/powerpoint/2010/main" val="239661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BEEA0-F7AD-BDF4-1767-2C9039DF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s-ES" dirty="0"/>
              <a:t>En caso de error con alguna de las ramas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8839B2-50AB-A913-C1E0-0E39074E9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736600"/>
            <a:ext cx="11760200" cy="6022974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Si los cambios los has realizado en la rama data y deseas fusionar esos cambios en la rama principal (</a:t>
            </a:r>
            <a:r>
              <a:rPr lang="es-ES" dirty="0" err="1"/>
              <a:t>main</a:t>
            </a:r>
            <a:r>
              <a:rPr lang="es-ES" dirty="0"/>
              <a:t> o master), puedes hacerlo mediante una operación de fusión (</a:t>
            </a:r>
            <a:r>
              <a:rPr lang="es-ES" dirty="0" err="1"/>
              <a:t>merge</a:t>
            </a:r>
            <a:r>
              <a:rPr lang="es-ES" dirty="0"/>
              <a:t>). Aquí hay algunos pasos para realizar la fusión:</a:t>
            </a:r>
          </a:p>
          <a:p>
            <a:endParaRPr lang="es-ES" dirty="0"/>
          </a:p>
          <a:p>
            <a:r>
              <a:rPr lang="es-ES" dirty="0"/>
              <a:t>Asegúrate de estar en la rama principal: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  # o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master</a:t>
            </a:r>
          </a:p>
          <a:p>
            <a:r>
              <a:rPr lang="es-ES" dirty="0"/>
              <a:t>Fusiona los cambios desde la rama data: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merge</a:t>
            </a:r>
            <a:r>
              <a:rPr lang="es-ES" dirty="0"/>
              <a:t> data</a:t>
            </a:r>
          </a:p>
          <a:p>
            <a:r>
              <a:rPr lang="es-ES" dirty="0"/>
              <a:t>Esto combinará los cambios de la rama data en la rama principal.</a:t>
            </a:r>
          </a:p>
          <a:p>
            <a:endParaRPr lang="es-ES" dirty="0"/>
          </a:p>
          <a:p>
            <a:r>
              <a:rPr lang="es-ES" dirty="0"/>
              <a:t>Resuelve cualquier conflicto que pueda surgir durante la fusión, si es necesario.</a:t>
            </a:r>
          </a:p>
          <a:p>
            <a:endParaRPr lang="es-ES" dirty="0"/>
          </a:p>
          <a:p>
            <a:r>
              <a:rPr lang="es-ES" dirty="0"/>
              <a:t>Haz </a:t>
            </a:r>
            <a:r>
              <a:rPr lang="es-ES" dirty="0" err="1"/>
              <a:t>push</a:t>
            </a:r>
            <a:r>
              <a:rPr lang="es-ES" dirty="0"/>
              <a:t> de la rama principal al repositorio remoto:</a:t>
            </a:r>
          </a:p>
          <a:p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  # o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3357936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39BE8-2B9A-5C49-0BB8-F3CE3DE8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26"/>
            <a:ext cx="10515600" cy="557212"/>
          </a:xfrm>
        </p:spPr>
        <p:txBody>
          <a:bodyPr>
            <a:normAutofit/>
          </a:bodyPr>
          <a:lstStyle/>
          <a:p>
            <a:r>
              <a:rPr lang="es-ES" sz="3200" dirty="0"/>
              <a:t>Caso de otro usuario, subir ficheros desde una rama en local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B65F7A-4F86-1B8E-FAEF-A5F0DF539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28700"/>
            <a:ext cx="11772900" cy="5473700"/>
          </a:xfrm>
        </p:spPr>
        <p:txBody>
          <a:bodyPr>
            <a:normAutofit fontScale="92500" lnSpcReduction="10000"/>
          </a:bodyPr>
          <a:lstStyle/>
          <a:p>
            <a:r>
              <a:rPr lang="es-ES" b="1" dirty="0"/>
              <a:t>Crear una solicitud de extracción (</a:t>
            </a:r>
            <a:r>
              <a:rPr lang="es-ES" b="1" dirty="0" err="1"/>
              <a:t>pull</a:t>
            </a:r>
            <a:r>
              <a:rPr lang="es-ES" b="1" dirty="0"/>
              <a:t> </a:t>
            </a:r>
            <a:r>
              <a:rPr lang="es-ES" b="1" dirty="0" err="1"/>
              <a:t>request</a:t>
            </a:r>
            <a:r>
              <a:rPr lang="es-ES" b="1" dirty="0"/>
              <a:t>):</a:t>
            </a:r>
          </a:p>
          <a:p>
            <a:r>
              <a:rPr lang="es-ES" dirty="0"/>
              <a:t>La persona crearía una solicitud de extracción desde su rama </a:t>
            </a:r>
            <a:r>
              <a:rPr lang="es-ES" dirty="0" err="1"/>
              <a:t>picard</a:t>
            </a:r>
            <a:r>
              <a:rPr lang="es-ES" dirty="0"/>
              <a:t> hacia la rama que desea fusionar en tu repositorio principal (por ejemplo, </a:t>
            </a:r>
            <a:r>
              <a:rPr lang="es-ES" dirty="0" err="1"/>
              <a:t>main</a:t>
            </a:r>
            <a:r>
              <a:rPr lang="es-ES" dirty="0"/>
              <a:t> o master). Esto se puede hacer desde la interfaz web de GitHub.</a:t>
            </a:r>
          </a:p>
          <a:p>
            <a:endParaRPr lang="es-ES" dirty="0"/>
          </a:p>
          <a:p>
            <a:r>
              <a:rPr lang="es-ES" b="1" dirty="0"/>
              <a:t>Revisión y fusión:</a:t>
            </a:r>
          </a:p>
          <a:p>
            <a:r>
              <a:rPr lang="es-ES" dirty="0"/>
              <a:t>Como administrador del repositorio, revisarías la solicitud de extracción, verificarías los cambios y, si todo está bien, fusionarías la rama </a:t>
            </a:r>
            <a:r>
              <a:rPr lang="es-ES" dirty="0" err="1"/>
              <a:t>picard</a:t>
            </a:r>
            <a:r>
              <a:rPr lang="es-ES" dirty="0"/>
              <a:t> en la rama principal de tu repositorio.</a:t>
            </a:r>
          </a:p>
          <a:p>
            <a:endParaRPr lang="es-ES" dirty="0"/>
          </a:p>
          <a:p>
            <a:r>
              <a:rPr lang="es-ES" dirty="0"/>
              <a:t>La persona que realizó los cambios no necesita fusionar manualmente los cambios en la rama principal de tu repositorio, ya que eso es responsabilidad del administrador del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424027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Carpeta de archivos con contenido">
                <a:extLst>
                  <a:ext uri="{FF2B5EF4-FFF2-40B4-BE49-F238E27FC236}">
                    <a16:creationId xmlns:a16="http://schemas.microsoft.com/office/drawing/2014/main" id="{5C36637E-4D94-7F41-C1E0-319A0366C9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7997559"/>
                  </p:ext>
                </p:extLst>
              </p:nvPr>
            </p:nvGraphicFramePr>
            <p:xfrm rot="21390005">
              <a:off x="662246" y="429269"/>
              <a:ext cx="2475204" cy="1770189"/>
            </p:xfrm>
            <a:graphic>
              <a:graphicData uri="http://schemas.microsoft.com/office/drawing/2017/model3d">
                <am3d:model3d r:embed="rId2">
                  <am3d:spPr>
                    <a:xfrm rot="21390005">
                      <a:off x="0" y="0"/>
                      <a:ext cx="2475204" cy="1770189"/>
                    </a:xfrm>
                    <a:prstGeom prst="rect">
                      <a:avLst/>
                    </a:prstGeom>
                  </am3d:spPr>
                  <am3d:camera>
                    <am3d:pos x="0" y="0" z="615470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46901" d="1000000"/>
                    <am3d:preTrans dx="0" dy="-13710234" dz="3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1907642" ay="-407885" az="-2517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7902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Carpeta de archivos con contenido">
                <a:extLst>
                  <a:ext uri="{FF2B5EF4-FFF2-40B4-BE49-F238E27FC236}">
                    <a16:creationId xmlns:a16="http://schemas.microsoft.com/office/drawing/2014/main" id="{5C36637E-4D94-7F41-C1E0-319A0366C9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390005">
                <a:off x="662246" y="429269"/>
                <a:ext cx="2475204" cy="177018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C6440522-9787-2A6D-1891-C4C1AE54A838}"/>
              </a:ext>
            </a:extLst>
          </p:cNvPr>
          <p:cNvSpPr txBox="1"/>
          <p:nvPr/>
        </p:nvSpPr>
        <p:spPr>
          <a:xfrm>
            <a:off x="942975" y="866775"/>
            <a:ext cx="1665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WORKING </a:t>
            </a:r>
          </a:p>
          <a:p>
            <a:r>
              <a:rPr lang="es-ES" dirty="0">
                <a:solidFill>
                  <a:schemeClr val="bg1"/>
                </a:solidFill>
              </a:rPr>
              <a:t>DIRECTORY</a:t>
            </a:r>
          </a:p>
          <a:p>
            <a:r>
              <a:rPr lang="es-ES" dirty="0">
                <a:solidFill>
                  <a:schemeClr val="bg1"/>
                </a:solidFill>
              </a:rPr>
              <a:t>(Carpeta local)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Modelo 3D 5" descr="Carpeta de archivos con contenido">
                <a:extLst>
                  <a:ext uri="{FF2B5EF4-FFF2-40B4-BE49-F238E27FC236}">
                    <a16:creationId xmlns:a16="http://schemas.microsoft.com/office/drawing/2014/main" id="{10305783-DC06-AE88-8489-5C535CA459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1307817"/>
                  </p:ext>
                </p:extLst>
              </p:nvPr>
            </p:nvGraphicFramePr>
            <p:xfrm rot="21390005">
              <a:off x="3700720" y="429270"/>
              <a:ext cx="2475204" cy="1770189"/>
            </p:xfrm>
            <a:graphic>
              <a:graphicData uri="http://schemas.microsoft.com/office/drawing/2017/model3d">
                <am3d:model3d r:embed="rId2">
                  <am3d:spPr>
                    <a:xfrm rot="21390005">
                      <a:off x="0" y="0"/>
                      <a:ext cx="2475204" cy="1770189"/>
                    </a:xfrm>
                    <a:prstGeom prst="rect">
                      <a:avLst/>
                    </a:prstGeom>
                  </am3d:spPr>
                  <am3d:camera>
                    <am3d:pos x="0" y="0" z="615470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46901" d="1000000"/>
                    <am3d:preTrans dx="0" dy="-13710234" dz="3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1907642" ay="-407885" az="-2517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7902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Modelo 3D 5" descr="Carpeta de archivos con contenido">
                <a:extLst>
                  <a:ext uri="{FF2B5EF4-FFF2-40B4-BE49-F238E27FC236}">
                    <a16:creationId xmlns:a16="http://schemas.microsoft.com/office/drawing/2014/main" id="{10305783-DC06-AE88-8489-5C535CA459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390005">
                <a:off x="3700720" y="429270"/>
                <a:ext cx="2475204" cy="177018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A977AFA1-E711-CF65-84B9-D3662890BE58}"/>
              </a:ext>
            </a:extLst>
          </p:cNvPr>
          <p:cNvSpPr txBox="1"/>
          <p:nvPr/>
        </p:nvSpPr>
        <p:spPr>
          <a:xfrm>
            <a:off x="4369287" y="952501"/>
            <a:ext cx="1138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STAGING </a:t>
            </a:r>
          </a:p>
          <a:p>
            <a:r>
              <a:rPr lang="es-ES" dirty="0">
                <a:solidFill>
                  <a:schemeClr val="bg1"/>
                </a:solidFill>
              </a:rPr>
              <a:t>AREA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Carpeta de archivos con contenido">
                <a:extLst>
                  <a:ext uri="{FF2B5EF4-FFF2-40B4-BE49-F238E27FC236}">
                    <a16:creationId xmlns:a16="http://schemas.microsoft.com/office/drawing/2014/main" id="{77674B8B-CCD0-FF7B-066C-2B01A384B3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4572177"/>
                  </p:ext>
                </p:extLst>
              </p:nvPr>
            </p:nvGraphicFramePr>
            <p:xfrm rot="21390005">
              <a:off x="6739193" y="429270"/>
              <a:ext cx="2475204" cy="1770189"/>
            </p:xfrm>
            <a:graphic>
              <a:graphicData uri="http://schemas.microsoft.com/office/drawing/2017/model3d">
                <am3d:model3d r:embed="rId2">
                  <am3d:spPr>
                    <a:xfrm rot="21390005">
                      <a:off x="0" y="0"/>
                      <a:ext cx="2475204" cy="1770189"/>
                    </a:xfrm>
                    <a:prstGeom prst="rect">
                      <a:avLst/>
                    </a:prstGeom>
                  </am3d:spPr>
                  <am3d:camera>
                    <am3d:pos x="0" y="0" z="615470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46901" d="1000000"/>
                    <am3d:preTrans dx="0" dy="-13710234" dz="3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1907642" ay="-407885" az="-2517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7902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Carpeta de archivos con contenido">
                <a:extLst>
                  <a:ext uri="{FF2B5EF4-FFF2-40B4-BE49-F238E27FC236}">
                    <a16:creationId xmlns:a16="http://schemas.microsoft.com/office/drawing/2014/main" id="{77674B8B-CCD0-FF7B-066C-2B01A384B3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390005">
                <a:off x="6739193" y="429270"/>
                <a:ext cx="2475204" cy="1770189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95C2765E-0A49-4BA2-4066-3E9D7CBFEA6A}"/>
              </a:ext>
            </a:extLst>
          </p:cNvPr>
          <p:cNvSpPr txBox="1"/>
          <p:nvPr/>
        </p:nvSpPr>
        <p:spPr>
          <a:xfrm>
            <a:off x="7019922" y="866776"/>
            <a:ext cx="19983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LOCAL </a:t>
            </a:r>
          </a:p>
          <a:p>
            <a:r>
              <a:rPr lang="es-ES" dirty="0">
                <a:solidFill>
                  <a:schemeClr val="bg1"/>
                </a:solidFill>
              </a:rPr>
              <a:t>REPOSITORY</a:t>
            </a:r>
          </a:p>
          <a:p>
            <a:r>
              <a:rPr lang="es-ES" dirty="0">
                <a:solidFill>
                  <a:schemeClr val="bg1"/>
                </a:solidFill>
              </a:rPr>
              <a:t>(Repositorio local)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Modelo 3D 9" descr="Carpeta de archivos con contenido">
                <a:extLst>
                  <a:ext uri="{FF2B5EF4-FFF2-40B4-BE49-F238E27FC236}">
                    <a16:creationId xmlns:a16="http://schemas.microsoft.com/office/drawing/2014/main" id="{E2F61F27-1C67-FB93-D90C-07C370EB08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63395118"/>
                  </p:ext>
                </p:extLst>
              </p:nvPr>
            </p:nvGraphicFramePr>
            <p:xfrm>
              <a:off x="9467976" y="537981"/>
              <a:ext cx="2497747" cy="178631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497747" cy="1786311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</am3d:spPr>
                  <am3d:camera>
                    <am3d:pos x="0" y="0" z="615470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46901" d="1000000"/>
                    <am3d:preTrans dx="0" dy="-13710234" dz="362805"/>
                    <am3d:scale>
                      <am3d:sx n="1000000" d="1000000"/>
                      <am3d:sy n="1000000" d="1000000"/>
                      <am3d:sz n="1000000" d="1000000"/>
                    </am3d:scale>
                    <am3d:rot ax="1907642" ay="-407885" az="-25178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8157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Modelo 3D 9" descr="Carpeta de archivos con contenido">
                <a:extLst>
                  <a:ext uri="{FF2B5EF4-FFF2-40B4-BE49-F238E27FC236}">
                    <a16:creationId xmlns:a16="http://schemas.microsoft.com/office/drawing/2014/main" id="{E2F61F27-1C67-FB93-D90C-07C370EB08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7976" y="537981"/>
                <a:ext cx="2497747" cy="178631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</p:pic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E9D6CF55-D2C3-3FC8-D979-09E48B30D298}"/>
              </a:ext>
            </a:extLst>
          </p:cNvPr>
          <p:cNvSpPr txBox="1"/>
          <p:nvPr/>
        </p:nvSpPr>
        <p:spPr>
          <a:xfrm>
            <a:off x="10009352" y="991192"/>
            <a:ext cx="16651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WORKING </a:t>
            </a:r>
          </a:p>
          <a:p>
            <a:r>
              <a:rPr lang="es-ES" dirty="0">
                <a:solidFill>
                  <a:schemeClr val="bg1"/>
                </a:solidFill>
              </a:rPr>
              <a:t>DIRECTORY</a:t>
            </a:r>
          </a:p>
          <a:p>
            <a:r>
              <a:rPr lang="es-ES" dirty="0">
                <a:solidFill>
                  <a:schemeClr val="bg1"/>
                </a:solidFill>
              </a:rPr>
              <a:t>(Carpeta local)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42CA3127-636F-E25D-AFF2-0690E140CB2C}"/>
              </a:ext>
            </a:extLst>
          </p:cNvPr>
          <p:cNvSpPr/>
          <p:nvPr/>
        </p:nvSpPr>
        <p:spPr>
          <a:xfrm>
            <a:off x="7976795" y="2299796"/>
            <a:ext cx="2578654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endParaRPr lang="es-ES" dirty="0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C7AFB032-1023-DC61-FB2C-2535BC060902}"/>
              </a:ext>
            </a:extLst>
          </p:cNvPr>
          <p:cNvSpPr/>
          <p:nvPr/>
        </p:nvSpPr>
        <p:spPr>
          <a:xfrm>
            <a:off x="8007258" y="3371253"/>
            <a:ext cx="2510719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fesch</a:t>
            </a:r>
            <a:endParaRPr lang="es-E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D39683-C1D6-3E7A-107D-9B1349EDC297}"/>
              </a:ext>
            </a:extLst>
          </p:cNvPr>
          <p:cNvSpPr/>
          <p:nvPr/>
        </p:nvSpPr>
        <p:spPr>
          <a:xfrm>
            <a:off x="1499516" y="1895475"/>
            <a:ext cx="194234" cy="48291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B065E2-8768-3C3A-A30A-28237836B1C9}"/>
              </a:ext>
            </a:extLst>
          </p:cNvPr>
          <p:cNvSpPr/>
          <p:nvPr/>
        </p:nvSpPr>
        <p:spPr>
          <a:xfrm>
            <a:off x="4661812" y="1895475"/>
            <a:ext cx="194234" cy="48291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BEB39F3-E637-78EC-FB50-3510022BF1AD}"/>
              </a:ext>
            </a:extLst>
          </p:cNvPr>
          <p:cNvSpPr/>
          <p:nvPr/>
        </p:nvSpPr>
        <p:spPr>
          <a:xfrm>
            <a:off x="7803479" y="1895474"/>
            <a:ext cx="194234" cy="48291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70DCFCA-B6ED-D353-31F1-EC17C81D2830}"/>
              </a:ext>
            </a:extLst>
          </p:cNvPr>
          <p:cNvSpPr/>
          <p:nvPr/>
        </p:nvSpPr>
        <p:spPr>
          <a:xfrm>
            <a:off x="10517977" y="2009775"/>
            <a:ext cx="194234" cy="471487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29EEC23-D263-BD81-8F51-6DFB77D46622}"/>
              </a:ext>
            </a:extLst>
          </p:cNvPr>
          <p:cNvSpPr/>
          <p:nvPr/>
        </p:nvSpPr>
        <p:spPr>
          <a:xfrm>
            <a:off x="1714379" y="2232157"/>
            <a:ext cx="2926515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endParaRPr lang="es-ES" dirty="0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FBAB1CBC-49FC-0AF3-472A-00F259D9BC68}"/>
              </a:ext>
            </a:extLst>
          </p:cNvPr>
          <p:cNvSpPr/>
          <p:nvPr/>
        </p:nvSpPr>
        <p:spPr>
          <a:xfrm>
            <a:off x="4856046" y="2911339"/>
            <a:ext cx="2848446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endParaRPr lang="es-ES" dirty="0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70E50662-14AF-FC1C-2D8C-E1CE93EF44DC}"/>
              </a:ext>
            </a:extLst>
          </p:cNvPr>
          <p:cNvSpPr/>
          <p:nvPr/>
        </p:nvSpPr>
        <p:spPr>
          <a:xfrm flipH="1">
            <a:off x="1714379" y="5426238"/>
            <a:ext cx="6089099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endParaRPr lang="es-ES" dirty="0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3E9E587-B6F9-1168-B904-A574786D0B1B}"/>
              </a:ext>
            </a:extLst>
          </p:cNvPr>
          <p:cNvSpPr/>
          <p:nvPr/>
        </p:nvSpPr>
        <p:spPr>
          <a:xfrm flipH="1">
            <a:off x="1714379" y="5991224"/>
            <a:ext cx="6089099" cy="6791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merge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7929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1172</Words>
  <Application>Microsoft Office PowerPoint</Application>
  <PresentationFormat>Panorámica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Georgia</vt:lpstr>
      <vt:lpstr>Symbol</vt:lpstr>
      <vt:lpstr>Times New Roman</vt:lpstr>
      <vt:lpstr>Verdana</vt:lpstr>
      <vt:lpstr>Tema de Office</vt:lpstr>
      <vt:lpstr>UNIDAD 7</vt:lpstr>
      <vt:lpstr>GIT</vt:lpstr>
      <vt:lpstr>Almacenamiento en diferentes versiones </vt:lpstr>
      <vt:lpstr>Presentación de PowerPoint</vt:lpstr>
      <vt:lpstr>Tipos de colaboración en un SCV </vt:lpstr>
      <vt:lpstr>GITHUB Y GIT, GITHUB DESKTOP </vt:lpstr>
      <vt:lpstr>instrucciones</vt:lpstr>
      <vt:lpstr>instrucciones</vt:lpstr>
      <vt:lpstr>En caso de error con alguna de las ramas</vt:lpstr>
      <vt:lpstr>Caso de otro usuario, subir ficheros desde una rama en local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5</dc:title>
  <dc:creator>Alberto Ruiz</dc:creator>
  <cp:lastModifiedBy>Alberto Ruiz</cp:lastModifiedBy>
  <cp:revision>1</cp:revision>
  <dcterms:created xsi:type="dcterms:W3CDTF">2024-01-23T16:53:12Z</dcterms:created>
  <dcterms:modified xsi:type="dcterms:W3CDTF">2024-11-20T11:32:48Z</dcterms:modified>
</cp:coreProperties>
</file>