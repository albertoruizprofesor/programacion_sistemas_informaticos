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8" r:id="rId1"/>
  </p:sldMasterIdLst>
  <p:notesMasterIdLst>
    <p:notesMasterId r:id="rId49"/>
  </p:notesMasterIdLst>
  <p:sldIdLst>
    <p:sldId id="308" r:id="rId2"/>
    <p:sldId id="569" r:id="rId3"/>
    <p:sldId id="571" r:id="rId4"/>
    <p:sldId id="440" r:id="rId5"/>
    <p:sldId id="546" r:id="rId6"/>
    <p:sldId id="311" r:id="rId7"/>
    <p:sldId id="329" r:id="rId8"/>
    <p:sldId id="330" r:id="rId9"/>
    <p:sldId id="332" r:id="rId10"/>
    <p:sldId id="333" r:id="rId11"/>
    <p:sldId id="334" r:id="rId12"/>
    <p:sldId id="566" r:id="rId13"/>
    <p:sldId id="335" r:id="rId14"/>
    <p:sldId id="336" r:id="rId15"/>
    <p:sldId id="338" r:id="rId16"/>
    <p:sldId id="339" r:id="rId17"/>
    <p:sldId id="515" r:id="rId18"/>
    <p:sldId id="340" r:id="rId19"/>
    <p:sldId id="573" r:id="rId20"/>
    <p:sldId id="574" r:id="rId21"/>
    <p:sldId id="575" r:id="rId22"/>
    <p:sldId id="442" r:id="rId23"/>
    <p:sldId id="342" r:id="rId24"/>
    <p:sldId id="349" r:id="rId25"/>
    <p:sldId id="446" r:id="rId26"/>
    <p:sldId id="319" r:id="rId27"/>
    <p:sldId id="322" r:id="rId28"/>
    <p:sldId id="576" r:id="rId29"/>
    <p:sldId id="577" r:id="rId30"/>
    <p:sldId id="533" r:id="rId31"/>
    <p:sldId id="323" r:id="rId32"/>
    <p:sldId id="325" r:id="rId33"/>
    <p:sldId id="324" r:id="rId34"/>
    <p:sldId id="448" r:id="rId35"/>
    <p:sldId id="451" r:id="rId36"/>
    <p:sldId id="458" r:id="rId37"/>
    <p:sldId id="536" r:id="rId38"/>
    <p:sldId id="531" r:id="rId39"/>
    <p:sldId id="580" r:id="rId40"/>
    <p:sldId id="581" r:id="rId41"/>
    <p:sldId id="449" r:id="rId42"/>
    <p:sldId id="578" r:id="rId43"/>
    <p:sldId id="583" r:id="rId44"/>
    <p:sldId id="582" r:id="rId45"/>
    <p:sldId id="579" r:id="rId46"/>
    <p:sldId id="586" r:id="rId47"/>
    <p:sldId id="587" r:id="rId48"/>
  </p:sldIdLst>
  <p:sldSz cx="24384000" cy="13716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CCFFCC"/>
    <a:srgbClr val="00B0F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30380"/>
              <a:satOff val="22727"/>
              <a:lumOff val="10574"/>
            </a:schemeClr>
          </a:solidFill>
        </a:fill>
      </a:tcStyle>
    </a:firstCol>
    <a:lastRow>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004D80"/>
          </a:solid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ff" i="off">
        <a:font>
          <a:latin typeface="Helvetica Neue Medium"/>
          <a:ea typeface="Helvetica Neue Medium"/>
          <a:cs typeface="Helvetica Neue Medium"/>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1DB100"/>
          </a:solidFill>
        </a:fill>
      </a:tcStyle>
    </a:firstCol>
    <a:lastRow>
      <a:tcTxStyle b="off" i="off">
        <a:font>
          <a:latin typeface="Helvetica Neue"/>
          <a:ea typeface="Helvetica Neue"/>
          <a:cs typeface="Helvetica Neue"/>
        </a:font>
        <a:srgbClr val="000000"/>
      </a:tcTxStyle>
      <a:tcStyle>
        <a:tcBdr>
          <a:left>
            <a:ln w="12700" cap="flat">
              <a:solidFill>
                <a:srgbClr val="606060"/>
              </a:solidFill>
              <a:prstDash val="solid"/>
              <a:miter lim="400000"/>
            </a:ln>
          </a:left>
          <a:right>
            <a:ln w="12700" cap="flat">
              <a:solidFill>
                <a:srgbClr val="606060"/>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EBEBEB"/>
          </a:solidFill>
        </a:fill>
      </a:tcStyle>
    </a:lastRow>
    <a:firstRow>
      <a:tcTxStyle b="off" i="off">
        <a:font>
          <a:latin typeface="Helvetica Neue Medium"/>
          <a:ea typeface="Helvetica Neue Medium"/>
          <a:cs typeface="Helvetica Neue Medium"/>
        </a:font>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solidFill>
            <a:srgbClr val="017101"/>
          </a:solidFill>
        </a:fill>
      </a:tcStyle>
    </a:firstRow>
  </a:tblStyle>
  <a:tblStyle styleId="{EEE7283C-3CF3-47DC-8721-378D4A62B228}" styleName="">
    <a:tblBg/>
    <a:wholeTbl>
      <a:tcTxStyle b="off" i="off">
        <a:font>
          <a:latin typeface="Helvetica Neue Light"/>
          <a:ea typeface="Helvetica Neue Light"/>
          <a:cs typeface="Helvetica Neue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FAF7E9"/>
          </a:solidFill>
        </a:fill>
      </a:tcStyle>
    </a:wholeTbl>
    <a:band2H>
      <a:tcTxStyle/>
      <a:tcStyle>
        <a:tcBdr/>
        <a:fill>
          <a:solidFill>
            <a:srgbClr val="EDEADD"/>
          </a:solidFill>
        </a:fill>
      </a:tcStyle>
    </a:band2H>
    <a:firstCol>
      <a:tcTxStyle b="off" i="off">
        <a:font>
          <a:latin typeface="Helvetica Neue Medium"/>
          <a:ea typeface="Helvetica Neue Medium"/>
          <a:cs typeface="Helvetica Neue Medium"/>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9BA00"/>
          </a:solidFill>
        </a:fill>
      </a:tcStyle>
    </a:firstCol>
    <a:lastRow>
      <a:tcTxStyle b="off" i="off">
        <a:font>
          <a:latin typeface="Helvetica Neue Medium"/>
          <a:ea typeface="Helvetica Neue Medium"/>
          <a:cs typeface="Helvetica Neue Medium"/>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lastRow>
    <a:firstRow>
      <a:tcTxStyle b="off" i="off">
        <a:font>
          <a:latin typeface="Helvetica Neue Medium"/>
          <a:ea typeface="Helvetica Neue Medium"/>
          <a:cs typeface="Helvetica Neue Medium"/>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EBEBEB"/>
          </a:solidFill>
        </a:fill>
      </a:tcStyle>
    </a:wholeTbl>
    <a:band2H>
      <a:tcTxStyle/>
      <a:tcStyle>
        <a:tcBdr/>
        <a:fill>
          <a:solidFill>
            <a:srgbClr val="DADBDA"/>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chemeClr val="accent6">
              <a:hueOff val="-14353668"/>
              <a:satOff val="46207"/>
              <a:lumOff val="-58264"/>
            </a:schemeClr>
          </a:solidFill>
        </a:fill>
      </a:tcStyle>
    </a:firstCol>
    <a:la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B5B5C1"/>
          </a:solidFill>
        </a:fill>
      </a:tcStyle>
    </a:wholeTbl>
    <a:band2H>
      <a:tcTxStyle/>
      <a:tcStyle>
        <a:tcBdr/>
        <a:fill>
          <a:solidFill>
            <a:srgbClr val="9A9AA5"/>
          </a:solidFill>
        </a:fill>
      </a:tcStyle>
    </a:band2H>
    <a:firstCol>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85F"/>
          </a:solidFill>
        </a:fill>
      </a:tcStyle>
    </a:firstCol>
    <a:la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lastRow>
    <a:fir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048"/>
    <p:restoredTop sz="94651"/>
  </p:normalViewPr>
  <p:slideViewPr>
    <p:cSldViewPr snapToGrid="0" snapToObjects="1">
      <p:cViewPr>
        <p:scale>
          <a:sx n="50" d="100"/>
          <a:sy n="50" d="100"/>
        </p:scale>
        <p:origin x="-864" y="124"/>
      </p:cViewPr>
      <p:guideLst/>
    </p:cSldViewPr>
  </p:slideViewPr>
  <p:notesTextViewPr>
    <p:cViewPr>
      <p:scale>
        <a:sx n="66" d="100"/>
        <a:sy n="66" d="100"/>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berto Ruiz" userId="47fa91d207cfb014" providerId="LiveId" clId="{18923CA4-2A1E-4285-81FF-2717E4C88808}"/>
    <pc:docChg chg="undo custSel delSld modSld modMainMaster">
      <pc:chgData name="Alberto Ruiz" userId="47fa91d207cfb014" providerId="LiveId" clId="{18923CA4-2A1E-4285-81FF-2717E4C88808}" dt="2024-10-29T18:52:51.140" v="294" actId="26606"/>
      <pc:docMkLst>
        <pc:docMk/>
      </pc:docMkLst>
      <pc:sldChg chg="addSp modSp mod setBg setFolMasterObjs">
        <pc:chgData name="Alberto Ruiz" userId="47fa91d207cfb014" providerId="LiveId" clId="{18923CA4-2A1E-4285-81FF-2717E4C88808}" dt="2024-10-29T18:38:58.879" v="104" actId="26606"/>
        <pc:sldMkLst>
          <pc:docMk/>
          <pc:sldMk cId="3956474913" sldId="263"/>
        </pc:sldMkLst>
        <pc:spChg chg="mod">
          <ac:chgData name="Alberto Ruiz" userId="47fa91d207cfb014" providerId="LiveId" clId="{18923CA4-2A1E-4285-81FF-2717E4C88808}" dt="2024-10-29T18:38:58.879" v="104" actId="26606"/>
          <ac:spMkLst>
            <pc:docMk/>
            <pc:sldMk cId="3956474913" sldId="263"/>
            <ac:spMk id="2" creationId="{38F104FD-6EA6-489A-BC5F-BFEE42927D9E}"/>
          </ac:spMkLst>
        </pc:spChg>
        <pc:spChg chg="mod">
          <ac:chgData name="Alberto Ruiz" userId="47fa91d207cfb014" providerId="LiveId" clId="{18923CA4-2A1E-4285-81FF-2717E4C88808}" dt="2024-10-29T18:38:58.879" v="104" actId="26606"/>
          <ac:spMkLst>
            <pc:docMk/>
            <pc:sldMk cId="3956474913" sldId="263"/>
            <ac:spMk id="8" creationId="{6AC0D201-8541-4F8C-B244-08116BCF1DAF}"/>
          </ac:spMkLst>
        </pc:spChg>
        <pc:spChg chg="add">
          <ac:chgData name="Alberto Ruiz" userId="47fa91d207cfb014" providerId="LiveId" clId="{18923CA4-2A1E-4285-81FF-2717E4C88808}" dt="2024-10-29T18:38:58.879" v="104" actId="26606"/>
          <ac:spMkLst>
            <pc:docMk/>
            <pc:sldMk cId="3956474913" sldId="263"/>
            <ac:spMk id="13" creationId="{815925C2-A704-4D47-B1C1-3FCA52512EC1}"/>
          </ac:spMkLst>
        </pc:spChg>
        <pc:spChg chg="add">
          <ac:chgData name="Alberto Ruiz" userId="47fa91d207cfb014" providerId="LiveId" clId="{18923CA4-2A1E-4285-81FF-2717E4C88808}" dt="2024-10-29T18:38:58.879" v="104" actId="26606"/>
          <ac:spMkLst>
            <pc:docMk/>
            <pc:sldMk cId="3956474913" sldId="263"/>
            <ac:spMk id="15" creationId="{01D4315C-C23C-4FD3-98DF-08C29E2292A8}"/>
          </ac:spMkLst>
        </pc:spChg>
        <pc:grpChg chg="add">
          <ac:chgData name="Alberto Ruiz" userId="47fa91d207cfb014" providerId="LiveId" clId="{18923CA4-2A1E-4285-81FF-2717E4C88808}" dt="2024-10-29T18:38:58.879" v="104" actId="26606"/>
          <ac:grpSpMkLst>
            <pc:docMk/>
            <pc:sldMk cId="3956474913" sldId="263"/>
            <ac:grpSpMk id="17" creationId="{5E6B47BC-43FD-4C91-8BFF-B41B99A8A39E}"/>
          </ac:grpSpMkLst>
        </pc:grpChg>
        <pc:grpChg chg="add">
          <ac:chgData name="Alberto Ruiz" userId="47fa91d207cfb014" providerId="LiveId" clId="{18923CA4-2A1E-4285-81FF-2717E4C88808}" dt="2024-10-29T18:38:58.879" v="104" actId="26606"/>
          <ac:grpSpMkLst>
            <pc:docMk/>
            <pc:sldMk cId="3956474913" sldId="263"/>
            <ac:grpSpMk id="21" creationId="{43F5E015-E085-4624-B431-B42414448684}"/>
          </ac:grpSpMkLst>
        </pc:grpChg>
      </pc:sldChg>
      <pc:sldChg chg="modSp del">
        <pc:chgData name="Alberto Ruiz" userId="47fa91d207cfb014" providerId="LiveId" clId="{18923CA4-2A1E-4285-81FF-2717E4C88808}" dt="2024-10-29T18:36:53.260" v="93" actId="47"/>
        <pc:sldMkLst>
          <pc:docMk/>
          <pc:sldMk cId="0" sldId="292"/>
        </pc:sldMkLst>
        <pc:picChg chg="mod">
          <ac:chgData name="Alberto Ruiz" userId="47fa91d207cfb014" providerId="LiveId" clId="{18923CA4-2A1E-4285-81FF-2717E4C88808}" dt="2024-10-29T18:36:37.426" v="59"/>
          <ac:picMkLst>
            <pc:docMk/>
            <pc:sldMk cId="0" sldId="292"/>
            <ac:picMk id="8" creationId="{770ED0C0-84B5-52ED-3313-293B1110F1F6}"/>
          </ac:picMkLst>
        </pc:picChg>
      </pc:sldChg>
      <pc:sldChg chg="modSp mod">
        <pc:chgData name="Alberto Ruiz" userId="47fa91d207cfb014" providerId="LiveId" clId="{18923CA4-2A1E-4285-81FF-2717E4C88808}" dt="2024-10-29T18:50:52.822" v="276" actId="14100"/>
        <pc:sldMkLst>
          <pc:docMk/>
          <pc:sldMk cId="0" sldId="307"/>
        </pc:sldMkLst>
        <pc:spChg chg="mod">
          <ac:chgData name="Alberto Ruiz" userId="47fa91d207cfb014" providerId="LiveId" clId="{18923CA4-2A1E-4285-81FF-2717E4C88808}" dt="2024-10-29T18:50:47.421" v="274" actId="14100"/>
          <ac:spMkLst>
            <pc:docMk/>
            <pc:sldMk cId="0" sldId="307"/>
            <ac:spMk id="9" creationId="{F4046F34-927F-6E01-9598-E655179692B5}"/>
          </ac:spMkLst>
        </pc:spChg>
        <pc:picChg chg="mod">
          <ac:chgData name="Alberto Ruiz" userId="47fa91d207cfb014" providerId="LiveId" clId="{18923CA4-2A1E-4285-81FF-2717E4C88808}" dt="2024-10-29T18:50:52.822" v="276" actId="14100"/>
          <ac:picMkLst>
            <pc:docMk/>
            <pc:sldMk cId="0" sldId="307"/>
            <ac:picMk id="5" creationId="{3A364F60-6E52-40C5-B2FF-7D58F1D1363A}"/>
          </ac:picMkLst>
        </pc:picChg>
      </pc:sldChg>
      <pc:sldChg chg="addSp delSp modSp mod">
        <pc:chgData name="Alberto Ruiz" userId="47fa91d207cfb014" providerId="LiveId" clId="{18923CA4-2A1E-4285-81FF-2717E4C88808}" dt="2024-10-29T18:49:00.255" v="263" actId="1076"/>
        <pc:sldMkLst>
          <pc:docMk/>
          <pc:sldMk cId="1395634490" sldId="308"/>
        </pc:sldMkLst>
        <pc:spChg chg="del">
          <ac:chgData name="Alberto Ruiz" userId="47fa91d207cfb014" providerId="LiveId" clId="{18923CA4-2A1E-4285-81FF-2717E4C88808}" dt="2024-10-29T18:48:45.615" v="258" actId="478"/>
          <ac:spMkLst>
            <pc:docMk/>
            <pc:sldMk cId="1395634490" sldId="308"/>
            <ac:spMk id="2" creationId="{138ED14F-CB4F-B3F5-FAE3-A4C6D3C0F1FA}"/>
          </ac:spMkLst>
        </pc:spChg>
        <pc:spChg chg="mod">
          <ac:chgData name="Alberto Ruiz" userId="47fa91d207cfb014" providerId="LiveId" clId="{18923CA4-2A1E-4285-81FF-2717E4C88808}" dt="2024-10-29T18:49:00.255" v="263" actId="1076"/>
          <ac:spMkLst>
            <pc:docMk/>
            <pc:sldMk cId="1395634490" sldId="308"/>
            <ac:spMk id="3" creationId="{07E4E141-ADD2-6BE1-1B42-24436F5D8AA8}"/>
          </ac:spMkLst>
        </pc:spChg>
        <pc:spChg chg="add del mod">
          <ac:chgData name="Alberto Ruiz" userId="47fa91d207cfb014" providerId="LiveId" clId="{18923CA4-2A1E-4285-81FF-2717E4C88808}" dt="2024-10-29T18:34:57.334" v="3" actId="478"/>
          <ac:spMkLst>
            <pc:docMk/>
            <pc:sldMk cId="1395634490" sldId="308"/>
            <ac:spMk id="7" creationId="{841FC6CC-887A-4713-1CE0-360A8EB67CF8}"/>
          </ac:spMkLst>
        </pc:spChg>
        <pc:spChg chg="add del mod">
          <ac:chgData name="Alberto Ruiz" userId="47fa91d207cfb014" providerId="LiveId" clId="{18923CA4-2A1E-4285-81FF-2717E4C88808}" dt="2024-10-29T18:47:56.783" v="247" actId="478"/>
          <ac:spMkLst>
            <pc:docMk/>
            <pc:sldMk cId="1395634490" sldId="308"/>
            <ac:spMk id="10" creationId="{CCB52EFD-162A-C6E2-1769-C71024861C57}"/>
          </ac:spMkLst>
        </pc:spChg>
        <pc:spChg chg="del">
          <ac:chgData name="Alberto Ruiz" userId="47fa91d207cfb014" providerId="LiveId" clId="{18923CA4-2A1E-4285-81FF-2717E4C88808}" dt="2024-10-29T18:34:52.351" v="1" actId="478"/>
          <ac:spMkLst>
            <pc:docMk/>
            <pc:sldMk cId="1395634490" sldId="308"/>
            <ac:spMk id="350" creationId="{00000000-0000-0000-0000-000000000000}"/>
          </ac:spMkLst>
        </pc:spChg>
        <pc:spChg chg="mod">
          <ac:chgData name="Alberto Ruiz" userId="47fa91d207cfb014" providerId="LiveId" clId="{18923CA4-2A1E-4285-81FF-2717E4C88808}" dt="2024-10-29T18:48:32.883" v="254" actId="207"/>
          <ac:spMkLst>
            <pc:docMk/>
            <pc:sldMk cId="1395634490" sldId="308"/>
            <ac:spMk id="351" creationId="{00000000-0000-0000-0000-000000000000}"/>
          </ac:spMkLst>
        </pc:spChg>
        <pc:spChg chg="del">
          <ac:chgData name="Alberto Ruiz" userId="47fa91d207cfb014" providerId="LiveId" clId="{18923CA4-2A1E-4285-81FF-2717E4C88808}" dt="2024-10-29T18:48:44.657" v="257" actId="478"/>
          <ac:spMkLst>
            <pc:docMk/>
            <pc:sldMk cId="1395634490" sldId="308"/>
            <ac:spMk id="354" creationId="{00000000-0000-0000-0000-000000000000}"/>
          </ac:spMkLst>
        </pc:spChg>
        <pc:graphicFrameChg chg="add mod">
          <ac:chgData name="Alberto Ruiz" userId="47fa91d207cfb014" providerId="LiveId" clId="{18923CA4-2A1E-4285-81FF-2717E4C88808}" dt="2024-10-29T18:48:04.315" v="249"/>
          <ac:graphicFrameMkLst>
            <pc:docMk/>
            <pc:sldMk cId="1395634490" sldId="308"/>
            <ac:graphicFrameMk id="11" creationId="{99387CFF-7AB5-6739-9B55-5C3E8D34EEED}"/>
          </ac:graphicFrameMkLst>
        </pc:graphicFrameChg>
        <pc:picChg chg="del">
          <ac:chgData name="Alberto Ruiz" userId="47fa91d207cfb014" providerId="LiveId" clId="{18923CA4-2A1E-4285-81FF-2717E4C88808}" dt="2024-10-29T18:34:50.151" v="0" actId="478"/>
          <ac:picMkLst>
            <pc:docMk/>
            <pc:sldMk cId="1395634490" sldId="308"/>
            <ac:picMk id="6" creationId="{EAB6C21C-088B-1C1F-8692-22F35876EB23}"/>
          </ac:picMkLst>
        </pc:picChg>
        <pc:picChg chg="add del mod">
          <ac:chgData name="Alberto Ruiz" userId="47fa91d207cfb014" providerId="LiveId" clId="{18923CA4-2A1E-4285-81FF-2717E4C88808}" dt="2024-10-29T18:47:54.055" v="246" actId="478"/>
          <ac:picMkLst>
            <pc:docMk/>
            <pc:sldMk cId="1395634490" sldId="308"/>
            <ac:picMk id="9" creationId="{11E5B9EF-BE92-BD17-6541-0F6A652D4323}"/>
          </ac:picMkLst>
        </pc:picChg>
        <pc:picChg chg="add mod ord">
          <ac:chgData name="Alberto Ruiz" userId="47fa91d207cfb014" providerId="LiveId" clId="{18923CA4-2A1E-4285-81FF-2717E4C88808}" dt="2024-10-29T18:48:14.501" v="251" actId="167"/>
          <ac:picMkLst>
            <pc:docMk/>
            <pc:sldMk cId="1395634490" sldId="308"/>
            <ac:picMk id="12" creationId="{3A387F75-C8A0-B96F-5701-A37BC92859C6}"/>
          </ac:picMkLst>
        </pc:picChg>
      </pc:sldChg>
      <pc:sldChg chg="modSp">
        <pc:chgData name="Alberto Ruiz" userId="47fa91d207cfb014" providerId="LiveId" clId="{18923CA4-2A1E-4285-81FF-2717E4C88808}" dt="2024-10-29T18:36:37.426" v="59"/>
        <pc:sldMkLst>
          <pc:docMk/>
          <pc:sldMk cId="0" sldId="314"/>
        </pc:sldMkLst>
        <pc:spChg chg="mod">
          <ac:chgData name="Alberto Ruiz" userId="47fa91d207cfb014" providerId="LiveId" clId="{18923CA4-2A1E-4285-81FF-2717E4C88808}" dt="2024-10-29T18:36:37.426" v="59"/>
          <ac:spMkLst>
            <pc:docMk/>
            <pc:sldMk cId="0" sldId="314"/>
            <ac:spMk id="195" creationId="{00000000-0000-0000-0000-000000000000}"/>
          </ac:spMkLst>
        </pc:spChg>
      </pc:sldChg>
      <pc:sldChg chg="modSp mod">
        <pc:chgData name="Alberto Ruiz" userId="47fa91d207cfb014" providerId="LiveId" clId="{18923CA4-2A1E-4285-81FF-2717E4C88808}" dt="2024-10-29T18:42:00.050" v="142" actId="207"/>
        <pc:sldMkLst>
          <pc:docMk/>
          <pc:sldMk cId="0" sldId="319"/>
        </pc:sldMkLst>
        <pc:spChg chg="mod">
          <ac:chgData name="Alberto Ruiz" userId="47fa91d207cfb014" providerId="LiveId" clId="{18923CA4-2A1E-4285-81FF-2717E4C88808}" dt="2024-10-29T18:42:00.050" v="142" actId="207"/>
          <ac:spMkLst>
            <pc:docMk/>
            <pc:sldMk cId="0" sldId="319"/>
            <ac:spMk id="256" creationId="{00000000-0000-0000-0000-000000000000}"/>
          </ac:spMkLst>
        </pc:spChg>
      </pc:sldChg>
      <pc:sldChg chg="addSp modSp mod setBg setFolMasterObjs">
        <pc:chgData name="Alberto Ruiz" userId="47fa91d207cfb014" providerId="LiveId" clId="{18923CA4-2A1E-4285-81FF-2717E4C88808}" dt="2024-10-29T18:44:06.817" v="164" actId="26606"/>
        <pc:sldMkLst>
          <pc:docMk/>
          <pc:sldMk cId="0" sldId="321"/>
        </pc:sldMkLst>
        <pc:spChg chg="mod">
          <ac:chgData name="Alberto Ruiz" userId="47fa91d207cfb014" providerId="LiveId" clId="{18923CA4-2A1E-4285-81FF-2717E4C88808}" dt="2024-10-29T18:44:06.817" v="164" actId="26606"/>
          <ac:spMkLst>
            <pc:docMk/>
            <pc:sldMk cId="0" sldId="321"/>
            <ac:spMk id="267" creationId="{00000000-0000-0000-0000-000000000000}"/>
          </ac:spMkLst>
        </pc:spChg>
        <pc:spChg chg="add">
          <ac:chgData name="Alberto Ruiz" userId="47fa91d207cfb014" providerId="LiveId" clId="{18923CA4-2A1E-4285-81FF-2717E4C88808}" dt="2024-10-29T18:44:06.817" v="164" actId="26606"/>
          <ac:spMkLst>
            <pc:docMk/>
            <pc:sldMk cId="0" sldId="321"/>
            <ac:spMk id="272" creationId="{B7BD7FCF-A254-4A97-A15C-319B67622677}"/>
          </ac:spMkLst>
        </pc:spChg>
        <pc:spChg chg="add">
          <ac:chgData name="Alberto Ruiz" userId="47fa91d207cfb014" providerId="LiveId" clId="{18923CA4-2A1E-4285-81FF-2717E4C88808}" dt="2024-10-29T18:44:06.817" v="164" actId="26606"/>
          <ac:spMkLst>
            <pc:docMk/>
            <pc:sldMk cId="0" sldId="321"/>
            <ac:spMk id="274" creationId="{52FFAF72-6204-4676-9C6F-9A4CC4D91805}"/>
          </ac:spMkLst>
        </pc:spChg>
        <pc:picChg chg="mod">
          <ac:chgData name="Alberto Ruiz" userId="47fa91d207cfb014" providerId="LiveId" clId="{18923CA4-2A1E-4285-81FF-2717E4C88808}" dt="2024-10-29T18:44:06.817" v="164" actId="26606"/>
          <ac:picMkLst>
            <pc:docMk/>
            <pc:sldMk cId="0" sldId="321"/>
            <ac:picMk id="3" creationId="{3FA7985C-4B6D-C71E-9935-7D5A408B1C0F}"/>
          </ac:picMkLst>
        </pc:picChg>
      </pc:sldChg>
      <pc:sldChg chg="modSp mod">
        <pc:chgData name="Alberto Ruiz" userId="47fa91d207cfb014" providerId="LiveId" clId="{18923CA4-2A1E-4285-81FF-2717E4C88808}" dt="2024-10-29T18:42:16.881" v="146" actId="207"/>
        <pc:sldMkLst>
          <pc:docMk/>
          <pc:sldMk cId="0" sldId="323"/>
        </pc:sldMkLst>
        <pc:spChg chg="mod">
          <ac:chgData name="Alberto Ruiz" userId="47fa91d207cfb014" providerId="LiveId" clId="{18923CA4-2A1E-4285-81FF-2717E4C88808}" dt="2024-10-29T18:42:13.850" v="145" actId="207"/>
          <ac:spMkLst>
            <pc:docMk/>
            <pc:sldMk cId="0" sldId="323"/>
            <ac:spMk id="3" creationId="{838BCAD5-4C40-A4D0-BF5D-396B66570953}"/>
          </ac:spMkLst>
        </pc:spChg>
        <pc:spChg chg="mod">
          <ac:chgData name="Alberto Ruiz" userId="47fa91d207cfb014" providerId="LiveId" clId="{18923CA4-2A1E-4285-81FF-2717E4C88808}" dt="2024-10-29T18:42:16.881" v="146" actId="207"/>
          <ac:spMkLst>
            <pc:docMk/>
            <pc:sldMk cId="0" sldId="323"/>
            <ac:spMk id="6" creationId="{3ADFC845-8D04-EF9F-1300-04760D6E5E90}"/>
          </ac:spMkLst>
        </pc:spChg>
        <pc:spChg chg="mod">
          <ac:chgData name="Alberto Ruiz" userId="47fa91d207cfb014" providerId="LiveId" clId="{18923CA4-2A1E-4285-81FF-2717E4C88808}" dt="2024-10-29T18:36:37.693" v="78" actId="27636"/>
          <ac:spMkLst>
            <pc:docMk/>
            <pc:sldMk cId="0" sldId="323"/>
            <ac:spMk id="7" creationId="{E3631D22-7ECB-861A-4407-ECB8788E23BE}"/>
          </ac:spMkLst>
        </pc:spChg>
        <pc:spChg chg="mod">
          <ac:chgData name="Alberto Ruiz" userId="47fa91d207cfb014" providerId="LiveId" clId="{18923CA4-2A1E-4285-81FF-2717E4C88808}" dt="2024-10-29T18:42:10.689" v="144" actId="207"/>
          <ac:spMkLst>
            <pc:docMk/>
            <pc:sldMk cId="0" sldId="323"/>
            <ac:spMk id="299" creationId="{00000000-0000-0000-0000-000000000000}"/>
          </ac:spMkLst>
        </pc:spChg>
      </pc:sldChg>
      <pc:sldChg chg="modSp mod">
        <pc:chgData name="Alberto Ruiz" userId="47fa91d207cfb014" providerId="LiveId" clId="{18923CA4-2A1E-4285-81FF-2717E4C88808}" dt="2024-10-29T18:43:04.383" v="153" actId="207"/>
        <pc:sldMkLst>
          <pc:docMk/>
          <pc:sldMk cId="0" sldId="325"/>
        </pc:sldMkLst>
        <pc:spChg chg="mod">
          <ac:chgData name="Alberto Ruiz" userId="47fa91d207cfb014" providerId="LiveId" clId="{18923CA4-2A1E-4285-81FF-2717E4C88808}" dt="2024-10-29T18:42:51.513" v="151" actId="207"/>
          <ac:spMkLst>
            <pc:docMk/>
            <pc:sldMk cId="0" sldId="325"/>
            <ac:spMk id="11" creationId="{2588F72F-3B6E-45EB-9ADF-BB23FFB8139B}"/>
          </ac:spMkLst>
        </pc:spChg>
        <pc:spChg chg="mod">
          <ac:chgData name="Alberto Ruiz" userId="47fa91d207cfb014" providerId="LiveId" clId="{18923CA4-2A1E-4285-81FF-2717E4C88808}" dt="2024-10-29T18:42:58.731" v="152" actId="207"/>
          <ac:spMkLst>
            <pc:docMk/>
            <pc:sldMk cId="0" sldId="325"/>
            <ac:spMk id="13" creationId="{C8D50D93-0D72-48C5-92D3-D33DAB0290AE}"/>
          </ac:spMkLst>
        </pc:spChg>
        <pc:spChg chg="mod">
          <ac:chgData name="Alberto Ruiz" userId="47fa91d207cfb014" providerId="LiveId" clId="{18923CA4-2A1E-4285-81FF-2717E4C88808}" dt="2024-10-29T18:43:04.383" v="153" actId="207"/>
          <ac:spMkLst>
            <pc:docMk/>
            <pc:sldMk cId="0" sldId="325"/>
            <ac:spMk id="15" creationId="{B6ED52A5-388F-407E-85A4-2EAA381BB219}"/>
          </ac:spMkLst>
        </pc:spChg>
        <pc:spChg chg="mod">
          <ac:chgData name="Alberto Ruiz" userId="47fa91d207cfb014" providerId="LiveId" clId="{18923CA4-2A1E-4285-81FF-2717E4C88808}" dt="2024-10-29T18:42:43.286" v="150" actId="207"/>
          <ac:spMkLst>
            <pc:docMk/>
            <pc:sldMk cId="0" sldId="325"/>
            <ac:spMk id="314" creationId="{00000000-0000-0000-0000-000000000000}"/>
          </ac:spMkLst>
        </pc:spChg>
        <pc:spChg chg="mod">
          <ac:chgData name="Alberto Ruiz" userId="47fa91d207cfb014" providerId="LiveId" clId="{18923CA4-2A1E-4285-81FF-2717E4C88808}" dt="2024-10-29T18:42:43.286" v="150" actId="207"/>
          <ac:spMkLst>
            <pc:docMk/>
            <pc:sldMk cId="0" sldId="325"/>
            <ac:spMk id="315" creationId="{00000000-0000-0000-0000-000000000000}"/>
          </ac:spMkLst>
        </pc:spChg>
        <pc:spChg chg="mod">
          <ac:chgData name="Alberto Ruiz" userId="47fa91d207cfb014" providerId="LiveId" clId="{18923CA4-2A1E-4285-81FF-2717E4C88808}" dt="2024-10-29T18:42:43.286" v="150" actId="207"/>
          <ac:spMkLst>
            <pc:docMk/>
            <pc:sldMk cId="0" sldId="325"/>
            <ac:spMk id="316" creationId="{00000000-0000-0000-0000-000000000000}"/>
          </ac:spMkLst>
        </pc:spChg>
        <pc:spChg chg="mod">
          <ac:chgData name="Alberto Ruiz" userId="47fa91d207cfb014" providerId="LiveId" clId="{18923CA4-2A1E-4285-81FF-2717E4C88808}" dt="2024-10-29T18:42:43.286" v="150" actId="207"/>
          <ac:spMkLst>
            <pc:docMk/>
            <pc:sldMk cId="0" sldId="325"/>
            <ac:spMk id="317" creationId="{00000000-0000-0000-0000-000000000000}"/>
          </ac:spMkLst>
        </pc:spChg>
        <pc:spChg chg="mod">
          <ac:chgData name="Alberto Ruiz" userId="47fa91d207cfb014" providerId="LiveId" clId="{18923CA4-2A1E-4285-81FF-2717E4C88808}" dt="2024-10-29T18:42:43.286" v="150" actId="207"/>
          <ac:spMkLst>
            <pc:docMk/>
            <pc:sldMk cId="0" sldId="325"/>
            <ac:spMk id="318" creationId="{00000000-0000-0000-0000-000000000000}"/>
          </ac:spMkLst>
        </pc:spChg>
        <pc:spChg chg="mod">
          <ac:chgData name="Alberto Ruiz" userId="47fa91d207cfb014" providerId="LiveId" clId="{18923CA4-2A1E-4285-81FF-2717E4C88808}" dt="2024-10-29T18:42:43.286" v="150" actId="207"/>
          <ac:spMkLst>
            <pc:docMk/>
            <pc:sldMk cId="0" sldId="325"/>
            <ac:spMk id="319" creationId="{00000000-0000-0000-0000-000000000000}"/>
          </ac:spMkLst>
        </pc:spChg>
        <pc:grpChg chg="mod">
          <ac:chgData name="Alberto Ruiz" userId="47fa91d207cfb014" providerId="LiveId" clId="{18923CA4-2A1E-4285-81FF-2717E4C88808}" dt="2024-10-29T18:42:38.722" v="149" actId="207"/>
          <ac:grpSpMkLst>
            <pc:docMk/>
            <pc:sldMk cId="0" sldId="325"/>
            <ac:grpSpMk id="313" creationId="{00000000-0000-0000-0000-000000000000}"/>
          </ac:grpSpMkLst>
        </pc:grpChg>
      </pc:sldChg>
      <pc:sldChg chg="addSp modSp mod setBg setFolMasterObjs">
        <pc:chgData name="Alberto Ruiz" userId="47fa91d207cfb014" providerId="LiveId" clId="{18923CA4-2A1E-4285-81FF-2717E4C88808}" dt="2024-10-29T18:44:54.324" v="179" actId="207"/>
        <pc:sldMkLst>
          <pc:docMk/>
          <pc:sldMk cId="0" sldId="326"/>
        </pc:sldMkLst>
        <pc:spChg chg="mod">
          <ac:chgData name="Alberto Ruiz" userId="47fa91d207cfb014" providerId="LiveId" clId="{18923CA4-2A1E-4285-81FF-2717E4C88808}" dt="2024-10-29T18:44:51.529" v="178" actId="26606"/>
          <ac:spMkLst>
            <pc:docMk/>
            <pc:sldMk cId="0" sldId="326"/>
            <ac:spMk id="324" creationId="{00000000-0000-0000-0000-000000000000}"/>
          </ac:spMkLst>
        </pc:spChg>
        <pc:spChg chg="mod">
          <ac:chgData name="Alberto Ruiz" userId="47fa91d207cfb014" providerId="LiveId" clId="{18923CA4-2A1E-4285-81FF-2717E4C88808}" dt="2024-10-29T18:44:54.324" v="179" actId="207"/>
          <ac:spMkLst>
            <pc:docMk/>
            <pc:sldMk cId="0" sldId="326"/>
            <ac:spMk id="325" creationId="{00000000-0000-0000-0000-000000000000}"/>
          </ac:spMkLst>
        </pc:spChg>
        <pc:spChg chg="add">
          <ac:chgData name="Alberto Ruiz" userId="47fa91d207cfb014" providerId="LiveId" clId="{18923CA4-2A1E-4285-81FF-2717E4C88808}" dt="2024-10-29T18:44:51.529" v="178" actId="26606"/>
          <ac:spMkLst>
            <pc:docMk/>
            <pc:sldMk cId="0" sldId="326"/>
            <ac:spMk id="330" creationId="{45D37F4E-DDB4-456B-97E0-9937730A039F}"/>
          </ac:spMkLst>
        </pc:spChg>
        <pc:spChg chg="add">
          <ac:chgData name="Alberto Ruiz" userId="47fa91d207cfb014" providerId="LiveId" clId="{18923CA4-2A1E-4285-81FF-2717E4C88808}" dt="2024-10-29T18:44:51.529" v="178" actId="26606"/>
          <ac:spMkLst>
            <pc:docMk/>
            <pc:sldMk cId="0" sldId="326"/>
            <ac:spMk id="332" creationId="{B2DD41CD-8F47-4F56-AD12-4E2FF7696987}"/>
          </ac:spMkLst>
        </pc:spChg>
        <pc:picChg chg="mod">
          <ac:chgData name="Alberto Ruiz" userId="47fa91d207cfb014" providerId="LiveId" clId="{18923CA4-2A1E-4285-81FF-2717E4C88808}" dt="2024-10-29T18:44:51.529" v="178" actId="26606"/>
          <ac:picMkLst>
            <pc:docMk/>
            <pc:sldMk cId="0" sldId="326"/>
            <ac:picMk id="2" creationId="{D9B9625C-ACC8-F669-0D00-E0CAE33C8713}"/>
          </ac:picMkLst>
        </pc:picChg>
      </pc:sldChg>
      <pc:sldChg chg="addSp modSp mod setBg setFolMasterObjs">
        <pc:chgData name="Alberto Ruiz" userId="47fa91d207cfb014" providerId="LiveId" clId="{18923CA4-2A1E-4285-81FF-2717E4C88808}" dt="2024-10-29T18:45:09.579" v="182" actId="207"/>
        <pc:sldMkLst>
          <pc:docMk/>
          <pc:sldMk cId="0" sldId="327"/>
        </pc:sldMkLst>
        <pc:spChg chg="mod">
          <ac:chgData name="Alberto Ruiz" userId="47fa91d207cfb014" providerId="LiveId" clId="{18923CA4-2A1E-4285-81FF-2717E4C88808}" dt="2024-10-29T18:44:59.684" v="180" actId="26606"/>
          <ac:spMkLst>
            <pc:docMk/>
            <pc:sldMk cId="0" sldId="327"/>
            <ac:spMk id="331" creationId="{00000000-0000-0000-0000-000000000000}"/>
          </ac:spMkLst>
        </pc:spChg>
        <pc:spChg chg="mod">
          <ac:chgData name="Alberto Ruiz" userId="47fa91d207cfb014" providerId="LiveId" clId="{18923CA4-2A1E-4285-81FF-2717E4C88808}" dt="2024-10-29T18:45:09.579" v="182" actId="207"/>
          <ac:spMkLst>
            <pc:docMk/>
            <pc:sldMk cId="0" sldId="327"/>
            <ac:spMk id="332" creationId="{00000000-0000-0000-0000-000000000000}"/>
          </ac:spMkLst>
        </pc:spChg>
        <pc:spChg chg="add">
          <ac:chgData name="Alberto Ruiz" userId="47fa91d207cfb014" providerId="LiveId" clId="{18923CA4-2A1E-4285-81FF-2717E4C88808}" dt="2024-10-29T18:44:59.684" v="180" actId="26606"/>
          <ac:spMkLst>
            <pc:docMk/>
            <pc:sldMk cId="0" sldId="327"/>
            <ac:spMk id="337" creationId="{45D37F4E-DDB4-456B-97E0-9937730A039F}"/>
          </ac:spMkLst>
        </pc:spChg>
        <pc:spChg chg="add">
          <ac:chgData name="Alberto Ruiz" userId="47fa91d207cfb014" providerId="LiveId" clId="{18923CA4-2A1E-4285-81FF-2717E4C88808}" dt="2024-10-29T18:44:59.684" v="180" actId="26606"/>
          <ac:spMkLst>
            <pc:docMk/>
            <pc:sldMk cId="0" sldId="327"/>
            <ac:spMk id="339" creationId="{B2DD41CD-8F47-4F56-AD12-4E2FF7696987}"/>
          </ac:spMkLst>
        </pc:spChg>
        <pc:picChg chg="mod">
          <ac:chgData name="Alberto Ruiz" userId="47fa91d207cfb014" providerId="LiveId" clId="{18923CA4-2A1E-4285-81FF-2717E4C88808}" dt="2024-10-29T18:44:59.684" v="180" actId="26606"/>
          <ac:picMkLst>
            <pc:docMk/>
            <pc:sldMk cId="0" sldId="327"/>
            <ac:picMk id="2" creationId="{B0E72B32-A1EE-DE7B-CA8C-EA52F35FBF38}"/>
          </ac:picMkLst>
        </pc:picChg>
      </pc:sldChg>
      <pc:sldChg chg="addSp modSp mod setBg setFolMasterObjs">
        <pc:chgData name="Alberto Ruiz" userId="47fa91d207cfb014" providerId="LiveId" clId="{18923CA4-2A1E-4285-81FF-2717E4C88808}" dt="2024-10-29T18:40:44.539" v="123" actId="26606"/>
        <pc:sldMkLst>
          <pc:docMk/>
          <pc:sldMk cId="1380981821" sldId="330"/>
        </pc:sldMkLst>
        <pc:spChg chg="mod">
          <ac:chgData name="Alberto Ruiz" userId="47fa91d207cfb014" providerId="LiveId" clId="{18923CA4-2A1E-4285-81FF-2717E4C88808}" dt="2024-10-29T18:40:44.539" v="123" actId="26606"/>
          <ac:spMkLst>
            <pc:docMk/>
            <pc:sldMk cId="1380981821" sldId="330"/>
            <ac:spMk id="9" creationId="{2AE6ED48-D3C1-4640-8145-FF90923757ED}"/>
          </ac:spMkLst>
        </pc:spChg>
        <pc:spChg chg="mod">
          <ac:chgData name="Alberto Ruiz" userId="47fa91d207cfb014" providerId="LiveId" clId="{18923CA4-2A1E-4285-81FF-2717E4C88808}" dt="2024-10-29T18:40:44.539" v="123" actId="26606"/>
          <ac:spMkLst>
            <pc:docMk/>
            <pc:sldMk cId="1380981821" sldId="330"/>
            <ac:spMk id="21" creationId="{A408FE3B-4335-46D6-9BE6-2B94BBD190FB}"/>
          </ac:spMkLst>
        </pc:spChg>
        <pc:spChg chg="add">
          <ac:chgData name="Alberto Ruiz" userId="47fa91d207cfb014" providerId="LiveId" clId="{18923CA4-2A1E-4285-81FF-2717E4C88808}" dt="2024-10-29T18:40:44.539" v="123" actId="26606"/>
          <ac:spMkLst>
            <pc:docMk/>
            <pc:sldMk cId="1380981821" sldId="330"/>
            <ac:spMk id="27" creationId="{45D37F4E-DDB4-456B-97E0-9937730A039F}"/>
          </ac:spMkLst>
        </pc:spChg>
        <pc:spChg chg="add">
          <ac:chgData name="Alberto Ruiz" userId="47fa91d207cfb014" providerId="LiveId" clId="{18923CA4-2A1E-4285-81FF-2717E4C88808}" dt="2024-10-29T18:40:44.539" v="123" actId="26606"/>
          <ac:spMkLst>
            <pc:docMk/>
            <pc:sldMk cId="1380981821" sldId="330"/>
            <ac:spMk id="29" creationId="{B2DD41CD-8F47-4F56-AD12-4E2FF7696987}"/>
          </ac:spMkLst>
        </pc:spChg>
        <pc:picChg chg="mod">
          <ac:chgData name="Alberto Ruiz" userId="47fa91d207cfb014" providerId="LiveId" clId="{18923CA4-2A1E-4285-81FF-2717E4C88808}" dt="2024-10-29T18:40:44.539" v="123" actId="26606"/>
          <ac:picMkLst>
            <pc:docMk/>
            <pc:sldMk cId="1380981821" sldId="330"/>
            <ac:picMk id="3" creationId="{23E33769-EC2D-3238-7A9E-298F6AF34B80}"/>
          </ac:picMkLst>
        </pc:picChg>
        <pc:picChg chg="ord">
          <ac:chgData name="Alberto Ruiz" userId="47fa91d207cfb014" providerId="LiveId" clId="{18923CA4-2A1E-4285-81FF-2717E4C88808}" dt="2024-10-29T18:40:44.539" v="123" actId="26606"/>
          <ac:picMkLst>
            <pc:docMk/>
            <pc:sldMk cId="1380981821" sldId="330"/>
            <ac:picMk id="22" creationId="{F0C050AB-9288-4577-A6F6-36CB8CBC3CC9}"/>
          </ac:picMkLst>
        </pc:picChg>
      </pc:sldChg>
      <pc:sldChg chg="addSp modSp mod setBg setFolMasterObjs">
        <pc:chgData name="Alberto Ruiz" userId="47fa91d207cfb014" providerId="LiveId" clId="{18923CA4-2A1E-4285-81FF-2717E4C88808}" dt="2024-10-29T18:40:41.938" v="122" actId="26606"/>
        <pc:sldMkLst>
          <pc:docMk/>
          <pc:sldMk cId="0" sldId="332"/>
        </pc:sldMkLst>
        <pc:spChg chg="mod">
          <ac:chgData name="Alberto Ruiz" userId="47fa91d207cfb014" providerId="LiveId" clId="{18923CA4-2A1E-4285-81FF-2717E4C88808}" dt="2024-10-29T18:40:41.938" v="122" actId="26606"/>
          <ac:spMkLst>
            <pc:docMk/>
            <pc:sldMk cId="0" sldId="332"/>
            <ac:spMk id="389" creationId="{00000000-0000-0000-0000-000000000000}"/>
          </ac:spMkLst>
        </pc:spChg>
        <pc:spChg chg="mod">
          <ac:chgData name="Alberto Ruiz" userId="47fa91d207cfb014" providerId="LiveId" clId="{18923CA4-2A1E-4285-81FF-2717E4C88808}" dt="2024-10-29T18:40:41.938" v="122" actId="26606"/>
          <ac:spMkLst>
            <pc:docMk/>
            <pc:sldMk cId="0" sldId="332"/>
            <ac:spMk id="390" creationId="{00000000-0000-0000-0000-000000000000}"/>
          </ac:spMkLst>
        </pc:spChg>
        <pc:spChg chg="add">
          <ac:chgData name="Alberto Ruiz" userId="47fa91d207cfb014" providerId="LiveId" clId="{18923CA4-2A1E-4285-81FF-2717E4C88808}" dt="2024-10-29T18:40:41.938" v="122" actId="26606"/>
          <ac:spMkLst>
            <pc:docMk/>
            <pc:sldMk cId="0" sldId="332"/>
            <ac:spMk id="396" creationId="{352BEC0E-22F8-46D0-9632-375DB541B06C}"/>
          </ac:spMkLst>
        </pc:spChg>
        <pc:spChg chg="add">
          <ac:chgData name="Alberto Ruiz" userId="47fa91d207cfb014" providerId="LiveId" clId="{18923CA4-2A1E-4285-81FF-2717E4C88808}" dt="2024-10-29T18:40:41.938" v="122" actId="26606"/>
          <ac:spMkLst>
            <pc:docMk/>
            <pc:sldMk cId="0" sldId="332"/>
            <ac:spMk id="398" creationId="{3FCFB1DE-0B7E-48CC-BA90-B2AB0889F9D6}"/>
          </ac:spMkLst>
        </pc:spChg>
        <pc:picChg chg="mod">
          <ac:chgData name="Alberto Ruiz" userId="47fa91d207cfb014" providerId="LiveId" clId="{18923CA4-2A1E-4285-81FF-2717E4C88808}" dt="2024-10-29T18:40:41.938" v="122" actId="26606"/>
          <ac:picMkLst>
            <pc:docMk/>
            <pc:sldMk cId="0" sldId="332"/>
            <ac:picMk id="7" creationId="{25273BDD-62A4-4643-A48B-E6E67B34EC3B}"/>
          </ac:picMkLst>
        </pc:picChg>
        <pc:picChg chg="mod">
          <ac:chgData name="Alberto Ruiz" userId="47fa91d207cfb014" providerId="LiveId" clId="{18923CA4-2A1E-4285-81FF-2717E4C88808}" dt="2024-10-29T18:40:41.938" v="122" actId="26606"/>
          <ac:picMkLst>
            <pc:docMk/>
            <pc:sldMk cId="0" sldId="332"/>
            <ac:picMk id="391" creationId="{00000000-0000-0000-0000-000000000000}"/>
          </ac:picMkLst>
        </pc:picChg>
      </pc:sldChg>
      <pc:sldChg chg="modSp mod">
        <pc:chgData name="Alberto Ruiz" userId="47fa91d207cfb014" providerId="LiveId" clId="{18923CA4-2A1E-4285-81FF-2717E4C88808}" dt="2024-10-29T18:36:37.658" v="70" actId="27636"/>
        <pc:sldMkLst>
          <pc:docMk/>
          <pc:sldMk cId="1110415036" sldId="333"/>
        </pc:sldMkLst>
        <pc:spChg chg="mod">
          <ac:chgData name="Alberto Ruiz" userId="47fa91d207cfb014" providerId="LiveId" clId="{18923CA4-2A1E-4285-81FF-2717E4C88808}" dt="2024-10-29T18:36:37.658" v="70" actId="27636"/>
          <ac:spMkLst>
            <pc:docMk/>
            <pc:sldMk cId="1110415036" sldId="333"/>
            <ac:spMk id="397" creationId="{00000000-0000-0000-0000-000000000000}"/>
          </ac:spMkLst>
        </pc:spChg>
      </pc:sldChg>
      <pc:sldChg chg="addSp delSp modSp mod">
        <pc:chgData name="Alberto Ruiz" userId="47fa91d207cfb014" providerId="LiveId" clId="{18923CA4-2A1E-4285-81FF-2717E4C88808}" dt="2024-10-29T18:40:53.962" v="125" actId="26606"/>
        <pc:sldMkLst>
          <pc:docMk/>
          <pc:sldMk cId="663413420" sldId="334"/>
        </pc:sldMkLst>
        <pc:spChg chg="add del mod">
          <ac:chgData name="Alberto Ruiz" userId="47fa91d207cfb014" providerId="LiveId" clId="{18923CA4-2A1E-4285-81FF-2717E4C88808}" dt="2024-10-29T18:40:53.962" v="125" actId="26606"/>
          <ac:spMkLst>
            <pc:docMk/>
            <pc:sldMk cId="663413420" sldId="334"/>
            <ac:spMk id="404" creationId="{00000000-0000-0000-0000-000000000000}"/>
          </ac:spMkLst>
        </pc:spChg>
        <pc:graphicFrameChg chg="add del">
          <ac:chgData name="Alberto Ruiz" userId="47fa91d207cfb014" providerId="LiveId" clId="{18923CA4-2A1E-4285-81FF-2717E4C88808}" dt="2024-10-29T18:40:53.962" v="125" actId="26606"/>
          <ac:graphicFrameMkLst>
            <pc:docMk/>
            <pc:sldMk cId="663413420" sldId="334"/>
            <ac:graphicFrameMk id="407" creationId="{345810CE-0B8B-3192-6C19-C7FB78248037}"/>
          </ac:graphicFrameMkLst>
        </pc:graphicFrameChg>
      </pc:sldChg>
      <pc:sldChg chg="modSp mod">
        <pc:chgData name="Alberto Ruiz" userId="47fa91d207cfb014" providerId="LiveId" clId="{18923CA4-2A1E-4285-81FF-2717E4C88808}" dt="2024-10-29T18:41:05.642" v="127" actId="207"/>
        <pc:sldMkLst>
          <pc:docMk/>
          <pc:sldMk cId="91505634" sldId="335"/>
        </pc:sldMkLst>
        <pc:spChg chg="mod">
          <ac:chgData name="Alberto Ruiz" userId="47fa91d207cfb014" providerId="LiveId" clId="{18923CA4-2A1E-4285-81FF-2717E4C88808}" dt="2024-10-29T18:41:05.642" v="127" actId="207"/>
          <ac:spMkLst>
            <pc:docMk/>
            <pc:sldMk cId="91505634" sldId="335"/>
            <ac:spMk id="411" creationId="{00000000-0000-0000-0000-000000000000}"/>
          </ac:spMkLst>
        </pc:spChg>
      </pc:sldChg>
      <pc:sldChg chg="modSp mod">
        <pc:chgData name="Alberto Ruiz" userId="47fa91d207cfb014" providerId="LiveId" clId="{18923CA4-2A1E-4285-81FF-2717E4C88808}" dt="2024-10-29T18:41:17.151" v="129" actId="207"/>
        <pc:sldMkLst>
          <pc:docMk/>
          <pc:sldMk cId="2740416133" sldId="338"/>
        </pc:sldMkLst>
        <pc:spChg chg="mod">
          <ac:chgData name="Alberto Ruiz" userId="47fa91d207cfb014" providerId="LiveId" clId="{18923CA4-2A1E-4285-81FF-2717E4C88808}" dt="2024-10-29T18:36:37.675" v="75" actId="27636"/>
          <ac:spMkLst>
            <pc:docMk/>
            <pc:sldMk cId="2740416133" sldId="338"/>
            <ac:spMk id="434" creationId="{00000000-0000-0000-0000-000000000000}"/>
          </ac:spMkLst>
        </pc:spChg>
        <pc:spChg chg="mod">
          <ac:chgData name="Alberto Ruiz" userId="47fa91d207cfb014" providerId="LiveId" clId="{18923CA4-2A1E-4285-81FF-2717E4C88808}" dt="2024-10-29T18:41:17.151" v="129" actId="207"/>
          <ac:spMkLst>
            <pc:docMk/>
            <pc:sldMk cId="2740416133" sldId="338"/>
            <ac:spMk id="435" creationId="{00000000-0000-0000-0000-000000000000}"/>
          </ac:spMkLst>
        </pc:spChg>
      </pc:sldChg>
      <pc:sldChg chg="addSp modSp mod setBg setFolMasterObjs">
        <pc:chgData name="Alberto Ruiz" userId="47fa91d207cfb014" providerId="LiveId" clId="{18923CA4-2A1E-4285-81FF-2717E4C88808}" dt="2024-10-29T18:41:28.846" v="131" actId="26606"/>
        <pc:sldMkLst>
          <pc:docMk/>
          <pc:sldMk cId="3032256588" sldId="340"/>
        </pc:sldMkLst>
        <pc:spChg chg="mod">
          <ac:chgData name="Alberto Ruiz" userId="47fa91d207cfb014" providerId="LiveId" clId="{18923CA4-2A1E-4285-81FF-2717E4C88808}" dt="2024-10-29T18:41:28.846" v="131" actId="26606"/>
          <ac:spMkLst>
            <pc:docMk/>
            <pc:sldMk cId="3032256588" sldId="340"/>
            <ac:spMk id="2" creationId="{F6EDA0DF-7AC0-4013-82F0-52F1B78F8058}"/>
          </ac:spMkLst>
        </pc:spChg>
        <pc:spChg chg="mod">
          <ac:chgData name="Alberto Ruiz" userId="47fa91d207cfb014" providerId="LiveId" clId="{18923CA4-2A1E-4285-81FF-2717E4C88808}" dt="2024-10-29T18:41:28.846" v="131" actId="26606"/>
          <ac:spMkLst>
            <pc:docMk/>
            <pc:sldMk cId="3032256588" sldId="340"/>
            <ac:spMk id="3" creationId="{9657432A-F1DD-D69C-D8A4-0F9FDDEA8529}"/>
          </ac:spMkLst>
        </pc:spChg>
        <pc:spChg chg="add">
          <ac:chgData name="Alberto Ruiz" userId="47fa91d207cfb014" providerId="LiveId" clId="{18923CA4-2A1E-4285-81FF-2717E4C88808}" dt="2024-10-29T18:41:28.846" v="131" actId="26606"/>
          <ac:spMkLst>
            <pc:docMk/>
            <pc:sldMk cId="3032256588" sldId="340"/>
            <ac:spMk id="454" creationId="{352BEC0E-22F8-46D0-9632-375DB541B06C}"/>
          </ac:spMkLst>
        </pc:spChg>
        <pc:spChg chg="add">
          <ac:chgData name="Alberto Ruiz" userId="47fa91d207cfb014" providerId="LiveId" clId="{18923CA4-2A1E-4285-81FF-2717E4C88808}" dt="2024-10-29T18:41:28.846" v="131" actId="26606"/>
          <ac:spMkLst>
            <pc:docMk/>
            <pc:sldMk cId="3032256588" sldId="340"/>
            <ac:spMk id="456" creationId="{3FCFB1DE-0B7E-48CC-BA90-B2AB0889F9D6}"/>
          </ac:spMkLst>
        </pc:spChg>
        <pc:picChg chg="mod">
          <ac:chgData name="Alberto Ruiz" userId="47fa91d207cfb014" providerId="LiveId" clId="{18923CA4-2A1E-4285-81FF-2717E4C88808}" dt="2024-10-29T18:41:28.846" v="131" actId="26606"/>
          <ac:picMkLst>
            <pc:docMk/>
            <pc:sldMk cId="3032256588" sldId="340"/>
            <ac:picMk id="4" creationId="{AA490D8C-0124-FF24-6141-20058BF6E7BA}"/>
          </ac:picMkLst>
        </pc:picChg>
        <pc:picChg chg="mod ord">
          <ac:chgData name="Alberto Ruiz" userId="47fa91d207cfb014" providerId="LiveId" clId="{18923CA4-2A1E-4285-81FF-2717E4C88808}" dt="2024-10-29T18:41:28.846" v="131" actId="26606"/>
          <ac:picMkLst>
            <pc:docMk/>
            <pc:sldMk cId="3032256588" sldId="340"/>
            <ac:picMk id="449" creationId="{00000000-0000-0000-0000-000000000000}"/>
          </ac:picMkLst>
        </pc:picChg>
      </pc:sldChg>
      <pc:sldChg chg="addSp modSp mod setBg setFolMasterObjs">
        <pc:chgData name="Alberto Ruiz" userId="47fa91d207cfb014" providerId="LiveId" clId="{18923CA4-2A1E-4285-81FF-2717E4C88808}" dt="2024-10-29T18:41:50.091" v="140" actId="26606"/>
        <pc:sldMkLst>
          <pc:docMk/>
          <pc:sldMk cId="903548199" sldId="342"/>
        </pc:sldMkLst>
        <pc:spChg chg="mod">
          <ac:chgData name="Alberto Ruiz" userId="47fa91d207cfb014" providerId="LiveId" clId="{18923CA4-2A1E-4285-81FF-2717E4C88808}" dt="2024-10-29T18:41:50.091" v="140" actId="26606"/>
          <ac:spMkLst>
            <pc:docMk/>
            <pc:sldMk cId="903548199" sldId="342"/>
            <ac:spMk id="461" creationId="{00000000-0000-0000-0000-000000000000}"/>
          </ac:spMkLst>
        </pc:spChg>
        <pc:spChg chg="mod">
          <ac:chgData name="Alberto Ruiz" userId="47fa91d207cfb014" providerId="LiveId" clId="{18923CA4-2A1E-4285-81FF-2717E4C88808}" dt="2024-10-29T18:41:50.091" v="140" actId="26606"/>
          <ac:spMkLst>
            <pc:docMk/>
            <pc:sldMk cId="903548199" sldId="342"/>
            <ac:spMk id="462" creationId="{00000000-0000-0000-0000-000000000000}"/>
          </ac:spMkLst>
        </pc:spChg>
        <pc:spChg chg="add">
          <ac:chgData name="Alberto Ruiz" userId="47fa91d207cfb014" providerId="LiveId" clId="{18923CA4-2A1E-4285-81FF-2717E4C88808}" dt="2024-10-29T18:41:50.091" v="140" actId="26606"/>
          <ac:spMkLst>
            <pc:docMk/>
            <pc:sldMk cId="903548199" sldId="342"/>
            <ac:spMk id="468" creationId="{352BEC0E-22F8-46D0-9632-375DB541B06C}"/>
          </ac:spMkLst>
        </pc:spChg>
        <pc:spChg chg="add">
          <ac:chgData name="Alberto Ruiz" userId="47fa91d207cfb014" providerId="LiveId" clId="{18923CA4-2A1E-4285-81FF-2717E4C88808}" dt="2024-10-29T18:41:50.091" v="140" actId="26606"/>
          <ac:spMkLst>
            <pc:docMk/>
            <pc:sldMk cId="903548199" sldId="342"/>
            <ac:spMk id="470" creationId="{3FCFB1DE-0B7E-48CC-BA90-B2AB0889F9D6}"/>
          </ac:spMkLst>
        </pc:spChg>
        <pc:picChg chg="mod">
          <ac:chgData name="Alberto Ruiz" userId="47fa91d207cfb014" providerId="LiveId" clId="{18923CA4-2A1E-4285-81FF-2717E4C88808}" dt="2024-10-29T18:41:50.091" v="140" actId="26606"/>
          <ac:picMkLst>
            <pc:docMk/>
            <pc:sldMk cId="903548199" sldId="342"/>
            <ac:picMk id="2" creationId="{E2849E70-F716-9143-14A8-4D64E6DB0677}"/>
          </ac:picMkLst>
        </pc:picChg>
        <pc:picChg chg="mod ord">
          <ac:chgData name="Alberto Ruiz" userId="47fa91d207cfb014" providerId="LiveId" clId="{18923CA4-2A1E-4285-81FF-2717E4C88808}" dt="2024-10-29T18:41:50.091" v="140" actId="26606"/>
          <ac:picMkLst>
            <pc:docMk/>
            <pc:sldMk cId="903548199" sldId="342"/>
            <ac:picMk id="463" creationId="{00000000-0000-0000-0000-000000000000}"/>
          </ac:picMkLst>
        </pc:picChg>
      </pc:sldChg>
      <pc:sldChg chg="addSp modSp mod setBg setFolMasterObjs">
        <pc:chgData name="Alberto Ruiz" userId="47fa91d207cfb014" providerId="LiveId" clId="{18923CA4-2A1E-4285-81FF-2717E4C88808}" dt="2024-10-29T18:41:52.868" v="141" actId="26606"/>
        <pc:sldMkLst>
          <pc:docMk/>
          <pc:sldMk cId="716793366" sldId="349"/>
        </pc:sldMkLst>
        <pc:spChg chg="mod">
          <ac:chgData name="Alberto Ruiz" userId="47fa91d207cfb014" providerId="LiveId" clId="{18923CA4-2A1E-4285-81FF-2717E4C88808}" dt="2024-10-29T18:41:52.868" v="141" actId="26606"/>
          <ac:spMkLst>
            <pc:docMk/>
            <pc:sldMk cId="716793366" sldId="349"/>
            <ac:spMk id="507" creationId="{00000000-0000-0000-0000-000000000000}"/>
          </ac:spMkLst>
        </pc:spChg>
        <pc:spChg chg="mod">
          <ac:chgData name="Alberto Ruiz" userId="47fa91d207cfb014" providerId="LiveId" clId="{18923CA4-2A1E-4285-81FF-2717E4C88808}" dt="2024-10-29T18:41:52.868" v="141" actId="26606"/>
          <ac:spMkLst>
            <pc:docMk/>
            <pc:sldMk cId="716793366" sldId="349"/>
            <ac:spMk id="508" creationId="{00000000-0000-0000-0000-000000000000}"/>
          </ac:spMkLst>
        </pc:spChg>
        <pc:spChg chg="add">
          <ac:chgData name="Alberto Ruiz" userId="47fa91d207cfb014" providerId="LiveId" clId="{18923CA4-2A1E-4285-81FF-2717E4C88808}" dt="2024-10-29T18:41:52.868" v="141" actId="26606"/>
          <ac:spMkLst>
            <pc:docMk/>
            <pc:sldMk cId="716793366" sldId="349"/>
            <ac:spMk id="514" creationId="{352BEC0E-22F8-46D0-9632-375DB541B06C}"/>
          </ac:spMkLst>
        </pc:spChg>
        <pc:spChg chg="add">
          <ac:chgData name="Alberto Ruiz" userId="47fa91d207cfb014" providerId="LiveId" clId="{18923CA4-2A1E-4285-81FF-2717E4C88808}" dt="2024-10-29T18:41:52.868" v="141" actId="26606"/>
          <ac:spMkLst>
            <pc:docMk/>
            <pc:sldMk cId="716793366" sldId="349"/>
            <ac:spMk id="516" creationId="{3FCFB1DE-0B7E-48CC-BA90-B2AB0889F9D6}"/>
          </ac:spMkLst>
        </pc:spChg>
        <pc:picChg chg="mod">
          <ac:chgData name="Alberto Ruiz" userId="47fa91d207cfb014" providerId="LiveId" clId="{18923CA4-2A1E-4285-81FF-2717E4C88808}" dt="2024-10-29T18:41:52.868" v="141" actId="26606"/>
          <ac:picMkLst>
            <pc:docMk/>
            <pc:sldMk cId="716793366" sldId="349"/>
            <ac:picMk id="2" creationId="{64E3F6FD-69F2-0B07-8E5E-48AECD5DF54D}"/>
          </ac:picMkLst>
        </pc:picChg>
        <pc:picChg chg="mod ord">
          <ac:chgData name="Alberto Ruiz" userId="47fa91d207cfb014" providerId="LiveId" clId="{18923CA4-2A1E-4285-81FF-2717E4C88808}" dt="2024-10-29T18:41:52.868" v="141" actId="26606"/>
          <ac:picMkLst>
            <pc:docMk/>
            <pc:sldMk cId="716793366" sldId="349"/>
            <ac:picMk id="509" creationId="{00000000-0000-0000-0000-000000000000}"/>
          </ac:picMkLst>
        </pc:picChg>
      </pc:sldChg>
      <pc:sldChg chg="addSp modSp mod setBg setFolMasterObjs">
        <pc:chgData name="Alberto Ruiz" userId="47fa91d207cfb014" providerId="LiveId" clId="{18923CA4-2A1E-4285-81FF-2717E4C88808}" dt="2024-10-29T18:45:13.909" v="183" actId="26606"/>
        <pc:sldMkLst>
          <pc:docMk/>
          <pc:sldMk cId="0" sldId="383"/>
        </pc:sldMkLst>
        <pc:spChg chg="mod">
          <ac:chgData name="Alberto Ruiz" userId="47fa91d207cfb014" providerId="LiveId" clId="{18923CA4-2A1E-4285-81FF-2717E4C88808}" dt="2024-10-29T18:45:13.909" v="183" actId="26606"/>
          <ac:spMkLst>
            <pc:docMk/>
            <pc:sldMk cId="0" sldId="383"/>
            <ac:spMk id="1124" creationId="{00000000-0000-0000-0000-000000000000}"/>
          </ac:spMkLst>
        </pc:spChg>
        <pc:spChg chg="mod">
          <ac:chgData name="Alberto Ruiz" userId="47fa91d207cfb014" providerId="LiveId" clId="{18923CA4-2A1E-4285-81FF-2717E4C88808}" dt="2024-10-29T18:45:13.909" v="183" actId="26606"/>
          <ac:spMkLst>
            <pc:docMk/>
            <pc:sldMk cId="0" sldId="383"/>
            <ac:spMk id="1125" creationId="{00000000-0000-0000-0000-000000000000}"/>
          </ac:spMkLst>
        </pc:spChg>
        <pc:spChg chg="add">
          <ac:chgData name="Alberto Ruiz" userId="47fa91d207cfb014" providerId="LiveId" clId="{18923CA4-2A1E-4285-81FF-2717E4C88808}" dt="2024-10-29T18:45:13.909" v="183" actId="26606"/>
          <ac:spMkLst>
            <pc:docMk/>
            <pc:sldMk cId="0" sldId="383"/>
            <ac:spMk id="1130" creationId="{45D37F4E-DDB4-456B-97E0-9937730A039F}"/>
          </ac:spMkLst>
        </pc:spChg>
        <pc:spChg chg="add">
          <ac:chgData name="Alberto Ruiz" userId="47fa91d207cfb014" providerId="LiveId" clId="{18923CA4-2A1E-4285-81FF-2717E4C88808}" dt="2024-10-29T18:45:13.909" v="183" actId="26606"/>
          <ac:spMkLst>
            <pc:docMk/>
            <pc:sldMk cId="0" sldId="383"/>
            <ac:spMk id="1132" creationId="{B2DD41CD-8F47-4F56-AD12-4E2FF7696987}"/>
          </ac:spMkLst>
        </pc:spChg>
        <pc:picChg chg="mod">
          <ac:chgData name="Alberto Ruiz" userId="47fa91d207cfb014" providerId="LiveId" clId="{18923CA4-2A1E-4285-81FF-2717E4C88808}" dt="2024-10-29T18:45:13.909" v="183" actId="26606"/>
          <ac:picMkLst>
            <pc:docMk/>
            <pc:sldMk cId="0" sldId="383"/>
            <ac:picMk id="2" creationId="{264CCDBC-4B4F-476A-B423-EB5295CC43A0}"/>
          </ac:picMkLst>
        </pc:picChg>
      </pc:sldChg>
      <pc:sldChg chg="addSp modSp mod setBg setFolMasterObjs">
        <pc:chgData name="Alberto Ruiz" userId="47fa91d207cfb014" providerId="LiveId" clId="{18923CA4-2A1E-4285-81FF-2717E4C88808}" dt="2024-10-29T18:40:18.864" v="119" actId="26606"/>
        <pc:sldMkLst>
          <pc:docMk/>
          <pc:sldMk cId="3106580257" sldId="440"/>
        </pc:sldMkLst>
        <pc:spChg chg="mod">
          <ac:chgData name="Alberto Ruiz" userId="47fa91d207cfb014" providerId="LiveId" clId="{18923CA4-2A1E-4285-81FF-2717E4C88808}" dt="2024-10-29T18:40:18.864" v="119" actId="26606"/>
          <ac:spMkLst>
            <pc:docMk/>
            <pc:sldMk cId="3106580257" sldId="440"/>
            <ac:spMk id="2" creationId="{A69A537B-6343-4E4C-8BD2-475DF778C3E8}"/>
          </ac:spMkLst>
        </pc:spChg>
        <pc:spChg chg="mod">
          <ac:chgData name="Alberto Ruiz" userId="47fa91d207cfb014" providerId="LiveId" clId="{18923CA4-2A1E-4285-81FF-2717E4C88808}" dt="2024-10-29T18:40:18.864" v="119" actId="26606"/>
          <ac:spMkLst>
            <pc:docMk/>
            <pc:sldMk cId="3106580257" sldId="440"/>
            <ac:spMk id="3" creationId="{6B08A1DC-8B45-41C0-A143-B9EC202F476D}"/>
          </ac:spMkLst>
        </pc:spChg>
        <pc:spChg chg="add">
          <ac:chgData name="Alberto Ruiz" userId="47fa91d207cfb014" providerId="LiveId" clId="{18923CA4-2A1E-4285-81FF-2717E4C88808}" dt="2024-10-29T18:40:18.864" v="119" actId="26606"/>
          <ac:spMkLst>
            <pc:docMk/>
            <pc:sldMk cId="3106580257" sldId="440"/>
            <ac:spMk id="11" creationId="{352BEC0E-22F8-46D0-9632-375DB541B06C}"/>
          </ac:spMkLst>
        </pc:spChg>
        <pc:spChg chg="add">
          <ac:chgData name="Alberto Ruiz" userId="47fa91d207cfb014" providerId="LiveId" clId="{18923CA4-2A1E-4285-81FF-2717E4C88808}" dt="2024-10-29T18:40:18.864" v="119" actId="26606"/>
          <ac:spMkLst>
            <pc:docMk/>
            <pc:sldMk cId="3106580257" sldId="440"/>
            <ac:spMk id="13" creationId="{3FCFB1DE-0B7E-48CC-BA90-B2AB0889F9D6}"/>
          </ac:spMkLst>
        </pc:spChg>
        <pc:picChg chg="mod">
          <ac:chgData name="Alberto Ruiz" userId="47fa91d207cfb014" providerId="LiveId" clId="{18923CA4-2A1E-4285-81FF-2717E4C88808}" dt="2024-10-29T18:40:18.864" v="119" actId="26606"/>
          <ac:picMkLst>
            <pc:docMk/>
            <pc:sldMk cId="3106580257" sldId="440"/>
            <ac:picMk id="4" creationId="{366C8850-A7F1-4424-95E4-AC7E857958BF}"/>
          </ac:picMkLst>
        </pc:picChg>
        <pc:picChg chg="mod">
          <ac:chgData name="Alberto Ruiz" userId="47fa91d207cfb014" providerId="LiveId" clId="{18923CA4-2A1E-4285-81FF-2717E4C88808}" dt="2024-10-29T18:40:18.864" v="119" actId="26606"/>
          <ac:picMkLst>
            <pc:docMk/>
            <pc:sldMk cId="3106580257" sldId="440"/>
            <ac:picMk id="6" creationId="{CE5EDA96-BEA1-66BC-A6D2-925D7189C6CA}"/>
          </ac:picMkLst>
        </pc:picChg>
      </pc:sldChg>
      <pc:sldChg chg="modSp mod">
        <pc:chgData name="Alberto Ruiz" userId="47fa91d207cfb014" providerId="LiveId" clId="{18923CA4-2A1E-4285-81FF-2717E4C88808}" dt="2024-10-29T18:43:19.159" v="156" actId="1076"/>
        <pc:sldMkLst>
          <pc:docMk/>
          <pc:sldMk cId="2731839407" sldId="448"/>
        </pc:sldMkLst>
        <pc:spChg chg="mod">
          <ac:chgData name="Alberto Ruiz" userId="47fa91d207cfb014" providerId="LiveId" clId="{18923CA4-2A1E-4285-81FF-2717E4C88808}" dt="2024-10-29T18:43:17.344" v="155" actId="14100"/>
          <ac:spMkLst>
            <pc:docMk/>
            <pc:sldMk cId="2731839407" sldId="448"/>
            <ac:spMk id="3" creationId="{F5507007-80D6-489B-8E5F-1377885D350F}"/>
          </ac:spMkLst>
        </pc:spChg>
        <pc:picChg chg="mod">
          <ac:chgData name="Alberto Ruiz" userId="47fa91d207cfb014" providerId="LiveId" clId="{18923CA4-2A1E-4285-81FF-2717E4C88808}" dt="2024-10-29T18:43:19.159" v="156" actId="1076"/>
          <ac:picMkLst>
            <pc:docMk/>
            <pc:sldMk cId="2731839407" sldId="448"/>
            <ac:picMk id="4100" creationId="{6A2E9A5E-D9CE-4602-ADF7-A56DDFF241AC}"/>
          </ac:picMkLst>
        </pc:picChg>
      </pc:sldChg>
      <pc:sldChg chg="addSp modSp mod setBg setFolMasterObjs">
        <pc:chgData name="Alberto Ruiz" userId="47fa91d207cfb014" providerId="LiveId" clId="{18923CA4-2A1E-4285-81FF-2717E4C88808}" dt="2024-10-29T18:43:41.016" v="159" actId="26606"/>
        <pc:sldMkLst>
          <pc:docMk/>
          <pc:sldMk cId="2037125093" sldId="449"/>
        </pc:sldMkLst>
        <pc:spChg chg="mod">
          <ac:chgData name="Alberto Ruiz" userId="47fa91d207cfb014" providerId="LiveId" clId="{18923CA4-2A1E-4285-81FF-2717E4C88808}" dt="2024-10-29T18:43:41.016" v="159" actId="26606"/>
          <ac:spMkLst>
            <pc:docMk/>
            <pc:sldMk cId="2037125093" sldId="449"/>
            <ac:spMk id="2" creationId="{35AFD52F-49DC-4892-B594-A4E70CA08E79}"/>
          </ac:spMkLst>
        </pc:spChg>
        <pc:spChg chg="mod">
          <ac:chgData name="Alberto Ruiz" userId="47fa91d207cfb014" providerId="LiveId" clId="{18923CA4-2A1E-4285-81FF-2717E4C88808}" dt="2024-10-29T18:43:41.016" v="159" actId="26606"/>
          <ac:spMkLst>
            <pc:docMk/>
            <pc:sldMk cId="2037125093" sldId="449"/>
            <ac:spMk id="3" creationId="{0B428EDC-5A66-4CF8-9545-6CC054B8EBF4}"/>
          </ac:spMkLst>
        </pc:spChg>
        <pc:spChg chg="add">
          <ac:chgData name="Alberto Ruiz" userId="47fa91d207cfb014" providerId="LiveId" clId="{18923CA4-2A1E-4285-81FF-2717E4C88808}" dt="2024-10-29T18:43:41.016" v="159" actId="26606"/>
          <ac:spMkLst>
            <pc:docMk/>
            <pc:sldMk cId="2037125093" sldId="449"/>
            <ac:spMk id="20487" creationId="{352BEC0E-22F8-46D0-9632-375DB541B06C}"/>
          </ac:spMkLst>
        </pc:spChg>
        <pc:spChg chg="add">
          <ac:chgData name="Alberto Ruiz" userId="47fa91d207cfb014" providerId="LiveId" clId="{18923CA4-2A1E-4285-81FF-2717E4C88808}" dt="2024-10-29T18:43:41.016" v="159" actId="26606"/>
          <ac:spMkLst>
            <pc:docMk/>
            <pc:sldMk cId="2037125093" sldId="449"/>
            <ac:spMk id="20489" creationId="{3FCFB1DE-0B7E-48CC-BA90-B2AB0889F9D6}"/>
          </ac:spMkLst>
        </pc:spChg>
        <pc:picChg chg="mod">
          <ac:chgData name="Alberto Ruiz" userId="47fa91d207cfb014" providerId="LiveId" clId="{18923CA4-2A1E-4285-81FF-2717E4C88808}" dt="2024-10-29T18:43:41.016" v="159" actId="26606"/>
          <ac:picMkLst>
            <pc:docMk/>
            <pc:sldMk cId="2037125093" sldId="449"/>
            <ac:picMk id="4" creationId="{B8D4ADFD-1A79-EF57-58CE-950223B7DD98}"/>
          </ac:picMkLst>
        </pc:picChg>
        <pc:picChg chg="mod ord">
          <ac:chgData name="Alberto Ruiz" userId="47fa91d207cfb014" providerId="LiveId" clId="{18923CA4-2A1E-4285-81FF-2717E4C88808}" dt="2024-10-29T18:43:41.016" v="159" actId="26606"/>
          <ac:picMkLst>
            <pc:docMk/>
            <pc:sldMk cId="2037125093" sldId="449"/>
            <ac:picMk id="20482" creationId="{FDB1EF1C-1040-48E9-BEF7-75C9A4969308}"/>
          </ac:picMkLst>
        </pc:picChg>
      </pc:sldChg>
      <pc:sldChg chg="modSp mod">
        <pc:chgData name="Alberto Ruiz" userId="47fa91d207cfb014" providerId="LiveId" clId="{18923CA4-2A1E-4285-81FF-2717E4C88808}" dt="2024-10-29T18:36:37.704" v="79" actId="27636"/>
        <pc:sldMkLst>
          <pc:docMk/>
          <pc:sldMk cId="4128076309" sldId="451"/>
        </pc:sldMkLst>
        <pc:spChg chg="mod">
          <ac:chgData name="Alberto Ruiz" userId="47fa91d207cfb014" providerId="LiveId" clId="{18923CA4-2A1E-4285-81FF-2717E4C88808}" dt="2024-10-29T18:36:37.704" v="79" actId="27636"/>
          <ac:spMkLst>
            <pc:docMk/>
            <pc:sldMk cId="4128076309" sldId="451"/>
            <ac:spMk id="3" creationId="{C9260157-94BF-4806-B3CA-661E27E4B3C7}"/>
          </ac:spMkLst>
        </pc:spChg>
      </pc:sldChg>
      <pc:sldChg chg="addSp modSp mod setBg setFolMasterObjs">
        <pc:chgData name="Alberto Ruiz" userId="47fa91d207cfb014" providerId="LiveId" clId="{18923CA4-2A1E-4285-81FF-2717E4C88808}" dt="2024-10-29T18:44:31.312" v="172" actId="26606"/>
        <pc:sldMkLst>
          <pc:docMk/>
          <pc:sldMk cId="1335672613" sldId="452"/>
        </pc:sldMkLst>
        <pc:spChg chg="mod">
          <ac:chgData name="Alberto Ruiz" userId="47fa91d207cfb014" providerId="LiveId" clId="{18923CA4-2A1E-4285-81FF-2717E4C88808}" dt="2024-10-29T18:44:31.312" v="172" actId="26606"/>
          <ac:spMkLst>
            <pc:docMk/>
            <pc:sldMk cId="1335672613" sldId="452"/>
            <ac:spMk id="2" creationId="{23389BEE-2603-472B-A582-A58ABE9E2EBB}"/>
          </ac:spMkLst>
        </pc:spChg>
        <pc:spChg chg="mod">
          <ac:chgData name="Alberto Ruiz" userId="47fa91d207cfb014" providerId="LiveId" clId="{18923CA4-2A1E-4285-81FF-2717E4C88808}" dt="2024-10-29T18:44:31.312" v="172" actId="26606"/>
          <ac:spMkLst>
            <pc:docMk/>
            <pc:sldMk cId="1335672613" sldId="452"/>
            <ac:spMk id="6" creationId="{F81E0422-D502-4710-A6B6-67DB9F8A6446}"/>
          </ac:spMkLst>
        </pc:spChg>
        <pc:spChg chg="add">
          <ac:chgData name="Alberto Ruiz" userId="47fa91d207cfb014" providerId="LiveId" clId="{18923CA4-2A1E-4285-81FF-2717E4C88808}" dt="2024-10-29T18:44:31.312" v="172" actId="26606"/>
          <ac:spMkLst>
            <pc:docMk/>
            <pc:sldMk cId="1335672613" sldId="452"/>
            <ac:spMk id="13" creationId="{D75A5B51-0925-4835-8511-A0DD17EAA97C}"/>
          </ac:spMkLst>
        </pc:spChg>
        <pc:spChg chg="add">
          <ac:chgData name="Alberto Ruiz" userId="47fa91d207cfb014" providerId="LiveId" clId="{18923CA4-2A1E-4285-81FF-2717E4C88808}" dt="2024-10-29T18:44:31.312" v="172" actId="26606"/>
          <ac:spMkLst>
            <pc:docMk/>
            <pc:sldMk cId="1335672613" sldId="452"/>
            <ac:spMk id="15" creationId="{5CDFD20D-8E4F-4E3A-AF87-93F23E0DBFB3}"/>
          </ac:spMkLst>
        </pc:spChg>
        <pc:picChg chg="mod">
          <ac:chgData name="Alberto Ruiz" userId="47fa91d207cfb014" providerId="LiveId" clId="{18923CA4-2A1E-4285-81FF-2717E4C88808}" dt="2024-10-29T18:44:31.312" v="172" actId="26606"/>
          <ac:picMkLst>
            <pc:docMk/>
            <pc:sldMk cId="1335672613" sldId="452"/>
            <ac:picMk id="3" creationId="{E21AA518-B971-3412-8BF3-3922BBDEEAD4}"/>
          </ac:picMkLst>
        </pc:picChg>
        <pc:picChg chg="mod ord">
          <ac:chgData name="Alberto Ruiz" userId="47fa91d207cfb014" providerId="LiveId" clId="{18923CA4-2A1E-4285-81FF-2717E4C88808}" dt="2024-10-29T18:44:31.312" v="172" actId="26606"/>
          <ac:picMkLst>
            <pc:docMk/>
            <pc:sldMk cId="1335672613" sldId="452"/>
            <ac:picMk id="5" creationId="{C4DC0EFA-FD1D-4152-B660-34008E855E09}"/>
          </ac:picMkLst>
        </pc:picChg>
        <pc:picChg chg="mod">
          <ac:chgData name="Alberto Ruiz" userId="47fa91d207cfb014" providerId="LiveId" clId="{18923CA4-2A1E-4285-81FF-2717E4C88808}" dt="2024-10-29T18:44:31.312" v="172" actId="26606"/>
          <ac:picMkLst>
            <pc:docMk/>
            <pc:sldMk cId="1335672613" sldId="452"/>
            <ac:picMk id="8" creationId="{0862CB94-CEC7-4088-ABC2-A6ADC95C4223}"/>
          </ac:picMkLst>
        </pc:picChg>
      </pc:sldChg>
      <pc:sldChg chg="addSp modSp mod setBg setFolMasterObjs">
        <pc:chgData name="Alberto Ruiz" userId="47fa91d207cfb014" providerId="LiveId" clId="{18923CA4-2A1E-4285-81FF-2717E4C88808}" dt="2024-10-29T18:44:35.743" v="173" actId="26606"/>
        <pc:sldMkLst>
          <pc:docMk/>
          <pc:sldMk cId="3146894615" sldId="453"/>
        </pc:sldMkLst>
        <pc:spChg chg="mod">
          <ac:chgData name="Alberto Ruiz" userId="47fa91d207cfb014" providerId="LiveId" clId="{18923CA4-2A1E-4285-81FF-2717E4C88808}" dt="2024-10-29T18:44:35.743" v="173" actId="26606"/>
          <ac:spMkLst>
            <pc:docMk/>
            <pc:sldMk cId="3146894615" sldId="453"/>
            <ac:spMk id="2" creationId="{1C4754A6-4FA2-4B09-A4D5-B0C4ED96722E}"/>
          </ac:spMkLst>
        </pc:spChg>
        <pc:spChg chg="mod">
          <ac:chgData name="Alberto Ruiz" userId="47fa91d207cfb014" providerId="LiveId" clId="{18923CA4-2A1E-4285-81FF-2717E4C88808}" dt="2024-10-29T18:44:35.743" v="173" actId="26606"/>
          <ac:spMkLst>
            <pc:docMk/>
            <pc:sldMk cId="3146894615" sldId="453"/>
            <ac:spMk id="3" creationId="{3C2D2213-1939-47A0-8E65-CF31BB024301}"/>
          </ac:spMkLst>
        </pc:spChg>
        <pc:spChg chg="add">
          <ac:chgData name="Alberto Ruiz" userId="47fa91d207cfb014" providerId="LiveId" clId="{18923CA4-2A1E-4285-81FF-2717E4C88808}" dt="2024-10-29T18:44:35.743" v="173" actId="26606"/>
          <ac:spMkLst>
            <pc:docMk/>
            <pc:sldMk cId="3146894615" sldId="453"/>
            <ac:spMk id="10" creationId="{394842B0-684D-44CC-B4BC-D13331CFD290}"/>
          </ac:spMkLst>
        </pc:spChg>
        <pc:spChg chg="add">
          <ac:chgData name="Alberto Ruiz" userId="47fa91d207cfb014" providerId="LiveId" clId="{18923CA4-2A1E-4285-81FF-2717E4C88808}" dt="2024-10-29T18:44:35.743" v="173" actId="26606"/>
          <ac:spMkLst>
            <pc:docMk/>
            <pc:sldMk cId="3146894615" sldId="453"/>
            <ac:spMk id="12" creationId="{4C2A3DC3-F495-4B99-9FF3-3FB30D63235E}"/>
          </ac:spMkLst>
        </pc:spChg>
        <pc:picChg chg="mod">
          <ac:chgData name="Alberto Ruiz" userId="47fa91d207cfb014" providerId="LiveId" clId="{18923CA4-2A1E-4285-81FF-2717E4C88808}" dt="2024-10-29T18:44:35.743" v="173" actId="26606"/>
          <ac:picMkLst>
            <pc:docMk/>
            <pc:sldMk cId="3146894615" sldId="453"/>
            <ac:picMk id="4" creationId="{F79F04D1-C1C3-4B0D-BF27-53825CD2D980}"/>
          </ac:picMkLst>
        </pc:picChg>
        <pc:picChg chg="mod">
          <ac:chgData name="Alberto Ruiz" userId="47fa91d207cfb014" providerId="LiveId" clId="{18923CA4-2A1E-4285-81FF-2717E4C88808}" dt="2024-10-29T18:44:35.743" v="173" actId="26606"/>
          <ac:picMkLst>
            <pc:docMk/>
            <pc:sldMk cId="3146894615" sldId="453"/>
            <ac:picMk id="5" creationId="{6BCD9E7C-38BA-15D3-8807-C7C484033AC9}"/>
          </ac:picMkLst>
        </pc:picChg>
      </pc:sldChg>
      <pc:sldChg chg="modSp mod">
        <pc:chgData name="Alberto Ruiz" userId="47fa91d207cfb014" providerId="LiveId" clId="{18923CA4-2A1E-4285-81FF-2717E4C88808}" dt="2024-10-29T18:36:37.706" v="80" actId="27636"/>
        <pc:sldMkLst>
          <pc:docMk/>
          <pc:sldMk cId="2113033082" sldId="458"/>
        </pc:sldMkLst>
        <pc:spChg chg="mod">
          <ac:chgData name="Alberto Ruiz" userId="47fa91d207cfb014" providerId="LiveId" clId="{18923CA4-2A1E-4285-81FF-2717E4C88808}" dt="2024-10-29T18:36:37.706" v="80" actId="27636"/>
          <ac:spMkLst>
            <pc:docMk/>
            <pc:sldMk cId="2113033082" sldId="458"/>
            <ac:spMk id="2" creationId="{33771059-5D05-4B5B-90EF-F049129B344C}"/>
          </ac:spMkLst>
        </pc:spChg>
      </pc:sldChg>
      <pc:sldChg chg="addSp modSp mod setBg setFolMasterObjs">
        <pc:chgData name="Alberto Ruiz" userId="47fa91d207cfb014" providerId="LiveId" clId="{18923CA4-2A1E-4285-81FF-2717E4C88808}" dt="2024-10-29T18:41:25.785" v="130" actId="26606"/>
        <pc:sldMkLst>
          <pc:docMk/>
          <pc:sldMk cId="2554697881" sldId="515"/>
        </pc:sldMkLst>
        <pc:spChg chg="mod">
          <ac:chgData name="Alberto Ruiz" userId="47fa91d207cfb014" providerId="LiveId" clId="{18923CA4-2A1E-4285-81FF-2717E4C88808}" dt="2024-10-29T18:41:25.785" v="130" actId="26606"/>
          <ac:spMkLst>
            <pc:docMk/>
            <pc:sldMk cId="2554697881" sldId="515"/>
            <ac:spMk id="2" creationId="{F6E235F8-9DCD-4928-9A67-B54FEDFE8DD1}"/>
          </ac:spMkLst>
        </pc:spChg>
        <pc:spChg chg="mod">
          <ac:chgData name="Alberto Ruiz" userId="47fa91d207cfb014" providerId="LiveId" clId="{18923CA4-2A1E-4285-81FF-2717E4C88808}" dt="2024-10-29T18:41:25.785" v="130" actId="26606"/>
          <ac:spMkLst>
            <pc:docMk/>
            <pc:sldMk cId="2554697881" sldId="515"/>
            <ac:spMk id="3" creationId="{F3AB3834-21B7-4BCA-9C5A-C7411FE82D4A}"/>
          </ac:spMkLst>
        </pc:spChg>
        <pc:spChg chg="add">
          <ac:chgData name="Alberto Ruiz" userId="47fa91d207cfb014" providerId="LiveId" clId="{18923CA4-2A1E-4285-81FF-2717E4C88808}" dt="2024-10-29T18:41:25.785" v="130" actId="26606"/>
          <ac:spMkLst>
            <pc:docMk/>
            <pc:sldMk cId="2554697881" sldId="515"/>
            <ac:spMk id="2055" creationId="{352BEC0E-22F8-46D0-9632-375DB541B06C}"/>
          </ac:spMkLst>
        </pc:spChg>
        <pc:spChg chg="add">
          <ac:chgData name="Alberto Ruiz" userId="47fa91d207cfb014" providerId="LiveId" clId="{18923CA4-2A1E-4285-81FF-2717E4C88808}" dt="2024-10-29T18:41:25.785" v="130" actId="26606"/>
          <ac:spMkLst>
            <pc:docMk/>
            <pc:sldMk cId="2554697881" sldId="515"/>
            <ac:spMk id="2057" creationId="{3FCFB1DE-0B7E-48CC-BA90-B2AB0889F9D6}"/>
          </ac:spMkLst>
        </pc:spChg>
        <pc:picChg chg="mod">
          <ac:chgData name="Alberto Ruiz" userId="47fa91d207cfb014" providerId="LiveId" clId="{18923CA4-2A1E-4285-81FF-2717E4C88808}" dt="2024-10-29T18:41:25.785" v="130" actId="26606"/>
          <ac:picMkLst>
            <pc:docMk/>
            <pc:sldMk cId="2554697881" sldId="515"/>
            <ac:picMk id="5" creationId="{22989642-417B-36F6-D3F2-21082B10B033}"/>
          </ac:picMkLst>
        </pc:picChg>
        <pc:picChg chg="mod">
          <ac:chgData name="Alberto Ruiz" userId="47fa91d207cfb014" providerId="LiveId" clId="{18923CA4-2A1E-4285-81FF-2717E4C88808}" dt="2024-10-29T18:41:25.785" v="130" actId="26606"/>
          <ac:picMkLst>
            <pc:docMk/>
            <pc:sldMk cId="2554697881" sldId="515"/>
            <ac:picMk id="2050" creationId="{D3835908-EAC6-4215-BCD3-5341DCE05D5D}"/>
          </ac:picMkLst>
        </pc:picChg>
      </pc:sldChg>
      <pc:sldChg chg="modSp mod">
        <pc:chgData name="Alberto Ruiz" userId="47fa91d207cfb014" providerId="LiveId" clId="{18923CA4-2A1E-4285-81FF-2717E4C88808}" dt="2024-10-29T18:36:37.710" v="82" actId="27636"/>
        <pc:sldMkLst>
          <pc:docMk/>
          <pc:sldMk cId="1312065236" sldId="531"/>
        </pc:sldMkLst>
        <pc:spChg chg="mod">
          <ac:chgData name="Alberto Ruiz" userId="47fa91d207cfb014" providerId="LiveId" clId="{18923CA4-2A1E-4285-81FF-2717E4C88808}" dt="2024-10-29T18:36:37.710" v="82" actId="27636"/>
          <ac:spMkLst>
            <pc:docMk/>
            <pc:sldMk cId="1312065236" sldId="531"/>
            <ac:spMk id="2" creationId="{EAC2962D-65A5-40AC-9B7F-9ABB9F4837AA}"/>
          </ac:spMkLst>
        </pc:spChg>
      </pc:sldChg>
      <pc:sldChg chg="modSp mod">
        <pc:chgData name="Alberto Ruiz" userId="47fa91d207cfb014" providerId="LiveId" clId="{18923CA4-2A1E-4285-81FF-2717E4C88808}" dt="2024-10-29T18:36:37.708" v="81" actId="27636"/>
        <pc:sldMkLst>
          <pc:docMk/>
          <pc:sldMk cId="2639867688" sldId="536"/>
        </pc:sldMkLst>
        <pc:spChg chg="mod">
          <ac:chgData name="Alberto Ruiz" userId="47fa91d207cfb014" providerId="LiveId" clId="{18923CA4-2A1E-4285-81FF-2717E4C88808}" dt="2024-10-29T18:36:36.131" v="58"/>
          <ac:spMkLst>
            <pc:docMk/>
            <pc:sldMk cId="2639867688" sldId="536"/>
            <ac:spMk id="2" creationId="{1167028D-A666-0F0A-E2F0-A0D98464159C}"/>
          </ac:spMkLst>
        </pc:spChg>
        <pc:spChg chg="mod">
          <ac:chgData name="Alberto Ruiz" userId="47fa91d207cfb014" providerId="LiveId" clId="{18923CA4-2A1E-4285-81FF-2717E4C88808}" dt="2024-10-29T18:36:37.708" v="81" actId="27636"/>
          <ac:spMkLst>
            <pc:docMk/>
            <pc:sldMk cId="2639867688" sldId="536"/>
            <ac:spMk id="3" creationId="{71F996CB-80DB-A207-FDCE-0E0B141762D2}"/>
          </ac:spMkLst>
        </pc:spChg>
      </pc:sldChg>
      <pc:sldChg chg="addSp delSp modSp del mod setBg">
        <pc:chgData name="Alberto Ruiz" userId="47fa91d207cfb014" providerId="LiveId" clId="{18923CA4-2A1E-4285-81FF-2717E4C88808}" dt="2024-10-29T18:36:01.845" v="56" actId="47"/>
        <pc:sldMkLst>
          <pc:docMk/>
          <pc:sldMk cId="3355626832" sldId="537"/>
        </pc:sldMkLst>
        <pc:spChg chg="mod">
          <ac:chgData name="Alberto Ruiz" userId="47fa91d207cfb014" providerId="LiveId" clId="{18923CA4-2A1E-4285-81FF-2717E4C88808}" dt="2024-10-29T18:35:46.441" v="55"/>
          <ac:spMkLst>
            <pc:docMk/>
            <pc:sldMk cId="3355626832" sldId="537"/>
            <ac:spMk id="2" creationId="{ECDABDFC-A8D7-AF3A-C643-380E27B5AD7C}"/>
          </ac:spMkLst>
        </pc:spChg>
        <pc:spChg chg="mod">
          <ac:chgData name="Alberto Ruiz" userId="47fa91d207cfb014" providerId="LiveId" clId="{18923CA4-2A1E-4285-81FF-2717E4C88808}" dt="2024-10-29T18:35:43.689" v="50" actId="26606"/>
          <ac:spMkLst>
            <pc:docMk/>
            <pc:sldMk cId="3355626832" sldId="537"/>
            <ac:spMk id="3" creationId="{0E43DE47-52B6-C0D2-24B0-3FEBF08B5433}"/>
          </ac:spMkLst>
        </pc:spChg>
        <pc:spChg chg="add del">
          <ac:chgData name="Alberto Ruiz" userId="47fa91d207cfb014" providerId="LiveId" clId="{18923CA4-2A1E-4285-81FF-2717E4C88808}" dt="2024-10-29T18:35:43.689" v="50" actId="26606"/>
          <ac:spMkLst>
            <pc:docMk/>
            <pc:sldMk cId="3355626832" sldId="537"/>
            <ac:spMk id="11" creationId="{39E4C68A-A4A9-48A4-9FF2-D2896B1EA01F}"/>
          </ac:spMkLst>
        </pc:spChg>
        <pc:spChg chg="add del">
          <ac:chgData name="Alberto Ruiz" userId="47fa91d207cfb014" providerId="LiveId" clId="{18923CA4-2A1E-4285-81FF-2717E4C88808}" dt="2024-10-29T18:35:43.689" v="50" actId="26606"/>
          <ac:spMkLst>
            <pc:docMk/>
            <pc:sldMk cId="3355626832" sldId="537"/>
            <ac:spMk id="13" creationId="{E2B9AEA5-52CB-49A6-AF8A-33502F291B91}"/>
          </ac:spMkLst>
        </pc:spChg>
        <pc:cxnChg chg="add del">
          <ac:chgData name="Alberto Ruiz" userId="47fa91d207cfb014" providerId="LiveId" clId="{18923CA4-2A1E-4285-81FF-2717E4C88808}" dt="2024-10-29T18:35:43.689" v="50" actId="26606"/>
          <ac:cxnSpMkLst>
            <pc:docMk/>
            <pc:sldMk cId="3355626832" sldId="537"/>
            <ac:cxnSpMk id="9" creationId="{B821C225-5C4D-4168-90AF-3D263D72CBA2}"/>
          </ac:cxnSpMkLst>
        </pc:cxnChg>
      </pc:sldChg>
      <pc:sldChg chg="addSp modSp mod setBg setFolMasterObjs">
        <pc:chgData name="Alberto Ruiz" userId="47fa91d207cfb014" providerId="LiveId" clId="{18923CA4-2A1E-4285-81FF-2717E4C88808}" dt="2024-10-29T18:39:04.038" v="105" actId="26606"/>
        <pc:sldMkLst>
          <pc:docMk/>
          <pc:sldMk cId="1756750174" sldId="538"/>
        </pc:sldMkLst>
        <pc:spChg chg="mod">
          <ac:chgData name="Alberto Ruiz" userId="47fa91d207cfb014" providerId="LiveId" clId="{18923CA4-2A1E-4285-81FF-2717E4C88808}" dt="2024-10-29T18:39:04.038" v="105" actId="26606"/>
          <ac:spMkLst>
            <pc:docMk/>
            <pc:sldMk cId="1756750174" sldId="538"/>
            <ac:spMk id="2" creationId="{494BA8CF-2339-627F-F8A0-3999E23E4508}"/>
          </ac:spMkLst>
        </pc:spChg>
        <pc:spChg chg="mod">
          <ac:chgData name="Alberto Ruiz" userId="47fa91d207cfb014" providerId="LiveId" clId="{18923CA4-2A1E-4285-81FF-2717E4C88808}" dt="2024-10-29T18:39:04.038" v="105" actId="26606"/>
          <ac:spMkLst>
            <pc:docMk/>
            <pc:sldMk cId="1756750174" sldId="538"/>
            <ac:spMk id="3" creationId="{D124532A-3822-CD62-525C-0607E28ADE53}"/>
          </ac:spMkLst>
        </pc:spChg>
        <pc:spChg chg="add">
          <ac:chgData name="Alberto Ruiz" userId="47fa91d207cfb014" providerId="LiveId" clId="{18923CA4-2A1E-4285-81FF-2717E4C88808}" dt="2024-10-29T18:39:04.038" v="105" actId="26606"/>
          <ac:spMkLst>
            <pc:docMk/>
            <pc:sldMk cId="1756750174" sldId="538"/>
            <ac:spMk id="11" creationId="{45D37F4E-DDB4-456B-97E0-9937730A039F}"/>
          </ac:spMkLst>
        </pc:spChg>
        <pc:spChg chg="add">
          <ac:chgData name="Alberto Ruiz" userId="47fa91d207cfb014" providerId="LiveId" clId="{18923CA4-2A1E-4285-81FF-2717E4C88808}" dt="2024-10-29T18:39:04.038" v="105" actId="26606"/>
          <ac:spMkLst>
            <pc:docMk/>
            <pc:sldMk cId="1756750174" sldId="538"/>
            <ac:spMk id="13" creationId="{B2DD41CD-8F47-4F56-AD12-4E2FF7696987}"/>
          </ac:spMkLst>
        </pc:spChg>
        <pc:picChg chg="mod">
          <ac:chgData name="Alberto Ruiz" userId="47fa91d207cfb014" providerId="LiveId" clId="{18923CA4-2A1E-4285-81FF-2717E4C88808}" dt="2024-10-29T18:39:04.038" v="105" actId="26606"/>
          <ac:picMkLst>
            <pc:docMk/>
            <pc:sldMk cId="1756750174" sldId="538"/>
            <ac:picMk id="6" creationId="{AAD900DA-2A9E-F2C8-FDB1-0085C61A75D2}"/>
          </ac:picMkLst>
        </pc:picChg>
      </pc:sldChg>
      <pc:sldChg chg="addSp modSp mod setBg setFolMasterObjs">
        <pc:chgData name="Alberto Ruiz" userId="47fa91d207cfb014" providerId="LiveId" clId="{18923CA4-2A1E-4285-81FF-2717E4C88808}" dt="2024-10-29T18:40:04.571" v="116" actId="26606"/>
        <pc:sldMkLst>
          <pc:docMk/>
          <pc:sldMk cId="1928980248" sldId="540"/>
        </pc:sldMkLst>
        <pc:spChg chg="mod">
          <ac:chgData name="Alberto Ruiz" userId="47fa91d207cfb014" providerId="LiveId" clId="{18923CA4-2A1E-4285-81FF-2717E4C88808}" dt="2024-10-29T18:40:04.571" v="116" actId="26606"/>
          <ac:spMkLst>
            <pc:docMk/>
            <pc:sldMk cId="1928980248" sldId="540"/>
            <ac:spMk id="2" creationId="{81673AA9-254A-0A24-9CF3-8D68A330112E}"/>
          </ac:spMkLst>
        </pc:spChg>
        <pc:spChg chg="mod">
          <ac:chgData name="Alberto Ruiz" userId="47fa91d207cfb014" providerId="LiveId" clId="{18923CA4-2A1E-4285-81FF-2717E4C88808}" dt="2024-10-29T18:40:04.571" v="116" actId="26606"/>
          <ac:spMkLst>
            <pc:docMk/>
            <pc:sldMk cId="1928980248" sldId="540"/>
            <ac:spMk id="3" creationId="{596EA7F4-1C27-8396-2209-EDC9429EF059}"/>
          </ac:spMkLst>
        </pc:spChg>
        <pc:spChg chg="add">
          <ac:chgData name="Alberto Ruiz" userId="47fa91d207cfb014" providerId="LiveId" clId="{18923CA4-2A1E-4285-81FF-2717E4C88808}" dt="2024-10-29T18:40:04.571" v="116" actId="26606"/>
          <ac:spMkLst>
            <pc:docMk/>
            <pc:sldMk cId="1928980248" sldId="540"/>
            <ac:spMk id="9" creationId="{DB304A14-32D0-4873-B914-423ED7B8DAFD}"/>
          </ac:spMkLst>
        </pc:spChg>
        <pc:spChg chg="add">
          <ac:chgData name="Alberto Ruiz" userId="47fa91d207cfb014" providerId="LiveId" clId="{18923CA4-2A1E-4285-81FF-2717E4C88808}" dt="2024-10-29T18:40:04.571" v="116" actId="26606"/>
          <ac:spMkLst>
            <pc:docMk/>
            <pc:sldMk cId="1928980248" sldId="540"/>
            <ac:spMk id="11" creationId="{1D460C86-854F-4FB3-ABC2-E823D8FEB9DB}"/>
          </ac:spMkLst>
        </pc:spChg>
        <pc:spChg chg="add">
          <ac:chgData name="Alberto Ruiz" userId="47fa91d207cfb014" providerId="LiveId" clId="{18923CA4-2A1E-4285-81FF-2717E4C88808}" dt="2024-10-29T18:40:04.571" v="116" actId="26606"/>
          <ac:spMkLst>
            <pc:docMk/>
            <pc:sldMk cId="1928980248" sldId="540"/>
            <ac:spMk id="13" creationId="{BB48116A-278A-4CC5-89D3-9DE8E8FF1245}"/>
          </ac:spMkLst>
        </pc:spChg>
        <pc:picChg chg="mod">
          <ac:chgData name="Alberto Ruiz" userId="47fa91d207cfb014" providerId="LiveId" clId="{18923CA4-2A1E-4285-81FF-2717E4C88808}" dt="2024-10-29T18:40:04.571" v="116" actId="26606"/>
          <ac:picMkLst>
            <pc:docMk/>
            <pc:sldMk cId="1928980248" sldId="540"/>
            <ac:picMk id="4" creationId="{D5B5FD6D-9F7C-1560-B48E-3DC09EEFAA2D}"/>
          </ac:picMkLst>
        </pc:picChg>
      </pc:sldChg>
      <pc:sldChg chg="addSp modSp mod setBg setFolMasterObjs">
        <pc:chgData name="Alberto Ruiz" userId="47fa91d207cfb014" providerId="LiveId" clId="{18923CA4-2A1E-4285-81FF-2717E4C88808}" dt="2024-10-29T18:40:10.355" v="117" actId="26606"/>
        <pc:sldMkLst>
          <pc:docMk/>
          <pc:sldMk cId="2554448059" sldId="545"/>
        </pc:sldMkLst>
        <pc:spChg chg="mod">
          <ac:chgData name="Alberto Ruiz" userId="47fa91d207cfb014" providerId="LiveId" clId="{18923CA4-2A1E-4285-81FF-2717E4C88808}" dt="2024-10-29T18:40:10.355" v="117" actId="26606"/>
          <ac:spMkLst>
            <pc:docMk/>
            <pc:sldMk cId="2554448059" sldId="545"/>
            <ac:spMk id="2" creationId="{C2A6F42D-023E-AC05-AAF4-244939468097}"/>
          </ac:spMkLst>
        </pc:spChg>
        <pc:spChg chg="mod">
          <ac:chgData name="Alberto Ruiz" userId="47fa91d207cfb014" providerId="LiveId" clId="{18923CA4-2A1E-4285-81FF-2717E4C88808}" dt="2024-10-29T18:40:10.355" v="117" actId="26606"/>
          <ac:spMkLst>
            <pc:docMk/>
            <pc:sldMk cId="2554448059" sldId="545"/>
            <ac:spMk id="7" creationId="{DFF9BC7E-67D7-00EC-EAB2-8032C8FE437E}"/>
          </ac:spMkLst>
        </pc:spChg>
        <pc:spChg chg="add">
          <ac:chgData name="Alberto Ruiz" userId="47fa91d207cfb014" providerId="LiveId" clId="{18923CA4-2A1E-4285-81FF-2717E4C88808}" dt="2024-10-29T18:40:10.355" v="117" actId="26606"/>
          <ac:spMkLst>
            <pc:docMk/>
            <pc:sldMk cId="2554448059" sldId="545"/>
            <ac:spMk id="13" creationId="{394842B0-684D-44CC-B4BC-D13331CFD290}"/>
          </ac:spMkLst>
        </pc:spChg>
        <pc:spChg chg="add">
          <ac:chgData name="Alberto Ruiz" userId="47fa91d207cfb014" providerId="LiveId" clId="{18923CA4-2A1E-4285-81FF-2717E4C88808}" dt="2024-10-29T18:40:10.355" v="117" actId="26606"/>
          <ac:spMkLst>
            <pc:docMk/>
            <pc:sldMk cId="2554448059" sldId="545"/>
            <ac:spMk id="15" creationId="{4C2A3DC3-F495-4B99-9FF3-3FB30D63235E}"/>
          </ac:spMkLst>
        </pc:spChg>
        <pc:picChg chg="mod ord">
          <ac:chgData name="Alberto Ruiz" userId="47fa91d207cfb014" providerId="LiveId" clId="{18923CA4-2A1E-4285-81FF-2717E4C88808}" dt="2024-10-29T18:40:10.355" v="117" actId="26606"/>
          <ac:picMkLst>
            <pc:docMk/>
            <pc:sldMk cId="2554448059" sldId="545"/>
            <ac:picMk id="5" creationId="{D606C140-A514-3596-1D25-3E7597D58BF5}"/>
          </ac:picMkLst>
        </pc:picChg>
        <pc:picChg chg="mod">
          <ac:chgData name="Alberto Ruiz" userId="47fa91d207cfb014" providerId="LiveId" clId="{18923CA4-2A1E-4285-81FF-2717E4C88808}" dt="2024-10-29T18:40:10.355" v="117" actId="26606"/>
          <ac:picMkLst>
            <pc:docMk/>
            <pc:sldMk cId="2554448059" sldId="545"/>
            <ac:picMk id="8" creationId="{5A7005C6-85DC-5818-A7AB-D3B4DB4A3387}"/>
          </ac:picMkLst>
        </pc:picChg>
      </pc:sldChg>
      <pc:sldChg chg="modSp mod">
        <pc:chgData name="Alberto Ruiz" userId="47fa91d207cfb014" providerId="LiveId" clId="{18923CA4-2A1E-4285-81FF-2717E4C88808}" dt="2024-10-29T18:40:33.863" v="121" actId="207"/>
        <pc:sldMkLst>
          <pc:docMk/>
          <pc:sldMk cId="0" sldId="546"/>
        </pc:sldMkLst>
        <pc:spChg chg="mod">
          <ac:chgData name="Alberto Ruiz" userId="47fa91d207cfb014" providerId="LiveId" clId="{18923CA4-2A1E-4285-81FF-2717E4C88808}" dt="2024-10-29T18:40:33.863" v="121" actId="207"/>
          <ac:spMkLst>
            <pc:docMk/>
            <pc:sldMk cId="0" sldId="546"/>
            <ac:spMk id="2" creationId="{6C168FCD-FDFA-4AFA-A1F4-ACA130BF4537}"/>
          </ac:spMkLst>
        </pc:spChg>
        <pc:spChg chg="mod">
          <ac:chgData name="Alberto Ruiz" userId="47fa91d207cfb014" providerId="LiveId" clId="{18923CA4-2A1E-4285-81FF-2717E4C88808}" dt="2024-10-29T18:40:33.863" v="121" actId="207"/>
          <ac:spMkLst>
            <pc:docMk/>
            <pc:sldMk cId="0" sldId="546"/>
            <ac:spMk id="7" creationId="{40CD3B38-32F7-4DD3-B951-D269896B0CDF}"/>
          </ac:spMkLst>
        </pc:spChg>
        <pc:spChg chg="mod">
          <ac:chgData name="Alberto Ruiz" userId="47fa91d207cfb014" providerId="LiveId" clId="{18923CA4-2A1E-4285-81FF-2717E4C88808}" dt="2024-10-29T18:40:33.863" v="121" actId="207"/>
          <ac:spMkLst>
            <pc:docMk/>
            <pc:sldMk cId="0" sldId="546"/>
            <ac:spMk id="8" creationId="{D3EDA24F-BCB8-4903-A447-7F61A7FDED02}"/>
          </ac:spMkLst>
        </pc:spChg>
        <pc:spChg chg="mod">
          <ac:chgData name="Alberto Ruiz" userId="47fa91d207cfb014" providerId="LiveId" clId="{18923CA4-2A1E-4285-81FF-2717E4C88808}" dt="2024-10-29T18:40:33.863" v="121" actId="207"/>
          <ac:spMkLst>
            <pc:docMk/>
            <pc:sldMk cId="0" sldId="546"/>
            <ac:spMk id="9" creationId="{6260E80F-1184-4D65-BC83-7E371F01FEDF}"/>
          </ac:spMkLst>
        </pc:spChg>
        <pc:spChg chg="mod">
          <ac:chgData name="Alberto Ruiz" userId="47fa91d207cfb014" providerId="LiveId" clId="{18923CA4-2A1E-4285-81FF-2717E4C88808}" dt="2024-10-29T18:40:33.863" v="121" actId="207"/>
          <ac:spMkLst>
            <pc:docMk/>
            <pc:sldMk cId="0" sldId="546"/>
            <ac:spMk id="13" creationId="{49B14A5C-E120-42D2-96FF-12BD1A0B5709}"/>
          </ac:spMkLst>
        </pc:spChg>
        <pc:spChg chg="mod">
          <ac:chgData name="Alberto Ruiz" userId="47fa91d207cfb014" providerId="LiveId" clId="{18923CA4-2A1E-4285-81FF-2717E4C88808}" dt="2024-10-29T18:40:33.863" v="121" actId="207"/>
          <ac:spMkLst>
            <pc:docMk/>
            <pc:sldMk cId="0" sldId="546"/>
            <ac:spMk id="15" creationId="{79CA1302-9380-4053-9519-89BD499ED995}"/>
          </ac:spMkLst>
        </pc:spChg>
        <pc:spChg chg="mod">
          <ac:chgData name="Alberto Ruiz" userId="47fa91d207cfb014" providerId="LiveId" clId="{18923CA4-2A1E-4285-81FF-2717E4C88808}" dt="2024-10-29T18:40:33.863" v="121" actId="207"/>
          <ac:spMkLst>
            <pc:docMk/>
            <pc:sldMk cId="0" sldId="546"/>
            <ac:spMk id="141" creationId="{00000000-0000-0000-0000-000000000000}"/>
          </ac:spMkLst>
        </pc:spChg>
        <pc:spChg chg="mod">
          <ac:chgData name="Alberto Ruiz" userId="47fa91d207cfb014" providerId="LiveId" clId="{18923CA4-2A1E-4285-81FF-2717E4C88808}" dt="2024-10-29T18:40:26.265" v="120" actId="207"/>
          <ac:spMkLst>
            <pc:docMk/>
            <pc:sldMk cId="0" sldId="546"/>
            <ac:spMk id="142" creationId="{00000000-0000-0000-0000-000000000000}"/>
          </ac:spMkLst>
        </pc:spChg>
      </pc:sldChg>
      <pc:sldChg chg="addSp modSp mod setBg setFolMasterObjs">
        <pc:chgData name="Alberto Ruiz" userId="47fa91d207cfb014" providerId="LiveId" clId="{18923CA4-2A1E-4285-81FF-2717E4C88808}" dt="2024-10-29T18:44:47.627" v="177" actId="26606"/>
        <pc:sldMkLst>
          <pc:docMk/>
          <pc:sldMk cId="3281515691" sldId="548"/>
        </pc:sldMkLst>
        <pc:spChg chg="mod">
          <ac:chgData name="Alberto Ruiz" userId="47fa91d207cfb014" providerId="LiveId" clId="{18923CA4-2A1E-4285-81FF-2717E4C88808}" dt="2024-10-29T18:44:47.627" v="177" actId="26606"/>
          <ac:spMkLst>
            <pc:docMk/>
            <pc:sldMk cId="3281515691" sldId="548"/>
            <ac:spMk id="2" creationId="{FDD82CAC-0A16-274D-008A-379F2E82DE64}"/>
          </ac:spMkLst>
        </pc:spChg>
        <pc:spChg chg="mod">
          <ac:chgData name="Alberto Ruiz" userId="47fa91d207cfb014" providerId="LiveId" clId="{18923CA4-2A1E-4285-81FF-2717E4C88808}" dt="2024-10-29T18:44:47.627" v="177" actId="26606"/>
          <ac:spMkLst>
            <pc:docMk/>
            <pc:sldMk cId="3281515691" sldId="548"/>
            <ac:spMk id="5" creationId="{488CC3F4-4D6A-6B4F-E15D-46160FD6E0B1}"/>
          </ac:spMkLst>
        </pc:spChg>
        <pc:spChg chg="add">
          <ac:chgData name="Alberto Ruiz" userId="47fa91d207cfb014" providerId="LiveId" clId="{18923CA4-2A1E-4285-81FF-2717E4C88808}" dt="2024-10-29T18:44:47.627" v="177" actId="26606"/>
          <ac:spMkLst>
            <pc:docMk/>
            <pc:sldMk cId="3281515691" sldId="548"/>
            <ac:spMk id="1031" creationId="{352BEC0E-22F8-46D0-9632-375DB541B06C}"/>
          </ac:spMkLst>
        </pc:spChg>
        <pc:spChg chg="add">
          <ac:chgData name="Alberto Ruiz" userId="47fa91d207cfb014" providerId="LiveId" clId="{18923CA4-2A1E-4285-81FF-2717E4C88808}" dt="2024-10-29T18:44:47.627" v="177" actId="26606"/>
          <ac:spMkLst>
            <pc:docMk/>
            <pc:sldMk cId="3281515691" sldId="548"/>
            <ac:spMk id="1033" creationId="{3FCFB1DE-0B7E-48CC-BA90-B2AB0889F9D6}"/>
          </ac:spMkLst>
        </pc:spChg>
        <pc:picChg chg="mod ord">
          <ac:chgData name="Alberto Ruiz" userId="47fa91d207cfb014" providerId="LiveId" clId="{18923CA4-2A1E-4285-81FF-2717E4C88808}" dt="2024-10-29T18:44:47.627" v="177" actId="26606"/>
          <ac:picMkLst>
            <pc:docMk/>
            <pc:sldMk cId="3281515691" sldId="548"/>
            <ac:picMk id="3" creationId="{B6F86F9B-5736-57C2-5EDC-072BD13AD715}"/>
          </ac:picMkLst>
        </pc:picChg>
        <pc:picChg chg="mod ord">
          <ac:chgData name="Alberto Ruiz" userId="47fa91d207cfb014" providerId="LiveId" clId="{18923CA4-2A1E-4285-81FF-2717E4C88808}" dt="2024-10-29T18:44:47.627" v="177" actId="26606"/>
          <ac:picMkLst>
            <pc:docMk/>
            <pc:sldMk cId="3281515691" sldId="548"/>
            <ac:picMk id="1026" creationId="{9CD0EAB3-0F93-F064-74E3-F0A6DE8A7864}"/>
          </ac:picMkLst>
        </pc:picChg>
      </pc:sldChg>
      <pc:sldChg chg="addSp modSp mod setBg setFolMasterObjs addAnim">
        <pc:chgData name="Alberto Ruiz" userId="47fa91d207cfb014" providerId="LiveId" clId="{18923CA4-2A1E-4285-81FF-2717E4C88808}" dt="2024-10-29T18:45:17.603" v="186" actId="27636"/>
        <pc:sldMkLst>
          <pc:docMk/>
          <pc:sldMk cId="1775215732" sldId="549"/>
        </pc:sldMkLst>
        <pc:spChg chg="mod">
          <ac:chgData name="Alberto Ruiz" userId="47fa91d207cfb014" providerId="LiveId" clId="{18923CA4-2A1E-4285-81FF-2717E4C88808}" dt="2024-10-29T18:45:17.603" v="186" actId="27636"/>
          <ac:spMkLst>
            <pc:docMk/>
            <pc:sldMk cId="1775215732" sldId="549"/>
            <ac:spMk id="2" creationId="{F09C9994-B581-3C66-B84E-B5313C139380}"/>
          </ac:spMkLst>
        </pc:spChg>
        <pc:spChg chg="add">
          <ac:chgData name="Alberto Ruiz" userId="47fa91d207cfb014" providerId="LiveId" clId="{18923CA4-2A1E-4285-81FF-2717E4C88808}" dt="2024-10-29T18:45:17.586" v="184" actId="26606"/>
          <ac:spMkLst>
            <pc:docMk/>
            <pc:sldMk cId="1775215732" sldId="549"/>
            <ac:spMk id="2055" creationId="{71199D26-7D8F-4A64-BDBB-73AFABE144A7}"/>
          </ac:spMkLst>
        </pc:spChg>
        <pc:spChg chg="add">
          <ac:chgData name="Alberto Ruiz" userId="47fa91d207cfb014" providerId="LiveId" clId="{18923CA4-2A1E-4285-81FF-2717E4C88808}" dt="2024-10-29T18:45:17.586" v="184" actId="26606"/>
          <ac:spMkLst>
            <pc:docMk/>
            <pc:sldMk cId="1775215732" sldId="549"/>
            <ac:spMk id="2057" creationId="{D7F2FAFA-4D50-41E7-9480-5BABA64EE9F4}"/>
          </ac:spMkLst>
        </pc:spChg>
        <pc:picChg chg="mod ord">
          <ac:chgData name="Alberto Ruiz" userId="47fa91d207cfb014" providerId="LiveId" clId="{18923CA4-2A1E-4285-81FF-2717E4C88808}" dt="2024-10-29T18:45:17.586" v="184" actId="26606"/>
          <ac:picMkLst>
            <pc:docMk/>
            <pc:sldMk cId="1775215732" sldId="549"/>
            <ac:picMk id="4" creationId="{538B39F0-9EB7-F6AD-0228-A0476D1F44F8}"/>
          </ac:picMkLst>
        </pc:picChg>
        <pc:picChg chg="mod">
          <ac:chgData name="Alberto Ruiz" userId="47fa91d207cfb014" providerId="LiveId" clId="{18923CA4-2A1E-4285-81FF-2717E4C88808}" dt="2024-10-29T18:45:17.586" v="184" actId="26606"/>
          <ac:picMkLst>
            <pc:docMk/>
            <pc:sldMk cId="1775215732" sldId="549"/>
            <ac:picMk id="2050" creationId="{55B27DAF-E894-CBAC-AD42-192A936B19B9}"/>
          </ac:picMkLst>
        </pc:picChg>
      </pc:sldChg>
      <pc:sldChg chg="addSp modSp mod setBg setFolMasterObjs">
        <pc:chgData name="Alberto Ruiz" userId="47fa91d207cfb014" providerId="LiveId" clId="{18923CA4-2A1E-4285-81FF-2717E4C88808}" dt="2024-10-29T18:46:46.121" v="220" actId="26606"/>
        <pc:sldMkLst>
          <pc:docMk/>
          <pc:sldMk cId="2484519897" sldId="552"/>
        </pc:sldMkLst>
        <pc:spChg chg="mod">
          <ac:chgData name="Alberto Ruiz" userId="47fa91d207cfb014" providerId="LiveId" clId="{18923CA4-2A1E-4285-81FF-2717E4C88808}" dt="2024-10-29T18:46:46.121" v="220" actId="26606"/>
          <ac:spMkLst>
            <pc:docMk/>
            <pc:sldMk cId="2484519897" sldId="552"/>
            <ac:spMk id="2" creationId="{D90D8878-32A3-3F86-206F-54EBBA560194}"/>
          </ac:spMkLst>
        </pc:spChg>
        <pc:spChg chg="mod">
          <ac:chgData name="Alberto Ruiz" userId="47fa91d207cfb014" providerId="LiveId" clId="{18923CA4-2A1E-4285-81FF-2717E4C88808}" dt="2024-10-29T18:46:46.121" v="220" actId="26606"/>
          <ac:spMkLst>
            <pc:docMk/>
            <pc:sldMk cId="2484519897" sldId="552"/>
            <ac:spMk id="3" creationId="{A919EB75-C665-02C1-F3D7-888C11106646}"/>
          </ac:spMkLst>
        </pc:spChg>
        <pc:spChg chg="add">
          <ac:chgData name="Alberto Ruiz" userId="47fa91d207cfb014" providerId="LiveId" clId="{18923CA4-2A1E-4285-81FF-2717E4C88808}" dt="2024-10-29T18:46:46.121" v="220" actId="26606"/>
          <ac:spMkLst>
            <pc:docMk/>
            <pc:sldMk cId="2484519897" sldId="552"/>
            <ac:spMk id="9" creationId="{45D37F4E-DDB4-456B-97E0-9937730A039F}"/>
          </ac:spMkLst>
        </pc:spChg>
        <pc:spChg chg="add">
          <ac:chgData name="Alberto Ruiz" userId="47fa91d207cfb014" providerId="LiveId" clId="{18923CA4-2A1E-4285-81FF-2717E4C88808}" dt="2024-10-29T18:46:46.121" v="220" actId="26606"/>
          <ac:spMkLst>
            <pc:docMk/>
            <pc:sldMk cId="2484519897" sldId="552"/>
            <ac:spMk id="11" creationId="{B2DD41CD-8F47-4F56-AD12-4E2FF7696987}"/>
          </ac:spMkLst>
        </pc:spChg>
        <pc:picChg chg="mod">
          <ac:chgData name="Alberto Ruiz" userId="47fa91d207cfb014" providerId="LiveId" clId="{18923CA4-2A1E-4285-81FF-2717E4C88808}" dt="2024-10-29T18:46:46.121" v="220" actId="26606"/>
          <ac:picMkLst>
            <pc:docMk/>
            <pc:sldMk cId="2484519897" sldId="552"/>
            <ac:picMk id="4" creationId="{B1457986-329C-F567-06C8-38FBE4B4B740}"/>
          </ac:picMkLst>
        </pc:picChg>
      </pc:sldChg>
      <pc:sldChg chg="addSp modSp mod setBg setFolMasterObjs">
        <pc:chgData name="Alberto Ruiz" userId="47fa91d207cfb014" providerId="LiveId" clId="{18923CA4-2A1E-4285-81FF-2717E4C88808}" dt="2024-10-29T18:46:50.063" v="222" actId="27636"/>
        <pc:sldMkLst>
          <pc:docMk/>
          <pc:sldMk cId="2035228697" sldId="553"/>
        </pc:sldMkLst>
        <pc:spChg chg="mod">
          <ac:chgData name="Alberto Ruiz" userId="47fa91d207cfb014" providerId="LiveId" clId="{18923CA4-2A1E-4285-81FF-2717E4C88808}" dt="2024-10-29T18:46:50.063" v="222" actId="27636"/>
          <ac:spMkLst>
            <pc:docMk/>
            <pc:sldMk cId="2035228697" sldId="553"/>
            <ac:spMk id="2" creationId="{B508EAC3-BE7D-807C-B8BB-289550534D10}"/>
          </ac:spMkLst>
        </pc:spChg>
        <pc:spChg chg="add">
          <ac:chgData name="Alberto Ruiz" userId="47fa91d207cfb014" providerId="LiveId" clId="{18923CA4-2A1E-4285-81FF-2717E4C88808}" dt="2024-10-29T18:46:50.048" v="221" actId="26606"/>
          <ac:spMkLst>
            <pc:docMk/>
            <pc:sldMk cId="2035228697" sldId="553"/>
            <ac:spMk id="15" creationId="{B87C619C-EBAB-488E-96B9-153AA4C9B440}"/>
          </ac:spMkLst>
        </pc:spChg>
        <pc:spChg chg="add">
          <ac:chgData name="Alberto Ruiz" userId="47fa91d207cfb014" providerId="LiveId" clId="{18923CA4-2A1E-4285-81FF-2717E4C88808}" dt="2024-10-29T18:46:50.048" v="221" actId="26606"/>
          <ac:spMkLst>
            <pc:docMk/>
            <pc:sldMk cId="2035228697" sldId="553"/>
            <ac:spMk id="17" creationId="{130DA1C1-36FD-41D8-9826-EE797BF39BAB}"/>
          </ac:spMkLst>
        </pc:spChg>
        <pc:spChg chg="add">
          <ac:chgData name="Alberto Ruiz" userId="47fa91d207cfb014" providerId="LiveId" clId="{18923CA4-2A1E-4285-81FF-2717E4C88808}" dt="2024-10-29T18:46:50.048" v="221" actId="26606"/>
          <ac:spMkLst>
            <pc:docMk/>
            <pc:sldMk cId="2035228697" sldId="553"/>
            <ac:spMk id="19" creationId="{35BC54F7-1315-4D6C-9420-A5BF0CDDBC04}"/>
          </ac:spMkLst>
        </pc:spChg>
        <pc:picChg chg="mod ord">
          <ac:chgData name="Alberto Ruiz" userId="47fa91d207cfb014" providerId="LiveId" clId="{18923CA4-2A1E-4285-81FF-2717E4C88808}" dt="2024-10-29T18:46:50.048" v="221" actId="26606"/>
          <ac:picMkLst>
            <pc:docMk/>
            <pc:sldMk cId="2035228697" sldId="553"/>
            <ac:picMk id="4" creationId="{A9B928FF-C27C-31FC-1076-13273CC2C478}"/>
          </ac:picMkLst>
        </pc:picChg>
        <pc:picChg chg="mod">
          <ac:chgData name="Alberto Ruiz" userId="47fa91d207cfb014" providerId="LiveId" clId="{18923CA4-2A1E-4285-81FF-2717E4C88808}" dt="2024-10-29T18:46:50.048" v="221" actId="26606"/>
          <ac:picMkLst>
            <pc:docMk/>
            <pc:sldMk cId="2035228697" sldId="553"/>
            <ac:picMk id="10" creationId="{EBFE7254-A62E-522F-739A-F041EB53938F}"/>
          </ac:picMkLst>
        </pc:picChg>
      </pc:sldChg>
      <pc:sldChg chg="addSp modSp mod setBg setFolMasterObjs">
        <pc:chgData name="Alberto Ruiz" userId="47fa91d207cfb014" providerId="LiveId" clId="{18923CA4-2A1E-4285-81FF-2717E4C88808}" dt="2024-10-29T18:46:53.063" v="223" actId="26606"/>
        <pc:sldMkLst>
          <pc:docMk/>
          <pc:sldMk cId="949881224" sldId="554"/>
        </pc:sldMkLst>
        <pc:spChg chg="mod">
          <ac:chgData name="Alberto Ruiz" userId="47fa91d207cfb014" providerId="LiveId" clId="{18923CA4-2A1E-4285-81FF-2717E4C88808}" dt="2024-10-29T18:46:53.063" v="223" actId="26606"/>
          <ac:spMkLst>
            <pc:docMk/>
            <pc:sldMk cId="949881224" sldId="554"/>
            <ac:spMk id="2" creationId="{C53D9F04-C9B6-D10B-57EA-040FD020C7BE}"/>
          </ac:spMkLst>
        </pc:spChg>
        <pc:spChg chg="mod">
          <ac:chgData name="Alberto Ruiz" userId="47fa91d207cfb014" providerId="LiveId" clId="{18923CA4-2A1E-4285-81FF-2717E4C88808}" dt="2024-10-29T18:46:53.063" v="223" actId="26606"/>
          <ac:spMkLst>
            <pc:docMk/>
            <pc:sldMk cId="949881224" sldId="554"/>
            <ac:spMk id="3" creationId="{5DCD7514-5865-E163-B40A-E6E55067C0EF}"/>
          </ac:spMkLst>
        </pc:spChg>
        <pc:spChg chg="add">
          <ac:chgData name="Alberto Ruiz" userId="47fa91d207cfb014" providerId="LiveId" clId="{18923CA4-2A1E-4285-81FF-2717E4C88808}" dt="2024-10-29T18:46:53.063" v="223" actId="26606"/>
          <ac:spMkLst>
            <pc:docMk/>
            <pc:sldMk cId="949881224" sldId="554"/>
            <ac:spMk id="11" creationId="{352BEC0E-22F8-46D0-9632-375DB541B06C}"/>
          </ac:spMkLst>
        </pc:spChg>
        <pc:spChg chg="add">
          <ac:chgData name="Alberto Ruiz" userId="47fa91d207cfb014" providerId="LiveId" clId="{18923CA4-2A1E-4285-81FF-2717E4C88808}" dt="2024-10-29T18:46:53.063" v="223" actId="26606"/>
          <ac:spMkLst>
            <pc:docMk/>
            <pc:sldMk cId="949881224" sldId="554"/>
            <ac:spMk id="13" creationId="{3FCFB1DE-0B7E-48CC-BA90-B2AB0889F9D6}"/>
          </ac:spMkLst>
        </pc:spChg>
        <pc:picChg chg="mod">
          <ac:chgData name="Alberto Ruiz" userId="47fa91d207cfb014" providerId="LiveId" clId="{18923CA4-2A1E-4285-81FF-2717E4C88808}" dt="2024-10-29T18:46:53.063" v="223" actId="26606"/>
          <ac:picMkLst>
            <pc:docMk/>
            <pc:sldMk cId="949881224" sldId="554"/>
            <ac:picMk id="4" creationId="{3C1722C2-F8F1-FB6C-88A0-92AEEAB5CF9E}"/>
          </ac:picMkLst>
        </pc:picChg>
        <pc:picChg chg="mod">
          <ac:chgData name="Alberto Ruiz" userId="47fa91d207cfb014" providerId="LiveId" clId="{18923CA4-2A1E-4285-81FF-2717E4C88808}" dt="2024-10-29T18:46:53.063" v="223" actId="26606"/>
          <ac:picMkLst>
            <pc:docMk/>
            <pc:sldMk cId="949881224" sldId="554"/>
            <ac:picMk id="6" creationId="{5F9BFC79-0E4A-CD12-526C-56D93511EE1B}"/>
          </ac:picMkLst>
        </pc:picChg>
      </pc:sldChg>
      <pc:sldChg chg="addSp modSp mod setBg setFolMasterObjs">
        <pc:chgData name="Alberto Ruiz" userId="47fa91d207cfb014" providerId="LiveId" clId="{18923CA4-2A1E-4285-81FF-2717E4C88808}" dt="2024-10-29T18:46:55.907" v="224" actId="26606"/>
        <pc:sldMkLst>
          <pc:docMk/>
          <pc:sldMk cId="2845295628" sldId="556"/>
        </pc:sldMkLst>
        <pc:spChg chg="mod">
          <ac:chgData name="Alberto Ruiz" userId="47fa91d207cfb014" providerId="LiveId" clId="{18923CA4-2A1E-4285-81FF-2717E4C88808}" dt="2024-10-29T18:46:55.907" v="224" actId="26606"/>
          <ac:spMkLst>
            <pc:docMk/>
            <pc:sldMk cId="2845295628" sldId="556"/>
            <ac:spMk id="2" creationId="{C7C5F45B-8021-C3FF-328F-F03BAE733CD9}"/>
          </ac:spMkLst>
        </pc:spChg>
        <pc:spChg chg="mod">
          <ac:chgData name="Alberto Ruiz" userId="47fa91d207cfb014" providerId="LiveId" clId="{18923CA4-2A1E-4285-81FF-2717E4C88808}" dt="2024-10-29T18:46:55.907" v="224" actId="26606"/>
          <ac:spMkLst>
            <pc:docMk/>
            <pc:sldMk cId="2845295628" sldId="556"/>
            <ac:spMk id="4" creationId="{1C4A8853-9A43-6750-7C54-BD14F3788F33}"/>
          </ac:spMkLst>
        </pc:spChg>
        <pc:spChg chg="add">
          <ac:chgData name="Alberto Ruiz" userId="47fa91d207cfb014" providerId="LiveId" clId="{18923CA4-2A1E-4285-81FF-2717E4C88808}" dt="2024-10-29T18:46:55.907" v="224" actId="26606"/>
          <ac:spMkLst>
            <pc:docMk/>
            <pc:sldMk cId="2845295628" sldId="556"/>
            <ac:spMk id="11" creationId="{352BEC0E-22F8-46D0-9632-375DB541B06C}"/>
          </ac:spMkLst>
        </pc:spChg>
        <pc:spChg chg="add">
          <ac:chgData name="Alberto Ruiz" userId="47fa91d207cfb014" providerId="LiveId" clId="{18923CA4-2A1E-4285-81FF-2717E4C88808}" dt="2024-10-29T18:46:55.907" v="224" actId="26606"/>
          <ac:spMkLst>
            <pc:docMk/>
            <pc:sldMk cId="2845295628" sldId="556"/>
            <ac:spMk id="13" creationId="{3FCFB1DE-0B7E-48CC-BA90-B2AB0889F9D6}"/>
          </ac:spMkLst>
        </pc:spChg>
        <pc:picChg chg="mod">
          <ac:chgData name="Alberto Ruiz" userId="47fa91d207cfb014" providerId="LiveId" clId="{18923CA4-2A1E-4285-81FF-2717E4C88808}" dt="2024-10-29T18:46:55.907" v="224" actId="26606"/>
          <ac:picMkLst>
            <pc:docMk/>
            <pc:sldMk cId="2845295628" sldId="556"/>
            <ac:picMk id="3" creationId="{825DA8E9-09E5-5DCE-9490-AB1731D82B45}"/>
          </ac:picMkLst>
        </pc:picChg>
        <pc:picChg chg="mod">
          <ac:chgData name="Alberto Ruiz" userId="47fa91d207cfb014" providerId="LiveId" clId="{18923CA4-2A1E-4285-81FF-2717E4C88808}" dt="2024-10-29T18:46:55.907" v="224" actId="26606"/>
          <ac:picMkLst>
            <pc:docMk/>
            <pc:sldMk cId="2845295628" sldId="556"/>
            <ac:picMk id="6" creationId="{D08E996F-51E0-EF20-0D0A-000EB324E24D}"/>
          </ac:picMkLst>
        </pc:picChg>
      </pc:sldChg>
      <pc:sldChg chg="addSp modSp mod setBg setFolMasterObjs">
        <pc:chgData name="Alberto Ruiz" userId="47fa91d207cfb014" providerId="LiveId" clId="{18923CA4-2A1E-4285-81FF-2717E4C88808}" dt="2024-10-29T18:47:16.009" v="230" actId="26606"/>
        <pc:sldMkLst>
          <pc:docMk/>
          <pc:sldMk cId="376023604" sldId="557"/>
        </pc:sldMkLst>
        <pc:spChg chg="mod">
          <ac:chgData name="Alberto Ruiz" userId="47fa91d207cfb014" providerId="LiveId" clId="{18923CA4-2A1E-4285-81FF-2717E4C88808}" dt="2024-10-29T18:47:16.009" v="230" actId="26606"/>
          <ac:spMkLst>
            <pc:docMk/>
            <pc:sldMk cId="376023604" sldId="557"/>
            <ac:spMk id="2" creationId="{124A1829-04A2-D94C-CBCD-12BE74F293AB}"/>
          </ac:spMkLst>
        </pc:spChg>
        <pc:spChg chg="mod">
          <ac:chgData name="Alberto Ruiz" userId="47fa91d207cfb014" providerId="LiveId" clId="{18923CA4-2A1E-4285-81FF-2717E4C88808}" dt="2024-10-29T18:47:16.009" v="230" actId="26606"/>
          <ac:spMkLst>
            <pc:docMk/>
            <pc:sldMk cId="376023604" sldId="557"/>
            <ac:spMk id="3" creationId="{F51B3873-CBD0-68FB-030E-7E4EC5031520}"/>
          </ac:spMkLst>
        </pc:spChg>
        <pc:spChg chg="add">
          <ac:chgData name="Alberto Ruiz" userId="47fa91d207cfb014" providerId="LiveId" clId="{18923CA4-2A1E-4285-81FF-2717E4C88808}" dt="2024-10-29T18:47:16.009" v="230" actId="26606"/>
          <ac:spMkLst>
            <pc:docMk/>
            <pc:sldMk cId="376023604" sldId="557"/>
            <ac:spMk id="9" creationId="{45D37F4E-DDB4-456B-97E0-9937730A039F}"/>
          </ac:spMkLst>
        </pc:spChg>
        <pc:spChg chg="add">
          <ac:chgData name="Alberto Ruiz" userId="47fa91d207cfb014" providerId="LiveId" clId="{18923CA4-2A1E-4285-81FF-2717E4C88808}" dt="2024-10-29T18:47:16.009" v="230" actId="26606"/>
          <ac:spMkLst>
            <pc:docMk/>
            <pc:sldMk cId="376023604" sldId="557"/>
            <ac:spMk id="11" creationId="{B2DD41CD-8F47-4F56-AD12-4E2FF7696987}"/>
          </ac:spMkLst>
        </pc:spChg>
        <pc:picChg chg="mod">
          <ac:chgData name="Alberto Ruiz" userId="47fa91d207cfb014" providerId="LiveId" clId="{18923CA4-2A1E-4285-81FF-2717E4C88808}" dt="2024-10-29T18:47:16.009" v="230" actId="26606"/>
          <ac:picMkLst>
            <pc:docMk/>
            <pc:sldMk cId="376023604" sldId="557"/>
            <ac:picMk id="4" creationId="{6B3941C3-82E6-7B2A-A544-E6069301ECCF}"/>
          </ac:picMkLst>
        </pc:picChg>
      </pc:sldChg>
      <pc:sldChg chg="addSp modSp mod setBg setFolMasterObjs">
        <pc:chgData name="Alberto Ruiz" userId="47fa91d207cfb014" providerId="LiveId" clId="{18923CA4-2A1E-4285-81FF-2717E4C88808}" dt="2024-10-29T18:47:20.899" v="232" actId="26606"/>
        <pc:sldMkLst>
          <pc:docMk/>
          <pc:sldMk cId="1415839754" sldId="558"/>
        </pc:sldMkLst>
        <pc:spChg chg="mod">
          <ac:chgData name="Alberto Ruiz" userId="47fa91d207cfb014" providerId="LiveId" clId="{18923CA4-2A1E-4285-81FF-2717E4C88808}" dt="2024-10-29T18:47:20.899" v="232" actId="26606"/>
          <ac:spMkLst>
            <pc:docMk/>
            <pc:sldMk cId="1415839754" sldId="558"/>
            <ac:spMk id="2" creationId="{A49C084B-69AE-016C-BDFB-E6F16E0E9B36}"/>
          </ac:spMkLst>
        </pc:spChg>
        <pc:spChg chg="mod ord">
          <ac:chgData name="Alberto Ruiz" userId="47fa91d207cfb014" providerId="LiveId" clId="{18923CA4-2A1E-4285-81FF-2717E4C88808}" dt="2024-10-29T18:47:20.899" v="232" actId="26606"/>
          <ac:spMkLst>
            <pc:docMk/>
            <pc:sldMk cId="1415839754" sldId="558"/>
            <ac:spMk id="3" creationId="{7B263BE4-854F-5A47-D50F-F0186CD28047}"/>
          </ac:spMkLst>
        </pc:spChg>
        <pc:spChg chg="add">
          <ac:chgData name="Alberto Ruiz" userId="47fa91d207cfb014" providerId="LiveId" clId="{18923CA4-2A1E-4285-81FF-2717E4C88808}" dt="2024-10-29T18:47:20.899" v="232" actId="26606"/>
          <ac:spMkLst>
            <pc:docMk/>
            <pc:sldMk cId="1415839754" sldId="558"/>
            <ac:spMk id="8201" creationId="{53B475F8-50AE-46A0-9943-B2B63183D50C}"/>
          </ac:spMkLst>
        </pc:spChg>
        <pc:spChg chg="add">
          <ac:chgData name="Alberto Ruiz" userId="47fa91d207cfb014" providerId="LiveId" clId="{18923CA4-2A1E-4285-81FF-2717E4C88808}" dt="2024-10-29T18:47:20.899" v="232" actId="26606"/>
          <ac:spMkLst>
            <pc:docMk/>
            <pc:sldMk cId="1415839754" sldId="558"/>
            <ac:spMk id="8203" creationId="{75F6FDB4-2351-48C2-A863-2364A02343C0}"/>
          </ac:spMkLst>
        </pc:spChg>
        <pc:picChg chg="mod ord">
          <ac:chgData name="Alberto Ruiz" userId="47fa91d207cfb014" providerId="LiveId" clId="{18923CA4-2A1E-4285-81FF-2717E4C88808}" dt="2024-10-29T18:47:20.899" v="232" actId="26606"/>
          <ac:picMkLst>
            <pc:docMk/>
            <pc:sldMk cId="1415839754" sldId="558"/>
            <ac:picMk id="4" creationId="{9EFD8925-AAF9-F192-BF1A-805B7A526963}"/>
          </ac:picMkLst>
        </pc:picChg>
        <pc:picChg chg="mod">
          <ac:chgData name="Alberto Ruiz" userId="47fa91d207cfb014" providerId="LiveId" clId="{18923CA4-2A1E-4285-81FF-2717E4C88808}" dt="2024-10-29T18:47:20.899" v="232" actId="26606"/>
          <ac:picMkLst>
            <pc:docMk/>
            <pc:sldMk cId="1415839754" sldId="558"/>
            <ac:picMk id="8194" creationId="{10541DEA-6D2B-F218-3387-604021DA7792}"/>
          </ac:picMkLst>
        </pc:picChg>
        <pc:picChg chg="mod">
          <ac:chgData name="Alberto Ruiz" userId="47fa91d207cfb014" providerId="LiveId" clId="{18923CA4-2A1E-4285-81FF-2717E4C88808}" dt="2024-10-29T18:47:20.899" v="232" actId="26606"/>
          <ac:picMkLst>
            <pc:docMk/>
            <pc:sldMk cId="1415839754" sldId="558"/>
            <ac:picMk id="8196" creationId="{A0D6626B-3312-0D20-D700-1C919467B1D6}"/>
          </ac:picMkLst>
        </pc:picChg>
      </pc:sldChg>
      <pc:sldChg chg="addSp modSp mod setBg setFolMasterObjs">
        <pc:chgData name="Alberto Ruiz" userId="47fa91d207cfb014" providerId="LiveId" clId="{18923CA4-2A1E-4285-81FF-2717E4C88808}" dt="2024-10-29T18:47:24.306" v="233" actId="26606"/>
        <pc:sldMkLst>
          <pc:docMk/>
          <pc:sldMk cId="355847485" sldId="559"/>
        </pc:sldMkLst>
        <pc:spChg chg="mod">
          <ac:chgData name="Alberto Ruiz" userId="47fa91d207cfb014" providerId="LiveId" clId="{18923CA4-2A1E-4285-81FF-2717E4C88808}" dt="2024-10-29T18:47:24.306" v="233" actId="26606"/>
          <ac:spMkLst>
            <pc:docMk/>
            <pc:sldMk cId="355847485" sldId="559"/>
            <ac:spMk id="2" creationId="{6D4055EE-9576-EE22-81E8-613F3EBB32C2}"/>
          </ac:spMkLst>
        </pc:spChg>
        <pc:spChg chg="mod">
          <ac:chgData name="Alberto Ruiz" userId="47fa91d207cfb014" providerId="LiveId" clId="{18923CA4-2A1E-4285-81FF-2717E4C88808}" dt="2024-10-29T18:47:24.306" v="233" actId="26606"/>
          <ac:spMkLst>
            <pc:docMk/>
            <pc:sldMk cId="355847485" sldId="559"/>
            <ac:spMk id="3" creationId="{7149AFD8-FA8D-2AB3-6A16-B4B84C75A9EE}"/>
          </ac:spMkLst>
        </pc:spChg>
        <pc:spChg chg="add">
          <ac:chgData name="Alberto Ruiz" userId="47fa91d207cfb014" providerId="LiveId" clId="{18923CA4-2A1E-4285-81FF-2717E4C88808}" dt="2024-10-29T18:47:24.306" v="233" actId="26606"/>
          <ac:spMkLst>
            <pc:docMk/>
            <pc:sldMk cId="355847485" sldId="559"/>
            <ac:spMk id="11" creationId="{45D37F4E-DDB4-456B-97E0-9937730A039F}"/>
          </ac:spMkLst>
        </pc:spChg>
        <pc:spChg chg="add">
          <ac:chgData name="Alberto Ruiz" userId="47fa91d207cfb014" providerId="LiveId" clId="{18923CA4-2A1E-4285-81FF-2717E4C88808}" dt="2024-10-29T18:47:24.306" v="233" actId="26606"/>
          <ac:spMkLst>
            <pc:docMk/>
            <pc:sldMk cId="355847485" sldId="559"/>
            <ac:spMk id="13" creationId="{B2DD41CD-8F47-4F56-AD12-4E2FF7696987}"/>
          </ac:spMkLst>
        </pc:spChg>
        <pc:picChg chg="mod">
          <ac:chgData name="Alberto Ruiz" userId="47fa91d207cfb014" providerId="LiveId" clId="{18923CA4-2A1E-4285-81FF-2717E4C88808}" dt="2024-10-29T18:47:24.306" v="233" actId="26606"/>
          <ac:picMkLst>
            <pc:docMk/>
            <pc:sldMk cId="355847485" sldId="559"/>
            <ac:picMk id="4" creationId="{19671B8A-6885-173D-B431-4ACEB1F44484}"/>
          </ac:picMkLst>
        </pc:picChg>
      </pc:sldChg>
      <pc:sldChg chg="modSp mod">
        <pc:chgData name="Alberto Ruiz" userId="47fa91d207cfb014" providerId="LiveId" clId="{18923CA4-2A1E-4285-81FF-2717E4C88808}" dt="2024-10-29T18:39:54.155" v="115" actId="207"/>
        <pc:sldMkLst>
          <pc:docMk/>
          <pc:sldMk cId="4023351115" sldId="561"/>
        </pc:sldMkLst>
        <pc:spChg chg="mod">
          <ac:chgData name="Alberto Ruiz" userId="47fa91d207cfb014" providerId="LiveId" clId="{18923CA4-2A1E-4285-81FF-2717E4C88808}" dt="2024-10-29T18:36:37.639" v="65" actId="27636"/>
          <ac:spMkLst>
            <pc:docMk/>
            <pc:sldMk cId="4023351115" sldId="561"/>
            <ac:spMk id="2" creationId="{7EDA018C-4981-A035-F52E-532641B6BED0}"/>
          </ac:spMkLst>
        </pc:spChg>
        <pc:graphicFrameChg chg="modGraphic">
          <ac:chgData name="Alberto Ruiz" userId="47fa91d207cfb014" providerId="LiveId" clId="{18923CA4-2A1E-4285-81FF-2717E4C88808}" dt="2024-10-29T18:39:54.155" v="115" actId="207"/>
          <ac:graphicFrameMkLst>
            <pc:docMk/>
            <pc:sldMk cId="4023351115" sldId="561"/>
            <ac:graphicFrameMk id="7" creationId="{80406B7E-4263-77FA-497A-E170057100C6}"/>
          </ac:graphicFrameMkLst>
        </pc:graphicFrameChg>
      </pc:sldChg>
      <pc:sldChg chg="addSp modSp mod setBg setFolMasterObjs">
        <pc:chgData name="Alberto Ruiz" userId="47fa91d207cfb014" providerId="LiveId" clId="{18923CA4-2A1E-4285-81FF-2717E4C88808}" dt="2024-10-29T18:39:43.288" v="113" actId="26606"/>
        <pc:sldMkLst>
          <pc:docMk/>
          <pc:sldMk cId="893528446" sldId="563"/>
        </pc:sldMkLst>
        <pc:spChg chg="mod">
          <ac:chgData name="Alberto Ruiz" userId="47fa91d207cfb014" providerId="LiveId" clId="{18923CA4-2A1E-4285-81FF-2717E4C88808}" dt="2024-10-29T18:39:43.288" v="113" actId="26606"/>
          <ac:spMkLst>
            <pc:docMk/>
            <pc:sldMk cId="893528446" sldId="563"/>
            <ac:spMk id="2" creationId="{A4506E06-E527-EE53-A512-82CCECB5388E}"/>
          </ac:spMkLst>
        </pc:spChg>
        <pc:spChg chg="mod">
          <ac:chgData name="Alberto Ruiz" userId="47fa91d207cfb014" providerId="LiveId" clId="{18923CA4-2A1E-4285-81FF-2717E4C88808}" dt="2024-10-29T18:39:43.288" v="113" actId="26606"/>
          <ac:spMkLst>
            <pc:docMk/>
            <pc:sldMk cId="893528446" sldId="563"/>
            <ac:spMk id="3" creationId="{C145EBB0-F5E0-ACAA-052A-16ABA7536E6E}"/>
          </ac:spMkLst>
        </pc:spChg>
        <pc:spChg chg="add">
          <ac:chgData name="Alberto Ruiz" userId="47fa91d207cfb014" providerId="LiveId" clId="{18923CA4-2A1E-4285-81FF-2717E4C88808}" dt="2024-10-29T18:39:43.288" v="113" actId="26606"/>
          <ac:spMkLst>
            <pc:docMk/>
            <pc:sldMk cId="893528446" sldId="563"/>
            <ac:spMk id="11" creationId="{394842B0-684D-44CC-B4BC-D13331CFD290}"/>
          </ac:spMkLst>
        </pc:spChg>
        <pc:spChg chg="add">
          <ac:chgData name="Alberto Ruiz" userId="47fa91d207cfb014" providerId="LiveId" clId="{18923CA4-2A1E-4285-81FF-2717E4C88808}" dt="2024-10-29T18:39:43.288" v="113" actId="26606"/>
          <ac:spMkLst>
            <pc:docMk/>
            <pc:sldMk cId="893528446" sldId="563"/>
            <ac:spMk id="13" creationId="{4C2A3DC3-F495-4B99-9FF3-3FB30D63235E}"/>
          </ac:spMkLst>
        </pc:spChg>
        <pc:picChg chg="mod ord">
          <ac:chgData name="Alberto Ruiz" userId="47fa91d207cfb014" providerId="LiveId" clId="{18923CA4-2A1E-4285-81FF-2717E4C88808}" dt="2024-10-29T18:39:43.288" v="113" actId="26606"/>
          <ac:picMkLst>
            <pc:docMk/>
            <pc:sldMk cId="893528446" sldId="563"/>
            <ac:picMk id="5" creationId="{BB2A1D54-68D3-5A51-7C44-81C21871FAB7}"/>
          </ac:picMkLst>
        </pc:picChg>
        <pc:picChg chg="mod">
          <ac:chgData name="Alberto Ruiz" userId="47fa91d207cfb014" providerId="LiveId" clId="{18923CA4-2A1E-4285-81FF-2717E4C88808}" dt="2024-10-29T18:39:43.288" v="113" actId="26606"/>
          <ac:picMkLst>
            <pc:docMk/>
            <pc:sldMk cId="893528446" sldId="563"/>
            <ac:picMk id="6" creationId="{61E02719-9371-38B9-4F43-5E00E92CAF22}"/>
          </ac:picMkLst>
        </pc:picChg>
      </pc:sldChg>
      <pc:sldChg chg="addSp modSp mod setBg setFolMasterObjs">
        <pc:chgData name="Alberto Ruiz" userId="47fa91d207cfb014" providerId="LiveId" clId="{18923CA4-2A1E-4285-81FF-2717E4C88808}" dt="2024-10-29T18:39:24.561" v="106" actId="26606"/>
        <pc:sldMkLst>
          <pc:docMk/>
          <pc:sldMk cId="1430832641" sldId="564"/>
        </pc:sldMkLst>
        <pc:spChg chg="mod">
          <ac:chgData name="Alberto Ruiz" userId="47fa91d207cfb014" providerId="LiveId" clId="{18923CA4-2A1E-4285-81FF-2717E4C88808}" dt="2024-10-29T18:39:24.561" v="106" actId="26606"/>
          <ac:spMkLst>
            <pc:docMk/>
            <pc:sldMk cId="1430832641" sldId="564"/>
            <ac:spMk id="2" creationId="{D1332C85-520E-139E-C409-DE6D3B1BFB49}"/>
          </ac:spMkLst>
        </pc:spChg>
        <pc:spChg chg="mod">
          <ac:chgData name="Alberto Ruiz" userId="47fa91d207cfb014" providerId="LiveId" clId="{18923CA4-2A1E-4285-81FF-2717E4C88808}" dt="2024-10-29T18:39:24.561" v="106" actId="26606"/>
          <ac:spMkLst>
            <pc:docMk/>
            <pc:sldMk cId="1430832641" sldId="564"/>
            <ac:spMk id="3" creationId="{CEB7BFBF-0E32-BAF7-2D92-1224F59933D7}"/>
          </ac:spMkLst>
        </pc:spChg>
        <pc:spChg chg="add">
          <ac:chgData name="Alberto Ruiz" userId="47fa91d207cfb014" providerId="LiveId" clId="{18923CA4-2A1E-4285-81FF-2717E4C88808}" dt="2024-10-29T18:39:24.561" v="106" actId="26606"/>
          <ac:spMkLst>
            <pc:docMk/>
            <pc:sldMk cId="1430832641" sldId="564"/>
            <ac:spMk id="8" creationId="{907EF6B7-1338-4443-8C46-6A318D952DFD}"/>
          </ac:spMkLst>
        </pc:spChg>
        <pc:spChg chg="add">
          <ac:chgData name="Alberto Ruiz" userId="47fa91d207cfb014" providerId="LiveId" clId="{18923CA4-2A1E-4285-81FF-2717E4C88808}" dt="2024-10-29T18:39:24.561" v="106" actId="26606"/>
          <ac:spMkLst>
            <pc:docMk/>
            <pc:sldMk cId="1430832641" sldId="564"/>
            <ac:spMk id="10" creationId="{DAAE4CDD-124C-4DCF-9584-B6033B545DD5}"/>
          </ac:spMkLst>
        </pc:spChg>
        <pc:spChg chg="add">
          <ac:chgData name="Alberto Ruiz" userId="47fa91d207cfb014" providerId="LiveId" clId="{18923CA4-2A1E-4285-81FF-2717E4C88808}" dt="2024-10-29T18:39:24.561" v="106" actId="26606"/>
          <ac:spMkLst>
            <pc:docMk/>
            <pc:sldMk cId="1430832641" sldId="564"/>
            <ac:spMk id="12" creationId="{081E4A58-353D-44AE-B2FC-2A74E2E400F7}"/>
          </ac:spMkLst>
        </pc:spChg>
      </pc:sldChg>
      <pc:sldChg chg="addSp modSp mod setBg setFolMasterObjs">
        <pc:chgData name="Alberto Ruiz" userId="47fa91d207cfb014" providerId="LiveId" clId="{18923CA4-2A1E-4285-81FF-2717E4C88808}" dt="2024-10-29T18:40:57.642" v="126" actId="26606"/>
        <pc:sldMkLst>
          <pc:docMk/>
          <pc:sldMk cId="3232265757" sldId="566"/>
        </pc:sldMkLst>
        <pc:spChg chg="mod">
          <ac:chgData name="Alberto Ruiz" userId="47fa91d207cfb014" providerId="LiveId" clId="{18923CA4-2A1E-4285-81FF-2717E4C88808}" dt="2024-10-29T18:40:57.642" v="126" actId="26606"/>
          <ac:spMkLst>
            <pc:docMk/>
            <pc:sldMk cId="3232265757" sldId="566"/>
            <ac:spMk id="2" creationId="{D74DF793-7762-B993-BCDD-49525BEC4FDC}"/>
          </ac:spMkLst>
        </pc:spChg>
        <pc:spChg chg="mod">
          <ac:chgData name="Alberto Ruiz" userId="47fa91d207cfb014" providerId="LiveId" clId="{18923CA4-2A1E-4285-81FF-2717E4C88808}" dt="2024-10-29T18:40:57.642" v="126" actId="26606"/>
          <ac:spMkLst>
            <pc:docMk/>
            <pc:sldMk cId="3232265757" sldId="566"/>
            <ac:spMk id="3" creationId="{93F2F1C4-4D92-62FD-ADB2-F811DCCDC67B}"/>
          </ac:spMkLst>
        </pc:spChg>
        <pc:spChg chg="add">
          <ac:chgData name="Alberto Ruiz" userId="47fa91d207cfb014" providerId="LiveId" clId="{18923CA4-2A1E-4285-81FF-2717E4C88808}" dt="2024-10-29T18:40:57.642" v="126" actId="26606"/>
          <ac:spMkLst>
            <pc:docMk/>
            <pc:sldMk cId="3232265757" sldId="566"/>
            <ac:spMk id="9" creationId="{45D37F4E-DDB4-456B-97E0-9937730A039F}"/>
          </ac:spMkLst>
        </pc:spChg>
        <pc:spChg chg="add">
          <ac:chgData name="Alberto Ruiz" userId="47fa91d207cfb014" providerId="LiveId" clId="{18923CA4-2A1E-4285-81FF-2717E4C88808}" dt="2024-10-29T18:40:57.642" v="126" actId="26606"/>
          <ac:spMkLst>
            <pc:docMk/>
            <pc:sldMk cId="3232265757" sldId="566"/>
            <ac:spMk id="11" creationId="{B2DD41CD-8F47-4F56-AD12-4E2FF7696987}"/>
          </ac:spMkLst>
        </pc:spChg>
        <pc:picChg chg="mod">
          <ac:chgData name="Alberto Ruiz" userId="47fa91d207cfb014" providerId="LiveId" clId="{18923CA4-2A1E-4285-81FF-2717E4C88808}" dt="2024-10-29T18:40:57.642" v="126" actId="26606"/>
          <ac:picMkLst>
            <pc:docMk/>
            <pc:sldMk cId="3232265757" sldId="566"/>
            <ac:picMk id="4" creationId="{65CD8972-D992-B11F-7AC6-AAC8807A4780}"/>
          </ac:picMkLst>
        </pc:picChg>
      </pc:sldChg>
      <pc:sldChg chg="addSp modSp mod setBg setFolMasterObjs">
        <pc:chgData name="Alberto Ruiz" userId="47fa91d207cfb014" providerId="LiveId" clId="{18923CA4-2A1E-4285-81FF-2717E4C88808}" dt="2024-10-29T18:39:39.064" v="112" actId="26606"/>
        <pc:sldMkLst>
          <pc:docMk/>
          <pc:sldMk cId="341105690" sldId="567"/>
        </pc:sldMkLst>
        <pc:spChg chg="mod">
          <ac:chgData name="Alberto Ruiz" userId="47fa91d207cfb014" providerId="LiveId" clId="{18923CA4-2A1E-4285-81FF-2717E4C88808}" dt="2024-10-29T18:39:39.064" v="112" actId="26606"/>
          <ac:spMkLst>
            <pc:docMk/>
            <pc:sldMk cId="341105690" sldId="567"/>
            <ac:spMk id="2" creationId="{31FD5F52-42DF-DE4B-D0D5-6BFBE2E31E5F}"/>
          </ac:spMkLst>
        </pc:spChg>
        <pc:spChg chg="mod">
          <ac:chgData name="Alberto Ruiz" userId="47fa91d207cfb014" providerId="LiveId" clId="{18923CA4-2A1E-4285-81FF-2717E4C88808}" dt="2024-10-29T18:39:39.064" v="112" actId="26606"/>
          <ac:spMkLst>
            <pc:docMk/>
            <pc:sldMk cId="341105690" sldId="567"/>
            <ac:spMk id="3" creationId="{E905A6D8-D013-98AE-5633-ABD3883E3A68}"/>
          </ac:spMkLst>
        </pc:spChg>
        <pc:spChg chg="add">
          <ac:chgData name="Alberto Ruiz" userId="47fa91d207cfb014" providerId="LiveId" clId="{18923CA4-2A1E-4285-81FF-2717E4C88808}" dt="2024-10-29T18:39:39.064" v="112" actId="26606"/>
          <ac:spMkLst>
            <pc:docMk/>
            <pc:sldMk cId="341105690" sldId="567"/>
            <ac:spMk id="10" creationId="{394842B0-684D-44CC-B4BC-D13331CFD290}"/>
          </ac:spMkLst>
        </pc:spChg>
        <pc:spChg chg="add">
          <ac:chgData name="Alberto Ruiz" userId="47fa91d207cfb014" providerId="LiveId" clId="{18923CA4-2A1E-4285-81FF-2717E4C88808}" dt="2024-10-29T18:39:39.064" v="112" actId="26606"/>
          <ac:spMkLst>
            <pc:docMk/>
            <pc:sldMk cId="341105690" sldId="567"/>
            <ac:spMk id="12" creationId="{4C2A3DC3-F495-4B99-9FF3-3FB30D63235E}"/>
          </ac:spMkLst>
        </pc:spChg>
        <pc:picChg chg="mod">
          <ac:chgData name="Alberto Ruiz" userId="47fa91d207cfb014" providerId="LiveId" clId="{18923CA4-2A1E-4285-81FF-2717E4C88808}" dt="2024-10-29T18:39:39.064" v="112" actId="26606"/>
          <ac:picMkLst>
            <pc:docMk/>
            <pc:sldMk cId="341105690" sldId="567"/>
            <ac:picMk id="4" creationId="{D1842663-C60C-D5D8-C376-C2072A5F1DD0}"/>
          </ac:picMkLst>
        </pc:picChg>
        <pc:picChg chg="mod">
          <ac:chgData name="Alberto Ruiz" userId="47fa91d207cfb014" providerId="LiveId" clId="{18923CA4-2A1E-4285-81FF-2717E4C88808}" dt="2024-10-29T18:39:39.064" v="112" actId="26606"/>
          <ac:picMkLst>
            <pc:docMk/>
            <pc:sldMk cId="341105690" sldId="567"/>
            <ac:picMk id="5" creationId="{493CA6B6-4345-DCF4-10F9-6D101E70D73B}"/>
          </ac:picMkLst>
        </pc:picChg>
      </pc:sldChg>
      <pc:sldChg chg="addSp modSp mod setBg setFolMasterObjs">
        <pc:chgData name="Alberto Ruiz" userId="47fa91d207cfb014" providerId="LiveId" clId="{18923CA4-2A1E-4285-81FF-2717E4C88808}" dt="2024-10-29T18:39:35.540" v="111" actId="403"/>
        <pc:sldMkLst>
          <pc:docMk/>
          <pc:sldMk cId="307766856" sldId="568"/>
        </pc:sldMkLst>
        <pc:spChg chg="mod">
          <ac:chgData name="Alberto Ruiz" userId="47fa91d207cfb014" providerId="LiveId" clId="{18923CA4-2A1E-4285-81FF-2717E4C88808}" dt="2024-10-29T18:39:28.250" v="107" actId="26606"/>
          <ac:spMkLst>
            <pc:docMk/>
            <pc:sldMk cId="307766856" sldId="568"/>
            <ac:spMk id="2" creationId="{63679B04-1E8F-9018-D468-5AE2F07A3311}"/>
          </ac:spMkLst>
        </pc:spChg>
        <pc:spChg chg="mod">
          <ac:chgData name="Alberto Ruiz" userId="47fa91d207cfb014" providerId="LiveId" clId="{18923CA4-2A1E-4285-81FF-2717E4C88808}" dt="2024-10-29T18:39:35.540" v="111" actId="403"/>
          <ac:spMkLst>
            <pc:docMk/>
            <pc:sldMk cId="307766856" sldId="568"/>
            <ac:spMk id="3" creationId="{2A0A75AB-8713-4622-F7A8-790BDD17D369}"/>
          </ac:spMkLst>
        </pc:spChg>
        <pc:spChg chg="add">
          <ac:chgData name="Alberto Ruiz" userId="47fa91d207cfb014" providerId="LiveId" clId="{18923CA4-2A1E-4285-81FF-2717E4C88808}" dt="2024-10-29T18:39:28.250" v="107" actId="26606"/>
          <ac:spMkLst>
            <pc:docMk/>
            <pc:sldMk cId="307766856" sldId="568"/>
            <ac:spMk id="10" creationId="{D2B783EE-0239-4717-BBEA-8C9EAC61C824}"/>
          </ac:spMkLst>
        </pc:spChg>
        <pc:spChg chg="add">
          <ac:chgData name="Alberto Ruiz" userId="47fa91d207cfb014" providerId="LiveId" clId="{18923CA4-2A1E-4285-81FF-2717E4C88808}" dt="2024-10-29T18:39:28.250" v="107" actId="26606"/>
          <ac:spMkLst>
            <pc:docMk/>
            <pc:sldMk cId="307766856" sldId="568"/>
            <ac:spMk id="12" creationId="{A7B99495-F43F-4D80-A44F-2CB4764EB90B}"/>
          </ac:spMkLst>
        </pc:spChg>
        <pc:spChg chg="add">
          <ac:chgData name="Alberto Ruiz" userId="47fa91d207cfb014" providerId="LiveId" clId="{18923CA4-2A1E-4285-81FF-2717E4C88808}" dt="2024-10-29T18:39:28.250" v="107" actId="26606"/>
          <ac:spMkLst>
            <pc:docMk/>
            <pc:sldMk cId="307766856" sldId="568"/>
            <ac:spMk id="14" creationId="{70BEB1E7-2F88-40BC-B73D-42E5B6F80BFC}"/>
          </ac:spMkLst>
        </pc:spChg>
        <pc:picChg chg="mod">
          <ac:chgData name="Alberto Ruiz" userId="47fa91d207cfb014" providerId="LiveId" clId="{18923CA4-2A1E-4285-81FF-2717E4C88808}" dt="2024-10-29T18:39:28.250" v="107" actId="26606"/>
          <ac:picMkLst>
            <pc:docMk/>
            <pc:sldMk cId="307766856" sldId="568"/>
            <ac:picMk id="4" creationId="{E9BD00CC-A6D9-0512-18F7-00F19B58E4A1}"/>
          </ac:picMkLst>
        </pc:picChg>
        <pc:picChg chg="mod">
          <ac:chgData name="Alberto Ruiz" userId="47fa91d207cfb014" providerId="LiveId" clId="{18923CA4-2A1E-4285-81FF-2717E4C88808}" dt="2024-10-29T18:39:28.250" v="107" actId="26606"/>
          <ac:picMkLst>
            <pc:docMk/>
            <pc:sldMk cId="307766856" sldId="568"/>
            <ac:picMk id="5" creationId="{A0CDB486-0AC2-775F-2A9E-F72731428FB0}"/>
          </ac:picMkLst>
        </pc:picChg>
      </pc:sldChg>
      <pc:sldChg chg="addSp delSp modSp mod">
        <pc:chgData name="Alberto Ruiz" userId="47fa91d207cfb014" providerId="LiveId" clId="{18923CA4-2A1E-4285-81FF-2717E4C88808}" dt="2024-10-29T18:50:20.215" v="272" actId="20577"/>
        <pc:sldMkLst>
          <pc:docMk/>
          <pc:sldMk cId="533214260" sldId="569"/>
        </pc:sldMkLst>
        <pc:spChg chg="del mod">
          <ac:chgData name="Alberto Ruiz" userId="47fa91d207cfb014" providerId="LiveId" clId="{18923CA4-2A1E-4285-81FF-2717E4C88808}" dt="2024-10-29T18:38:43.260" v="103" actId="26606"/>
          <ac:spMkLst>
            <pc:docMk/>
            <pc:sldMk cId="533214260" sldId="569"/>
            <ac:spMk id="2" creationId="{428D6CBF-0BFE-EBEC-9261-B66792E91C86}"/>
          </ac:spMkLst>
        </pc:spChg>
        <pc:graphicFrameChg chg="add mod">
          <ac:chgData name="Alberto Ruiz" userId="47fa91d207cfb014" providerId="LiveId" clId="{18923CA4-2A1E-4285-81FF-2717E4C88808}" dt="2024-10-29T18:50:20.215" v="272" actId="20577"/>
          <ac:graphicFrameMkLst>
            <pc:docMk/>
            <pc:sldMk cId="533214260" sldId="569"/>
            <ac:graphicFrameMk id="5" creationId="{FEB75D8E-FAA1-DABD-8BA0-2960A9020B6E}"/>
          </ac:graphicFrameMkLst>
        </pc:graphicFrameChg>
        <pc:picChg chg="mod ord">
          <ac:chgData name="Alberto Ruiz" userId="47fa91d207cfb014" providerId="LiveId" clId="{18923CA4-2A1E-4285-81FF-2717E4C88808}" dt="2024-10-29T18:37:42.300" v="97" actId="167"/>
          <ac:picMkLst>
            <pc:docMk/>
            <pc:sldMk cId="533214260" sldId="569"/>
            <ac:picMk id="3" creationId="{08C1A82D-FB68-FB6A-5677-3E23660D15C7}"/>
          </ac:picMkLst>
        </pc:picChg>
      </pc:sldChg>
      <pc:sldChg chg="addSp delSp modSp mod setBg setFolMasterObjs">
        <pc:chgData name="Alberto Ruiz" userId="47fa91d207cfb014" providerId="LiveId" clId="{18923CA4-2A1E-4285-81FF-2717E4C88808}" dt="2024-10-29T18:52:18.890" v="293" actId="26606"/>
        <pc:sldMkLst>
          <pc:docMk/>
          <pc:sldMk cId="1523495115" sldId="570"/>
        </pc:sldMkLst>
        <pc:spChg chg="mod">
          <ac:chgData name="Alberto Ruiz" userId="47fa91d207cfb014" providerId="LiveId" clId="{18923CA4-2A1E-4285-81FF-2717E4C88808}" dt="2024-10-29T18:52:18.890" v="293" actId="26606"/>
          <ac:spMkLst>
            <pc:docMk/>
            <pc:sldMk cId="1523495115" sldId="570"/>
            <ac:spMk id="3" creationId="{F753E759-6EDE-24A3-8D5F-EE1ADDECE1AE}"/>
          </ac:spMkLst>
        </pc:spChg>
        <pc:spChg chg="add">
          <ac:chgData name="Alberto Ruiz" userId="47fa91d207cfb014" providerId="LiveId" clId="{18923CA4-2A1E-4285-81FF-2717E4C88808}" dt="2024-10-29T18:52:18.890" v="293" actId="26606"/>
          <ac:spMkLst>
            <pc:docMk/>
            <pc:sldMk cId="1523495115" sldId="570"/>
            <ac:spMk id="9" creationId="{EF666E30-6F0A-449A-BEC2-DF59127354DF}"/>
          </ac:spMkLst>
        </pc:spChg>
        <pc:spChg chg="add">
          <ac:chgData name="Alberto Ruiz" userId="47fa91d207cfb014" providerId="LiveId" clId="{18923CA4-2A1E-4285-81FF-2717E4C88808}" dt="2024-10-29T18:52:18.890" v="293" actId="26606"/>
          <ac:spMkLst>
            <pc:docMk/>
            <pc:sldMk cId="1523495115" sldId="570"/>
            <ac:spMk id="11" creationId="{CE3C5560-7A9C-489F-9148-18C5E1D0F0B2}"/>
          </ac:spMkLst>
        </pc:spChg>
        <pc:spChg chg="add">
          <ac:chgData name="Alberto Ruiz" userId="47fa91d207cfb014" providerId="LiveId" clId="{18923CA4-2A1E-4285-81FF-2717E4C88808}" dt="2024-10-29T18:52:18.890" v="293" actId="26606"/>
          <ac:spMkLst>
            <pc:docMk/>
            <pc:sldMk cId="1523495115" sldId="570"/>
            <ac:spMk id="13" creationId="{C5CB530E-515E-412C-9DF1-5F8FFBD6F383}"/>
          </ac:spMkLst>
        </pc:spChg>
        <pc:spChg chg="add">
          <ac:chgData name="Alberto Ruiz" userId="47fa91d207cfb014" providerId="LiveId" clId="{18923CA4-2A1E-4285-81FF-2717E4C88808}" dt="2024-10-29T18:52:18.890" v="293" actId="26606"/>
          <ac:spMkLst>
            <pc:docMk/>
            <pc:sldMk cId="1523495115" sldId="570"/>
            <ac:spMk id="15" creationId="{712D4376-A578-4FF1-94FC-245E7A6A489F}"/>
          </ac:spMkLst>
        </pc:spChg>
        <pc:spChg chg="add">
          <ac:chgData name="Alberto Ruiz" userId="47fa91d207cfb014" providerId="LiveId" clId="{18923CA4-2A1E-4285-81FF-2717E4C88808}" dt="2024-10-29T18:52:18.890" v="293" actId="26606"/>
          <ac:spMkLst>
            <pc:docMk/>
            <pc:sldMk cId="1523495115" sldId="570"/>
            <ac:spMk id="17" creationId="{AEA7509D-F04F-40CB-A0B3-EEF16499CC9F}"/>
          </ac:spMkLst>
        </pc:spChg>
        <pc:picChg chg="mod ord">
          <ac:chgData name="Alberto Ruiz" userId="47fa91d207cfb014" providerId="LiveId" clId="{18923CA4-2A1E-4285-81FF-2717E4C88808}" dt="2024-10-29T18:52:18.890" v="293" actId="26606"/>
          <ac:picMkLst>
            <pc:docMk/>
            <pc:sldMk cId="1523495115" sldId="570"/>
            <ac:picMk id="4" creationId="{27E304D8-744E-DE01-701F-744B4619D523}"/>
          </ac:picMkLst>
        </pc:picChg>
        <pc:picChg chg="del">
          <ac:chgData name="Alberto Ruiz" userId="47fa91d207cfb014" providerId="LiveId" clId="{18923CA4-2A1E-4285-81FF-2717E4C88808}" dt="2024-10-29T18:36:33.951" v="57" actId="478"/>
          <ac:picMkLst>
            <pc:docMk/>
            <pc:sldMk cId="1523495115" sldId="570"/>
            <ac:picMk id="6" creationId="{DF6CF5EE-79F9-A1B3-880F-61A2704A189C}"/>
          </ac:picMkLst>
        </pc:picChg>
        <pc:cxnChg chg="add">
          <ac:chgData name="Alberto Ruiz" userId="47fa91d207cfb014" providerId="LiveId" clId="{18923CA4-2A1E-4285-81FF-2717E4C88808}" dt="2024-10-29T18:52:18.890" v="293" actId="26606"/>
          <ac:cxnSpMkLst>
            <pc:docMk/>
            <pc:sldMk cId="1523495115" sldId="570"/>
            <ac:cxnSpMk id="19" creationId="{56020367-4FD5-4596-8E10-C5F095CD8DBF}"/>
          </ac:cxnSpMkLst>
        </pc:cxnChg>
      </pc:sldChg>
      <pc:sldChg chg="addSp delSp modSp mod setBg setFolMasterObjs">
        <pc:chgData name="Alberto Ruiz" userId="47fa91d207cfb014" providerId="LiveId" clId="{18923CA4-2A1E-4285-81FF-2717E4C88808}" dt="2024-10-29T18:52:06.962" v="292" actId="26606"/>
        <pc:sldMkLst>
          <pc:docMk/>
          <pc:sldMk cId="3302339970" sldId="571"/>
        </pc:sldMkLst>
        <pc:spChg chg="mod">
          <ac:chgData name="Alberto Ruiz" userId="47fa91d207cfb014" providerId="LiveId" clId="{18923CA4-2A1E-4285-81FF-2717E4C88808}" dt="2024-10-29T18:52:06.962" v="292" actId="26606"/>
          <ac:spMkLst>
            <pc:docMk/>
            <pc:sldMk cId="3302339970" sldId="571"/>
            <ac:spMk id="3" creationId="{F753E759-6EDE-24A3-8D5F-EE1ADDECE1AE}"/>
          </ac:spMkLst>
        </pc:spChg>
        <pc:spChg chg="add del">
          <ac:chgData name="Alberto Ruiz" userId="47fa91d207cfb014" providerId="LiveId" clId="{18923CA4-2A1E-4285-81FF-2717E4C88808}" dt="2024-10-29T18:52:06.962" v="292" actId="26606"/>
          <ac:spMkLst>
            <pc:docMk/>
            <pc:sldMk cId="3302339970" sldId="571"/>
            <ac:spMk id="9" creationId="{665DBBEF-238B-476B-96AB-8AAC3224ECEA}"/>
          </ac:spMkLst>
        </pc:spChg>
        <pc:spChg chg="add del">
          <ac:chgData name="Alberto Ruiz" userId="47fa91d207cfb014" providerId="LiveId" clId="{18923CA4-2A1E-4285-81FF-2717E4C88808}" dt="2024-10-29T18:52:06.962" v="292" actId="26606"/>
          <ac:spMkLst>
            <pc:docMk/>
            <pc:sldMk cId="3302339970" sldId="571"/>
            <ac:spMk id="11" creationId="{3FCFB1DE-0B7E-48CC-BA90-B2AB0889F9D6}"/>
          </ac:spMkLst>
        </pc:spChg>
        <pc:spChg chg="add">
          <ac:chgData name="Alberto Ruiz" userId="47fa91d207cfb014" providerId="LiveId" clId="{18923CA4-2A1E-4285-81FF-2717E4C88808}" dt="2024-10-29T18:52:06.962" v="292" actId="26606"/>
          <ac:spMkLst>
            <pc:docMk/>
            <pc:sldMk cId="3302339970" sldId="571"/>
            <ac:spMk id="16" creationId="{EF666E30-6F0A-449A-BEC2-DF59127354DF}"/>
          </ac:spMkLst>
        </pc:spChg>
        <pc:spChg chg="add">
          <ac:chgData name="Alberto Ruiz" userId="47fa91d207cfb014" providerId="LiveId" clId="{18923CA4-2A1E-4285-81FF-2717E4C88808}" dt="2024-10-29T18:52:06.962" v="292" actId="26606"/>
          <ac:spMkLst>
            <pc:docMk/>
            <pc:sldMk cId="3302339970" sldId="571"/>
            <ac:spMk id="18" creationId="{CE3C5560-7A9C-489F-9148-18C5E1D0F0B2}"/>
          </ac:spMkLst>
        </pc:spChg>
        <pc:spChg chg="add">
          <ac:chgData name="Alberto Ruiz" userId="47fa91d207cfb014" providerId="LiveId" clId="{18923CA4-2A1E-4285-81FF-2717E4C88808}" dt="2024-10-29T18:52:06.962" v="292" actId="26606"/>
          <ac:spMkLst>
            <pc:docMk/>
            <pc:sldMk cId="3302339970" sldId="571"/>
            <ac:spMk id="20" creationId="{C5CB530E-515E-412C-9DF1-5F8FFBD6F383}"/>
          </ac:spMkLst>
        </pc:spChg>
        <pc:spChg chg="add">
          <ac:chgData name="Alberto Ruiz" userId="47fa91d207cfb014" providerId="LiveId" clId="{18923CA4-2A1E-4285-81FF-2717E4C88808}" dt="2024-10-29T18:52:06.962" v="292" actId="26606"/>
          <ac:spMkLst>
            <pc:docMk/>
            <pc:sldMk cId="3302339970" sldId="571"/>
            <ac:spMk id="22" creationId="{712D4376-A578-4FF1-94FC-245E7A6A489F}"/>
          </ac:spMkLst>
        </pc:spChg>
        <pc:spChg chg="add">
          <ac:chgData name="Alberto Ruiz" userId="47fa91d207cfb014" providerId="LiveId" clId="{18923CA4-2A1E-4285-81FF-2717E4C88808}" dt="2024-10-29T18:52:06.962" v="292" actId="26606"/>
          <ac:spMkLst>
            <pc:docMk/>
            <pc:sldMk cId="3302339970" sldId="571"/>
            <ac:spMk id="24" creationId="{AEA7509D-F04F-40CB-A0B3-EEF16499CC9F}"/>
          </ac:spMkLst>
        </pc:spChg>
        <pc:picChg chg="mod ord">
          <ac:chgData name="Alberto Ruiz" userId="47fa91d207cfb014" providerId="LiveId" clId="{18923CA4-2A1E-4285-81FF-2717E4C88808}" dt="2024-10-29T18:52:06.962" v="292" actId="26606"/>
          <ac:picMkLst>
            <pc:docMk/>
            <pc:sldMk cId="3302339970" sldId="571"/>
            <ac:picMk id="4" creationId="{27E304D8-744E-DE01-701F-744B4619D523}"/>
          </ac:picMkLst>
        </pc:picChg>
        <pc:picChg chg="del">
          <ac:chgData name="Alberto Ruiz" userId="47fa91d207cfb014" providerId="LiveId" clId="{18923CA4-2A1E-4285-81FF-2717E4C88808}" dt="2024-10-29T18:37:19.783" v="95" actId="478"/>
          <ac:picMkLst>
            <pc:docMk/>
            <pc:sldMk cId="3302339970" sldId="571"/>
            <ac:picMk id="6" creationId="{DF6CF5EE-79F9-A1B3-880F-61A2704A189C}"/>
          </ac:picMkLst>
        </pc:picChg>
        <pc:cxnChg chg="add">
          <ac:chgData name="Alberto Ruiz" userId="47fa91d207cfb014" providerId="LiveId" clId="{18923CA4-2A1E-4285-81FF-2717E4C88808}" dt="2024-10-29T18:52:06.962" v="292" actId="26606"/>
          <ac:cxnSpMkLst>
            <pc:docMk/>
            <pc:sldMk cId="3302339970" sldId="571"/>
            <ac:cxnSpMk id="26" creationId="{56020367-4FD5-4596-8E10-C5F095CD8DBF}"/>
          </ac:cxnSpMkLst>
        </pc:cxnChg>
      </pc:sldChg>
      <pc:sldChg chg="addSp delSp modSp mod setBg setFolMasterObjs">
        <pc:chgData name="Alberto Ruiz" userId="47fa91d207cfb014" providerId="LiveId" clId="{18923CA4-2A1E-4285-81FF-2717E4C88808}" dt="2024-10-29T18:52:51.140" v="294" actId="26606"/>
        <pc:sldMkLst>
          <pc:docMk/>
          <pc:sldMk cId="2054898929" sldId="572"/>
        </pc:sldMkLst>
        <pc:spChg chg="mod">
          <ac:chgData name="Alberto Ruiz" userId="47fa91d207cfb014" providerId="LiveId" clId="{18923CA4-2A1E-4285-81FF-2717E4C88808}" dt="2024-10-29T18:52:51.140" v="294" actId="26606"/>
          <ac:spMkLst>
            <pc:docMk/>
            <pc:sldMk cId="2054898929" sldId="572"/>
            <ac:spMk id="3" creationId="{F753E759-6EDE-24A3-8D5F-EE1ADDECE1AE}"/>
          </ac:spMkLst>
        </pc:spChg>
        <pc:spChg chg="add">
          <ac:chgData name="Alberto Ruiz" userId="47fa91d207cfb014" providerId="LiveId" clId="{18923CA4-2A1E-4285-81FF-2717E4C88808}" dt="2024-10-29T18:52:51.140" v="294" actId="26606"/>
          <ac:spMkLst>
            <pc:docMk/>
            <pc:sldMk cId="2054898929" sldId="572"/>
            <ac:spMk id="9" creationId="{EF666E30-6F0A-449A-BEC2-DF59127354DF}"/>
          </ac:spMkLst>
        </pc:spChg>
        <pc:spChg chg="add">
          <ac:chgData name="Alberto Ruiz" userId="47fa91d207cfb014" providerId="LiveId" clId="{18923CA4-2A1E-4285-81FF-2717E4C88808}" dt="2024-10-29T18:52:51.140" v="294" actId="26606"/>
          <ac:spMkLst>
            <pc:docMk/>
            <pc:sldMk cId="2054898929" sldId="572"/>
            <ac:spMk id="11" creationId="{CE3C5560-7A9C-489F-9148-18C5E1D0F0B2}"/>
          </ac:spMkLst>
        </pc:spChg>
        <pc:spChg chg="add">
          <ac:chgData name="Alberto Ruiz" userId="47fa91d207cfb014" providerId="LiveId" clId="{18923CA4-2A1E-4285-81FF-2717E4C88808}" dt="2024-10-29T18:52:51.140" v="294" actId="26606"/>
          <ac:spMkLst>
            <pc:docMk/>
            <pc:sldMk cId="2054898929" sldId="572"/>
            <ac:spMk id="13" creationId="{C5CB530E-515E-412C-9DF1-5F8FFBD6F383}"/>
          </ac:spMkLst>
        </pc:spChg>
        <pc:spChg chg="add">
          <ac:chgData name="Alberto Ruiz" userId="47fa91d207cfb014" providerId="LiveId" clId="{18923CA4-2A1E-4285-81FF-2717E4C88808}" dt="2024-10-29T18:52:51.140" v="294" actId="26606"/>
          <ac:spMkLst>
            <pc:docMk/>
            <pc:sldMk cId="2054898929" sldId="572"/>
            <ac:spMk id="15" creationId="{712D4376-A578-4FF1-94FC-245E7A6A489F}"/>
          </ac:spMkLst>
        </pc:spChg>
        <pc:spChg chg="add">
          <ac:chgData name="Alberto Ruiz" userId="47fa91d207cfb014" providerId="LiveId" clId="{18923CA4-2A1E-4285-81FF-2717E4C88808}" dt="2024-10-29T18:52:51.140" v="294" actId="26606"/>
          <ac:spMkLst>
            <pc:docMk/>
            <pc:sldMk cId="2054898929" sldId="572"/>
            <ac:spMk id="17" creationId="{AEA7509D-F04F-40CB-A0B3-EEF16499CC9F}"/>
          </ac:spMkLst>
        </pc:spChg>
        <pc:picChg chg="mod">
          <ac:chgData name="Alberto Ruiz" userId="47fa91d207cfb014" providerId="LiveId" clId="{18923CA4-2A1E-4285-81FF-2717E4C88808}" dt="2024-10-29T18:52:51.140" v="294" actId="26606"/>
          <ac:picMkLst>
            <pc:docMk/>
            <pc:sldMk cId="2054898929" sldId="572"/>
            <ac:picMk id="4" creationId="{27E304D8-744E-DE01-701F-744B4619D523}"/>
          </ac:picMkLst>
        </pc:picChg>
        <pc:picChg chg="del">
          <ac:chgData name="Alberto Ruiz" userId="47fa91d207cfb014" providerId="LiveId" clId="{18923CA4-2A1E-4285-81FF-2717E4C88808}" dt="2024-10-29T18:37:02.071" v="94" actId="478"/>
          <ac:picMkLst>
            <pc:docMk/>
            <pc:sldMk cId="2054898929" sldId="572"/>
            <ac:picMk id="6" creationId="{DF6CF5EE-79F9-A1B3-880F-61A2704A189C}"/>
          </ac:picMkLst>
        </pc:picChg>
        <pc:cxnChg chg="add">
          <ac:chgData name="Alberto Ruiz" userId="47fa91d207cfb014" providerId="LiveId" clId="{18923CA4-2A1E-4285-81FF-2717E4C88808}" dt="2024-10-29T18:52:51.140" v="294" actId="26606"/>
          <ac:cxnSpMkLst>
            <pc:docMk/>
            <pc:sldMk cId="2054898929" sldId="572"/>
            <ac:cxnSpMk id="19" creationId="{56020367-4FD5-4596-8E10-C5F095CD8DBF}"/>
          </ac:cxnSpMkLst>
        </pc:cxnChg>
      </pc:sldChg>
      <pc:sldChg chg="addSp modSp mod setBg setFolMasterObjs">
        <pc:chgData name="Alberto Ruiz" userId="47fa91d207cfb014" providerId="LiveId" clId="{18923CA4-2A1E-4285-81FF-2717E4C88808}" dt="2024-10-29T18:41:36.126" v="136" actId="27636"/>
        <pc:sldMkLst>
          <pc:docMk/>
          <pc:sldMk cId="345934498" sldId="573"/>
        </pc:sldMkLst>
        <pc:spChg chg="mod">
          <ac:chgData name="Alberto Ruiz" userId="47fa91d207cfb014" providerId="LiveId" clId="{18923CA4-2A1E-4285-81FF-2717E4C88808}" dt="2024-10-29T18:41:31.313" v="132" actId="26606"/>
          <ac:spMkLst>
            <pc:docMk/>
            <pc:sldMk cId="345934498" sldId="573"/>
            <ac:spMk id="2" creationId="{75DBB797-C1A3-D5C0-8897-99EDDDBEF68D}"/>
          </ac:spMkLst>
        </pc:spChg>
        <pc:spChg chg="mod">
          <ac:chgData name="Alberto Ruiz" userId="47fa91d207cfb014" providerId="LiveId" clId="{18923CA4-2A1E-4285-81FF-2717E4C88808}" dt="2024-10-29T18:41:36.126" v="136" actId="27636"/>
          <ac:spMkLst>
            <pc:docMk/>
            <pc:sldMk cId="345934498" sldId="573"/>
            <ac:spMk id="3" creationId="{E7438B4D-D74F-D73B-1A99-AEB3459E9977}"/>
          </ac:spMkLst>
        </pc:spChg>
        <pc:spChg chg="add">
          <ac:chgData name="Alberto Ruiz" userId="47fa91d207cfb014" providerId="LiveId" clId="{18923CA4-2A1E-4285-81FF-2717E4C88808}" dt="2024-10-29T18:41:31.313" v="132" actId="26606"/>
          <ac:spMkLst>
            <pc:docMk/>
            <pc:sldMk cId="345934498" sldId="573"/>
            <ac:spMk id="11" creationId="{352BEC0E-22F8-46D0-9632-375DB541B06C}"/>
          </ac:spMkLst>
        </pc:spChg>
        <pc:spChg chg="add">
          <ac:chgData name="Alberto Ruiz" userId="47fa91d207cfb014" providerId="LiveId" clId="{18923CA4-2A1E-4285-81FF-2717E4C88808}" dt="2024-10-29T18:41:31.313" v="132" actId="26606"/>
          <ac:spMkLst>
            <pc:docMk/>
            <pc:sldMk cId="345934498" sldId="573"/>
            <ac:spMk id="13" creationId="{3FCFB1DE-0B7E-48CC-BA90-B2AB0889F9D6}"/>
          </ac:spMkLst>
        </pc:spChg>
        <pc:picChg chg="mod ord">
          <ac:chgData name="Alberto Ruiz" userId="47fa91d207cfb014" providerId="LiveId" clId="{18923CA4-2A1E-4285-81FF-2717E4C88808}" dt="2024-10-29T18:41:31.313" v="132" actId="26606"/>
          <ac:picMkLst>
            <pc:docMk/>
            <pc:sldMk cId="345934498" sldId="573"/>
            <ac:picMk id="5" creationId="{3B7BBE4E-D482-6B96-E3EF-69B30EB48817}"/>
          </ac:picMkLst>
        </pc:picChg>
        <pc:picChg chg="mod">
          <ac:chgData name="Alberto Ruiz" userId="47fa91d207cfb014" providerId="LiveId" clId="{18923CA4-2A1E-4285-81FF-2717E4C88808}" dt="2024-10-29T18:41:31.313" v="132" actId="26606"/>
          <ac:picMkLst>
            <pc:docMk/>
            <pc:sldMk cId="345934498" sldId="573"/>
            <ac:picMk id="6" creationId="{CBDA63E0-E435-F587-0C69-2BD50736D54D}"/>
          </ac:picMkLst>
        </pc:picChg>
      </pc:sldChg>
      <pc:sldChg chg="addSp modSp mod setBg setFolMasterObjs">
        <pc:chgData name="Alberto Ruiz" userId="47fa91d207cfb014" providerId="LiveId" clId="{18923CA4-2A1E-4285-81FF-2717E4C88808}" dt="2024-10-29T18:41:44.055" v="139" actId="403"/>
        <pc:sldMkLst>
          <pc:docMk/>
          <pc:sldMk cId="3564113682" sldId="574"/>
        </pc:sldMkLst>
        <pc:spChg chg="mod">
          <ac:chgData name="Alberto Ruiz" userId="47fa91d207cfb014" providerId="LiveId" clId="{18923CA4-2A1E-4285-81FF-2717E4C88808}" dt="2024-10-29T18:41:39.376" v="137" actId="26606"/>
          <ac:spMkLst>
            <pc:docMk/>
            <pc:sldMk cId="3564113682" sldId="574"/>
            <ac:spMk id="2" creationId="{4F07D643-CBCC-E675-D01B-2D360684976F}"/>
          </ac:spMkLst>
        </pc:spChg>
        <pc:spChg chg="mod">
          <ac:chgData name="Alberto Ruiz" userId="47fa91d207cfb014" providerId="LiveId" clId="{18923CA4-2A1E-4285-81FF-2717E4C88808}" dt="2024-10-29T18:41:44.055" v="139" actId="403"/>
          <ac:spMkLst>
            <pc:docMk/>
            <pc:sldMk cId="3564113682" sldId="574"/>
            <ac:spMk id="3" creationId="{77F19251-E5AB-A4C0-140C-9ABD9A60F21B}"/>
          </ac:spMkLst>
        </pc:spChg>
        <pc:spChg chg="add">
          <ac:chgData name="Alberto Ruiz" userId="47fa91d207cfb014" providerId="LiveId" clId="{18923CA4-2A1E-4285-81FF-2717E4C88808}" dt="2024-10-29T18:41:39.376" v="137" actId="26606"/>
          <ac:spMkLst>
            <pc:docMk/>
            <pc:sldMk cId="3564113682" sldId="574"/>
            <ac:spMk id="11" creationId="{352BEC0E-22F8-46D0-9632-375DB541B06C}"/>
          </ac:spMkLst>
        </pc:spChg>
        <pc:spChg chg="add">
          <ac:chgData name="Alberto Ruiz" userId="47fa91d207cfb014" providerId="LiveId" clId="{18923CA4-2A1E-4285-81FF-2717E4C88808}" dt="2024-10-29T18:41:39.376" v="137" actId="26606"/>
          <ac:spMkLst>
            <pc:docMk/>
            <pc:sldMk cId="3564113682" sldId="574"/>
            <ac:spMk id="13" creationId="{3FCFB1DE-0B7E-48CC-BA90-B2AB0889F9D6}"/>
          </ac:spMkLst>
        </pc:spChg>
        <pc:picChg chg="mod ord">
          <ac:chgData name="Alberto Ruiz" userId="47fa91d207cfb014" providerId="LiveId" clId="{18923CA4-2A1E-4285-81FF-2717E4C88808}" dt="2024-10-29T18:41:39.376" v="137" actId="26606"/>
          <ac:picMkLst>
            <pc:docMk/>
            <pc:sldMk cId="3564113682" sldId="574"/>
            <ac:picMk id="5" creationId="{3272C343-F56A-F58C-E247-A3D4DDF358AF}"/>
          </ac:picMkLst>
        </pc:picChg>
        <pc:picChg chg="mod">
          <ac:chgData name="Alberto Ruiz" userId="47fa91d207cfb014" providerId="LiveId" clId="{18923CA4-2A1E-4285-81FF-2717E4C88808}" dt="2024-10-29T18:41:39.376" v="137" actId="26606"/>
          <ac:picMkLst>
            <pc:docMk/>
            <pc:sldMk cId="3564113682" sldId="574"/>
            <ac:picMk id="6" creationId="{7975E51E-6312-89D5-7A52-4DD7E493EDC7}"/>
          </ac:picMkLst>
        </pc:picChg>
      </pc:sldChg>
      <pc:sldChg chg="addSp modSp mod setBg setFolMasterObjs">
        <pc:chgData name="Alberto Ruiz" userId="47fa91d207cfb014" providerId="LiveId" clId="{18923CA4-2A1E-4285-81FF-2717E4C88808}" dt="2024-10-29T18:42:04.211" v="143" actId="26606"/>
        <pc:sldMkLst>
          <pc:docMk/>
          <pc:sldMk cId="2915301925" sldId="576"/>
        </pc:sldMkLst>
        <pc:spChg chg="add mod">
          <ac:chgData name="Alberto Ruiz" userId="47fa91d207cfb014" providerId="LiveId" clId="{18923CA4-2A1E-4285-81FF-2717E4C88808}" dt="2024-10-29T18:42:04.211" v="143" actId="26606"/>
          <ac:spMkLst>
            <pc:docMk/>
            <pc:sldMk cId="2915301925" sldId="576"/>
            <ac:spMk id="2" creationId="{7696EA87-EE9A-9E84-538F-32D48116D5B5}"/>
          </ac:spMkLst>
        </pc:spChg>
        <pc:spChg chg="mod">
          <ac:chgData name="Alberto Ruiz" userId="47fa91d207cfb014" providerId="LiveId" clId="{18923CA4-2A1E-4285-81FF-2717E4C88808}" dt="2024-10-29T18:42:04.211" v="143" actId="26606"/>
          <ac:spMkLst>
            <pc:docMk/>
            <pc:sldMk cId="2915301925" sldId="576"/>
            <ac:spMk id="4" creationId="{5D8F7130-DC2B-2B8A-719B-8F802F487A86}"/>
          </ac:spMkLst>
        </pc:spChg>
        <pc:spChg chg="add">
          <ac:chgData name="Alberto Ruiz" userId="47fa91d207cfb014" providerId="LiveId" clId="{18923CA4-2A1E-4285-81FF-2717E4C88808}" dt="2024-10-29T18:42:04.211" v="143" actId="26606"/>
          <ac:spMkLst>
            <pc:docMk/>
            <pc:sldMk cId="2915301925" sldId="576"/>
            <ac:spMk id="12" creationId="{45D37F4E-DDB4-456B-97E0-9937730A039F}"/>
          </ac:spMkLst>
        </pc:spChg>
        <pc:spChg chg="add">
          <ac:chgData name="Alberto Ruiz" userId="47fa91d207cfb014" providerId="LiveId" clId="{18923CA4-2A1E-4285-81FF-2717E4C88808}" dt="2024-10-29T18:42:04.211" v="143" actId="26606"/>
          <ac:spMkLst>
            <pc:docMk/>
            <pc:sldMk cId="2915301925" sldId="576"/>
            <ac:spMk id="14" creationId="{B2DD41CD-8F47-4F56-AD12-4E2FF7696987}"/>
          </ac:spMkLst>
        </pc:spChg>
        <pc:picChg chg="mod">
          <ac:chgData name="Alberto Ruiz" userId="47fa91d207cfb014" providerId="LiveId" clId="{18923CA4-2A1E-4285-81FF-2717E4C88808}" dt="2024-10-29T18:42:04.211" v="143" actId="26606"/>
          <ac:picMkLst>
            <pc:docMk/>
            <pc:sldMk cId="2915301925" sldId="576"/>
            <ac:picMk id="7" creationId="{36945EC5-83BF-E79A-D1B3-DB4777A269AF}"/>
          </ac:picMkLst>
        </pc:picChg>
      </pc:sldChg>
      <pc:sldChg chg="addSp modSp mod setBg setFolMasterObjs">
        <pc:chgData name="Alberto Ruiz" userId="47fa91d207cfb014" providerId="LiveId" clId="{18923CA4-2A1E-4285-81FF-2717E4C88808}" dt="2024-10-29T18:43:44.208" v="160" actId="26606"/>
        <pc:sldMkLst>
          <pc:docMk/>
          <pc:sldMk cId="2227637997" sldId="578"/>
        </pc:sldMkLst>
        <pc:spChg chg="mod">
          <ac:chgData name="Alberto Ruiz" userId="47fa91d207cfb014" providerId="LiveId" clId="{18923CA4-2A1E-4285-81FF-2717E4C88808}" dt="2024-10-29T18:43:44.208" v="160" actId="26606"/>
          <ac:spMkLst>
            <pc:docMk/>
            <pc:sldMk cId="2227637997" sldId="578"/>
            <ac:spMk id="2" creationId="{DDE294E5-0985-9622-64B9-7BFCE89E52E8}"/>
          </ac:spMkLst>
        </pc:spChg>
        <pc:spChg chg="mod">
          <ac:chgData name="Alberto Ruiz" userId="47fa91d207cfb014" providerId="LiveId" clId="{18923CA4-2A1E-4285-81FF-2717E4C88808}" dt="2024-10-29T18:43:44.208" v="160" actId="26606"/>
          <ac:spMkLst>
            <pc:docMk/>
            <pc:sldMk cId="2227637997" sldId="578"/>
            <ac:spMk id="3" creationId="{E0C2A246-77B6-3277-5E4D-30BB4AEA5926}"/>
          </ac:spMkLst>
        </pc:spChg>
        <pc:spChg chg="add">
          <ac:chgData name="Alberto Ruiz" userId="47fa91d207cfb014" providerId="LiveId" clId="{18923CA4-2A1E-4285-81FF-2717E4C88808}" dt="2024-10-29T18:43:44.208" v="160" actId="26606"/>
          <ac:spMkLst>
            <pc:docMk/>
            <pc:sldMk cId="2227637997" sldId="578"/>
            <ac:spMk id="12" creationId="{352BEC0E-22F8-46D0-9632-375DB541B06C}"/>
          </ac:spMkLst>
        </pc:spChg>
        <pc:spChg chg="add">
          <ac:chgData name="Alberto Ruiz" userId="47fa91d207cfb014" providerId="LiveId" clId="{18923CA4-2A1E-4285-81FF-2717E4C88808}" dt="2024-10-29T18:43:44.208" v="160" actId="26606"/>
          <ac:spMkLst>
            <pc:docMk/>
            <pc:sldMk cId="2227637997" sldId="578"/>
            <ac:spMk id="14" creationId="{3FCFB1DE-0B7E-48CC-BA90-B2AB0889F9D6}"/>
          </ac:spMkLst>
        </pc:spChg>
        <pc:picChg chg="mod">
          <ac:chgData name="Alberto Ruiz" userId="47fa91d207cfb014" providerId="LiveId" clId="{18923CA4-2A1E-4285-81FF-2717E4C88808}" dt="2024-10-29T18:43:44.208" v="160" actId="26606"/>
          <ac:picMkLst>
            <pc:docMk/>
            <pc:sldMk cId="2227637997" sldId="578"/>
            <ac:picMk id="4" creationId="{1237C5F8-EFDC-F31F-D6B7-0F1AA13AFD8B}"/>
          </ac:picMkLst>
        </pc:picChg>
        <pc:picChg chg="mod">
          <ac:chgData name="Alberto Ruiz" userId="47fa91d207cfb014" providerId="LiveId" clId="{18923CA4-2A1E-4285-81FF-2717E4C88808}" dt="2024-10-29T18:43:44.208" v="160" actId="26606"/>
          <ac:picMkLst>
            <pc:docMk/>
            <pc:sldMk cId="2227637997" sldId="578"/>
            <ac:picMk id="7" creationId="{9FBC8D52-0AB5-D30F-745D-5F4593CD7249}"/>
          </ac:picMkLst>
        </pc:picChg>
      </pc:sldChg>
      <pc:sldChg chg="addSp modSp mod setBg setFolMasterObjs">
        <pc:chgData name="Alberto Ruiz" userId="47fa91d207cfb014" providerId="LiveId" clId="{18923CA4-2A1E-4285-81FF-2717E4C88808}" dt="2024-10-29T18:43:53.169" v="163" actId="26606"/>
        <pc:sldMkLst>
          <pc:docMk/>
          <pc:sldMk cId="129221624" sldId="579"/>
        </pc:sldMkLst>
        <pc:spChg chg="mod">
          <ac:chgData name="Alberto Ruiz" userId="47fa91d207cfb014" providerId="LiveId" clId="{18923CA4-2A1E-4285-81FF-2717E4C88808}" dt="2024-10-29T18:43:53.169" v="163" actId="26606"/>
          <ac:spMkLst>
            <pc:docMk/>
            <pc:sldMk cId="129221624" sldId="579"/>
            <ac:spMk id="2" creationId="{EBC0E012-26C0-09BF-BA2D-D165B96BC147}"/>
          </ac:spMkLst>
        </pc:spChg>
        <pc:spChg chg="mod">
          <ac:chgData name="Alberto Ruiz" userId="47fa91d207cfb014" providerId="LiveId" clId="{18923CA4-2A1E-4285-81FF-2717E4C88808}" dt="2024-10-29T18:43:53.169" v="163" actId="26606"/>
          <ac:spMkLst>
            <pc:docMk/>
            <pc:sldMk cId="129221624" sldId="579"/>
            <ac:spMk id="3" creationId="{D531175F-0216-7420-1EEA-F7BE834854A5}"/>
          </ac:spMkLst>
        </pc:spChg>
        <pc:spChg chg="add">
          <ac:chgData name="Alberto Ruiz" userId="47fa91d207cfb014" providerId="LiveId" clId="{18923CA4-2A1E-4285-81FF-2717E4C88808}" dt="2024-10-29T18:43:53.169" v="163" actId="26606"/>
          <ac:spMkLst>
            <pc:docMk/>
            <pc:sldMk cId="129221624" sldId="579"/>
            <ac:spMk id="9" creationId="{100EDD19-6802-4EC3-95CE-CFFAB042CFD6}"/>
          </ac:spMkLst>
        </pc:spChg>
        <pc:spChg chg="add">
          <ac:chgData name="Alberto Ruiz" userId="47fa91d207cfb014" providerId="LiveId" clId="{18923CA4-2A1E-4285-81FF-2717E4C88808}" dt="2024-10-29T18:43:53.169" v="163" actId="26606"/>
          <ac:spMkLst>
            <pc:docMk/>
            <pc:sldMk cId="129221624" sldId="579"/>
            <ac:spMk id="11" creationId="{DB17E863-922E-4C26-BD64-E8FD41D28661}"/>
          </ac:spMkLst>
        </pc:spChg>
      </pc:sldChg>
      <pc:sldChg chg="addSp modSp mod setBg setFolMasterObjs">
        <pc:chgData name="Alberto Ruiz" userId="47fa91d207cfb014" providerId="LiveId" clId="{18923CA4-2A1E-4285-81FF-2717E4C88808}" dt="2024-10-29T18:43:37.424" v="158" actId="26606"/>
        <pc:sldMkLst>
          <pc:docMk/>
          <pc:sldMk cId="27613757" sldId="581"/>
        </pc:sldMkLst>
        <pc:spChg chg="mod">
          <ac:chgData name="Alberto Ruiz" userId="47fa91d207cfb014" providerId="LiveId" clId="{18923CA4-2A1E-4285-81FF-2717E4C88808}" dt="2024-10-29T18:43:37.424" v="158" actId="26606"/>
          <ac:spMkLst>
            <pc:docMk/>
            <pc:sldMk cId="27613757" sldId="581"/>
            <ac:spMk id="2" creationId="{B4A165A5-88B1-75E0-9C17-09BA0FCF4FB2}"/>
          </ac:spMkLst>
        </pc:spChg>
        <pc:spChg chg="mod">
          <ac:chgData name="Alberto Ruiz" userId="47fa91d207cfb014" providerId="LiveId" clId="{18923CA4-2A1E-4285-81FF-2717E4C88808}" dt="2024-10-29T18:43:37.424" v="158" actId="26606"/>
          <ac:spMkLst>
            <pc:docMk/>
            <pc:sldMk cId="27613757" sldId="581"/>
            <ac:spMk id="3" creationId="{4E176928-664D-43A3-8D86-992D663F05A3}"/>
          </ac:spMkLst>
        </pc:spChg>
        <pc:spChg chg="add">
          <ac:chgData name="Alberto Ruiz" userId="47fa91d207cfb014" providerId="LiveId" clId="{18923CA4-2A1E-4285-81FF-2717E4C88808}" dt="2024-10-29T18:43:37.424" v="158" actId="26606"/>
          <ac:spMkLst>
            <pc:docMk/>
            <pc:sldMk cId="27613757" sldId="581"/>
            <ac:spMk id="9" creationId="{45D37F4E-DDB4-456B-97E0-9937730A039F}"/>
          </ac:spMkLst>
        </pc:spChg>
        <pc:spChg chg="add">
          <ac:chgData name="Alberto Ruiz" userId="47fa91d207cfb014" providerId="LiveId" clId="{18923CA4-2A1E-4285-81FF-2717E4C88808}" dt="2024-10-29T18:43:37.424" v="158" actId="26606"/>
          <ac:spMkLst>
            <pc:docMk/>
            <pc:sldMk cId="27613757" sldId="581"/>
            <ac:spMk id="11" creationId="{B2DD41CD-8F47-4F56-AD12-4E2FF7696987}"/>
          </ac:spMkLst>
        </pc:spChg>
        <pc:picChg chg="mod">
          <ac:chgData name="Alberto Ruiz" userId="47fa91d207cfb014" providerId="LiveId" clId="{18923CA4-2A1E-4285-81FF-2717E4C88808}" dt="2024-10-29T18:43:37.424" v="158" actId="26606"/>
          <ac:picMkLst>
            <pc:docMk/>
            <pc:sldMk cId="27613757" sldId="581"/>
            <ac:picMk id="4" creationId="{E2A6A9D4-29FD-FCF2-9DAE-D3729CA07E13}"/>
          </ac:picMkLst>
        </pc:picChg>
      </pc:sldChg>
      <pc:sldChg chg="addSp modSp mod setBg setFolMasterObjs">
        <pc:chgData name="Alberto Ruiz" userId="47fa91d207cfb014" providerId="LiveId" clId="{18923CA4-2A1E-4285-81FF-2717E4C88808}" dt="2024-10-29T18:43:49.705" v="162" actId="26606"/>
        <pc:sldMkLst>
          <pc:docMk/>
          <pc:sldMk cId="2902526706" sldId="582"/>
        </pc:sldMkLst>
        <pc:spChg chg="mod">
          <ac:chgData name="Alberto Ruiz" userId="47fa91d207cfb014" providerId="LiveId" clId="{18923CA4-2A1E-4285-81FF-2717E4C88808}" dt="2024-10-29T18:43:49.705" v="162" actId="26606"/>
          <ac:spMkLst>
            <pc:docMk/>
            <pc:sldMk cId="2902526706" sldId="582"/>
            <ac:spMk id="2" creationId="{DDE294E5-0985-9622-64B9-7BFCE89E52E8}"/>
          </ac:spMkLst>
        </pc:spChg>
        <pc:spChg chg="mod ord">
          <ac:chgData name="Alberto Ruiz" userId="47fa91d207cfb014" providerId="LiveId" clId="{18923CA4-2A1E-4285-81FF-2717E4C88808}" dt="2024-10-29T18:43:49.705" v="162" actId="26606"/>
          <ac:spMkLst>
            <pc:docMk/>
            <pc:sldMk cId="2902526706" sldId="582"/>
            <ac:spMk id="3" creationId="{E0C2A246-77B6-3277-5E4D-30BB4AEA5926}"/>
          </ac:spMkLst>
        </pc:spChg>
        <pc:spChg chg="add">
          <ac:chgData name="Alberto Ruiz" userId="47fa91d207cfb014" providerId="LiveId" clId="{18923CA4-2A1E-4285-81FF-2717E4C88808}" dt="2024-10-29T18:43:49.705" v="162" actId="26606"/>
          <ac:spMkLst>
            <pc:docMk/>
            <pc:sldMk cId="2902526706" sldId="582"/>
            <ac:spMk id="14" creationId="{53B475F8-50AE-46A0-9943-B2B63183D50C}"/>
          </ac:spMkLst>
        </pc:spChg>
        <pc:spChg chg="add">
          <ac:chgData name="Alberto Ruiz" userId="47fa91d207cfb014" providerId="LiveId" clId="{18923CA4-2A1E-4285-81FF-2717E4C88808}" dt="2024-10-29T18:43:49.705" v="162" actId="26606"/>
          <ac:spMkLst>
            <pc:docMk/>
            <pc:sldMk cId="2902526706" sldId="582"/>
            <ac:spMk id="16" creationId="{75F6FDB4-2351-48C2-A863-2364A02343C0}"/>
          </ac:spMkLst>
        </pc:spChg>
        <pc:picChg chg="mod ord">
          <ac:chgData name="Alberto Ruiz" userId="47fa91d207cfb014" providerId="LiveId" clId="{18923CA4-2A1E-4285-81FF-2717E4C88808}" dt="2024-10-29T18:43:49.705" v="162" actId="26606"/>
          <ac:picMkLst>
            <pc:docMk/>
            <pc:sldMk cId="2902526706" sldId="582"/>
            <ac:picMk id="4" creationId="{1237C5F8-EFDC-F31F-D6B7-0F1AA13AFD8B}"/>
          </ac:picMkLst>
        </pc:picChg>
        <pc:picChg chg="mod">
          <ac:chgData name="Alberto Ruiz" userId="47fa91d207cfb014" providerId="LiveId" clId="{18923CA4-2A1E-4285-81FF-2717E4C88808}" dt="2024-10-29T18:43:49.705" v="162" actId="26606"/>
          <ac:picMkLst>
            <pc:docMk/>
            <pc:sldMk cId="2902526706" sldId="582"/>
            <ac:picMk id="5" creationId="{AFCA5F38-BAB7-4431-7833-8B9FEC8ADCA6}"/>
          </ac:picMkLst>
        </pc:picChg>
        <pc:picChg chg="mod">
          <ac:chgData name="Alberto Ruiz" userId="47fa91d207cfb014" providerId="LiveId" clId="{18923CA4-2A1E-4285-81FF-2717E4C88808}" dt="2024-10-29T18:43:49.705" v="162" actId="26606"/>
          <ac:picMkLst>
            <pc:docMk/>
            <pc:sldMk cId="2902526706" sldId="582"/>
            <ac:picMk id="9" creationId="{88A1092B-E314-4E71-0ADC-5CA5699D43FF}"/>
          </ac:picMkLst>
        </pc:picChg>
      </pc:sldChg>
      <pc:sldChg chg="addSp modSp mod setBg setFolMasterObjs">
        <pc:chgData name="Alberto Ruiz" userId="47fa91d207cfb014" providerId="LiveId" clId="{18923CA4-2A1E-4285-81FF-2717E4C88808}" dt="2024-10-29T18:43:47.024" v="161" actId="26606"/>
        <pc:sldMkLst>
          <pc:docMk/>
          <pc:sldMk cId="1376069043" sldId="583"/>
        </pc:sldMkLst>
        <pc:spChg chg="mod">
          <ac:chgData name="Alberto Ruiz" userId="47fa91d207cfb014" providerId="LiveId" clId="{18923CA4-2A1E-4285-81FF-2717E4C88808}" dt="2024-10-29T18:43:47.024" v="161" actId="26606"/>
          <ac:spMkLst>
            <pc:docMk/>
            <pc:sldMk cId="1376069043" sldId="583"/>
            <ac:spMk id="2" creationId="{DDE294E5-0985-9622-64B9-7BFCE89E52E8}"/>
          </ac:spMkLst>
        </pc:spChg>
        <pc:spChg chg="mod">
          <ac:chgData name="Alberto Ruiz" userId="47fa91d207cfb014" providerId="LiveId" clId="{18923CA4-2A1E-4285-81FF-2717E4C88808}" dt="2024-10-29T18:43:47.024" v="161" actId="26606"/>
          <ac:spMkLst>
            <pc:docMk/>
            <pc:sldMk cId="1376069043" sldId="583"/>
            <ac:spMk id="3" creationId="{E0C2A246-77B6-3277-5E4D-30BB4AEA5926}"/>
          </ac:spMkLst>
        </pc:spChg>
        <pc:spChg chg="add">
          <ac:chgData name="Alberto Ruiz" userId="47fa91d207cfb014" providerId="LiveId" clId="{18923CA4-2A1E-4285-81FF-2717E4C88808}" dt="2024-10-29T18:43:47.024" v="161" actId="26606"/>
          <ac:spMkLst>
            <pc:docMk/>
            <pc:sldMk cId="1376069043" sldId="583"/>
            <ac:spMk id="9" creationId="{45D37F4E-DDB4-456B-97E0-9937730A039F}"/>
          </ac:spMkLst>
        </pc:spChg>
        <pc:spChg chg="add">
          <ac:chgData name="Alberto Ruiz" userId="47fa91d207cfb014" providerId="LiveId" clId="{18923CA4-2A1E-4285-81FF-2717E4C88808}" dt="2024-10-29T18:43:47.024" v="161" actId="26606"/>
          <ac:spMkLst>
            <pc:docMk/>
            <pc:sldMk cId="1376069043" sldId="583"/>
            <ac:spMk id="11" creationId="{B2DD41CD-8F47-4F56-AD12-4E2FF7696987}"/>
          </ac:spMkLst>
        </pc:spChg>
        <pc:picChg chg="mod">
          <ac:chgData name="Alberto Ruiz" userId="47fa91d207cfb014" providerId="LiveId" clId="{18923CA4-2A1E-4285-81FF-2717E4C88808}" dt="2024-10-29T18:43:47.024" v="161" actId="26606"/>
          <ac:picMkLst>
            <pc:docMk/>
            <pc:sldMk cId="1376069043" sldId="583"/>
            <ac:picMk id="4" creationId="{1237C5F8-EFDC-F31F-D6B7-0F1AA13AFD8B}"/>
          </ac:picMkLst>
        </pc:picChg>
      </pc:sldChg>
      <pc:sldChg chg="modSp mod">
        <pc:chgData name="Alberto Ruiz" userId="47fa91d207cfb014" providerId="LiveId" clId="{18923CA4-2A1E-4285-81FF-2717E4C88808}" dt="2024-10-29T18:44:26.121" v="171" actId="207"/>
        <pc:sldMkLst>
          <pc:docMk/>
          <pc:sldMk cId="2089531037" sldId="584"/>
        </pc:sldMkLst>
        <pc:spChg chg="mod">
          <ac:chgData name="Alberto Ruiz" userId="47fa91d207cfb014" providerId="LiveId" clId="{18923CA4-2A1E-4285-81FF-2717E4C88808}" dt="2024-10-29T18:44:26.121" v="171" actId="207"/>
          <ac:spMkLst>
            <pc:docMk/>
            <pc:sldMk cId="2089531037" sldId="584"/>
            <ac:spMk id="2" creationId="{8DD660DE-A585-484F-8396-5B13AA9630D8}"/>
          </ac:spMkLst>
        </pc:spChg>
        <pc:spChg chg="mod">
          <ac:chgData name="Alberto Ruiz" userId="47fa91d207cfb014" providerId="LiveId" clId="{18923CA4-2A1E-4285-81FF-2717E4C88808}" dt="2024-10-29T18:44:23.648" v="170" actId="207"/>
          <ac:spMkLst>
            <pc:docMk/>
            <pc:sldMk cId="2089531037" sldId="584"/>
            <ac:spMk id="17" creationId="{C8C25DCA-F8F9-4840-9DBC-EA887FA17B4D}"/>
          </ac:spMkLst>
        </pc:spChg>
        <pc:spChg chg="mod">
          <ac:chgData name="Alberto Ruiz" userId="47fa91d207cfb014" providerId="LiveId" clId="{18923CA4-2A1E-4285-81FF-2717E4C88808}" dt="2024-10-29T18:44:12.103" v="165" actId="1076"/>
          <ac:spMkLst>
            <pc:docMk/>
            <pc:sldMk cId="2089531037" sldId="584"/>
            <ac:spMk id="267" creationId="{00000000-0000-0000-0000-000000000000}"/>
          </ac:spMkLst>
        </pc:spChg>
        <pc:spChg chg="mod">
          <ac:chgData name="Alberto Ruiz" userId="47fa91d207cfb014" providerId="LiveId" clId="{18923CA4-2A1E-4285-81FF-2717E4C88808}" dt="2024-10-29T18:44:20.014" v="169" actId="207"/>
          <ac:spMkLst>
            <pc:docMk/>
            <pc:sldMk cId="2089531037" sldId="584"/>
            <ac:spMk id="269" creationId="{00000000-0000-0000-0000-000000000000}"/>
          </ac:spMkLst>
        </pc:spChg>
        <pc:spChg chg="mod">
          <ac:chgData name="Alberto Ruiz" userId="47fa91d207cfb014" providerId="LiveId" clId="{18923CA4-2A1E-4285-81FF-2717E4C88808}" dt="2024-10-29T18:44:20.014" v="169" actId="207"/>
          <ac:spMkLst>
            <pc:docMk/>
            <pc:sldMk cId="2089531037" sldId="584"/>
            <ac:spMk id="270" creationId="{00000000-0000-0000-0000-000000000000}"/>
          </ac:spMkLst>
        </pc:spChg>
        <pc:spChg chg="mod">
          <ac:chgData name="Alberto Ruiz" userId="47fa91d207cfb014" providerId="LiveId" clId="{18923CA4-2A1E-4285-81FF-2717E4C88808}" dt="2024-10-29T18:44:20.014" v="169" actId="207"/>
          <ac:spMkLst>
            <pc:docMk/>
            <pc:sldMk cId="2089531037" sldId="584"/>
            <ac:spMk id="271" creationId="{00000000-0000-0000-0000-000000000000}"/>
          </ac:spMkLst>
        </pc:spChg>
        <pc:spChg chg="mod">
          <ac:chgData name="Alberto Ruiz" userId="47fa91d207cfb014" providerId="LiveId" clId="{18923CA4-2A1E-4285-81FF-2717E4C88808}" dt="2024-10-29T18:44:20.014" v="169" actId="207"/>
          <ac:spMkLst>
            <pc:docMk/>
            <pc:sldMk cId="2089531037" sldId="584"/>
            <ac:spMk id="272" creationId="{00000000-0000-0000-0000-000000000000}"/>
          </ac:spMkLst>
        </pc:spChg>
        <pc:spChg chg="mod">
          <ac:chgData name="Alberto Ruiz" userId="47fa91d207cfb014" providerId="LiveId" clId="{18923CA4-2A1E-4285-81FF-2717E4C88808}" dt="2024-10-29T18:44:20.014" v="169" actId="207"/>
          <ac:spMkLst>
            <pc:docMk/>
            <pc:sldMk cId="2089531037" sldId="584"/>
            <ac:spMk id="273" creationId="{00000000-0000-0000-0000-000000000000}"/>
          </ac:spMkLst>
        </pc:spChg>
        <pc:spChg chg="mod">
          <ac:chgData name="Alberto Ruiz" userId="47fa91d207cfb014" providerId="LiveId" clId="{18923CA4-2A1E-4285-81FF-2717E4C88808}" dt="2024-10-29T18:44:20.014" v="169" actId="207"/>
          <ac:spMkLst>
            <pc:docMk/>
            <pc:sldMk cId="2089531037" sldId="584"/>
            <ac:spMk id="274" creationId="{00000000-0000-0000-0000-000000000000}"/>
          </ac:spMkLst>
        </pc:spChg>
        <pc:spChg chg="mod">
          <ac:chgData name="Alberto Ruiz" userId="47fa91d207cfb014" providerId="LiveId" clId="{18923CA4-2A1E-4285-81FF-2717E4C88808}" dt="2024-10-29T18:44:20.014" v="169" actId="207"/>
          <ac:spMkLst>
            <pc:docMk/>
            <pc:sldMk cId="2089531037" sldId="584"/>
            <ac:spMk id="275" creationId="{00000000-0000-0000-0000-000000000000}"/>
          </ac:spMkLst>
        </pc:spChg>
        <pc:spChg chg="mod">
          <ac:chgData name="Alberto Ruiz" userId="47fa91d207cfb014" providerId="LiveId" clId="{18923CA4-2A1E-4285-81FF-2717E4C88808}" dt="2024-10-29T18:44:20.014" v="169" actId="207"/>
          <ac:spMkLst>
            <pc:docMk/>
            <pc:sldMk cId="2089531037" sldId="584"/>
            <ac:spMk id="276" creationId="{00000000-0000-0000-0000-000000000000}"/>
          </ac:spMkLst>
        </pc:spChg>
        <pc:spChg chg="mod">
          <ac:chgData name="Alberto Ruiz" userId="47fa91d207cfb014" providerId="LiveId" clId="{18923CA4-2A1E-4285-81FF-2717E4C88808}" dt="2024-10-29T18:44:20.014" v="169" actId="207"/>
          <ac:spMkLst>
            <pc:docMk/>
            <pc:sldMk cId="2089531037" sldId="584"/>
            <ac:spMk id="277" creationId="{00000000-0000-0000-0000-000000000000}"/>
          </ac:spMkLst>
        </pc:spChg>
        <pc:spChg chg="mod">
          <ac:chgData name="Alberto Ruiz" userId="47fa91d207cfb014" providerId="LiveId" clId="{18923CA4-2A1E-4285-81FF-2717E4C88808}" dt="2024-10-29T18:44:20.014" v="169" actId="207"/>
          <ac:spMkLst>
            <pc:docMk/>
            <pc:sldMk cId="2089531037" sldId="584"/>
            <ac:spMk id="278" creationId="{00000000-0000-0000-0000-000000000000}"/>
          </ac:spMkLst>
        </pc:spChg>
        <pc:spChg chg="mod">
          <ac:chgData name="Alberto Ruiz" userId="47fa91d207cfb014" providerId="LiveId" clId="{18923CA4-2A1E-4285-81FF-2717E4C88808}" dt="2024-10-29T18:44:20.014" v="169" actId="207"/>
          <ac:spMkLst>
            <pc:docMk/>
            <pc:sldMk cId="2089531037" sldId="584"/>
            <ac:spMk id="279" creationId="{00000000-0000-0000-0000-000000000000}"/>
          </ac:spMkLst>
        </pc:spChg>
        <pc:spChg chg="mod">
          <ac:chgData name="Alberto Ruiz" userId="47fa91d207cfb014" providerId="LiveId" clId="{18923CA4-2A1E-4285-81FF-2717E4C88808}" dt="2024-10-29T18:44:20.014" v="169" actId="207"/>
          <ac:spMkLst>
            <pc:docMk/>
            <pc:sldMk cId="2089531037" sldId="584"/>
            <ac:spMk id="280" creationId="{00000000-0000-0000-0000-000000000000}"/>
          </ac:spMkLst>
        </pc:spChg>
        <pc:grpChg chg="mod">
          <ac:chgData name="Alberto Ruiz" userId="47fa91d207cfb014" providerId="LiveId" clId="{18923CA4-2A1E-4285-81FF-2717E4C88808}" dt="2024-10-29T18:44:14.664" v="166" actId="14100"/>
          <ac:grpSpMkLst>
            <pc:docMk/>
            <pc:sldMk cId="2089531037" sldId="584"/>
            <ac:grpSpMk id="268" creationId="{00000000-0000-0000-0000-000000000000}"/>
          </ac:grpSpMkLst>
        </pc:grpChg>
      </pc:sldChg>
      <pc:sldChg chg="addSp modSp mod setBg setFolMasterObjs">
        <pc:chgData name="Alberto Ruiz" userId="47fa91d207cfb014" providerId="LiveId" clId="{18923CA4-2A1E-4285-81FF-2717E4C88808}" dt="2024-10-29T18:44:44.119" v="176" actId="1076"/>
        <pc:sldMkLst>
          <pc:docMk/>
          <pc:sldMk cId="3170896681" sldId="585"/>
        </pc:sldMkLst>
        <pc:spChg chg="mod">
          <ac:chgData name="Alberto Ruiz" userId="47fa91d207cfb014" providerId="LiveId" clId="{18923CA4-2A1E-4285-81FF-2717E4C88808}" dt="2024-10-29T18:44:44.119" v="176" actId="1076"/>
          <ac:spMkLst>
            <pc:docMk/>
            <pc:sldMk cId="3170896681" sldId="585"/>
            <ac:spMk id="267" creationId="{00000000-0000-0000-0000-000000000000}"/>
          </ac:spMkLst>
        </pc:spChg>
        <pc:spChg chg="add">
          <ac:chgData name="Alberto Ruiz" userId="47fa91d207cfb014" providerId="LiveId" clId="{18923CA4-2A1E-4285-81FF-2717E4C88808}" dt="2024-10-29T18:44:39.432" v="174" actId="26606"/>
          <ac:spMkLst>
            <pc:docMk/>
            <pc:sldMk cId="3170896681" sldId="585"/>
            <ac:spMk id="272" creationId="{665DBBEF-238B-476B-96AB-8AAC3224ECEA}"/>
          </ac:spMkLst>
        </pc:spChg>
        <pc:spChg chg="add">
          <ac:chgData name="Alberto Ruiz" userId="47fa91d207cfb014" providerId="LiveId" clId="{18923CA4-2A1E-4285-81FF-2717E4C88808}" dt="2024-10-29T18:44:39.432" v="174" actId="26606"/>
          <ac:spMkLst>
            <pc:docMk/>
            <pc:sldMk cId="3170896681" sldId="585"/>
            <ac:spMk id="274" creationId="{3FCFB1DE-0B7E-48CC-BA90-B2AB0889F9D6}"/>
          </ac:spMkLst>
        </pc:spChg>
        <pc:picChg chg="mod">
          <ac:chgData name="Alberto Ruiz" userId="47fa91d207cfb014" providerId="LiveId" clId="{18923CA4-2A1E-4285-81FF-2717E4C88808}" dt="2024-10-29T18:44:39.432" v="174" actId="26606"/>
          <ac:picMkLst>
            <pc:docMk/>
            <pc:sldMk cId="3170896681" sldId="585"/>
            <ac:picMk id="3" creationId="{3FA7985C-4B6D-C71E-9935-7D5A408B1C0F}"/>
          </ac:picMkLst>
        </pc:picChg>
      </pc:sldChg>
      <pc:sldChg chg="addSp modSp mod setBg setFolMasterObjs">
        <pc:chgData name="Alberto Ruiz" userId="47fa91d207cfb014" providerId="LiveId" clId="{18923CA4-2A1E-4285-81FF-2717E4C88808}" dt="2024-10-29T18:45:27.651" v="189" actId="26606"/>
        <pc:sldMkLst>
          <pc:docMk/>
          <pc:sldMk cId="1995026671" sldId="588"/>
        </pc:sldMkLst>
        <pc:spChg chg="mod">
          <ac:chgData name="Alberto Ruiz" userId="47fa91d207cfb014" providerId="LiveId" clId="{18923CA4-2A1E-4285-81FF-2717E4C88808}" dt="2024-10-29T18:45:27.651" v="189" actId="26606"/>
          <ac:spMkLst>
            <pc:docMk/>
            <pc:sldMk cId="1995026671" sldId="588"/>
            <ac:spMk id="2" creationId="{F09C9994-B581-3C66-B84E-B5313C139380}"/>
          </ac:spMkLst>
        </pc:spChg>
        <pc:spChg chg="mod ord">
          <ac:chgData name="Alberto Ruiz" userId="47fa91d207cfb014" providerId="LiveId" clId="{18923CA4-2A1E-4285-81FF-2717E4C88808}" dt="2024-10-29T18:45:27.651" v="189" actId="26606"/>
          <ac:spMkLst>
            <pc:docMk/>
            <pc:sldMk cId="1995026671" sldId="588"/>
            <ac:spMk id="5" creationId="{2236D0D3-B176-4B3F-DD02-4B4EBDF16250}"/>
          </ac:spMkLst>
        </pc:spChg>
        <pc:spChg chg="add">
          <ac:chgData name="Alberto Ruiz" userId="47fa91d207cfb014" providerId="LiveId" clId="{18923CA4-2A1E-4285-81FF-2717E4C88808}" dt="2024-10-29T18:45:27.651" v="189" actId="26606"/>
          <ac:spMkLst>
            <pc:docMk/>
            <pc:sldMk cId="1995026671" sldId="588"/>
            <ac:spMk id="3081" creationId="{CA4BD6EE-7B51-447C-AAB3-028B7A3E515D}"/>
          </ac:spMkLst>
        </pc:spChg>
        <pc:spChg chg="add">
          <ac:chgData name="Alberto Ruiz" userId="47fa91d207cfb014" providerId="LiveId" clId="{18923CA4-2A1E-4285-81FF-2717E4C88808}" dt="2024-10-29T18:45:27.651" v="189" actId="26606"/>
          <ac:spMkLst>
            <pc:docMk/>
            <pc:sldMk cId="1995026671" sldId="588"/>
            <ac:spMk id="3083" creationId="{6B5FF7CD-712E-4187-BFF5-B192FFB33A49}"/>
          </ac:spMkLst>
        </pc:spChg>
        <pc:picChg chg="mod ord">
          <ac:chgData name="Alberto Ruiz" userId="47fa91d207cfb014" providerId="LiveId" clId="{18923CA4-2A1E-4285-81FF-2717E4C88808}" dt="2024-10-29T18:45:27.651" v="189" actId="26606"/>
          <ac:picMkLst>
            <pc:docMk/>
            <pc:sldMk cId="1995026671" sldId="588"/>
            <ac:picMk id="4" creationId="{538B39F0-9EB7-F6AD-0228-A0476D1F44F8}"/>
          </ac:picMkLst>
        </pc:picChg>
        <pc:picChg chg="mod">
          <ac:chgData name="Alberto Ruiz" userId="47fa91d207cfb014" providerId="LiveId" clId="{18923CA4-2A1E-4285-81FF-2717E4C88808}" dt="2024-10-29T18:45:27.651" v="189" actId="26606"/>
          <ac:picMkLst>
            <pc:docMk/>
            <pc:sldMk cId="1995026671" sldId="588"/>
            <ac:picMk id="3074" creationId="{16456A48-2859-141F-7CD9-26A5A74B5017}"/>
          </ac:picMkLst>
        </pc:picChg>
        <pc:picChg chg="mod">
          <ac:chgData name="Alberto Ruiz" userId="47fa91d207cfb014" providerId="LiveId" clId="{18923CA4-2A1E-4285-81FF-2717E4C88808}" dt="2024-10-29T18:45:27.651" v="189" actId="26606"/>
          <ac:picMkLst>
            <pc:docMk/>
            <pc:sldMk cId="1995026671" sldId="588"/>
            <ac:picMk id="3076" creationId="{9AADB8E7-E58F-077F-A91C-76F65D2AE272}"/>
          </ac:picMkLst>
        </pc:picChg>
      </pc:sldChg>
      <pc:sldChg chg="addSp delSp modSp mod">
        <pc:chgData name="Alberto Ruiz" userId="47fa91d207cfb014" providerId="LiveId" clId="{18923CA4-2A1E-4285-81FF-2717E4C88808}" dt="2024-10-29T18:46:34.156" v="215" actId="1076"/>
        <pc:sldMkLst>
          <pc:docMk/>
          <pc:sldMk cId="410237710" sldId="589"/>
        </pc:sldMkLst>
        <pc:spChg chg="mod">
          <ac:chgData name="Alberto Ruiz" userId="47fa91d207cfb014" providerId="LiveId" clId="{18923CA4-2A1E-4285-81FF-2717E4C88808}" dt="2024-10-29T18:46:11.215" v="207" actId="1076"/>
          <ac:spMkLst>
            <pc:docMk/>
            <pc:sldMk cId="410237710" sldId="589"/>
            <ac:spMk id="2" creationId="{F09C9994-B581-3C66-B84E-B5313C139380}"/>
          </ac:spMkLst>
        </pc:spChg>
        <pc:spChg chg="mod">
          <ac:chgData name="Alberto Ruiz" userId="47fa91d207cfb014" providerId="LiveId" clId="{18923CA4-2A1E-4285-81FF-2717E4C88808}" dt="2024-10-29T18:45:59.648" v="201" actId="1076"/>
          <ac:spMkLst>
            <pc:docMk/>
            <pc:sldMk cId="410237710" sldId="589"/>
            <ac:spMk id="3" creationId="{C463536F-3226-C318-73BD-3AE10B3D8DE9}"/>
          </ac:spMkLst>
        </pc:spChg>
        <pc:spChg chg="add del mod">
          <ac:chgData name="Alberto Ruiz" userId="47fa91d207cfb014" providerId="LiveId" clId="{18923CA4-2A1E-4285-81FF-2717E4C88808}" dt="2024-10-29T18:45:59.176" v="200" actId="26606"/>
          <ac:spMkLst>
            <pc:docMk/>
            <pc:sldMk cId="410237710" sldId="589"/>
            <ac:spMk id="7" creationId="{A8241ABA-C326-6AEE-98F3-EC8B15C387F6}"/>
          </ac:spMkLst>
        </pc:spChg>
        <pc:graphicFrameChg chg="add del">
          <ac:chgData name="Alberto Ruiz" userId="47fa91d207cfb014" providerId="LiveId" clId="{18923CA4-2A1E-4285-81FF-2717E4C88808}" dt="2024-10-29T18:45:56.373" v="196" actId="26606"/>
          <ac:graphicFrameMkLst>
            <pc:docMk/>
            <pc:sldMk cId="410237710" sldId="589"/>
            <ac:graphicFrameMk id="9" creationId="{2BB307D7-B385-39DA-6829-B26592A320A7}"/>
          </ac:graphicFrameMkLst>
        </pc:graphicFrameChg>
        <pc:graphicFrameChg chg="add del">
          <ac:chgData name="Alberto Ruiz" userId="47fa91d207cfb014" providerId="LiveId" clId="{18923CA4-2A1E-4285-81FF-2717E4C88808}" dt="2024-10-29T18:45:57.381" v="198" actId="26606"/>
          <ac:graphicFrameMkLst>
            <pc:docMk/>
            <pc:sldMk cId="410237710" sldId="589"/>
            <ac:graphicFrameMk id="11" creationId="{14FF2DCC-B0F5-E2C6-D01A-8CB448C9F343}"/>
          </ac:graphicFrameMkLst>
        </pc:graphicFrameChg>
        <pc:graphicFrameChg chg="add del">
          <ac:chgData name="Alberto Ruiz" userId="47fa91d207cfb014" providerId="LiveId" clId="{18923CA4-2A1E-4285-81FF-2717E4C88808}" dt="2024-10-29T18:45:59.176" v="200" actId="26606"/>
          <ac:graphicFrameMkLst>
            <pc:docMk/>
            <pc:sldMk cId="410237710" sldId="589"/>
            <ac:graphicFrameMk id="13" creationId="{4626D656-4205-740B-F6C2-814C4E8DAC2F}"/>
          </ac:graphicFrameMkLst>
        </pc:graphicFrameChg>
        <pc:picChg chg="mod">
          <ac:chgData name="Alberto Ruiz" userId="47fa91d207cfb014" providerId="LiveId" clId="{18923CA4-2A1E-4285-81FF-2717E4C88808}" dt="2024-10-29T18:46:34.156" v="215" actId="1076"/>
          <ac:picMkLst>
            <pc:docMk/>
            <pc:sldMk cId="410237710" sldId="589"/>
            <ac:picMk id="5" creationId="{67F1A73A-FCC8-2630-D5BE-7F5005AE9289}"/>
          </ac:picMkLst>
        </pc:picChg>
      </pc:sldChg>
      <pc:sldChg chg="addSp modSp mod setBg setFolMasterObjs">
        <pc:chgData name="Alberto Ruiz" userId="47fa91d207cfb014" providerId="LiveId" clId="{18923CA4-2A1E-4285-81FF-2717E4C88808}" dt="2024-10-29T18:45:21.948" v="187" actId="26606"/>
        <pc:sldMkLst>
          <pc:docMk/>
          <pc:sldMk cId="104525576" sldId="590"/>
        </pc:sldMkLst>
        <pc:spChg chg="mod">
          <ac:chgData name="Alberto Ruiz" userId="47fa91d207cfb014" providerId="LiveId" clId="{18923CA4-2A1E-4285-81FF-2717E4C88808}" dt="2024-10-29T18:45:21.948" v="187" actId="26606"/>
          <ac:spMkLst>
            <pc:docMk/>
            <pc:sldMk cId="104525576" sldId="590"/>
            <ac:spMk id="3" creationId="{B2DCBE4E-F055-2B44-8A5A-BAD197113EF6}"/>
          </ac:spMkLst>
        </pc:spChg>
        <pc:spChg chg="mod">
          <ac:chgData name="Alberto Ruiz" userId="47fa91d207cfb014" providerId="LiveId" clId="{18923CA4-2A1E-4285-81FF-2717E4C88808}" dt="2024-10-29T18:45:21.948" v="187" actId="26606"/>
          <ac:spMkLst>
            <pc:docMk/>
            <pc:sldMk cId="104525576" sldId="590"/>
            <ac:spMk id="5" creationId="{AC216A5F-FB6F-E1F2-3F4A-832170686DD9}"/>
          </ac:spMkLst>
        </pc:spChg>
        <pc:spChg chg="add">
          <ac:chgData name="Alberto Ruiz" userId="47fa91d207cfb014" providerId="LiveId" clId="{18923CA4-2A1E-4285-81FF-2717E4C88808}" dt="2024-10-29T18:45:21.948" v="187" actId="26606"/>
          <ac:spMkLst>
            <pc:docMk/>
            <pc:sldMk cId="104525576" sldId="590"/>
            <ac:spMk id="11" creationId="{45D37F4E-DDB4-456B-97E0-9937730A039F}"/>
          </ac:spMkLst>
        </pc:spChg>
        <pc:spChg chg="add">
          <ac:chgData name="Alberto Ruiz" userId="47fa91d207cfb014" providerId="LiveId" clId="{18923CA4-2A1E-4285-81FF-2717E4C88808}" dt="2024-10-29T18:45:21.948" v="187" actId="26606"/>
          <ac:spMkLst>
            <pc:docMk/>
            <pc:sldMk cId="104525576" sldId="590"/>
            <ac:spMk id="13" creationId="{B2DD41CD-8F47-4F56-AD12-4E2FF7696987}"/>
          </ac:spMkLst>
        </pc:spChg>
        <pc:picChg chg="mod">
          <ac:chgData name="Alberto Ruiz" userId="47fa91d207cfb014" providerId="LiveId" clId="{18923CA4-2A1E-4285-81FF-2717E4C88808}" dt="2024-10-29T18:45:21.948" v="187" actId="26606"/>
          <ac:picMkLst>
            <pc:docMk/>
            <pc:sldMk cId="104525576" sldId="590"/>
            <ac:picMk id="6" creationId="{51A9DC2C-B54A-C16B-8C80-6ABA59C08237}"/>
          </ac:picMkLst>
        </pc:picChg>
      </pc:sldChg>
      <pc:sldChg chg="addSp modSp mod setBg setFolMasterObjs">
        <pc:chgData name="Alberto Ruiz" userId="47fa91d207cfb014" providerId="LiveId" clId="{18923CA4-2A1E-4285-81FF-2717E4C88808}" dt="2024-10-29T18:45:24.409" v="188" actId="26606"/>
        <pc:sldMkLst>
          <pc:docMk/>
          <pc:sldMk cId="2323823623" sldId="591"/>
        </pc:sldMkLst>
        <pc:spChg chg="mod ord">
          <ac:chgData name="Alberto Ruiz" userId="47fa91d207cfb014" providerId="LiveId" clId="{18923CA4-2A1E-4285-81FF-2717E4C88808}" dt="2024-10-29T18:45:24.409" v="188" actId="26606"/>
          <ac:spMkLst>
            <pc:docMk/>
            <pc:sldMk cId="2323823623" sldId="591"/>
            <ac:spMk id="3" creationId="{ABDDB0A0-1F63-88A8-6CF5-736B1EDD8161}"/>
          </ac:spMkLst>
        </pc:spChg>
        <pc:spChg chg="mod">
          <ac:chgData name="Alberto Ruiz" userId="47fa91d207cfb014" providerId="LiveId" clId="{18923CA4-2A1E-4285-81FF-2717E4C88808}" dt="2024-10-29T18:45:24.409" v="188" actId="26606"/>
          <ac:spMkLst>
            <pc:docMk/>
            <pc:sldMk cId="2323823623" sldId="591"/>
            <ac:spMk id="4" creationId="{F916743A-E985-4A11-AB96-F1BEBB9669EC}"/>
          </ac:spMkLst>
        </pc:spChg>
        <pc:spChg chg="add">
          <ac:chgData name="Alberto Ruiz" userId="47fa91d207cfb014" providerId="LiveId" clId="{18923CA4-2A1E-4285-81FF-2717E4C88808}" dt="2024-10-29T18:45:24.409" v="188" actId="26606"/>
          <ac:spMkLst>
            <pc:docMk/>
            <pc:sldMk cId="2323823623" sldId="591"/>
            <ac:spMk id="10" creationId="{45D37F4E-DDB4-456B-97E0-9937730A039F}"/>
          </ac:spMkLst>
        </pc:spChg>
        <pc:spChg chg="add">
          <ac:chgData name="Alberto Ruiz" userId="47fa91d207cfb014" providerId="LiveId" clId="{18923CA4-2A1E-4285-81FF-2717E4C88808}" dt="2024-10-29T18:45:24.409" v="188" actId="26606"/>
          <ac:spMkLst>
            <pc:docMk/>
            <pc:sldMk cId="2323823623" sldId="591"/>
            <ac:spMk id="12" creationId="{B2DD41CD-8F47-4F56-AD12-4E2FF7696987}"/>
          </ac:spMkLst>
        </pc:spChg>
        <pc:picChg chg="mod">
          <ac:chgData name="Alberto Ruiz" userId="47fa91d207cfb014" providerId="LiveId" clId="{18923CA4-2A1E-4285-81FF-2717E4C88808}" dt="2024-10-29T18:45:24.409" v="188" actId="26606"/>
          <ac:picMkLst>
            <pc:docMk/>
            <pc:sldMk cId="2323823623" sldId="591"/>
            <ac:picMk id="5" creationId="{CD585561-1F9C-3F5F-8495-0E352C57818D}"/>
          </ac:picMkLst>
        </pc:picChg>
      </pc:sldChg>
      <pc:sldChg chg="addSp delSp modSp mod">
        <pc:chgData name="Alberto Ruiz" userId="47fa91d207cfb014" providerId="LiveId" clId="{18923CA4-2A1E-4285-81FF-2717E4C88808}" dt="2024-10-29T18:46:43.335" v="219" actId="1076"/>
        <pc:sldMkLst>
          <pc:docMk/>
          <pc:sldMk cId="3261567285" sldId="592"/>
        </pc:sldMkLst>
        <pc:spChg chg="add del">
          <ac:chgData name="Alberto Ruiz" userId="47fa91d207cfb014" providerId="LiveId" clId="{18923CA4-2A1E-4285-81FF-2717E4C88808}" dt="2024-10-29T18:46:33.721" v="214" actId="26606"/>
          <ac:spMkLst>
            <pc:docMk/>
            <pc:sldMk cId="3261567285" sldId="592"/>
            <ac:spMk id="4" creationId="{1892AE02-652B-6BAC-D7A9-642A9D39F473}"/>
          </ac:spMkLst>
        </pc:spChg>
        <pc:spChg chg="mod">
          <ac:chgData name="Alberto Ruiz" userId="47fa91d207cfb014" providerId="LiveId" clId="{18923CA4-2A1E-4285-81FF-2717E4C88808}" dt="2024-10-29T18:46:37.742" v="216" actId="14100"/>
          <ac:spMkLst>
            <pc:docMk/>
            <pc:sldMk cId="3261567285" sldId="592"/>
            <ac:spMk id="9" creationId="{CA51BB64-2E50-7101-3FBB-882B1352E2C4}"/>
          </ac:spMkLst>
        </pc:spChg>
        <pc:graphicFrameChg chg="add del">
          <ac:chgData name="Alberto Ruiz" userId="47fa91d207cfb014" providerId="LiveId" clId="{18923CA4-2A1E-4285-81FF-2717E4C88808}" dt="2024-10-29T18:46:31.037" v="212" actId="26606"/>
          <ac:graphicFrameMkLst>
            <pc:docMk/>
            <pc:sldMk cId="3261567285" sldId="592"/>
            <ac:graphicFrameMk id="12" creationId="{C98B5321-D42F-C747-F399-1C087AEAF970}"/>
          </ac:graphicFrameMkLst>
        </pc:graphicFrameChg>
        <pc:graphicFrameChg chg="add del">
          <ac:chgData name="Alberto Ruiz" userId="47fa91d207cfb014" providerId="LiveId" clId="{18923CA4-2A1E-4285-81FF-2717E4C88808}" dt="2024-10-29T18:46:33.721" v="214" actId="26606"/>
          <ac:graphicFrameMkLst>
            <pc:docMk/>
            <pc:sldMk cId="3261567285" sldId="592"/>
            <ac:graphicFrameMk id="14" creationId="{4D36C44A-C26F-9DC8-A81B-8DE0498EAC26}"/>
          </ac:graphicFrameMkLst>
        </pc:graphicFrameChg>
        <pc:picChg chg="mod">
          <ac:chgData name="Alberto Ruiz" userId="47fa91d207cfb014" providerId="LiveId" clId="{18923CA4-2A1E-4285-81FF-2717E4C88808}" dt="2024-10-29T18:46:43.335" v="219" actId="1076"/>
          <ac:picMkLst>
            <pc:docMk/>
            <pc:sldMk cId="3261567285" sldId="592"/>
            <ac:picMk id="10" creationId="{4AD47B5A-0288-4D52-74BC-005B1FBB1DF4}"/>
          </ac:picMkLst>
        </pc:picChg>
      </pc:sldChg>
      <pc:sldChg chg="addSp delSp modSp mod">
        <pc:chgData name="Alberto Ruiz" userId="47fa91d207cfb014" providerId="LiveId" clId="{18923CA4-2A1E-4285-81FF-2717E4C88808}" dt="2024-10-29T18:47:13.559" v="229" actId="1076"/>
        <pc:sldMkLst>
          <pc:docMk/>
          <pc:sldMk cId="402932058" sldId="593"/>
        </pc:sldMkLst>
        <pc:spChg chg="add mod">
          <ac:chgData name="Alberto Ruiz" userId="47fa91d207cfb014" providerId="LiveId" clId="{18923CA4-2A1E-4285-81FF-2717E4C88808}" dt="2024-10-29T18:46:59.970" v="225" actId="26606"/>
          <ac:spMkLst>
            <pc:docMk/>
            <pc:sldMk cId="402932058" sldId="593"/>
            <ac:spMk id="2" creationId="{DF1D73F0-4164-1F22-ACBA-67B4B2C43E6E}"/>
          </ac:spMkLst>
        </pc:spChg>
        <pc:spChg chg="del">
          <ac:chgData name="Alberto Ruiz" userId="47fa91d207cfb014" providerId="LiveId" clId="{18923CA4-2A1E-4285-81FF-2717E4C88808}" dt="2024-10-29T18:46:59.970" v="225" actId="26606"/>
          <ac:spMkLst>
            <pc:docMk/>
            <pc:sldMk cId="402932058" sldId="593"/>
            <ac:spMk id="9" creationId="{EB05EE64-5AAF-7320-45C6-9E37051B8568}"/>
          </ac:spMkLst>
        </pc:spChg>
        <pc:graphicFrameChg chg="add mod">
          <ac:chgData name="Alberto Ruiz" userId="47fa91d207cfb014" providerId="LiveId" clId="{18923CA4-2A1E-4285-81FF-2717E4C88808}" dt="2024-10-29T18:47:08.888" v="228" actId="14100"/>
          <ac:graphicFrameMkLst>
            <pc:docMk/>
            <pc:sldMk cId="402932058" sldId="593"/>
            <ac:graphicFrameMk id="12" creationId="{0561ED06-06CD-27AA-5998-5597E7A7014A}"/>
          </ac:graphicFrameMkLst>
        </pc:graphicFrameChg>
        <pc:picChg chg="mod">
          <ac:chgData name="Alberto Ruiz" userId="47fa91d207cfb014" providerId="LiveId" clId="{18923CA4-2A1E-4285-81FF-2717E4C88808}" dt="2024-10-29T18:47:13.559" v="229" actId="1076"/>
          <ac:picMkLst>
            <pc:docMk/>
            <pc:sldMk cId="402932058" sldId="593"/>
            <ac:picMk id="10" creationId="{8C6E6FA5-08CD-891C-D506-944D21CD466D}"/>
          </ac:picMkLst>
        </pc:picChg>
      </pc:sldChg>
      <pc:sldChg chg="addSp modSp mod setBg setFolMasterObjs">
        <pc:chgData name="Alberto Ruiz" userId="47fa91d207cfb014" providerId="LiveId" clId="{18923CA4-2A1E-4285-81FF-2717E4C88808}" dt="2024-10-29T18:47:27.491" v="234" actId="26606"/>
        <pc:sldMkLst>
          <pc:docMk/>
          <pc:sldMk cId="2734045285" sldId="594"/>
        </pc:sldMkLst>
        <pc:spChg chg="mod">
          <ac:chgData name="Alberto Ruiz" userId="47fa91d207cfb014" providerId="LiveId" clId="{18923CA4-2A1E-4285-81FF-2717E4C88808}" dt="2024-10-29T18:47:27.491" v="234" actId="26606"/>
          <ac:spMkLst>
            <pc:docMk/>
            <pc:sldMk cId="2734045285" sldId="594"/>
            <ac:spMk id="2" creationId="{45B2B746-00B8-D99E-30D8-D88F7561F02E}"/>
          </ac:spMkLst>
        </pc:spChg>
        <pc:spChg chg="mod">
          <ac:chgData name="Alberto Ruiz" userId="47fa91d207cfb014" providerId="LiveId" clId="{18923CA4-2A1E-4285-81FF-2717E4C88808}" dt="2024-10-29T18:47:27.491" v="234" actId="26606"/>
          <ac:spMkLst>
            <pc:docMk/>
            <pc:sldMk cId="2734045285" sldId="594"/>
            <ac:spMk id="4" creationId="{488A7B65-F71F-3983-2CF2-A1506A59A011}"/>
          </ac:spMkLst>
        </pc:spChg>
        <pc:spChg chg="add">
          <ac:chgData name="Alberto Ruiz" userId="47fa91d207cfb014" providerId="LiveId" clId="{18923CA4-2A1E-4285-81FF-2717E4C88808}" dt="2024-10-29T18:47:27.491" v="234" actId="26606"/>
          <ac:spMkLst>
            <pc:docMk/>
            <pc:sldMk cId="2734045285" sldId="594"/>
            <ac:spMk id="10" creationId="{45D37F4E-DDB4-456B-97E0-9937730A039F}"/>
          </ac:spMkLst>
        </pc:spChg>
        <pc:spChg chg="add">
          <ac:chgData name="Alberto Ruiz" userId="47fa91d207cfb014" providerId="LiveId" clId="{18923CA4-2A1E-4285-81FF-2717E4C88808}" dt="2024-10-29T18:47:27.491" v="234" actId="26606"/>
          <ac:spMkLst>
            <pc:docMk/>
            <pc:sldMk cId="2734045285" sldId="594"/>
            <ac:spMk id="12" creationId="{B2DD41CD-8F47-4F56-AD12-4E2FF7696987}"/>
          </ac:spMkLst>
        </pc:spChg>
        <pc:picChg chg="mod">
          <ac:chgData name="Alberto Ruiz" userId="47fa91d207cfb014" providerId="LiveId" clId="{18923CA4-2A1E-4285-81FF-2717E4C88808}" dt="2024-10-29T18:47:27.491" v="234" actId="26606"/>
          <ac:picMkLst>
            <pc:docMk/>
            <pc:sldMk cId="2734045285" sldId="594"/>
            <ac:picMk id="5" creationId="{E8359D11-32C6-4650-B2E8-F444D2380473}"/>
          </ac:picMkLst>
        </pc:picChg>
      </pc:sldChg>
      <pc:sldChg chg="addSp delSp modSp mod setBg setFolMasterObjs">
        <pc:chgData name="Alberto Ruiz" userId="47fa91d207cfb014" providerId="LiveId" clId="{18923CA4-2A1E-4285-81FF-2717E4C88808}" dt="2024-10-29T18:47:38.976" v="244" actId="27636"/>
        <pc:sldMkLst>
          <pc:docMk/>
          <pc:sldMk cId="2580498415" sldId="595"/>
        </pc:sldMkLst>
        <pc:spChg chg="mod">
          <ac:chgData name="Alberto Ruiz" userId="47fa91d207cfb014" providerId="LiveId" clId="{18923CA4-2A1E-4285-81FF-2717E4C88808}" dt="2024-10-29T18:47:31.821" v="237" actId="26606"/>
          <ac:spMkLst>
            <pc:docMk/>
            <pc:sldMk cId="2580498415" sldId="595"/>
            <ac:spMk id="3" creationId="{208CAA56-F276-3455-8D3B-53CE4276C5DA}"/>
          </ac:spMkLst>
        </pc:spChg>
        <pc:spChg chg="mod">
          <ac:chgData name="Alberto Ruiz" userId="47fa91d207cfb014" providerId="LiveId" clId="{18923CA4-2A1E-4285-81FF-2717E4C88808}" dt="2024-10-29T18:47:38.976" v="244" actId="27636"/>
          <ac:spMkLst>
            <pc:docMk/>
            <pc:sldMk cId="2580498415" sldId="595"/>
            <ac:spMk id="5" creationId="{7A02C764-B757-A58C-28A8-2FA52488DD7B}"/>
          </ac:spMkLst>
        </pc:spChg>
        <pc:spChg chg="add del">
          <ac:chgData name="Alberto Ruiz" userId="47fa91d207cfb014" providerId="LiveId" clId="{18923CA4-2A1E-4285-81FF-2717E4C88808}" dt="2024-10-29T18:47:31.814" v="236" actId="26606"/>
          <ac:spMkLst>
            <pc:docMk/>
            <pc:sldMk cId="2580498415" sldId="595"/>
            <ac:spMk id="11" creationId="{45D37F4E-DDB4-456B-97E0-9937730A039F}"/>
          </ac:spMkLst>
        </pc:spChg>
        <pc:spChg chg="add del">
          <ac:chgData name="Alberto Ruiz" userId="47fa91d207cfb014" providerId="LiveId" clId="{18923CA4-2A1E-4285-81FF-2717E4C88808}" dt="2024-10-29T18:47:31.814" v="236" actId="26606"/>
          <ac:spMkLst>
            <pc:docMk/>
            <pc:sldMk cId="2580498415" sldId="595"/>
            <ac:spMk id="13" creationId="{B2DD41CD-8F47-4F56-AD12-4E2FF7696987}"/>
          </ac:spMkLst>
        </pc:spChg>
        <pc:spChg chg="add">
          <ac:chgData name="Alberto Ruiz" userId="47fa91d207cfb014" providerId="LiveId" clId="{18923CA4-2A1E-4285-81FF-2717E4C88808}" dt="2024-10-29T18:47:31.821" v="237" actId="26606"/>
          <ac:spMkLst>
            <pc:docMk/>
            <pc:sldMk cId="2580498415" sldId="595"/>
            <ac:spMk id="15" creationId="{BB48116A-278A-4CC5-89D3-9DE8E8FF1245}"/>
          </ac:spMkLst>
        </pc:spChg>
        <pc:spChg chg="add">
          <ac:chgData name="Alberto Ruiz" userId="47fa91d207cfb014" providerId="LiveId" clId="{18923CA4-2A1E-4285-81FF-2717E4C88808}" dt="2024-10-29T18:47:31.821" v="237" actId="26606"/>
          <ac:spMkLst>
            <pc:docMk/>
            <pc:sldMk cId="2580498415" sldId="595"/>
            <ac:spMk id="16" creationId="{DB304A14-32D0-4873-B914-423ED7B8DAFD}"/>
          </ac:spMkLst>
        </pc:spChg>
        <pc:spChg chg="add">
          <ac:chgData name="Alberto Ruiz" userId="47fa91d207cfb014" providerId="LiveId" clId="{18923CA4-2A1E-4285-81FF-2717E4C88808}" dt="2024-10-29T18:47:31.821" v="237" actId="26606"/>
          <ac:spMkLst>
            <pc:docMk/>
            <pc:sldMk cId="2580498415" sldId="595"/>
            <ac:spMk id="17" creationId="{1D460C86-854F-4FB3-ABC2-E823D8FEB9DB}"/>
          </ac:spMkLst>
        </pc:spChg>
        <pc:picChg chg="mod">
          <ac:chgData name="Alberto Ruiz" userId="47fa91d207cfb014" providerId="LiveId" clId="{18923CA4-2A1E-4285-81FF-2717E4C88808}" dt="2024-10-29T18:47:31.821" v="237" actId="26606"/>
          <ac:picMkLst>
            <pc:docMk/>
            <pc:sldMk cId="2580498415" sldId="595"/>
            <ac:picMk id="6" creationId="{A3C26C03-5128-F566-7D2D-AD42A6B209F1}"/>
          </ac:picMkLst>
        </pc:picChg>
      </pc:sldChg>
      <pc:sldChg chg="addSp modSp mod setBg setFolMasterObjs">
        <pc:chgData name="Alberto Ruiz" userId="47fa91d207cfb014" providerId="LiveId" clId="{18923CA4-2A1E-4285-81FF-2717E4C88808}" dt="2024-10-29T18:47:18.259" v="231" actId="26606"/>
        <pc:sldMkLst>
          <pc:docMk/>
          <pc:sldMk cId="2921019998" sldId="596"/>
        </pc:sldMkLst>
        <pc:spChg chg="mod">
          <ac:chgData name="Alberto Ruiz" userId="47fa91d207cfb014" providerId="LiveId" clId="{18923CA4-2A1E-4285-81FF-2717E4C88808}" dt="2024-10-29T18:47:18.259" v="231" actId="26606"/>
          <ac:spMkLst>
            <pc:docMk/>
            <pc:sldMk cId="2921019998" sldId="596"/>
            <ac:spMk id="2" creationId="{C4F7C8F6-2CA4-3311-16D2-82EB0001059C}"/>
          </ac:spMkLst>
        </pc:spChg>
        <pc:spChg chg="mod">
          <ac:chgData name="Alberto Ruiz" userId="47fa91d207cfb014" providerId="LiveId" clId="{18923CA4-2A1E-4285-81FF-2717E4C88808}" dt="2024-10-29T18:47:18.259" v="231" actId="26606"/>
          <ac:spMkLst>
            <pc:docMk/>
            <pc:sldMk cId="2921019998" sldId="596"/>
            <ac:spMk id="4" creationId="{E754A937-2122-E2CD-7A3F-3C03AF3C3BCD}"/>
          </ac:spMkLst>
        </pc:spChg>
        <pc:spChg chg="add">
          <ac:chgData name="Alberto Ruiz" userId="47fa91d207cfb014" providerId="LiveId" clId="{18923CA4-2A1E-4285-81FF-2717E4C88808}" dt="2024-10-29T18:47:18.259" v="231" actId="26606"/>
          <ac:spMkLst>
            <pc:docMk/>
            <pc:sldMk cId="2921019998" sldId="596"/>
            <ac:spMk id="10" creationId="{45D37F4E-DDB4-456B-97E0-9937730A039F}"/>
          </ac:spMkLst>
        </pc:spChg>
        <pc:spChg chg="add">
          <ac:chgData name="Alberto Ruiz" userId="47fa91d207cfb014" providerId="LiveId" clId="{18923CA4-2A1E-4285-81FF-2717E4C88808}" dt="2024-10-29T18:47:18.259" v="231" actId="26606"/>
          <ac:spMkLst>
            <pc:docMk/>
            <pc:sldMk cId="2921019998" sldId="596"/>
            <ac:spMk id="12" creationId="{B2DD41CD-8F47-4F56-AD12-4E2FF7696987}"/>
          </ac:spMkLst>
        </pc:spChg>
        <pc:picChg chg="mod">
          <ac:chgData name="Alberto Ruiz" userId="47fa91d207cfb014" providerId="LiveId" clId="{18923CA4-2A1E-4285-81FF-2717E4C88808}" dt="2024-10-29T18:47:18.259" v="231" actId="26606"/>
          <ac:picMkLst>
            <pc:docMk/>
            <pc:sldMk cId="2921019998" sldId="596"/>
            <ac:picMk id="5" creationId="{5549ABF3-0DC5-E074-2734-15454B3BC989}"/>
          </ac:picMkLst>
        </pc:picChg>
      </pc:sldChg>
      <pc:sldMasterChg chg="addSp modSldLayout">
        <pc:chgData name="Alberto Ruiz" userId="47fa91d207cfb014" providerId="LiveId" clId="{18923CA4-2A1E-4285-81FF-2717E4C88808}" dt="2024-10-29T18:36:37.426" v="59"/>
        <pc:sldMasterMkLst>
          <pc:docMk/>
          <pc:sldMasterMk cId="758938726" sldId="2147483688"/>
        </pc:sldMasterMkLst>
        <pc:picChg chg="add">
          <ac:chgData name="Alberto Ruiz" userId="47fa91d207cfb014" providerId="LiveId" clId="{18923CA4-2A1E-4285-81FF-2717E4C88808}" dt="2024-10-29T18:36:37.426" v="59"/>
          <ac:picMkLst>
            <pc:docMk/>
            <pc:sldMasterMk cId="758938726" sldId="2147483688"/>
            <ac:picMk id="7" creationId="{E7C0AA1B-40B3-0CDB-EE11-F83818EAEF90}"/>
          </ac:picMkLst>
        </pc:picChg>
        <pc:sldLayoutChg chg="modTransition">
          <pc:chgData name="Alberto Ruiz" userId="47fa91d207cfb014" providerId="LiveId" clId="{18923CA4-2A1E-4285-81FF-2717E4C88808}" dt="2024-10-29T18:36:37.426" v="59"/>
          <pc:sldLayoutMkLst>
            <pc:docMk/>
            <pc:sldMasterMk cId="758938726" sldId="2147483688"/>
            <pc:sldLayoutMk cId="0" sldId="2147483678"/>
          </pc:sldLayoutMkLst>
        </pc:sldLayoutChg>
        <pc:sldLayoutChg chg="modTransition">
          <pc:chgData name="Alberto Ruiz" userId="47fa91d207cfb014" providerId="LiveId" clId="{18923CA4-2A1E-4285-81FF-2717E4C88808}" dt="2024-10-29T18:36:37.426" v="59"/>
          <pc:sldLayoutMkLst>
            <pc:docMk/>
            <pc:sldMasterMk cId="758938726" sldId="2147483688"/>
            <pc:sldLayoutMk cId="0" sldId="2147483679"/>
          </pc:sldLayoutMkLst>
        </pc:sldLayoutChg>
        <pc:sldLayoutChg chg="modTransition">
          <pc:chgData name="Alberto Ruiz" userId="47fa91d207cfb014" providerId="LiveId" clId="{18923CA4-2A1E-4285-81FF-2717E4C88808}" dt="2024-10-29T18:36:37.426" v="59"/>
          <pc:sldLayoutMkLst>
            <pc:docMk/>
            <pc:sldMasterMk cId="758938726" sldId="2147483688"/>
            <pc:sldLayoutMk cId="0" sldId="2147483680"/>
          </pc:sldLayoutMkLst>
        </pc:sldLayoutChg>
        <pc:sldLayoutChg chg="modTransition">
          <pc:chgData name="Alberto Ruiz" userId="47fa91d207cfb014" providerId="LiveId" clId="{18923CA4-2A1E-4285-81FF-2717E4C88808}" dt="2024-10-29T18:36:37.426" v="59"/>
          <pc:sldLayoutMkLst>
            <pc:docMk/>
            <pc:sldMasterMk cId="758938726" sldId="2147483688"/>
            <pc:sldLayoutMk cId="0" sldId="2147483681"/>
          </pc:sldLayoutMkLst>
        </pc:sldLayoutChg>
        <pc:sldLayoutChg chg="modTransition">
          <pc:chgData name="Alberto Ruiz" userId="47fa91d207cfb014" providerId="LiveId" clId="{18923CA4-2A1E-4285-81FF-2717E4C88808}" dt="2024-10-29T18:36:37.426" v="59"/>
          <pc:sldLayoutMkLst>
            <pc:docMk/>
            <pc:sldMasterMk cId="758938726" sldId="2147483688"/>
            <pc:sldLayoutMk cId="0" sldId="2147483682"/>
          </pc:sldLayoutMkLst>
        </pc:sldLayoutChg>
      </pc:sldMasterChg>
      <pc:sldMasterChg chg="addSp modSldLayout">
        <pc:chgData name="Alberto Ruiz" userId="47fa91d207cfb014" providerId="LiveId" clId="{18923CA4-2A1E-4285-81FF-2717E4C88808}" dt="2024-10-29T18:35:46.441" v="55"/>
        <pc:sldMasterMkLst>
          <pc:docMk/>
          <pc:sldMasterMk cId="1454171346" sldId="2147483688"/>
        </pc:sldMasterMkLst>
        <pc:picChg chg="add">
          <ac:chgData name="Alberto Ruiz" userId="47fa91d207cfb014" providerId="LiveId" clId="{18923CA4-2A1E-4285-81FF-2717E4C88808}" dt="2024-10-29T18:35:25.916" v="4"/>
          <ac:picMkLst>
            <pc:docMk/>
            <pc:sldMasterMk cId="1454171346" sldId="2147483688"/>
            <ac:picMk id="9" creationId="{09A0E403-7500-55FB-5B82-58834F06A588}"/>
          </ac:picMkLst>
        </pc:picChg>
        <pc:sldLayoutChg chg="modTransition">
          <pc:chgData name="Alberto Ruiz" userId="47fa91d207cfb014" providerId="LiveId" clId="{18923CA4-2A1E-4285-81FF-2717E4C88808}" dt="2024-10-29T18:35:46.441" v="55"/>
          <pc:sldLayoutMkLst>
            <pc:docMk/>
            <pc:sldMasterMk cId="758938726" sldId="2147483688"/>
            <pc:sldLayoutMk cId="0" sldId="2147483678"/>
          </pc:sldLayoutMkLst>
        </pc:sldLayoutChg>
        <pc:sldLayoutChg chg="modTransition">
          <pc:chgData name="Alberto Ruiz" userId="47fa91d207cfb014" providerId="LiveId" clId="{18923CA4-2A1E-4285-81FF-2717E4C88808}" dt="2024-10-29T18:35:46.441" v="55"/>
          <pc:sldLayoutMkLst>
            <pc:docMk/>
            <pc:sldMasterMk cId="758938726" sldId="2147483688"/>
            <pc:sldLayoutMk cId="0" sldId="2147483679"/>
          </pc:sldLayoutMkLst>
        </pc:sldLayoutChg>
        <pc:sldLayoutChg chg="modTransition">
          <pc:chgData name="Alberto Ruiz" userId="47fa91d207cfb014" providerId="LiveId" clId="{18923CA4-2A1E-4285-81FF-2717E4C88808}" dt="2024-10-29T18:35:46.441" v="55"/>
          <pc:sldLayoutMkLst>
            <pc:docMk/>
            <pc:sldMasterMk cId="758938726" sldId="2147483688"/>
            <pc:sldLayoutMk cId="0" sldId="2147483680"/>
          </pc:sldLayoutMkLst>
        </pc:sldLayoutChg>
        <pc:sldLayoutChg chg="modTransition">
          <pc:chgData name="Alberto Ruiz" userId="47fa91d207cfb014" providerId="LiveId" clId="{18923CA4-2A1E-4285-81FF-2717E4C88808}" dt="2024-10-29T18:35:46.441" v="55"/>
          <pc:sldLayoutMkLst>
            <pc:docMk/>
            <pc:sldMasterMk cId="758938726" sldId="2147483688"/>
            <pc:sldLayoutMk cId="0" sldId="2147483681"/>
          </pc:sldLayoutMkLst>
        </pc:sldLayoutChg>
        <pc:sldLayoutChg chg="modTransition">
          <pc:chgData name="Alberto Ruiz" userId="47fa91d207cfb014" providerId="LiveId" clId="{18923CA4-2A1E-4285-81FF-2717E4C88808}" dt="2024-10-29T18:35:46.441" v="55"/>
          <pc:sldLayoutMkLst>
            <pc:docMk/>
            <pc:sldMasterMk cId="758938726" sldId="2147483688"/>
            <pc:sldLayoutMk cId="0" sldId="2147483682"/>
          </pc:sldLayoutMkLst>
        </pc:sldLayoutChg>
      </pc:sldMasterChg>
      <pc:sldMasterChg chg="addSp">
        <pc:chgData name="Alberto Ruiz" userId="47fa91d207cfb014" providerId="LiveId" clId="{18923CA4-2A1E-4285-81FF-2717E4C88808}" dt="2024-10-29T18:35:27.161" v="24"/>
        <pc:sldMasterMkLst>
          <pc:docMk/>
          <pc:sldMasterMk cId="555257620" sldId="2147483703"/>
        </pc:sldMasterMkLst>
        <pc:picChg chg="add">
          <ac:chgData name="Alberto Ruiz" userId="47fa91d207cfb014" providerId="LiveId" clId="{18923CA4-2A1E-4285-81FF-2717E4C88808}" dt="2024-10-29T18:35:27.161" v="24"/>
          <ac:picMkLst>
            <pc:docMk/>
            <pc:sldMasterMk cId="555257620" sldId="2147483703"/>
            <ac:picMk id="8" creationId="{DEDD9D69-E6F7-DEC1-D79B-8DC36406EF93}"/>
          </ac:picMkLst>
        </pc:picChg>
      </pc:sldMasterChg>
    </pc:docChg>
  </pc:docChgLst>
  <pc:docChgLst>
    <pc:chgData name="Alberto Ruiz" userId="47fa91d207cfb014" providerId="LiveId" clId="{A044C5BB-CE47-4891-9CF4-40B45B73A78A}"/>
    <pc:docChg chg="undo custSel delSld modSld">
      <pc:chgData name="Alberto Ruiz" userId="47fa91d207cfb014" providerId="LiveId" clId="{A044C5BB-CE47-4891-9CF4-40B45B73A78A}" dt="2024-11-16T07:41:29.295" v="162" actId="1076"/>
      <pc:docMkLst>
        <pc:docMk/>
      </pc:docMkLst>
      <pc:sldChg chg="del">
        <pc:chgData name="Alberto Ruiz" userId="47fa91d207cfb014" providerId="LiveId" clId="{A044C5BB-CE47-4891-9CF4-40B45B73A78A}" dt="2024-10-29T18:54:55.410" v="1" actId="47"/>
        <pc:sldMkLst>
          <pc:docMk/>
          <pc:sldMk cId="3956474913" sldId="263"/>
        </pc:sldMkLst>
      </pc:sldChg>
      <pc:sldChg chg="del">
        <pc:chgData name="Alberto Ruiz" userId="47fa91d207cfb014" providerId="LiveId" clId="{A044C5BB-CE47-4891-9CF4-40B45B73A78A}" dt="2024-10-29T18:54:59.212" v="8" actId="47"/>
        <pc:sldMkLst>
          <pc:docMk/>
          <pc:sldMk cId="0" sldId="307"/>
        </pc:sldMkLst>
      </pc:sldChg>
      <pc:sldChg chg="delSp modSp mod">
        <pc:chgData name="Alberto Ruiz" userId="47fa91d207cfb014" providerId="LiveId" clId="{A044C5BB-CE47-4891-9CF4-40B45B73A78A}" dt="2024-11-16T07:27:40.842" v="143" actId="122"/>
        <pc:sldMkLst>
          <pc:docMk/>
          <pc:sldMk cId="0" sldId="311"/>
        </pc:sldMkLst>
        <pc:spChg chg="mod">
          <ac:chgData name="Alberto Ruiz" userId="47fa91d207cfb014" providerId="LiveId" clId="{A044C5BB-CE47-4891-9CF4-40B45B73A78A}" dt="2024-11-16T07:27:40.842" v="143" actId="122"/>
          <ac:spMkLst>
            <pc:docMk/>
            <pc:sldMk cId="0" sldId="311"/>
            <ac:spMk id="6" creationId="{63A73509-34BC-4622-87DE-CEF4E5794B0A}"/>
          </ac:spMkLst>
        </pc:spChg>
        <pc:spChg chg="mod">
          <ac:chgData name="Alberto Ruiz" userId="47fa91d207cfb014" providerId="LiveId" clId="{A044C5BB-CE47-4891-9CF4-40B45B73A78A}" dt="2024-11-16T07:27:19.175" v="136" actId="108"/>
          <ac:spMkLst>
            <pc:docMk/>
            <pc:sldMk cId="0" sldId="311"/>
            <ac:spMk id="8" creationId="{7202368C-0CA7-41F1-9DA4-68BACF471A04}"/>
          </ac:spMkLst>
        </pc:spChg>
        <pc:spChg chg="del mod">
          <ac:chgData name="Alberto Ruiz" userId="47fa91d207cfb014" providerId="LiveId" clId="{A044C5BB-CE47-4891-9CF4-40B45B73A78A}" dt="2024-11-16T07:25:09.373" v="96"/>
          <ac:spMkLst>
            <pc:docMk/>
            <pc:sldMk cId="0" sldId="311"/>
            <ac:spMk id="9" creationId="{E7EE256C-8600-42DA-8E8B-77FDB7D1A7B2}"/>
          </ac:spMkLst>
        </pc:spChg>
        <pc:spChg chg="mod">
          <ac:chgData name="Alberto Ruiz" userId="47fa91d207cfb014" providerId="LiveId" clId="{A044C5BB-CE47-4891-9CF4-40B45B73A78A}" dt="2024-11-16T07:27:23.128" v="137" actId="108"/>
          <ac:spMkLst>
            <pc:docMk/>
            <pc:sldMk cId="0" sldId="311"/>
            <ac:spMk id="10" creationId="{0F3B3460-4D31-4411-8C7C-E86001F78643}"/>
          </ac:spMkLst>
        </pc:spChg>
        <pc:spChg chg="del mod">
          <ac:chgData name="Alberto Ruiz" userId="47fa91d207cfb014" providerId="LiveId" clId="{A044C5BB-CE47-4891-9CF4-40B45B73A78A}" dt="2024-11-16T07:25:09.375" v="98"/>
          <ac:spMkLst>
            <pc:docMk/>
            <pc:sldMk cId="0" sldId="311"/>
            <ac:spMk id="11" creationId="{C183610E-1F98-4251-B538-EFF72758D63E}"/>
          </ac:spMkLst>
        </pc:spChg>
        <pc:spChg chg="del mod">
          <ac:chgData name="Alberto Ruiz" userId="47fa91d207cfb014" providerId="LiveId" clId="{A044C5BB-CE47-4891-9CF4-40B45B73A78A}" dt="2024-11-16T07:25:46.241" v="109" actId="478"/>
          <ac:spMkLst>
            <pc:docMk/>
            <pc:sldMk cId="0" sldId="311"/>
            <ac:spMk id="13" creationId="{0C2A0CD6-4B7B-4D4A-87F9-D7918B84383B}"/>
          </ac:spMkLst>
        </pc:spChg>
        <pc:spChg chg="mod">
          <ac:chgData name="Alberto Ruiz" userId="47fa91d207cfb014" providerId="LiveId" clId="{A044C5BB-CE47-4891-9CF4-40B45B73A78A}" dt="2024-11-16T07:27:27.035" v="139" actId="27636"/>
          <ac:spMkLst>
            <pc:docMk/>
            <pc:sldMk cId="0" sldId="311"/>
            <ac:spMk id="163" creationId="{00000000-0000-0000-0000-000000000000}"/>
          </ac:spMkLst>
        </pc:spChg>
        <pc:picChg chg="del">
          <ac:chgData name="Alberto Ruiz" userId="47fa91d207cfb014" providerId="LiveId" clId="{A044C5BB-CE47-4891-9CF4-40B45B73A78A}" dt="2024-11-16T07:25:09.371" v="94" actId="478"/>
          <ac:picMkLst>
            <pc:docMk/>
            <pc:sldMk cId="0" sldId="311"/>
            <ac:picMk id="2" creationId="{2ACCCE53-AC37-0492-0371-77A07DE1372E}"/>
          </ac:picMkLst>
        </pc:picChg>
      </pc:sldChg>
      <pc:sldChg chg="del">
        <pc:chgData name="Alberto Ruiz" userId="47fa91d207cfb014" providerId="LiveId" clId="{A044C5BB-CE47-4891-9CF4-40B45B73A78A}" dt="2024-10-29T18:54:57.073" v="4" actId="47"/>
        <pc:sldMkLst>
          <pc:docMk/>
          <pc:sldMk cId="0" sldId="312"/>
        </pc:sldMkLst>
      </pc:sldChg>
      <pc:sldChg chg="del">
        <pc:chgData name="Alberto Ruiz" userId="47fa91d207cfb014" providerId="LiveId" clId="{A044C5BB-CE47-4891-9CF4-40B45B73A78A}" dt="2024-10-29T18:54:58.122" v="6" actId="47"/>
        <pc:sldMkLst>
          <pc:docMk/>
          <pc:sldMk cId="0" sldId="314"/>
        </pc:sldMkLst>
      </pc:sldChg>
      <pc:sldChg chg="del">
        <pc:chgData name="Alberto Ruiz" userId="47fa91d207cfb014" providerId="LiveId" clId="{A044C5BB-CE47-4891-9CF4-40B45B73A78A}" dt="2024-10-29T18:54:58.689" v="7" actId="47"/>
        <pc:sldMkLst>
          <pc:docMk/>
          <pc:sldMk cId="0" sldId="315"/>
        </pc:sldMkLst>
      </pc:sldChg>
      <pc:sldChg chg="del">
        <pc:chgData name="Alberto Ruiz" userId="47fa91d207cfb014" providerId="LiveId" clId="{A044C5BB-CE47-4891-9CF4-40B45B73A78A}" dt="2024-10-29T18:55:27.631" v="43" actId="47"/>
        <pc:sldMkLst>
          <pc:docMk/>
          <pc:sldMk cId="0" sldId="321"/>
        </pc:sldMkLst>
      </pc:sldChg>
      <pc:sldChg chg="modSp mod">
        <pc:chgData name="Alberto Ruiz" userId="47fa91d207cfb014" providerId="LiveId" clId="{A044C5BB-CE47-4891-9CF4-40B45B73A78A}" dt="2024-11-16T07:41:29.295" v="162" actId="1076"/>
        <pc:sldMkLst>
          <pc:docMk/>
          <pc:sldMk cId="0" sldId="323"/>
        </pc:sldMkLst>
        <pc:spChg chg="mod">
          <ac:chgData name="Alberto Ruiz" userId="47fa91d207cfb014" providerId="LiveId" clId="{A044C5BB-CE47-4891-9CF4-40B45B73A78A}" dt="2024-11-16T07:41:29.295" v="162" actId="1076"/>
          <ac:spMkLst>
            <pc:docMk/>
            <pc:sldMk cId="0" sldId="323"/>
            <ac:spMk id="4" creationId="{10174CCE-AFDA-7365-4C76-C6567F565A46}"/>
          </ac:spMkLst>
        </pc:spChg>
      </pc:sldChg>
      <pc:sldChg chg="del">
        <pc:chgData name="Alberto Ruiz" userId="47fa91d207cfb014" providerId="LiveId" clId="{A044C5BB-CE47-4891-9CF4-40B45B73A78A}" dt="2024-10-29T18:55:24.113" v="37" actId="47"/>
        <pc:sldMkLst>
          <pc:docMk/>
          <pc:sldMk cId="0" sldId="326"/>
        </pc:sldMkLst>
      </pc:sldChg>
      <pc:sldChg chg="del">
        <pc:chgData name="Alberto Ruiz" userId="47fa91d207cfb014" providerId="LiveId" clId="{A044C5BB-CE47-4891-9CF4-40B45B73A78A}" dt="2024-10-29T18:55:23.580" v="36" actId="47"/>
        <pc:sldMkLst>
          <pc:docMk/>
          <pc:sldMk cId="0" sldId="327"/>
        </pc:sldMkLst>
      </pc:sldChg>
      <pc:sldChg chg="modSp mod">
        <pc:chgData name="Alberto Ruiz" userId="47fa91d207cfb014" providerId="LiveId" clId="{A044C5BB-CE47-4891-9CF4-40B45B73A78A}" dt="2024-11-16T07:29:04.712" v="146" actId="1076"/>
        <pc:sldMkLst>
          <pc:docMk/>
          <pc:sldMk cId="2493786939" sldId="329"/>
        </pc:sldMkLst>
        <pc:spChg chg="mod">
          <ac:chgData name="Alberto Ruiz" userId="47fa91d207cfb014" providerId="LiveId" clId="{A044C5BB-CE47-4891-9CF4-40B45B73A78A}" dt="2024-11-16T07:28:59.129" v="145" actId="13822"/>
          <ac:spMkLst>
            <pc:docMk/>
            <pc:sldMk cId="2493786939" sldId="329"/>
            <ac:spMk id="8" creationId="{166F7F39-9167-1C53-7042-3F00EF00A6F4}"/>
          </ac:spMkLst>
        </pc:spChg>
        <pc:spChg chg="mod">
          <ac:chgData name="Alberto Ruiz" userId="47fa91d207cfb014" providerId="LiveId" clId="{A044C5BB-CE47-4891-9CF4-40B45B73A78A}" dt="2024-11-16T07:28:54.882" v="144" actId="13822"/>
          <ac:spMkLst>
            <pc:docMk/>
            <pc:sldMk cId="2493786939" sldId="329"/>
            <ac:spMk id="349" creationId="{00000000-0000-0000-0000-000000000000}"/>
          </ac:spMkLst>
        </pc:spChg>
        <pc:spChg chg="mod">
          <ac:chgData name="Alberto Ruiz" userId="47fa91d207cfb014" providerId="LiveId" clId="{A044C5BB-CE47-4891-9CF4-40B45B73A78A}" dt="2024-11-16T07:28:54.882" v="144" actId="13822"/>
          <ac:spMkLst>
            <pc:docMk/>
            <pc:sldMk cId="2493786939" sldId="329"/>
            <ac:spMk id="351" creationId="{00000000-0000-0000-0000-000000000000}"/>
          </ac:spMkLst>
        </pc:spChg>
        <pc:spChg chg="mod">
          <ac:chgData name="Alberto Ruiz" userId="47fa91d207cfb014" providerId="LiveId" clId="{A044C5BB-CE47-4891-9CF4-40B45B73A78A}" dt="2024-11-16T07:28:54.882" v="144" actId="13822"/>
          <ac:spMkLst>
            <pc:docMk/>
            <pc:sldMk cId="2493786939" sldId="329"/>
            <ac:spMk id="353" creationId="{00000000-0000-0000-0000-000000000000}"/>
          </ac:spMkLst>
        </pc:spChg>
        <pc:spChg chg="mod">
          <ac:chgData name="Alberto Ruiz" userId="47fa91d207cfb014" providerId="LiveId" clId="{A044C5BB-CE47-4891-9CF4-40B45B73A78A}" dt="2024-11-16T07:28:54.882" v="144" actId="13822"/>
          <ac:spMkLst>
            <pc:docMk/>
            <pc:sldMk cId="2493786939" sldId="329"/>
            <ac:spMk id="355" creationId="{00000000-0000-0000-0000-000000000000}"/>
          </ac:spMkLst>
        </pc:spChg>
        <pc:spChg chg="mod">
          <ac:chgData name="Alberto Ruiz" userId="47fa91d207cfb014" providerId="LiveId" clId="{A044C5BB-CE47-4891-9CF4-40B45B73A78A}" dt="2024-11-16T07:28:54.882" v="144" actId="13822"/>
          <ac:spMkLst>
            <pc:docMk/>
            <pc:sldMk cId="2493786939" sldId="329"/>
            <ac:spMk id="357" creationId="{00000000-0000-0000-0000-000000000000}"/>
          </ac:spMkLst>
        </pc:spChg>
        <pc:grpChg chg="mod">
          <ac:chgData name="Alberto Ruiz" userId="47fa91d207cfb014" providerId="LiveId" clId="{A044C5BB-CE47-4891-9CF4-40B45B73A78A}" dt="2024-11-16T07:29:04.712" v="146" actId="1076"/>
          <ac:grpSpMkLst>
            <pc:docMk/>
            <pc:sldMk cId="2493786939" sldId="329"/>
            <ac:grpSpMk id="347" creationId="{00000000-0000-0000-0000-000000000000}"/>
          </ac:grpSpMkLst>
        </pc:grpChg>
      </pc:sldChg>
      <pc:sldChg chg="modSp mod">
        <pc:chgData name="Alberto Ruiz" userId="47fa91d207cfb014" providerId="LiveId" clId="{A044C5BB-CE47-4891-9CF4-40B45B73A78A}" dt="2024-11-16T07:33:13.334" v="154" actId="1076"/>
        <pc:sldMkLst>
          <pc:docMk/>
          <pc:sldMk cId="2411018337" sldId="336"/>
        </pc:sldMkLst>
        <pc:spChg chg="mod">
          <ac:chgData name="Alberto Ruiz" userId="47fa91d207cfb014" providerId="LiveId" clId="{A044C5BB-CE47-4891-9CF4-40B45B73A78A}" dt="2024-11-16T07:32:42.632" v="147" actId="207"/>
          <ac:spMkLst>
            <pc:docMk/>
            <pc:sldMk cId="2411018337" sldId="336"/>
            <ac:spMk id="12" creationId="{E6A852E5-2060-428A-A24A-4EFEDE1F95A9}"/>
          </ac:spMkLst>
        </pc:spChg>
        <pc:spChg chg="mod">
          <ac:chgData name="Alberto Ruiz" userId="47fa91d207cfb014" providerId="LiveId" clId="{A044C5BB-CE47-4891-9CF4-40B45B73A78A}" dt="2024-11-16T07:32:56.426" v="151" actId="207"/>
          <ac:spMkLst>
            <pc:docMk/>
            <pc:sldMk cId="2411018337" sldId="336"/>
            <ac:spMk id="14" creationId="{429E49CC-84BB-4CB2-A5B3-9FFEC947D497}"/>
          </ac:spMkLst>
        </pc:spChg>
        <pc:spChg chg="mod">
          <ac:chgData name="Alberto Ruiz" userId="47fa91d207cfb014" providerId="LiveId" clId="{A044C5BB-CE47-4891-9CF4-40B45B73A78A}" dt="2024-11-16T07:33:08.064" v="153" actId="1076"/>
          <ac:spMkLst>
            <pc:docMk/>
            <pc:sldMk cId="2411018337" sldId="336"/>
            <ac:spMk id="15" creationId="{0593CE35-163A-411A-B13F-36ED081D066F}"/>
          </ac:spMkLst>
        </pc:spChg>
        <pc:spChg chg="mod">
          <ac:chgData name="Alberto Ruiz" userId="47fa91d207cfb014" providerId="LiveId" clId="{A044C5BB-CE47-4891-9CF4-40B45B73A78A}" dt="2024-11-16T07:32:47.472" v="148" actId="207"/>
          <ac:spMkLst>
            <pc:docMk/>
            <pc:sldMk cId="2411018337" sldId="336"/>
            <ac:spMk id="16" creationId="{B69EFE95-717D-4882-8555-3DDE39643722}"/>
          </ac:spMkLst>
        </pc:spChg>
        <pc:spChg chg="mod">
          <ac:chgData name="Alberto Ruiz" userId="47fa91d207cfb014" providerId="LiveId" clId="{A044C5BB-CE47-4891-9CF4-40B45B73A78A}" dt="2024-11-16T07:32:50.513" v="149" actId="207"/>
          <ac:spMkLst>
            <pc:docMk/>
            <pc:sldMk cId="2411018337" sldId="336"/>
            <ac:spMk id="18" creationId="{8E55A88C-529B-4308-8EDC-9BE8D1F32B04}"/>
          </ac:spMkLst>
        </pc:spChg>
        <pc:spChg chg="mod">
          <ac:chgData name="Alberto Ruiz" userId="47fa91d207cfb014" providerId="LiveId" clId="{A044C5BB-CE47-4891-9CF4-40B45B73A78A}" dt="2024-11-16T07:33:04.488" v="152" actId="207"/>
          <ac:spMkLst>
            <pc:docMk/>
            <pc:sldMk cId="2411018337" sldId="336"/>
            <ac:spMk id="19" creationId="{AFD8A4DA-EF73-48BC-B700-E67E80E96588}"/>
          </ac:spMkLst>
        </pc:spChg>
        <pc:picChg chg="mod">
          <ac:chgData name="Alberto Ruiz" userId="47fa91d207cfb014" providerId="LiveId" clId="{A044C5BB-CE47-4891-9CF4-40B45B73A78A}" dt="2024-11-16T07:33:13.334" v="154" actId="1076"/>
          <ac:picMkLst>
            <pc:docMk/>
            <pc:sldMk cId="2411018337" sldId="336"/>
            <ac:picMk id="6" creationId="{2D9DB711-66B8-D009-23DC-29EC34681489}"/>
          </ac:picMkLst>
        </pc:picChg>
      </pc:sldChg>
      <pc:sldChg chg="modSp mod">
        <pc:chgData name="Alberto Ruiz" userId="47fa91d207cfb014" providerId="LiveId" clId="{A044C5BB-CE47-4891-9CF4-40B45B73A78A}" dt="2024-11-16T07:34:39.881" v="161" actId="1076"/>
        <pc:sldMkLst>
          <pc:docMk/>
          <pc:sldMk cId="2840731365" sldId="339"/>
        </pc:sldMkLst>
        <pc:spChg chg="mod">
          <ac:chgData name="Alberto Ruiz" userId="47fa91d207cfb014" providerId="LiveId" clId="{A044C5BB-CE47-4891-9CF4-40B45B73A78A}" dt="2024-11-16T07:34:31.647" v="159" actId="207"/>
          <ac:spMkLst>
            <pc:docMk/>
            <pc:sldMk cId="2840731365" sldId="339"/>
            <ac:spMk id="8" creationId="{782C8EB1-8492-46F8-8E61-1085CDE1D645}"/>
          </ac:spMkLst>
        </pc:spChg>
        <pc:spChg chg="mod">
          <ac:chgData name="Alberto Ruiz" userId="47fa91d207cfb014" providerId="LiveId" clId="{A044C5BB-CE47-4891-9CF4-40B45B73A78A}" dt="2024-11-16T07:34:01.413" v="155" actId="207"/>
          <ac:spMkLst>
            <pc:docMk/>
            <pc:sldMk cId="2840731365" sldId="339"/>
            <ac:spMk id="12" creationId="{B52CCEC5-697F-49E6-8F07-69A024191439}"/>
          </ac:spMkLst>
        </pc:spChg>
        <pc:spChg chg="mod">
          <ac:chgData name="Alberto Ruiz" userId="47fa91d207cfb014" providerId="LiveId" clId="{A044C5BB-CE47-4891-9CF4-40B45B73A78A}" dt="2024-11-16T07:34:05.276" v="156" actId="207"/>
          <ac:spMkLst>
            <pc:docMk/>
            <pc:sldMk cId="2840731365" sldId="339"/>
            <ac:spMk id="14" creationId="{2EE0DC77-A26C-4984-B788-88B6D4B8B3FA}"/>
          </ac:spMkLst>
        </pc:spChg>
        <pc:spChg chg="mod">
          <ac:chgData name="Alberto Ruiz" userId="47fa91d207cfb014" providerId="LiveId" clId="{A044C5BB-CE47-4891-9CF4-40B45B73A78A}" dt="2024-11-16T07:34:31.647" v="159" actId="207"/>
          <ac:spMkLst>
            <pc:docMk/>
            <pc:sldMk cId="2840731365" sldId="339"/>
            <ac:spMk id="16" creationId="{A8EE4654-A730-4769-924E-E2C9BB1E2321}"/>
          </ac:spMkLst>
        </pc:spChg>
        <pc:spChg chg="mod">
          <ac:chgData name="Alberto Ruiz" userId="47fa91d207cfb014" providerId="LiveId" clId="{A044C5BB-CE47-4891-9CF4-40B45B73A78A}" dt="2024-11-16T07:34:09.311" v="157" actId="207"/>
          <ac:spMkLst>
            <pc:docMk/>
            <pc:sldMk cId="2840731365" sldId="339"/>
            <ac:spMk id="17" creationId="{38E4CC3C-D5FF-4237-8D15-2D234FFF868C}"/>
          </ac:spMkLst>
        </pc:spChg>
        <pc:spChg chg="mod">
          <ac:chgData name="Alberto Ruiz" userId="47fa91d207cfb014" providerId="LiveId" clId="{A044C5BB-CE47-4891-9CF4-40B45B73A78A}" dt="2024-11-16T07:34:31.647" v="159" actId="207"/>
          <ac:spMkLst>
            <pc:docMk/>
            <pc:sldMk cId="2840731365" sldId="339"/>
            <ac:spMk id="18" creationId="{CD8177B5-1FE0-46D0-BB2F-03A5A789BE6D}"/>
          </ac:spMkLst>
        </pc:spChg>
        <pc:spChg chg="mod">
          <ac:chgData name="Alberto Ruiz" userId="47fa91d207cfb014" providerId="LiveId" clId="{A044C5BB-CE47-4891-9CF4-40B45B73A78A}" dt="2024-11-16T07:34:31.647" v="159" actId="207"/>
          <ac:spMkLst>
            <pc:docMk/>
            <pc:sldMk cId="2840731365" sldId="339"/>
            <ac:spMk id="20" creationId="{230DAD71-84F3-4F80-9632-7A441C4BD6AD}"/>
          </ac:spMkLst>
        </pc:spChg>
        <pc:spChg chg="mod">
          <ac:chgData name="Alberto Ruiz" userId="47fa91d207cfb014" providerId="LiveId" clId="{A044C5BB-CE47-4891-9CF4-40B45B73A78A}" dt="2024-11-16T07:34:16.789" v="158" actId="207"/>
          <ac:spMkLst>
            <pc:docMk/>
            <pc:sldMk cId="2840731365" sldId="339"/>
            <ac:spMk id="22" creationId="{263A7A8F-7C93-4AFF-B006-CFD25A404E46}"/>
          </ac:spMkLst>
        </pc:spChg>
        <pc:spChg chg="mod">
          <ac:chgData name="Alberto Ruiz" userId="47fa91d207cfb014" providerId="LiveId" clId="{A044C5BB-CE47-4891-9CF4-40B45B73A78A}" dt="2024-11-16T07:34:31.647" v="159" actId="207"/>
          <ac:spMkLst>
            <pc:docMk/>
            <pc:sldMk cId="2840731365" sldId="339"/>
            <ac:spMk id="443" creationId="{00000000-0000-0000-0000-000000000000}"/>
          </ac:spMkLst>
        </pc:spChg>
        <pc:picChg chg="mod">
          <ac:chgData name="Alberto Ruiz" userId="47fa91d207cfb014" providerId="LiveId" clId="{A044C5BB-CE47-4891-9CF4-40B45B73A78A}" dt="2024-11-16T07:34:39.881" v="161" actId="1076"/>
          <ac:picMkLst>
            <pc:docMk/>
            <pc:sldMk cId="2840731365" sldId="339"/>
            <ac:picMk id="15" creationId="{12DBEE61-3967-3B8F-DF79-E3451F4B3284}"/>
          </ac:picMkLst>
        </pc:picChg>
      </pc:sldChg>
      <pc:sldChg chg="del">
        <pc:chgData name="Alberto Ruiz" userId="47fa91d207cfb014" providerId="LiveId" clId="{A044C5BB-CE47-4891-9CF4-40B45B73A78A}" dt="2024-10-29T18:55:23.043" v="35" actId="47"/>
        <pc:sldMkLst>
          <pc:docMk/>
          <pc:sldMk cId="0" sldId="383"/>
        </pc:sldMkLst>
      </pc:sldChg>
      <pc:sldChg chg="del">
        <pc:chgData name="Alberto Ruiz" userId="47fa91d207cfb014" providerId="LiveId" clId="{A044C5BB-CE47-4891-9CF4-40B45B73A78A}" dt="2024-10-29T18:54:56.530" v="3" actId="47"/>
        <pc:sldMkLst>
          <pc:docMk/>
          <pc:sldMk cId="3028706013" sldId="438"/>
        </pc:sldMkLst>
      </pc:sldChg>
      <pc:sldChg chg="del">
        <pc:chgData name="Alberto Ruiz" userId="47fa91d207cfb014" providerId="LiveId" clId="{A044C5BB-CE47-4891-9CF4-40B45B73A78A}" dt="2024-10-29T18:55:26.540" v="41" actId="47"/>
        <pc:sldMkLst>
          <pc:docMk/>
          <pc:sldMk cId="1335672613" sldId="452"/>
        </pc:sldMkLst>
      </pc:sldChg>
      <pc:sldChg chg="del">
        <pc:chgData name="Alberto Ruiz" userId="47fa91d207cfb014" providerId="LiveId" clId="{A044C5BB-CE47-4891-9CF4-40B45B73A78A}" dt="2024-10-29T18:55:26.001" v="40" actId="47"/>
        <pc:sldMkLst>
          <pc:docMk/>
          <pc:sldMk cId="3146894615" sldId="453"/>
        </pc:sldMkLst>
      </pc:sldChg>
      <pc:sldChg chg="del">
        <pc:chgData name="Alberto Ruiz" userId="47fa91d207cfb014" providerId="LiveId" clId="{A044C5BB-CE47-4891-9CF4-40B45B73A78A}" dt="2024-10-29T18:54:56.010" v="2" actId="47"/>
        <pc:sldMkLst>
          <pc:docMk/>
          <pc:sldMk cId="1756750174" sldId="538"/>
        </pc:sldMkLst>
      </pc:sldChg>
      <pc:sldChg chg="del">
        <pc:chgData name="Alberto Ruiz" userId="47fa91d207cfb014" providerId="LiveId" clId="{A044C5BB-CE47-4891-9CF4-40B45B73A78A}" dt="2024-10-29T18:55:02.826" v="15" actId="47"/>
        <pc:sldMkLst>
          <pc:docMk/>
          <pc:sldMk cId="1928980248" sldId="540"/>
        </pc:sldMkLst>
      </pc:sldChg>
      <pc:sldChg chg="del">
        <pc:chgData name="Alberto Ruiz" userId="47fa91d207cfb014" providerId="LiveId" clId="{A044C5BB-CE47-4891-9CF4-40B45B73A78A}" dt="2024-10-29T18:55:03.323" v="16" actId="47"/>
        <pc:sldMkLst>
          <pc:docMk/>
          <pc:sldMk cId="2480757181" sldId="542"/>
        </pc:sldMkLst>
      </pc:sldChg>
      <pc:sldChg chg="del">
        <pc:chgData name="Alberto Ruiz" userId="47fa91d207cfb014" providerId="LiveId" clId="{A044C5BB-CE47-4891-9CF4-40B45B73A78A}" dt="2024-10-29T18:55:04.195" v="17" actId="47"/>
        <pc:sldMkLst>
          <pc:docMk/>
          <pc:sldMk cId="2554448059" sldId="545"/>
        </pc:sldMkLst>
      </pc:sldChg>
      <pc:sldChg chg="modSp mod">
        <pc:chgData name="Alberto Ruiz" userId="47fa91d207cfb014" providerId="LiveId" clId="{A044C5BB-CE47-4891-9CF4-40B45B73A78A}" dt="2024-11-16T07:22:43.143" v="71" actId="14100"/>
        <pc:sldMkLst>
          <pc:docMk/>
          <pc:sldMk cId="0" sldId="546"/>
        </pc:sldMkLst>
        <pc:spChg chg="mod">
          <ac:chgData name="Alberto Ruiz" userId="47fa91d207cfb014" providerId="LiveId" clId="{A044C5BB-CE47-4891-9CF4-40B45B73A78A}" dt="2024-11-16T07:22:01.695" v="61" actId="1076"/>
          <ac:spMkLst>
            <pc:docMk/>
            <pc:sldMk cId="0" sldId="546"/>
            <ac:spMk id="2" creationId="{6C168FCD-FDFA-4AFA-A1F4-ACA130BF4537}"/>
          </ac:spMkLst>
        </pc:spChg>
        <pc:spChg chg="mod">
          <ac:chgData name="Alberto Ruiz" userId="47fa91d207cfb014" providerId="LiveId" clId="{A044C5BB-CE47-4891-9CF4-40B45B73A78A}" dt="2024-11-16T07:21:11.586" v="47" actId="207"/>
          <ac:spMkLst>
            <pc:docMk/>
            <pc:sldMk cId="0" sldId="546"/>
            <ac:spMk id="3" creationId="{2D7205AC-7226-4761-ADA1-0B14D72F0931}"/>
          </ac:spMkLst>
        </pc:spChg>
        <pc:spChg chg="mod">
          <ac:chgData name="Alberto Ruiz" userId="47fa91d207cfb014" providerId="LiveId" clId="{A044C5BB-CE47-4891-9CF4-40B45B73A78A}" dt="2024-11-16T07:21:33.992" v="54" actId="1076"/>
          <ac:spMkLst>
            <pc:docMk/>
            <pc:sldMk cId="0" sldId="546"/>
            <ac:spMk id="4" creationId="{7A188C6D-B07E-F08B-6515-190D873C1D30}"/>
          </ac:spMkLst>
        </pc:spChg>
        <pc:spChg chg="mod">
          <ac:chgData name="Alberto Ruiz" userId="47fa91d207cfb014" providerId="LiveId" clId="{A044C5BB-CE47-4891-9CF4-40B45B73A78A}" dt="2024-11-16T07:22:15.328" v="64" actId="1076"/>
          <ac:spMkLst>
            <pc:docMk/>
            <pc:sldMk cId="0" sldId="546"/>
            <ac:spMk id="5" creationId="{1FEBA453-1961-8701-7E5B-909CF8D826A9}"/>
          </ac:spMkLst>
        </pc:spChg>
        <pc:spChg chg="mod">
          <ac:chgData name="Alberto Ruiz" userId="47fa91d207cfb014" providerId="LiveId" clId="{A044C5BB-CE47-4891-9CF4-40B45B73A78A}" dt="2024-11-16T07:22:29.815" v="67" actId="1076"/>
          <ac:spMkLst>
            <pc:docMk/>
            <pc:sldMk cId="0" sldId="546"/>
            <ac:spMk id="6" creationId="{BAB7D775-5642-D2E4-5008-312A479ED774}"/>
          </ac:spMkLst>
        </pc:spChg>
        <pc:spChg chg="mod">
          <ac:chgData name="Alberto Ruiz" userId="47fa91d207cfb014" providerId="LiveId" clId="{A044C5BB-CE47-4891-9CF4-40B45B73A78A}" dt="2024-11-16T07:21:52.880" v="59" actId="14100"/>
          <ac:spMkLst>
            <pc:docMk/>
            <pc:sldMk cId="0" sldId="546"/>
            <ac:spMk id="7" creationId="{40CD3B38-32F7-4DD3-B951-D269896B0CDF}"/>
          </ac:spMkLst>
        </pc:spChg>
        <pc:spChg chg="mod">
          <ac:chgData name="Alberto Ruiz" userId="47fa91d207cfb014" providerId="LiveId" clId="{A044C5BB-CE47-4891-9CF4-40B45B73A78A}" dt="2024-11-16T07:21:38.992" v="55" actId="1076"/>
          <ac:spMkLst>
            <pc:docMk/>
            <pc:sldMk cId="0" sldId="546"/>
            <ac:spMk id="8" creationId="{D3EDA24F-BCB8-4903-A447-7F61A7FDED02}"/>
          </ac:spMkLst>
        </pc:spChg>
        <pc:spChg chg="mod">
          <ac:chgData name="Alberto Ruiz" userId="47fa91d207cfb014" providerId="LiveId" clId="{A044C5BB-CE47-4891-9CF4-40B45B73A78A}" dt="2024-11-16T07:22:27.432" v="66" actId="1076"/>
          <ac:spMkLst>
            <pc:docMk/>
            <pc:sldMk cId="0" sldId="546"/>
            <ac:spMk id="9" creationId="{6260E80F-1184-4D65-BC83-7E371F01FEDF}"/>
          </ac:spMkLst>
        </pc:spChg>
        <pc:spChg chg="mod">
          <ac:chgData name="Alberto Ruiz" userId="47fa91d207cfb014" providerId="LiveId" clId="{A044C5BB-CE47-4891-9CF4-40B45B73A78A}" dt="2024-11-16T07:22:40.248" v="70" actId="14100"/>
          <ac:spMkLst>
            <pc:docMk/>
            <pc:sldMk cId="0" sldId="546"/>
            <ac:spMk id="13" creationId="{49B14A5C-E120-42D2-96FF-12BD1A0B5709}"/>
          </ac:spMkLst>
        </pc:spChg>
        <pc:spChg chg="mod">
          <ac:chgData name="Alberto Ruiz" userId="47fa91d207cfb014" providerId="LiveId" clId="{A044C5BB-CE47-4891-9CF4-40B45B73A78A}" dt="2024-11-16T07:22:43.143" v="71" actId="14100"/>
          <ac:spMkLst>
            <pc:docMk/>
            <pc:sldMk cId="0" sldId="546"/>
            <ac:spMk id="15" creationId="{79CA1302-9380-4053-9519-89BD499ED995}"/>
          </ac:spMkLst>
        </pc:spChg>
        <pc:spChg chg="mod">
          <ac:chgData name="Alberto Ruiz" userId="47fa91d207cfb014" providerId="LiveId" clId="{A044C5BB-CE47-4891-9CF4-40B45B73A78A}" dt="2024-11-16T07:20:58.023" v="46" actId="27636"/>
          <ac:spMkLst>
            <pc:docMk/>
            <pc:sldMk cId="0" sldId="546"/>
            <ac:spMk id="140" creationId="{00000000-0000-0000-0000-000000000000}"/>
          </ac:spMkLst>
        </pc:spChg>
        <pc:spChg chg="mod">
          <ac:chgData name="Alberto Ruiz" userId="47fa91d207cfb014" providerId="LiveId" clId="{A044C5BB-CE47-4891-9CF4-40B45B73A78A}" dt="2024-11-16T07:22:37.415" v="69" actId="14100"/>
          <ac:spMkLst>
            <pc:docMk/>
            <pc:sldMk cId="0" sldId="546"/>
            <ac:spMk id="141" creationId="{00000000-0000-0000-0000-000000000000}"/>
          </ac:spMkLst>
        </pc:spChg>
        <pc:spChg chg="mod">
          <ac:chgData name="Alberto Ruiz" userId="47fa91d207cfb014" providerId="LiveId" clId="{A044C5BB-CE47-4891-9CF4-40B45B73A78A}" dt="2024-11-16T07:21:54.800" v="60" actId="14100"/>
          <ac:spMkLst>
            <pc:docMk/>
            <pc:sldMk cId="0" sldId="546"/>
            <ac:spMk id="142" creationId="{00000000-0000-0000-0000-000000000000}"/>
          </ac:spMkLst>
        </pc:spChg>
        <pc:picChg chg="mod">
          <ac:chgData name="Alberto Ruiz" userId="47fa91d207cfb014" providerId="LiveId" clId="{A044C5BB-CE47-4891-9CF4-40B45B73A78A}" dt="2024-11-16T07:21:23.329" v="51" actId="1076"/>
          <ac:picMkLst>
            <pc:docMk/>
            <pc:sldMk cId="0" sldId="546"/>
            <ac:picMk id="10" creationId="{AB914536-5FF8-4F41-8688-05C3D2B39CFB}"/>
          </ac:picMkLst>
        </pc:picChg>
      </pc:sldChg>
      <pc:sldChg chg="del">
        <pc:chgData name="Alberto Ruiz" userId="47fa91d207cfb014" providerId="LiveId" clId="{A044C5BB-CE47-4891-9CF4-40B45B73A78A}" dt="2024-10-29T18:55:24.899" v="38" actId="47"/>
        <pc:sldMkLst>
          <pc:docMk/>
          <pc:sldMk cId="3281515691" sldId="548"/>
        </pc:sldMkLst>
      </pc:sldChg>
      <pc:sldChg chg="del">
        <pc:chgData name="Alberto Ruiz" userId="47fa91d207cfb014" providerId="LiveId" clId="{A044C5BB-CE47-4891-9CF4-40B45B73A78A}" dt="2024-10-29T18:55:22.516" v="34" actId="47"/>
        <pc:sldMkLst>
          <pc:docMk/>
          <pc:sldMk cId="1775215732" sldId="549"/>
        </pc:sldMkLst>
      </pc:sldChg>
      <pc:sldChg chg="del">
        <pc:chgData name="Alberto Ruiz" userId="47fa91d207cfb014" providerId="LiveId" clId="{A044C5BB-CE47-4891-9CF4-40B45B73A78A}" dt="2024-10-29T18:55:18.587" v="28" actId="47"/>
        <pc:sldMkLst>
          <pc:docMk/>
          <pc:sldMk cId="2484519897" sldId="552"/>
        </pc:sldMkLst>
      </pc:sldChg>
      <pc:sldChg chg="del">
        <pc:chgData name="Alberto Ruiz" userId="47fa91d207cfb014" providerId="LiveId" clId="{A044C5BB-CE47-4891-9CF4-40B45B73A78A}" dt="2024-10-29T18:55:18.027" v="27" actId="47"/>
        <pc:sldMkLst>
          <pc:docMk/>
          <pc:sldMk cId="2035228697" sldId="553"/>
        </pc:sldMkLst>
      </pc:sldChg>
      <pc:sldChg chg="del">
        <pc:chgData name="Alberto Ruiz" userId="47fa91d207cfb014" providerId="LiveId" clId="{A044C5BB-CE47-4891-9CF4-40B45B73A78A}" dt="2024-10-29T18:55:17.450" v="26" actId="47"/>
        <pc:sldMkLst>
          <pc:docMk/>
          <pc:sldMk cId="949881224" sldId="554"/>
        </pc:sldMkLst>
      </pc:sldChg>
      <pc:sldChg chg="del">
        <pc:chgData name="Alberto Ruiz" userId="47fa91d207cfb014" providerId="LiveId" clId="{A044C5BB-CE47-4891-9CF4-40B45B73A78A}" dt="2024-10-29T18:55:16.866" v="25" actId="47"/>
        <pc:sldMkLst>
          <pc:docMk/>
          <pc:sldMk cId="2845295628" sldId="556"/>
        </pc:sldMkLst>
      </pc:sldChg>
      <pc:sldChg chg="del">
        <pc:chgData name="Alberto Ruiz" userId="47fa91d207cfb014" providerId="LiveId" clId="{A044C5BB-CE47-4891-9CF4-40B45B73A78A}" dt="2024-10-29T18:55:15.591" v="23" actId="47"/>
        <pc:sldMkLst>
          <pc:docMk/>
          <pc:sldMk cId="376023604" sldId="557"/>
        </pc:sldMkLst>
      </pc:sldChg>
      <pc:sldChg chg="del">
        <pc:chgData name="Alberto Ruiz" userId="47fa91d207cfb014" providerId="LiveId" clId="{A044C5BB-CE47-4891-9CF4-40B45B73A78A}" dt="2024-10-29T18:55:14.196" v="21" actId="47"/>
        <pc:sldMkLst>
          <pc:docMk/>
          <pc:sldMk cId="1415839754" sldId="558"/>
        </pc:sldMkLst>
      </pc:sldChg>
      <pc:sldChg chg="del">
        <pc:chgData name="Alberto Ruiz" userId="47fa91d207cfb014" providerId="LiveId" clId="{A044C5BB-CE47-4891-9CF4-40B45B73A78A}" dt="2024-10-29T18:55:12.701" v="20" actId="47"/>
        <pc:sldMkLst>
          <pc:docMk/>
          <pc:sldMk cId="355847485" sldId="559"/>
        </pc:sldMkLst>
      </pc:sldChg>
      <pc:sldChg chg="del">
        <pc:chgData name="Alberto Ruiz" userId="47fa91d207cfb014" providerId="LiveId" clId="{A044C5BB-CE47-4891-9CF4-40B45B73A78A}" dt="2024-10-29T18:54:57.617" v="5" actId="47"/>
        <pc:sldMkLst>
          <pc:docMk/>
          <pc:sldMk cId="3863567333" sldId="560"/>
        </pc:sldMkLst>
      </pc:sldChg>
      <pc:sldChg chg="del">
        <pc:chgData name="Alberto Ruiz" userId="47fa91d207cfb014" providerId="LiveId" clId="{A044C5BB-CE47-4891-9CF4-40B45B73A78A}" dt="2024-10-29T18:55:01.818" v="13" actId="47"/>
        <pc:sldMkLst>
          <pc:docMk/>
          <pc:sldMk cId="4023351115" sldId="561"/>
        </pc:sldMkLst>
      </pc:sldChg>
      <pc:sldChg chg="del">
        <pc:chgData name="Alberto Ruiz" userId="47fa91d207cfb014" providerId="LiveId" clId="{A044C5BB-CE47-4891-9CF4-40B45B73A78A}" dt="2024-10-29T18:55:02.315" v="14" actId="47"/>
        <pc:sldMkLst>
          <pc:docMk/>
          <pc:sldMk cId="951799070" sldId="562"/>
        </pc:sldMkLst>
      </pc:sldChg>
      <pc:sldChg chg="del">
        <pc:chgData name="Alberto Ruiz" userId="47fa91d207cfb014" providerId="LiveId" clId="{A044C5BB-CE47-4891-9CF4-40B45B73A78A}" dt="2024-10-29T18:55:01.310" v="12" actId="47"/>
        <pc:sldMkLst>
          <pc:docMk/>
          <pc:sldMk cId="893528446" sldId="563"/>
        </pc:sldMkLst>
      </pc:sldChg>
      <pc:sldChg chg="del">
        <pc:chgData name="Alberto Ruiz" userId="47fa91d207cfb014" providerId="LiveId" clId="{A044C5BB-CE47-4891-9CF4-40B45B73A78A}" dt="2024-10-29T18:54:59.752" v="9" actId="47"/>
        <pc:sldMkLst>
          <pc:docMk/>
          <pc:sldMk cId="1430832641" sldId="564"/>
        </pc:sldMkLst>
      </pc:sldChg>
      <pc:sldChg chg="del">
        <pc:chgData name="Alberto Ruiz" userId="47fa91d207cfb014" providerId="LiveId" clId="{A044C5BB-CE47-4891-9CF4-40B45B73A78A}" dt="2024-10-29T18:55:00.787" v="11" actId="47"/>
        <pc:sldMkLst>
          <pc:docMk/>
          <pc:sldMk cId="341105690" sldId="567"/>
        </pc:sldMkLst>
      </pc:sldChg>
      <pc:sldChg chg="del">
        <pc:chgData name="Alberto Ruiz" userId="47fa91d207cfb014" providerId="LiveId" clId="{A044C5BB-CE47-4891-9CF4-40B45B73A78A}" dt="2024-10-29T18:55:00.252" v="10" actId="47"/>
        <pc:sldMkLst>
          <pc:docMk/>
          <pc:sldMk cId="307766856" sldId="568"/>
        </pc:sldMkLst>
      </pc:sldChg>
      <pc:sldChg chg="del">
        <pc:chgData name="Alberto Ruiz" userId="47fa91d207cfb014" providerId="LiveId" clId="{A044C5BB-CE47-4891-9CF4-40B45B73A78A}" dt="2024-10-29T18:54:54.580" v="0" actId="47"/>
        <pc:sldMkLst>
          <pc:docMk/>
          <pc:sldMk cId="1523495115" sldId="570"/>
        </pc:sldMkLst>
      </pc:sldChg>
      <pc:sldChg chg="del">
        <pc:chgData name="Alberto Ruiz" userId="47fa91d207cfb014" providerId="LiveId" clId="{A044C5BB-CE47-4891-9CF4-40B45B73A78A}" dt="2024-10-29T18:55:29.153" v="44" actId="47"/>
        <pc:sldMkLst>
          <pc:docMk/>
          <pc:sldMk cId="2054898929" sldId="572"/>
        </pc:sldMkLst>
      </pc:sldChg>
      <pc:sldChg chg="del">
        <pc:chgData name="Alberto Ruiz" userId="47fa91d207cfb014" providerId="LiveId" clId="{A044C5BB-CE47-4891-9CF4-40B45B73A78A}" dt="2024-10-29T18:55:27.097" v="42" actId="47"/>
        <pc:sldMkLst>
          <pc:docMk/>
          <pc:sldMk cId="2089531037" sldId="584"/>
        </pc:sldMkLst>
      </pc:sldChg>
      <pc:sldChg chg="del">
        <pc:chgData name="Alberto Ruiz" userId="47fa91d207cfb014" providerId="LiveId" clId="{A044C5BB-CE47-4891-9CF4-40B45B73A78A}" dt="2024-10-29T18:55:25.469" v="39" actId="47"/>
        <pc:sldMkLst>
          <pc:docMk/>
          <pc:sldMk cId="3170896681" sldId="585"/>
        </pc:sldMkLst>
      </pc:sldChg>
      <pc:sldChg chg="del">
        <pc:chgData name="Alberto Ruiz" userId="47fa91d207cfb014" providerId="LiveId" clId="{A044C5BB-CE47-4891-9CF4-40B45B73A78A}" dt="2024-10-29T18:55:20.841" v="31" actId="47"/>
        <pc:sldMkLst>
          <pc:docMk/>
          <pc:sldMk cId="1995026671" sldId="588"/>
        </pc:sldMkLst>
      </pc:sldChg>
      <pc:sldChg chg="del">
        <pc:chgData name="Alberto Ruiz" userId="47fa91d207cfb014" providerId="LiveId" clId="{A044C5BB-CE47-4891-9CF4-40B45B73A78A}" dt="2024-10-29T18:55:19.778" v="30" actId="47"/>
        <pc:sldMkLst>
          <pc:docMk/>
          <pc:sldMk cId="410237710" sldId="589"/>
        </pc:sldMkLst>
      </pc:sldChg>
      <pc:sldChg chg="del">
        <pc:chgData name="Alberto Ruiz" userId="47fa91d207cfb014" providerId="LiveId" clId="{A044C5BB-CE47-4891-9CF4-40B45B73A78A}" dt="2024-10-29T18:55:21.937" v="33" actId="47"/>
        <pc:sldMkLst>
          <pc:docMk/>
          <pc:sldMk cId="104525576" sldId="590"/>
        </pc:sldMkLst>
      </pc:sldChg>
      <pc:sldChg chg="del">
        <pc:chgData name="Alberto Ruiz" userId="47fa91d207cfb014" providerId="LiveId" clId="{A044C5BB-CE47-4891-9CF4-40B45B73A78A}" dt="2024-10-29T18:55:21.402" v="32" actId="47"/>
        <pc:sldMkLst>
          <pc:docMk/>
          <pc:sldMk cId="2323823623" sldId="591"/>
        </pc:sldMkLst>
      </pc:sldChg>
      <pc:sldChg chg="del">
        <pc:chgData name="Alberto Ruiz" userId="47fa91d207cfb014" providerId="LiveId" clId="{A044C5BB-CE47-4891-9CF4-40B45B73A78A}" dt="2024-10-29T18:55:19.161" v="29" actId="47"/>
        <pc:sldMkLst>
          <pc:docMk/>
          <pc:sldMk cId="3261567285" sldId="592"/>
        </pc:sldMkLst>
      </pc:sldChg>
      <pc:sldChg chg="del">
        <pc:chgData name="Alberto Ruiz" userId="47fa91d207cfb014" providerId="LiveId" clId="{A044C5BB-CE47-4891-9CF4-40B45B73A78A}" dt="2024-10-29T18:55:16.254" v="24" actId="47"/>
        <pc:sldMkLst>
          <pc:docMk/>
          <pc:sldMk cId="402932058" sldId="593"/>
        </pc:sldMkLst>
      </pc:sldChg>
      <pc:sldChg chg="del">
        <pc:chgData name="Alberto Ruiz" userId="47fa91d207cfb014" providerId="LiveId" clId="{A044C5BB-CE47-4891-9CF4-40B45B73A78A}" dt="2024-10-29T18:55:11.859" v="19" actId="47"/>
        <pc:sldMkLst>
          <pc:docMk/>
          <pc:sldMk cId="2734045285" sldId="594"/>
        </pc:sldMkLst>
      </pc:sldChg>
      <pc:sldChg chg="del">
        <pc:chgData name="Alberto Ruiz" userId="47fa91d207cfb014" providerId="LiveId" clId="{A044C5BB-CE47-4891-9CF4-40B45B73A78A}" dt="2024-10-29T18:55:11.213" v="18" actId="47"/>
        <pc:sldMkLst>
          <pc:docMk/>
          <pc:sldMk cId="2580498415" sldId="595"/>
        </pc:sldMkLst>
      </pc:sldChg>
      <pc:sldChg chg="del">
        <pc:chgData name="Alberto Ruiz" userId="47fa91d207cfb014" providerId="LiveId" clId="{A044C5BB-CE47-4891-9CF4-40B45B73A78A}" dt="2024-10-29T18:55:14.925" v="22" actId="47"/>
        <pc:sldMkLst>
          <pc:docMk/>
          <pc:sldMk cId="2921019998" sldId="596"/>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B5F6D74-F639-4965-866C-CA3E0BB7F532}"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73AD2564-D5BE-42E9-AC18-55B13960B3C8}">
      <dgm:prSet/>
      <dgm:spPr/>
      <dgm:t>
        <a:bodyPr/>
        <a:lstStyle/>
        <a:p>
          <a:r>
            <a:rPr lang="es-ES"/>
            <a:t>INDICE</a:t>
          </a:r>
          <a:endParaRPr lang="en-US"/>
        </a:p>
      </dgm:t>
    </dgm:pt>
    <dgm:pt modelId="{DA1A6914-9307-4FDA-A851-679E7CC1931A}" type="parTrans" cxnId="{91C57FC4-8D8F-40C9-AF2C-62F5C6E958CF}">
      <dgm:prSet/>
      <dgm:spPr/>
      <dgm:t>
        <a:bodyPr/>
        <a:lstStyle/>
        <a:p>
          <a:endParaRPr lang="en-US"/>
        </a:p>
      </dgm:t>
    </dgm:pt>
    <dgm:pt modelId="{B113A47B-9F24-45F4-9442-144BFA9F811F}" type="sibTrans" cxnId="{91C57FC4-8D8F-40C9-AF2C-62F5C6E958CF}">
      <dgm:prSet/>
      <dgm:spPr/>
      <dgm:t>
        <a:bodyPr/>
        <a:lstStyle/>
        <a:p>
          <a:endParaRPr lang="en-US"/>
        </a:p>
      </dgm:t>
    </dgm:pt>
    <dgm:pt modelId="{F9616D4C-F958-44F4-9C03-61E2D7B5F108}">
      <dgm:prSet/>
      <dgm:spPr/>
      <dgm:t>
        <a:bodyPr/>
        <a:lstStyle/>
        <a:p>
          <a:r>
            <a:rPr lang="es-ES" dirty="0"/>
            <a:t>Primera parte: Que es una vulnerabilidad, quienes son los que nos atacan y porque lo hacen. </a:t>
          </a:r>
          <a:endParaRPr lang="en-US" dirty="0"/>
        </a:p>
      </dgm:t>
    </dgm:pt>
    <dgm:pt modelId="{253697BC-E26F-49A9-A9C0-93CD4C13EC23}" type="parTrans" cxnId="{7D345187-387A-42ED-8FA9-49D7AFEB9F08}">
      <dgm:prSet/>
      <dgm:spPr/>
      <dgm:t>
        <a:bodyPr/>
        <a:lstStyle/>
        <a:p>
          <a:endParaRPr lang="en-US"/>
        </a:p>
      </dgm:t>
    </dgm:pt>
    <dgm:pt modelId="{28A0699E-3B0E-4F55-B26E-439AE08410C3}" type="sibTrans" cxnId="{7D345187-387A-42ED-8FA9-49D7AFEB9F08}">
      <dgm:prSet/>
      <dgm:spPr/>
      <dgm:t>
        <a:bodyPr/>
        <a:lstStyle/>
        <a:p>
          <a:endParaRPr lang="en-US"/>
        </a:p>
      </dgm:t>
    </dgm:pt>
    <dgm:pt modelId="{56841C89-7229-4DFF-A3E6-B66B607E6CD5}">
      <dgm:prSet/>
      <dgm:spPr/>
      <dgm:t>
        <a:bodyPr/>
        <a:lstStyle/>
        <a:p>
          <a:r>
            <a:rPr lang="es-ES"/>
            <a:t>Segunda parte: Como actúan los ciberdelincuentes.</a:t>
          </a:r>
          <a:endParaRPr lang="en-US"/>
        </a:p>
      </dgm:t>
    </dgm:pt>
    <dgm:pt modelId="{60C10FE2-DE0A-4066-8ADA-6FEDB55AA615}" type="parTrans" cxnId="{6B4E1B24-840C-4494-898E-3F4E45BCD6F8}">
      <dgm:prSet/>
      <dgm:spPr/>
      <dgm:t>
        <a:bodyPr/>
        <a:lstStyle/>
        <a:p>
          <a:endParaRPr lang="en-US"/>
        </a:p>
      </dgm:t>
    </dgm:pt>
    <dgm:pt modelId="{C0A07A64-C061-40A0-95AC-C6EC750C2156}" type="sibTrans" cxnId="{6B4E1B24-840C-4494-898E-3F4E45BCD6F8}">
      <dgm:prSet/>
      <dgm:spPr/>
      <dgm:t>
        <a:bodyPr/>
        <a:lstStyle/>
        <a:p>
          <a:endParaRPr lang="en-US"/>
        </a:p>
      </dgm:t>
    </dgm:pt>
    <dgm:pt modelId="{E5E223B4-1106-41B7-9749-72B3C5856E05}">
      <dgm:prSet/>
      <dgm:spPr/>
      <dgm:t>
        <a:bodyPr/>
        <a:lstStyle/>
        <a:p>
          <a:r>
            <a:rPr lang="es-ES"/>
            <a:t>Tercera parte: Como podemos protegernos.</a:t>
          </a:r>
          <a:endParaRPr lang="en-US"/>
        </a:p>
      </dgm:t>
    </dgm:pt>
    <dgm:pt modelId="{F1C238EE-01F0-4793-936B-51F300A0EC47}" type="parTrans" cxnId="{822A9765-97F9-4BE2-85EA-343DD59D7011}">
      <dgm:prSet/>
      <dgm:spPr/>
      <dgm:t>
        <a:bodyPr/>
        <a:lstStyle/>
        <a:p>
          <a:endParaRPr lang="en-US"/>
        </a:p>
      </dgm:t>
    </dgm:pt>
    <dgm:pt modelId="{990C827E-254F-4B2E-9577-7847D2B7BA6B}" type="sibTrans" cxnId="{822A9765-97F9-4BE2-85EA-343DD59D7011}">
      <dgm:prSet/>
      <dgm:spPr/>
      <dgm:t>
        <a:bodyPr/>
        <a:lstStyle/>
        <a:p>
          <a:endParaRPr lang="en-US"/>
        </a:p>
      </dgm:t>
    </dgm:pt>
    <dgm:pt modelId="{269F6214-A364-4FDE-88F7-AD0BAEFAC50E}" type="pres">
      <dgm:prSet presAssocID="{6B5F6D74-F639-4965-866C-CA3E0BB7F532}" presName="outerComposite" presStyleCnt="0">
        <dgm:presLayoutVars>
          <dgm:chMax val="5"/>
          <dgm:dir/>
          <dgm:resizeHandles val="exact"/>
        </dgm:presLayoutVars>
      </dgm:prSet>
      <dgm:spPr/>
    </dgm:pt>
    <dgm:pt modelId="{E8A277FB-3CCA-4896-BEC0-727A834D5CB1}" type="pres">
      <dgm:prSet presAssocID="{6B5F6D74-F639-4965-866C-CA3E0BB7F532}" presName="dummyMaxCanvas" presStyleCnt="0">
        <dgm:presLayoutVars/>
      </dgm:prSet>
      <dgm:spPr/>
    </dgm:pt>
    <dgm:pt modelId="{B10D6154-3513-4CA4-863A-38CFE5D61A09}" type="pres">
      <dgm:prSet presAssocID="{6B5F6D74-F639-4965-866C-CA3E0BB7F532}" presName="OneNode_1" presStyleLbl="node1" presStyleIdx="0" presStyleCnt="1">
        <dgm:presLayoutVars>
          <dgm:bulletEnabled val="1"/>
        </dgm:presLayoutVars>
      </dgm:prSet>
      <dgm:spPr/>
    </dgm:pt>
  </dgm:ptLst>
  <dgm:cxnLst>
    <dgm:cxn modelId="{6B4E1B24-840C-4494-898E-3F4E45BCD6F8}" srcId="{73AD2564-D5BE-42E9-AC18-55B13960B3C8}" destId="{56841C89-7229-4DFF-A3E6-B66B607E6CD5}" srcOrd="1" destOrd="0" parTransId="{60C10FE2-DE0A-4066-8ADA-6FEDB55AA615}" sibTransId="{C0A07A64-C061-40A0-95AC-C6EC750C2156}"/>
    <dgm:cxn modelId="{DE619030-2203-449E-B3CC-3E1C47EC0FB5}" type="presOf" srcId="{6B5F6D74-F639-4965-866C-CA3E0BB7F532}" destId="{269F6214-A364-4FDE-88F7-AD0BAEFAC50E}" srcOrd="0" destOrd="0" presId="urn:microsoft.com/office/officeart/2005/8/layout/vProcess5"/>
    <dgm:cxn modelId="{F69C9634-767A-47AA-9A33-EBE06D466282}" type="presOf" srcId="{F9616D4C-F958-44F4-9C03-61E2D7B5F108}" destId="{B10D6154-3513-4CA4-863A-38CFE5D61A09}" srcOrd="0" destOrd="1" presId="urn:microsoft.com/office/officeart/2005/8/layout/vProcess5"/>
    <dgm:cxn modelId="{822A9765-97F9-4BE2-85EA-343DD59D7011}" srcId="{73AD2564-D5BE-42E9-AC18-55B13960B3C8}" destId="{E5E223B4-1106-41B7-9749-72B3C5856E05}" srcOrd="2" destOrd="0" parTransId="{F1C238EE-01F0-4793-936B-51F300A0EC47}" sibTransId="{990C827E-254F-4B2E-9577-7847D2B7BA6B}"/>
    <dgm:cxn modelId="{7D345187-387A-42ED-8FA9-49D7AFEB9F08}" srcId="{73AD2564-D5BE-42E9-AC18-55B13960B3C8}" destId="{F9616D4C-F958-44F4-9C03-61E2D7B5F108}" srcOrd="0" destOrd="0" parTransId="{253697BC-E26F-49A9-A9C0-93CD4C13EC23}" sibTransId="{28A0699E-3B0E-4F55-B26E-439AE08410C3}"/>
    <dgm:cxn modelId="{3F3E01AE-3596-4377-8C84-DDE8DF541130}" type="presOf" srcId="{56841C89-7229-4DFF-A3E6-B66B607E6CD5}" destId="{B10D6154-3513-4CA4-863A-38CFE5D61A09}" srcOrd="0" destOrd="2" presId="urn:microsoft.com/office/officeart/2005/8/layout/vProcess5"/>
    <dgm:cxn modelId="{91C57FC4-8D8F-40C9-AF2C-62F5C6E958CF}" srcId="{6B5F6D74-F639-4965-866C-CA3E0BB7F532}" destId="{73AD2564-D5BE-42E9-AC18-55B13960B3C8}" srcOrd="0" destOrd="0" parTransId="{DA1A6914-9307-4FDA-A851-679E7CC1931A}" sibTransId="{B113A47B-9F24-45F4-9442-144BFA9F811F}"/>
    <dgm:cxn modelId="{E6FE8DE2-6477-4E3C-8ECA-D5ADC2626699}" type="presOf" srcId="{73AD2564-D5BE-42E9-AC18-55B13960B3C8}" destId="{B10D6154-3513-4CA4-863A-38CFE5D61A09}" srcOrd="0" destOrd="0" presId="urn:microsoft.com/office/officeart/2005/8/layout/vProcess5"/>
    <dgm:cxn modelId="{3669C4E5-7C0D-4994-BEBB-311E318C9451}" type="presOf" srcId="{E5E223B4-1106-41B7-9749-72B3C5856E05}" destId="{B10D6154-3513-4CA4-863A-38CFE5D61A09}" srcOrd="0" destOrd="3" presId="urn:microsoft.com/office/officeart/2005/8/layout/vProcess5"/>
    <dgm:cxn modelId="{2388AE1F-F0F0-478C-8104-B65704B5031F}" type="presParOf" srcId="{269F6214-A364-4FDE-88F7-AD0BAEFAC50E}" destId="{E8A277FB-3CCA-4896-BEC0-727A834D5CB1}" srcOrd="0" destOrd="0" presId="urn:microsoft.com/office/officeart/2005/8/layout/vProcess5"/>
    <dgm:cxn modelId="{26BD67AB-EE7D-43D6-A38A-0EAF30E2ADA7}" type="presParOf" srcId="{269F6214-A364-4FDE-88F7-AD0BAEFAC50E}" destId="{B10D6154-3513-4CA4-863A-38CFE5D61A09}" srcOrd="1" destOrd="0" presId="urn:microsoft.com/office/officeart/2005/8/layout/v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0D6154-3513-4CA4-863A-38CFE5D61A09}">
      <dsp:nvSpPr>
        <dsp:cNvPr id="0" name=""/>
        <dsp:cNvSpPr/>
      </dsp:nvSpPr>
      <dsp:spPr>
        <a:xfrm>
          <a:off x="0" y="2499013"/>
          <a:ext cx="21696218" cy="4998027"/>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0030" tIns="240030" rIns="240030" bIns="240030" numCol="1" spcCol="1270" anchor="t" anchorCtr="0">
          <a:noAutofit/>
        </a:bodyPr>
        <a:lstStyle/>
        <a:p>
          <a:pPr marL="0" lvl="0" indent="0" algn="l" defTabSz="2800350">
            <a:lnSpc>
              <a:spcPct val="90000"/>
            </a:lnSpc>
            <a:spcBef>
              <a:spcPct val="0"/>
            </a:spcBef>
            <a:spcAft>
              <a:spcPct val="35000"/>
            </a:spcAft>
            <a:buNone/>
          </a:pPr>
          <a:r>
            <a:rPr lang="es-ES" sz="6300" kern="1200"/>
            <a:t>INDICE</a:t>
          </a:r>
          <a:endParaRPr lang="en-US" sz="6300" kern="1200"/>
        </a:p>
        <a:p>
          <a:pPr marL="285750" lvl="1" indent="-285750" algn="l" defTabSz="2178050">
            <a:lnSpc>
              <a:spcPct val="90000"/>
            </a:lnSpc>
            <a:spcBef>
              <a:spcPct val="0"/>
            </a:spcBef>
            <a:spcAft>
              <a:spcPct val="15000"/>
            </a:spcAft>
            <a:buChar char="•"/>
          </a:pPr>
          <a:r>
            <a:rPr lang="es-ES" sz="4900" kern="1200" dirty="0"/>
            <a:t>Primera parte: Que es una vulnerabilidad, quienes son los que nos atacan y porque lo hacen. </a:t>
          </a:r>
          <a:endParaRPr lang="en-US" sz="4900" kern="1200" dirty="0"/>
        </a:p>
        <a:p>
          <a:pPr marL="285750" lvl="1" indent="-285750" algn="l" defTabSz="2178050">
            <a:lnSpc>
              <a:spcPct val="90000"/>
            </a:lnSpc>
            <a:spcBef>
              <a:spcPct val="0"/>
            </a:spcBef>
            <a:spcAft>
              <a:spcPct val="15000"/>
            </a:spcAft>
            <a:buChar char="•"/>
          </a:pPr>
          <a:r>
            <a:rPr lang="es-ES" sz="4900" kern="1200"/>
            <a:t>Segunda parte: Como actúan los ciberdelincuentes.</a:t>
          </a:r>
          <a:endParaRPr lang="en-US" sz="4900" kern="1200"/>
        </a:p>
        <a:p>
          <a:pPr marL="285750" lvl="1" indent="-285750" algn="l" defTabSz="2178050">
            <a:lnSpc>
              <a:spcPct val="90000"/>
            </a:lnSpc>
            <a:spcBef>
              <a:spcPct val="0"/>
            </a:spcBef>
            <a:spcAft>
              <a:spcPct val="15000"/>
            </a:spcAft>
            <a:buChar char="•"/>
          </a:pPr>
          <a:r>
            <a:rPr lang="es-ES" sz="4900" kern="1200"/>
            <a:t>Tercera parte: Como podemos protegernos.</a:t>
          </a:r>
          <a:endParaRPr lang="en-US" sz="4900" kern="1200"/>
        </a:p>
      </dsp:txBody>
      <dsp:txXfrm>
        <a:off x="146387" y="2645400"/>
        <a:ext cx="21403444" cy="4705253"/>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46" name="Shape 346"/>
          <p:cNvSpPr>
            <a:spLocks noGrp="1" noRot="1" noChangeAspect="1"/>
          </p:cNvSpPr>
          <p:nvPr>
            <p:ph type="sldImg"/>
          </p:nvPr>
        </p:nvSpPr>
        <p:spPr>
          <a:xfrm>
            <a:off x="1143000" y="685800"/>
            <a:ext cx="4572000" cy="3429000"/>
          </a:xfrm>
          <a:prstGeom prst="rect">
            <a:avLst/>
          </a:prstGeom>
        </p:spPr>
        <p:txBody>
          <a:bodyPr/>
          <a:lstStyle/>
          <a:p>
            <a:endParaRPr/>
          </a:p>
        </p:txBody>
      </p:sp>
      <p:sp>
        <p:nvSpPr>
          <p:cNvPr id="347" name="Shape 347"/>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Helvetica Neue"/>
        <a:ea typeface="Helvetica Neue"/>
        <a:cs typeface="Helvetica Neue"/>
        <a:sym typeface="Helvetica Neue"/>
      </a:defRPr>
    </a:lvl1pPr>
    <a:lvl2pPr indent="228600" defTabSz="457200" latinLnBrk="0">
      <a:lnSpc>
        <a:spcPct val="117999"/>
      </a:lnSpc>
      <a:defRPr sz="2200">
        <a:latin typeface="Helvetica Neue"/>
        <a:ea typeface="Helvetica Neue"/>
        <a:cs typeface="Helvetica Neue"/>
        <a:sym typeface="Helvetica Neue"/>
      </a:defRPr>
    </a:lvl2pPr>
    <a:lvl3pPr indent="457200" defTabSz="457200" latinLnBrk="0">
      <a:lnSpc>
        <a:spcPct val="117999"/>
      </a:lnSpc>
      <a:defRPr sz="2200">
        <a:latin typeface="Helvetica Neue"/>
        <a:ea typeface="Helvetica Neue"/>
        <a:cs typeface="Helvetica Neue"/>
        <a:sym typeface="Helvetica Neue"/>
      </a:defRPr>
    </a:lvl3pPr>
    <a:lvl4pPr indent="685800" defTabSz="457200" latinLnBrk="0">
      <a:lnSpc>
        <a:spcPct val="117999"/>
      </a:lnSpc>
      <a:defRPr sz="2200">
        <a:latin typeface="Helvetica Neue"/>
        <a:ea typeface="Helvetica Neue"/>
        <a:cs typeface="Helvetica Neue"/>
        <a:sym typeface="Helvetica Neue"/>
      </a:defRPr>
    </a:lvl4pPr>
    <a:lvl5pPr indent="914400" defTabSz="457200" latinLnBrk="0">
      <a:lnSpc>
        <a:spcPct val="117999"/>
      </a:lnSpc>
      <a:defRPr sz="2200">
        <a:latin typeface="Helvetica Neue"/>
        <a:ea typeface="Helvetica Neue"/>
        <a:cs typeface="Helvetica Neue"/>
        <a:sym typeface="Helvetica Neue"/>
      </a:defRPr>
    </a:lvl5pPr>
    <a:lvl6pPr indent="1143000" defTabSz="457200" latinLnBrk="0">
      <a:lnSpc>
        <a:spcPct val="117999"/>
      </a:lnSpc>
      <a:defRPr sz="2200">
        <a:latin typeface="Helvetica Neue"/>
        <a:ea typeface="Helvetica Neue"/>
        <a:cs typeface="Helvetica Neue"/>
        <a:sym typeface="Helvetica Neue"/>
      </a:defRPr>
    </a:lvl6pPr>
    <a:lvl7pPr indent="1371600" defTabSz="457200" latinLnBrk="0">
      <a:lnSpc>
        <a:spcPct val="117999"/>
      </a:lnSpc>
      <a:defRPr sz="2200">
        <a:latin typeface="Helvetica Neue"/>
        <a:ea typeface="Helvetica Neue"/>
        <a:cs typeface="Helvetica Neue"/>
        <a:sym typeface="Helvetica Neue"/>
      </a:defRPr>
    </a:lvl7pPr>
    <a:lvl8pPr indent="1600200" defTabSz="457200" latinLnBrk="0">
      <a:lnSpc>
        <a:spcPct val="117999"/>
      </a:lnSpc>
      <a:defRPr sz="2200">
        <a:latin typeface="Helvetica Neue"/>
        <a:ea typeface="Helvetica Neue"/>
        <a:cs typeface="Helvetica Neue"/>
        <a:sym typeface="Helvetica Neue"/>
      </a:defRPr>
    </a:lvl8pPr>
    <a:lvl9pPr indent="1828800" defTabSz="457200" latinLnBrk="0">
      <a:lnSpc>
        <a:spcPct val="117999"/>
      </a:lnSpc>
      <a:defRPr sz="2200">
        <a:latin typeface="Helvetica Neue"/>
        <a:ea typeface="Helvetica Neue"/>
        <a:cs typeface="Helvetica Neue"/>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44610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0" name="Google Shape;16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3" name="Google Shape;343;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39098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2" name="Google Shape;362;p3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s-ES" b="0" i="0">
                <a:solidFill>
                  <a:srgbClr val="202124"/>
                </a:solidFill>
                <a:latin typeface="arial"/>
                <a:ea typeface="arial"/>
                <a:cs typeface="arial"/>
                <a:sym typeface="arial"/>
              </a:rPr>
              <a:t>Un </a:t>
            </a:r>
            <a:r>
              <a:rPr lang="es-ES" b="1" i="0">
                <a:solidFill>
                  <a:srgbClr val="202124"/>
                </a:solidFill>
                <a:latin typeface="arial"/>
                <a:ea typeface="arial"/>
                <a:cs typeface="arial"/>
                <a:sym typeface="arial"/>
              </a:rPr>
              <a:t>Sniffer</a:t>
            </a:r>
            <a:r>
              <a:rPr lang="es-ES" b="0" i="0">
                <a:solidFill>
                  <a:srgbClr val="202124"/>
                </a:solidFill>
                <a:latin typeface="arial"/>
                <a:ea typeface="arial"/>
                <a:cs typeface="arial"/>
                <a:sym typeface="arial"/>
              </a:rPr>
              <a:t> es una aplicación especial para redes informáticas (un software) que se encarga de capturar y analizar paquetes en tránsito (entrada y/o salida) en una red de comunicaciones entre dispositivos.</a:t>
            </a:r>
            <a:endParaRPr/>
          </a:p>
          <a:p>
            <a:pPr marL="0" lvl="0" indent="-76200" algn="l" rtl="0">
              <a:spcBef>
                <a:spcPts val="0"/>
              </a:spcBef>
              <a:spcAft>
                <a:spcPts val="0"/>
              </a:spcAft>
              <a:buClr>
                <a:srgbClr val="202124"/>
              </a:buClr>
              <a:buSzPts val="1200"/>
              <a:buFont typeface="Calibri"/>
              <a:buAutoNum type="arabicPeriod"/>
            </a:pPr>
            <a:r>
              <a:rPr lang="es-ES" b="0" i="0">
                <a:solidFill>
                  <a:srgbClr val="202124"/>
                </a:solidFill>
                <a:latin typeface="arial"/>
                <a:ea typeface="arial"/>
                <a:cs typeface="arial"/>
                <a:sym typeface="arial"/>
              </a:rPr>
              <a:t>Wireshark. ...</a:t>
            </a:r>
            <a:endParaRPr/>
          </a:p>
          <a:p>
            <a:pPr marL="0" lvl="0" indent="-76200" algn="l" rtl="0">
              <a:spcBef>
                <a:spcPts val="0"/>
              </a:spcBef>
              <a:spcAft>
                <a:spcPts val="0"/>
              </a:spcAft>
              <a:buClr>
                <a:srgbClr val="202124"/>
              </a:buClr>
              <a:buSzPts val="1200"/>
              <a:buFont typeface="Calibri"/>
              <a:buAutoNum type="arabicPeriod"/>
            </a:pPr>
            <a:r>
              <a:rPr lang="es-ES" b="0" i="0">
                <a:solidFill>
                  <a:srgbClr val="202124"/>
                </a:solidFill>
                <a:latin typeface="arial"/>
                <a:ea typeface="arial"/>
                <a:cs typeface="arial"/>
                <a:sym typeface="arial"/>
              </a:rPr>
              <a:t>Microsoft Message Analyzer. ...</a:t>
            </a:r>
            <a:endParaRPr/>
          </a:p>
          <a:p>
            <a:pPr marL="0" lvl="0" indent="-76200" algn="l" rtl="0">
              <a:spcBef>
                <a:spcPts val="0"/>
              </a:spcBef>
              <a:spcAft>
                <a:spcPts val="0"/>
              </a:spcAft>
              <a:buClr>
                <a:srgbClr val="202124"/>
              </a:buClr>
              <a:buSzPts val="1200"/>
              <a:buFont typeface="Calibri"/>
              <a:buAutoNum type="arabicPeriod"/>
            </a:pPr>
            <a:r>
              <a:rPr lang="es-ES" b="0" i="0">
                <a:solidFill>
                  <a:srgbClr val="202124"/>
                </a:solidFill>
                <a:latin typeface="arial"/>
                <a:ea typeface="arial"/>
                <a:cs typeface="arial"/>
                <a:sym typeface="arial"/>
              </a:rPr>
              <a:t>Tcpdump. ...</a:t>
            </a:r>
            <a:endParaRPr/>
          </a:p>
          <a:p>
            <a:pPr marL="0" lvl="0" indent="-76200" algn="l" rtl="0">
              <a:spcBef>
                <a:spcPts val="0"/>
              </a:spcBef>
              <a:spcAft>
                <a:spcPts val="0"/>
              </a:spcAft>
              <a:buClr>
                <a:srgbClr val="202124"/>
              </a:buClr>
              <a:buSzPts val="1200"/>
              <a:buFont typeface="Calibri"/>
              <a:buAutoNum type="arabicPeriod"/>
            </a:pPr>
            <a:r>
              <a:rPr lang="es-ES" b="0" i="0">
                <a:solidFill>
                  <a:srgbClr val="202124"/>
                </a:solidFill>
                <a:latin typeface="arial"/>
                <a:ea typeface="arial"/>
                <a:cs typeface="arial"/>
                <a:sym typeface="arial"/>
              </a:rPr>
              <a:t>Windump.</a:t>
            </a:r>
            <a:endParaRPr/>
          </a:p>
          <a:p>
            <a:pPr marL="0" lvl="0" indent="0" algn="l" rtl="0">
              <a:spcBef>
                <a:spcPts val="0"/>
              </a:spcBef>
              <a:spcAft>
                <a:spcPts val="0"/>
              </a:spcAft>
              <a:buNone/>
            </a:pPr>
            <a:endParaRPr b="0" i="0">
              <a:solidFill>
                <a:srgbClr val="202124"/>
              </a:solidFill>
              <a:latin typeface="arial"/>
              <a:ea typeface="arial"/>
              <a:cs typeface="arial"/>
              <a:sym typeface="arial"/>
            </a:endParaRPr>
          </a:p>
          <a:p>
            <a:pPr marL="0" lvl="0" indent="0" algn="l" rtl="0">
              <a:spcBef>
                <a:spcPts val="0"/>
              </a:spcBef>
              <a:spcAft>
                <a:spcPts val="0"/>
              </a:spcAft>
              <a:buNone/>
            </a:pPr>
            <a:endParaRPr/>
          </a:p>
        </p:txBody>
      </p:sp>
      <p:sp>
        <p:nvSpPr>
          <p:cNvPr id="363" name="Google Shape;363;p3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ES"/>
              <a:t>8</a:t>
            </a:fld>
            <a:endParaRPr/>
          </a:p>
        </p:txBody>
      </p:sp>
    </p:spTree>
    <p:extLst>
      <p:ext uri="{BB962C8B-B14F-4D97-AF65-F5344CB8AC3E}">
        <p14:creationId xmlns:p14="http://schemas.microsoft.com/office/powerpoint/2010/main" val="29897803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7" name="Google Shape;387;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67027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1" name="Google Shape;401;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35751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Recomendación el libro sobre la historia de la ciberdelincuencia</a:t>
            </a:r>
          </a:p>
        </p:txBody>
      </p:sp>
    </p:spTree>
    <p:extLst>
      <p:ext uri="{BB962C8B-B14F-4D97-AF65-F5344CB8AC3E}">
        <p14:creationId xmlns:p14="http://schemas.microsoft.com/office/powerpoint/2010/main" val="40335984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8" name="Google Shape;40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51573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3"/>
        <p:cNvGrpSpPr/>
        <p:nvPr/>
      </p:nvGrpSpPr>
      <p:grpSpPr>
        <a:xfrm>
          <a:off x="0" y="0"/>
          <a:ext cx="0" cy="0"/>
          <a:chOff x="0" y="0"/>
          <a:chExt cx="0" cy="0"/>
        </a:xfrm>
      </p:grpSpPr>
      <p:sp>
        <p:nvSpPr>
          <p:cNvPr id="414" name="Google Shape;414;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5" name="Google Shape;415;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81398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3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2" name="Google Shape;432;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7178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p4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0" name="Google Shape;440;p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76514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p4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7" name="Google Shape;447;p4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049809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4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9" name="Google Shape;459;p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380521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3"/>
        <p:cNvGrpSpPr/>
        <p:nvPr/>
      </p:nvGrpSpPr>
      <p:grpSpPr>
        <a:xfrm>
          <a:off x="0" y="0"/>
          <a:ext cx="0" cy="0"/>
          <a:chOff x="0" y="0"/>
          <a:chExt cx="0" cy="0"/>
        </a:xfrm>
      </p:grpSpPr>
      <p:sp>
        <p:nvSpPr>
          <p:cNvPr id="504" name="Google Shape;504;p5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5" name="Google Shape;505;p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396588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3" name="Google Shape;253;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3" name="Google Shape;283;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6" name="Google Shape;296;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s-ES" dirty="0" err="1"/>
              <a:t>Whaling</a:t>
            </a:r>
            <a:r>
              <a:rPr lang="es-ES" dirty="0"/>
              <a:t>- ballenero</a:t>
            </a:r>
          </a:p>
          <a:p>
            <a:pPr marL="0" lvl="0" indent="0" algn="l" rtl="0">
              <a:spcBef>
                <a:spcPts val="0"/>
              </a:spcBef>
              <a:spcAft>
                <a:spcPts val="0"/>
              </a:spcAft>
              <a:buNone/>
            </a:pPr>
            <a:endParaRPr dirty="0"/>
          </a:p>
        </p:txBody>
      </p:sp>
      <p:sp>
        <p:nvSpPr>
          <p:cNvPr id="310" name="Google Shape;31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3" name="Google Shape;303;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8DA151-F1F8-9E86-4DEF-CA80CD069853}"/>
              </a:ext>
            </a:extLst>
          </p:cNvPr>
          <p:cNvSpPr>
            <a:spLocks noGrp="1"/>
          </p:cNvSpPr>
          <p:nvPr>
            <p:ph type="ctrTitle"/>
          </p:nvPr>
        </p:nvSpPr>
        <p:spPr>
          <a:xfrm>
            <a:off x="3048000" y="2244726"/>
            <a:ext cx="18288000" cy="4775200"/>
          </a:xfrm>
        </p:spPr>
        <p:txBody>
          <a:bodyPr anchor="b"/>
          <a:lstStyle>
            <a:lvl1pPr algn="ctr">
              <a:defRPr sz="12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B9EE4419-F90D-4DB9-7186-F4FC1EE3E718}"/>
              </a:ext>
            </a:extLst>
          </p:cNvPr>
          <p:cNvSpPr>
            <a:spLocks noGrp="1"/>
          </p:cNvSpPr>
          <p:nvPr>
            <p:ph type="subTitle" idx="1"/>
          </p:nvPr>
        </p:nvSpPr>
        <p:spPr>
          <a:xfrm>
            <a:off x="3048000" y="7204076"/>
            <a:ext cx="18288000"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63ADA172-9628-2F51-EDF8-3D3A44A6DE4D}"/>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5" name="Marcador de pie de página 4">
            <a:extLst>
              <a:ext uri="{FF2B5EF4-FFF2-40B4-BE49-F238E27FC236}">
                <a16:creationId xmlns:a16="http://schemas.microsoft.com/office/drawing/2014/main" id="{FDEE6DA8-AC7C-1D92-0740-10CCF07F88B3}"/>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5A26080-CE84-0836-3197-1C47485A02BF}"/>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38688873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7D4417-3127-86DA-CC72-089D73D1E953}"/>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B378392E-04CF-3DBA-C565-F0B8947A32DB}"/>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1E6AD9E-AAAF-A4A9-07C1-DC9AA555B1BF}"/>
              </a:ext>
            </a:extLst>
          </p:cNvPr>
          <p:cNvSpPr>
            <a:spLocks noGrp="1"/>
          </p:cNvSpPr>
          <p:nvPr>
            <p:ph type="dt" sz="half" idx="10"/>
          </p:nvPr>
        </p:nvSpPr>
        <p:spPr/>
        <p:txBody>
          <a:bodyPr/>
          <a:lstStyle/>
          <a:p>
            <a:fld id="{9CC31C36-5ACE-4987-AE80-0E19C513200A}" type="datetimeFigureOut">
              <a:rPr lang="es-ES" smtClean="0"/>
              <a:t>23/01/2026</a:t>
            </a:fld>
            <a:endParaRPr lang="es-ES"/>
          </a:p>
        </p:txBody>
      </p:sp>
      <p:sp>
        <p:nvSpPr>
          <p:cNvPr id="5" name="Marcador de pie de página 4">
            <a:extLst>
              <a:ext uri="{FF2B5EF4-FFF2-40B4-BE49-F238E27FC236}">
                <a16:creationId xmlns:a16="http://schemas.microsoft.com/office/drawing/2014/main" id="{BA0C3313-8063-6B24-D8D3-A42DC67EA69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E2DE19D-6A31-85DB-FFCD-00A24F1F68D5}"/>
              </a:ext>
            </a:extLst>
          </p:cNvPr>
          <p:cNvSpPr>
            <a:spLocks noGrp="1"/>
          </p:cNvSpPr>
          <p:nvPr>
            <p:ph type="sldNum" sz="quarter" idx="12"/>
          </p:nvPr>
        </p:nvSpPr>
        <p:spPr/>
        <p:txBody>
          <a:bodyPr/>
          <a:lstStyle/>
          <a:p>
            <a:fld id="{F4F7D0BF-A977-4FD1-80FE-B58EDF529A6C}" type="slidenum">
              <a:rPr lang="es-ES" smtClean="0"/>
              <a:t>‹Nº›</a:t>
            </a:fld>
            <a:endParaRPr lang="es-ES"/>
          </a:p>
        </p:txBody>
      </p:sp>
    </p:spTree>
    <p:extLst>
      <p:ext uri="{BB962C8B-B14F-4D97-AF65-F5344CB8AC3E}">
        <p14:creationId xmlns:p14="http://schemas.microsoft.com/office/powerpoint/2010/main" val="36075404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10B7D1-7B02-C0B1-D9DD-20CAA54DBC0B}"/>
              </a:ext>
            </a:extLst>
          </p:cNvPr>
          <p:cNvSpPr>
            <a:spLocks noGrp="1"/>
          </p:cNvSpPr>
          <p:nvPr>
            <p:ph type="title"/>
          </p:nvPr>
        </p:nvSpPr>
        <p:spPr>
          <a:xfrm>
            <a:off x="1663700" y="3419477"/>
            <a:ext cx="21031200" cy="5705474"/>
          </a:xfrm>
        </p:spPr>
        <p:txBody>
          <a:bodyPr anchor="b"/>
          <a:lstStyle>
            <a:lvl1pPr>
              <a:defRPr sz="12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D8ABD662-86C0-7816-BA61-E5F072CF202D}"/>
              </a:ext>
            </a:extLst>
          </p:cNvPr>
          <p:cNvSpPr>
            <a:spLocks noGrp="1"/>
          </p:cNvSpPr>
          <p:nvPr>
            <p:ph type="body" idx="1"/>
          </p:nvPr>
        </p:nvSpPr>
        <p:spPr>
          <a:xfrm>
            <a:off x="1663700" y="9178927"/>
            <a:ext cx="21031200" cy="3000374"/>
          </a:xfrm>
        </p:spPr>
        <p:txBody>
          <a:bodyPr/>
          <a:lstStyle>
            <a:lvl1pPr marL="0" indent="0">
              <a:buNone/>
              <a:defRPr sz="4800">
                <a:solidFill>
                  <a:schemeClr val="tx1">
                    <a:tint val="82000"/>
                  </a:schemeClr>
                </a:solidFill>
              </a:defRPr>
            </a:lvl1pPr>
            <a:lvl2pPr marL="914400" indent="0">
              <a:buNone/>
              <a:defRPr sz="4000">
                <a:solidFill>
                  <a:schemeClr val="tx1">
                    <a:tint val="82000"/>
                  </a:schemeClr>
                </a:solidFill>
              </a:defRPr>
            </a:lvl2pPr>
            <a:lvl3pPr marL="1828800" indent="0">
              <a:buNone/>
              <a:defRPr sz="3600">
                <a:solidFill>
                  <a:schemeClr val="tx1">
                    <a:tint val="82000"/>
                  </a:schemeClr>
                </a:solidFill>
              </a:defRPr>
            </a:lvl3pPr>
            <a:lvl4pPr marL="2743200" indent="0">
              <a:buNone/>
              <a:defRPr sz="3200">
                <a:solidFill>
                  <a:schemeClr val="tx1">
                    <a:tint val="82000"/>
                  </a:schemeClr>
                </a:solidFill>
              </a:defRPr>
            </a:lvl4pPr>
            <a:lvl5pPr marL="3657600" indent="0">
              <a:buNone/>
              <a:defRPr sz="3200">
                <a:solidFill>
                  <a:schemeClr val="tx1">
                    <a:tint val="82000"/>
                  </a:schemeClr>
                </a:solidFill>
              </a:defRPr>
            </a:lvl5pPr>
            <a:lvl6pPr marL="4572000" indent="0">
              <a:buNone/>
              <a:defRPr sz="3200">
                <a:solidFill>
                  <a:schemeClr val="tx1">
                    <a:tint val="82000"/>
                  </a:schemeClr>
                </a:solidFill>
              </a:defRPr>
            </a:lvl6pPr>
            <a:lvl7pPr marL="5486400" indent="0">
              <a:buNone/>
              <a:defRPr sz="3200">
                <a:solidFill>
                  <a:schemeClr val="tx1">
                    <a:tint val="82000"/>
                  </a:schemeClr>
                </a:solidFill>
              </a:defRPr>
            </a:lvl7pPr>
            <a:lvl8pPr marL="6400800" indent="0">
              <a:buNone/>
              <a:defRPr sz="3200">
                <a:solidFill>
                  <a:schemeClr val="tx1">
                    <a:tint val="82000"/>
                  </a:schemeClr>
                </a:solidFill>
              </a:defRPr>
            </a:lvl8pPr>
            <a:lvl9pPr marL="7315200" indent="0">
              <a:buNone/>
              <a:defRPr sz="32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0229D426-1A26-63B5-03DE-60F96DF9104B}"/>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5" name="Marcador de pie de página 4">
            <a:extLst>
              <a:ext uri="{FF2B5EF4-FFF2-40B4-BE49-F238E27FC236}">
                <a16:creationId xmlns:a16="http://schemas.microsoft.com/office/drawing/2014/main" id="{B8F1C54E-4271-2F32-5DCB-2AE27E5DE86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07A1B40-DDD8-A5C5-3133-60F72D17C75B}"/>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774589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140504-6F2B-3D40-8EDD-4ABE960FA88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472BB033-20E6-CEBA-9979-FDC117B58746}"/>
              </a:ext>
            </a:extLst>
          </p:cNvPr>
          <p:cNvSpPr>
            <a:spLocks noGrp="1"/>
          </p:cNvSpPr>
          <p:nvPr>
            <p:ph sz="half" idx="1"/>
          </p:nvPr>
        </p:nvSpPr>
        <p:spPr>
          <a:xfrm>
            <a:off x="1676400" y="3651250"/>
            <a:ext cx="10363200" cy="8702676"/>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D4E5FFCF-A66D-1304-0ACF-4F649B340638}"/>
              </a:ext>
            </a:extLst>
          </p:cNvPr>
          <p:cNvSpPr>
            <a:spLocks noGrp="1"/>
          </p:cNvSpPr>
          <p:nvPr>
            <p:ph sz="half" idx="2"/>
          </p:nvPr>
        </p:nvSpPr>
        <p:spPr>
          <a:xfrm>
            <a:off x="12344400" y="3651250"/>
            <a:ext cx="10363200" cy="8702676"/>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8355B6EE-266B-8F1C-959D-B15C7AE62863}"/>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6" name="Marcador de pie de página 5">
            <a:extLst>
              <a:ext uri="{FF2B5EF4-FFF2-40B4-BE49-F238E27FC236}">
                <a16:creationId xmlns:a16="http://schemas.microsoft.com/office/drawing/2014/main" id="{36F2F03B-AC90-9CBE-810A-EEA090062E8C}"/>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6511C358-78A2-C9BA-8348-3FCA3BEF68BC}"/>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31878985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53846F-1DFF-6F5D-0708-BADB4ACEB309}"/>
              </a:ext>
            </a:extLst>
          </p:cNvPr>
          <p:cNvSpPr>
            <a:spLocks noGrp="1"/>
          </p:cNvSpPr>
          <p:nvPr>
            <p:ph type="title"/>
          </p:nvPr>
        </p:nvSpPr>
        <p:spPr>
          <a:xfrm>
            <a:off x="1679576" y="730251"/>
            <a:ext cx="21031200" cy="2651126"/>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C2385884-36B0-2391-B555-43A004FF291C}"/>
              </a:ext>
            </a:extLst>
          </p:cNvPr>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EAE34B09-ACDB-BFAD-D4AF-EA562E2CCE22}"/>
              </a:ext>
            </a:extLst>
          </p:cNvPr>
          <p:cNvSpPr>
            <a:spLocks noGrp="1"/>
          </p:cNvSpPr>
          <p:nvPr>
            <p:ph sz="half" idx="2"/>
          </p:nvPr>
        </p:nvSpPr>
        <p:spPr>
          <a:xfrm>
            <a:off x="1679577" y="5010150"/>
            <a:ext cx="10315574" cy="7369176"/>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3DE37BE7-39F6-8133-07B2-EF23BA72049B}"/>
              </a:ext>
            </a:extLst>
          </p:cNvPr>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A196EDA8-4541-B22E-BE39-DDF8F3C2337C}"/>
              </a:ext>
            </a:extLst>
          </p:cNvPr>
          <p:cNvSpPr>
            <a:spLocks noGrp="1"/>
          </p:cNvSpPr>
          <p:nvPr>
            <p:ph sz="quarter" idx="4"/>
          </p:nvPr>
        </p:nvSpPr>
        <p:spPr>
          <a:xfrm>
            <a:off x="12344400" y="5010150"/>
            <a:ext cx="10366376" cy="7369176"/>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603AE385-AFFD-1BE6-49B7-DB5D07AED626}"/>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8" name="Marcador de pie de página 7">
            <a:extLst>
              <a:ext uri="{FF2B5EF4-FFF2-40B4-BE49-F238E27FC236}">
                <a16:creationId xmlns:a16="http://schemas.microsoft.com/office/drawing/2014/main" id="{BF00EAF5-7B42-8553-32DA-053F358B467E}"/>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FF45F341-2978-E634-BB5E-0981432DA081}"/>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3598406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2C30C94-DB8A-5086-8F8E-0CC57BB993EF}"/>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21EE7250-0842-9436-1097-8E9E7203A987}"/>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4" name="Marcador de pie de página 3">
            <a:extLst>
              <a:ext uri="{FF2B5EF4-FFF2-40B4-BE49-F238E27FC236}">
                <a16:creationId xmlns:a16="http://schemas.microsoft.com/office/drawing/2014/main" id="{C20B7BB6-5BFF-B1B0-392B-FD1CC7ED3895}"/>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AC205400-A096-F7DE-84AA-5050544826B9}"/>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34757706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82F426E-5A9A-95EA-7509-9C0EF51646AE}"/>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3" name="Marcador de pie de página 2">
            <a:extLst>
              <a:ext uri="{FF2B5EF4-FFF2-40B4-BE49-F238E27FC236}">
                <a16:creationId xmlns:a16="http://schemas.microsoft.com/office/drawing/2014/main" id="{0E7EDBB3-EE1F-9C9B-BBE7-A0C5DC1ECDCA}"/>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7A7A5765-35DC-109C-BFEC-C3DDA3F787FF}"/>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31736812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632BD7-031A-ABAB-64CA-38DBFA1D2A49}"/>
              </a:ext>
            </a:extLst>
          </p:cNvPr>
          <p:cNvSpPr>
            <a:spLocks noGrp="1"/>
          </p:cNvSpPr>
          <p:nvPr>
            <p:ph type="title"/>
          </p:nvPr>
        </p:nvSpPr>
        <p:spPr>
          <a:xfrm>
            <a:off x="1679577" y="914400"/>
            <a:ext cx="7864474" cy="3200400"/>
          </a:xfrm>
        </p:spPr>
        <p:txBody>
          <a:bodyPr anchor="b"/>
          <a:lstStyle>
            <a:lvl1pPr>
              <a:defRPr sz="64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396F7B0F-5133-1D97-CFFB-759637F2927F}"/>
              </a:ext>
            </a:extLst>
          </p:cNvPr>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683BA785-4ED9-49A7-8C3A-EA5F43FBA208}"/>
              </a:ext>
            </a:extLst>
          </p:cNvPr>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6946648-EF33-FAC7-A054-8FAC8BBCBFE8}"/>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6" name="Marcador de pie de página 5">
            <a:extLst>
              <a:ext uri="{FF2B5EF4-FFF2-40B4-BE49-F238E27FC236}">
                <a16:creationId xmlns:a16="http://schemas.microsoft.com/office/drawing/2014/main" id="{22C85DC5-DBB8-DA7B-BC5C-393F3866504E}"/>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BA675B3C-3EE0-5636-B300-8BE7ECE6EF82}"/>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10933861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782DE1-8B9D-960F-21A8-39DFD4219180}"/>
              </a:ext>
            </a:extLst>
          </p:cNvPr>
          <p:cNvSpPr>
            <a:spLocks noGrp="1"/>
          </p:cNvSpPr>
          <p:nvPr>
            <p:ph type="title"/>
          </p:nvPr>
        </p:nvSpPr>
        <p:spPr>
          <a:xfrm>
            <a:off x="1679577" y="914400"/>
            <a:ext cx="7864474" cy="3200400"/>
          </a:xfrm>
        </p:spPr>
        <p:txBody>
          <a:bodyPr anchor="b"/>
          <a:lstStyle>
            <a:lvl1pPr>
              <a:defRPr sz="64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37B24A09-3A7D-BA31-00E9-728C52D73200}"/>
              </a:ext>
            </a:extLst>
          </p:cNvPr>
          <p:cNvSpPr>
            <a:spLocks noGrp="1"/>
          </p:cNvSpPr>
          <p:nvPr>
            <p:ph type="pic" idx="1"/>
          </p:nvPr>
        </p:nvSpPr>
        <p:spPr>
          <a:xfrm>
            <a:off x="10366376" y="1974851"/>
            <a:ext cx="12344400" cy="9747250"/>
          </a:xfrm>
        </p:spPr>
        <p:txBody>
          <a:bodyPr/>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endParaRPr lang="es-ES"/>
          </a:p>
        </p:txBody>
      </p:sp>
      <p:sp>
        <p:nvSpPr>
          <p:cNvPr id="4" name="Marcador de texto 3">
            <a:extLst>
              <a:ext uri="{FF2B5EF4-FFF2-40B4-BE49-F238E27FC236}">
                <a16:creationId xmlns:a16="http://schemas.microsoft.com/office/drawing/2014/main" id="{6FF81D9E-96AE-2B14-E370-6060147946E8}"/>
              </a:ext>
            </a:extLst>
          </p:cNvPr>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3F47C3D-4FA2-4552-0935-EB90CFFB0798}"/>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6" name="Marcador de pie de página 5">
            <a:extLst>
              <a:ext uri="{FF2B5EF4-FFF2-40B4-BE49-F238E27FC236}">
                <a16:creationId xmlns:a16="http://schemas.microsoft.com/office/drawing/2014/main" id="{07DB6473-FFF0-21B0-36B5-7D3E107665BD}"/>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E418334-25BE-1249-DF4C-A34F602937D9}"/>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12206139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4EC87D-CA14-279F-A348-519B349A4807}"/>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0C8BF72E-3499-C81C-1666-7BA66F43F602}"/>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139C6C2C-5067-138D-6CE9-8B2043D2F62D}"/>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5" name="Marcador de pie de página 4">
            <a:extLst>
              <a:ext uri="{FF2B5EF4-FFF2-40B4-BE49-F238E27FC236}">
                <a16:creationId xmlns:a16="http://schemas.microsoft.com/office/drawing/2014/main" id="{776E197F-5317-C263-CEC7-C4AB9F215D9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A81506B-B262-D3CE-3E85-B1E3CB997308}"/>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3293684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95A7659-633E-54D0-C93D-4F5A348ED089}"/>
              </a:ext>
            </a:extLst>
          </p:cNvPr>
          <p:cNvSpPr>
            <a:spLocks noGrp="1"/>
          </p:cNvSpPr>
          <p:nvPr>
            <p:ph type="title" orient="vert"/>
          </p:nvPr>
        </p:nvSpPr>
        <p:spPr>
          <a:xfrm>
            <a:off x="17449800" y="730250"/>
            <a:ext cx="5257800" cy="11623676"/>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98C15AA8-B6E5-FA2D-6135-53CDEE2D4C06}"/>
              </a:ext>
            </a:extLst>
          </p:cNvPr>
          <p:cNvSpPr>
            <a:spLocks noGrp="1"/>
          </p:cNvSpPr>
          <p:nvPr>
            <p:ph type="body" orient="vert" idx="1"/>
          </p:nvPr>
        </p:nvSpPr>
        <p:spPr>
          <a:xfrm>
            <a:off x="1676400" y="730250"/>
            <a:ext cx="15468600" cy="11623676"/>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3C9619B-5F37-2E18-3E84-6CF52E023EF4}"/>
              </a:ext>
            </a:extLst>
          </p:cNvPr>
          <p:cNvSpPr>
            <a:spLocks noGrp="1"/>
          </p:cNvSpPr>
          <p:nvPr>
            <p:ph type="dt" sz="half" idx="10"/>
          </p:nvPr>
        </p:nvSpPr>
        <p:spPr/>
        <p:txBody>
          <a:bodyPr/>
          <a:lstStyle/>
          <a:p>
            <a:fld id="{1D0ACFAC-9CCC-4A42-B210-50396F280E79}" type="datetimeFigureOut">
              <a:rPr lang="es-ES" smtClean="0"/>
              <a:t>23/01/2026</a:t>
            </a:fld>
            <a:endParaRPr lang="es-ES"/>
          </a:p>
        </p:txBody>
      </p:sp>
      <p:sp>
        <p:nvSpPr>
          <p:cNvPr id="5" name="Marcador de pie de página 4">
            <a:extLst>
              <a:ext uri="{FF2B5EF4-FFF2-40B4-BE49-F238E27FC236}">
                <a16:creationId xmlns:a16="http://schemas.microsoft.com/office/drawing/2014/main" id="{41137DFD-1BD4-43AF-511B-772D28415EF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4A35D935-5960-CF2A-7ACD-AC2E7AC2C3FE}"/>
              </a:ext>
            </a:extLst>
          </p:cNvPr>
          <p:cNvSpPr>
            <a:spLocks noGrp="1"/>
          </p:cNvSpPr>
          <p:nvPr>
            <p:ph type="sldNum" sz="quarter" idx="12"/>
          </p:nvPr>
        </p:nvSpPr>
        <p:spPr/>
        <p:txBody>
          <a:bodyPr/>
          <a:lstStyle/>
          <a:p>
            <a:fld id="{86CB4B4D-7CA3-9044-876B-883B54F8677D}" type="slidenum">
              <a:rPr lang="es-ES" smtClean="0"/>
              <a:t>‹Nº›</a:t>
            </a:fld>
            <a:endParaRPr lang="es-ES"/>
          </a:p>
        </p:txBody>
      </p:sp>
    </p:spTree>
    <p:extLst>
      <p:ext uri="{BB962C8B-B14F-4D97-AF65-F5344CB8AC3E}">
        <p14:creationId xmlns:p14="http://schemas.microsoft.com/office/powerpoint/2010/main" val="33374953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1">
    <p:spTree>
      <p:nvGrpSpPr>
        <p:cNvPr id="1" name=""/>
        <p:cNvGrpSpPr/>
        <p:nvPr/>
      </p:nvGrpSpPr>
      <p:grpSpPr>
        <a:xfrm>
          <a:off x="0" y="0"/>
          <a:ext cx="0" cy="0"/>
          <a:chOff x="0" y="0"/>
          <a:chExt cx="0" cy="0"/>
        </a:xfrm>
      </p:grpSpPr>
      <p:sp>
        <p:nvSpPr>
          <p:cNvPr id="11" name="Image"/>
          <p:cNvSpPr>
            <a:spLocks noGrp="1"/>
          </p:cNvSpPr>
          <p:nvPr>
            <p:ph type="pic" idx="13"/>
          </p:nvPr>
        </p:nvSpPr>
        <p:spPr>
          <a:xfrm>
            <a:off x="-31725" y="-17873"/>
            <a:ext cx="24447276" cy="13751593"/>
          </a:xfrm>
          <a:prstGeom prst="rect">
            <a:avLst/>
          </a:prstGeom>
          <a:pattFill prst="pct10">
            <a:fgClr>
              <a:schemeClr val="accent6"/>
            </a:fgClr>
            <a:bgClr>
              <a:schemeClr val="accent1">
                <a:lumMod val="60000"/>
                <a:lumOff val="40000"/>
              </a:schemeClr>
            </a:bgClr>
          </a:pattFill>
        </p:spPr>
        <p:txBody>
          <a:bodyPr lIns="91439" tIns="45719" rIns="91439" bIns="45719" anchor="t">
            <a:noAutofit/>
          </a:bodyPr>
          <a:lstStyle/>
          <a:p>
            <a:endParaRPr/>
          </a:p>
        </p:txBody>
      </p:sp>
      <p:sp>
        <p:nvSpPr>
          <p:cNvPr id="12" name="Slide Number"/>
          <p:cNvSpPr txBox="1">
            <a:spLocks noGrp="1"/>
          </p:cNvSpPr>
          <p:nvPr>
            <p:ph type="sldNum" sz="quarter" idx="2"/>
          </p:nvPr>
        </p:nvSpPr>
        <p:spPr>
          <a:prstGeom prst="rect">
            <a:avLst/>
          </a:prstGeom>
        </p:spPr>
        <p:txBody>
          <a:bodyPr/>
          <a:lstStyle/>
          <a:p>
            <a:fld id="{86CB4B4D-7CA3-9044-876B-883B54F8677D}" type="slidenum">
              <a:t>‹Nº›</a:t>
            </a:fld>
            <a:endParaRPr/>
          </a:p>
        </p:txBody>
      </p:sp>
      <p:pic>
        <p:nvPicPr>
          <p:cNvPr id="3" name="Imagen 2">
            <a:extLst>
              <a:ext uri="{FF2B5EF4-FFF2-40B4-BE49-F238E27FC236}">
                <a16:creationId xmlns:a16="http://schemas.microsoft.com/office/drawing/2014/main" id="{08B4977D-2AAA-AE34-25DC-DABDC7F947A4}"/>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1983130" y="1030"/>
            <a:ext cx="1800000" cy="2011097"/>
          </a:xfrm>
          <a:prstGeom prst="rect">
            <a:avLst/>
          </a:prstGeom>
        </p:spPr>
      </p:pic>
    </p:spTree>
    <p:extLst>
      <p:ext uri="{BB962C8B-B14F-4D97-AF65-F5344CB8AC3E}">
        <p14:creationId xmlns:p14="http://schemas.microsoft.com/office/powerpoint/2010/main" val="2898083981"/>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MS 2">
    <p:spTree>
      <p:nvGrpSpPr>
        <p:cNvPr id="1" name=""/>
        <p:cNvGrpSpPr/>
        <p:nvPr/>
      </p:nvGrpSpPr>
      <p:grpSpPr>
        <a:xfrm>
          <a:off x="0" y="0"/>
          <a:ext cx="0" cy="0"/>
          <a:chOff x="0" y="0"/>
          <a:chExt cx="0" cy="0"/>
        </a:xfrm>
      </p:grpSpPr>
      <p:sp>
        <p:nvSpPr>
          <p:cNvPr id="273" name="Slide Number"/>
          <p:cNvSpPr txBox="1">
            <a:spLocks noGrp="1"/>
          </p:cNvSpPr>
          <p:nvPr>
            <p:ph type="sldNum" sz="quarter" idx="2"/>
          </p:nvPr>
        </p:nvSpPr>
        <p:spPr>
          <a:xfrm>
            <a:off x="1260802" y="12416549"/>
            <a:ext cx="501254" cy="558801"/>
          </a:xfrm>
          <a:prstGeom prst="rect">
            <a:avLst/>
          </a:prstGeom>
        </p:spPr>
        <p:txBody>
          <a:bodyPr/>
          <a:lstStyle/>
          <a:p>
            <a:fld id="{86CB4B4D-7CA3-9044-876B-883B54F8677D}" type="slidenum">
              <a:t>‹Nº›</a:t>
            </a:fld>
            <a:endParaRPr/>
          </a:p>
        </p:txBody>
      </p:sp>
    </p:spTree>
    <p:extLst>
      <p:ext uri="{BB962C8B-B14F-4D97-AF65-F5344CB8AC3E}">
        <p14:creationId xmlns:p14="http://schemas.microsoft.com/office/powerpoint/2010/main" val="2079458980"/>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1_31">
    <p:spTree>
      <p:nvGrpSpPr>
        <p:cNvPr id="1" name=""/>
        <p:cNvGrpSpPr/>
        <p:nvPr/>
      </p:nvGrpSpPr>
      <p:grpSpPr>
        <a:xfrm>
          <a:off x="0" y="0"/>
          <a:ext cx="0" cy="0"/>
          <a:chOff x="0" y="0"/>
          <a:chExt cx="0" cy="0"/>
        </a:xfrm>
      </p:grpSpPr>
      <p:sp>
        <p:nvSpPr>
          <p:cNvPr id="3" name="Rectangle">
            <a:extLst>
              <a:ext uri="{FF2B5EF4-FFF2-40B4-BE49-F238E27FC236}">
                <a16:creationId xmlns:a16="http://schemas.microsoft.com/office/drawing/2014/main" id="{8C0003CE-4280-E2C6-0CD7-236E8D5328A5}"/>
              </a:ext>
            </a:extLst>
          </p:cNvPr>
          <p:cNvSpPr/>
          <p:nvPr userDrawn="1"/>
        </p:nvSpPr>
        <p:spPr>
          <a:xfrm>
            <a:off x="-1" y="0"/>
            <a:ext cx="24384001" cy="13716001"/>
          </a:xfrm>
          <a:prstGeom prst="rect">
            <a:avLst/>
          </a:prstGeom>
          <a:solidFill>
            <a:srgbClr val="00B0F6"/>
          </a:solidFill>
          <a:ln w="12700">
            <a:miter lim="400000"/>
          </a:ln>
        </p:spPr>
        <p:txBody>
          <a:bodyPr lIns="0" tIns="0" rIns="0" bIns="0" anchor="t"/>
          <a:lstStyle/>
          <a:p>
            <a:pPr algn="ctr">
              <a:lnSpc>
                <a:spcPct val="100000"/>
              </a:lnSpc>
              <a:defRPr sz="3200">
                <a:solidFill>
                  <a:srgbClr val="FFFFFF"/>
                </a:solidFill>
              </a:defRPr>
            </a:pPr>
            <a:endParaRPr dirty="0"/>
          </a:p>
        </p:txBody>
      </p:sp>
      <p:sp>
        <p:nvSpPr>
          <p:cNvPr id="244" name="Slide Number"/>
          <p:cNvSpPr txBox="1">
            <a:spLocks noGrp="1"/>
          </p:cNvSpPr>
          <p:nvPr>
            <p:ph type="sldNum" sz="quarter" idx="2"/>
          </p:nvPr>
        </p:nvSpPr>
        <p:spPr>
          <a:xfrm>
            <a:off x="1010175" y="12416549"/>
            <a:ext cx="501254" cy="558801"/>
          </a:xfrm>
          <a:prstGeom prst="rect">
            <a:avLst/>
          </a:prstGeom>
        </p:spPr>
        <p:txBody>
          <a:bodyPr/>
          <a:lstStyle/>
          <a:p>
            <a:fld id="{86CB4B4D-7CA3-9044-876B-883B54F8677D}" type="slidenum">
              <a:t>‹Nº›</a:t>
            </a:fld>
            <a:endParaRPr/>
          </a:p>
        </p:txBody>
      </p:sp>
    </p:spTree>
    <p:extLst>
      <p:ext uri="{BB962C8B-B14F-4D97-AF65-F5344CB8AC3E}">
        <p14:creationId xmlns:p14="http://schemas.microsoft.com/office/powerpoint/2010/main" val="832968991"/>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userDrawn="1">
  <p:cSld name="MS 4">
    <p:spTree>
      <p:nvGrpSpPr>
        <p:cNvPr id="1" name=""/>
        <p:cNvGrpSpPr/>
        <p:nvPr/>
      </p:nvGrpSpPr>
      <p:grpSpPr>
        <a:xfrm>
          <a:off x="0" y="0"/>
          <a:ext cx="0" cy="0"/>
          <a:chOff x="0" y="0"/>
          <a:chExt cx="0" cy="0"/>
        </a:xfrm>
      </p:grpSpPr>
      <p:sp>
        <p:nvSpPr>
          <p:cNvPr id="284" name="Slide Number"/>
          <p:cNvSpPr txBox="1">
            <a:spLocks noGrp="1"/>
          </p:cNvSpPr>
          <p:nvPr>
            <p:ph type="sldNum" sz="quarter" idx="2"/>
          </p:nvPr>
        </p:nvSpPr>
        <p:spPr>
          <a:xfrm>
            <a:off x="1232425" y="12416549"/>
            <a:ext cx="501254" cy="558801"/>
          </a:xfrm>
          <a:prstGeom prst="rect">
            <a:avLst/>
          </a:prstGeom>
        </p:spPr>
        <p:txBody>
          <a:bodyPr/>
          <a:lstStyle/>
          <a:p>
            <a:fld id="{86CB4B4D-7CA3-9044-876B-883B54F8677D}" type="slidenum">
              <a:t>‹Nº›</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MS 5">
    <p:spTree>
      <p:nvGrpSpPr>
        <p:cNvPr id="1" name=""/>
        <p:cNvGrpSpPr/>
        <p:nvPr/>
      </p:nvGrpSpPr>
      <p:grpSpPr>
        <a:xfrm>
          <a:off x="0" y="0"/>
          <a:ext cx="0" cy="0"/>
          <a:chOff x="0" y="0"/>
          <a:chExt cx="0" cy="0"/>
        </a:xfrm>
      </p:grpSpPr>
      <p:sp>
        <p:nvSpPr>
          <p:cNvPr id="3" name="Slide Number">
            <a:extLst>
              <a:ext uri="{FF2B5EF4-FFF2-40B4-BE49-F238E27FC236}">
                <a16:creationId xmlns:a16="http://schemas.microsoft.com/office/drawing/2014/main" id="{BEB3FBF1-CD5E-4F3C-B466-0B18514BDF0C}"/>
              </a:ext>
            </a:extLst>
          </p:cNvPr>
          <p:cNvSpPr txBox="1">
            <a:spLocks noGrp="1"/>
          </p:cNvSpPr>
          <p:nvPr>
            <p:ph type="sldNum" sz="quarter" idx="2"/>
          </p:nvPr>
        </p:nvSpPr>
        <p:spPr>
          <a:xfrm>
            <a:off x="1260802" y="12399397"/>
            <a:ext cx="501254" cy="558801"/>
          </a:xfrm>
          <a:prstGeom prst="rect">
            <a:avLst/>
          </a:prstGeom>
        </p:spPr>
        <p:txBody>
          <a:bodyPr/>
          <a:lstStyle/>
          <a:p>
            <a:fld id="{86CB4B4D-7CA3-9044-876B-883B54F8677D}" type="slidenum">
              <a:t>‹Nº›</a:t>
            </a:fld>
            <a:endParaRPr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MS 6">
    <p:spTree>
      <p:nvGrpSpPr>
        <p:cNvPr id="1" name=""/>
        <p:cNvGrpSpPr/>
        <p:nvPr/>
      </p:nvGrpSpPr>
      <p:grpSpPr>
        <a:xfrm>
          <a:off x="0" y="0"/>
          <a:ext cx="0" cy="0"/>
          <a:chOff x="0" y="0"/>
          <a:chExt cx="0" cy="0"/>
        </a:xfrm>
      </p:grpSpPr>
      <p:sp>
        <p:nvSpPr>
          <p:cNvPr id="304" name="Slide Number"/>
          <p:cNvSpPr txBox="1">
            <a:spLocks noGrp="1"/>
          </p:cNvSpPr>
          <p:nvPr>
            <p:ph type="sldNum" sz="quarter" idx="2"/>
          </p:nvPr>
        </p:nvSpPr>
        <p:spPr>
          <a:xfrm>
            <a:off x="1260802" y="12416549"/>
            <a:ext cx="501254" cy="558801"/>
          </a:xfrm>
          <a:prstGeom prst="rect">
            <a:avLst/>
          </a:prstGeom>
        </p:spPr>
        <p:txBody>
          <a:bodyPr/>
          <a:lstStyle/>
          <a:p>
            <a:fld id="{86CB4B4D-7CA3-9044-876B-883B54F8677D}" type="slidenum">
              <a:t>‹Nº›</a:t>
            </a:fld>
            <a:endParaRPr/>
          </a:p>
        </p:txBody>
      </p:sp>
      <p:sp>
        <p:nvSpPr>
          <p:cNvPr id="305" name="CONTACT">
            <a:hlinkClick r:id="" action="ppaction://noaction"/>
          </p:cNvPr>
          <p:cNvSpPr txBox="1">
            <a:spLocks noGrp="1"/>
          </p:cNvSpPr>
          <p:nvPr>
            <p:ph type="body" sz="quarter" idx="13"/>
          </p:nvPr>
        </p:nvSpPr>
        <p:spPr>
          <a:xfrm>
            <a:off x="18457825" y="976391"/>
            <a:ext cx="1201015" cy="292101"/>
          </a:xfrm>
          <a:prstGeom prst="rect">
            <a:avLst/>
          </a:prstGeom>
        </p:spPr>
        <p:txBody>
          <a:bodyPr>
            <a:spAutoFit/>
          </a:bodyPr>
          <a:lstStyle>
            <a:lvl1pPr marL="0" indent="0" algn="ctr">
              <a:lnSpc>
                <a:spcPct val="90000"/>
              </a:lnSpc>
              <a:spcBef>
                <a:spcPts val="0"/>
              </a:spcBef>
              <a:buSzTx/>
              <a:buNone/>
              <a:defRPr sz="1200" spc="300">
                <a:latin typeface="Lato Bold"/>
                <a:ea typeface="Lato Bold"/>
                <a:cs typeface="Lato Bold"/>
                <a:sym typeface="Lato Bold"/>
              </a:defRPr>
            </a:lvl1pPr>
          </a:lstStyle>
          <a:p>
            <a:r>
              <a:t>CONTACT</a:t>
            </a:r>
          </a:p>
        </p:txBody>
      </p:sp>
      <p:sp>
        <p:nvSpPr>
          <p:cNvPr id="306" name="SERVICE">
            <a:hlinkClick r:id="" action="ppaction://noaction"/>
          </p:cNvPr>
          <p:cNvSpPr txBox="1">
            <a:spLocks noGrp="1"/>
          </p:cNvSpPr>
          <p:nvPr>
            <p:ph type="body" sz="quarter" idx="14"/>
          </p:nvPr>
        </p:nvSpPr>
        <p:spPr>
          <a:xfrm>
            <a:off x="16933362" y="976391"/>
            <a:ext cx="1201014" cy="292101"/>
          </a:xfrm>
          <a:prstGeom prst="rect">
            <a:avLst/>
          </a:prstGeom>
        </p:spPr>
        <p:txBody>
          <a:bodyPr>
            <a:spAutoFit/>
          </a:bodyPr>
          <a:lstStyle>
            <a:lvl1pPr marL="0" indent="0" algn="ctr">
              <a:lnSpc>
                <a:spcPct val="90000"/>
              </a:lnSpc>
              <a:spcBef>
                <a:spcPts val="0"/>
              </a:spcBef>
              <a:buSzTx/>
              <a:buNone/>
              <a:defRPr sz="1200" spc="300">
                <a:latin typeface="Lato Bold"/>
                <a:ea typeface="Lato Bold"/>
                <a:cs typeface="Lato Bold"/>
                <a:sym typeface="Lato Bold"/>
              </a:defRPr>
            </a:lvl1pPr>
          </a:lstStyle>
          <a:p>
            <a:r>
              <a:t>SERVICE</a:t>
            </a:r>
          </a:p>
        </p:txBody>
      </p:sp>
      <p:sp>
        <p:nvSpPr>
          <p:cNvPr id="307" name="TEAM">
            <a:hlinkClick r:id="" action="ppaction://noaction"/>
          </p:cNvPr>
          <p:cNvSpPr txBox="1">
            <a:spLocks noGrp="1"/>
          </p:cNvSpPr>
          <p:nvPr>
            <p:ph type="body" sz="quarter" idx="15"/>
          </p:nvPr>
        </p:nvSpPr>
        <p:spPr>
          <a:xfrm>
            <a:off x="15408896" y="976391"/>
            <a:ext cx="1201015" cy="292101"/>
          </a:xfrm>
          <a:prstGeom prst="rect">
            <a:avLst/>
          </a:prstGeom>
        </p:spPr>
        <p:txBody>
          <a:bodyPr>
            <a:spAutoFit/>
          </a:bodyPr>
          <a:lstStyle>
            <a:lvl1pPr marL="0" indent="0" algn="ctr">
              <a:lnSpc>
                <a:spcPct val="90000"/>
              </a:lnSpc>
              <a:spcBef>
                <a:spcPts val="0"/>
              </a:spcBef>
              <a:buSzTx/>
              <a:buNone/>
              <a:defRPr sz="1200" spc="300">
                <a:latin typeface="Lato Bold"/>
                <a:ea typeface="Lato Bold"/>
                <a:cs typeface="Lato Bold"/>
                <a:sym typeface="Lato Bold"/>
              </a:defRPr>
            </a:lvl1pPr>
          </a:lstStyle>
          <a:p>
            <a:r>
              <a:t>TEAM</a:t>
            </a:r>
          </a:p>
        </p:txBody>
      </p:sp>
      <p:sp>
        <p:nvSpPr>
          <p:cNvPr id="308" name="ABOUT US">
            <a:hlinkClick r:id="" action="ppaction://noaction"/>
          </p:cNvPr>
          <p:cNvSpPr txBox="1">
            <a:spLocks noGrp="1"/>
          </p:cNvSpPr>
          <p:nvPr>
            <p:ph type="body" sz="quarter" idx="16"/>
          </p:nvPr>
        </p:nvSpPr>
        <p:spPr>
          <a:xfrm>
            <a:off x="13950961" y="976391"/>
            <a:ext cx="1201014" cy="292101"/>
          </a:xfrm>
          <a:prstGeom prst="rect">
            <a:avLst/>
          </a:prstGeom>
        </p:spPr>
        <p:txBody>
          <a:bodyPr>
            <a:spAutoFit/>
          </a:bodyPr>
          <a:lstStyle>
            <a:lvl1pPr marL="0" indent="0" algn="ctr">
              <a:lnSpc>
                <a:spcPct val="90000"/>
              </a:lnSpc>
              <a:spcBef>
                <a:spcPts val="0"/>
              </a:spcBef>
              <a:buSzTx/>
              <a:buNone/>
              <a:defRPr sz="1200" spc="300">
                <a:latin typeface="Lato Bold"/>
                <a:ea typeface="Lato Bold"/>
                <a:cs typeface="Lato Bold"/>
                <a:sym typeface="Lato Bold"/>
              </a:defRPr>
            </a:lvl1pPr>
          </a:lstStyle>
          <a:p>
            <a:r>
              <a:t>ABOUT US</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MS 7">
    <p:spTree>
      <p:nvGrpSpPr>
        <p:cNvPr id="1" name=""/>
        <p:cNvGrpSpPr/>
        <p:nvPr/>
      </p:nvGrpSpPr>
      <p:grpSpPr>
        <a:xfrm>
          <a:off x="0" y="0"/>
          <a:ext cx="0" cy="0"/>
          <a:chOff x="0" y="0"/>
          <a:chExt cx="0" cy="0"/>
        </a:xfrm>
      </p:grpSpPr>
      <p:sp>
        <p:nvSpPr>
          <p:cNvPr id="318" name="Slide Number"/>
          <p:cNvSpPr txBox="1">
            <a:spLocks noGrp="1"/>
          </p:cNvSpPr>
          <p:nvPr>
            <p:ph type="sldNum" sz="quarter" idx="2"/>
          </p:nvPr>
        </p:nvSpPr>
        <p:spPr>
          <a:xfrm>
            <a:off x="1232425" y="12416549"/>
            <a:ext cx="501254" cy="558801"/>
          </a:xfrm>
          <a:prstGeom prst="rect">
            <a:avLst/>
          </a:prstGeom>
        </p:spPr>
        <p:txBody>
          <a:bodyPr/>
          <a:lstStyle/>
          <a:p>
            <a:fld id="{86CB4B4D-7CA3-9044-876B-883B54F8677D}" type="slidenum">
              <a:t>‹Nº›</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userDrawn="1">
  <p:cSld name="MS 8">
    <p:spTree>
      <p:nvGrpSpPr>
        <p:cNvPr id="1" name=""/>
        <p:cNvGrpSpPr/>
        <p:nvPr/>
      </p:nvGrpSpPr>
      <p:grpSpPr>
        <a:xfrm>
          <a:off x="0" y="0"/>
          <a:ext cx="0" cy="0"/>
          <a:chOff x="0" y="0"/>
          <a:chExt cx="0" cy="0"/>
        </a:xfrm>
      </p:grpSpPr>
      <p:sp>
        <p:nvSpPr>
          <p:cNvPr id="329" name="Slide Number"/>
          <p:cNvSpPr txBox="1">
            <a:spLocks noGrp="1"/>
          </p:cNvSpPr>
          <p:nvPr>
            <p:ph type="sldNum" sz="quarter" idx="2"/>
          </p:nvPr>
        </p:nvSpPr>
        <p:spPr>
          <a:xfrm>
            <a:off x="1260802" y="12416549"/>
            <a:ext cx="501254" cy="558801"/>
          </a:xfrm>
          <a:prstGeom prst="rect">
            <a:avLst/>
          </a:prstGeom>
        </p:spPr>
        <p:txBody>
          <a:bodyPr/>
          <a:lstStyle/>
          <a:p>
            <a:fld id="{86CB4B4D-7CA3-9044-876B-883B54F8677D}" type="slidenum">
              <a:t>‹Nº›</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1.jpe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E9E082AC-3E74-7792-24F5-3912BD4250F0}"/>
              </a:ext>
            </a:extLst>
          </p:cNvPr>
          <p:cNvSpPr>
            <a:spLocks noGrp="1"/>
          </p:cNvSpPr>
          <p:nvPr>
            <p:ph type="title"/>
          </p:nvPr>
        </p:nvSpPr>
        <p:spPr>
          <a:xfrm>
            <a:off x="1676400" y="730251"/>
            <a:ext cx="21031200" cy="2651126"/>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479ED581-920D-1BF9-17CF-2A757A292F97}"/>
              </a:ext>
            </a:extLst>
          </p:cNvPr>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5400013-B98F-B2D8-2D83-4A259DBCE766}"/>
              </a:ext>
            </a:extLst>
          </p:cNvPr>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1D0ACFAC-9CCC-4A42-B210-50396F280E79}" type="datetimeFigureOut">
              <a:rPr lang="es-ES" smtClean="0"/>
              <a:t>23/01/2026</a:t>
            </a:fld>
            <a:endParaRPr lang="es-ES"/>
          </a:p>
        </p:txBody>
      </p:sp>
      <p:sp>
        <p:nvSpPr>
          <p:cNvPr id="5" name="Marcador de pie de página 4">
            <a:extLst>
              <a:ext uri="{FF2B5EF4-FFF2-40B4-BE49-F238E27FC236}">
                <a16:creationId xmlns:a16="http://schemas.microsoft.com/office/drawing/2014/main" id="{8EC2B3CE-F2C5-607D-1A7C-43ABC224579D}"/>
              </a:ext>
            </a:extLst>
          </p:cNvPr>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6ADC79AD-F459-ABD5-7E98-288A6F8638B6}"/>
              </a:ext>
            </a:extLst>
          </p:cNvPr>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82000"/>
                  </a:schemeClr>
                </a:solidFill>
              </a:defRPr>
            </a:lvl1pPr>
          </a:lstStyle>
          <a:p>
            <a:fld id="{86CB4B4D-7CA3-9044-876B-883B54F8677D}" type="slidenum">
              <a:rPr lang="es-ES" smtClean="0"/>
              <a:t>‹Nº›</a:t>
            </a:fld>
            <a:endParaRPr lang="es-ES"/>
          </a:p>
        </p:txBody>
      </p:sp>
      <p:pic>
        <p:nvPicPr>
          <p:cNvPr id="7" name="Imagen 6">
            <a:extLst>
              <a:ext uri="{FF2B5EF4-FFF2-40B4-BE49-F238E27FC236}">
                <a16:creationId xmlns:a16="http://schemas.microsoft.com/office/drawing/2014/main" id="{E7C0AA1B-40B3-0CDB-EE11-F83818EAEF90}"/>
              </a:ext>
            </a:extLst>
          </p:cNvPr>
          <p:cNvPicPr>
            <a:picLocks noChangeAspect="1"/>
          </p:cNvPicPr>
          <p:nvPr userDrawn="1"/>
        </p:nvPicPr>
        <p:blipFill>
          <a:blip r:embed="rId21" cstate="print">
            <a:extLst>
              <a:ext uri="{28A0092B-C50C-407E-A947-70E740481C1C}">
                <a14:useLocalDpi xmlns:a14="http://schemas.microsoft.com/office/drawing/2010/main" val="0"/>
              </a:ext>
            </a:extLst>
          </a:blip>
          <a:srcRect/>
          <a:stretch/>
        </p:blipFill>
        <p:spPr>
          <a:xfrm>
            <a:off x="21997197" y="1033"/>
            <a:ext cx="1800000" cy="2011097"/>
          </a:xfrm>
          <a:prstGeom prst="rect">
            <a:avLst/>
          </a:prstGeom>
        </p:spPr>
      </p:pic>
    </p:spTree>
    <p:extLst>
      <p:ext uri="{BB962C8B-B14F-4D97-AF65-F5344CB8AC3E}">
        <p14:creationId xmlns:p14="http://schemas.microsoft.com/office/powerpoint/2010/main" val="758938726"/>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678" r:id="rId15"/>
    <p:sldLayoutId id="2147483679" r:id="rId16"/>
    <p:sldLayoutId id="2147483680" r:id="rId17"/>
    <p:sldLayoutId id="2147483681" r:id="rId18"/>
    <p:sldLayoutId id="2147483682" r:id="rId19"/>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s-E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3.jpg"/><Relationship Id="rId1" Type="http://schemas.openxmlformats.org/officeDocument/2006/relationships/slideLayout" Target="../slideLayouts/slideLayout1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3.jpg"/></Relationships>
</file>

<file path=ppt/slides/_rels/slide9.xml.rels><?xml version="1.0" encoding="UTF-8" standalone="yes"?>
<Relationships xmlns="http://schemas.openxmlformats.org/package/2006/relationships"><Relationship Id="rId3" Type="http://schemas.openxmlformats.org/officeDocument/2006/relationships/hyperlink" Target="https://es.wikipedia.org/wiki/Malware" TargetMode="External"/><Relationship Id="rId2" Type="http://schemas.openxmlformats.org/officeDocument/2006/relationships/notesSlide" Target="../notesSlides/notesSlide6.xml"/><Relationship Id="rId1" Type="http://schemas.openxmlformats.org/officeDocument/2006/relationships/slideLayout" Target="../slideLayouts/slideLayout13.xml"/><Relationship Id="rId5" Type="http://schemas.openxmlformats.org/officeDocument/2006/relationships/image" Target="../media/image3.jpg"/><Relationship Id="rId4" Type="http://schemas.openxmlformats.org/officeDocument/2006/relationships/image" Target="../media/image6.jpeg"/></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7.jpg"/></Relationships>
</file>

<file path=ppt/slides/_rels/slide11.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hyperlink" Target="https://es.wikipedia.org/wiki/Virus_inform%C3%A1tico#cite_note-1" TargetMode="External"/><Relationship Id="rId7" Type="http://schemas.openxmlformats.org/officeDocument/2006/relationships/hyperlink" Target="https://es.wikipedia.org/wiki/Datos" TargetMode="External"/><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hyperlink" Target="https://es.wikipedia.org/wiki/C%C3%B3digo_objeto" TargetMode="External"/><Relationship Id="rId5" Type="http://schemas.openxmlformats.org/officeDocument/2006/relationships/hyperlink" Target="https://es.wikipedia.org/wiki/Ejecutable" TargetMode="External"/><Relationship Id="rId4" Type="http://schemas.openxmlformats.org/officeDocument/2006/relationships/hyperlink" Target="https://es.wikipedia.org/wiki/Software" TargetMode="External"/><Relationship Id="rId9" Type="http://schemas.openxmlformats.org/officeDocument/2006/relationships/image" Target="../media/image3.jpg"/></Relationships>
</file>

<file path=ppt/slides/_rels/slide1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3.jp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3.jpg"/></Relationships>
</file>

<file path=ppt/slides/_rels/slide1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2.xml"/><Relationship Id="rId1" Type="http://schemas.openxmlformats.org/officeDocument/2006/relationships/slideLayout" Target="../slideLayouts/slideLayout13.xml"/><Relationship Id="rId5" Type="http://schemas.openxmlformats.org/officeDocument/2006/relationships/image" Target="../media/image3.jp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image" Target="../media/image3.jpg"/><Relationship Id="rId3" Type="http://schemas.openxmlformats.org/officeDocument/2006/relationships/image" Target="../media/image12.png"/><Relationship Id="rId7" Type="http://schemas.openxmlformats.org/officeDocument/2006/relationships/image" Target="../media/image16.jp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15.jpg"/><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3.jp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3.jpeg"/></Relationships>
</file>

<file path=ppt/slides/_rels/slide2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6.xml"/><Relationship Id="rId1" Type="http://schemas.openxmlformats.org/officeDocument/2006/relationships/slideLayout" Target="../slideLayouts/slideLayout13.xml"/><Relationship Id="rId4" Type="http://schemas.openxmlformats.org/officeDocument/2006/relationships/image" Target="../media/image24.jpeg"/></Relationships>
</file>

<file path=ppt/slides/_rels/slide2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5.jp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9.xml"/><Relationship Id="rId1" Type="http://schemas.openxmlformats.org/officeDocument/2006/relationships/slideLayout" Target="../slideLayouts/slideLayout13.xml"/><Relationship Id="rId5" Type="http://schemas.openxmlformats.org/officeDocument/2006/relationships/image" Target="../media/image3.jpg"/><Relationship Id="rId4" Type="http://schemas.openxmlformats.org/officeDocument/2006/relationships/image" Target="../media/image29.png"/></Relationships>
</file>

<file path=ppt/slides/_rels/slide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13.xml"/><Relationship Id="rId4" Type="http://schemas.openxmlformats.org/officeDocument/2006/relationships/image" Target="../media/image3.jpg"/></Relationships>
</file>

<file path=ppt/slides/_rels/slide3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1.png"/><Relationship Id="rId1" Type="http://schemas.openxmlformats.org/officeDocument/2006/relationships/slideLayout" Target="../slideLayouts/slideLayout13.xml"/><Relationship Id="rId4" Type="http://schemas.openxmlformats.org/officeDocument/2006/relationships/image" Target="../media/image3.jpg"/></Relationships>
</file>

<file path=ppt/slides/_rels/slide35.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hyperlink" Target="https://www.osi.es/es/actualidad/blog/2021/02/05/suplantacion-de-identidad-y-secuestro-de-cuentas-como-actuar" TargetMode="External"/><Relationship Id="rId1" Type="http://schemas.openxmlformats.org/officeDocument/2006/relationships/slideLayout" Target="../slideLayouts/slideLayout13.xml"/><Relationship Id="rId4" Type="http://schemas.openxmlformats.org/officeDocument/2006/relationships/image" Target="../media/image3.jpg"/></Relationships>
</file>

<file path=ppt/slides/_rels/slide3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34.jpg"/><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3" Type="http://schemas.openxmlformats.org/officeDocument/2006/relationships/hyperlink" Target="https://administracionelectronica.gob.es/pae_Home/pae_Actualidad/pae_Noticias/Anio2022/Noviembre/Noticia-2022-11-04-Informe-Panorama-Amenazas-ciberseguridad-2022.html#.ZDvje_ZBxD8" TargetMode="External"/><Relationship Id="rId2" Type="http://schemas.openxmlformats.org/officeDocument/2006/relationships/image" Target="../media/image35.jpg"/><Relationship Id="rId1" Type="http://schemas.openxmlformats.org/officeDocument/2006/relationships/slideLayout" Target="../slideLayouts/slideLayout13.xml"/><Relationship Id="rId4" Type="http://schemas.openxmlformats.org/officeDocument/2006/relationships/image" Target="../media/image3.jpg"/></Relationships>
</file>

<file path=ppt/slides/_rels/slide3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3" Type="http://schemas.openxmlformats.org/officeDocument/2006/relationships/hyperlink" Target="https://cybermap.kaspersky.com/" TargetMode="External"/><Relationship Id="rId2" Type="http://schemas.openxmlformats.org/officeDocument/2006/relationships/image" Target="../media/image40.png"/><Relationship Id="rId1" Type="http://schemas.openxmlformats.org/officeDocument/2006/relationships/slideLayout" Target="../slideLayouts/slideLayout13.xml"/><Relationship Id="rId4" Type="http://schemas.openxmlformats.org/officeDocument/2006/relationships/image" Target="../media/image3.jpg"/></Relationships>
</file>

<file path=ppt/slides/_rels/slide4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41.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2" name="Google Shape;135;p8" descr="Cómo protegerse de los virus, piratas informáticos y demás ataques? |  Tecnología - ComputerHoy.com">
            <a:extLst>
              <a:ext uri="{FF2B5EF4-FFF2-40B4-BE49-F238E27FC236}">
                <a16:creationId xmlns:a16="http://schemas.microsoft.com/office/drawing/2014/main" id="{3A387F75-C8A0-B96F-5701-A37BC92859C6}"/>
              </a:ext>
            </a:extLst>
          </p:cNvPr>
          <p:cNvPicPr preferRelativeResize="0"/>
          <p:nvPr/>
        </p:nvPicPr>
        <p:blipFill rotWithShape="1">
          <a:blip r:embed="rId3">
            <a:alphaModFix/>
          </a:blip>
          <a:srcRect/>
          <a:stretch/>
        </p:blipFill>
        <p:spPr>
          <a:xfrm>
            <a:off x="0" y="0"/>
            <a:ext cx="24384000" cy="13726003"/>
          </a:xfrm>
          <a:prstGeom prst="rect">
            <a:avLst/>
          </a:prstGeom>
          <a:noFill/>
          <a:ln>
            <a:noFill/>
          </a:ln>
        </p:spPr>
      </p:pic>
      <p:sp>
        <p:nvSpPr>
          <p:cNvPr id="351" name="Créatif."/>
          <p:cNvSpPr txBox="1"/>
          <p:nvPr/>
        </p:nvSpPr>
        <p:spPr>
          <a:xfrm>
            <a:off x="5196405" y="5448062"/>
            <a:ext cx="13550582" cy="2790957"/>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3500000" scaled="1"/>
            <a:tileRect/>
          </a:gra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b">
            <a:spAutoFit/>
          </a:bodyPr>
          <a:lstStyle>
            <a:lvl1pPr>
              <a:lnSpc>
                <a:spcPct val="70000"/>
              </a:lnSpc>
              <a:defRPr sz="17700" spc="-531">
                <a:solidFill>
                  <a:schemeClr val="accent6">
                    <a:hueOff val="-400000"/>
                    <a:satOff val="49285"/>
                    <a:lumOff val="5294"/>
                  </a:schemeClr>
                </a:solidFill>
                <a:latin typeface="+mj-lt"/>
                <a:ea typeface="+mj-ea"/>
                <a:cs typeface="+mj-cs"/>
                <a:sym typeface="Open Sans Bold"/>
              </a:defRPr>
            </a:lvl1pPr>
          </a:lstStyle>
          <a:p>
            <a:pPr algn="ctr"/>
            <a:r>
              <a:rPr lang="es-ES" sz="12000" dirty="0">
                <a:solidFill>
                  <a:schemeClr val="tx1"/>
                </a:solidFill>
              </a:rPr>
              <a:t>TALLER DE CIBERSEGURIDAD:</a:t>
            </a:r>
          </a:p>
        </p:txBody>
      </p:sp>
      <p:sp>
        <p:nvSpPr>
          <p:cNvPr id="5" name="© 2020 Créatif,…">
            <a:extLst>
              <a:ext uri="{FF2B5EF4-FFF2-40B4-BE49-F238E27FC236}">
                <a16:creationId xmlns:a16="http://schemas.microsoft.com/office/drawing/2014/main" id="{66B8E8E2-D4ED-8514-F760-9B91E7FE1C27}"/>
              </a:ext>
            </a:extLst>
          </p:cNvPr>
          <p:cNvSpPr txBox="1"/>
          <p:nvPr/>
        </p:nvSpPr>
        <p:spPr>
          <a:xfrm>
            <a:off x="2772808" y="7539877"/>
            <a:ext cx="14810653" cy="9335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0" tIns="50800" rIns="50800" bIns="50800" anchor="t">
            <a:spAutoFit/>
          </a:bodyPr>
          <a:lstStyle/>
          <a:p>
            <a:pPr>
              <a:lnSpc>
                <a:spcPct val="100000"/>
              </a:lnSpc>
              <a:defRPr>
                <a:solidFill>
                  <a:schemeClr val="accent5">
                    <a:hueOff val="68066"/>
                    <a:satOff val="54029"/>
                    <a:lumOff val="16274"/>
                  </a:schemeClr>
                </a:solidFill>
              </a:defRPr>
            </a:pPr>
            <a:endParaRPr sz="5400" dirty="0">
              <a:latin typeface="Open Sans" panose="020B0606030504020204" pitchFamily="34" charset="0"/>
              <a:ea typeface="Open Sans" panose="020B0606030504020204" pitchFamily="34" charset="0"/>
              <a:cs typeface="Open Sans" panose="020B0606030504020204" pitchFamily="34" charset="0"/>
            </a:endParaRPr>
          </a:p>
        </p:txBody>
      </p:sp>
      <p:sp>
        <p:nvSpPr>
          <p:cNvPr id="3" name="Welcome Slide">
            <a:extLst>
              <a:ext uri="{FF2B5EF4-FFF2-40B4-BE49-F238E27FC236}">
                <a16:creationId xmlns:a16="http://schemas.microsoft.com/office/drawing/2014/main" id="{07E4E141-ADD2-6BE1-1B42-24436F5D8AA8}"/>
              </a:ext>
            </a:extLst>
          </p:cNvPr>
          <p:cNvSpPr txBox="1"/>
          <p:nvPr/>
        </p:nvSpPr>
        <p:spPr>
          <a:xfrm>
            <a:off x="5219700" y="11867611"/>
            <a:ext cx="13944600" cy="1498295"/>
          </a:xfrm>
          <a:prstGeom prst="rect">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3500000" scaled="1"/>
            <a:tileRect/>
          </a:gra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anchor="b">
            <a:spAutoFit/>
          </a:bodyPr>
          <a:lstStyle>
            <a:defPPr>
              <a:defRPr lang="es-ES"/>
            </a:defPPr>
            <a:lvl1pPr algn="ctr">
              <a:lnSpc>
                <a:spcPct val="70000"/>
              </a:lnSpc>
              <a:defRPr sz="12000" spc="-531">
                <a:latin typeface="+mj-lt"/>
                <a:ea typeface="+mj-ea"/>
                <a:cs typeface="+mj-cs"/>
              </a:defRPr>
            </a:lvl1pPr>
          </a:lstStyle>
          <a:p>
            <a:r>
              <a:rPr lang="es-ES" dirty="0"/>
              <a:t>Alberto Ruiz Rodríguez</a:t>
            </a:r>
            <a:endParaRPr dirty="0"/>
          </a:p>
        </p:txBody>
      </p:sp>
    </p:spTree>
    <p:extLst>
      <p:ext uri="{BB962C8B-B14F-4D97-AF65-F5344CB8AC3E}">
        <p14:creationId xmlns:p14="http://schemas.microsoft.com/office/powerpoint/2010/main" val="1395634490"/>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Google Shape;135;p8" descr="Cómo protegerse de los virus, piratas informáticos y demás ataques? |  Tecnología - ComputerHoy.com">
            <a:extLst>
              <a:ext uri="{FF2B5EF4-FFF2-40B4-BE49-F238E27FC236}">
                <a16:creationId xmlns:a16="http://schemas.microsoft.com/office/drawing/2014/main" id="{08C1A82D-FB68-FB6A-5677-3E23660D15C7}"/>
              </a:ext>
            </a:extLst>
          </p:cNvPr>
          <p:cNvPicPr preferRelativeResize="0"/>
          <p:nvPr/>
        </p:nvPicPr>
        <p:blipFill rotWithShape="1">
          <a:blip r:embed="rId2">
            <a:alphaModFix/>
          </a:blip>
          <a:srcRect/>
          <a:stretch/>
        </p:blipFill>
        <p:spPr>
          <a:xfrm>
            <a:off x="0" y="0"/>
            <a:ext cx="24384000" cy="13726003"/>
          </a:xfrm>
          <a:prstGeom prst="rect">
            <a:avLst/>
          </a:prstGeom>
          <a:noFill/>
          <a:ln>
            <a:noFill/>
          </a:ln>
        </p:spPr>
      </p:pic>
      <p:graphicFrame>
        <p:nvGraphicFramePr>
          <p:cNvPr id="5" name="Título 1">
            <a:extLst>
              <a:ext uri="{FF2B5EF4-FFF2-40B4-BE49-F238E27FC236}">
                <a16:creationId xmlns:a16="http://schemas.microsoft.com/office/drawing/2014/main" id="{FEB75D8E-FAA1-DABD-8BA0-2960A9020B6E}"/>
              </a:ext>
            </a:extLst>
          </p:cNvPr>
          <p:cNvGraphicFramePr/>
          <p:nvPr>
            <p:extLst>
              <p:ext uri="{D42A27DB-BD31-4B8C-83A1-F6EECF244321}">
                <p14:modId xmlns:p14="http://schemas.microsoft.com/office/powerpoint/2010/main" val="413117531"/>
              </p:ext>
            </p:extLst>
          </p:nvPr>
        </p:nvGraphicFramePr>
        <p:xfrm>
          <a:off x="1433945" y="1808017"/>
          <a:ext cx="21696219" cy="999605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33214260"/>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EF666E30-6F0A-449A-BEC2-DF59127354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84000" cy="13716000"/>
          </a:xfrm>
          <a:prstGeom prst="rect">
            <a:avLst/>
          </a:pr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CE3C5560-7A9C-489F-9148-18C5E1D0F0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84000" cy="13716000"/>
          </a:xfrm>
          <a:prstGeom prst="rect">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3" name="CuadroTexto 2">
            <a:extLst>
              <a:ext uri="{FF2B5EF4-FFF2-40B4-BE49-F238E27FC236}">
                <a16:creationId xmlns:a16="http://schemas.microsoft.com/office/drawing/2014/main" id="{F753E759-6EDE-24A3-8D5F-EE1ADDECE1AE}"/>
              </a:ext>
            </a:extLst>
          </p:cNvPr>
          <p:cNvSpPr txBox="1"/>
          <p:nvPr/>
        </p:nvSpPr>
        <p:spPr>
          <a:xfrm>
            <a:off x="3156086" y="1180124"/>
            <a:ext cx="10618280" cy="5677876"/>
          </a:xfrm>
          <a:prstGeom prst="rect">
            <a:avLst/>
          </a:prstGeom>
        </p:spPr>
        <p:style>
          <a:lnRef idx="0">
            <a:scrgbClr r="0" g="0" b="0"/>
          </a:lnRef>
          <a:fillRef idx="0">
            <a:scrgbClr r="0" g="0" b="0"/>
          </a:fillRef>
          <a:effectRef idx="0">
            <a:scrgbClr r="0" g="0" b="0"/>
          </a:effectRef>
          <a:fontRef idx="none"/>
        </p:style>
        <p:txBody>
          <a:bodyPr vert="horz" lIns="91440" tIns="45720" rIns="91440" bIns="45720" rtlCol="0" anchor="b">
            <a:normAutofit/>
          </a:bodyPr>
          <a:lstStyle/>
          <a:p>
            <a:pPr>
              <a:lnSpc>
                <a:spcPct val="90000"/>
              </a:lnSpc>
              <a:spcBef>
                <a:spcPct val="0"/>
              </a:spcBef>
              <a:spcAft>
                <a:spcPts val="600"/>
              </a:spcAft>
            </a:pPr>
            <a:r>
              <a:rPr lang="en-US" sz="9500" b="1" dirty="0">
                <a:solidFill>
                  <a:srgbClr val="FFFFFF"/>
                </a:solidFill>
                <a:latin typeface="+mj-lt"/>
                <a:ea typeface="+mj-ea"/>
                <a:cs typeface="+mj-cs"/>
              </a:rPr>
              <a:t>Segunda </a:t>
            </a:r>
            <a:r>
              <a:rPr lang="en-US" sz="9500" b="1" dirty="0" err="1">
                <a:solidFill>
                  <a:srgbClr val="FFFFFF"/>
                </a:solidFill>
                <a:latin typeface="+mj-lt"/>
                <a:ea typeface="+mj-ea"/>
                <a:cs typeface="+mj-cs"/>
              </a:rPr>
              <a:t>parte</a:t>
            </a:r>
            <a:r>
              <a:rPr lang="en-US" sz="9500" b="1" dirty="0">
                <a:solidFill>
                  <a:srgbClr val="FFFFFF"/>
                </a:solidFill>
                <a:latin typeface="+mj-lt"/>
                <a:ea typeface="+mj-ea"/>
                <a:cs typeface="+mj-cs"/>
              </a:rPr>
              <a:t>: </a:t>
            </a:r>
          </a:p>
          <a:p>
            <a:pPr>
              <a:lnSpc>
                <a:spcPct val="90000"/>
              </a:lnSpc>
              <a:spcBef>
                <a:spcPct val="0"/>
              </a:spcBef>
              <a:spcAft>
                <a:spcPts val="600"/>
              </a:spcAft>
            </a:pPr>
            <a:r>
              <a:rPr lang="en-US" sz="9500" b="1" dirty="0">
                <a:solidFill>
                  <a:srgbClr val="FFFFFF"/>
                </a:solidFill>
                <a:latin typeface="+mj-lt"/>
                <a:ea typeface="+mj-ea"/>
                <a:cs typeface="+mj-cs"/>
              </a:rPr>
              <a:t>Como </a:t>
            </a:r>
            <a:r>
              <a:rPr lang="en-US" sz="9500" b="1" dirty="0" err="1">
                <a:solidFill>
                  <a:srgbClr val="FFFFFF"/>
                </a:solidFill>
                <a:latin typeface="+mj-lt"/>
                <a:ea typeface="+mj-ea"/>
                <a:cs typeface="+mj-cs"/>
              </a:rPr>
              <a:t>actúan</a:t>
            </a:r>
            <a:r>
              <a:rPr lang="en-US" sz="9500" b="1" dirty="0">
                <a:solidFill>
                  <a:srgbClr val="FFFFFF"/>
                </a:solidFill>
                <a:latin typeface="+mj-lt"/>
                <a:ea typeface="+mj-ea"/>
                <a:cs typeface="+mj-cs"/>
              </a:rPr>
              <a:t> </a:t>
            </a:r>
            <a:r>
              <a:rPr lang="en-US" sz="9500" b="1" dirty="0" err="1">
                <a:solidFill>
                  <a:srgbClr val="FFFFFF"/>
                </a:solidFill>
                <a:latin typeface="+mj-lt"/>
                <a:ea typeface="+mj-ea"/>
                <a:cs typeface="+mj-cs"/>
              </a:rPr>
              <a:t>los</a:t>
            </a:r>
            <a:r>
              <a:rPr lang="en-US" sz="9500" b="1" dirty="0">
                <a:solidFill>
                  <a:srgbClr val="FFFFFF"/>
                </a:solidFill>
                <a:latin typeface="+mj-lt"/>
                <a:ea typeface="+mj-ea"/>
                <a:cs typeface="+mj-cs"/>
              </a:rPr>
              <a:t> </a:t>
            </a:r>
            <a:r>
              <a:rPr lang="en-US" sz="9500" b="1" dirty="0" err="1">
                <a:solidFill>
                  <a:srgbClr val="FFFFFF"/>
                </a:solidFill>
                <a:latin typeface="+mj-lt"/>
                <a:ea typeface="+mj-ea"/>
                <a:cs typeface="+mj-cs"/>
              </a:rPr>
              <a:t>ciberdelincuentes</a:t>
            </a:r>
            <a:r>
              <a:rPr lang="en-US" sz="9500" b="1" dirty="0">
                <a:solidFill>
                  <a:srgbClr val="FFFFFF"/>
                </a:solidFill>
                <a:latin typeface="+mj-lt"/>
                <a:ea typeface="+mj-ea"/>
                <a:cs typeface="+mj-cs"/>
              </a:rPr>
              <a:t>. </a:t>
            </a:r>
          </a:p>
        </p:txBody>
      </p:sp>
      <p:sp>
        <p:nvSpPr>
          <p:cNvPr id="20" name="!!plus graphic">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38472" y="3212822"/>
            <a:ext cx="278076" cy="278076"/>
          </a:xfrm>
          <a:custGeom>
            <a:avLst/>
            <a:gdLst>
              <a:gd name="connsiteX0" fmla="*/ 129601 w 139038"/>
              <a:gd name="connsiteY0" fmla="*/ 60082 h 139038"/>
              <a:gd name="connsiteX1" fmla="*/ 78956 w 139038"/>
              <a:gd name="connsiteY1" fmla="*/ 60082 h 139038"/>
              <a:gd name="connsiteX2" fmla="*/ 78956 w 139038"/>
              <a:gd name="connsiteY2" fmla="*/ 9437 h 139038"/>
              <a:gd name="connsiteX3" fmla="*/ 69519 w 139038"/>
              <a:gd name="connsiteY3" fmla="*/ 0 h 139038"/>
              <a:gd name="connsiteX4" fmla="*/ 60082 w 139038"/>
              <a:gd name="connsiteY4" fmla="*/ 9437 h 139038"/>
              <a:gd name="connsiteX5" fmla="*/ 60082 w 139038"/>
              <a:gd name="connsiteY5" fmla="*/ 60082 h 139038"/>
              <a:gd name="connsiteX6" fmla="*/ 9437 w 139038"/>
              <a:gd name="connsiteY6" fmla="*/ 60082 h 139038"/>
              <a:gd name="connsiteX7" fmla="*/ 0 w 139038"/>
              <a:gd name="connsiteY7" fmla="*/ 69519 h 139038"/>
              <a:gd name="connsiteX8" fmla="*/ 9437 w 139038"/>
              <a:gd name="connsiteY8" fmla="*/ 78956 h 139038"/>
              <a:gd name="connsiteX9" fmla="*/ 60082 w 139038"/>
              <a:gd name="connsiteY9" fmla="*/ 78956 h 139038"/>
              <a:gd name="connsiteX10" fmla="*/ 60082 w 139038"/>
              <a:gd name="connsiteY10" fmla="*/ 129601 h 139038"/>
              <a:gd name="connsiteX11" fmla="*/ 69519 w 139038"/>
              <a:gd name="connsiteY11" fmla="*/ 139038 h 139038"/>
              <a:gd name="connsiteX12" fmla="*/ 78956 w 139038"/>
              <a:gd name="connsiteY12" fmla="*/ 129601 h 139038"/>
              <a:gd name="connsiteX13" fmla="*/ 78956 w 139038"/>
              <a:gd name="connsiteY13" fmla="*/ 78956 h 139038"/>
              <a:gd name="connsiteX14" fmla="*/ 129601 w 139038"/>
              <a:gd name="connsiteY14" fmla="*/ 78956 h 139038"/>
              <a:gd name="connsiteX15" fmla="*/ 139038 w 139038"/>
              <a:gd name="connsiteY15" fmla="*/ 69519 h 139038"/>
              <a:gd name="connsiteX16" fmla="*/ 129601 w 139038"/>
              <a:gd name="connsiteY16" fmla="*/ 60082 h 1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8" h="139038">
                <a:moveTo>
                  <a:pt x="129601" y="60082"/>
                </a:moveTo>
                <a:lnTo>
                  <a:pt x="78956" y="60082"/>
                </a:lnTo>
                <a:lnTo>
                  <a:pt x="78956" y="9437"/>
                </a:lnTo>
                <a:cubicBezTo>
                  <a:pt x="78956" y="4225"/>
                  <a:pt x="74731" y="0"/>
                  <a:pt x="69519" y="0"/>
                </a:cubicBezTo>
                <a:cubicBezTo>
                  <a:pt x="64307" y="0"/>
                  <a:pt x="60082" y="4225"/>
                  <a:pt x="60082" y="9437"/>
                </a:cubicBezTo>
                <a:lnTo>
                  <a:pt x="60082" y="60082"/>
                </a:lnTo>
                <a:lnTo>
                  <a:pt x="9437" y="60082"/>
                </a:lnTo>
                <a:cubicBezTo>
                  <a:pt x="4225" y="60082"/>
                  <a:pt x="0" y="64307"/>
                  <a:pt x="0" y="69519"/>
                </a:cubicBezTo>
                <a:cubicBezTo>
                  <a:pt x="0" y="74731"/>
                  <a:pt x="4225" y="78956"/>
                  <a:pt x="9437" y="78956"/>
                </a:cubicBezTo>
                <a:lnTo>
                  <a:pt x="60082" y="78956"/>
                </a:lnTo>
                <a:lnTo>
                  <a:pt x="60082" y="129601"/>
                </a:lnTo>
                <a:cubicBezTo>
                  <a:pt x="60082" y="134813"/>
                  <a:pt x="64307" y="139038"/>
                  <a:pt x="69519" y="139038"/>
                </a:cubicBezTo>
                <a:cubicBezTo>
                  <a:pt x="74731" y="139038"/>
                  <a:pt x="78956" y="134813"/>
                  <a:pt x="78956" y="129601"/>
                </a:cubicBezTo>
                <a:lnTo>
                  <a:pt x="78956" y="78956"/>
                </a:lnTo>
                <a:lnTo>
                  <a:pt x="129601" y="78956"/>
                </a:lnTo>
                <a:cubicBezTo>
                  <a:pt x="134813" y="78956"/>
                  <a:pt x="139038" y="74731"/>
                  <a:pt x="139038" y="69519"/>
                </a:cubicBezTo>
                <a:cubicBezTo>
                  <a:pt x="139038" y="64307"/>
                  <a:pt x="134813" y="60082"/>
                  <a:pt x="129601"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22" name="!!dot graphic">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56028" y="3671410"/>
            <a:ext cx="182276" cy="182276"/>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24" name="!!circle graphic">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07392" y="4120260"/>
            <a:ext cx="255426" cy="25542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cxnSp>
        <p:nvCxnSpPr>
          <p:cNvPr id="26" name="!!Straight Connector">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602524" y="7010400"/>
            <a:ext cx="0" cy="670560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pic>
        <p:nvPicPr>
          <p:cNvPr id="4" name="Google Shape;135;p8" descr="Cómo protegerse de los virus, piratas informáticos y demás ataques? |  Tecnología - ComputerHoy.com">
            <a:extLst>
              <a:ext uri="{FF2B5EF4-FFF2-40B4-BE49-F238E27FC236}">
                <a16:creationId xmlns:a16="http://schemas.microsoft.com/office/drawing/2014/main" id="{27E304D8-744E-DE01-701F-744B4619D523}"/>
              </a:ext>
            </a:extLst>
          </p:cNvPr>
          <p:cNvPicPr preferRelativeResize="0"/>
          <p:nvPr/>
        </p:nvPicPr>
        <p:blipFill rotWithShape="1">
          <a:blip r:embed="rId2"/>
          <a:srcRect l="17912" r="13007" b="-1"/>
          <a:stretch/>
        </p:blipFill>
        <p:spPr>
          <a:xfrm>
            <a:off x="13480716" y="3212822"/>
            <a:ext cx="10903284" cy="10503180"/>
          </a:xfrm>
          <a:custGeom>
            <a:avLst/>
            <a:gdLst/>
            <a:ahLst/>
            <a:cxnLst/>
            <a:rect l="l" t="t" r="r" b="b"/>
            <a:pathLst>
              <a:path w="5923214" h="5705857">
                <a:moveTo>
                  <a:pt x="3612238" y="0"/>
                </a:moveTo>
                <a:cubicBezTo>
                  <a:pt x="4485043" y="0"/>
                  <a:pt x="5285549" y="309553"/>
                  <a:pt x="5909957" y="824860"/>
                </a:cubicBezTo>
                <a:lnTo>
                  <a:pt x="5923214" y="836909"/>
                </a:lnTo>
                <a:lnTo>
                  <a:pt x="5923214" y="5705857"/>
                </a:lnTo>
                <a:lnTo>
                  <a:pt x="672237" y="5705857"/>
                </a:lnTo>
                <a:lnTo>
                  <a:pt x="616914" y="5631875"/>
                </a:lnTo>
                <a:cubicBezTo>
                  <a:pt x="227427" y="5055358"/>
                  <a:pt x="0" y="4360357"/>
                  <a:pt x="0" y="3612238"/>
                </a:cubicBezTo>
                <a:cubicBezTo>
                  <a:pt x="0" y="1617255"/>
                  <a:pt x="1617255" y="0"/>
                  <a:pt x="3612238" y="0"/>
                </a:cubicBezTo>
                <a:close/>
              </a:path>
            </a:pathLst>
          </a:custGeom>
          <a:noFill/>
        </p:spPr>
      </p:pic>
    </p:spTree>
    <p:extLst>
      <p:ext uri="{BB962C8B-B14F-4D97-AF65-F5344CB8AC3E}">
        <p14:creationId xmlns:p14="http://schemas.microsoft.com/office/powerpoint/2010/main" val="3302339970"/>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A69A537B-6343-4E4C-8BD2-475DF778C3E8}"/>
              </a:ext>
            </a:extLst>
          </p:cNvPr>
          <p:cNvSpPr>
            <a:spLocks noGrp="1"/>
          </p:cNvSpPr>
          <p:nvPr>
            <p:ph type="title" idx="4294967295"/>
          </p:nvPr>
        </p:nvSpPr>
        <p:spPr>
          <a:xfrm>
            <a:off x="1280160" y="658368"/>
            <a:ext cx="13789152" cy="3566160"/>
          </a:xfrm>
        </p:spPr>
        <p:txBody>
          <a:bodyPr vert="horz" lIns="91440" tIns="45720" rIns="91440" bIns="45720" rtlCol="0" anchor="b">
            <a:normAutofit/>
          </a:bodyPr>
          <a:lstStyle/>
          <a:p>
            <a:pPr defTabSz="914400"/>
            <a:r>
              <a:rPr lang="en-US" sz="10800" b="1" dirty="0"/>
              <a:t>Virus </a:t>
            </a:r>
            <a:r>
              <a:rPr lang="en-US" sz="10800" b="1" dirty="0" err="1"/>
              <a:t>informáticos</a:t>
            </a:r>
            <a:r>
              <a:rPr lang="en-US" sz="10800" b="1" dirty="0"/>
              <a:t> y malware </a:t>
            </a:r>
            <a:r>
              <a:rPr lang="en-US" sz="10800" b="1" dirty="0" err="1"/>
              <a:t>en</a:t>
            </a:r>
            <a:r>
              <a:rPr lang="en-US" sz="10800" b="1" dirty="0"/>
              <a:t> general.</a:t>
            </a:r>
          </a:p>
        </p:txBody>
      </p:sp>
      <p:sp>
        <p:nvSpPr>
          <p:cNvPr id="13"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6B08A1DC-8B45-41C0-A143-B9EC202F476D}"/>
              </a:ext>
            </a:extLst>
          </p:cNvPr>
          <p:cNvSpPr>
            <a:spLocks noGrp="1"/>
          </p:cNvSpPr>
          <p:nvPr>
            <p:ph idx="4294967295"/>
          </p:nvPr>
        </p:nvSpPr>
        <p:spPr>
          <a:xfrm>
            <a:off x="1280160" y="5413248"/>
            <a:ext cx="13789152" cy="6967728"/>
          </a:xfr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p>
            <a:pPr marL="1028700" indent="-228600" defTabSz="914400"/>
            <a:r>
              <a:rPr lang="en-US" sz="4400" dirty="0">
                <a:solidFill>
                  <a:schemeClr val="tx1"/>
                </a:solidFill>
              </a:rPr>
              <a:t>Formas de </a:t>
            </a:r>
            <a:r>
              <a:rPr lang="en-US" sz="4400" dirty="0" err="1">
                <a:solidFill>
                  <a:schemeClr val="tx1"/>
                </a:solidFill>
              </a:rPr>
              <a:t>actuar</a:t>
            </a:r>
            <a:r>
              <a:rPr lang="en-US" sz="4400" dirty="0">
                <a:solidFill>
                  <a:schemeClr val="tx1"/>
                </a:solidFill>
              </a:rPr>
              <a:t> y </a:t>
            </a:r>
            <a:r>
              <a:rPr lang="en-US" sz="4400" dirty="0" err="1">
                <a:solidFill>
                  <a:schemeClr val="tx1"/>
                </a:solidFill>
              </a:rPr>
              <a:t>técnicas</a:t>
            </a:r>
            <a:r>
              <a:rPr lang="en-US" sz="4400" dirty="0">
                <a:solidFill>
                  <a:schemeClr val="tx1"/>
                </a:solidFill>
              </a:rPr>
              <a:t> de </a:t>
            </a:r>
            <a:r>
              <a:rPr lang="en-US" sz="4400" dirty="0" err="1">
                <a:solidFill>
                  <a:schemeClr val="tx1"/>
                </a:solidFill>
              </a:rPr>
              <a:t>los</a:t>
            </a:r>
            <a:r>
              <a:rPr lang="en-US" sz="4400" dirty="0">
                <a:solidFill>
                  <a:schemeClr val="tx1"/>
                </a:solidFill>
              </a:rPr>
              <a:t> </a:t>
            </a:r>
            <a:r>
              <a:rPr lang="en-US" sz="4400" dirty="0" err="1">
                <a:solidFill>
                  <a:schemeClr val="tx1"/>
                </a:solidFill>
              </a:rPr>
              <a:t>ciberdelincuentes</a:t>
            </a:r>
            <a:r>
              <a:rPr lang="en-US" sz="4400" dirty="0">
                <a:solidFill>
                  <a:schemeClr val="tx1"/>
                </a:solidFill>
              </a:rPr>
              <a:t> </a:t>
            </a:r>
          </a:p>
          <a:p>
            <a:pPr marL="1028700" indent="-228600" defTabSz="914400"/>
            <a:r>
              <a:rPr lang="en-US" sz="4400" dirty="0">
                <a:solidFill>
                  <a:schemeClr val="tx1"/>
                </a:solidFill>
              </a:rPr>
              <a:t>Malware. </a:t>
            </a:r>
          </a:p>
          <a:p>
            <a:pPr marL="1028700" indent="-228600" defTabSz="914400"/>
            <a:r>
              <a:rPr lang="en-US" sz="4400" dirty="0" err="1">
                <a:solidFill>
                  <a:schemeClr val="tx1"/>
                </a:solidFill>
              </a:rPr>
              <a:t>Patrones</a:t>
            </a:r>
            <a:r>
              <a:rPr lang="en-US" sz="4400" dirty="0">
                <a:solidFill>
                  <a:schemeClr val="tx1"/>
                </a:solidFill>
              </a:rPr>
              <a:t> de </a:t>
            </a:r>
            <a:r>
              <a:rPr lang="en-US" sz="4400" dirty="0" err="1">
                <a:solidFill>
                  <a:schemeClr val="tx1"/>
                </a:solidFill>
              </a:rPr>
              <a:t>ataques</a:t>
            </a:r>
            <a:r>
              <a:rPr lang="en-US" sz="4400" dirty="0">
                <a:solidFill>
                  <a:schemeClr val="tx1"/>
                </a:solidFill>
              </a:rPr>
              <a:t>.</a:t>
            </a:r>
          </a:p>
          <a:p>
            <a:pPr indent="-228600" defTabSz="914400"/>
            <a:endParaRPr lang="en-US" sz="4400" dirty="0">
              <a:solidFill>
                <a:schemeClr val="tx1"/>
              </a:solidFill>
            </a:endParaRPr>
          </a:p>
          <a:p>
            <a:pPr indent="-228600" defTabSz="914400"/>
            <a:endParaRPr lang="en-US" sz="4400" dirty="0">
              <a:solidFill>
                <a:schemeClr val="tx1"/>
              </a:solidFill>
            </a:endParaRPr>
          </a:p>
          <a:p>
            <a:pPr indent="-228600" defTabSz="914400"/>
            <a:endParaRPr lang="en-US" sz="4400" dirty="0">
              <a:solidFill>
                <a:schemeClr val="tx1"/>
              </a:solidFill>
            </a:endParaRPr>
          </a:p>
        </p:txBody>
      </p:sp>
      <p:pic>
        <p:nvPicPr>
          <p:cNvPr id="4" name="Google Shape;135;p8" descr="Cómo protegerse de los virus, piratas informáticos y demás ataques? |  Tecnología - ComputerHoy.com">
            <a:extLst>
              <a:ext uri="{FF2B5EF4-FFF2-40B4-BE49-F238E27FC236}">
                <a16:creationId xmlns:a16="http://schemas.microsoft.com/office/drawing/2014/main" id="{366C8850-A7F1-4424-95E4-AC7E857958BF}"/>
              </a:ext>
            </a:extLst>
          </p:cNvPr>
          <p:cNvPicPr preferRelativeResize="0"/>
          <p:nvPr/>
        </p:nvPicPr>
        <p:blipFill rotWithShape="1">
          <a:blip r:embed="rId2"/>
          <a:stretch/>
        </p:blipFill>
        <p:spPr>
          <a:xfrm>
            <a:off x="15727680" y="1417057"/>
            <a:ext cx="8028432" cy="5342556"/>
          </a:xfrm>
          <a:prstGeom prst="rect">
            <a:avLst/>
          </a:prstGeom>
          <a:noFill/>
        </p:spPr>
      </p:pic>
      <p:pic>
        <p:nvPicPr>
          <p:cNvPr id="6" name="Imagen 5" descr="Imagen que contiene dibujo, fruta&#10;&#10;Descripción generada automáticamente">
            <a:extLst>
              <a:ext uri="{FF2B5EF4-FFF2-40B4-BE49-F238E27FC236}">
                <a16:creationId xmlns:a16="http://schemas.microsoft.com/office/drawing/2014/main" id="{CE5EDA96-BEA1-66BC-A6D2-925D7189C6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75497" y="8158386"/>
            <a:ext cx="6696221" cy="4352544"/>
          </a:xfrm>
          <a:prstGeom prst="rect">
            <a:avLst/>
          </a:prstGeom>
        </p:spPr>
      </p:pic>
    </p:spTree>
    <p:extLst>
      <p:ext uri="{BB962C8B-B14F-4D97-AF65-F5344CB8AC3E}">
        <p14:creationId xmlns:p14="http://schemas.microsoft.com/office/powerpoint/2010/main" val="3106580257"/>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Shape 139"/>
        <p:cNvGrpSpPr/>
        <p:nvPr/>
      </p:nvGrpSpPr>
      <p:grpSpPr>
        <a:xfrm>
          <a:off x="0" y="0"/>
          <a:ext cx="0" cy="0"/>
          <a:chOff x="0" y="0"/>
          <a:chExt cx="0" cy="0"/>
        </a:xfrm>
      </p:grpSpPr>
      <p:sp>
        <p:nvSpPr>
          <p:cNvPr id="140" name="Google Shape;140;p9"/>
          <p:cNvSpPr txBox="1">
            <a:spLocks noGrp="1"/>
          </p:cNvSpPr>
          <p:nvPr>
            <p:ph type="title" idx="4294967295"/>
          </p:nvPr>
        </p:nvSpPr>
        <p:spPr>
          <a:xfrm>
            <a:off x="0" y="1"/>
            <a:ext cx="24384000" cy="940568"/>
          </a:xfrm>
          <a:prstGeom prst="rect">
            <a:avLst/>
          </a:prstGeom>
          <a:noFill/>
          <a:ln>
            <a:noFill/>
          </a:ln>
        </p:spPr>
        <p:txBody>
          <a:bodyPr spcFirstLastPara="1" wrap="square" lIns="182850" tIns="91400" rIns="182850" bIns="91400" anchor="ctr" anchorCtr="0">
            <a:normAutofit fontScale="90000"/>
          </a:bodyPr>
          <a:lstStyle/>
          <a:p>
            <a:pPr>
              <a:lnSpc>
                <a:spcPct val="90000"/>
              </a:lnSpc>
              <a:spcBef>
                <a:spcPts val="0"/>
              </a:spcBef>
              <a:buClr>
                <a:schemeClr val="dk1"/>
              </a:buClr>
              <a:buSzPts val="3600"/>
            </a:pPr>
            <a:r>
              <a:rPr lang="es-ES" sz="7200" dirty="0"/>
              <a:t>1. </a:t>
            </a:r>
            <a:r>
              <a:rPr lang="es-ES" sz="5400" dirty="0"/>
              <a:t>Formas de actuar y técnicas de los ciberdelincuentes:</a:t>
            </a:r>
            <a:endParaRPr dirty="0"/>
          </a:p>
        </p:txBody>
      </p:sp>
      <p:sp>
        <p:nvSpPr>
          <p:cNvPr id="141" name="Google Shape;141;p9"/>
          <p:cNvSpPr txBox="1">
            <a:spLocks noGrp="1"/>
          </p:cNvSpPr>
          <p:nvPr>
            <p:ph idx="4294967295"/>
          </p:nvPr>
        </p:nvSpPr>
        <p:spPr>
          <a:xfrm>
            <a:off x="5769772" y="2870585"/>
            <a:ext cx="18295574" cy="1938992"/>
          </a:xfrm>
          <a:prstGeom prst="rect">
            <a:avLst/>
          </a:prstGeom>
          <a:solidFill>
            <a:schemeClr val="bg1">
              <a:lumMod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marL="0" indent="0" hangingPunct="0">
              <a:lnSpc>
                <a:spcPct val="100000"/>
              </a:lnSpc>
              <a:spcBef>
                <a:spcPts val="0"/>
              </a:spcBef>
              <a:buSzTx/>
              <a:buNone/>
            </a:pPr>
            <a:r>
              <a:rPr lang="es-ES" sz="4000" b="1" dirty="0">
                <a:solidFill>
                  <a:schemeClr val="bg1"/>
                </a:solidFill>
                <a:latin typeface="Calibri"/>
                <a:ea typeface="Calibri"/>
                <a:cs typeface="Calibri"/>
                <a:sym typeface="Calibri"/>
              </a:rPr>
              <a:t>Convierten tu dispositivo en un </a:t>
            </a:r>
            <a:r>
              <a:rPr lang="es-ES" sz="4000" b="1" dirty="0" err="1">
                <a:solidFill>
                  <a:schemeClr val="bg1"/>
                </a:solidFill>
                <a:latin typeface="Calibri"/>
                <a:ea typeface="Calibri"/>
                <a:cs typeface="Calibri"/>
                <a:sym typeface="Calibri"/>
              </a:rPr>
              <a:t>bouncer</a:t>
            </a:r>
            <a:r>
              <a:rPr lang="es-ES" sz="4000" b="1" dirty="0">
                <a:solidFill>
                  <a:schemeClr val="bg1"/>
                </a:solidFill>
                <a:latin typeface="Calibri"/>
                <a:ea typeface="Calibri"/>
                <a:cs typeface="Calibri"/>
                <a:sym typeface="Calibri"/>
              </a:rPr>
              <a:t> o equipo </a:t>
            </a:r>
            <a:r>
              <a:rPr lang="es-ES" sz="4000" b="1" dirty="0" err="1">
                <a:solidFill>
                  <a:schemeClr val="bg1"/>
                </a:solidFill>
                <a:latin typeface="Calibri"/>
                <a:ea typeface="Calibri"/>
                <a:cs typeface="Calibri"/>
                <a:sym typeface="Calibri"/>
              </a:rPr>
              <a:t>zombie</a:t>
            </a:r>
            <a:r>
              <a:rPr lang="es-ES" sz="4000" b="1" dirty="0">
                <a:solidFill>
                  <a:schemeClr val="bg1"/>
                </a:solidFill>
                <a:latin typeface="Calibri"/>
                <a:ea typeface="Calibri"/>
                <a:cs typeface="Calibri"/>
                <a:sym typeface="Calibri"/>
              </a:rPr>
              <a:t>, controlándolo sin que te des cuenta y lo usan para atacar a otros o para minería de Bitcoin Para ello usan un troyano.</a:t>
            </a:r>
          </a:p>
        </p:txBody>
      </p:sp>
      <p:sp>
        <p:nvSpPr>
          <p:cNvPr id="142" name="Google Shape;142;p9"/>
          <p:cNvSpPr txBox="1"/>
          <p:nvPr/>
        </p:nvSpPr>
        <p:spPr>
          <a:xfrm>
            <a:off x="0" y="1235150"/>
            <a:ext cx="4411791" cy="1501869"/>
          </a:xfrm>
          <a:prstGeom prst="rect">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spcFirstLastPara="1" wrap="square" lIns="182850" tIns="91400" rIns="182850" bIns="91400" anchor="t" anchorCtr="0">
            <a:spAutoFit/>
          </a:bodyPr>
          <a:lstStyle/>
          <a:p>
            <a:pPr algn="ctr">
              <a:lnSpc>
                <a:spcPct val="107000"/>
              </a:lnSpc>
              <a:buClr>
                <a:srgbClr val="003245"/>
              </a:buClr>
              <a:buSzPts val="1000"/>
            </a:pPr>
            <a:r>
              <a:rPr lang="es-ES" sz="8000" b="1" dirty="0">
                <a:solidFill>
                  <a:schemeClr val="bg1"/>
                </a:solidFill>
                <a:latin typeface="Calibri"/>
                <a:ea typeface="Calibri"/>
                <a:cs typeface="Calibri"/>
                <a:sym typeface="Calibri"/>
              </a:rPr>
              <a:t>1 </a:t>
            </a:r>
            <a:r>
              <a:rPr lang="es-ES" sz="4000" b="1" dirty="0">
                <a:solidFill>
                  <a:schemeClr val="bg1"/>
                </a:solidFill>
                <a:latin typeface="Calibri"/>
                <a:ea typeface="Calibri"/>
                <a:cs typeface="Calibri"/>
                <a:sym typeface="Calibri"/>
              </a:rPr>
              <a:t>Anonimato:</a:t>
            </a:r>
            <a:endParaRPr sz="4000" dirty="0">
              <a:solidFill>
                <a:schemeClr val="bg1"/>
              </a:solidFill>
              <a:latin typeface="Calibri"/>
              <a:ea typeface="Calibri"/>
              <a:cs typeface="Calibri"/>
              <a:sym typeface="Calibri"/>
            </a:endParaRPr>
          </a:p>
        </p:txBody>
      </p:sp>
      <p:sp>
        <p:nvSpPr>
          <p:cNvPr id="7" name="Google Shape;142;p9">
            <a:extLst>
              <a:ext uri="{FF2B5EF4-FFF2-40B4-BE49-F238E27FC236}">
                <a16:creationId xmlns:a16="http://schemas.microsoft.com/office/drawing/2014/main" id="{40CD3B38-32F7-4DD3-B951-D269896B0CDF}"/>
              </a:ext>
            </a:extLst>
          </p:cNvPr>
          <p:cNvSpPr txBox="1"/>
          <p:nvPr/>
        </p:nvSpPr>
        <p:spPr>
          <a:xfrm>
            <a:off x="-72280" y="2957075"/>
            <a:ext cx="4484071" cy="2160511"/>
          </a:xfrm>
          <a:prstGeom prst="rect">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spcFirstLastPara="1" wrap="square" lIns="182850" tIns="91400" rIns="182850" bIns="91400" anchor="t" anchorCtr="0">
            <a:spAutoFit/>
          </a:bodyPr>
          <a:lstStyle/>
          <a:p>
            <a:pPr algn="ctr">
              <a:lnSpc>
                <a:spcPct val="107000"/>
              </a:lnSpc>
              <a:buClr>
                <a:srgbClr val="003245"/>
              </a:buClr>
              <a:buSzPts val="1000"/>
            </a:pPr>
            <a:r>
              <a:rPr lang="es-ES" sz="8000" b="1" dirty="0">
                <a:solidFill>
                  <a:schemeClr val="bg1"/>
                </a:solidFill>
                <a:latin typeface="Calibri"/>
                <a:ea typeface="Calibri"/>
                <a:cs typeface="Calibri"/>
                <a:sym typeface="Calibri"/>
              </a:rPr>
              <a:t>2 </a:t>
            </a:r>
            <a:r>
              <a:rPr lang="es-ES" sz="4000" b="1" dirty="0">
                <a:solidFill>
                  <a:schemeClr val="bg1"/>
                </a:solidFill>
                <a:latin typeface="Calibri"/>
                <a:ea typeface="Calibri"/>
                <a:cs typeface="Calibri"/>
                <a:sym typeface="Calibri"/>
              </a:rPr>
              <a:t>Controlan remotamente:</a:t>
            </a:r>
          </a:p>
        </p:txBody>
      </p:sp>
      <p:sp>
        <p:nvSpPr>
          <p:cNvPr id="8" name="Google Shape;142;p9">
            <a:extLst>
              <a:ext uri="{FF2B5EF4-FFF2-40B4-BE49-F238E27FC236}">
                <a16:creationId xmlns:a16="http://schemas.microsoft.com/office/drawing/2014/main" id="{D3EDA24F-BCB8-4903-A447-7F61A7FDED02}"/>
              </a:ext>
            </a:extLst>
          </p:cNvPr>
          <p:cNvSpPr txBox="1"/>
          <p:nvPr/>
        </p:nvSpPr>
        <p:spPr>
          <a:xfrm>
            <a:off x="-50921" y="5315353"/>
            <a:ext cx="4462712" cy="2819153"/>
          </a:xfrm>
          <a:prstGeom prst="rect">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spcFirstLastPara="1" wrap="square" lIns="182850" tIns="91400" rIns="182850" bIns="91400" anchor="t" anchorCtr="0">
            <a:spAutoFit/>
          </a:bodyPr>
          <a:lstStyle/>
          <a:p>
            <a:pPr algn="ctr">
              <a:lnSpc>
                <a:spcPct val="107000"/>
              </a:lnSpc>
              <a:buClr>
                <a:srgbClr val="003245"/>
              </a:buClr>
              <a:buSzPts val="1000"/>
            </a:pPr>
            <a:r>
              <a:rPr lang="es-ES" sz="8000" b="1" dirty="0">
                <a:solidFill>
                  <a:schemeClr val="bg1"/>
                </a:solidFill>
                <a:latin typeface="Calibri"/>
                <a:ea typeface="Calibri"/>
                <a:cs typeface="Calibri"/>
                <a:sym typeface="Calibri"/>
              </a:rPr>
              <a:t>3 </a:t>
            </a:r>
            <a:r>
              <a:rPr lang="es-ES" sz="4000" b="1" dirty="0">
                <a:solidFill>
                  <a:schemeClr val="bg1"/>
                </a:solidFill>
                <a:latin typeface="Calibri"/>
                <a:ea typeface="Calibri"/>
                <a:cs typeface="Calibri"/>
                <a:sym typeface="Calibri"/>
              </a:rPr>
              <a:t>Utilizan un </a:t>
            </a:r>
          </a:p>
          <a:p>
            <a:pPr algn="ctr">
              <a:lnSpc>
                <a:spcPct val="107000"/>
              </a:lnSpc>
              <a:buClr>
                <a:srgbClr val="003245"/>
              </a:buClr>
              <a:buSzPts val="1000"/>
            </a:pPr>
            <a:r>
              <a:rPr lang="es-ES" sz="4000" b="1" dirty="0">
                <a:solidFill>
                  <a:schemeClr val="bg1"/>
                </a:solidFill>
                <a:latin typeface="Calibri"/>
                <a:ea typeface="Calibri"/>
                <a:cs typeface="Calibri"/>
                <a:sym typeface="Calibri"/>
              </a:rPr>
              <a:t>proxy o una red VPN  :</a:t>
            </a:r>
          </a:p>
        </p:txBody>
      </p:sp>
      <p:sp>
        <p:nvSpPr>
          <p:cNvPr id="9" name="Google Shape;142;p9">
            <a:extLst>
              <a:ext uri="{FF2B5EF4-FFF2-40B4-BE49-F238E27FC236}">
                <a16:creationId xmlns:a16="http://schemas.microsoft.com/office/drawing/2014/main" id="{6260E80F-1184-4D65-BC83-7E371F01FEDF}"/>
              </a:ext>
            </a:extLst>
          </p:cNvPr>
          <p:cNvSpPr txBox="1"/>
          <p:nvPr/>
        </p:nvSpPr>
        <p:spPr>
          <a:xfrm>
            <a:off x="-72280" y="8374214"/>
            <a:ext cx="4526469" cy="2037400"/>
          </a:xfrm>
          <a:prstGeom prst="rect">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spcFirstLastPara="1" wrap="square" lIns="182850" tIns="91400" rIns="182850" bIns="91400" anchor="t" anchorCtr="0">
            <a:spAutoFit/>
          </a:bodyPr>
          <a:lstStyle/>
          <a:p>
            <a:pPr algn="ctr">
              <a:lnSpc>
                <a:spcPct val="107000"/>
              </a:lnSpc>
              <a:buClr>
                <a:srgbClr val="003245"/>
              </a:buClr>
              <a:buSzPts val="1000"/>
            </a:pPr>
            <a:r>
              <a:rPr lang="es-ES" sz="8000" b="1" dirty="0">
                <a:solidFill>
                  <a:schemeClr val="bg1"/>
                </a:solidFill>
                <a:latin typeface="Calibri"/>
                <a:ea typeface="Calibri"/>
                <a:cs typeface="Calibri"/>
                <a:sym typeface="Calibri"/>
              </a:rPr>
              <a:t>4</a:t>
            </a:r>
          </a:p>
          <a:p>
            <a:pPr algn="ctr">
              <a:lnSpc>
                <a:spcPct val="87000"/>
              </a:lnSpc>
              <a:buClr>
                <a:schemeClr val="lt1"/>
              </a:buClr>
              <a:buSzPts val="1700"/>
            </a:pPr>
            <a:r>
              <a:rPr lang="es-ES" sz="4000" b="1" dirty="0">
                <a:solidFill>
                  <a:schemeClr val="bg1"/>
                </a:solidFill>
                <a:latin typeface="Calibri"/>
                <a:ea typeface="Calibri"/>
                <a:cs typeface="Calibri"/>
                <a:sym typeface="Calibri"/>
              </a:rPr>
              <a:t>Uso de la </a:t>
            </a:r>
            <a:r>
              <a:rPr lang="es-ES" sz="4000" b="1" dirty="0" err="1">
                <a:solidFill>
                  <a:schemeClr val="bg1"/>
                </a:solidFill>
                <a:latin typeface="Calibri"/>
                <a:ea typeface="Calibri"/>
                <a:cs typeface="Calibri"/>
                <a:sym typeface="Calibri"/>
              </a:rPr>
              <a:t>deep</a:t>
            </a:r>
            <a:r>
              <a:rPr lang="es-ES" sz="4000" b="1" dirty="0">
                <a:solidFill>
                  <a:schemeClr val="bg1"/>
                </a:solidFill>
                <a:latin typeface="Calibri"/>
                <a:ea typeface="Calibri"/>
                <a:cs typeface="Calibri"/>
                <a:sym typeface="Calibri"/>
              </a:rPr>
              <a:t> web</a:t>
            </a:r>
            <a:endParaRPr sz="2800" dirty="0">
              <a:solidFill>
                <a:schemeClr val="bg1"/>
              </a:solidFill>
              <a:latin typeface="Calibri"/>
              <a:ea typeface="Calibri"/>
              <a:cs typeface="Calibri"/>
              <a:sym typeface="Calibri"/>
            </a:endParaRPr>
          </a:p>
        </p:txBody>
      </p:sp>
      <p:sp>
        <p:nvSpPr>
          <p:cNvPr id="2" name="CuadroTexto 1">
            <a:extLst>
              <a:ext uri="{FF2B5EF4-FFF2-40B4-BE49-F238E27FC236}">
                <a16:creationId xmlns:a16="http://schemas.microsoft.com/office/drawing/2014/main" id="{6C168FCD-FDFA-4AFA-A1F4-ACA130BF4537}"/>
              </a:ext>
            </a:extLst>
          </p:cNvPr>
          <p:cNvSpPr txBox="1"/>
          <p:nvPr/>
        </p:nvSpPr>
        <p:spPr>
          <a:xfrm>
            <a:off x="5769771" y="1649361"/>
            <a:ext cx="18614229" cy="707886"/>
          </a:xfrm>
          <a:prstGeom prst="rect">
            <a:avLst/>
          </a:prstGeom>
          <a:solidFill>
            <a:schemeClr val="bg1">
              <a:lumMod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s-ES" sz="4000" b="1" dirty="0">
                <a:solidFill>
                  <a:schemeClr val="bg1"/>
                </a:solidFill>
                <a:latin typeface="Calibri"/>
                <a:ea typeface="Calibri"/>
                <a:cs typeface="Calibri"/>
                <a:sym typeface="Calibri"/>
              </a:rPr>
              <a:t>Ocultan su identidad. Borran las huellas.</a:t>
            </a:r>
            <a:endParaRPr lang="es-ES" sz="4000" dirty="0">
              <a:solidFill>
                <a:schemeClr val="bg1"/>
              </a:solidFill>
            </a:endParaRPr>
          </a:p>
        </p:txBody>
      </p:sp>
      <p:sp>
        <p:nvSpPr>
          <p:cNvPr id="3" name="Flecha: hacia abajo 2">
            <a:extLst>
              <a:ext uri="{FF2B5EF4-FFF2-40B4-BE49-F238E27FC236}">
                <a16:creationId xmlns:a16="http://schemas.microsoft.com/office/drawing/2014/main" id="{2D7205AC-7226-4761-ADA1-0B14D72F0931}"/>
              </a:ext>
            </a:extLst>
          </p:cNvPr>
          <p:cNvSpPr/>
          <p:nvPr/>
        </p:nvSpPr>
        <p:spPr>
          <a:xfrm rot="16200000">
            <a:off x="4564293" y="1511088"/>
            <a:ext cx="804672" cy="1036768"/>
          </a:xfrm>
          <a:prstGeom prst="downArrow">
            <a:avLst/>
          </a:prstGeom>
          <a:solidFill>
            <a:srgbClr val="FF0000"/>
          </a:solidFill>
        </p:spPr>
        <p:style>
          <a:lnRef idx="2">
            <a:schemeClr val="accent2"/>
          </a:lnRef>
          <a:fillRef idx="1">
            <a:schemeClr val="lt1"/>
          </a:fillRef>
          <a:effectRef idx="0">
            <a:schemeClr val="accent2"/>
          </a:effectRef>
          <a:fontRef idx="minor">
            <a:schemeClr val="dk1"/>
          </a:fontRef>
        </p:style>
        <p:txBody>
          <a:bodyPr rtlCol="0" anchor="ctr"/>
          <a:lstStyle/>
          <a:p>
            <a:pPr algn="ctr"/>
            <a:endParaRPr lang="es-ES" sz="3600"/>
          </a:p>
        </p:txBody>
      </p:sp>
      <p:sp>
        <p:nvSpPr>
          <p:cNvPr id="13" name="CuadroTexto 12">
            <a:extLst>
              <a:ext uri="{FF2B5EF4-FFF2-40B4-BE49-F238E27FC236}">
                <a16:creationId xmlns:a16="http://schemas.microsoft.com/office/drawing/2014/main" id="{49B14A5C-E120-42D2-96FF-12BD1A0B5709}"/>
              </a:ext>
            </a:extLst>
          </p:cNvPr>
          <p:cNvSpPr txBox="1"/>
          <p:nvPr/>
        </p:nvSpPr>
        <p:spPr>
          <a:xfrm>
            <a:off x="5808279" y="5322915"/>
            <a:ext cx="18257067" cy="2554545"/>
          </a:xfrm>
          <a:prstGeom prst="rect">
            <a:avLst/>
          </a:prstGeom>
          <a:solidFill>
            <a:schemeClr val="bg1">
              <a:lumMod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sz="4000" b="1">
                <a:solidFill>
                  <a:schemeClr val="accent6"/>
                </a:solidFill>
                <a:latin typeface="Calibri"/>
                <a:ea typeface="Calibri"/>
                <a:cs typeface="Calibri"/>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s-ES" dirty="0">
                <a:solidFill>
                  <a:schemeClr val="bg1"/>
                </a:solidFill>
                <a:sym typeface="Calibri"/>
              </a:rPr>
              <a:t>Para esconder la identidad del atacante. (</a:t>
            </a:r>
            <a:r>
              <a:rPr lang="es-ES" dirty="0">
                <a:solidFill>
                  <a:schemeClr val="bg1"/>
                </a:solidFill>
              </a:rPr>
              <a:t>Un proxy es un equipo informático que hace de intermediario entre las conexiones de un cliente y un servidor de destino, filtrando todos los paquetes entre ambos) O el uso de redes privadas virtuales o VPN. Que hacen difícil el rastreo</a:t>
            </a:r>
            <a:endParaRPr lang="es-ES" dirty="0">
              <a:solidFill>
                <a:schemeClr val="bg1"/>
              </a:solidFill>
              <a:sym typeface="Calibri"/>
            </a:endParaRPr>
          </a:p>
        </p:txBody>
      </p:sp>
      <p:sp>
        <p:nvSpPr>
          <p:cNvPr id="4" name="Flecha: hacia abajo 3">
            <a:extLst>
              <a:ext uri="{FF2B5EF4-FFF2-40B4-BE49-F238E27FC236}">
                <a16:creationId xmlns:a16="http://schemas.microsoft.com/office/drawing/2014/main" id="{7A188C6D-B07E-F08B-6515-190D873C1D30}"/>
              </a:ext>
            </a:extLst>
          </p:cNvPr>
          <p:cNvSpPr/>
          <p:nvPr/>
        </p:nvSpPr>
        <p:spPr>
          <a:xfrm rot="16200000">
            <a:off x="4598930" y="3269823"/>
            <a:ext cx="804672" cy="1036768"/>
          </a:xfrm>
          <a:prstGeom prst="downArrow">
            <a:avLst/>
          </a:prstGeom>
          <a:solidFill>
            <a:srgbClr val="FF0000"/>
          </a:solidFill>
        </p:spPr>
        <p:style>
          <a:lnRef idx="2">
            <a:schemeClr val="accent2"/>
          </a:lnRef>
          <a:fillRef idx="1">
            <a:schemeClr val="lt1"/>
          </a:fillRef>
          <a:effectRef idx="0">
            <a:schemeClr val="accent2"/>
          </a:effectRef>
          <a:fontRef idx="minor">
            <a:schemeClr val="dk1"/>
          </a:fontRef>
        </p:style>
        <p:txBody>
          <a:bodyPr rtlCol="0" anchor="ctr"/>
          <a:lstStyle/>
          <a:p>
            <a:pPr algn="ctr"/>
            <a:endParaRPr lang="es-ES" sz="3600"/>
          </a:p>
        </p:txBody>
      </p:sp>
      <p:sp>
        <p:nvSpPr>
          <p:cNvPr id="5" name="Flecha: hacia abajo 4">
            <a:extLst>
              <a:ext uri="{FF2B5EF4-FFF2-40B4-BE49-F238E27FC236}">
                <a16:creationId xmlns:a16="http://schemas.microsoft.com/office/drawing/2014/main" id="{1FEBA453-1961-8701-7E5B-909CF8D826A9}"/>
              </a:ext>
            </a:extLst>
          </p:cNvPr>
          <p:cNvSpPr/>
          <p:nvPr/>
        </p:nvSpPr>
        <p:spPr>
          <a:xfrm rot="16200000">
            <a:off x="4693758" y="6059222"/>
            <a:ext cx="804672" cy="1036768"/>
          </a:xfrm>
          <a:prstGeom prst="downArrow">
            <a:avLst/>
          </a:prstGeom>
          <a:solidFill>
            <a:srgbClr val="FF0000"/>
          </a:solidFill>
        </p:spPr>
        <p:style>
          <a:lnRef idx="2">
            <a:schemeClr val="accent2"/>
          </a:lnRef>
          <a:fillRef idx="1">
            <a:schemeClr val="lt1"/>
          </a:fillRef>
          <a:effectRef idx="0">
            <a:schemeClr val="accent2"/>
          </a:effectRef>
          <a:fontRef idx="minor">
            <a:schemeClr val="dk1"/>
          </a:fontRef>
        </p:style>
        <p:txBody>
          <a:bodyPr rtlCol="0" anchor="ctr"/>
          <a:lstStyle/>
          <a:p>
            <a:pPr algn="ctr"/>
            <a:endParaRPr lang="es-ES" sz="3600"/>
          </a:p>
        </p:txBody>
      </p:sp>
      <p:sp>
        <p:nvSpPr>
          <p:cNvPr id="6" name="Flecha: hacia abajo 5">
            <a:extLst>
              <a:ext uri="{FF2B5EF4-FFF2-40B4-BE49-F238E27FC236}">
                <a16:creationId xmlns:a16="http://schemas.microsoft.com/office/drawing/2014/main" id="{BAB7D775-5642-D2E4-5008-312A479ED774}"/>
              </a:ext>
            </a:extLst>
          </p:cNvPr>
          <p:cNvSpPr/>
          <p:nvPr/>
        </p:nvSpPr>
        <p:spPr>
          <a:xfrm rot="16200000">
            <a:off x="4631639" y="8830358"/>
            <a:ext cx="804672" cy="1036768"/>
          </a:xfrm>
          <a:prstGeom prst="downArrow">
            <a:avLst/>
          </a:prstGeom>
          <a:solidFill>
            <a:srgbClr val="FF0000"/>
          </a:solidFill>
        </p:spPr>
        <p:style>
          <a:lnRef idx="2">
            <a:schemeClr val="accent2"/>
          </a:lnRef>
          <a:fillRef idx="1">
            <a:schemeClr val="lt1"/>
          </a:fillRef>
          <a:effectRef idx="0">
            <a:schemeClr val="accent2"/>
          </a:effectRef>
          <a:fontRef idx="minor">
            <a:schemeClr val="dk1"/>
          </a:fontRef>
        </p:style>
        <p:txBody>
          <a:bodyPr rtlCol="0" anchor="ctr"/>
          <a:lstStyle/>
          <a:p>
            <a:pPr algn="ctr"/>
            <a:endParaRPr lang="es-ES" sz="3600"/>
          </a:p>
        </p:txBody>
      </p:sp>
      <p:sp>
        <p:nvSpPr>
          <p:cNvPr id="15" name="CuadroTexto 14">
            <a:extLst>
              <a:ext uri="{FF2B5EF4-FFF2-40B4-BE49-F238E27FC236}">
                <a16:creationId xmlns:a16="http://schemas.microsoft.com/office/drawing/2014/main" id="{79CA1302-9380-4053-9519-89BD499ED995}"/>
              </a:ext>
            </a:extLst>
          </p:cNvPr>
          <p:cNvSpPr txBox="1"/>
          <p:nvPr/>
        </p:nvSpPr>
        <p:spPr>
          <a:xfrm>
            <a:off x="5769772" y="8423418"/>
            <a:ext cx="18257068" cy="1938992"/>
          </a:xfrm>
          <a:prstGeom prst="rect">
            <a:avLst/>
          </a:prstGeom>
          <a:solidFill>
            <a:schemeClr val="bg1">
              <a:lumMod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sz="4000" b="1">
                <a:solidFill>
                  <a:schemeClr val="accent6"/>
                </a:solidFill>
                <a:latin typeface="Calibri"/>
                <a:ea typeface="Calibri"/>
                <a:cs typeface="Calibri"/>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s-ES" dirty="0">
                <a:solidFill>
                  <a:schemeClr val="bg1"/>
                </a:solidFill>
                <a:sym typeface="Calibri"/>
              </a:rPr>
              <a:t>También denominada o Internet Profunda, gracias a proyectos como TOR, que garantiza también el anonimato. También se usa una red servidores TOR que son servidores anónimos y que ocultan la identidad e IP del atacante.</a:t>
            </a:r>
            <a:endParaRPr lang="es-ES" dirty="0">
              <a:solidFill>
                <a:schemeClr val="bg1"/>
              </a:solidFill>
            </a:endParaRPr>
          </a:p>
        </p:txBody>
      </p:sp>
      <p:pic>
        <p:nvPicPr>
          <p:cNvPr id="10" name="Google Shape;135;p8" descr="Cómo protegerse de los virus, piratas informáticos y demás ataques? |  Tecnología - ComputerHoy.com">
            <a:extLst>
              <a:ext uri="{FF2B5EF4-FFF2-40B4-BE49-F238E27FC236}">
                <a16:creationId xmlns:a16="http://schemas.microsoft.com/office/drawing/2014/main" id="{AB914536-5FF8-4F41-8688-05C3D2B39CFB}"/>
              </a:ext>
            </a:extLst>
          </p:cNvPr>
          <p:cNvPicPr preferRelativeResize="0"/>
          <p:nvPr/>
        </p:nvPicPr>
        <p:blipFill rotWithShape="1">
          <a:blip r:embed="rId3">
            <a:alphaModFix/>
          </a:blip>
          <a:srcRect/>
          <a:stretch/>
        </p:blipFill>
        <p:spPr>
          <a:xfrm>
            <a:off x="22117050" y="12863944"/>
            <a:ext cx="2266950" cy="1381603"/>
          </a:xfrm>
          <a:prstGeom prst="rect">
            <a:avLst/>
          </a:prstGeom>
          <a:noFill/>
          <a:ln>
            <a:noFill/>
          </a:ln>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Shape 161"/>
        <p:cNvGrpSpPr/>
        <p:nvPr/>
      </p:nvGrpSpPr>
      <p:grpSpPr>
        <a:xfrm>
          <a:off x="0" y="0"/>
          <a:ext cx="0" cy="0"/>
          <a:chOff x="0" y="0"/>
          <a:chExt cx="0" cy="0"/>
        </a:xfrm>
      </p:grpSpPr>
      <p:sp>
        <p:nvSpPr>
          <p:cNvPr id="162" name="Google Shape;162;p12"/>
          <p:cNvSpPr txBox="1">
            <a:spLocks noGrp="1"/>
          </p:cNvSpPr>
          <p:nvPr>
            <p:ph type="title"/>
          </p:nvPr>
        </p:nvSpPr>
        <p:spPr>
          <a:xfrm>
            <a:off x="1548384" y="208662"/>
            <a:ext cx="21031200" cy="849988"/>
          </a:xfrm>
          <a:prstGeom prst="rect">
            <a:avLst/>
          </a:prstGeom>
          <a:noFill/>
          <a:ln>
            <a:noFill/>
          </a:ln>
        </p:spPr>
        <p:txBody>
          <a:bodyPr spcFirstLastPara="1" wrap="square" lIns="182850" tIns="91400" rIns="182850" bIns="91400" anchor="ctr" anchorCtr="0">
            <a:noAutofit/>
          </a:bodyPr>
          <a:lstStyle/>
          <a:p>
            <a:pPr>
              <a:lnSpc>
                <a:spcPct val="90000"/>
              </a:lnSpc>
              <a:spcBef>
                <a:spcPts val="0"/>
              </a:spcBef>
              <a:buClr>
                <a:schemeClr val="dk1"/>
              </a:buClr>
              <a:buSzPts val="3959"/>
            </a:pPr>
            <a:r>
              <a:rPr lang="es-ES" sz="6400" b="1" dirty="0"/>
              <a:t>Tipos de ataques</a:t>
            </a:r>
            <a:endParaRPr sz="7200" b="1" dirty="0"/>
          </a:p>
        </p:txBody>
      </p:sp>
      <p:sp>
        <p:nvSpPr>
          <p:cNvPr id="163" name="Google Shape;163;p12"/>
          <p:cNvSpPr txBox="1">
            <a:spLocks noGrp="1"/>
          </p:cNvSpPr>
          <p:nvPr>
            <p:ph idx="1"/>
          </p:nvPr>
        </p:nvSpPr>
        <p:spPr>
          <a:xfrm>
            <a:off x="118493" y="10868890"/>
            <a:ext cx="24147014" cy="2638447"/>
          </a:xfrm>
          <a:prstGeom prst="rect">
            <a:avLst/>
          </a:prstGeom>
          <a:ln/>
        </p:spPr>
        <p:style>
          <a:lnRef idx="2">
            <a:schemeClr val="accent2"/>
          </a:lnRef>
          <a:fillRef idx="1">
            <a:schemeClr val="lt1"/>
          </a:fillRef>
          <a:effectRef idx="0">
            <a:schemeClr val="accent2"/>
          </a:effectRef>
          <a:fontRef idx="minor">
            <a:schemeClr val="dk1"/>
          </a:fontRef>
        </p:style>
        <p:txBody>
          <a:bodyPr spcFirstLastPara="1" wrap="square" lIns="182850" tIns="91400" rIns="182850" bIns="91400" anchor="t" anchorCtr="0">
            <a:normAutofit fontScale="85000" lnSpcReduction="20000"/>
          </a:bodyPr>
          <a:lstStyle/>
          <a:p>
            <a:pPr marL="0" indent="0" algn="ctr">
              <a:lnSpc>
                <a:spcPct val="120000"/>
              </a:lnSpc>
              <a:spcBef>
                <a:spcPts val="2000"/>
              </a:spcBef>
              <a:buClr>
                <a:srgbClr val="222222"/>
              </a:buClr>
              <a:buSzPts val="2590"/>
              <a:buNone/>
            </a:pPr>
            <a:r>
              <a:rPr lang="es-ES" sz="6600" b="1" dirty="0">
                <a:solidFill>
                  <a:schemeClr val="accent6"/>
                </a:solidFill>
                <a:latin typeface="Open Sans"/>
                <a:ea typeface="Open Sans"/>
                <a:cs typeface="Open Sans"/>
                <a:sym typeface="Open Sans"/>
              </a:rPr>
              <a:t>4. Intercepción: </a:t>
            </a:r>
          </a:p>
          <a:p>
            <a:pPr marL="0" indent="0">
              <a:lnSpc>
                <a:spcPct val="120000"/>
              </a:lnSpc>
              <a:spcBef>
                <a:spcPts val="2000"/>
              </a:spcBef>
              <a:buClr>
                <a:srgbClr val="222222"/>
              </a:buClr>
              <a:buSzPts val="2590"/>
              <a:buNone/>
            </a:pPr>
            <a:r>
              <a:rPr lang="es-ES" sz="3600" dirty="0">
                <a:solidFill>
                  <a:schemeClr val="tx1"/>
                </a:solidFill>
                <a:latin typeface="Open Sans"/>
                <a:ea typeface="Open Sans"/>
                <a:cs typeface="Open Sans"/>
                <a:sym typeface="Open Sans"/>
              </a:rPr>
              <a:t>El intruso accede a la información de nuestros equipos</a:t>
            </a:r>
            <a:r>
              <a:rPr lang="es-ES" sz="3900" dirty="0">
                <a:solidFill>
                  <a:schemeClr val="tx1"/>
                </a:solidFill>
                <a:latin typeface="Open Sans"/>
                <a:ea typeface="Open Sans"/>
                <a:cs typeface="Open Sans"/>
                <a:sym typeface="Open Sans"/>
              </a:rPr>
              <a:t>, o a la información que enviamos por la red.  Consiguen nuestros datos de correo y el atacante puede ver todos nuestros correos sin que nos percatemos de ello.</a:t>
            </a:r>
            <a:endParaRPr sz="3900" dirty="0">
              <a:solidFill>
                <a:schemeClr val="tx1"/>
              </a:solidFill>
              <a:latin typeface="Open Sans"/>
              <a:ea typeface="Open Sans"/>
              <a:cs typeface="Open Sans"/>
            </a:endParaRPr>
          </a:p>
          <a:p>
            <a:pPr marL="0" indent="0">
              <a:lnSpc>
                <a:spcPct val="120000"/>
              </a:lnSpc>
              <a:spcBef>
                <a:spcPts val="2000"/>
              </a:spcBef>
              <a:buClr>
                <a:schemeClr val="dk1"/>
              </a:buClr>
              <a:buSzPts val="2590"/>
              <a:buNone/>
            </a:pPr>
            <a:endParaRPr sz="3900" dirty="0">
              <a:solidFill>
                <a:schemeClr val="tx1"/>
              </a:solidFill>
              <a:latin typeface="Open Sans"/>
              <a:ea typeface="Open Sans"/>
              <a:cs typeface="Open Sans"/>
              <a:sym typeface="Open Sans"/>
            </a:endParaRPr>
          </a:p>
          <a:p>
            <a:pPr marL="457200" indent="-128270">
              <a:lnSpc>
                <a:spcPct val="120000"/>
              </a:lnSpc>
              <a:spcBef>
                <a:spcPts val="2000"/>
              </a:spcBef>
              <a:buClr>
                <a:schemeClr val="dk1"/>
              </a:buClr>
              <a:buSzPts val="2590"/>
              <a:buNone/>
            </a:pPr>
            <a:endParaRPr sz="3600" dirty="0">
              <a:solidFill>
                <a:schemeClr val="accent6"/>
              </a:solidFill>
            </a:endParaRPr>
          </a:p>
        </p:txBody>
      </p:sp>
      <p:sp>
        <p:nvSpPr>
          <p:cNvPr id="6" name="CuadroTexto 5">
            <a:extLst>
              <a:ext uri="{FF2B5EF4-FFF2-40B4-BE49-F238E27FC236}">
                <a16:creationId xmlns:a16="http://schemas.microsoft.com/office/drawing/2014/main" id="{63A73509-34BC-4622-87DE-CEF4E5794B0A}"/>
              </a:ext>
            </a:extLst>
          </p:cNvPr>
          <p:cNvSpPr txBox="1"/>
          <p:nvPr/>
        </p:nvSpPr>
        <p:spPr>
          <a:xfrm>
            <a:off x="84584" y="1765517"/>
            <a:ext cx="24231598" cy="2550057"/>
          </a:xfrm>
          <a:prstGeom prst="rect">
            <a:avLst/>
          </a:prstGeom>
          <a:ln/>
        </p:spPr>
        <p:style>
          <a:lnRef idx="2">
            <a:schemeClr val="accent5"/>
          </a:lnRef>
          <a:fillRef idx="1">
            <a:schemeClr val="lt1"/>
          </a:fillRef>
          <a:effectRef idx="0">
            <a:schemeClr val="accent5"/>
          </a:effectRef>
          <a:fontRef idx="minor">
            <a:schemeClr val="dk1"/>
          </a:fontRef>
        </p:style>
        <p:txBody>
          <a:bodyPr wrap="square">
            <a:spAutoFit/>
          </a:bodyPr>
          <a:lstStyle/>
          <a:p>
            <a:pPr algn="ctr">
              <a:lnSpc>
                <a:spcPct val="70000"/>
              </a:lnSpc>
              <a:buClr>
                <a:srgbClr val="222222"/>
              </a:buClr>
              <a:buSzPts val="2590"/>
            </a:pPr>
            <a:r>
              <a:rPr lang="es-ES" sz="7200" b="1" dirty="0">
                <a:solidFill>
                  <a:schemeClr val="accent6"/>
                </a:solidFill>
                <a:latin typeface="Open Sans"/>
                <a:ea typeface="Open Sans"/>
                <a:cs typeface="Open Sans"/>
                <a:sym typeface="Open Sans"/>
              </a:rPr>
              <a:t>1. Interrupción: </a:t>
            </a:r>
          </a:p>
          <a:p>
            <a:pPr defTabSz="1828800">
              <a:spcBef>
                <a:spcPts val="2000"/>
              </a:spcBef>
              <a:buClr>
                <a:srgbClr val="222222"/>
              </a:buClr>
              <a:buSzPts val="2590"/>
            </a:pPr>
            <a:r>
              <a:rPr lang="es-ES" sz="3300" dirty="0">
                <a:solidFill>
                  <a:schemeClr val="tx1"/>
                </a:solidFill>
                <a:latin typeface="Open Sans"/>
                <a:ea typeface="Open Sans"/>
                <a:cs typeface="Open Sans"/>
                <a:sym typeface="Open Sans"/>
              </a:rPr>
              <a:t>Un recurso del sistema o de la red, deja de estar disponible debido al ataque. Por ejemplo, no podemos acceder a internet provocado por un virus o Malware.</a:t>
            </a:r>
            <a:endParaRPr lang="es-ES" sz="3300" dirty="0">
              <a:solidFill>
                <a:schemeClr val="tx1"/>
              </a:solidFill>
              <a:latin typeface="Open Sans"/>
              <a:ea typeface="Open Sans"/>
              <a:cs typeface="Open Sans"/>
            </a:endParaRPr>
          </a:p>
          <a:p>
            <a:pPr>
              <a:lnSpc>
                <a:spcPct val="70000"/>
              </a:lnSpc>
              <a:buClr>
                <a:srgbClr val="222222"/>
              </a:buClr>
              <a:buSzPts val="2590"/>
            </a:pPr>
            <a:r>
              <a:rPr lang="es-ES" sz="3600" dirty="0">
                <a:solidFill>
                  <a:schemeClr val="accent6"/>
                </a:solidFill>
                <a:latin typeface="Open Sans"/>
                <a:ea typeface="Open Sans"/>
                <a:cs typeface="Open Sans"/>
                <a:sym typeface="Open Sans"/>
              </a:rPr>
              <a:t> </a:t>
            </a:r>
          </a:p>
        </p:txBody>
      </p:sp>
      <p:sp>
        <p:nvSpPr>
          <p:cNvPr id="8" name="CuadroTexto 7">
            <a:extLst>
              <a:ext uri="{FF2B5EF4-FFF2-40B4-BE49-F238E27FC236}">
                <a16:creationId xmlns:a16="http://schemas.microsoft.com/office/drawing/2014/main" id="{7202368C-0CA7-41F1-9DA4-68BACF471A04}"/>
              </a:ext>
            </a:extLst>
          </p:cNvPr>
          <p:cNvSpPr txBox="1"/>
          <p:nvPr/>
        </p:nvSpPr>
        <p:spPr>
          <a:xfrm>
            <a:off x="118493" y="4472623"/>
            <a:ext cx="24147012" cy="2995692"/>
          </a:xfrm>
          <a:prstGeom prst="rect">
            <a:avLst/>
          </a:prstGeom>
          <a:ln/>
        </p:spPr>
        <p:style>
          <a:lnRef idx="2">
            <a:schemeClr val="accent2"/>
          </a:lnRef>
          <a:fillRef idx="1">
            <a:schemeClr val="lt1"/>
          </a:fillRef>
          <a:effectRef idx="0">
            <a:schemeClr val="accent2"/>
          </a:effectRef>
          <a:fontRef idx="minor">
            <a:schemeClr val="dk1"/>
          </a:fontRef>
        </p:style>
        <p:txBody>
          <a:bodyPr wrap="square">
            <a:spAutoFit/>
          </a:bodyPr>
          <a:lstStyle/>
          <a:p>
            <a:pPr algn="ctr">
              <a:spcBef>
                <a:spcPts val="2000"/>
              </a:spcBef>
              <a:buClr>
                <a:srgbClr val="222222"/>
              </a:buClr>
              <a:buSzPts val="2590"/>
            </a:pPr>
            <a:r>
              <a:rPr lang="es-ES" sz="6400" b="1" dirty="0">
                <a:solidFill>
                  <a:schemeClr val="accent6"/>
                </a:solidFill>
                <a:latin typeface="Open Sans"/>
                <a:ea typeface="Open Sans"/>
                <a:cs typeface="Open Sans"/>
                <a:sym typeface="Open Sans"/>
              </a:rPr>
              <a:t>2. Modificación:</a:t>
            </a:r>
            <a:r>
              <a:rPr lang="es-ES" sz="6400" dirty="0">
                <a:solidFill>
                  <a:schemeClr val="accent6"/>
                </a:solidFill>
                <a:latin typeface="Open Sans"/>
                <a:ea typeface="Open Sans"/>
                <a:cs typeface="Open Sans"/>
                <a:sym typeface="Open Sans"/>
              </a:rPr>
              <a:t> </a:t>
            </a:r>
          </a:p>
          <a:p>
            <a:pPr>
              <a:spcBef>
                <a:spcPts val="2000"/>
              </a:spcBef>
              <a:buClr>
                <a:srgbClr val="222222"/>
              </a:buClr>
              <a:buSzPts val="2590"/>
            </a:pPr>
            <a:r>
              <a:rPr lang="es-ES" sz="3600" dirty="0">
                <a:solidFill>
                  <a:schemeClr val="tx1"/>
                </a:solidFill>
                <a:latin typeface="Open Sans"/>
                <a:ea typeface="Open Sans"/>
                <a:cs typeface="Open Sans"/>
                <a:sym typeface="Open Sans"/>
              </a:rPr>
              <a:t>La información de la que se dispone es modificada sin autorización y por lo tanto deja de ser válida. Roban nuestras credenciales, estas son modificadas y no podemos entrar en un sistema</a:t>
            </a:r>
            <a:r>
              <a:rPr lang="es-ES" sz="3600" dirty="0">
                <a:solidFill>
                  <a:schemeClr val="accent6"/>
                </a:solidFill>
                <a:latin typeface="Open Sans"/>
                <a:ea typeface="Open Sans"/>
                <a:cs typeface="Open Sans"/>
                <a:sym typeface="Open Sans"/>
              </a:rPr>
              <a:t>. </a:t>
            </a:r>
            <a:r>
              <a:rPr lang="es-ES" sz="3600" dirty="0">
                <a:solidFill>
                  <a:schemeClr val="tx1"/>
                </a:solidFill>
                <a:latin typeface="Open Sans"/>
                <a:ea typeface="Open Sans"/>
                <a:cs typeface="Open Sans"/>
                <a:sym typeface="Open Sans"/>
              </a:rPr>
              <a:t>Por ejemplo, roban nuestro acceso a programas de gestión de la empresa.</a:t>
            </a:r>
            <a:endParaRPr lang="es-ES" sz="3600" dirty="0">
              <a:solidFill>
                <a:schemeClr val="tx1"/>
              </a:solidFill>
              <a:latin typeface="Open Sans"/>
              <a:ea typeface="Open Sans"/>
              <a:cs typeface="Open Sans"/>
            </a:endParaRPr>
          </a:p>
        </p:txBody>
      </p:sp>
      <p:sp>
        <p:nvSpPr>
          <p:cNvPr id="10" name="CuadroTexto 9">
            <a:extLst>
              <a:ext uri="{FF2B5EF4-FFF2-40B4-BE49-F238E27FC236}">
                <a16:creationId xmlns:a16="http://schemas.microsoft.com/office/drawing/2014/main" id="{0F3B3460-4D31-4411-8C7C-E86001F78643}"/>
              </a:ext>
            </a:extLst>
          </p:cNvPr>
          <p:cNvSpPr txBox="1"/>
          <p:nvPr/>
        </p:nvSpPr>
        <p:spPr>
          <a:xfrm>
            <a:off x="84584" y="7621363"/>
            <a:ext cx="24147013" cy="3118803"/>
          </a:xfrm>
          <a:prstGeom prst="rect">
            <a:avLst/>
          </a:prstGeom>
          <a:ln/>
        </p:spPr>
        <p:style>
          <a:lnRef idx="2">
            <a:schemeClr val="accent2"/>
          </a:lnRef>
          <a:fillRef idx="1">
            <a:schemeClr val="lt1"/>
          </a:fillRef>
          <a:effectRef idx="0">
            <a:schemeClr val="accent2"/>
          </a:effectRef>
          <a:fontRef idx="minor">
            <a:schemeClr val="dk1"/>
          </a:fontRef>
        </p:style>
        <p:txBody>
          <a:bodyPr wrap="square">
            <a:spAutoFit/>
          </a:bodyPr>
          <a:lstStyle/>
          <a:p>
            <a:pPr algn="ctr">
              <a:spcBef>
                <a:spcPts val="2000"/>
              </a:spcBef>
              <a:buClr>
                <a:srgbClr val="222222"/>
              </a:buClr>
              <a:buSzPts val="2590"/>
            </a:pPr>
            <a:r>
              <a:rPr lang="es-ES" sz="7200" b="1" dirty="0">
                <a:solidFill>
                  <a:schemeClr val="accent6"/>
                </a:solidFill>
                <a:latin typeface="Open Sans"/>
                <a:ea typeface="Open Sans"/>
                <a:cs typeface="Open Sans"/>
                <a:sym typeface="Open Sans"/>
              </a:rPr>
              <a:t>3. Fabricación: </a:t>
            </a:r>
          </a:p>
          <a:p>
            <a:pPr>
              <a:spcBef>
                <a:spcPts val="2000"/>
              </a:spcBef>
              <a:buClr>
                <a:srgbClr val="222222"/>
              </a:buClr>
              <a:buSzPts val="2590"/>
            </a:pPr>
            <a:r>
              <a:rPr lang="es-ES" sz="3600" dirty="0">
                <a:solidFill>
                  <a:schemeClr val="tx1"/>
                </a:solidFill>
                <a:latin typeface="Open Sans"/>
                <a:ea typeface="Open Sans"/>
                <a:cs typeface="Open Sans"/>
                <a:sym typeface="Open Sans"/>
              </a:rPr>
              <a:t>Consiste en crear un producto que sea difícil de distinguir del auténtico y que es utilizado para hacerse con la información confidencial de los usuarios. Por ejemplo, nos envían un email haciéndose pasar por un banco para robar nuestros datos</a:t>
            </a:r>
          </a:p>
        </p:txBody>
      </p:sp>
      <p:pic>
        <p:nvPicPr>
          <p:cNvPr id="7" name="Google Shape;135;p8" descr="Cómo protegerse de los virus, piratas informáticos y demás ataques? |  Tecnología - ComputerHoy.com">
            <a:extLst>
              <a:ext uri="{FF2B5EF4-FFF2-40B4-BE49-F238E27FC236}">
                <a16:creationId xmlns:a16="http://schemas.microsoft.com/office/drawing/2014/main" id="{29088CDB-A088-4251-BFFC-2B05604F4BE0}"/>
              </a:ext>
            </a:extLst>
          </p:cNvPr>
          <p:cNvPicPr preferRelativeResize="0"/>
          <p:nvPr/>
        </p:nvPicPr>
        <p:blipFill rotWithShape="1">
          <a:blip r:embed="rId3">
            <a:alphaModFix/>
          </a:blip>
          <a:srcRect/>
          <a:stretch/>
        </p:blipFill>
        <p:spPr>
          <a:xfrm>
            <a:off x="22256496" y="-17160"/>
            <a:ext cx="2127504" cy="122455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Shape 344"/>
        <p:cNvGrpSpPr/>
        <p:nvPr/>
      </p:nvGrpSpPr>
      <p:grpSpPr>
        <a:xfrm>
          <a:off x="0" y="0"/>
          <a:ext cx="0" cy="0"/>
          <a:chOff x="0" y="0"/>
          <a:chExt cx="0" cy="0"/>
        </a:xfrm>
      </p:grpSpPr>
      <p:sp>
        <p:nvSpPr>
          <p:cNvPr id="345" name="Google Shape;345;p30"/>
          <p:cNvSpPr txBox="1">
            <a:spLocks noGrp="1"/>
          </p:cNvSpPr>
          <p:nvPr>
            <p:ph type="title" idx="4294967295"/>
          </p:nvPr>
        </p:nvSpPr>
        <p:spPr>
          <a:xfrm>
            <a:off x="0" y="0"/>
            <a:ext cx="21031200" cy="969963"/>
          </a:xfrm>
          <a:prstGeom prst="rect">
            <a:avLst/>
          </a:prstGeom>
          <a:noFill/>
          <a:ln>
            <a:noFill/>
          </a:ln>
        </p:spPr>
        <p:txBody>
          <a:bodyPr spcFirstLastPara="1" wrap="square" lIns="182850" tIns="91400" rIns="182850" bIns="91400" anchor="ctr" anchorCtr="0">
            <a:normAutofit/>
          </a:bodyPr>
          <a:lstStyle/>
          <a:p>
            <a:pPr>
              <a:lnSpc>
                <a:spcPct val="90000"/>
              </a:lnSpc>
              <a:spcBef>
                <a:spcPts val="0"/>
              </a:spcBef>
              <a:buClr>
                <a:schemeClr val="dk1"/>
              </a:buClr>
              <a:buSzPts val="2800"/>
            </a:pPr>
            <a:r>
              <a:rPr lang="es-ES" sz="5600" dirty="0"/>
              <a:t>Eventos-ataques e incidentes de seguridad</a:t>
            </a:r>
            <a:endParaRPr dirty="0"/>
          </a:p>
        </p:txBody>
      </p:sp>
      <p:sp>
        <p:nvSpPr>
          <p:cNvPr id="346" name="Google Shape;346;p30"/>
          <p:cNvSpPr txBox="1"/>
          <p:nvPr/>
        </p:nvSpPr>
        <p:spPr>
          <a:xfrm>
            <a:off x="19591020" y="-7091464"/>
            <a:ext cx="18155412" cy="777376"/>
          </a:xfrm>
          <a:prstGeom prst="rect">
            <a:avLst/>
          </a:prstGeom>
          <a:noFill/>
          <a:ln>
            <a:noFill/>
          </a:ln>
        </p:spPr>
        <p:txBody>
          <a:bodyPr spcFirstLastPara="1" wrap="square" lIns="182850" tIns="91400" rIns="182850" bIns="91400" anchor="t" anchorCtr="0">
            <a:spAutoFit/>
          </a:bodyPr>
          <a:lstStyle/>
          <a:p>
            <a:pPr>
              <a:lnSpc>
                <a:spcPct val="107000"/>
              </a:lnSpc>
            </a:pPr>
            <a:r>
              <a:rPr lang="es-ES" sz="3600">
                <a:solidFill>
                  <a:srgbClr val="003245"/>
                </a:solidFill>
                <a:latin typeface="Times New Roman"/>
                <a:ea typeface="Times New Roman"/>
                <a:cs typeface="Times New Roman"/>
                <a:sym typeface="Times New Roman"/>
              </a:rPr>
              <a:t> </a:t>
            </a:r>
            <a:endParaRPr sz="3200">
              <a:solidFill>
                <a:schemeClr val="dk1"/>
              </a:solidFill>
              <a:latin typeface="Calibri"/>
              <a:ea typeface="Calibri"/>
              <a:cs typeface="Calibri"/>
              <a:sym typeface="Calibri"/>
            </a:endParaRPr>
          </a:p>
        </p:txBody>
      </p:sp>
      <p:grpSp>
        <p:nvGrpSpPr>
          <p:cNvPr id="347" name="Google Shape;347;p30"/>
          <p:cNvGrpSpPr/>
          <p:nvPr/>
        </p:nvGrpSpPr>
        <p:grpSpPr>
          <a:xfrm>
            <a:off x="-46450" y="1344486"/>
            <a:ext cx="24325807" cy="9773736"/>
            <a:chOff x="127902" y="-1026164"/>
            <a:chExt cx="11810976" cy="5258861"/>
          </a:xfrm>
        </p:grpSpPr>
        <p:sp>
          <p:nvSpPr>
            <p:cNvPr id="349" name="Google Shape;349;p30"/>
            <p:cNvSpPr txBox="1"/>
            <p:nvPr/>
          </p:nvSpPr>
          <p:spPr>
            <a:xfrm>
              <a:off x="127902" y="-1026164"/>
              <a:ext cx="3573511" cy="576000"/>
            </a:xfrm>
            <a:prstGeom prst="rect">
              <a:avLst/>
            </a:prstGeom>
            <a:ln/>
          </p:spPr>
          <p:style>
            <a:lnRef idx="2">
              <a:schemeClr val="accent2"/>
            </a:lnRef>
            <a:fillRef idx="1">
              <a:schemeClr val="lt1"/>
            </a:fillRef>
            <a:effectRef idx="0">
              <a:schemeClr val="accent2"/>
            </a:effectRef>
            <a:fontRef idx="minor">
              <a:schemeClr val="dk1"/>
            </a:fontRef>
          </p:style>
          <p:txBody>
            <a:bodyPr spcFirstLastPara="1" wrap="square" lIns="284450" tIns="162550" rIns="284450" bIns="162550" anchor="ctr" anchorCtr="0">
              <a:noAutofit/>
            </a:bodyPr>
            <a:lstStyle/>
            <a:p>
              <a:pPr>
                <a:lnSpc>
                  <a:spcPct val="90000"/>
                </a:lnSpc>
                <a:buClr>
                  <a:schemeClr val="lt1"/>
                </a:buClr>
                <a:buSzPts val="2000"/>
              </a:pPr>
              <a:r>
                <a:rPr lang="es-ES" sz="4800" b="1" dirty="0">
                  <a:solidFill>
                    <a:schemeClr val="accent6"/>
                  </a:solidFill>
                  <a:latin typeface="Calibri"/>
                  <a:ea typeface="Calibri"/>
                  <a:cs typeface="Calibri"/>
                  <a:sym typeface="Calibri"/>
                </a:rPr>
                <a:t>1. Evento de seguridad</a:t>
              </a:r>
              <a:r>
                <a:rPr lang="es-ES" sz="4800" dirty="0">
                  <a:solidFill>
                    <a:schemeClr val="accent6"/>
                  </a:solidFill>
                  <a:latin typeface="Calibri"/>
                  <a:ea typeface="Calibri"/>
                  <a:cs typeface="Calibri"/>
                  <a:sym typeface="Calibri"/>
                </a:rPr>
                <a:t> </a:t>
              </a:r>
              <a:endParaRPr sz="4800" dirty="0">
                <a:solidFill>
                  <a:schemeClr val="accent6"/>
                </a:solidFill>
                <a:latin typeface="Calibri"/>
                <a:ea typeface="Calibri"/>
                <a:cs typeface="Calibri"/>
                <a:sym typeface="Calibri"/>
              </a:endParaRPr>
            </a:p>
          </p:txBody>
        </p:sp>
        <p:sp>
          <p:nvSpPr>
            <p:cNvPr id="351" name="Google Shape;351;p30"/>
            <p:cNvSpPr txBox="1"/>
            <p:nvPr/>
          </p:nvSpPr>
          <p:spPr>
            <a:xfrm>
              <a:off x="4489189" y="-855894"/>
              <a:ext cx="7449689" cy="1609568"/>
            </a:xfrm>
            <a:prstGeom prst="rect">
              <a:avLst/>
            </a:prstGeom>
            <a:ln/>
          </p:spPr>
          <p:style>
            <a:lnRef idx="2">
              <a:schemeClr val="accent2"/>
            </a:lnRef>
            <a:fillRef idx="1">
              <a:schemeClr val="lt1"/>
            </a:fillRef>
            <a:effectRef idx="0">
              <a:schemeClr val="accent2"/>
            </a:effectRef>
            <a:fontRef idx="minor">
              <a:schemeClr val="dk1"/>
            </a:fontRef>
          </p:style>
          <p:txBody>
            <a:bodyPr spcFirstLastPara="1" wrap="square" lIns="213350" tIns="213350" rIns="284450" bIns="320000" anchor="t" anchorCtr="0">
              <a:noAutofit/>
            </a:bodyPr>
            <a:lstStyle/>
            <a:p>
              <a:pPr lvl="1">
                <a:lnSpc>
                  <a:spcPct val="90000"/>
                </a:lnSpc>
                <a:buClr>
                  <a:srgbClr val="003245"/>
                </a:buClr>
                <a:buSzPts val="2000"/>
              </a:pPr>
              <a:r>
                <a:rPr lang="es-ES" sz="4000" dirty="0">
                  <a:solidFill>
                    <a:schemeClr val="accent6"/>
                  </a:solidFill>
                  <a:latin typeface="Calibri"/>
                  <a:ea typeface="Calibri"/>
                  <a:cs typeface="Calibri"/>
                  <a:sym typeface="Calibri"/>
                </a:rPr>
                <a:t>Un evento de seguridad de la información indica que el sistema, la seguridad o los servicios de red y de infraestructura han sido comprometidos o vulnerados. Esto indica que los controles implementados han fallado y/o que no se ha seguido la política de seguridad de la información de la organización.</a:t>
              </a:r>
              <a:endParaRPr sz="4000" dirty="0">
                <a:solidFill>
                  <a:schemeClr val="accent6"/>
                </a:solidFill>
                <a:latin typeface="Calibri"/>
                <a:ea typeface="Calibri"/>
                <a:cs typeface="Calibri"/>
                <a:sym typeface="Calibri"/>
              </a:endParaRPr>
            </a:p>
          </p:txBody>
        </p:sp>
        <p:sp>
          <p:nvSpPr>
            <p:cNvPr id="353" name="Google Shape;353;p30"/>
            <p:cNvSpPr txBox="1"/>
            <p:nvPr/>
          </p:nvSpPr>
          <p:spPr>
            <a:xfrm>
              <a:off x="233045" y="1352750"/>
              <a:ext cx="3503416" cy="576000"/>
            </a:xfrm>
            <a:prstGeom prst="rect">
              <a:avLst/>
            </a:prstGeom>
            <a:ln/>
          </p:spPr>
          <p:style>
            <a:lnRef idx="2">
              <a:schemeClr val="accent2"/>
            </a:lnRef>
            <a:fillRef idx="1">
              <a:schemeClr val="lt1"/>
            </a:fillRef>
            <a:effectRef idx="0">
              <a:schemeClr val="accent2"/>
            </a:effectRef>
            <a:fontRef idx="minor">
              <a:schemeClr val="dk1"/>
            </a:fontRef>
          </p:style>
          <p:txBody>
            <a:bodyPr spcFirstLastPara="1" wrap="square" lIns="284450" tIns="162550" rIns="284450" bIns="162550" anchor="ctr" anchorCtr="0">
              <a:noAutofit/>
            </a:bodyPr>
            <a:lstStyle/>
            <a:p>
              <a:pPr>
                <a:lnSpc>
                  <a:spcPct val="90000"/>
                </a:lnSpc>
                <a:buClr>
                  <a:schemeClr val="lt1"/>
                </a:buClr>
                <a:buSzPts val="2000"/>
              </a:pPr>
              <a:r>
                <a:rPr lang="es-ES" sz="4800" dirty="0">
                  <a:solidFill>
                    <a:schemeClr val="accent6"/>
                  </a:solidFill>
                  <a:latin typeface="Calibri"/>
                  <a:ea typeface="Calibri"/>
                  <a:cs typeface="Calibri"/>
                  <a:sym typeface="Calibri"/>
                </a:rPr>
                <a:t>2. Ataque</a:t>
              </a:r>
              <a:endParaRPr sz="4800" dirty="0">
                <a:solidFill>
                  <a:schemeClr val="accent6"/>
                </a:solidFill>
                <a:latin typeface="Calibri"/>
                <a:ea typeface="Calibri"/>
                <a:cs typeface="Calibri"/>
                <a:sym typeface="Calibri"/>
              </a:endParaRPr>
            </a:p>
          </p:txBody>
        </p:sp>
        <p:sp>
          <p:nvSpPr>
            <p:cNvPr id="355" name="Google Shape;355;p30"/>
            <p:cNvSpPr txBox="1"/>
            <p:nvPr/>
          </p:nvSpPr>
          <p:spPr>
            <a:xfrm>
              <a:off x="4489188" y="1160671"/>
              <a:ext cx="7449689" cy="1059899"/>
            </a:xfrm>
            <a:prstGeom prst="rect">
              <a:avLst/>
            </a:prstGeom>
            <a:ln/>
          </p:spPr>
          <p:style>
            <a:lnRef idx="2">
              <a:schemeClr val="accent2"/>
            </a:lnRef>
            <a:fillRef idx="1">
              <a:schemeClr val="lt1"/>
            </a:fillRef>
            <a:effectRef idx="0">
              <a:schemeClr val="accent2"/>
            </a:effectRef>
            <a:fontRef idx="minor">
              <a:schemeClr val="dk1"/>
            </a:fontRef>
          </p:style>
          <p:txBody>
            <a:bodyPr spcFirstLastPara="1" wrap="square" lIns="213350" tIns="213350" rIns="284450" bIns="320000" anchor="t" anchorCtr="0">
              <a:noAutofit/>
            </a:bodyPr>
            <a:lstStyle/>
            <a:p>
              <a:pPr lvl="1">
                <a:lnSpc>
                  <a:spcPct val="90000"/>
                </a:lnSpc>
                <a:buClr>
                  <a:srgbClr val="003245"/>
                </a:buClr>
                <a:buSzPts val="2000"/>
              </a:pPr>
              <a:r>
                <a:rPr lang="es-ES" sz="3600" dirty="0">
                  <a:solidFill>
                    <a:schemeClr val="accent6"/>
                  </a:solidFill>
                  <a:latin typeface="Calibri"/>
                  <a:ea typeface="Calibri"/>
                  <a:cs typeface="Calibri"/>
                  <a:sym typeface="Calibri"/>
                </a:rPr>
                <a:t>El </a:t>
              </a:r>
              <a:r>
                <a:rPr lang="es-ES" sz="3600" b="1" dirty="0">
                  <a:solidFill>
                    <a:schemeClr val="accent6"/>
                  </a:solidFill>
                  <a:latin typeface="Calibri"/>
                  <a:ea typeface="Calibri"/>
                  <a:cs typeface="Calibri"/>
                  <a:sym typeface="Calibri"/>
                </a:rPr>
                <a:t>ataque</a:t>
              </a:r>
              <a:r>
                <a:rPr lang="es-ES" sz="3600" dirty="0">
                  <a:solidFill>
                    <a:schemeClr val="accent6"/>
                  </a:solidFill>
                  <a:latin typeface="Calibri"/>
                  <a:ea typeface="Calibri"/>
                  <a:cs typeface="Calibri"/>
                  <a:sym typeface="Calibri"/>
                </a:rPr>
                <a:t> empieza antes, cuando se utiliza algún tipo de herramienta para explotar una vulnerabilidad y termina un poco más tarde, cuando gracias a la acción realizada sobre el objetivo se produce un resultado concreto. </a:t>
              </a:r>
            </a:p>
            <a:p>
              <a:pPr marL="457200" lvl="1" indent="-457200">
                <a:lnSpc>
                  <a:spcPct val="90000"/>
                </a:lnSpc>
                <a:buClr>
                  <a:srgbClr val="003245"/>
                </a:buClr>
                <a:buSzPts val="2000"/>
                <a:buFont typeface="Calibri"/>
                <a:buChar char="•"/>
              </a:pPr>
              <a:endParaRPr sz="3600" dirty="0">
                <a:solidFill>
                  <a:schemeClr val="accent6"/>
                </a:solidFill>
                <a:latin typeface="Calibri"/>
                <a:ea typeface="Calibri"/>
                <a:cs typeface="Calibri"/>
                <a:sym typeface="Calibri"/>
              </a:endParaRPr>
            </a:p>
          </p:txBody>
        </p:sp>
        <p:sp>
          <p:nvSpPr>
            <p:cNvPr id="357" name="Google Shape;357;p30"/>
            <p:cNvSpPr txBox="1"/>
            <p:nvPr/>
          </p:nvSpPr>
          <p:spPr>
            <a:xfrm>
              <a:off x="197997" y="3656697"/>
              <a:ext cx="3503416" cy="576000"/>
            </a:xfrm>
            <a:prstGeom prst="rect">
              <a:avLst/>
            </a:prstGeom>
            <a:ln/>
          </p:spPr>
          <p:style>
            <a:lnRef idx="2">
              <a:schemeClr val="accent2"/>
            </a:lnRef>
            <a:fillRef idx="1">
              <a:schemeClr val="lt1"/>
            </a:fillRef>
            <a:effectRef idx="0">
              <a:schemeClr val="accent2"/>
            </a:effectRef>
            <a:fontRef idx="minor">
              <a:schemeClr val="dk1"/>
            </a:fontRef>
          </p:style>
          <p:txBody>
            <a:bodyPr spcFirstLastPara="1" wrap="square" lIns="284450" tIns="162550" rIns="284450" bIns="162550" anchor="ctr" anchorCtr="0">
              <a:noAutofit/>
            </a:bodyPr>
            <a:lstStyle/>
            <a:p>
              <a:pPr algn="ctr">
                <a:lnSpc>
                  <a:spcPct val="90000"/>
                </a:lnSpc>
                <a:buClr>
                  <a:schemeClr val="lt1"/>
                </a:buClr>
                <a:buSzPts val="2000"/>
              </a:pPr>
              <a:r>
                <a:rPr lang="es-ES" sz="4800" dirty="0">
                  <a:solidFill>
                    <a:schemeClr val="accent6"/>
                  </a:solidFill>
                  <a:latin typeface="Calibri"/>
                  <a:ea typeface="Calibri"/>
                  <a:cs typeface="Calibri"/>
                  <a:sym typeface="Calibri"/>
                </a:rPr>
                <a:t>3. Incidente de seguridad</a:t>
              </a:r>
              <a:endParaRPr sz="4000" dirty="0">
                <a:solidFill>
                  <a:schemeClr val="accent6"/>
                </a:solidFill>
              </a:endParaRPr>
            </a:p>
          </p:txBody>
        </p:sp>
      </p:grpSp>
      <p:sp>
        <p:nvSpPr>
          <p:cNvPr id="21" name="CuadroTexto 20">
            <a:extLst>
              <a:ext uri="{FF2B5EF4-FFF2-40B4-BE49-F238E27FC236}">
                <a16:creationId xmlns:a16="http://schemas.microsoft.com/office/drawing/2014/main" id="{383C022C-F524-4B7C-9865-F3F9E03E241C}"/>
              </a:ext>
            </a:extLst>
          </p:cNvPr>
          <p:cNvSpPr txBox="1"/>
          <p:nvPr/>
        </p:nvSpPr>
        <p:spPr>
          <a:xfrm>
            <a:off x="104643" y="6858000"/>
            <a:ext cx="8574480" cy="308392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a:solidFill>
                  <a:schemeClr val="accent3">
                    <a:hueOff val="-130908"/>
                    <a:satOff val="-22167"/>
                    <a:lumOff val="-7843"/>
                  </a:schemeClr>
                </a:solidFill>
                <a:latin typeface="Lato Regular"/>
                <a:ea typeface="Lato Regular"/>
                <a:cs typeface="Lato Regular"/>
              </a:defRPr>
            </a:lvl1pPr>
            <a:lvl2pPr lvl="1">
              <a:lnSpc>
                <a:spcPct val="90000"/>
              </a:lnSpc>
              <a:buClr>
                <a:srgbClr val="003245"/>
              </a:buClr>
              <a:buSzPts val="2000"/>
              <a:defRPr sz="2400">
                <a:solidFill>
                  <a:schemeClr val="bg1">
                    <a:lumMod val="50000"/>
                  </a:schemeClr>
                </a:solidFill>
                <a:latin typeface="Calibri"/>
                <a:ea typeface="Calibri"/>
                <a:cs typeface="Calibri"/>
              </a:defRPr>
            </a:lvl2pPr>
            <a:lvl3pPr>
              <a:defRPr>
                <a:solidFill>
                  <a:schemeClr val="accent3">
                    <a:hueOff val="-130908"/>
                    <a:satOff val="-22167"/>
                    <a:lumOff val="-7843"/>
                  </a:schemeClr>
                </a:solidFill>
                <a:latin typeface="Lato Regular"/>
                <a:ea typeface="Lato Regular"/>
                <a:cs typeface="Lato Regular"/>
              </a:defRPr>
            </a:lvl3pPr>
            <a:lvl4pPr>
              <a:defRPr>
                <a:solidFill>
                  <a:schemeClr val="accent3">
                    <a:hueOff val="-130908"/>
                    <a:satOff val="-22167"/>
                    <a:lumOff val="-7843"/>
                  </a:schemeClr>
                </a:solidFill>
                <a:latin typeface="Lato Regular"/>
                <a:ea typeface="Lato Regular"/>
                <a:cs typeface="Lato Regular"/>
              </a:defRPr>
            </a:lvl4pPr>
            <a:lvl5pPr>
              <a:defRPr>
                <a:solidFill>
                  <a:schemeClr val="accent3">
                    <a:hueOff val="-130908"/>
                    <a:satOff val="-22167"/>
                    <a:lumOff val="-7843"/>
                  </a:schemeClr>
                </a:solidFill>
                <a:latin typeface="Lato Regular"/>
                <a:ea typeface="Lato Regular"/>
                <a:cs typeface="Lato Regular"/>
              </a:defRPr>
            </a:lvl5pPr>
            <a:lvl6pPr>
              <a:defRPr>
                <a:solidFill>
                  <a:schemeClr val="accent3">
                    <a:hueOff val="-130908"/>
                    <a:satOff val="-22167"/>
                    <a:lumOff val="-7843"/>
                  </a:schemeClr>
                </a:solidFill>
                <a:latin typeface="Lato Regular"/>
                <a:ea typeface="Lato Regular"/>
                <a:cs typeface="Lato Regular"/>
              </a:defRPr>
            </a:lvl6pPr>
            <a:lvl7pPr>
              <a:defRPr>
                <a:solidFill>
                  <a:schemeClr val="accent3">
                    <a:hueOff val="-130908"/>
                    <a:satOff val="-22167"/>
                    <a:lumOff val="-7843"/>
                  </a:schemeClr>
                </a:solidFill>
                <a:latin typeface="Lato Regular"/>
                <a:ea typeface="Lato Regular"/>
                <a:cs typeface="Lato Regular"/>
              </a:defRPr>
            </a:lvl7pPr>
            <a:lvl8pPr>
              <a:defRPr>
                <a:solidFill>
                  <a:schemeClr val="accent3">
                    <a:hueOff val="-130908"/>
                    <a:satOff val="-22167"/>
                    <a:lumOff val="-7843"/>
                  </a:schemeClr>
                </a:solidFill>
                <a:latin typeface="Lato Regular"/>
                <a:ea typeface="Lato Regular"/>
                <a:cs typeface="Lato Regular"/>
              </a:defRPr>
            </a:lvl8pPr>
            <a:lvl9pPr>
              <a:defRPr>
                <a:solidFill>
                  <a:schemeClr val="accent3">
                    <a:hueOff val="-130908"/>
                    <a:satOff val="-22167"/>
                    <a:lumOff val="-7843"/>
                  </a:schemeClr>
                </a:solidFill>
                <a:latin typeface="Lato Regular"/>
                <a:ea typeface="Lato Regular"/>
                <a:cs typeface="Lato Regular"/>
              </a:defRPr>
            </a:lvl9pPr>
          </a:lstStyle>
          <a:p>
            <a:pPr lvl="1"/>
            <a:r>
              <a:rPr lang="es-ES" dirty="0">
                <a:sym typeface="Calibri"/>
              </a:rPr>
              <a:t>Ejemplos:</a:t>
            </a:r>
          </a:p>
          <a:p>
            <a:pPr lvl="1"/>
            <a:r>
              <a:rPr lang="es-ES" dirty="0">
                <a:sym typeface="Calibri"/>
              </a:rPr>
              <a:t>Una vulnerabilidad de un sistema operativo es empleada para que un malware escale privilegios y se ejecute con permisos de administrador.</a:t>
            </a:r>
          </a:p>
          <a:p>
            <a:pPr lvl="1"/>
            <a:r>
              <a:rPr lang="es-ES" dirty="0">
                <a:sym typeface="Calibri"/>
              </a:rPr>
              <a:t>Un </a:t>
            </a:r>
            <a:r>
              <a:rPr lang="es-ES" dirty="0" err="1">
                <a:sym typeface="Calibri"/>
              </a:rPr>
              <a:t>sniffer</a:t>
            </a:r>
            <a:r>
              <a:rPr lang="es-ES" dirty="0">
                <a:sym typeface="Calibri"/>
              </a:rPr>
              <a:t> de red es empleado para espiar el tráfico y obtener la contraseña de un usuario.</a:t>
            </a:r>
          </a:p>
          <a:p>
            <a:pPr lvl="1"/>
            <a:r>
              <a:rPr lang="es-ES" dirty="0">
                <a:sym typeface="Calibri"/>
              </a:rPr>
              <a:t>Un campo de un formulario web es empleado para realizar una consulta SQL en una base de datos y descargar un fichero sin autorización.</a:t>
            </a:r>
          </a:p>
        </p:txBody>
      </p:sp>
      <p:sp>
        <p:nvSpPr>
          <p:cNvPr id="23" name="CuadroTexto 22">
            <a:extLst>
              <a:ext uri="{FF2B5EF4-FFF2-40B4-BE49-F238E27FC236}">
                <a16:creationId xmlns:a16="http://schemas.microsoft.com/office/drawing/2014/main" id="{254860B1-77F4-4763-AB6B-CAC4A24F9CBB}"/>
              </a:ext>
            </a:extLst>
          </p:cNvPr>
          <p:cNvSpPr txBox="1"/>
          <p:nvPr/>
        </p:nvSpPr>
        <p:spPr>
          <a:xfrm>
            <a:off x="-78910" y="11518666"/>
            <a:ext cx="8686777" cy="208672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a:defRPr>
                <a:solidFill>
                  <a:schemeClr val="accent3">
                    <a:hueOff val="-130908"/>
                    <a:satOff val="-22167"/>
                    <a:lumOff val="-7843"/>
                  </a:schemeClr>
                </a:solidFill>
                <a:latin typeface="Lato Regular"/>
                <a:ea typeface="Lato Regular"/>
                <a:cs typeface="Lato Regular"/>
              </a:defRPr>
            </a:lvl1pPr>
            <a:lvl2pPr lvl="1">
              <a:lnSpc>
                <a:spcPct val="90000"/>
              </a:lnSpc>
              <a:buClr>
                <a:srgbClr val="003245"/>
              </a:buClr>
              <a:buSzPts val="2000"/>
              <a:defRPr sz="2400">
                <a:solidFill>
                  <a:schemeClr val="bg1">
                    <a:lumMod val="50000"/>
                  </a:schemeClr>
                </a:solidFill>
                <a:latin typeface="Calibri"/>
                <a:ea typeface="Calibri"/>
                <a:cs typeface="Calibri"/>
              </a:defRPr>
            </a:lvl2pPr>
            <a:lvl3pPr>
              <a:defRPr>
                <a:solidFill>
                  <a:schemeClr val="accent3">
                    <a:hueOff val="-130908"/>
                    <a:satOff val="-22167"/>
                    <a:lumOff val="-7843"/>
                  </a:schemeClr>
                </a:solidFill>
                <a:latin typeface="Lato Regular"/>
                <a:ea typeface="Lato Regular"/>
                <a:cs typeface="Lato Regular"/>
              </a:defRPr>
            </a:lvl3pPr>
            <a:lvl4pPr>
              <a:defRPr>
                <a:solidFill>
                  <a:schemeClr val="accent3">
                    <a:hueOff val="-130908"/>
                    <a:satOff val="-22167"/>
                    <a:lumOff val="-7843"/>
                  </a:schemeClr>
                </a:solidFill>
                <a:latin typeface="Lato Regular"/>
                <a:ea typeface="Lato Regular"/>
                <a:cs typeface="Lato Regular"/>
              </a:defRPr>
            </a:lvl4pPr>
            <a:lvl5pPr>
              <a:defRPr>
                <a:solidFill>
                  <a:schemeClr val="accent3">
                    <a:hueOff val="-130908"/>
                    <a:satOff val="-22167"/>
                    <a:lumOff val="-7843"/>
                  </a:schemeClr>
                </a:solidFill>
                <a:latin typeface="Lato Regular"/>
                <a:ea typeface="Lato Regular"/>
                <a:cs typeface="Lato Regular"/>
              </a:defRPr>
            </a:lvl5pPr>
            <a:lvl6pPr>
              <a:defRPr>
                <a:solidFill>
                  <a:schemeClr val="accent3">
                    <a:hueOff val="-130908"/>
                    <a:satOff val="-22167"/>
                    <a:lumOff val="-7843"/>
                  </a:schemeClr>
                </a:solidFill>
                <a:latin typeface="Lato Regular"/>
                <a:ea typeface="Lato Regular"/>
                <a:cs typeface="Lato Regular"/>
              </a:defRPr>
            </a:lvl6pPr>
            <a:lvl7pPr>
              <a:defRPr>
                <a:solidFill>
                  <a:schemeClr val="accent3">
                    <a:hueOff val="-130908"/>
                    <a:satOff val="-22167"/>
                    <a:lumOff val="-7843"/>
                  </a:schemeClr>
                </a:solidFill>
                <a:latin typeface="Lato Regular"/>
                <a:ea typeface="Lato Regular"/>
                <a:cs typeface="Lato Regular"/>
              </a:defRPr>
            </a:lvl7pPr>
            <a:lvl8pPr>
              <a:defRPr>
                <a:solidFill>
                  <a:schemeClr val="accent3">
                    <a:hueOff val="-130908"/>
                    <a:satOff val="-22167"/>
                    <a:lumOff val="-7843"/>
                  </a:schemeClr>
                </a:solidFill>
                <a:latin typeface="Lato Regular"/>
                <a:ea typeface="Lato Regular"/>
                <a:cs typeface="Lato Regular"/>
              </a:defRPr>
            </a:lvl8pPr>
            <a:lvl9pPr>
              <a:defRPr>
                <a:solidFill>
                  <a:schemeClr val="accent3">
                    <a:hueOff val="-130908"/>
                    <a:satOff val="-22167"/>
                    <a:lumOff val="-7843"/>
                  </a:schemeClr>
                </a:solidFill>
                <a:latin typeface="Lato Regular"/>
                <a:ea typeface="Lato Regular"/>
                <a:cs typeface="Lato Regular"/>
              </a:defRPr>
            </a:lvl9pPr>
          </a:lstStyle>
          <a:p>
            <a:pPr lvl="1"/>
            <a:r>
              <a:rPr lang="es-ES" dirty="0">
                <a:sym typeface="Calibri"/>
              </a:rPr>
              <a:t>Ejemplos:</a:t>
            </a:r>
          </a:p>
          <a:p>
            <a:pPr lvl="1"/>
            <a:r>
              <a:rPr lang="es-ES" dirty="0">
                <a:sym typeface="Calibri"/>
              </a:rPr>
              <a:t>Un terrorista manipula el sistema de control de un pozo petrolífero y genera un desastre medioambiental.</a:t>
            </a:r>
          </a:p>
          <a:p>
            <a:pPr lvl="1"/>
            <a:r>
              <a:rPr lang="es-ES" dirty="0">
                <a:sym typeface="Calibri"/>
              </a:rPr>
              <a:t>Un estudiante de informática se descarga un kit de exploits e intenta realizar una denegación de servicio en la página web de su universidad.</a:t>
            </a:r>
          </a:p>
        </p:txBody>
      </p:sp>
      <p:sp>
        <p:nvSpPr>
          <p:cNvPr id="2" name="Flecha: hacia abajo 1">
            <a:extLst>
              <a:ext uri="{FF2B5EF4-FFF2-40B4-BE49-F238E27FC236}">
                <a16:creationId xmlns:a16="http://schemas.microsoft.com/office/drawing/2014/main" id="{1C1C0590-E300-0908-D77B-454989E5BC1D}"/>
              </a:ext>
            </a:extLst>
          </p:cNvPr>
          <p:cNvSpPr/>
          <p:nvPr/>
        </p:nvSpPr>
        <p:spPr>
          <a:xfrm rot="16200000">
            <a:off x="7293761" y="1589842"/>
            <a:ext cx="804672" cy="1036768"/>
          </a:xfrm>
          <a:prstGeom prst="downArrow">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s-ES" sz="3600"/>
          </a:p>
        </p:txBody>
      </p:sp>
      <p:sp>
        <p:nvSpPr>
          <p:cNvPr id="3" name="Flecha: hacia abajo 2">
            <a:extLst>
              <a:ext uri="{FF2B5EF4-FFF2-40B4-BE49-F238E27FC236}">
                <a16:creationId xmlns:a16="http://schemas.microsoft.com/office/drawing/2014/main" id="{954BCADD-1DA1-7549-F933-BFBD2402749A}"/>
              </a:ext>
            </a:extLst>
          </p:cNvPr>
          <p:cNvSpPr/>
          <p:nvPr/>
        </p:nvSpPr>
        <p:spPr>
          <a:xfrm rot="16200000">
            <a:off x="7436303" y="6135739"/>
            <a:ext cx="804672" cy="1036768"/>
          </a:xfrm>
          <a:prstGeom prst="downArrow">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s-ES" sz="3600"/>
          </a:p>
        </p:txBody>
      </p:sp>
      <p:sp>
        <p:nvSpPr>
          <p:cNvPr id="5" name="CuadroTexto 4">
            <a:extLst>
              <a:ext uri="{FF2B5EF4-FFF2-40B4-BE49-F238E27FC236}">
                <a16:creationId xmlns:a16="http://schemas.microsoft.com/office/drawing/2014/main" id="{77973150-4F1A-7A04-1D77-2BBBD006AA72}"/>
              </a:ext>
            </a:extLst>
          </p:cNvPr>
          <p:cNvSpPr txBox="1"/>
          <p:nvPr/>
        </p:nvSpPr>
        <p:spPr>
          <a:xfrm>
            <a:off x="209288" y="3087839"/>
            <a:ext cx="8365191" cy="227908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lvl="1">
              <a:lnSpc>
                <a:spcPct val="90000"/>
              </a:lnSpc>
              <a:buClr>
                <a:srgbClr val="003245"/>
              </a:buClr>
              <a:buSzPts val="2000"/>
            </a:pPr>
            <a:r>
              <a:rPr lang="es-ES" sz="2400" dirty="0">
                <a:solidFill>
                  <a:schemeClr val="bg1">
                    <a:lumMod val="50000"/>
                  </a:schemeClr>
                </a:solidFill>
                <a:latin typeface="Calibri"/>
                <a:ea typeface="Calibri"/>
                <a:cs typeface="Calibri"/>
                <a:sym typeface="Calibri"/>
              </a:rPr>
              <a:t>Ejemplo:</a:t>
            </a:r>
          </a:p>
          <a:p>
            <a:pPr marL="342900" lvl="1" indent="-342900">
              <a:lnSpc>
                <a:spcPct val="90000"/>
              </a:lnSpc>
              <a:buClr>
                <a:schemeClr val="dk1"/>
              </a:buClr>
              <a:buSzPts val="1600"/>
              <a:buFont typeface="Calibri"/>
              <a:buChar char="•"/>
            </a:pPr>
            <a:r>
              <a:rPr lang="es-ES" sz="2400" dirty="0">
                <a:solidFill>
                  <a:schemeClr val="bg1">
                    <a:lumMod val="50000"/>
                  </a:schemeClr>
                </a:solidFill>
                <a:latin typeface="Calibri"/>
                <a:ea typeface="Calibri"/>
                <a:cs typeface="Calibri"/>
                <a:sym typeface="Calibri"/>
              </a:rPr>
              <a:t>Un servidor es escaneado para encontrar sus vulnerabilidades.</a:t>
            </a:r>
          </a:p>
          <a:p>
            <a:pPr marL="342900" lvl="1" indent="-342900">
              <a:lnSpc>
                <a:spcPct val="90000"/>
              </a:lnSpc>
              <a:spcBef>
                <a:spcPts val="480"/>
              </a:spcBef>
              <a:buClr>
                <a:schemeClr val="dk1"/>
              </a:buClr>
              <a:buSzPts val="1600"/>
              <a:buFont typeface="Calibri"/>
              <a:buChar char="•"/>
            </a:pPr>
            <a:r>
              <a:rPr lang="es-ES" sz="2400" dirty="0">
                <a:solidFill>
                  <a:schemeClr val="bg1">
                    <a:lumMod val="50000"/>
                  </a:schemeClr>
                </a:solidFill>
                <a:latin typeface="Calibri"/>
                <a:ea typeface="Calibri"/>
                <a:cs typeface="Calibri"/>
                <a:sym typeface="Calibri"/>
              </a:rPr>
              <a:t>Los datos de un cliente son modificados sin autorización.</a:t>
            </a:r>
          </a:p>
          <a:p>
            <a:pPr marL="342900" lvl="1" indent="-342900">
              <a:lnSpc>
                <a:spcPct val="90000"/>
              </a:lnSpc>
              <a:spcBef>
                <a:spcPts val="480"/>
              </a:spcBef>
              <a:buClr>
                <a:schemeClr val="dk1"/>
              </a:buClr>
              <a:buSzPts val="1600"/>
              <a:buFont typeface="Calibri"/>
              <a:buChar char="•"/>
            </a:pPr>
            <a:r>
              <a:rPr lang="es-ES" sz="2400" dirty="0">
                <a:solidFill>
                  <a:schemeClr val="bg1">
                    <a:lumMod val="50000"/>
                  </a:schemeClr>
                </a:solidFill>
                <a:latin typeface="Calibri"/>
                <a:ea typeface="Calibri"/>
                <a:cs typeface="Calibri"/>
                <a:sym typeface="Calibri"/>
              </a:rPr>
              <a:t>Un usuario es suplantado en una red social.</a:t>
            </a:r>
          </a:p>
          <a:p>
            <a:pPr marL="342900" lvl="1" indent="-342900">
              <a:lnSpc>
                <a:spcPct val="90000"/>
              </a:lnSpc>
              <a:spcBef>
                <a:spcPts val="480"/>
              </a:spcBef>
              <a:buClr>
                <a:schemeClr val="dk1"/>
              </a:buClr>
              <a:buSzPts val="1600"/>
              <a:buFont typeface="Calibri"/>
              <a:buChar char="•"/>
            </a:pPr>
            <a:r>
              <a:rPr lang="es-ES" sz="2400" dirty="0">
                <a:solidFill>
                  <a:schemeClr val="bg1">
                    <a:lumMod val="50000"/>
                  </a:schemeClr>
                </a:solidFill>
                <a:latin typeface="Calibri"/>
                <a:ea typeface="Calibri"/>
                <a:cs typeface="Calibri"/>
                <a:sym typeface="Calibri"/>
              </a:rPr>
              <a:t>Un proceso industrial (fabricación de un medicamento) es interrumpido.</a:t>
            </a:r>
          </a:p>
        </p:txBody>
      </p:sp>
      <p:sp>
        <p:nvSpPr>
          <p:cNvPr id="6" name="Flecha: hacia abajo 5">
            <a:extLst>
              <a:ext uri="{FF2B5EF4-FFF2-40B4-BE49-F238E27FC236}">
                <a16:creationId xmlns:a16="http://schemas.microsoft.com/office/drawing/2014/main" id="{61959267-D79D-0160-C3D1-3314E2D983EC}"/>
              </a:ext>
            </a:extLst>
          </p:cNvPr>
          <p:cNvSpPr/>
          <p:nvPr/>
        </p:nvSpPr>
        <p:spPr>
          <a:xfrm rot="16200000">
            <a:off x="7236509" y="10197502"/>
            <a:ext cx="804672" cy="1036768"/>
          </a:xfrm>
          <a:prstGeom prst="downArrow">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s-ES" sz="3600"/>
          </a:p>
        </p:txBody>
      </p:sp>
      <p:sp>
        <p:nvSpPr>
          <p:cNvPr id="8" name="CuadroTexto 7">
            <a:extLst>
              <a:ext uri="{FF2B5EF4-FFF2-40B4-BE49-F238E27FC236}">
                <a16:creationId xmlns:a16="http://schemas.microsoft.com/office/drawing/2014/main" id="{166F7F39-9167-1C53-7042-3F00EF00A6F4}"/>
              </a:ext>
            </a:extLst>
          </p:cNvPr>
          <p:cNvSpPr txBox="1"/>
          <p:nvPr/>
        </p:nvSpPr>
        <p:spPr>
          <a:xfrm>
            <a:off x="8908268" y="9928514"/>
            <a:ext cx="15475731" cy="1490921"/>
          </a:xfrm>
          <a:prstGeom prst="rect">
            <a:avLst/>
          </a:prstGeom>
          <a:ln/>
        </p:spPr>
        <p:style>
          <a:lnRef idx="2">
            <a:schemeClr val="accent2"/>
          </a:lnRef>
          <a:fillRef idx="1">
            <a:schemeClr val="lt1"/>
          </a:fillRef>
          <a:effectRef idx="0">
            <a:schemeClr val="accent2"/>
          </a:effectRef>
          <a:fontRef idx="minor">
            <a:schemeClr val="dk1"/>
          </a:fontRef>
        </p:style>
        <p:txBody>
          <a:bodyPr wrap="square">
            <a:spAutoFit/>
          </a:bodyPr>
          <a:lstStyle/>
          <a:p>
            <a:r>
              <a:rPr lang="es-ES" sz="3200" b="1" dirty="0">
                <a:solidFill>
                  <a:schemeClr val="accent6"/>
                </a:solidFill>
                <a:latin typeface="Calibri" panose="020F0502020204030204" pitchFamily="34" charset="0"/>
                <a:ea typeface="Calibri" panose="020F0502020204030204" pitchFamily="34" charset="0"/>
                <a:cs typeface="Calibri" panose="020F0502020204030204" pitchFamily="34" charset="0"/>
              </a:rPr>
              <a:t>El incidente es cuando la seguridad de un sistema ha sido comprometida, y ha resultado en robo de información o pérdida de datos.</a:t>
            </a:r>
          </a:p>
        </p:txBody>
      </p:sp>
      <p:pic>
        <p:nvPicPr>
          <p:cNvPr id="9" name="Google Shape;135;p8" descr="Cómo protegerse de los virus, piratas informáticos y demás ataques? |  Tecnología - ComputerHoy.com">
            <a:extLst>
              <a:ext uri="{FF2B5EF4-FFF2-40B4-BE49-F238E27FC236}">
                <a16:creationId xmlns:a16="http://schemas.microsoft.com/office/drawing/2014/main" id="{F3023ECD-7F36-7DAD-62CA-09071247AFA6}"/>
              </a:ext>
            </a:extLst>
          </p:cNvPr>
          <p:cNvPicPr preferRelativeResize="0"/>
          <p:nvPr/>
        </p:nvPicPr>
        <p:blipFill rotWithShape="1">
          <a:blip r:embed="rId3">
            <a:alphaModFix/>
          </a:blip>
          <a:srcRect/>
          <a:stretch/>
        </p:blipFill>
        <p:spPr>
          <a:xfrm>
            <a:off x="21666200" y="11897201"/>
            <a:ext cx="2717800" cy="1828802"/>
          </a:xfrm>
          <a:prstGeom prst="rect">
            <a:avLst/>
          </a:prstGeom>
          <a:noFill/>
          <a:ln>
            <a:noFill/>
          </a:ln>
        </p:spPr>
      </p:pic>
    </p:spTree>
    <p:extLst>
      <p:ext uri="{BB962C8B-B14F-4D97-AF65-F5344CB8AC3E}">
        <p14:creationId xmlns:p14="http://schemas.microsoft.com/office/powerpoint/2010/main" val="2493786939"/>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364"/>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Google Shape;345;p30">
            <a:extLst>
              <a:ext uri="{FF2B5EF4-FFF2-40B4-BE49-F238E27FC236}">
                <a16:creationId xmlns:a16="http://schemas.microsoft.com/office/drawing/2014/main" id="{A408FE3B-4335-46D6-9BE6-2B94BBD190FB}"/>
              </a:ext>
            </a:extLst>
          </p:cNvPr>
          <p:cNvSpPr txBox="1">
            <a:spLocks noGrp="1"/>
          </p:cNvSpPr>
          <p:nvPr>
            <p:ph type="title" idx="4294967295"/>
          </p:nvPr>
        </p:nvSpPr>
        <p:spPr>
          <a:xfrm>
            <a:off x="1144986" y="477078"/>
            <a:ext cx="22037040" cy="2868830"/>
          </a:xfrm>
          <a:prstGeom prst="rect">
            <a:avLst/>
          </a:prstGeom>
        </p:spPr>
        <p:txBody>
          <a:bodyPr spcFirstLastPara="1" vert="horz" lIns="91440" tIns="45720" rIns="91440" bIns="45720" rtlCol="0" anchor="b" anchorCtr="0">
            <a:normAutofit/>
          </a:bodyPr>
          <a:lstStyle/>
          <a:p>
            <a:pPr defTabSz="914400"/>
            <a:r>
              <a:rPr lang="en-US" sz="10000" b="1" dirty="0" err="1"/>
              <a:t>Cómo</a:t>
            </a:r>
            <a:r>
              <a:rPr lang="en-US" sz="10000" b="1" dirty="0"/>
              <a:t> </a:t>
            </a:r>
            <a:r>
              <a:rPr lang="en-US" sz="10000" b="1" dirty="0" err="1"/>
              <a:t>detectar</a:t>
            </a:r>
            <a:r>
              <a:rPr lang="en-US" sz="10000" b="1" dirty="0"/>
              <a:t> </a:t>
            </a:r>
            <a:r>
              <a:rPr lang="en-US" sz="10000" b="1" dirty="0" err="1"/>
              <a:t>incidentes</a:t>
            </a:r>
            <a:r>
              <a:rPr lang="en-US" sz="10000" b="1" dirty="0"/>
              <a:t> de </a:t>
            </a:r>
            <a:r>
              <a:rPr lang="en-US" sz="10000" b="1" dirty="0" err="1"/>
              <a:t>seguridad</a:t>
            </a:r>
            <a:endParaRPr lang="en-US" sz="10000" dirty="0"/>
          </a:p>
        </p:txBody>
      </p:sp>
      <p:sp>
        <p:nvSpPr>
          <p:cNvPr id="29"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4986" y="3363088"/>
            <a:ext cx="21945600" cy="36576"/>
          </a:xfrm>
          <a:custGeom>
            <a:avLst/>
            <a:gdLst>
              <a:gd name="csX0" fmla="*/ 0 w 21945600"/>
              <a:gd name="csY0" fmla="*/ 0 h 36576"/>
              <a:gd name="csX1" fmla="*/ 905256 w 21945600"/>
              <a:gd name="csY1" fmla="*/ 0 h 36576"/>
              <a:gd name="csX2" fmla="*/ 1810512 w 21945600"/>
              <a:gd name="csY2" fmla="*/ 0 h 36576"/>
              <a:gd name="csX3" fmla="*/ 2057400 w 21945600"/>
              <a:gd name="csY3" fmla="*/ 0 h 36576"/>
              <a:gd name="csX4" fmla="*/ 2743200 w 21945600"/>
              <a:gd name="csY4" fmla="*/ 0 h 36576"/>
              <a:gd name="csX5" fmla="*/ 3867912 w 21945600"/>
              <a:gd name="csY5" fmla="*/ 0 h 36576"/>
              <a:gd name="csX6" fmla="*/ 4114800 w 21945600"/>
              <a:gd name="csY6" fmla="*/ 0 h 36576"/>
              <a:gd name="csX7" fmla="*/ 4800600 w 21945600"/>
              <a:gd name="csY7" fmla="*/ 0 h 36576"/>
              <a:gd name="csX8" fmla="*/ 5486400 w 21945600"/>
              <a:gd name="csY8" fmla="*/ 0 h 36576"/>
              <a:gd name="csX9" fmla="*/ 5513832 w 21945600"/>
              <a:gd name="csY9" fmla="*/ 0 h 36576"/>
              <a:gd name="csX10" fmla="*/ 5760720 w 21945600"/>
              <a:gd name="csY10" fmla="*/ 0 h 36576"/>
              <a:gd name="csX11" fmla="*/ 6007608 w 21945600"/>
              <a:gd name="csY11" fmla="*/ 0 h 36576"/>
              <a:gd name="csX12" fmla="*/ 6693408 w 21945600"/>
              <a:gd name="csY12" fmla="*/ 0 h 36576"/>
              <a:gd name="csX13" fmla="*/ 7818120 w 21945600"/>
              <a:gd name="csY13" fmla="*/ 0 h 36576"/>
              <a:gd name="csX14" fmla="*/ 8065008 w 21945600"/>
              <a:gd name="csY14" fmla="*/ 0 h 36576"/>
              <a:gd name="csX15" fmla="*/ 9189720 w 21945600"/>
              <a:gd name="csY15" fmla="*/ 0 h 36576"/>
              <a:gd name="csX16" fmla="*/ 9436608 w 21945600"/>
              <a:gd name="csY16" fmla="*/ 0 h 36576"/>
              <a:gd name="csX17" fmla="*/ 10122408 w 21945600"/>
              <a:gd name="csY17" fmla="*/ 0 h 36576"/>
              <a:gd name="csX18" fmla="*/ 10369296 w 21945600"/>
              <a:gd name="csY18" fmla="*/ 0 h 36576"/>
              <a:gd name="csX19" fmla="*/ 10835640 w 21945600"/>
              <a:gd name="csY19" fmla="*/ 0 h 36576"/>
              <a:gd name="csX20" fmla="*/ 11521440 w 21945600"/>
              <a:gd name="csY20" fmla="*/ 0 h 36576"/>
              <a:gd name="csX21" fmla="*/ 12646152 w 21945600"/>
              <a:gd name="csY21" fmla="*/ 0 h 36576"/>
              <a:gd name="csX22" fmla="*/ 13551408 w 21945600"/>
              <a:gd name="csY22" fmla="*/ 0 h 36576"/>
              <a:gd name="csX23" fmla="*/ 14017752 w 21945600"/>
              <a:gd name="csY23" fmla="*/ 0 h 36576"/>
              <a:gd name="csX24" fmla="*/ 14264640 w 21945600"/>
              <a:gd name="csY24" fmla="*/ 0 h 36576"/>
              <a:gd name="csX25" fmla="*/ 15169896 w 21945600"/>
              <a:gd name="csY25" fmla="*/ 0 h 36576"/>
              <a:gd name="csX26" fmla="*/ 15636240 w 21945600"/>
              <a:gd name="csY26" fmla="*/ 0 h 36576"/>
              <a:gd name="csX27" fmla="*/ 16102584 w 21945600"/>
              <a:gd name="csY27" fmla="*/ 0 h 36576"/>
              <a:gd name="csX28" fmla="*/ 16130016 w 21945600"/>
              <a:gd name="csY28" fmla="*/ 0 h 36576"/>
              <a:gd name="csX29" fmla="*/ 17254728 w 21945600"/>
              <a:gd name="csY29" fmla="*/ 0 h 36576"/>
              <a:gd name="csX30" fmla="*/ 18159984 w 21945600"/>
              <a:gd name="csY30" fmla="*/ 0 h 36576"/>
              <a:gd name="csX31" fmla="*/ 19065240 w 21945600"/>
              <a:gd name="csY31" fmla="*/ 0 h 36576"/>
              <a:gd name="csX32" fmla="*/ 19092672 w 21945600"/>
              <a:gd name="csY32" fmla="*/ 0 h 36576"/>
              <a:gd name="csX33" fmla="*/ 19120104 w 21945600"/>
              <a:gd name="csY33" fmla="*/ 0 h 36576"/>
              <a:gd name="csX34" fmla="*/ 19147536 w 21945600"/>
              <a:gd name="csY34" fmla="*/ 0 h 36576"/>
              <a:gd name="csX35" fmla="*/ 19833336 w 21945600"/>
              <a:gd name="csY35" fmla="*/ 0 h 36576"/>
              <a:gd name="csX36" fmla="*/ 20738592 w 21945600"/>
              <a:gd name="csY36" fmla="*/ 0 h 36576"/>
              <a:gd name="csX37" fmla="*/ 21945600 w 21945600"/>
              <a:gd name="csY37" fmla="*/ 0 h 36576"/>
              <a:gd name="csX38" fmla="*/ 21945600 w 21945600"/>
              <a:gd name="csY38" fmla="*/ 36576 h 36576"/>
              <a:gd name="csX39" fmla="*/ 20820888 w 21945600"/>
              <a:gd name="csY39" fmla="*/ 36576 h 36576"/>
              <a:gd name="csX40" fmla="*/ 20354544 w 21945600"/>
              <a:gd name="csY40" fmla="*/ 36576 h 36576"/>
              <a:gd name="csX41" fmla="*/ 20327112 w 21945600"/>
              <a:gd name="csY41" fmla="*/ 36576 h 36576"/>
              <a:gd name="csX42" fmla="*/ 19421856 w 21945600"/>
              <a:gd name="csY42" fmla="*/ 36576 h 36576"/>
              <a:gd name="csX43" fmla="*/ 18516600 w 21945600"/>
              <a:gd name="csY43" fmla="*/ 36576 h 36576"/>
              <a:gd name="csX44" fmla="*/ 17830800 w 21945600"/>
              <a:gd name="csY44" fmla="*/ 36576 h 36576"/>
              <a:gd name="csX45" fmla="*/ 17583912 w 21945600"/>
              <a:gd name="csY45" fmla="*/ 36576 h 36576"/>
              <a:gd name="csX46" fmla="*/ 16898112 w 21945600"/>
              <a:gd name="csY46" fmla="*/ 36576 h 36576"/>
              <a:gd name="csX47" fmla="*/ 15992856 w 21945600"/>
              <a:gd name="csY47" fmla="*/ 36576 h 36576"/>
              <a:gd name="csX48" fmla="*/ 15087600 w 21945600"/>
              <a:gd name="csY48" fmla="*/ 36576 h 36576"/>
              <a:gd name="csX49" fmla="*/ 14840712 w 21945600"/>
              <a:gd name="csY49" fmla="*/ 36576 h 36576"/>
              <a:gd name="csX50" fmla="*/ 13716000 w 21945600"/>
              <a:gd name="csY50" fmla="*/ 36576 h 36576"/>
              <a:gd name="csX51" fmla="*/ 13688568 w 21945600"/>
              <a:gd name="csY51" fmla="*/ 36576 h 36576"/>
              <a:gd name="csX52" fmla="*/ 13441680 w 21945600"/>
              <a:gd name="csY52" fmla="*/ 36576 h 36576"/>
              <a:gd name="csX53" fmla="*/ 12975336 w 21945600"/>
              <a:gd name="csY53" fmla="*/ 36576 h 36576"/>
              <a:gd name="csX54" fmla="*/ 12070080 w 21945600"/>
              <a:gd name="csY54" fmla="*/ 36576 h 36576"/>
              <a:gd name="csX55" fmla="*/ 11164824 w 21945600"/>
              <a:gd name="csY55" fmla="*/ 36576 h 36576"/>
              <a:gd name="csX56" fmla="*/ 10040112 w 21945600"/>
              <a:gd name="csY56" fmla="*/ 36576 h 36576"/>
              <a:gd name="csX57" fmla="*/ 8915400 w 21945600"/>
              <a:gd name="csY57" fmla="*/ 36576 h 36576"/>
              <a:gd name="csX58" fmla="*/ 8010144 w 21945600"/>
              <a:gd name="csY58" fmla="*/ 36576 h 36576"/>
              <a:gd name="csX59" fmla="*/ 7324344 w 21945600"/>
              <a:gd name="csY59" fmla="*/ 36576 h 36576"/>
              <a:gd name="csX60" fmla="*/ 7077456 w 21945600"/>
              <a:gd name="csY60" fmla="*/ 36576 h 36576"/>
              <a:gd name="csX61" fmla="*/ 6172200 w 21945600"/>
              <a:gd name="csY61" fmla="*/ 36576 h 36576"/>
              <a:gd name="csX62" fmla="*/ 5266944 w 21945600"/>
              <a:gd name="csY62" fmla="*/ 36576 h 36576"/>
              <a:gd name="csX63" fmla="*/ 5020056 w 21945600"/>
              <a:gd name="csY63" fmla="*/ 36576 h 36576"/>
              <a:gd name="csX64" fmla="*/ 4553712 w 21945600"/>
              <a:gd name="csY64" fmla="*/ 36576 h 36576"/>
              <a:gd name="csX65" fmla="*/ 4087368 w 21945600"/>
              <a:gd name="csY65" fmla="*/ 36576 h 36576"/>
              <a:gd name="csX66" fmla="*/ 3621024 w 21945600"/>
              <a:gd name="csY66" fmla="*/ 36576 h 36576"/>
              <a:gd name="csX67" fmla="*/ 2715768 w 21945600"/>
              <a:gd name="csY67" fmla="*/ 36576 h 36576"/>
              <a:gd name="csX68" fmla="*/ 2249424 w 21945600"/>
              <a:gd name="csY68" fmla="*/ 36576 h 36576"/>
              <a:gd name="csX69" fmla="*/ 1124712 w 21945600"/>
              <a:gd name="csY69" fmla="*/ 36576 h 36576"/>
              <a:gd name="csX70" fmla="*/ 0 w 21945600"/>
              <a:gd name="csY70" fmla="*/ 36576 h 36576"/>
              <a:gd name="csX71" fmla="*/ 0 w 21945600"/>
              <a:gd name="csY71"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21945600" h="36576" fill="none" extrusionOk="0">
                <a:moveTo>
                  <a:pt x="0" y="0"/>
                </a:moveTo>
                <a:cubicBezTo>
                  <a:pt x="421743" y="26373"/>
                  <a:pt x="546320" y="15739"/>
                  <a:pt x="905256" y="0"/>
                </a:cubicBezTo>
                <a:cubicBezTo>
                  <a:pt x="1264192" y="-15739"/>
                  <a:pt x="1386536" y="-15656"/>
                  <a:pt x="1810512" y="0"/>
                </a:cubicBezTo>
                <a:cubicBezTo>
                  <a:pt x="2234488" y="15656"/>
                  <a:pt x="1998624" y="3590"/>
                  <a:pt x="2057400" y="0"/>
                </a:cubicBezTo>
                <a:cubicBezTo>
                  <a:pt x="2116176" y="-3590"/>
                  <a:pt x="2603764" y="-6151"/>
                  <a:pt x="2743200" y="0"/>
                </a:cubicBezTo>
                <a:cubicBezTo>
                  <a:pt x="2882636" y="6151"/>
                  <a:pt x="3353150" y="46913"/>
                  <a:pt x="3867912" y="0"/>
                </a:cubicBezTo>
                <a:cubicBezTo>
                  <a:pt x="4382674" y="-46913"/>
                  <a:pt x="4060330" y="5314"/>
                  <a:pt x="4114800" y="0"/>
                </a:cubicBezTo>
                <a:cubicBezTo>
                  <a:pt x="4169270" y="-5314"/>
                  <a:pt x="4534246" y="-31393"/>
                  <a:pt x="4800600" y="0"/>
                </a:cubicBezTo>
                <a:cubicBezTo>
                  <a:pt x="5066954" y="31393"/>
                  <a:pt x="5323745" y="3319"/>
                  <a:pt x="5486400" y="0"/>
                </a:cubicBezTo>
                <a:cubicBezTo>
                  <a:pt x="5649055" y="-3319"/>
                  <a:pt x="5502934" y="-1313"/>
                  <a:pt x="5513832" y="0"/>
                </a:cubicBezTo>
                <a:cubicBezTo>
                  <a:pt x="5524730" y="1313"/>
                  <a:pt x="5659978" y="-12316"/>
                  <a:pt x="5760720" y="0"/>
                </a:cubicBezTo>
                <a:cubicBezTo>
                  <a:pt x="5861462" y="12316"/>
                  <a:pt x="5898932" y="2721"/>
                  <a:pt x="6007608" y="0"/>
                </a:cubicBezTo>
                <a:cubicBezTo>
                  <a:pt x="6116284" y="-2721"/>
                  <a:pt x="6483483" y="-4819"/>
                  <a:pt x="6693408" y="0"/>
                </a:cubicBezTo>
                <a:cubicBezTo>
                  <a:pt x="6903333" y="4819"/>
                  <a:pt x="7588959" y="10934"/>
                  <a:pt x="7818120" y="0"/>
                </a:cubicBezTo>
                <a:cubicBezTo>
                  <a:pt x="8047281" y="-10934"/>
                  <a:pt x="7993804" y="5221"/>
                  <a:pt x="8065008" y="0"/>
                </a:cubicBezTo>
                <a:cubicBezTo>
                  <a:pt x="8136212" y="-5221"/>
                  <a:pt x="8852325" y="51539"/>
                  <a:pt x="9189720" y="0"/>
                </a:cubicBezTo>
                <a:cubicBezTo>
                  <a:pt x="9527115" y="-51539"/>
                  <a:pt x="9324727" y="-6372"/>
                  <a:pt x="9436608" y="0"/>
                </a:cubicBezTo>
                <a:cubicBezTo>
                  <a:pt x="9548489" y="6372"/>
                  <a:pt x="9796505" y="23327"/>
                  <a:pt x="10122408" y="0"/>
                </a:cubicBezTo>
                <a:cubicBezTo>
                  <a:pt x="10448311" y="-23327"/>
                  <a:pt x="10318828" y="6963"/>
                  <a:pt x="10369296" y="0"/>
                </a:cubicBezTo>
                <a:cubicBezTo>
                  <a:pt x="10419764" y="-6963"/>
                  <a:pt x="10716126" y="-4982"/>
                  <a:pt x="10835640" y="0"/>
                </a:cubicBezTo>
                <a:cubicBezTo>
                  <a:pt x="10955154" y="4982"/>
                  <a:pt x="11219367" y="17886"/>
                  <a:pt x="11521440" y="0"/>
                </a:cubicBezTo>
                <a:cubicBezTo>
                  <a:pt x="11823513" y="-17886"/>
                  <a:pt x="12367047" y="-46479"/>
                  <a:pt x="12646152" y="0"/>
                </a:cubicBezTo>
                <a:cubicBezTo>
                  <a:pt x="12925257" y="46479"/>
                  <a:pt x="13338284" y="-26830"/>
                  <a:pt x="13551408" y="0"/>
                </a:cubicBezTo>
                <a:cubicBezTo>
                  <a:pt x="13764532" y="26830"/>
                  <a:pt x="13846967" y="12769"/>
                  <a:pt x="14017752" y="0"/>
                </a:cubicBezTo>
                <a:cubicBezTo>
                  <a:pt x="14188537" y="-12769"/>
                  <a:pt x="14162126" y="4714"/>
                  <a:pt x="14264640" y="0"/>
                </a:cubicBezTo>
                <a:cubicBezTo>
                  <a:pt x="14367154" y="-4714"/>
                  <a:pt x="14751879" y="36146"/>
                  <a:pt x="15169896" y="0"/>
                </a:cubicBezTo>
                <a:cubicBezTo>
                  <a:pt x="15587913" y="-36146"/>
                  <a:pt x="15406707" y="17941"/>
                  <a:pt x="15636240" y="0"/>
                </a:cubicBezTo>
                <a:cubicBezTo>
                  <a:pt x="15865773" y="-17941"/>
                  <a:pt x="15889022" y="-14655"/>
                  <a:pt x="16102584" y="0"/>
                </a:cubicBezTo>
                <a:cubicBezTo>
                  <a:pt x="16316146" y="14655"/>
                  <a:pt x="16124510" y="870"/>
                  <a:pt x="16130016" y="0"/>
                </a:cubicBezTo>
                <a:cubicBezTo>
                  <a:pt x="16135522" y="-870"/>
                  <a:pt x="16815084" y="42640"/>
                  <a:pt x="17254728" y="0"/>
                </a:cubicBezTo>
                <a:cubicBezTo>
                  <a:pt x="17694372" y="-42640"/>
                  <a:pt x="17737816" y="21051"/>
                  <a:pt x="18159984" y="0"/>
                </a:cubicBezTo>
                <a:cubicBezTo>
                  <a:pt x="18582152" y="-21051"/>
                  <a:pt x="18719883" y="-27879"/>
                  <a:pt x="19065240" y="0"/>
                </a:cubicBezTo>
                <a:cubicBezTo>
                  <a:pt x="19410597" y="27879"/>
                  <a:pt x="19085806" y="974"/>
                  <a:pt x="19092672" y="0"/>
                </a:cubicBezTo>
                <a:cubicBezTo>
                  <a:pt x="19099538" y="-974"/>
                  <a:pt x="19107856" y="-640"/>
                  <a:pt x="19120104" y="0"/>
                </a:cubicBezTo>
                <a:cubicBezTo>
                  <a:pt x="19132352" y="640"/>
                  <a:pt x="19142037" y="-152"/>
                  <a:pt x="19147536" y="0"/>
                </a:cubicBezTo>
                <a:cubicBezTo>
                  <a:pt x="19153035" y="152"/>
                  <a:pt x="19534636" y="-13012"/>
                  <a:pt x="19833336" y="0"/>
                </a:cubicBezTo>
                <a:cubicBezTo>
                  <a:pt x="20132036" y="13012"/>
                  <a:pt x="20306411" y="18934"/>
                  <a:pt x="20738592" y="0"/>
                </a:cubicBezTo>
                <a:cubicBezTo>
                  <a:pt x="21170773" y="-18934"/>
                  <a:pt x="21426379" y="57975"/>
                  <a:pt x="21945600" y="0"/>
                </a:cubicBezTo>
                <a:cubicBezTo>
                  <a:pt x="21944920" y="15182"/>
                  <a:pt x="21945031" y="28240"/>
                  <a:pt x="21945600" y="36576"/>
                </a:cubicBezTo>
                <a:cubicBezTo>
                  <a:pt x="21720449" y="-15473"/>
                  <a:pt x="21092984" y="17470"/>
                  <a:pt x="20820888" y="36576"/>
                </a:cubicBezTo>
                <a:cubicBezTo>
                  <a:pt x="20548792" y="55682"/>
                  <a:pt x="20467037" y="21195"/>
                  <a:pt x="20354544" y="36576"/>
                </a:cubicBezTo>
                <a:cubicBezTo>
                  <a:pt x="20242051" y="51957"/>
                  <a:pt x="20337363" y="36164"/>
                  <a:pt x="20327112" y="36576"/>
                </a:cubicBezTo>
                <a:cubicBezTo>
                  <a:pt x="20316861" y="36988"/>
                  <a:pt x="19714624" y="67514"/>
                  <a:pt x="19421856" y="36576"/>
                </a:cubicBezTo>
                <a:cubicBezTo>
                  <a:pt x="19129088" y="5638"/>
                  <a:pt x="18900022" y="28604"/>
                  <a:pt x="18516600" y="36576"/>
                </a:cubicBezTo>
                <a:cubicBezTo>
                  <a:pt x="18133178" y="44548"/>
                  <a:pt x="17998183" y="54905"/>
                  <a:pt x="17830800" y="36576"/>
                </a:cubicBezTo>
                <a:cubicBezTo>
                  <a:pt x="17663417" y="18247"/>
                  <a:pt x="17647160" y="31655"/>
                  <a:pt x="17583912" y="36576"/>
                </a:cubicBezTo>
                <a:cubicBezTo>
                  <a:pt x="17520664" y="41497"/>
                  <a:pt x="17113969" y="48000"/>
                  <a:pt x="16898112" y="36576"/>
                </a:cubicBezTo>
                <a:cubicBezTo>
                  <a:pt x="16682255" y="25152"/>
                  <a:pt x="16396179" y="46024"/>
                  <a:pt x="15992856" y="36576"/>
                </a:cubicBezTo>
                <a:cubicBezTo>
                  <a:pt x="15589533" y="27128"/>
                  <a:pt x="15453003" y="2006"/>
                  <a:pt x="15087600" y="36576"/>
                </a:cubicBezTo>
                <a:cubicBezTo>
                  <a:pt x="14722197" y="71146"/>
                  <a:pt x="14962139" y="43983"/>
                  <a:pt x="14840712" y="36576"/>
                </a:cubicBezTo>
                <a:cubicBezTo>
                  <a:pt x="14719285" y="29169"/>
                  <a:pt x="14031206" y="3235"/>
                  <a:pt x="13716000" y="36576"/>
                </a:cubicBezTo>
                <a:cubicBezTo>
                  <a:pt x="13400794" y="69917"/>
                  <a:pt x="13699702" y="36784"/>
                  <a:pt x="13688568" y="36576"/>
                </a:cubicBezTo>
                <a:cubicBezTo>
                  <a:pt x="13677434" y="36368"/>
                  <a:pt x="13549601" y="44218"/>
                  <a:pt x="13441680" y="36576"/>
                </a:cubicBezTo>
                <a:cubicBezTo>
                  <a:pt x="13333759" y="28934"/>
                  <a:pt x="13194403" y="43582"/>
                  <a:pt x="12975336" y="36576"/>
                </a:cubicBezTo>
                <a:cubicBezTo>
                  <a:pt x="12756269" y="29570"/>
                  <a:pt x="12496698" y="13112"/>
                  <a:pt x="12070080" y="36576"/>
                </a:cubicBezTo>
                <a:cubicBezTo>
                  <a:pt x="11643462" y="60040"/>
                  <a:pt x="11494515" y="20795"/>
                  <a:pt x="11164824" y="36576"/>
                </a:cubicBezTo>
                <a:cubicBezTo>
                  <a:pt x="10835133" y="52357"/>
                  <a:pt x="10303956" y="87952"/>
                  <a:pt x="10040112" y="36576"/>
                </a:cubicBezTo>
                <a:cubicBezTo>
                  <a:pt x="9776268" y="-14800"/>
                  <a:pt x="9309125" y="40826"/>
                  <a:pt x="8915400" y="36576"/>
                </a:cubicBezTo>
                <a:cubicBezTo>
                  <a:pt x="8521675" y="32326"/>
                  <a:pt x="8235592" y="37410"/>
                  <a:pt x="8010144" y="36576"/>
                </a:cubicBezTo>
                <a:cubicBezTo>
                  <a:pt x="7784696" y="35742"/>
                  <a:pt x="7556705" y="26838"/>
                  <a:pt x="7324344" y="36576"/>
                </a:cubicBezTo>
                <a:cubicBezTo>
                  <a:pt x="7091983" y="46314"/>
                  <a:pt x="7169873" y="40000"/>
                  <a:pt x="7077456" y="36576"/>
                </a:cubicBezTo>
                <a:cubicBezTo>
                  <a:pt x="6985039" y="33152"/>
                  <a:pt x="6395767" y="49824"/>
                  <a:pt x="6172200" y="36576"/>
                </a:cubicBezTo>
                <a:cubicBezTo>
                  <a:pt x="5948633" y="23328"/>
                  <a:pt x="5614848" y="11374"/>
                  <a:pt x="5266944" y="36576"/>
                </a:cubicBezTo>
                <a:cubicBezTo>
                  <a:pt x="4919040" y="61778"/>
                  <a:pt x="5134821" y="40448"/>
                  <a:pt x="5020056" y="36576"/>
                </a:cubicBezTo>
                <a:cubicBezTo>
                  <a:pt x="4905291" y="32704"/>
                  <a:pt x="4664972" y="17908"/>
                  <a:pt x="4553712" y="36576"/>
                </a:cubicBezTo>
                <a:cubicBezTo>
                  <a:pt x="4442452" y="55244"/>
                  <a:pt x="4307490" y="36849"/>
                  <a:pt x="4087368" y="36576"/>
                </a:cubicBezTo>
                <a:cubicBezTo>
                  <a:pt x="3867246" y="36303"/>
                  <a:pt x="3812769" y="37964"/>
                  <a:pt x="3621024" y="36576"/>
                </a:cubicBezTo>
                <a:cubicBezTo>
                  <a:pt x="3429279" y="35188"/>
                  <a:pt x="3130207" y="-2472"/>
                  <a:pt x="2715768" y="36576"/>
                </a:cubicBezTo>
                <a:cubicBezTo>
                  <a:pt x="2301329" y="75624"/>
                  <a:pt x="2368981" y="46863"/>
                  <a:pt x="2249424" y="36576"/>
                </a:cubicBezTo>
                <a:cubicBezTo>
                  <a:pt x="2129867" y="26289"/>
                  <a:pt x="1617980" y="52425"/>
                  <a:pt x="1124712" y="36576"/>
                </a:cubicBezTo>
                <a:cubicBezTo>
                  <a:pt x="631444" y="20727"/>
                  <a:pt x="353459" y="68932"/>
                  <a:pt x="0" y="36576"/>
                </a:cubicBezTo>
                <a:cubicBezTo>
                  <a:pt x="-389" y="28441"/>
                  <a:pt x="988" y="11614"/>
                  <a:pt x="0" y="0"/>
                </a:cubicBezTo>
                <a:close/>
              </a:path>
              <a:path w="21945600" h="36576" stroke="0" extrusionOk="0">
                <a:moveTo>
                  <a:pt x="0" y="0"/>
                </a:moveTo>
                <a:cubicBezTo>
                  <a:pt x="78738" y="-6702"/>
                  <a:pt x="124882" y="4427"/>
                  <a:pt x="246888" y="0"/>
                </a:cubicBezTo>
                <a:cubicBezTo>
                  <a:pt x="368894" y="-4427"/>
                  <a:pt x="264772" y="-808"/>
                  <a:pt x="274320" y="0"/>
                </a:cubicBezTo>
                <a:cubicBezTo>
                  <a:pt x="283868" y="808"/>
                  <a:pt x="425686" y="-10995"/>
                  <a:pt x="521208" y="0"/>
                </a:cubicBezTo>
                <a:cubicBezTo>
                  <a:pt x="616730" y="10995"/>
                  <a:pt x="925127" y="26161"/>
                  <a:pt x="1207008" y="0"/>
                </a:cubicBezTo>
                <a:cubicBezTo>
                  <a:pt x="1488889" y="-26161"/>
                  <a:pt x="1863629" y="25804"/>
                  <a:pt x="2112264" y="0"/>
                </a:cubicBezTo>
                <a:cubicBezTo>
                  <a:pt x="2360899" y="-25804"/>
                  <a:pt x="2856157" y="-38525"/>
                  <a:pt x="3236976" y="0"/>
                </a:cubicBezTo>
                <a:cubicBezTo>
                  <a:pt x="3617795" y="38525"/>
                  <a:pt x="4108532" y="-15185"/>
                  <a:pt x="4361688" y="0"/>
                </a:cubicBezTo>
                <a:cubicBezTo>
                  <a:pt x="4614844" y="15185"/>
                  <a:pt x="4684381" y="-14633"/>
                  <a:pt x="4828032" y="0"/>
                </a:cubicBezTo>
                <a:cubicBezTo>
                  <a:pt x="4971683" y="14633"/>
                  <a:pt x="5329982" y="15220"/>
                  <a:pt x="5733288" y="0"/>
                </a:cubicBezTo>
                <a:cubicBezTo>
                  <a:pt x="6136594" y="-15220"/>
                  <a:pt x="6133637" y="-11909"/>
                  <a:pt x="6419088" y="0"/>
                </a:cubicBezTo>
                <a:cubicBezTo>
                  <a:pt x="6704539" y="11909"/>
                  <a:pt x="6686287" y="21630"/>
                  <a:pt x="6885432" y="0"/>
                </a:cubicBezTo>
                <a:cubicBezTo>
                  <a:pt x="7084577" y="-21630"/>
                  <a:pt x="7368157" y="20345"/>
                  <a:pt x="7790688" y="0"/>
                </a:cubicBezTo>
                <a:cubicBezTo>
                  <a:pt x="8213219" y="-20345"/>
                  <a:pt x="7805774" y="-451"/>
                  <a:pt x="7818120" y="0"/>
                </a:cubicBezTo>
                <a:cubicBezTo>
                  <a:pt x="7830466" y="451"/>
                  <a:pt x="8108732" y="-16692"/>
                  <a:pt x="8284464" y="0"/>
                </a:cubicBezTo>
                <a:cubicBezTo>
                  <a:pt x="8460196" y="16692"/>
                  <a:pt x="8710069" y="20479"/>
                  <a:pt x="8970264" y="0"/>
                </a:cubicBezTo>
                <a:cubicBezTo>
                  <a:pt x="9230459" y="-20479"/>
                  <a:pt x="9654070" y="-23489"/>
                  <a:pt x="9875520" y="0"/>
                </a:cubicBezTo>
                <a:cubicBezTo>
                  <a:pt x="10096970" y="23489"/>
                  <a:pt x="10230055" y="14787"/>
                  <a:pt x="10561320" y="0"/>
                </a:cubicBezTo>
                <a:cubicBezTo>
                  <a:pt x="10892585" y="-14787"/>
                  <a:pt x="11355400" y="42062"/>
                  <a:pt x="11686032" y="0"/>
                </a:cubicBezTo>
                <a:cubicBezTo>
                  <a:pt x="12016664" y="-42062"/>
                  <a:pt x="11707139" y="-1040"/>
                  <a:pt x="11713464" y="0"/>
                </a:cubicBezTo>
                <a:cubicBezTo>
                  <a:pt x="11719789" y="1040"/>
                  <a:pt x="12097394" y="2532"/>
                  <a:pt x="12399264" y="0"/>
                </a:cubicBezTo>
                <a:cubicBezTo>
                  <a:pt x="12701134" y="-2532"/>
                  <a:pt x="12419541" y="1081"/>
                  <a:pt x="12426696" y="0"/>
                </a:cubicBezTo>
                <a:cubicBezTo>
                  <a:pt x="12433851" y="-1081"/>
                  <a:pt x="13203091" y="32097"/>
                  <a:pt x="13551408" y="0"/>
                </a:cubicBezTo>
                <a:cubicBezTo>
                  <a:pt x="13899725" y="-32097"/>
                  <a:pt x="13704994" y="4050"/>
                  <a:pt x="13798296" y="0"/>
                </a:cubicBezTo>
                <a:cubicBezTo>
                  <a:pt x="13891598" y="-4050"/>
                  <a:pt x="13819194" y="591"/>
                  <a:pt x="13825728" y="0"/>
                </a:cubicBezTo>
                <a:cubicBezTo>
                  <a:pt x="13832262" y="-591"/>
                  <a:pt x="14247058" y="-30068"/>
                  <a:pt x="14511528" y="0"/>
                </a:cubicBezTo>
                <a:cubicBezTo>
                  <a:pt x="14775998" y="30068"/>
                  <a:pt x="14668616" y="6993"/>
                  <a:pt x="14758416" y="0"/>
                </a:cubicBezTo>
                <a:cubicBezTo>
                  <a:pt x="14848216" y="-6993"/>
                  <a:pt x="15386840" y="3019"/>
                  <a:pt x="15663672" y="0"/>
                </a:cubicBezTo>
                <a:cubicBezTo>
                  <a:pt x="15940504" y="-3019"/>
                  <a:pt x="15823667" y="2894"/>
                  <a:pt x="15910560" y="0"/>
                </a:cubicBezTo>
                <a:cubicBezTo>
                  <a:pt x="15997453" y="-2894"/>
                  <a:pt x="16588125" y="-8530"/>
                  <a:pt x="17035272" y="0"/>
                </a:cubicBezTo>
                <a:cubicBezTo>
                  <a:pt x="17482419" y="8530"/>
                  <a:pt x="17188794" y="6706"/>
                  <a:pt x="17282160" y="0"/>
                </a:cubicBezTo>
                <a:cubicBezTo>
                  <a:pt x="17375526" y="-6706"/>
                  <a:pt x="17472317" y="-5717"/>
                  <a:pt x="17529048" y="0"/>
                </a:cubicBezTo>
                <a:cubicBezTo>
                  <a:pt x="17585779" y="5717"/>
                  <a:pt x="18174415" y="31621"/>
                  <a:pt x="18434304" y="0"/>
                </a:cubicBezTo>
                <a:cubicBezTo>
                  <a:pt x="18694193" y="-31621"/>
                  <a:pt x="19301918" y="29693"/>
                  <a:pt x="19559016" y="0"/>
                </a:cubicBezTo>
                <a:cubicBezTo>
                  <a:pt x="19816114" y="-29693"/>
                  <a:pt x="19574042" y="702"/>
                  <a:pt x="19586448" y="0"/>
                </a:cubicBezTo>
                <a:cubicBezTo>
                  <a:pt x="19598854" y="-702"/>
                  <a:pt x="20049547" y="-22820"/>
                  <a:pt x="20491704" y="0"/>
                </a:cubicBezTo>
                <a:cubicBezTo>
                  <a:pt x="20933861" y="22820"/>
                  <a:pt x="20755106" y="6629"/>
                  <a:pt x="20958048" y="0"/>
                </a:cubicBezTo>
                <a:cubicBezTo>
                  <a:pt x="21160990" y="-6629"/>
                  <a:pt x="21663188" y="-27211"/>
                  <a:pt x="21945600" y="0"/>
                </a:cubicBezTo>
                <a:cubicBezTo>
                  <a:pt x="21944964" y="7863"/>
                  <a:pt x="21943820" y="25698"/>
                  <a:pt x="21945600" y="36576"/>
                </a:cubicBezTo>
                <a:cubicBezTo>
                  <a:pt x="21738864" y="-5974"/>
                  <a:pt x="21483832" y="56357"/>
                  <a:pt x="21040344" y="36576"/>
                </a:cubicBezTo>
                <a:cubicBezTo>
                  <a:pt x="20596856" y="16795"/>
                  <a:pt x="20741173" y="55968"/>
                  <a:pt x="20574000" y="36576"/>
                </a:cubicBezTo>
                <a:cubicBezTo>
                  <a:pt x="20406827" y="17184"/>
                  <a:pt x="20560204" y="36526"/>
                  <a:pt x="20546568" y="36576"/>
                </a:cubicBezTo>
                <a:cubicBezTo>
                  <a:pt x="20532932" y="36626"/>
                  <a:pt x="20530490" y="36880"/>
                  <a:pt x="20519136" y="36576"/>
                </a:cubicBezTo>
                <a:cubicBezTo>
                  <a:pt x="20507782" y="36272"/>
                  <a:pt x="19823262" y="37799"/>
                  <a:pt x="19613880" y="36576"/>
                </a:cubicBezTo>
                <a:cubicBezTo>
                  <a:pt x="19404498" y="35353"/>
                  <a:pt x="19223151" y="67241"/>
                  <a:pt x="18928080" y="36576"/>
                </a:cubicBezTo>
                <a:cubicBezTo>
                  <a:pt x="18633009" y="5911"/>
                  <a:pt x="18160671" y="-11744"/>
                  <a:pt x="17803368" y="36576"/>
                </a:cubicBezTo>
                <a:cubicBezTo>
                  <a:pt x="17446065" y="84896"/>
                  <a:pt x="17412412" y="14966"/>
                  <a:pt x="17117568" y="36576"/>
                </a:cubicBezTo>
                <a:cubicBezTo>
                  <a:pt x="16822724" y="58186"/>
                  <a:pt x="16494673" y="2337"/>
                  <a:pt x="16212312" y="36576"/>
                </a:cubicBezTo>
                <a:cubicBezTo>
                  <a:pt x="15929951" y="70815"/>
                  <a:pt x="15826333" y="11046"/>
                  <a:pt x="15526512" y="36576"/>
                </a:cubicBezTo>
                <a:cubicBezTo>
                  <a:pt x="15226691" y="62106"/>
                  <a:pt x="15082025" y="15118"/>
                  <a:pt x="14840712" y="36576"/>
                </a:cubicBezTo>
                <a:cubicBezTo>
                  <a:pt x="14599399" y="58034"/>
                  <a:pt x="14517430" y="19609"/>
                  <a:pt x="14374368" y="36576"/>
                </a:cubicBezTo>
                <a:cubicBezTo>
                  <a:pt x="14231306" y="53543"/>
                  <a:pt x="13854278" y="2480"/>
                  <a:pt x="13469112" y="36576"/>
                </a:cubicBezTo>
                <a:cubicBezTo>
                  <a:pt x="13083946" y="70672"/>
                  <a:pt x="13086505" y="29507"/>
                  <a:pt x="12783312" y="36576"/>
                </a:cubicBezTo>
                <a:cubicBezTo>
                  <a:pt x="12480119" y="43645"/>
                  <a:pt x="12228847" y="-3513"/>
                  <a:pt x="11878056" y="36576"/>
                </a:cubicBezTo>
                <a:cubicBezTo>
                  <a:pt x="11527265" y="76665"/>
                  <a:pt x="11722541" y="34421"/>
                  <a:pt x="11631168" y="36576"/>
                </a:cubicBezTo>
                <a:cubicBezTo>
                  <a:pt x="11539795" y="38731"/>
                  <a:pt x="11328250" y="26850"/>
                  <a:pt x="11164824" y="36576"/>
                </a:cubicBezTo>
                <a:cubicBezTo>
                  <a:pt x="11001398" y="46302"/>
                  <a:pt x="10673541" y="78959"/>
                  <a:pt x="10259568" y="36576"/>
                </a:cubicBezTo>
                <a:cubicBezTo>
                  <a:pt x="9845595" y="-5807"/>
                  <a:pt x="9733074" y="59393"/>
                  <a:pt x="9573768" y="36576"/>
                </a:cubicBezTo>
                <a:cubicBezTo>
                  <a:pt x="9414462" y="13759"/>
                  <a:pt x="9555544" y="36473"/>
                  <a:pt x="9546336" y="36576"/>
                </a:cubicBezTo>
                <a:cubicBezTo>
                  <a:pt x="9537128" y="36679"/>
                  <a:pt x="8966343" y="25197"/>
                  <a:pt x="8641080" y="36576"/>
                </a:cubicBezTo>
                <a:cubicBezTo>
                  <a:pt x="8315817" y="47955"/>
                  <a:pt x="8340016" y="17323"/>
                  <a:pt x="8174736" y="36576"/>
                </a:cubicBezTo>
                <a:cubicBezTo>
                  <a:pt x="8009456" y="55829"/>
                  <a:pt x="7277736" y="27510"/>
                  <a:pt x="7050024" y="36576"/>
                </a:cubicBezTo>
                <a:cubicBezTo>
                  <a:pt x="6822312" y="45642"/>
                  <a:pt x="7033761" y="37384"/>
                  <a:pt x="7022592" y="36576"/>
                </a:cubicBezTo>
                <a:cubicBezTo>
                  <a:pt x="7011423" y="35768"/>
                  <a:pt x="6523471" y="22547"/>
                  <a:pt x="6117336" y="36576"/>
                </a:cubicBezTo>
                <a:cubicBezTo>
                  <a:pt x="5711201" y="50605"/>
                  <a:pt x="5866816" y="21657"/>
                  <a:pt x="5650992" y="36576"/>
                </a:cubicBezTo>
                <a:cubicBezTo>
                  <a:pt x="5435168" y="51495"/>
                  <a:pt x="5142184" y="50113"/>
                  <a:pt x="4745736" y="36576"/>
                </a:cubicBezTo>
                <a:cubicBezTo>
                  <a:pt x="4349288" y="23039"/>
                  <a:pt x="4567465" y="35506"/>
                  <a:pt x="4498848" y="36576"/>
                </a:cubicBezTo>
                <a:cubicBezTo>
                  <a:pt x="4430231" y="37646"/>
                  <a:pt x="4316854" y="42140"/>
                  <a:pt x="4251960" y="36576"/>
                </a:cubicBezTo>
                <a:cubicBezTo>
                  <a:pt x="4187066" y="31012"/>
                  <a:pt x="4006963" y="35461"/>
                  <a:pt x="3785616" y="36576"/>
                </a:cubicBezTo>
                <a:cubicBezTo>
                  <a:pt x="3564269" y="37691"/>
                  <a:pt x="3513429" y="13694"/>
                  <a:pt x="3319272" y="36576"/>
                </a:cubicBezTo>
                <a:cubicBezTo>
                  <a:pt x="3125115" y="59458"/>
                  <a:pt x="2634641" y="25517"/>
                  <a:pt x="2414016" y="36576"/>
                </a:cubicBezTo>
                <a:cubicBezTo>
                  <a:pt x="2193391" y="47635"/>
                  <a:pt x="2395840" y="37250"/>
                  <a:pt x="2386584" y="36576"/>
                </a:cubicBezTo>
                <a:cubicBezTo>
                  <a:pt x="2377328" y="35902"/>
                  <a:pt x="1545536" y="28507"/>
                  <a:pt x="1261872" y="36576"/>
                </a:cubicBezTo>
                <a:cubicBezTo>
                  <a:pt x="978208" y="44645"/>
                  <a:pt x="1242837" y="35250"/>
                  <a:pt x="1234440" y="36576"/>
                </a:cubicBezTo>
                <a:cubicBezTo>
                  <a:pt x="1226043" y="37902"/>
                  <a:pt x="282424" y="83210"/>
                  <a:pt x="0" y="36576"/>
                </a:cubicBezTo>
                <a:cubicBezTo>
                  <a:pt x="476" y="24480"/>
                  <a:pt x="-366" y="10102"/>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2AE6ED48-D3C1-4640-8145-FF90923757ED}"/>
              </a:ext>
            </a:extLst>
          </p:cNvPr>
          <p:cNvSpPr txBox="1"/>
          <p:nvPr/>
        </p:nvSpPr>
        <p:spPr>
          <a:xfrm>
            <a:off x="1144986" y="4142632"/>
            <a:ext cx="13427104" cy="8238344"/>
          </a:xfrm>
          <a:prstGeom prst="rect">
            <a:avLst/>
          </a:prstGeom>
        </p:spPr>
        <p:txBody>
          <a:bodyPr vert="horz" lIns="91440" tIns="45720" rIns="91440" bIns="45720" rtlCol="0" anchor="t">
            <a:normAutofit/>
          </a:bodyPr>
          <a:lstStyle/>
          <a:p>
            <a:pPr marL="685800" indent="-228600">
              <a:lnSpc>
                <a:spcPct val="90000"/>
              </a:lnSpc>
              <a:spcAft>
                <a:spcPts val="600"/>
              </a:spcAft>
              <a:buFont typeface="Arial" panose="020B0604020202020204" pitchFamily="34" charset="0"/>
              <a:buChar char="•"/>
            </a:pPr>
            <a:r>
              <a:rPr lang="en-US" sz="4400" b="1" dirty="0" err="1"/>
              <a:t>Comportamiento</a:t>
            </a:r>
            <a:r>
              <a:rPr lang="en-US" sz="4400" b="1" dirty="0"/>
              <a:t> </a:t>
            </a:r>
            <a:r>
              <a:rPr lang="en-US" sz="4400" b="1" dirty="0" err="1"/>
              <a:t>inusual</a:t>
            </a:r>
            <a:r>
              <a:rPr lang="en-US" sz="4400" b="1" dirty="0"/>
              <a:t> de </a:t>
            </a:r>
            <a:r>
              <a:rPr lang="en-US" sz="4400" b="1" dirty="0" err="1"/>
              <a:t>cuentas</a:t>
            </a:r>
            <a:r>
              <a:rPr lang="en-US" sz="4400" b="1" dirty="0"/>
              <a:t> de </a:t>
            </a:r>
            <a:r>
              <a:rPr lang="en-US" sz="4400" b="1" dirty="0" err="1"/>
              <a:t>usuario</a:t>
            </a:r>
            <a:r>
              <a:rPr lang="en-US" sz="4400" b="1" dirty="0"/>
              <a:t> </a:t>
            </a:r>
            <a:r>
              <a:rPr lang="en-US" sz="4400" b="1" dirty="0" err="1"/>
              <a:t>privilegiadas</a:t>
            </a:r>
            <a:r>
              <a:rPr lang="en-US" sz="4400" b="1" dirty="0"/>
              <a:t>. ...</a:t>
            </a:r>
          </a:p>
          <a:p>
            <a:pPr indent="-228600">
              <a:lnSpc>
                <a:spcPct val="90000"/>
              </a:lnSpc>
              <a:spcAft>
                <a:spcPts val="600"/>
              </a:spcAft>
              <a:buFont typeface="Arial" panose="020B0604020202020204" pitchFamily="34" charset="0"/>
              <a:buChar char="•"/>
            </a:pPr>
            <a:r>
              <a:rPr lang="en-US" sz="4400" b="1" dirty="0" err="1"/>
              <a:t>Empleados</a:t>
            </a:r>
            <a:r>
              <a:rPr lang="en-US" sz="4400" b="1" dirty="0"/>
              <a:t> no </a:t>
            </a:r>
            <a:r>
              <a:rPr lang="en-US" sz="4400" b="1" dirty="0" err="1"/>
              <a:t>autorizados</a:t>
            </a:r>
            <a:r>
              <a:rPr lang="en-US" sz="4400" b="1" dirty="0"/>
              <a:t> que </a:t>
            </a:r>
            <a:r>
              <a:rPr lang="en-US" sz="4400" b="1" dirty="0" err="1"/>
              <a:t>intentan</a:t>
            </a:r>
            <a:r>
              <a:rPr lang="en-US" sz="4400" b="1" dirty="0"/>
              <a:t> acceder a </a:t>
            </a:r>
            <a:r>
              <a:rPr lang="en-US" sz="4400" b="1" dirty="0" err="1"/>
              <a:t>servidores</a:t>
            </a:r>
            <a:r>
              <a:rPr lang="en-US" sz="4400" b="1" dirty="0"/>
              <a:t> y </a:t>
            </a:r>
            <a:r>
              <a:rPr lang="en-US" sz="4400" b="1" dirty="0" err="1"/>
              <a:t>datos</a:t>
            </a:r>
            <a:r>
              <a:rPr lang="en-US" sz="4400" b="1" dirty="0"/>
              <a:t>. ...</a:t>
            </a:r>
          </a:p>
          <a:p>
            <a:pPr indent="-228600">
              <a:lnSpc>
                <a:spcPct val="90000"/>
              </a:lnSpc>
              <a:spcAft>
                <a:spcPts val="600"/>
              </a:spcAft>
              <a:buFont typeface="Arial" panose="020B0604020202020204" pitchFamily="34" charset="0"/>
              <a:buChar char="•"/>
            </a:pPr>
            <a:r>
              <a:rPr lang="en-US" sz="4400" b="1" dirty="0" err="1"/>
              <a:t>Anomalías</a:t>
            </a:r>
            <a:r>
              <a:rPr lang="en-US" sz="4400" b="1" dirty="0"/>
              <a:t> </a:t>
            </a:r>
            <a:r>
              <a:rPr lang="en-US" sz="4400" b="1" dirty="0" err="1"/>
              <a:t>en</a:t>
            </a:r>
            <a:r>
              <a:rPr lang="en-US" sz="4400" b="1" dirty="0"/>
              <a:t> </a:t>
            </a:r>
            <a:r>
              <a:rPr lang="en-US" sz="4400" b="1" dirty="0" err="1"/>
              <a:t>el</a:t>
            </a:r>
            <a:r>
              <a:rPr lang="en-US" sz="4400" b="1" dirty="0"/>
              <a:t> </a:t>
            </a:r>
            <a:r>
              <a:rPr lang="en-US" sz="4400" b="1" dirty="0" err="1"/>
              <a:t>tráfico</a:t>
            </a:r>
            <a:r>
              <a:rPr lang="en-US" sz="4400" b="1" dirty="0"/>
              <a:t> de la red de </a:t>
            </a:r>
            <a:r>
              <a:rPr lang="en-US" sz="4400" b="1" dirty="0" err="1"/>
              <a:t>salida</a:t>
            </a:r>
            <a:r>
              <a:rPr lang="en-US" sz="4400" b="1" dirty="0"/>
              <a:t>. ...</a:t>
            </a:r>
          </a:p>
          <a:p>
            <a:pPr indent="-228600">
              <a:lnSpc>
                <a:spcPct val="90000"/>
              </a:lnSpc>
              <a:spcAft>
                <a:spcPts val="600"/>
              </a:spcAft>
              <a:buFont typeface="Arial" panose="020B0604020202020204" pitchFamily="34" charset="0"/>
              <a:buChar char="•"/>
            </a:pPr>
            <a:r>
              <a:rPr lang="en-US" sz="4400" b="1" dirty="0" err="1"/>
              <a:t>Tráfico</a:t>
            </a:r>
            <a:r>
              <a:rPr lang="en-US" sz="4400" b="1" dirty="0"/>
              <a:t> </a:t>
            </a:r>
            <a:r>
              <a:rPr lang="en-US" sz="4400" b="1" dirty="0" err="1"/>
              <a:t>enviado</a:t>
            </a:r>
            <a:r>
              <a:rPr lang="en-US" sz="4400" b="1" dirty="0"/>
              <a:t> </a:t>
            </a:r>
            <a:r>
              <a:rPr lang="en-US" sz="4400" b="1" dirty="0" err="1"/>
              <a:t>hacia</a:t>
            </a:r>
            <a:r>
              <a:rPr lang="en-US" sz="4400" b="1" dirty="0"/>
              <a:t> o </a:t>
            </a:r>
            <a:r>
              <a:rPr lang="en-US" sz="4400" b="1" dirty="0" err="1"/>
              <a:t>desde</a:t>
            </a:r>
            <a:r>
              <a:rPr lang="en-US" sz="4400" b="1" dirty="0"/>
              <a:t> </a:t>
            </a:r>
            <a:r>
              <a:rPr lang="en-US" sz="4400" b="1" dirty="0" err="1"/>
              <a:t>lugares</a:t>
            </a:r>
            <a:r>
              <a:rPr lang="en-US" sz="4400" b="1" dirty="0"/>
              <a:t> </a:t>
            </a:r>
            <a:r>
              <a:rPr lang="en-US" sz="4400" b="1" dirty="0" err="1"/>
              <a:t>desconocidos</a:t>
            </a:r>
            <a:r>
              <a:rPr lang="en-US" sz="4400" b="1" dirty="0"/>
              <a:t>. ...</a:t>
            </a:r>
          </a:p>
          <a:p>
            <a:pPr indent="-228600">
              <a:lnSpc>
                <a:spcPct val="90000"/>
              </a:lnSpc>
              <a:spcAft>
                <a:spcPts val="600"/>
              </a:spcAft>
              <a:buFont typeface="Arial" panose="020B0604020202020204" pitchFamily="34" charset="0"/>
              <a:buChar char="•"/>
            </a:pPr>
            <a:r>
              <a:rPr lang="en-US" sz="4400" b="1" dirty="0" err="1"/>
              <a:t>Consumo</a:t>
            </a:r>
            <a:r>
              <a:rPr lang="en-US" sz="4400" b="1" dirty="0"/>
              <a:t> </a:t>
            </a:r>
            <a:r>
              <a:rPr lang="en-US" sz="4400" b="1" dirty="0" err="1"/>
              <a:t>excesivo</a:t>
            </a:r>
            <a:r>
              <a:rPr lang="en-US" sz="4400" b="1" dirty="0"/>
              <a:t>. ...</a:t>
            </a:r>
          </a:p>
          <a:p>
            <a:pPr indent="-228600">
              <a:lnSpc>
                <a:spcPct val="90000"/>
              </a:lnSpc>
              <a:spcAft>
                <a:spcPts val="600"/>
              </a:spcAft>
              <a:buFont typeface="Arial" panose="020B0604020202020204" pitchFamily="34" charset="0"/>
              <a:buChar char="•"/>
            </a:pPr>
            <a:r>
              <a:rPr lang="en-US" sz="4400" b="1" dirty="0" err="1"/>
              <a:t>Cambios</a:t>
            </a:r>
            <a:r>
              <a:rPr lang="en-US" sz="4400" b="1" dirty="0"/>
              <a:t> </a:t>
            </a:r>
            <a:r>
              <a:rPr lang="en-US" sz="4400" b="1" dirty="0" err="1"/>
              <a:t>en</a:t>
            </a:r>
            <a:r>
              <a:rPr lang="en-US" sz="4400" b="1" dirty="0"/>
              <a:t> la </a:t>
            </a:r>
            <a:r>
              <a:rPr lang="en-US" sz="4400" b="1" dirty="0" err="1"/>
              <a:t>configuración</a:t>
            </a:r>
            <a:r>
              <a:rPr lang="en-US" sz="4400" b="1" dirty="0"/>
              <a:t>.</a:t>
            </a:r>
          </a:p>
        </p:txBody>
      </p:sp>
      <p:pic>
        <p:nvPicPr>
          <p:cNvPr id="3" name="Imagen 2" descr="Imagen que contiene Icono&#10;&#10;Descripción generada automáticamente">
            <a:extLst>
              <a:ext uri="{FF2B5EF4-FFF2-40B4-BE49-F238E27FC236}">
                <a16:creationId xmlns:a16="http://schemas.microsoft.com/office/drawing/2014/main" id="{23E33769-EC2D-3238-7A9E-298F6AF34B80}"/>
              </a:ext>
            </a:extLst>
          </p:cNvPr>
          <p:cNvPicPr>
            <a:picLocks noChangeAspect="1"/>
          </p:cNvPicPr>
          <p:nvPr/>
        </p:nvPicPr>
        <p:blipFill>
          <a:blip r:embed="rId3">
            <a:extLst>
              <a:ext uri="{28A0092B-C50C-407E-A947-70E740481C1C}">
                <a14:useLocalDpi xmlns:a14="http://schemas.microsoft.com/office/drawing/2010/main" val="0"/>
              </a:ext>
            </a:extLst>
          </a:blip>
          <a:srcRect l="1678" r="1147" b="2"/>
          <a:stretch/>
        </p:blipFill>
        <p:spPr>
          <a:xfrm>
            <a:off x="15351316" y="4187952"/>
            <a:ext cx="7882128" cy="8193024"/>
          </a:xfrm>
          <a:prstGeom prst="rect">
            <a:avLst/>
          </a:prstGeom>
        </p:spPr>
      </p:pic>
      <p:pic>
        <p:nvPicPr>
          <p:cNvPr id="22" name="Google Shape;135;p8" descr="Cómo protegerse de los virus, piratas informáticos y demás ataques? |  Tecnología - ComputerHoy.com">
            <a:extLst>
              <a:ext uri="{FF2B5EF4-FFF2-40B4-BE49-F238E27FC236}">
                <a16:creationId xmlns:a16="http://schemas.microsoft.com/office/drawing/2014/main" id="{F0C050AB-9288-4577-A6F6-36CB8CBC3CC9}"/>
              </a:ext>
            </a:extLst>
          </p:cNvPr>
          <p:cNvPicPr preferRelativeResize="0"/>
          <p:nvPr/>
        </p:nvPicPr>
        <p:blipFill rotWithShape="1">
          <a:blip r:embed="rId4">
            <a:alphaModFix/>
          </a:blip>
          <a:srcRect/>
          <a:stretch/>
        </p:blipFill>
        <p:spPr>
          <a:xfrm>
            <a:off x="21869400" y="12191999"/>
            <a:ext cx="2514600" cy="1507145"/>
          </a:xfrm>
          <a:prstGeom prst="rect">
            <a:avLst/>
          </a:prstGeom>
          <a:noFill/>
          <a:ln>
            <a:noFill/>
          </a:ln>
        </p:spPr>
      </p:pic>
    </p:spTree>
    <p:extLst>
      <p:ext uri="{BB962C8B-B14F-4D97-AF65-F5344CB8AC3E}">
        <p14:creationId xmlns:p14="http://schemas.microsoft.com/office/powerpoint/2010/main" val="138098182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388"/>
        <p:cNvGrpSpPr/>
        <p:nvPr/>
      </p:nvGrpSpPr>
      <p:grpSpPr>
        <a:xfrm>
          <a:off x="0" y="0"/>
          <a:ext cx="0" cy="0"/>
          <a:chOff x="0" y="0"/>
          <a:chExt cx="0" cy="0"/>
        </a:xfrm>
      </p:grpSpPr>
      <p:sp useBgFill="1">
        <p:nvSpPr>
          <p:cNvPr id="396" name="Rectangle 395">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9" name="Google Shape;389;p33"/>
          <p:cNvSpPr txBox="1">
            <a:spLocks noGrp="1"/>
          </p:cNvSpPr>
          <p:nvPr>
            <p:ph type="title" idx="4294967295"/>
          </p:nvPr>
        </p:nvSpPr>
        <p:spPr>
          <a:xfrm>
            <a:off x="1280160" y="658368"/>
            <a:ext cx="13789152" cy="3566160"/>
          </a:xfrm>
          <a:prstGeom prst="rect">
            <a:avLst/>
          </a:prstGeom>
        </p:spPr>
        <p:txBody>
          <a:bodyPr spcFirstLastPara="1" vert="horz" lIns="91440" tIns="45720" rIns="91440" bIns="45720" rtlCol="0" anchor="b" anchorCtr="0">
            <a:normAutofit/>
          </a:bodyPr>
          <a:lstStyle/>
          <a:p>
            <a:pPr lvl="1" algn="l" rtl="0">
              <a:lnSpc>
                <a:spcPct val="90000"/>
              </a:lnSpc>
              <a:spcBef>
                <a:spcPct val="0"/>
              </a:spcBef>
            </a:pPr>
            <a:r>
              <a:rPr lang="en-US" sz="10800" kern="1200" dirty="0">
                <a:solidFill>
                  <a:schemeClr val="tx1"/>
                </a:solidFill>
                <a:latin typeface="+mj-lt"/>
                <a:ea typeface="+mj-ea"/>
                <a:cs typeface="+mj-cs"/>
              </a:rPr>
              <a:t>¿QUE ES UN MALWARE?</a:t>
            </a:r>
          </a:p>
        </p:txBody>
      </p:sp>
      <p:sp>
        <p:nvSpPr>
          <p:cNvPr id="398"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0" name="Google Shape;390;p33"/>
          <p:cNvSpPr txBox="1">
            <a:spLocks noGrp="1"/>
          </p:cNvSpPr>
          <p:nvPr>
            <p:ph idx="4294967295"/>
          </p:nvPr>
        </p:nvSpPr>
        <p:spPr>
          <a:xfrm>
            <a:off x="1280160" y="5413248"/>
            <a:ext cx="13789152" cy="6967728"/>
          </a:xfrm>
          <a:prstGeom prst="rect">
            <a:avLst/>
          </a:prstGeom>
        </p:spPr>
        <p:style>
          <a:lnRef idx="2">
            <a:schemeClr val="accent5"/>
          </a:lnRef>
          <a:fillRef idx="1">
            <a:schemeClr val="lt1"/>
          </a:fillRef>
          <a:effectRef idx="0">
            <a:schemeClr val="accent5"/>
          </a:effectRef>
          <a:fontRef idx="minor">
            <a:schemeClr val="dk1"/>
          </a:fontRef>
        </p:style>
        <p:txBody>
          <a:bodyPr spcFirstLastPara="1" vert="horz" lIns="91440" tIns="45720" rIns="91440" bIns="45720" rtlCol="0" anchorCtr="0">
            <a:normAutofit/>
          </a:bodyPr>
          <a:lstStyle/>
          <a:p>
            <a:pPr marL="0" indent="-228600" defTabSz="914400">
              <a:spcBef>
                <a:spcPts val="0"/>
              </a:spcBef>
              <a:spcAft>
                <a:spcPts val="600"/>
              </a:spcAft>
              <a:buClr>
                <a:srgbClr val="4D5156"/>
              </a:buClr>
              <a:buSzPts val="2800"/>
            </a:pPr>
            <a:r>
              <a:rPr lang="en-US" sz="4400" b="1" i="0" dirty="0">
                <a:solidFill>
                  <a:schemeClr val="tx1"/>
                </a:solidFill>
                <a:sym typeface="arial"/>
              </a:rPr>
              <a:t>Se llama malware, del </a:t>
            </a:r>
            <a:r>
              <a:rPr lang="en-US" sz="4400" b="1" i="0" dirty="0" err="1">
                <a:solidFill>
                  <a:schemeClr val="tx1"/>
                </a:solidFill>
                <a:sym typeface="arial"/>
              </a:rPr>
              <a:t>inglés</a:t>
            </a:r>
            <a:r>
              <a:rPr lang="en-US" sz="4400" b="1" i="0" dirty="0">
                <a:solidFill>
                  <a:schemeClr val="tx1"/>
                </a:solidFill>
                <a:sym typeface="arial"/>
              </a:rPr>
              <a:t> malicious software, </a:t>
            </a:r>
            <a:r>
              <a:rPr lang="en-US" sz="4400" b="1" i="0" dirty="0" err="1">
                <a:solidFill>
                  <a:schemeClr val="tx1"/>
                </a:solidFill>
                <a:sym typeface="arial"/>
              </a:rPr>
              <a:t>programa</a:t>
            </a:r>
            <a:r>
              <a:rPr lang="en-US" sz="4400" b="1" i="0" dirty="0">
                <a:solidFill>
                  <a:schemeClr val="tx1"/>
                </a:solidFill>
                <a:sym typeface="arial"/>
              </a:rPr>
              <a:t> </a:t>
            </a:r>
            <a:r>
              <a:rPr lang="en-US" sz="4400" b="1" i="0" dirty="0" err="1">
                <a:solidFill>
                  <a:schemeClr val="tx1"/>
                </a:solidFill>
                <a:sym typeface="arial"/>
              </a:rPr>
              <a:t>malicioso</a:t>
            </a:r>
            <a:r>
              <a:rPr lang="en-US" sz="4400" b="1" i="0" dirty="0">
                <a:solidFill>
                  <a:schemeClr val="tx1"/>
                </a:solidFill>
                <a:sym typeface="arial"/>
              </a:rPr>
              <a:t>, </a:t>
            </a:r>
            <a:r>
              <a:rPr lang="en-US" sz="4400" b="1" i="0" dirty="0" err="1">
                <a:solidFill>
                  <a:schemeClr val="tx1"/>
                </a:solidFill>
                <a:sym typeface="arial"/>
              </a:rPr>
              <a:t>programa</a:t>
            </a:r>
            <a:r>
              <a:rPr lang="en-US" sz="4400" b="1" i="0" dirty="0">
                <a:solidFill>
                  <a:schemeClr val="tx1"/>
                </a:solidFill>
                <a:sym typeface="arial"/>
              </a:rPr>
              <a:t> </a:t>
            </a:r>
            <a:r>
              <a:rPr lang="en-US" sz="4400" b="1" i="0" dirty="0" err="1">
                <a:solidFill>
                  <a:schemeClr val="tx1"/>
                </a:solidFill>
                <a:sym typeface="arial"/>
              </a:rPr>
              <a:t>maligno</a:t>
            </a:r>
            <a:r>
              <a:rPr lang="en-US" sz="4400" b="1" i="0" dirty="0">
                <a:solidFill>
                  <a:schemeClr val="tx1"/>
                </a:solidFill>
                <a:sym typeface="arial"/>
              </a:rPr>
              <a:t>, </a:t>
            </a:r>
            <a:r>
              <a:rPr lang="en-US" sz="4400" b="1" i="0" dirty="0" err="1">
                <a:solidFill>
                  <a:schemeClr val="tx1"/>
                </a:solidFill>
                <a:sym typeface="arial"/>
              </a:rPr>
              <a:t>badware</a:t>
            </a:r>
            <a:r>
              <a:rPr lang="en-US" sz="4400" b="1" i="0" dirty="0">
                <a:solidFill>
                  <a:schemeClr val="tx1"/>
                </a:solidFill>
                <a:sym typeface="arial"/>
              </a:rPr>
              <a:t>, </a:t>
            </a:r>
            <a:r>
              <a:rPr lang="en-US" sz="4400" b="1" i="0" dirty="0" err="1">
                <a:solidFill>
                  <a:schemeClr val="tx1"/>
                </a:solidFill>
                <a:sym typeface="arial"/>
              </a:rPr>
              <a:t>código</a:t>
            </a:r>
            <a:r>
              <a:rPr lang="en-US" sz="4400" b="1" i="0" dirty="0">
                <a:solidFill>
                  <a:schemeClr val="tx1"/>
                </a:solidFill>
                <a:sym typeface="arial"/>
              </a:rPr>
              <a:t> </a:t>
            </a:r>
            <a:r>
              <a:rPr lang="en-US" sz="4400" b="1" i="0" dirty="0" err="1">
                <a:solidFill>
                  <a:schemeClr val="tx1"/>
                </a:solidFill>
                <a:sym typeface="arial"/>
              </a:rPr>
              <a:t>maligno</a:t>
            </a:r>
            <a:r>
              <a:rPr lang="en-US" sz="4400" b="1" i="0" dirty="0">
                <a:solidFill>
                  <a:schemeClr val="tx1"/>
                </a:solidFill>
                <a:sym typeface="arial"/>
              </a:rPr>
              <a:t>, software </a:t>
            </a:r>
            <a:r>
              <a:rPr lang="en-US" sz="4400" b="1" i="0" dirty="0" err="1">
                <a:solidFill>
                  <a:schemeClr val="tx1"/>
                </a:solidFill>
                <a:sym typeface="arial"/>
              </a:rPr>
              <a:t>maligno</a:t>
            </a:r>
            <a:r>
              <a:rPr lang="en-US" sz="4400" b="1" i="0" dirty="0">
                <a:solidFill>
                  <a:schemeClr val="tx1"/>
                </a:solidFill>
                <a:sym typeface="arial"/>
              </a:rPr>
              <a:t>, software </a:t>
            </a:r>
            <a:r>
              <a:rPr lang="en-US" sz="4400" b="1" i="0" dirty="0" err="1">
                <a:solidFill>
                  <a:schemeClr val="tx1"/>
                </a:solidFill>
                <a:sym typeface="arial"/>
              </a:rPr>
              <a:t>dañino</a:t>
            </a:r>
            <a:r>
              <a:rPr lang="en-US" sz="4400" b="1" i="0" dirty="0">
                <a:solidFill>
                  <a:schemeClr val="tx1"/>
                </a:solidFill>
                <a:sym typeface="arial"/>
              </a:rPr>
              <a:t> o software </a:t>
            </a:r>
            <a:r>
              <a:rPr lang="en-US" sz="4400" b="1" i="0" dirty="0" err="1">
                <a:solidFill>
                  <a:schemeClr val="tx1"/>
                </a:solidFill>
                <a:sym typeface="arial"/>
              </a:rPr>
              <a:t>malintencionado</a:t>
            </a:r>
            <a:r>
              <a:rPr lang="en-US" sz="4400" b="1" i="0" dirty="0">
                <a:solidFill>
                  <a:schemeClr val="tx1"/>
                </a:solidFill>
                <a:sym typeface="arial"/>
              </a:rPr>
              <a:t> a </a:t>
            </a:r>
            <a:r>
              <a:rPr lang="en-US" sz="4400" b="1" i="0" dirty="0" err="1">
                <a:solidFill>
                  <a:schemeClr val="tx1"/>
                </a:solidFill>
                <a:sym typeface="arial"/>
              </a:rPr>
              <a:t>cualquier</a:t>
            </a:r>
            <a:r>
              <a:rPr lang="en-US" sz="4400" b="1" i="0" dirty="0">
                <a:solidFill>
                  <a:schemeClr val="tx1"/>
                </a:solidFill>
                <a:sym typeface="arial"/>
              </a:rPr>
              <a:t> </a:t>
            </a:r>
            <a:r>
              <a:rPr lang="en-US" sz="4400" b="1" i="0" dirty="0" err="1">
                <a:solidFill>
                  <a:schemeClr val="tx1"/>
                </a:solidFill>
                <a:sym typeface="arial"/>
              </a:rPr>
              <a:t>tipo</a:t>
            </a:r>
            <a:r>
              <a:rPr lang="en-US" sz="4400" b="1" i="0" dirty="0">
                <a:solidFill>
                  <a:schemeClr val="tx1"/>
                </a:solidFill>
                <a:sym typeface="arial"/>
              </a:rPr>
              <a:t> de software que </a:t>
            </a:r>
            <a:r>
              <a:rPr lang="en-US" sz="4400" b="1" i="0" dirty="0" err="1">
                <a:solidFill>
                  <a:schemeClr val="tx1"/>
                </a:solidFill>
                <a:sym typeface="arial"/>
              </a:rPr>
              <a:t>realiza</a:t>
            </a:r>
            <a:r>
              <a:rPr lang="en-US" sz="4400" b="1" i="0" dirty="0">
                <a:solidFill>
                  <a:schemeClr val="tx1"/>
                </a:solidFill>
                <a:sym typeface="arial"/>
              </a:rPr>
              <a:t> </a:t>
            </a:r>
            <a:r>
              <a:rPr lang="en-US" sz="4400" b="1" i="0" dirty="0" err="1">
                <a:solidFill>
                  <a:schemeClr val="tx1"/>
                </a:solidFill>
                <a:sym typeface="arial"/>
              </a:rPr>
              <a:t>acciones</a:t>
            </a:r>
            <a:r>
              <a:rPr lang="en-US" sz="4400" b="1" i="0" dirty="0">
                <a:solidFill>
                  <a:schemeClr val="tx1"/>
                </a:solidFill>
                <a:sym typeface="arial"/>
              </a:rPr>
              <a:t> </a:t>
            </a:r>
            <a:r>
              <a:rPr lang="en-US" sz="4400" b="1" i="0" dirty="0" err="1">
                <a:solidFill>
                  <a:schemeClr val="tx1"/>
                </a:solidFill>
                <a:sym typeface="arial"/>
              </a:rPr>
              <a:t>dañinas</a:t>
            </a:r>
            <a:r>
              <a:rPr lang="en-US" sz="4400" b="1" i="0" dirty="0">
                <a:solidFill>
                  <a:schemeClr val="tx1"/>
                </a:solidFill>
                <a:sym typeface="arial"/>
              </a:rPr>
              <a:t> </a:t>
            </a:r>
            <a:r>
              <a:rPr lang="en-US" sz="4400" b="1" i="0" dirty="0" err="1">
                <a:solidFill>
                  <a:schemeClr val="tx1"/>
                </a:solidFill>
                <a:sym typeface="arial"/>
              </a:rPr>
              <a:t>en</a:t>
            </a:r>
            <a:r>
              <a:rPr lang="en-US" sz="4400" b="1" i="0" dirty="0">
                <a:solidFill>
                  <a:schemeClr val="tx1"/>
                </a:solidFill>
                <a:sym typeface="arial"/>
              </a:rPr>
              <a:t> un </a:t>
            </a:r>
            <a:r>
              <a:rPr lang="en-US" sz="4400" b="1" i="0" dirty="0" err="1">
                <a:solidFill>
                  <a:schemeClr val="tx1"/>
                </a:solidFill>
                <a:sym typeface="arial"/>
              </a:rPr>
              <a:t>sistema</a:t>
            </a:r>
            <a:r>
              <a:rPr lang="en-US" sz="4400" b="1" i="0" dirty="0">
                <a:solidFill>
                  <a:schemeClr val="tx1"/>
                </a:solidFill>
                <a:sym typeface="arial"/>
              </a:rPr>
              <a:t> </a:t>
            </a:r>
            <a:r>
              <a:rPr lang="en-US" sz="4400" b="1" i="0" dirty="0" err="1">
                <a:solidFill>
                  <a:schemeClr val="tx1"/>
                </a:solidFill>
                <a:sym typeface="arial"/>
              </a:rPr>
              <a:t>informático</a:t>
            </a:r>
            <a:r>
              <a:rPr lang="en-US" sz="4400" b="1" i="0" dirty="0">
                <a:solidFill>
                  <a:schemeClr val="tx1"/>
                </a:solidFill>
                <a:sym typeface="arial"/>
              </a:rPr>
              <a:t> de forma </a:t>
            </a:r>
            <a:r>
              <a:rPr lang="en-US" sz="4400" b="1" i="0" dirty="0" err="1">
                <a:solidFill>
                  <a:schemeClr val="tx1"/>
                </a:solidFill>
                <a:sym typeface="arial"/>
              </a:rPr>
              <a:t>intencionada</a:t>
            </a:r>
            <a:r>
              <a:rPr lang="en-US" sz="4400" b="1" i="0" dirty="0">
                <a:solidFill>
                  <a:schemeClr val="tx1"/>
                </a:solidFill>
                <a:sym typeface="arial"/>
              </a:rPr>
              <a:t> y sin </a:t>
            </a:r>
            <a:r>
              <a:rPr lang="en-US" sz="4400" b="1" i="0" dirty="0" err="1">
                <a:solidFill>
                  <a:schemeClr val="tx1"/>
                </a:solidFill>
                <a:sym typeface="arial"/>
              </a:rPr>
              <a:t>el</a:t>
            </a:r>
            <a:r>
              <a:rPr lang="en-US" sz="4400" b="1" i="0" dirty="0">
                <a:solidFill>
                  <a:schemeClr val="tx1"/>
                </a:solidFill>
                <a:sym typeface="arial"/>
              </a:rPr>
              <a:t> </a:t>
            </a:r>
            <a:r>
              <a:rPr lang="en-US" sz="4400" b="1" i="0" dirty="0" err="1">
                <a:solidFill>
                  <a:schemeClr val="tx1"/>
                </a:solidFill>
                <a:sym typeface="arial"/>
              </a:rPr>
              <a:t>conocimiento</a:t>
            </a:r>
            <a:r>
              <a:rPr lang="en-US" sz="4400" b="1" i="0" dirty="0">
                <a:solidFill>
                  <a:schemeClr val="tx1"/>
                </a:solidFill>
                <a:sym typeface="arial"/>
              </a:rPr>
              <a:t> del </a:t>
            </a:r>
            <a:r>
              <a:rPr lang="en-US" sz="4400" b="1" i="0" dirty="0" err="1">
                <a:solidFill>
                  <a:schemeClr val="tx1"/>
                </a:solidFill>
                <a:sym typeface="arial"/>
              </a:rPr>
              <a:t>usuario</a:t>
            </a:r>
            <a:r>
              <a:rPr lang="en-US" sz="4400" b="1" i="0" dirty="0">
                <a:solidFill>
                  <a:schemeClr val="tx1"/>
                </a:solidFill>
                <a:sym typeface="arial"/>
              </a:rPr>
              <a:t>.​ </a:t>
            </a:r>
            <a:r>
              <a:rPr lang="en-US" sz="4400" b="1" i="0" u="sng" strike="noStrike" dirty="0">
                <a:solidFill>
                  <a:schemeClr val="tx1"/>
                </a:solidFill>
                <a:sym typeface="arial"/>
                <a:hlinkClick r:id="rId3">
                  <a:extLst>
                    <a:ext uri="{A12FA001-AC4F-418D-AE19-62706E023703}">
                      <ahyp:hlinkClr xmlns:ahyp="http://schemas.microsoft.com/office/drawing/2018/hyperlinkcolor" val="tx"/>
                    </a:ext>
                  </a:extLst>
                </a:hlinkClick>
              </a:rPr>
              <a:t>Wikipedia</a:t>
            </a:r>
            <a:endParaRPr lang="en-US" sz="4400" b="1" dirty="0">
              <a:solidFill>
                <a:schemeClr val="tx1"/>
              </a:solidFill>
            </a:endParaRPr>
          </a:p>
        </p:txBody>
      </p:sp>
      <p:pic>
        <p:nvPicPr>
          <p:cNvPr id="391" name="Google Shape;391;p33" descr="Monstruo, Azul, Internet, Ataque"/>
          <p:cNvPicPr preferRelativeResize="0"/>
          <p:nvPr/>
        </p:nvPicPr>
        <p:blipFill rotWithShape="1">
          <a:blip r:embed="rId4"/>
          <a:stretch/>
        </p:blipFill>
        <p:spPr>
          <a:xfrm>
            <a:off x="15727680" y="1077673"/>
            <a:ext cx="8028432" cy="6021324"/>
          </a:xfrm>
          <a:prstGeom prst="rect">
            <a:avLst/>
          </a:prstGeom>
          <a:noFill/>
        </p:spPr>
      </p:pic>
      <p:pic>
        <p:nvPicPr>
          <p:cNvPr id="7" name="Google Shape;135;p8" descr="Cómo protegerse de los virus, piratas informáticos y demás ataques? |  Tecnología - ComputerHoy.com">
            <a:extLst>
              <a:ext uri="{FF2B5EF4-FFF2-40B4-BE49-F238E27FC236}">
                <a16:creationId xmlns:a16="http://schemas.microsoft.com/office/drawing/2014/main" id="{25273BDD-62A4-4643-A48B-E6E67B34EC3B}"/>
              </a:ext>
            </a:extLst>
          </p:cNvPr>
          <p:cNvPicPr preferRelativeResize="0"/>
          <p:nvPr/>
        </p:nvPicPr>
        <p:blipFill rotWithShape="1">
          <a:blip r:embed="rId5"/>
          <a:stretch/>
        </p:blipFill>
        <p:spPr>
          <a:xfrm>
            <a:off x="16453254" y="8158386"/>
            <a:ext cx="6540708" cy="4352544"/>
          </a:xfrm>
          <a:prstGeom prst="rect">
            <a:avLst/>
          </a:prstGeom>
          <a:noFill/>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395"/>
        <p:cNvGrpSpPr/>
        <p:nvPr/>
      </p:nvGrpSpPr>
      <p:grpSpPr>
        <a:xfrm>
          <a:off x="0" y="0"/>
          <a:ext cx="0" cy="0"/>
          <a:chOff x="0" y="0"/>
          <a:chExt cx="0" cy="0"/>
        </a:xfrm>
      </p:grpSpPr>
      <p:sp>
        <p:nvSpPr>
          <p:cNvPr id="396" name="Google Shape;396;p34"/>
          <p:cNvSpPr txBox="1">
            <a:spLocks noGrp="1"/>
          </p:cNvSpPr>
          <p:nvPr>
            <p:ph type="title" idx="4294967295"/>
          </p:nvPr>
        </p:nvSpPr>
        <p:spPr>
          <a:xfrm>
            <a:off x="0" y="344488"/>
            <a:ext cx="21031200" cy="1233487"/>
          </a:xfrm>
          <a:prstGeom prst="rect">
            <a:avLst/>
          </a:prstGeom>
          <a:noFill/>
          <a:ln>
            <a:noFill/>
          </a:ln>
        </p:spPr>
        <p:txBody>
          <a:bodyPr spcFirstLastPara="1" wrap="square" lIns="182850" tIns="91400" rIns="182850" bIns="91400" anchor="ctr" anchorCtr="0">
            <a:normAutofit fontScale="90000"/>
          </a:bodyPr>
          <a:lstStyle/>
          <a:p>
            <a:pPr>
              <a:lnSpc>
                <a:spcPct val="90000"/>
              </a:lnSpc>
              <a:spcBef>
                <a:spcPts val="0"/>
              </a:spcBef>
              <a:buClr>
                <a:schemeClr val="dk1"/>
              </a:buClr>
              <a:buSzPts val="3959"/>
            </a:pPr>
            <a:r>
              <a:rPr lang="es-ES" sz="7918" dirty="0"/>
              <a:t>Algunos tipos de malware</a:t>
            </a:r>
            <a:endParaRPr dirty="0"/>
          </a:p>
        </p:txBody>
      </p:sp>
      <p:sp>
        <p:nvSpPr>
          <p:cNvPr id="397" name="Google Shape;397;p34"/>
          <p:cNvSpPr txBox="1">
            <a:spLocks noGrp="1"/>
          </p:cNvSpPr>
          <p:nvPr>
            <p:ph idx="4294967295"/>
          </p:nvPr>
        </p:nvSpPr>
        <p:spPr>
          <a:xfrm>
            <a:off x="0" y="1714500"/>
            <a:ext cx="21005800" cy="7181850"/>
          </a:xfrm>
          <a:prstGeom prst="rect">
            <a:avLst/>
          </a:prstGeom>
          <a:solidFill>
            <a:schemeClr val="accent6">
              <a:lumMod val="10000"/>
            </a:schemeClr>
          </a:solidFill>
          <a:ln w="12700" cap="flat" cmpd="sng">
            <a:solidFill>
              <a:schemeClr val="dk1"/>
            </a:solidFill>
            <a:prstDash val="solid"/>
            <a:miter lim="800000"/>
            <a:headEnd type="none" w="sm" len="sm"/>
            <a:tailEnd type="none" w="sm" len="sm"/>
          </a:ln>
        </p:spPr>
        <p:txBody>
          <a:bodyPr spcFirstLastPara="1" wrap="square" lIns="182850" tIns="91400" rIns="182850" bIns="91400" anchor="t" anchorCtr="0">
            <a:normAutofit fontScale="92500" lnSpcReduction="10000"/>
          </a:bodyPr>
          <a:lstStyle/>
          <a:p>
            <a:pPr marL="457200" indent="-457200">
              <a:lnSpc>
                <a:spcPct val="80000"/>
              </a:lnSpc>
              <a:spcBef>
                <a:spcPts val="0"/>
              </a:spcBef>
              <a:buClr>
                <a:schemeClr val="lt1"/>
              </a:buClr>
              <a:buSzPts val="2800"/>
              <a:buFont typeface="Arial"/>
              <a:buChar char="•"/>
            </a:pPr>
            <a:r>
              <a:rPr lang="es-ES" b="1" i="0" dirty="0">
                <a:solidFill>
                  <a:schemeClr val="accent6"/>
                </a:solidFill>
                <a:latin typeface="arial"/>
                <a:ea typeface="arial"/>
                <a:cs typeface="arial"/>
                <a:sym typeface="arial"/>
              </a:rPr>
              <a:t>Virus. Se incorporan a los programas existentes y se activan cuando el usuario abre el programa. ...</a:t>
            </a:r>
            <a:endParaRPr dirty="0">
              <a:solidFill>
                <a:schemeClr val="accent6"/>
              </a:solidFill>
            </a:endParaRPr>
          </a:p>
          <a:p>
            <a:pPr marL="457200" indent="-457200">
              <a:lnSpc>
                <a:spcPct val="80000"/>
              </a:lnSpc>
              <a:spcBef>
                <a:spcPts val="2000"/>
              </a:spcBef>
              <a:buClr>
                <a:schemeClr val="lt1"/>
              </a:buClr>
              <a:buSzPts val="2800"/>
              <a:buFont typeface="Arial"/>
              <a:buChar char="•"/>
            </a:pPr>
            <a:r>
              <a:rPr lang="es-ES" b="1" i="0" dirty="0">
                <a:solidFill>
                  <a:schemeClr val="accent6"/>
                </a:solidFill>
                <a:latin typeface="arial"/>
                <a:ea typeface="arial"/>
                <a:cs typeface="arial"/>
                <a:sym typeface="arial"/>
              </a:rPr>
              <a:t>Gusanos. ...</a:t>
            </a:r>
            <a:endParaRPr dirty="0">
              <a:solidFill>
                <a:schemeClr val="accent6"/>
              </a:solidFill>
            </a:endParaRPr>
          </a:p>
          <a:p>
            <a:pPr marL="457200" indent="-457200">
              <a:lnSpc>
                <a:spcPct val="80000"/>
              </a:lnSpc>
              <a:spcBef>
                <a:spcPts val="2000"/>
              </a:spcBef>
              <a:buClr>
                <a:schemeClr val="lt1"/>
              </a:buClr>
              <a:buSzPts val="2800"/>
              <a:buFont typeface="Arial"/>
              <a:buChar char="•"/>
            </a:pPr>
            <a:r>
              <a:rPr lang="es-ES" b="1" i="0" dirty="0">
                <a:solidFill>
                  <a:schemeClr val="accent6"/>
                </a:solidFill>
                <a:latin typeface="arial"/>
                <a:ea typeface="arial"/>
                <a:cs typeface="arial"/>
                <a:sym typeface="arial"/>
              </a:rPr>
              <a:t>Troyanos. ...</a:t>
            </a:r>
            <a:endParaRPr dirty="0">
              <a:solidFill>
                <a:schemeClr val="accent6"/>
              </a:solidFill>
            </a:endParaRPr>
          </a:p>
          <a:p>
            <a:pPr marL="457200" indent="-457200">
              <a:lnSpc>
                <a:spcPct val="80000"/>
              </a:lnSpc>
              <a:spcBef>
                <a:spcPts val="2000"/>
              </a:spcBef>
              <a:buClr>
                <a:schemeClr val="lt1"/>
              </a:buClr>
              <a:buSzPts val="2800"/>
              <a:buFont typeface="Arial"/>
              <a:buChar char="•"/>
            </a:pPr>
            <a:r>
              <a:rPr lang="es-ES" b="1" i="0" dirty="0">
                <a:solidFill>
                  <a:schemeClr val="accent6"/>
                </a:solidFill>
                <a:latin typeface="arial"/>
                <a:ea typeface="arial"/>
                <a:cs typeface="arial"/>
                <a:sym typeface="arial"/>
              </a:rPr>
              <a:t>Spyware. ...</a:t>
            </a:r>
            <a:endParaRPr dirty="0">
              <a:solidFill>
                <a:schemeClr val="accent6"/>
              </a:solidFill>
            </a:endParaRPr>
          </a:p>
          <a:p>
            <a:pPr marL="457200" indent="-457200">
              <a:lnSpc>
                <a:spcPct val="80000"/>
              </a:lnSpc>
              <a:spcBef>
                <a:spcPts val="2000"/>
              </a:spcBef>
              <a:buClr>
                <a:schemeClr val="lt1"/>
              </a:buClr>
              <a:buSzPts val="2800"/>
              <a:buFont typeface="Arial"/>
              <a:buChar char="•"/>
            </a:pPr>
            <a:r>
              <a:rPr lang="es-ES" b="1" i="0" dirty="0">
                <a:solidFill>
                  <a:schemeClr val="accent6"/>
                </a:solidFill>
                <a:latin typeface="arial"/>
                <a:ea typeface="arial"/>
                <a:cs typeface="arial"/>
                <a:sym typeface="arial"/>
              </a:rPr>
              <a:t>Herramientas de administración remota (RAT) ...</a:t>
            </a:r>
            <a:endParaRPr dirty="0">
              <a:solidFill>
                <a:schemeClr val="accent6"/>
              </a:solidFill>
            </a:endParaRPr>
          </a:p>
          <a:p>
            <a:pPr marL="457200" indent="-457200">
              <a:lnSpc>
                <a:spcPct val="80000"/>
              </a:lnSpc>
              <a:spcBef>
                <a:spcPts val="2000"/>
              </a:spcBef>
              <a:buClr>
                <a:schemeClr val="lt1"/>
              </a:buClr>
              <a:buSzPts val="2800"/>
              <a:buFont typeface="Arial"/>
              <a:buChar char="•"/>
            </a:pPr>
            <a:r>
              <a:rPr lang="es-ES" b="1" i="0" dirty="0" err="1">
                <a:solidFill>
                  <a:schemeClr val="accent6"/>
                </a:solidFill>
                <a:latin typeface="arial"/>
                <a:ea typeface="arial"/>
                <a:cs typeface="arial"/>
                <a:sym typeface="arial"/>
              </a:rPr>
              <a:t>Ransomware</a:t>
            </a:r>
            <a:r>
              <a:rPr lang="es-ES" b="1" i="0" dirty="0">
                <a:solidFill>
                  <a:schemeClr val="accent6"/>
                </a:solidFill>
                <a:latin typeface="arial"/>
                <a:ea typeface="arial"/>
                <a:cs typeface="arial"/>
                <a:sym typeface="arial"/>
              </a:rPr>
              <a:t>. ...</a:t>
            </a:r>
            <a:endParaRPr dirty="0">
              <a:solidFill>
                <a:schemeClr val="accent6"/>
              </a:solidFill>
            </a:endParaRPr>
          </a:p>
          <a:p>
            <a:pPr marL="457200" indent="-457200">
              <a:lnSpc>
                <a:spcPct val="80000"/>
              </a:lnSpc>
              <a:spcBef>
                <a:spcPts val="2000"/>
              </a:spcBef>
              <a:buClr>
                <a:schemeClr val="lt1"/>
              </a:buClr>
              <a:buSzPts val="2800"/>
              <a:buFont typeface="Arial"/>
              <a:buChar char="•"/>
            </a:pPr>
            <a:r>
              <a:rPr lang="es-ES" b="1" i="0" dirty="0" err="1">
                <a:solidFill>
                  <a:schemeClr val="accent6"/>
                </a:solidFill>
                <a:latin typeface="arial"/>
                <a:ea typeface="arial"/>
                <a:cs typeface="arial"/>
                <a:sym typeface="arial"/>
              </a:rPr>
              <a:t>Rogueware</a:t>
            </a:r>
            <a:r>
              <a:rPr lang="es-ES" b="1" i="0" dirty="0">
                <a:solidFill>
                  <a:schemeClr val="accent6"/>
                </a:solidFill>
                <a:latin typeface="arial"/>
                <a:ea typeface="arial"/>
                <a:cs typeface="arial"/>
                <a:sym typeface="arial"/>
              </a:rPr>
              <a:t>. ...</a:t>
            </a:r>
            <a:endParaRPr dirty="0">
              <a:solidFill>
                <a:schemeClr val="accent6"/>
              </a:solidFill>
            </a:endParaRPr>
          </a:p>
          <a:p>
            <a:pPr marL="457200" indent="-457200">
              <a:lnSpc>
                <a:spcPct val="80000"/>
              </a:lnSpc>
              <a:spcBef>
                <a:spcPts val="2000"/>
              </a:spcBef>
              <a:buClr>
                <a:schemeClr val="lt1"/>
              </a:buClr>
              <a:buSzPts val="2800"/>
              <a:buFont typeface="Arial"/>
              <a:buChar char="•"/>
            </a:pPr>
            <a:r>
              <a:rPr lang="es-ES" b="1" i="0" dirty="0">
                <a:solidFill>
                  <a:schemeClr val="accent6"/>
                </a:solidFill>
                <a:latin typeface="arial"/>
                <a:ea typeface="arial"/>
                <a:cs typeface="arial"/>
                <a:sym typeface="arial"/>
              </a:rPr>
              <a:t>Malware polimórfico.</a:t>
            </a:r>
            <a:endParaRPr dirty="0">
              <a:solidFill>
                <a:schemeClr val="accent6"/>
              </a:solidFill>
            </a:endParaRPr>
          </a:p>
          <a:p>
            <a:pPr marL="457200" indent="-101600">
              <a:lnSpc>
                <a:spcPct val="80000"/>
              </a:lnSpc>
              <a:spcBef>
                <a:spcPts val="2000"/>
              </a:spcBef>
              <a:buClr>
                <a:schemeClr val="dk1"/>
              </a:buClr>
              <a:buSzPts val="2800"/>
              <a:buNone/>
            </a:pPr>
            <a:endParaRPr b="1" dirty="0">
              <a:solidFill>
                <a:schemeClr val="accent6"/>
              </a:solidFill>
            </a:endParaRPr>
          </a:p>
        </p:txBody>
      </p:sp>
      <p:pic>
        <p:nvPicPr>
          <p:cNvPr id="2" name="Google Shape;135;p8" descr="Cómo protegerse de los virus, piratas informáticos y demás ataques? |  Tecnología - ComputerHoy.com">
            <a:extLst>
              <a:ext uri="{FF2B5EF4-FFF2-40B4-BE49-F238E27FC236}">
                <a16:creationId xmlns:a16="http://schemas.microsoft.com/office/drawing/2014/main" id="{F1FE24CF-6854-190E-EE38-2E26AEC89C65}"/>
              </a:ext>
            </a:extLst>
          </p:cNvPr>
          <p:cNvPicPr preferRelativeResize="0"/>
          <p:nvPr/>
        </p:nvPicPr>
        <p:blipFill rotWithShape="1">
          <a:blip r:embed="rId3">
            <a:alphaModFix/>
          </a:blip>
          <a:srcRect/>
          <a:stretch/>
        </p:blipFill>
        <p:spPr>
          <a:xfrm>
            <a:off x="21666200" y="11897201"/>
            <a:ext cx="2717800" cy="1828802"/>
          </a:xfrm>
          <a:prstGeom prst="rect">
            <a:avLst/>
          </a:prstGeom>
          <a:noFill/>
          <a:ln>
            <a:noFill/>
          </a:ln>
        </p:spPr>
      </p:pic>
      <p:sp>
        <p:nvSpPr>
          <p:cNvPr id="3" name="CuadroTexto 2">
            <a:extLst>
              <a:ext uri="{FF2B5EF4-FFF2-40B4-BE49-F238E27FC236}">
                <a16:creationId xmlns:a16="http://schemas.microsoft.com/office/drawing/2014/main" id="{FAC2628B-87F7-7B7E-EC4C-CBEC25CB2E7C}"/>
              </a:ext>
            </a:extLst>
          </p:cNvPr>
          <p:cNvSpPr txBox="1"/>
          <p:nvPr/>
        </p:nvSpPr>
        <p:spPr>
          <a:xfrm>
            <a:off x="285750" y="10030023"/>
            <a:ext cx="10318530" cy="93358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825500" rtl="0" fontAlgn="auto" latinLnBrk="0" hangingPunct="0">
              <a:lnSpc>
                <a:spcPct val="150000"/>
              </a:lnSpc>
              <a:spcBef>
                <a:spcPts val="0"/>
              </a:spcBef>
              <a:spcAft>
                <a:spcPts val="0"/>
              </a:spcAft>
              <a:buClrTx/>
              <a:buSzTx/>
              <a:buFontTx/>
              <a:buNone/>
              <a:tabLst/>
            </a:pPr>
            <a:r>
              <a:rPr lang="es-ES" sz="3600" b="1" dirty="0"/>
              <a:t>¿U</a:t>
            </a:r>
            <a:r>
              <a:rPr kumimoji="0" lang="es-ES" sz="3600" b="1" i="0" u="none" strike="noStrike" cap="none" spc="0" normalizeH="0" baseline="0" dirty="0">
                <a:ln>
                  <a:noFill/>
                </a:ln>
                <a:solidFill>
                  <a:schemeClr val="accent3">
                    <a:hueOff val="-130908"/>
                    <a:satOff val="-22167"/>
                    <a:lumOff val="-7843"/>
                  </a:schemeClr>
                </a:solidFill>
                <a:effectLst/>
                <a:uFillTx/>
                <a:latin typeface="Lato Regular"/>
                <a:ea typeface="Lato Regular"/>
                <a:cs typeface="Lato Regular"/>
                <a:sym typeface="Lato Regular"/>
              </a:rPr>
              <a:t>n virus informático puede afectar al ser humano?</a:t>
            </a:r>
          </a:p>
        </p:txBody>
      </p:sp>
      <p:sp>
        <p:nvSpPr>
          <p:cNvPr id="4" name="CuadroTexto 3">
            <a:extLst>
              <a:ext uri="{FF2B5EF4-FFF2-40B4-BE49-F238E27FC236}">
                <a16:creationId xmlns:a16="http://schemas.microsoft.com/office/drawing/2014/main" id="{331E1735-FCAA-C434-D355-8504521A042C}"/>
              </a:ext>
            </a:extLst>
          </p:cNvPr>
          <p:cNvSpPr txBox="1"/>
          <p:nvPr/>
        </p:nvSpPr>
        <p:spPr>
          <a:xfrm>
            <a:off x="320565" y="11430406"/>
            <a:ext cx="11265905" cy="93358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825500" rtl="0" fontAlgn="auto" latinLnBrk="0" hangingPunct="0">
              <a:lnSpc>
                <a:spcPct val="150000"/>
              </a:lnSpc>
              <a:spcBef>
                <a:spcPts val="0"/>
              </a:spcBef>
              <a:spcAft>
                <a:spcPts val="0"/>
              </a:spcAft>
              <a:buClrTx/>
              <a:buSzTx/>
              <a:buFontTx/>
              <a:buNone/>
              <a:tabLst/>
            </a:pPr>
            <a:r>
              <a:rPr kumimoji="0" lang="es-ES" sz="3600" b="1" i="0" u="none" strike="noStrike" cap="none" spc="0" normalizeH="0" baseline="0" dirty="0">
                <a:ln>
                  <a:noFill/>
                </a:ln>
                <a:solidFill>
                  <a:schemeClr val="accent3">
                    <a:hueOff val="-130908"/>
                    <a:satOff val="-22167"/>
                    <a:lumOff val="-7843"/>
                  </a:schemeClr>
                </a:solidFill>
                <a:effectLst/>
                <a:uFillTx/>
                <a:latin typeface="Lato Regular"/>
                <a:ea typeface="Lato Regular"/>
                <a:cs typeface="Lato Regular"/>
                <a:sym typeface="Lato Regular"/>
              </a:rPr>
              <a:t>Por supuesto… que NOOOOOOOOOOOOOOOOOOO</a:t>
            </a:r>
          </a:p>
        </p:txBody>
      </p:sp>
      <p:sp>
        <p:nvSpPr>
          <p:cNvPr id="5" name="CuadroTexto 4">
            <a:extLst>
              <a:ext uri="{FF2B5EF4-FFF2-40B4-BE49-F238E27FC236}">
                <a16:creationId xmlns:a16="http://schemas.microsoft.com/office/drawing/2014/main" id="{26CED6E6-6598-C968-8E04-BAC00E64D315}"/>
              </a:ext>
            </a:extLst>
          </p:cNvPr>
          <p:cNvSpPr txBox="1"/>
          <p:nvPr/>
        </p:nvSpPr>
        <p:spPr>
          <a:xfrm>
            <a:off x="285750" y="8896350"/>
            <a:ext cx="4124527" cy="93358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825500" rtl="0" fontAlgn="auto" latinLnBrk="0" hangingPunct="0">
              <a:lnSpc>
                <a:spcPct val="150000"/>
              </a:lnSpc>
              <a:spcBef>
                <a:spcPts val="0"/>
              </a:spcBef>
              <a:spcAft>
                <a:spcPts val="0"/>
              </a:spcAft>
              <a:buClrTx/>
              <a:buSzTx/>
              <a:buFontTx/>
              <a:buNone/>
              <a:tabLst/>
            </a:pPr>
            <a:r>
              <a:rPr kumimoji="0" lang="es-ES" sz="3600" b="1" i="0" u="none" strike="noStrike" cap="none" spc="0" normalizeH="0" baseline="0" dirty="0">
                <a:ln>
                  <a:noFill/>
                </a:ln>
                <a:solidFill>
                  <a:schemeClr val="accent3">
                    <a:hueOff val="-130908"/>
                    <a:satOff val="-22167"/>
                    <a:lumOff val="-7843"/>
                  </a:schemeClr>
                </a:solidFill>
                <a:effectLst/>
                <a:uFillTx/>
                <a:latin typeface="Lato Regular"/>
                <a:ea typeface="Lato Regular"/>
                <a:cs typeface="Lato Regular"/>
                <a:sym typeface="Lato Regular"/>
              </a:rPr>
              <a:t>Desmontando mitos</a:t>
            </a:r>
          </a:p>
        </p:txBody>
      </p:sp>
      <p:pic>
        <p:nvPicPr>
          <p:cNvPr id="6" name="Imagen 5" descr="Texto, Pizarra&#10;&#10;Descripción generada automáticamente">
            <a:extLst>
              <a:ext uri="{FF2B5EF4-FFF2-40B4-BE49-F238E27FC236}">
                <a16:creationId xmlns:a16="http://schemas.microsoft.com/office/drawing/2014/main" id="{9AA6F238-7EDF-29BD-2087-158024E0FC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839575" y="9211012"/>
            <a:ext cx="2609850" cy="1752600"/>
          </a:xfrm>
          <a:prstGeom prst="rect">
            <a:avLst/>
          </a:prstGeom>
        </p:spPr>
      </p:pic>
    </p:spTree>
    <p:extLst>
      <p:ext uri="{BB962C8B-B14F-4D97-AF65-F5344CB8AC3E}">
        <p14:creationId xmlns:p14="http://schemas.microsoft.com/office/powerpoint/2010/main" val="1110415036"/>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Shape 402"/>
        <p:cNvGrpSpPr/>
        <p:nvPr/>
      </p:nvGrpSpPr>
      <p:grpSpPr>
        <a:xfrm>
          <a:off x="0" y="0"/>
          <a:ext cx="0" cy="0"/>
          <a:chOff x="0" y="0"/>
          <a:chExt cx="0" cy="0"/>
        </a:xfrm>
      </p:grpSpPr>
      <p:sp>
        <p:nvSpPr>
          <p:cNvPr id="403" name="Google Shape;403;p35"/>
          <p:cNvSpPr txBox="1">
            <a:spLocks noGrp="1"/>
          </p:cNvSpPr>
          <p:nvPr>
            <p:ph type="title" idx="4294967295"/>
          </p:nvPr>
        </p:nvSpPr>
        <p:spPr>
          <a:xfrm>
            <a:off x="0" y="71438"/>
            <a:ext cx="21031200" cy="1290637"/>
          </a:xfrm>
          <a:prstGeom prst="rect">
            <a:avLst/>
          </a:prstGeom>
          <a:noFill/>
          <a:ln>
            <a:noFill/>
          </a:ln>
        </p:spPr>
        <p:txBody>
          <a:bodyPr spcFirstLastPara="1" wrap="square" lIns="182850" tIns="91400" rIns="182850" bIns="91400" anchor="ctr" anchorCtr="0">
            <a:normAutofit/>
          </a:bodyPr>
          <a:lstStyle/>
          <a:p>
            <a:pPr>
              <a:lnSpc>
                <a:spcPct val="90000"/>
              </a:lnSpc>
              <a:spcBef>
                <a:spcPts val="0"/>
              </a:spcBef>
              <a:buClr>
                <a:schemeClr val="dk1"/>
              </a:buClr>
              <a:buSzPts val="3959"/>
            </a:pPr>
            <a:r>
              <a:rPr lang="es-ES" sz="7918" dirty="0"/>
              <a:t>VIRUS</a:t>
            </a:r>
            <a:endParaRPr dirty="0"/>
          </a:p>
        </p:txBody>
      </p:sp>
      <p:sp>
        <p:nvSpPr>
          <p:cNvPr id="404" name="Google Shape;404;p35"/>
          <p:cNvSpPr txBox="1">
            <a:spLocks noGrp="1"/>
          </p:cNvSpPr>
          <p:nvPr>
            <p:ph idx="4294967295"/>
          </p:nvPr>
        </p:nvSpPr>
        <p:spPr>
          <a:xfrm>
            <a:off x="0" y="1362075"/>
            <a:ext cx="24139525" cy="4351338"/>
          </a:xfrm>
          <a:prstGeom prst="rect">
            <a:avLst/>
          </a:prstGeom>
          <a:ln/>
        </p:spPr>
        <p:style>
          <a:lnRef idx="2">
            <a:schemeClr val="accent5"/>
          </a:lnRef>
          <a:fillRef idx="1">
            <a:schemeClr val="lt1"/>
          </a:fillRef>
          <a:effectRef idx="0">
            <a:schemeClr val="accent5"/>
          </a:effectRef>
          <a:fontRef idx="minor">
            <a:schemeClr val="dk1"/>
          </a:fontRef>
        </p:style>
        <p:txBody>
          <a:bodyPr spcFirstLastPara="1" wrap="square" lIns="182850" tIns="91400" rIns="182850" bIns="91400" anchor="t" anchorCtr="0">
            <a:normAutofit fontScale="85000" lnSpcReduction="10000"/>
          </a:bodyPr>
          <a:lstStyle/>
          <a:p>
            <a:pPr marL="457200" indent="-457200">
              <a:spcBef>
                <a:spcPts val="0"/>
              </a:spcBef>
              <a:buClr>
                <a:schemeClr val="dk1"/>
              </a:buClr>
              <a:buSzPts val="1995"/>
            </a:pPr>
            <a:r>
              <a:rPr lang="es-ES" i="0" dirty="0">
                <a:solidFill>
                  <a:schemeClr val="accent6"/>
                </a:solidFill>
                <a:latin typeface="Calibri"/>
                <a:ea typeface="Calibri"/>
                <a:cs typeface="Calibri"/>
                <a:sym typeface="Calibri"/>
              </a:rPr>
              <a:t>Un virus o virus informático</a:t>
            </a:r>
            <a:r>
              <a:rPr lang="es-ES" i="0" u="sng" strike="noStrike" baseline="30000" dirty="0">
                <a:solidFill>
                  <a:schemeClr val="accent6"/>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 1</a:t>
            </a:r>
            <a:r>
              <a:rPr lang="es-ES" i="0" dirty="0">
                <a:solidFill>
                  <a:schemeClr val="accent6"/>
                </a:solidFill>
                <a:latin typeface="Calibri"/>
                <a:ea typeface="Calibri"/>
                <a:cs typeface="Calibri"/>
                <a:sym typeface="Calibri"/>
              </a:rPr>
              <a:t>​ es un </a:t>
            </a:r>
            <a:r>
              <a:rPr lang="es-ES" i="1" u="sng" strike="noStrike" dirty="0">
                <a:solidFill>
                  <a:schemeClr val="accent6"/>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software</a:t>
            </a:r>
            <a:r>
              <a:rPr lang="es-ES" i="0" dirty="0">
                <a:solidFill>
                  <a:schemeClr val="accent6"/>
                </a:solidFill>
                <a:latin typeface="Calibri"/>
                <a:ea typeface="Calibri"/>
                <a:cs typeface="Calibri"/>
                <a:sym typeface="Calibri"/>
              </a:rPr>
              <a:t> que tiene por objetivo alterar el funcionamiento normal de cualquier tipo de dispositivo informático, sin el permiso o el conocimiento del usuario principalmente para lograr fines maliciosos sobre el dispositivo. </a:t>
            </a:r>
          </a:p>
          <a:p>
            <a:pPr marL="457200" indent="-457200">
              <a:spcBef>
                <a:spcPts val="0"/>
              </a:spcBef>
              <a:buClr>
                <a:schemeClr val="dk1"/>
              </a:buClr>
              <a:buSzPts val="1995"/>
            </a:pPr>
            <a:r>
              <a:rPr lang="es-ES" i="0" dirty="0">
                <a:solidFill>
                  <a:schemeClr val="accent6"/>
                </a:solidFill>
                <a:latin typeface="Calibri"/>
                <a:ea typeface="Calibri"/>
                <a:cs typeface="Calibri"/>
                <a:sym typeface="Calibri"/>
              </a:rPr>
              <a:t>Los virus, habitualmente, reemplazan </a:t>
            </a:r>
            <a:r>
              <a:rPr lang="es-ES" i="0" u="sng" strike="noStrike" dirty="0">
                <a:solidFill>
                  <a:schemeClr val="accent6"/>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archivos ejecutables</a:t>
            </a:r>
            <a:r>
              <a:rPr lang="es-ES" i="0" dirty="0">
                <a:solidFill>
                  <a:schemeClr val="accent6"/>
                </a:solidFill>
                <a:latin typeface="Calibri"/>
                <a:ea typeface="Calibri"/>
                <a:cs typeface="Calibri"/>
                <a:sym typeface="Calibri"/>
              </a:rPr>
              <a:t> por otros infectados con el </a:t>
            </a:r>
            <a:r>
              <a:rPr lang="es-ES" i="0" u="sng" strike="noStrike" dirty="0">
                <a:solidFill>
                  <a:schemeClr val="accent6"/>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código</a:t>
            </a:r>
            <a:r>
              <a:rPr lang="es-ES" i="0" dirty="0">
                <a:solidFill>
                  <a:schemeClr val="accent6"/>
                </a:solidFill>
                <a:latin typeface="Calibri"/>
                <a:ea typeface="Calibri"/>
                <a:cs typeface="Calibri"/>
                <a:sym typeface="Calibri"/>
              </a:rPr>
              <a:t> de este. Los virus pueden destruir, de manera intencionada, los </a:t>
            </a:r>
            <a:r>
              <a:rPr lang="es-ES" i="0" u="sng" strike="noStrike" dirty="0">
                <a:solidFill>
                  <a:schemeClr val="accent6"/>
                </a:solidFill>
                <a:latin typeface="Calibri"/>
                <a:ea typeface="Calibri"/>
                <a:cs typeface="Calibri"/>
                <a:sym typeface="Calibri"/>
                <a:hlinkClick r:id="rId7">
                  <a:extLst>
                    <a:ext uri="{A12FA001-AC4F-418D-AE19-62706E023703}">
                      <ahyp:hlinkClr xmlns:ahyp="http://schemas.microsoft.com/office/drawing/2018/hyperlinkcolor" val="tx"/>
                    </a:ext>
                  </a:extLst>
                </a:hlinkClick>
              </a:rPr>
              <a:t>datos</a:t>
            </a:r>
            <a:r>
              <a:rPr lang="es-ES" i="0" dirty="0">
                <a:solidFill>
                  <a:schemeClr val="accent6"/>
                </a:solidFill>
                <a:latin typeface="Calibri"/>
                <a:ea typeface="Calibri"/>
                <a:cs typeface="Calibri"/>
                <a:sym typeface="Calibri"/>
              </a:rPr>
              <a:t> almacenados en una computadora, aunque también existen otros más inofensivos, que solo producen molestias o imprevistos.</a:t>
            </a:r>
            <a:endParaRPr sz="8000" dirty="0">
              <a:solidFill>
                <a:schemeClr val="accent6"/>
              </a:solidFill>
            </a:endParaRPr>
          </a:p>
          <a:p>
            <a:pPr marL="457200" indent="-336550">
              <a:spcBef>
                <a:spcPts val="2000"/>
              </a:spcBef>
              <a:buClr>
                <a:schemeClr val="dk1"/>
              </a:buClr>
              <a:buSzPts val="950"/>
              <a:buNone/>
            </a:pPr>
            <a:endParaRPr sz="2400" dirty="0">
              <a:solidFill>
                <a:schemeClr val="accent6"/>
              </a:solidFill>
            </a:endParaRPr>
          </a:p>
        </p:txBody>
      </p:sp>
      <p:pic>
        <p:nvPicPr>
          <p:cNvPr id="405" name="Google Shape;405;p35" descr="Monstruo, Azul, Internet, Ataque"/>
          <p:cNvPicPr preferRelativeResize="0"/>
          <p:nvPr/>
        </p:nvPicPr>
        <p:blipFill rotWithShape="1">
          <a:blip r:embed="rId8">
            <a:alphaModFix/>
          </a:blip>
          <a:srcRect/>
          <a:stretch/>
        </p:blipFill>
        <p:spPr>
          <a:xfrm>
            <a:off x="9083686" y="5828000"/>
            <a:ext cx="6483328" cy="4350618"/>
          </a:xfrm>
          <a:prstGeom prst="rect">
            <a:avLst/>
          </a:prstGeom>
          <a:noFill/>
          <a:ln>
            <a:noFill/>
          </a:ln>
        </p:spPr>
      </p:pic>
      <p:sp>
        <p:nvSpPr>
          <p:cNvPr id="2" name="CuadroTexto 1">
            <a:extLst>
              <a:ext uri="{FF2B5EF4-FFF2-40B4-BE49-F238E27FC236}">
                <a16:creationId xmlns:a16="http://schemas.microsoft.com/office/drawing/2014/main" id="{06C13686-1DF1-6796-3A12-F61D31347968}"/>
              </a:ext>
            </a:extLst>
          </p:cNvPr>
          <p:cNvSpPr txBox="1"/>
          <p:nvPr/>
        </p:nvSpPr>
        <p:spPr>
          <a:xfrm>
            <a:off x="2400357" y="10882854"/>
            <a:ext cx="19849986" cy="102592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825500" rtl="0" fontAlgn="auto" latinLnBrk="0" hangingPunct="0">
              <a:lnSpc>
                <a:spcPct val="150000"/>
              </a:lnSpc>
              <a:spcBef>
                <a:spcPts val="0"/>
              </a:spcBef>
              <a:spcAft>
                <a:spcPts val="0"/>
              </a:spcAft>
              <a:buClrTx/>
              <a:buSzTx/>
              <a:buFontTx/>
              <a:buNone/>
              <a:tabLst/>
            </a:pPr>
            <a:r>
              <a:rPr lang="es-ES" sz="4000" b="1" dirty="0">
                <a:solidFill>
                  <a:srgbClr val="FF0000"/>
                </a:solidFill>
              </a:rPr>
              <a:t>¡¡¡¡</a:t>
            </a:r>
            <a:r>
              <a:rPr kumimoji="0" lang="es-ES" sz="4000" b="1" i="0" u="none" strike="noStrike" cap="none" spc="0" normalizeH="0" baseline="0" dirty="0">
                <a:ln>
                  <a:noFill/>
                </a:ln>
                <a:solidFill>
                  <a:srgbClr val="FF0000"/>
                </a:solidFill>
                <a:effectLst/>
                <a:uFillTx/>
                <a:latin typeface="Lato Regular"/>
                <a:ea typeface="Lato Regular"/>
                <a:cs typeface="Lato Regular"/>
                <a:sym typeface="Lato Regular"/>
              </a:rPr>
              <a:t>El término correcto es Malware no hablar solo de virus, virus es un tipo de MALWARE!!!</a:t>
            </a:r>
          </a:p>
        </p:txBody>
      </p:sp>
      <p:pic>
        <p:nvPicPr>
          <p:cNvPr id="3" name="Google Shape;135;p8" descr="Cómo protegerse de los virus, piratas informáticos y demás ataques? |  Tecnología - ComputerHoy.com">
            <a:extLst>
              <a:ext uri="{FF2B5EF4-FFF2-40B4-BE49-F238E27FC236}">
                <a16:creationId xmlns:a16="http://schemas.microsoft.com/office/drawing/2014/main" id="{6BB5D4F4-B6C7-81AC-28AA-F93898EDFAE3}"/>
              </a:ext>
            </a:extLst>
          </p:cNvPr>
          <p:cNvPicPr preferRelativeResize="0"/>
          <p:nvPr/>
        </p:nvPicPr>
        <p:blipFill rotWithShape="1">
          <a:blip r:embed="rId9">
            <a:alphaModFix/>
          </a:blip>
          <a:srcRect/>
          <a:stretch/>
        </p:blipFill>
        <p:spPr>
          <a:xfrm>
            <a:off x="21666200" y="11897201"/>
            <a:ext cx="2717800" cy="1828802"/>
          </a:xfrm>
          <a:prstGeom prst="rect">
            <a:avLst/>
          </a:prstGeom>
          <a:noFill/>
          <a:ln>
            <a:noFill/>
          </a:ln>
        </p:spPr>
      </p:pic>
    </p:spTree>
    <p:extLst>
      <p:ext uri="{BB962C8B-B14F-4D97-AF65-F5344CB8AC3E}">
        <p14:creationId xmlns:p14="http://schemas.microsoft.com/office/powerpoint/2010/main" val="663413420"/>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74DF793-7762-B993-BCDD-49525BEC4FDC}"/>
              </a:ext>
            </a:extLst>
          </p:cNvPr>
          <p:cNvSpPr>
            <a:spLocks noGrp="1"/>
          </p:cNvSpPr>
          <p:nvPr>
            <p:ph type="title" idx="4294967295"/>
          </p:nvPr>
        </p:nvSpPr>
        <p:spPr>
          <a:xfrm>
            <a:off x="1144986" y="477078"/>
            <a:ext cx="22037040" cy="2868830"/>
          </a:xfrm>
        </p:spPr>
        <p:txBody>
          <a:bodyPr vert="horz" lIns="91440" tIns="45720" rIns="91440" bIns="45720" rtlCol="0" anchor="b">
            <a:normAutofit/>
          </a:bodyPr>
          <a:lstStyle/>
          <a:p>
            <a:pPr defTabSz="914400"/>
            <a:r>
              <a:rPr lang="en-US" sz="10800" dirty="0"/>
              <a:t>Historia de </a:t>
            </a:r>
            <a:r>
              <a:rPr lang="en-US" sz="10800" dirty="0" err="1"/>
              <a:t>los</a:t>
            </a:r>
            <a:r>
              <a:rPr lang="en-US" sz="10800" dirty="0"/>
              <a:t> virus para </a:t>
            </a:r>
            <a:r>
              <a:rPr lang="en-US" sz="10800" dirty="0" err="1"/>
              <a:t>escépticos</a:t>
            </a:r>
            <a:r>
              <a:rPr lang="en-US" sz="10800" dirty="0"/>
              <a:t>. </a:t>
            </a:r>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4986" y="3363088"/>
            <a:ext cx="21945600" cy="36576"/>
          </a:xfrm>
          <a:custGeom>
            <a:avLst/>
            <a:gdLst>
              <a:gd name="csX0" fmla="*/ 0 w 21945600"/>
              <a:gd name="csY0" fmla="*/ 0 h 36576"/>
              <a:gd name="csX1" fmla="*/ 905256 w 21945600"/>
              <a:gd name="csY1" fmla="*/ 0 h 36576"/>
              <a:gd name="csX2" fmla="*/ 1810512 w 21945600"/>
              <a:gd name="csY2" fmla="*/ 0 h 36576"/>
              <a:gd name="csX3" fmla="*/ 2057400 w 21945600"/>
              <a:gd name="csY3" fmla="*/ 0 h 36576"/>
              <a:gd name="csX4" fmla="*/ 2743200 w 21945600"/>
              <a:gd name="csY4" fmla="*/ 0 h 36576"/>
              <a:gd name="csX5" fmla="*/ 3867912 w 21945600"/>
              <a:gd name="csY5" fmla="*/ 0 h 36576"/>
              <a:gd name="csX6" fmla="*/ 4114800 w 21945600"/>
              <a:gd name="csY6" fmla="*/ 0 h 36576"/>
              <a:gd name="csX7" fmla="*/ 4800600 w 21945600"/>
              <a:gd name="csY7" fmla="*/ 0 h 36576"/>
              <a:gd name="csX8" fmla="*/ 5486400 w 21945600"/>
              <a:gd name="csY8" fmla="*/ 0 h 36576"/>
              <a:gd name="csX9" fmla="*/ 5513832 w 21945600"/>
              <a:gd name="csY9" fmla="*/ 0 h 36576"/>
              <a:gd name="csX10" fmla="*/ 5760720 w 21945600"/>
              <a:gd name="csY10" fmla="*/ 0 h 36576"/>
              <a:gd name="csX11" fmla="*/ 6007608 w 21945600"/>
              <a:gd name="csY11" fmla="*/ 0 h 36576"/>
              <a:gd name="csX12" fmla="*/ 6693408 w 21945600"/>
              <a:gd name="csY12" fmla="*/ 0 h 36576"/>
              <a:gd name="csX13" fmla="*/ 7818120 w 21945600"/>
              <a:gd name="csY13" fmla="*/ 0 h 36576"/>
              <a:gd name="csX14" fmla="*/ 8065008 w 21945600"/>
              <a:gd name="csY14" fmla="*/ 0 h 36576"/>
              <a:gd name="csX15" fmla="*/ 9189720 w 21945600"/>
              <a:gd name="csY15" fmla="*/ 0 h 36576"/>
              <a:gd name="csX16" fmla="*/ 9436608 w 21945600"/>
              <a:gd name="csY16" fmla="*/ 0 h 36576"/>
              <a:gd name="csX17" fmla="*/ 10122408 w 21945600"/>
              <a:gd name="csY17" fmla="*/ 0 h 36576"/>
              <a:gd name="csX18" fmla="*/ 10369296 w 21945600"/>
              <a:gd name="csY18" fmla="*/ 0 h 36576"/>
              <a:gd name="csX19" fmla="*/ 10835640 w 21945600"/>
              <a:gd name="csY19" fmla="*/ 0 h 36576"/>
              <a:gd name="csX20" fmla="*/ 11521440 w 21945600"/>
              <a:gd name="csY20" fmla="*/ 0 h 36576"/>
              <a:gd name="csX21" fmla="*/ 12646152 w 21945600"/>
              <a:gd name="csY21" fmla="*/ 0 h 36576"/>
              <a:gd name="csX22" fmla="*/ 13551408 w 21945600"/>
              <a:gd name="csY22" fmla="*/ 0 h 36576"/>
              <a:gd name="csX23" fmla="*/ 14017752 w 21945600"/>
              <a:gd name="csY23" fmla="*/ 0 h 36576"/>
              <a:gd name="csX24" fmla="*/ 14264640 w 21945600"/>
              <a:gd name="csY24" fmla="*/ 0 h 36576"/>
              <a:gd name="csX25" fmla="*/ 15169896 w 21945600"/>
              <a:gd name="csY25" fmla="*/ 0 h 36576"/>
              <a:gd name="csX26" fmla="*/ 15636240 w 21945600"/>
              <a:gd name="csY26" fmla="*/ 0 h 36576"/>
              <a:gd name="csX27" fmla="*/ 16102584 w 21945600"/>
              <a:gd name="csY27" fmla="*/ 0 h 36576"/>
              <a:gd name="csX28" fmla="*/ 16130016 w 21945600"/>
              <a:gd name="csY28" fmla="*/ 0 h 36576"/>
              <a:gd name="csX29" fmla="*/ 17254728 w 21945600"/>
              <a:gd name="csY29" fmla="*/ 0 h 36576"/>
              <a:gd name="csX30" fmla="*/ 18159984 w 21945600"/>
              <a:gd name="csY30" fmla="*/ 0 h 36576"/>
              <a:gd name="csX31" fmla="*/ 19065240 w 21945600"/>
              <a:gd name="csY31" fmla="*/ 0 h 36576"/>
              <a:gd name="csX32" fmla="*/ 19092672 w 21945600"/>
              <a:gd name="csY32" fmla="*/ 0 h 36576"/>
              <a:gd name="csX33" fmla="*/ 19120104 w 21945600"/>
              <a:gd name="csY33" fmla="*/ 0 h 36576"/>
              <a:gd name="csX34" fmla="*/ 19147536 w 21945600"/>
              <a:gd name="csY34" fmla="*/ 0 h 36576"/>
              <a:gd name="csX35" fmla="*/ 19833336 w 21945600"/>
              <a:gd name="csY35" fmla="*/ 0 h 36576"/>
              <a:gd name="csX36" fmla="*/ 20738592 w 21945600"/>
              <a:gd name="csY36" fmla="*/ 0 h 36576"/>
              <a:gd name="csX37" fmla="*/ 21945600 w 21945600"/>
              <a:gd name="csY37" fmla="*/ 0 h 36576"/>
              <a:gd name="csX38" fmla="*/ 21945600 w 21945600"/>
              <a:gd name="csY38" fmla="*/ 36576 h 36576"/>
              <a:gd name="csX39" fmla="*/ 20820888 w 21945600"/>
              <a:gd name="csY39" fmla="*/ 36576 h 36576"/>
              <a:gd name="csX40" fmla="*/ 20354544 w 21945600"/>
              <a:gd name="csY40" fmla="*/ 36576 h 36576"/>
              <a:gd name="csX41" fmla="*/ 20327112 w 21945600"/>
              <a:gd name="csY41" fmla="*/ 36576 h 36576"/>
              <a:gd name="csX42" fmla="*/ 19421856 w 21945600"/>
              <a:gd name="csY42" fmla="*/ 36576 h 36576"/>
              <a:gd name="csX43" fmla="*/ 18516600 w 21945600"/>
              <a:gd name="csY43" fmla="*/ 36576 h 36576"/>
              <a:gd name="csX44" fmla="*/ 17830800 w 21945600"/>
              <a:gd name="csY44" fmla="*/ 36576 h 36576"/>
              <a:gd name="csX45" fmla="*/ 17583912 w 21945600"/>
              <a:gd name="csY45" fmla="*/ 36576 h 36576"/>
              <a:gd name="csX46" fmla="*/ 16898112 w 21945600"/>
              <a:gd name="csY46" fmla="*/ 36576 h 36576"/>
              <a:gd name="csX47" fmla="*/ 15992856 w 21945600"/>
              <a:gd name="csY47" fmla="*/ 36576 h 36576"/>
              <a:gd name="csX48" fmla="*/ 15087600 w 21945600"/>
              <a:gd name="csY48" fmla="*/ 36576 h 36576"/>
              <a:gd name="csX49" fmla="*/ 14840712 w 21945600"/>
              <a:gd name="csY49" fmla="*/ 36576 h 36576"/>
              <a:gd name="csX50" fmla="*/ 13716000 w 21945600"/>
              <a:gd name="csY50" fmla="*/ 36576 h 36576"/>
              <a:gd name="csX51" fmla="*/ 13688568 w 21945600"/>
              <a:gd name="csY51" fmla="*/ 36576 h 36576"/>
              <a:gd name="csX52" fmla="*/ 13441680 w 21945600"/>
              <a:gd name="csY52" fmla="*/ 36576 h 36576"/>
              <a:gd name="csX53" fmla="*/ 12975336 w 21945600"/>
              <a:gd name="csY53" fmla="*/ 36576 h 36576"/>
              <a:gd name="csX54" fmla="*/ 12070080 w 21945600"/>
              <a:gd name="csY54" fmla="*/ 36576 h 36576"/>
              <a:gd name="csX55" fmla="*/ 11164824 w 21945600"/>
              <a:gd name="csY55" fmla="*/ 36576 h 36576"/>
              <a:gd name="csX56" fmla="*/ 10040112 w 21945600"/>
              <a:gd name="csY56" fmla="*/ 36576 h 36576"/>
              <a:gd name="csX57" fmla="*/ 8915400 w 21945600"/>
              <a:gd name="csY57" fmla="*/ 36576 h 36576"/>
              <a:gd name="csX58" fmla="*/ 8010144 w 21945600"/>
              <a:gd name="csY58" fmla="*/ 36576 h 36576"/>
              <a:gd name="csX59" fmla="*/ 7324344 w 21945600"/>
              <a:gd name="csY59" fmla="*/ 36576 h 36576"/>
              <a:gd name="csX60" fmla="*/ 7077456 w 21945600"/>
              <a:gd name="csY60" fmla="*/ 36576 h 36576"/>
              <a:gd name="csX61" fmla="*/ 6172200 w 21945600"/>
              <a:gd name="csY61" fmla="*/ 36576 h 36576"/>
              <a:gd name="csX62" fmla="*/ 5266944 w 21945600"/>
              <a:gd name="csY62" fmla="*/ 36576 h 36576"/>
              <a:gd name="csX63" fmla="*/ 5020056 w 21945600"/>
              <a:gd name="csY63" fmla="*/ 36576 h 36576"/>
              <a:gd name="csX64" fmla="*/ 4553712 w 21945600"/>
              <a:gd name="csY64" fmla="*/ 36576 h 36576"/>
              <a:gd name="csX65" fmla="*/ 4087368 w 21945600"/>
              <a:gd name="csY65" fmla="*/ 36576 h 36576"/>
              <a:gd name="csX66" fmla="*/ 3621024 w 21945600"/>
              <a:gd name="csY66" fmla="*/ 36576 h 36576"/>
              <a:gd name="csX67" fmla="*/ 2715768 w 21945600"/>
              <a:gd name="csY67" fmla="*/ 36576 h 36576"/>
              <a:gd name="csX68" fmla="*/ 2249424 w 21945600"/>
              <a:gd name="csY68" fmla="*/ 36576 h 36576"/>
              <a:gd name="csX69" fmla="*/ 1124712 w 21945600"/>
              <a:gd name="csY69" fmla="*/ 36576 h 36576"/>
              <a:gd name="csX70" fmla="*/ 0 w 21945600"/>
              <a:gd name="csY70" fmla="*/ 36576 h 36576"/>
              <a:gd name="csX71" fmla="*/ 0 w 21945600"/>
              <a:gd name="csY71"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21945600" h="36576" fill="none" extrusionOk="0">
                <a:moveTo>
                  <a:pt x="0" y="0"/>
                </a:moveTo>
                <a:cubicBezTo>
                  <a:pt x="421743" y="26373"/>
                  <a:pt x="546320" y="15739"/>
                  <a:pt x="905256" y="0"/>
                </a:cubicBezTo>
                <a:cubicBezTo>
                  <a:pt x="1264192" y="-15739"/>
                  <a:pt x="1386536" y="-15656"/>
                  <a:pt x="1810512" y="0"/>
                </a:cubicBezTo>
                <a:cubicBezTo>
                  <a:pt x="2234488" y="15656"/>
                  <a:pt x="1998624" y="3590"/>
                  <a:pt x="2057400" y="0"/>
                </a:cubicBezTo>
                <a:cubicBezTo>
                  <a:pt x="2116176" y="-3590"/>
                  <a:pt x="2603764" y="-6151"/>
                  <a:pt x="2743200" y="0"/>
                </a:cubicBezTo>
                <a:cubicBezTo>
                  <a:pt x="2882636" y="6151"/>
                  <a:pt x="3353150" y="46913"/>
                  <a:pt x="3867912" y="0"/>
                </a:cubicBezTo>
                <a:cubicBezTo>
                  <a:pt x="4382674" y="-46913"/>
                  <a:pt x="4060330" y="5314"/>
                  <a:pt x="4114800" y="0"/>
                </a:cubicBezTo>
                <a:cubicBezTo>
                  <a:pt x="4169270" y="-5314"/>
                  <a:pt x="4534246" y="-31393"/>
                  <a:pt x="4800600" y="0"/>
                </a:cubicBezTo>
                <a:cubicBezTo>
                  <a:pt x="5066954" y="31393"/>
                  <a:pt x="5323745" y="3319"/>
                  <a:pt x="5486400" y="0"/>
                </a:cubicBezTo>
                <a:cubicBezTo>
                  <a:pt x="5649055" y="-3319"/>
                  <a:pt x="5502934" y="-1313"/>
                  <a:pt x="5513832" y="0"/>
                </a:cubicBezTo>
                <a:cubicBezTo>
                  <a:pt x="5524730" y="1313"/>
                  <a:pt x="5659978" y="-12316"/>
                  <a:pt x="5760720" y="0"/>
                </a:cubicBezTo>
                <a:cubicBezTo>
                  <a:pt x="5861462" y="12316"/>
                  <a:pt x="5898932" y="2721"/>
                  <a:pt x="6007608" y="0"/>
                </a:cubicBezTo>
                <a:cubicBezTo>
                  <a:pt x="6116284" y="-2721"/>
                  <a:pt x="6483483" y="-4819"/>
                  <a:pt x="6693408" y="0"/>
                </a:cubicBezTo>
                <a:cubicBezTo>
                  <a:pt x="6903333" y="4819"/>
                  <a:pt x="7588959" y="10934"/>
                  <a:pt x="7818120" y="0"/>
                </a:cubicBezTo>
                <a:cubicBezTo>
                  <a:pt x="8047281" y="-10934"/>
                  <a:pt x="7993804" y="5221"/>
                  <a:pt x="8065008" y="0"/>
                </a:cubicBezTo>
                <a:cubicBezTo>
                  <a:pt x="8136212" y="-5221"/>
                  <a:pt x="8852325" y="51539"/>
                  <a:pt x="9189720" y="0"/>
                </a:cubicBezTo>
                <a:cubicBezTo>
                  <a:pt x="9527115" y="-51539"/>
                  <a:pt x="9324727" y="-6372"/>
                  <a:pt x="9436608" y="0"/>
                </a:cubicBezTo>
                <a:cubicBezTo>
                  <a:pt x="9548489" y="6372"/>
                  <a:pt x="9796505" y="23327"/>
                  <a:pt x="10122408" y="0"/>
                </a:cubicBezTo>
                <a:cubicBezTo>
                  <a:pt x="10448311" y="-23327"/>
                  <a:pt x="10318828" y="6963"/>
                  <a:pt x="10369296" y="0"/>
                </a:cubicBezTo>
                <a:cubicBezTo>
                  <a:pt x="10419764" y="-6963"/>
                  <a:pt x="10716126" y="-4982"/>
                  <a:pt x="10835640" y="0"/>
                </a:cubicBezTo>
                <a:cubicBezTo>
                  <a:pt x="10955154" y="4982"/>
                  <a:pt x="11219367" y="17886"/>
                  <a:pt x="11521440" y="0"/>
                </a:cubicBezTo>
                <a:cubicBezTo>
                  <a:pt x="11823513" y="-17886"/>
                  <a:pt x="12367047" y="-46479"/>
                  <a:pt x="12646152" y="0"/>
                </a:cubicBezTo>
                <a:cubicBezTo>
                  <a:pt x="12925257" y="46479"/>
                  <a:pt x="13338284" y="-26830"/>
                  <a:pt x="13551408" y="0"/>
                </a:cubicBezTo>
                <a:cubicBezTo>
                  <a:pt x="13764532" y="26830"/>
                  <a:pt x="13846967" y="12769"/>
                  <a:pt x="14017752" y="0"/>
                </a:cubicBezTo>
                <a:cubicBezTo>
                  <a:pt x="14188537" y="-12769"/>
                  <a:pt x="14162126" y="4714"/>
                  <a:pt x="14264640" y="0"/>
                </a:cubicBezTo>
                <a:cubicBezTo>
                  <a:pt x="14367154" y="-4714"/>
                  <a:pt x="14751879" y="36146"/>
                  <a:pt x="15169896" y="0"/>
                </a:cubicBezTo>
                <a:cubicBezTo>
                  <a:pt x="15587913" y="-36146"/>
                  <a:pt x="15406707" y="17941"/>
                  <a:pt x="15636240" y="0"/>
                </a:cubicBezTo>
                <a:cubicBezTo>
                  <a:pt x="15865773" y="-17941"/>
                  <a:pt x="15889022" y="-14655"/>
                  <a:pt x="16102584" y="0"/>
                </a:cubicBezTo>
                <a:cubicBezTo>
                  <a:pt x="16316146" y="14655"/>
                  <a:pt x="16124510" y="870"/>
                  <a:pt x="16130016" y="0"/>
                </a:cubicBezTo>
                <a:cubicBezTo>
                  <a:pt x="16135522" y="-870"/>
                  <a:pt x="16815084" y="42640"/>
                  <a:pt x="17254728" y="0"/>
                </a:cubicBezTo>
                <a:cubicBezTo>
                  <a:pt x="17694372" y="-42640"/>
                  <a:pt x="17737816" y="21051"/>
                  <a:pt x="18159984" y="0"/>
                </a:cubicBezTo>
                <a:cubicBezTo>
                  <a:pt x="18582152" y="-21051"/>
                  <a:pt x="18719883" y="-27879"/>
                  <a:pt x="19065240" y="0"/>
                </a:cubicBezTo>
                <a:cubicBezTo>
                  <a:pt x="19410597" y="27879"/>
                  <a:pt x="19085806" y="974"/>
                  <a:pt x="19092672" y="0"/>
                </a:cubicBezTo>
                <a:cubicBezTo>
                  <a:pt x="19099538" y="-974"/>
                  <a:pt x="19107856" y="-640"/>
                  <a:pt x="19120104" y="0"/>
                </a:cubicBezTo>
                <a:cubicBezTo>
                  <a:pt x="19132352" y="640"/>
                  <a:pt x="19142037" y="-152"/>
                  <a:pt x="19147536" y="0"/>
                </a:cubicBezTo>
                <a:cubicBezTo>
                  <a:pt x="19153035" y="152"/>
                  <a:pt x="19534636" y="-13012"/>
                  <a:pt x="19833336" y="0"/>
                </a:cubicBezTo>
                <a:cubicBezTo>
                  <a:pt x="20132036" y="13012"/>
                  <a:pt x="20306411" y="18934"/>
                  <a:pt x="20738592" y="0"/>
                </a:cubicBezTo>
                <a:cubicBezTo>
                  <a:pt x="21170773" y="-18934"/>
                  <a:pt x="21426379" y="57975"/>
                  <a:pt x="21945600" y="0"/>
                </a:cubicBezTo>
                <a:cubicBezTo>
                  <a:pt x="21944920" y="15182"/>
                  <a:pt x="21945031" y="28240"/>
                  <a:pt x="21945600" y="36576"/>
                </a:cubicBezTo>
                <a:cubicBezTo>
                  <a:pt x="21720449" y="-15473"/>
                  <a:pt x="21092984" y="17470"/>
                  <a:pt x="20820888" y="36576"/>
                </a:cubicBezTo>
                <a:cubicBezTo>
                  <a:pt x="20548792" y="55682"/>
                  <a:pt x="20467037" y="21195"/>
                  <a:pt x="20354544" y="36576"/>
                </a:cubicBezTo>
                <a:cubicBezTo>
                  <a:pt x="20242051" y="51957"/>
                  <a:pt x="20337363" y="36164"/>
                  <a:pt x="20327112" y="36576"/>
                </a:cubicBezTo>
                <a:cubicBezTo>
                  <a:pt x="20316861" y="36988"/>
                  <a:pt x="19714624" y="67514"/>
                  <a:pt x="19421856" y="36576"/>
                </a:cubicBezTo>
                <a:cubicBezTo>
                  <a:pt x="19129088" y="5638"/>
                  <a:pt x="18900022" y="28604"/>
                  <a:pt x="18516600" y="36576"/>
                </a:cubicBezTo>
                <a:cubicBezTo>
                  <a:pt x="18133178" y="44548"/>
                  <a:pt x="17998183" y="54905"/>
                  <a:pt x="17830800" y="36576"/>
                </a:cubicBezTo>
                <a:cubicBezTo>
                  <a:pt x="17663417" y="18247"/>
                  <a:pt x="17647160" y="31655"/>
                  <a:pt x="17583912" y="36576"/>
                </a:cubicBezTo>
                <a:cubicBezTo>
                  <a:pt x="17520664" y="41497"/>
                  <a:pt x="17113969" y="48000"/>
                  <a:pt x="16898112" y="36576"/>
                </a:cubicBezTo>
                <a:cubicBezTo>
                  <a:pt x="16682255" y="25152"/>
                  <a:pt x="16396179" y="46024"/>
                  <a:pt x="15992856" y="36576"/>
                </a:cubicBezTo>
                <a:cubicBezTo>
                  <a:pt x="15589533" y="27128"/>
                  <a:pt x="15453003" y="2006"/>
                  <a:pt x="15087600" y="36576"/>
                </a:cubicBezTo>
                <a:cubicBezTo>
                  <a:pt x="14722197" y="71146"/>
                  <a:pt x="14962139" y="43983"/>
                  <a:pt x="14840712" y="36576"/>
                </a:cubicBezTo>
                <a:cubicBezTo>
                  <a:pt x="14719285" y="29169"/>
                  <a:pt x="14031206" y="3235"/>
                  <a:pt x="13716000" y="36576"/>
                </a:cubicBezTo>
                <a:cubicBezTo>
                  <a:pt x="13400794" y="69917"/>
                  <a:pt x="13699702" y="36784"/>
                  <a:pt x="13688568" y="36576"/>
                </a:cubicBezTo>
                <a:cubicBezTo>
                  <a:pt x="13677434" y="36368"/>
                  <a:pt x="13549601" y="44218"/>
                  <a:pt x="13441680" y="36576"/>
                </a:cubicBezTo>
                <a:cubicBezTo>
                  <a:pt x="13333759" y="28934"/>
                  <a:pt x="13194403" y="43582"/>
                  <a:pt x="12975336" y="36576"/>
                </a:cubicBezTo>
                <a:cubicBezTo>
                  <a:pt x="12756269" y="29570"/>
                  <a:pt x="12496698" y="13112"/>
                  <a:pt x="12070080" y="36576"/>
                </a:cubicBezTo>
                <a:cubicBezTo>
                  <a:pt x="11643462" y="60040"/>
                  <a:pt x="11494515" y="20795"/>
                  <a:pt x="11164824" y="36576"/>
                </a:cubicBezTo>
                <a:cubicBezTo>
                  <a:pt x="10835133" y="52357"/>
                  <a:pt x="10303956" y="87952"/>
                  <a:pt x="10040112" y="36576"/>
                </a:cubicBezTo>
                <a:cubicBezTo>
                  <a:pt x="9776268" y="-14800"/>
                  <a:pt x="9309125" y="40826"/>
                  <a:pt x="8915400" y="36576"/>
                </a:cubicBezTo>
                <a:cubicBezTo>
                  <a:pt x="8521675" y="32326"/>
                  <a:pt x="8235592" y="37410"/>
                  <a:pt x="8010144" y="36576"/>
                </a:cubicBezTo>
                <a:cubicBezTo>
                  <a:pt x="7784696" y="35742"/>
                  <a:pt x="7556705" y="26838"/>
                  <a:pt x="7324344" y="36576"/>
                </a:cubicBezTo>
                <a:cubicBezTo>
                  <a:pt x="7091983" y="46314"/>
                  <a:pt x="7169873" y="40000"/>
                  <a:pt x="7077456" y="36576"/>
                </a:cubicBezTo>
                <a:cubicBezTo>
                  <a:pt x="6985039" y="33152"/>
                  <a:pt x="6395767" y="49824"/>
                  <a:pt x="6172200" y="36576"/>
                </a:cubicBezTo>
                <a:cubicBezTo>
                  <a:pt x="5948633" y="23328"/>
                  <a:pt x="5614848" y="11374"/>
                  <a:pt x="5266944" y="36576"/>
                </a:cubicBezTo>
                <a:cubicBezTo>
                  <a:pt x="4919040" y="61778"/>
                  <a:pt x="5134821" y="40448"/>
                  <a:pt x="5020056" y="36576"/>
                </a:cubicBezTo>
                <a:cubicBezTo>
                  <a:pt x="4905291" y="32704"/>
                  <a:pt x="4664972" y="17908"/>
                  <a:pt x="4553712" y="36576"/>
                </a:cubicBezTo>
                <a:cubicBezTo>
                  <a:pt x="4442452" y="55244"/>
                  <a:pt x="4307490" y="36849"/>
                  <a:pt x="4087368" y="36576"/>
                </a:cubicBezTo>
                <a:cubicBezTo>
                  <a:pt x="3867246" y="36303"/>
                  <a:pt x="3812769" y="37964"/>
                  <a:pt x="3621024" y="36576"/>
                </a:cubicBezTo>
                <a:cubicBezTo>
                  <a:pt x="3429279" y="35188"/>
                  <a:pt x="3130207" y="-2472"/>
                  <a:pt x="2715768" y="36576"/>
                </a:cubicBezTo>
                <a:cubicBezTo>
                  <a:pt x="2301329" y="75624"/>
                  <a:pt x="2368981" y="46863"/>
                  <a:pt x="2249424" y="36576"/>
                </a:cubicBezTo>
                <a:cubicBezTo>
                  <a:pt x="2129867" y="26289"/>
                  <a:pt x="1617980" y="52425"/>
                  <a:pt x="1124712" y="36576"/>
                </a:cubicBezTo>
                <a:cubicBezTo>
                  <a:pt x="631444" y="20727"/>
                  <a:pt x="353459" y="68932"/>
                  <a:pt x="0" y="36576"/>
                </a:cubicBezTo>
                <a:cubicBezTo>
                  <a:pt x="-389" y="28441"/>
                  <a:pt x="988" y="11614"/>
                  <a:pt x="0" y="0"/>
                </a:cubicBezTo>
                <a:close/>
              </a:path>
              <a:path w="21945600" h="36576" stroke="0" extrusionOk="0">
                <a:moveTo>
                  <a:pt x="0" y="0"/>
                </a:moveTo>
                <a:cubicBezTo>
                  <a:pt x="78738" y="-6702"/>
                  <a:pt x="124882" y="4427"/>
                  <a:pt x="246888" y="0"/>
                </a:cubicBezTo>
                <a:cubicBezTo>
                  <a:pt x="368894" y="-4427"/>
                  <a:pt x="264772" y="-808"/>
                  <a:pt x="274320" y="0"/>
                </a:cubicBezTo>
                <a:cubicBezTo>
                  <a:pt x="283868" y="808"/>
                  <a:pt x="425686" y="-10995"/>
                  <a:pt x="521208" y="0"/>
                </a:cubicBezTo>
                <a:cubicBezTo>
                  <a:pt x="616730" y="10995"/>
                  <a:pt x="925127" y="26161"/>
                  <a:pt x="1207008" y="0"/>
                </a:cubicBezTo>
                <a:cubicBezTo>
                  <a:pt x="1488889" y="-26161"/>
                  <a:pt x="1863629" y="25804"/>
                  <a:pt x="2112264" y="0"/>
                </a:cubicBezTo>
                <a:cubicBezTo>
                  <a:pt x="2360899" y="-25804"/>
                  <a:pt x="2856157" y="-38525"/>
                  <a:pt x="3236976" y="0"/>
                </a:cubicBezTo>
                <a:cubicBezTo>
                  <a:pt x="3617795" y="38525"/>
                  <a:pt x="4108532" y="-15185"/>
                  <a:pt x="4361688" y="0"/>
                </a:cubicBezTo>
                <a:cubicBezTo>
                  <a:pt x="4614844" y="15185"/>
                  <a:pt x="4684381" y="-14633"/>
                  <a:pt x="4828032" y="0"/>
                </a:cubicBezTo>
                <a:cubicBezTo>
                  <a:pt x="4971683" y="14633"/>
                  <a:pt x="5329982" y="15220"/>
                  <a:pt x="5733288" y="0"/>
                </a:cubicBezTo>
                <a:cubicBezTo>
                  <a:pt x="6136594" y="-15220"/>
                  <a:pt x="6133637" y="-11909"/>
                  <a:pt x="6419088" y="0"/>
                </a:cubicBezTo>
                <a:cubicBezTo>
                  <a:pt x="6704539" y="11909"/>
                  <a:pt x="6686287" y="21630"/>
                  <a:pt x="6885432" y="0"/>
                </a:cubicBezTo>
                <a:cubicBezTo>
                  <a:pt x="7084577" y="-21630"/>
                  <a:pt x="7368157" y="20345"/>
                  <a:pt x="7790688" y="0"/>
                </a:cubicBezTo>
                <a:cubicBezTo>
                  <a:pt x="8213219" y="-20345"/>
                  <a:pt x="7805774" y="-451"/>
                  <a:pt x="7818120" y="0"/>
                </a:cubicBezTo>
                <a:cubicBezTo>
                  <a:pt x="7830466" y="451"/>
                  <a:pt x="8108732" y="-16692"/>
                  <a:pt x="8284464" y="0"/>
                </a:cubicBezTo>
                <a:cubicBezTo>
                  <a:pt x="8460196" y="16692"/>
                  <a:pt x="8710069" y="20479"/>
                  <a:pt x="8970264" y="0"/>
                </a:cubicBezTo>
                <a:cubicBezTo>
                  <a:pt x="9230459" y="-20479"/>
                  <a:pt x="9654070" y="-23489"/>
                  <a:pt x="9875520" y="0"/>
                </a:cubicBezTo>
                <a:cubicBezTo>
                  <a:pt x="10096970" y="23489"/>
                  <a:pt x="10230055" y="14787"/>
                  <a:pt x="10561320" y="0"/>
                </a:cubicBezTo>
                <a:cubicBezTo>
                  <a:pt x="10892585" y="-14787"/>
                  <a:pt x="11355400" y="42062"/>
                  <a:pt x="11686032" y="0"/>
                </a:cubicBezTo>
                <a:cubicBezTo>
                  <a:pt x="12016664" y="-42062"/>
                  <a:pt x="11707139" y="-1040"/>
                  <a:pt x="11713464" y="0"/>
                </a:cubicBezTo>
                <a:cubicBezTo>
                  <a:pt x="11719789" y="1040"/>
                  <a:pt x="12097394" y="2532"/>
                  <a:pt x="12399264" y="0"/>
                </a:cubicBezTo>
                <a:cubicBezTo>
                  <a:pt x="12701134" y="-2532"/>
                  <a:pt x="12419541" y="1081"/>
                  <a:pt x="12426696" y="0"/>
                </a:cubicBezTo>
                <a:cubicBezTo>
                  <a:pt x="12433851" y="-1081"/>
                  <a:pt x="13203091" y="32097"/>
                  <a:pt x="13551408" y="0"/>
                </a:cubicBezTo>
                <a:cubicBezTo>
                  <a:pt x="13899725" y="-32097"/>
                  <a:pt x="13704994" y="4050"/>
                  <a:pt x="13798296" y="0"/>
                </a:cubicBezTo>
                <a:cubicBezTo>
                  <a:pt x="13891598" y="-4050"/>
                  <a:pt x="13819194" y="591"/>
                  <a:pt x="13825728" y="0"/>
                </a:cubicBezTo>
                <a:cubicBezTo>
                  <a:pt x="13832262" y="-591"/>
                  <a:pt x="14247058" y="-30068"/>
                  <a:pt x="14511528" y="0"/>
                </a:cubicBezTo>
                <a:cubicBezTo>
                  <a:pt x="14775998" y="30068"/>
                  <a:pt x="14668616" y="6993"/>
                  <a:pt x="14758416" y="0"/>
                </a:cubicBezTo>
                <a:cubicBezTo>
                  <a:pt x="14848216" y="-6993"/>
                  <a:pt x="15386840" y="3019"/>
                  <a:pt x="15663672" y="0"/>
                </a:cubicBezTo>
                <a:cubicBezTo>
                  <a:pt x="15940504" y="-3019"/>
                  <a:pt x="15823667" y="2894"/>
                  <a:pt x="15910560" y="0"/>
                </a:cubicBezTo>
                <a:cubicBezTo>
                  <a:pt x="15997453" y="-2894"/>
                  <a:pt x="16588125" y="-8530"/>
                  <a:pt x="17035272" y="0"/>
                </a:cubicBezTo>
                <a:cubicBezTo>
                  <a:pt x="17482419" y="8530"/>
                  <a:pt x="17188794" y="6706"/>
                  <a:pt x="17282160" y="0"/>
                </a:cubicBezTo>
                <a:cubicBezTo>
                  <a:pt x="17375526" y="-6706"/>
                  <a:pt x="17472317" y="-5717"/>
                  <a:pt x="17529048" y="0"/>
                </a:cubicBezTo>
                <a:cubicBezTo>
                  <a:pt x="17585779" y="5717"/>
                  <a:pt x="18174415" y="31621"/>
                  <a:pt x="18434304" y="0"/>
                </a:cubicBezTo>
                <a:cubicBezTo>
                  <a:pt x="18694193" y="-31621"/>
                  <a:pt x="19301918" y="29693"/>
                  <a:pt x="19559016" y="0"/>
                </a:cubicBezTo>
                <a:cubicBezTo>
                  <a:pt x="19816114" y="-29693"/>
                  <a:pt x="19574042" y="702"/>
                  <a:pt x="19586448" y="0"/>
                </a:cubicBezTo>
                <a:cubicBezTo>
                  <a:pt x="19598854" y="-702"/>
                  <a:pt x="20049547" y="-22820"/>
                  <a:pt x="20491704" y="0"/>
                </a:cubicBezTo>
                <a:cubicBezTo>
                  <a:pt x="20933861" y="22820"/>
                  <a:pt x="20755106" y="6629"/>
                  <a:pt x="20958048" y="0"/>
                </a:cubicBezTo>
                <a:cubicBezTo>
                  <a:pt x="21160990" y="-6629"/>
                  <a:pt x="21663188" y="-27211"/>
                  <a:pt x="21945600" y="0"/>
                </a:cubicBezTo>
                <a:cubicBezTo>
                  <a:pt x="21944964" y="7863"/>
                  <a:pt x="21943820" y="25698"/>
                  <a:pt x="21945600" y="36576"/>
                </a:cubicBezTo>
                <a:cubicBezTo>
                  <a:pt x="21738864" y="-5974"/>
                  <a:pt x="21483832" y="56357"/>
                  <a:pt x="21040344" y="36576"/>
                </a:cubicBezTo>
                <a:cubicBezTo>
                  <a:pt x="20596856" y="16795"/>
                  <a:pt x="20741173" y="55968"/>
                  <a:pt x="20574000" y="36576"/>
                </a:cubicBezTo>
                <a:cubicBezTo>
                  <a:pt x="20406827" y="17184"/>
                  <a:pt x="20560204" y="36526"/>
                  <a:pt x="20546568" y="36576"/>
                </a:cubicBezTo>
                <a:cubicBezTo>
                  <a:pt x="20532932" y="36626"/>
                  <a:pt x="20530490" y="36880"/>
                  <a:pt x="20519136" y="36576"/>
                </a:cubicBezTo>
                <a:cubicBezTo>
                  <a:pt x="20507782" y="36272"/>
                  <a:pt x="19823262" y="37799"/>
                  <a:pt x="19613880" y="36576"/>
                </a:cubicBezTo>
                <a:cubicBezTo>
                  <a:pt x="19404498" y="35353"/>
                  <a:pt x="19223151" y="67241"/>
                  <a:pt x="18928080" y="36576"/>
                </a:cubicBezTo>
                <a:cubicBezTo>
                  <a:pt x="18633009" y="5911"/>
                  <a:pt x="18160671" y="-11744"/>
                  <a:pt x="17803368" y="36576"/>
                </a:cubicBezTo>
                <a:cubicBezTo>
                  <a:pt x="17446065" y="84896"/>
                  <a:pt x="17412412" y="14966"/>
                  <a:pt x="17117568" y="36576"/>
                </a:cubicBezTo>
                <a:cubicBezTo>
                  <a:pt x="16822724" y="58186"/>
                  <a:pt x="16494673" y="2337"/>
                  <a:pt x="16212312" y="36576"/>
                </a:cubicBezTo>
                <a:cubicBezTo>
                  <a:pt x="15929951" y="70815"/>
                  <a:pt x="15826333" y="11046"/>
                  <a:pt x="15526512" y="36576"/>
                </a:cubicBezTo>
                <a:cubicBezTo>
                  <a:pt x="15226691" y="62106"/>
                  <a:pt x="15082025" y="15118"/>
                  <a:pt x="14840712" y="36576"/>
                </a:cubicBezTo>
                <a:cubicBezTo>
                  <a:pt x="14599399" y="58034"/>
                  <a:pt x="14517430" y="19609"/>
                  <a:pt x="14374368" y="36576"/>
                </a:cubicBezTo>
                <a:cubicBezTo>
                  <a:pt x="14231306" y="53543"/>
                  <a:pt x="13854278" y="2480"/>
                  <a:pt x="13469112" y="36576"/>
                </a:cubicBezTo>
                <a:cubicBezTo>
                  <a:pt x="13083946" y="70672"/>
                  <a:pt x="13086505" y="29507"/>
                  <a:pt x="12783312" y="36576"/>
                </a:cubicBezTo>
                <a:cubicBezTo>
                  <a:pt x="12480119" y="43645"/>
                  <a:pt x="12228847" y="-3513"/>
                  <a:pt x="11878056" y="36576"/>
                </a:cubicBezTo>
                <a:cubicBezTo>
                  <a:pt x="11527265" y="76665"/>
                  <a:pt x="11722541" y="34421"/>
                  <a:pt x="11631168" y="36576"/>
                </a:cubicBezTo>
                <a:cubicBezTo>
                  <a:pt x="11539795" y="38731"/>
                  <a:pt x="11328250" y="26850"/>
                  <a:pt x="11164824" y="36576"/>
                </a:cubicBezTo>
                <a:cubicBezTo>
                  <a:pt x="11001398" y="46302"/>
                  <a:pt x="10673541" y="78959"/>
                  <a:pt x="10259568" y="36576"/>
                </a:cubicBezTo>
                <a:cubicBezTo>
                  <a:pt x="9845595" y="-5807"/>
                  <a:pt x="9733074" y="59393"/>
                  <a:pt x="9573768" y="36576"/>
                </a:cubicBezTo>
                <a:cubicBezTo>
                  <a:pt x="9414462" y="13759"/>
                  <a:pt x="9555544" y="36473"/>
                  <a:pt x="9546336" y="36576"/>
                </a:cubicBezTo>
                <a:cubicBezTo>
                  <a:pt x="9537128" y="36679"/>
                  <a:pt x="8966343" y="25197"/>
                  <a:pt x="8641080" y="36576"/>
                </a:cubicBezTo>
                <a:cubicBezTo>
                  <a:pt x="8315817" y="47955"/>
                  <a:pt x="8340016" y="17323"/>
                  <a:pt x="8174736" y="36576"/>
                </a:cubicBezTo>
                <a:cubicBezTo>
                  <a:pt x="8009456" y="55829"/>
                  <a:pt x="7277736" y="27510"/>
                  <a:pt x="7050024" y="36576"/>
                </a:cubicBezTo>
                <a:cubicBezTo>
                  <a:pt x="6822312" y="45642"/>
                  <a:pt x="7033761" y="37384"/>
                  <a:pt x="7022592" y="36576"/>
                </a:cubicBezTo>
                <a:cubicBezTo>
                  <a:pt x="7011423" y="35768"/>
                  <a:pt x="6523471" y="22547"/>
                  <a:pt x="6117336" y="36576"/>
                </a:cubicBezTo>
                <a:cubicBezTo>
                  <a:pt x="5711201" y="50605"/>
                  <a:pt x="5866816" y="21657"/>
                  <a:pt x="5650992" y="36576"/>
                </a:cubicBezTo>
                <a:cubicBezTo>
                  <a:pt x="5435168" y="51495"/>
                  <a:pt x="5142184" y="50113"/>
                  <a:pt x="4745736" y="36576"/>
                </a:cubicBezTo>
                <a:cubicBezTo>
                  <a:pt x="4349288" y="23039"/>
                  <a:pt x="4567465" y="35506"/>
                  <a:pt x="4498848" y="36576"/>
                </a:cubicBezTo>
                <a:cubicBezTo>
                  <a:pt x="4430231" y="37646"/>
                  <a:pt x="4316854" y="42140"/>
                  <a:pt x="4251960" y="36576"/>
                </a:cubicBezTo>
                <a:cubicBezTo>
                  <a:pt x="4187066" y="31012"/>
                  <a:pt x="4006963" y="35461"/>
                  <a:pt x="3785616" y="36576"/>
                </a:cubicBezTo>
                <a:cubicBezTo>
                  <a:pt x="3564269" y="37691"/>
                  <a:pt x="3513429" y="13694"/>
                  <a:pt x="3319272" y="36576"/>
                </a:cubicBezTo>
                <a:cubicBezTo>
                  <a:pt x="3125115" y="59458"/>
                  <a:pt x="2634641" y="25517"/>
                  <a:pt x="2414016" y="36576"/>
                </a:cubicBezTo>
                <a:cubicBezTo>
                  <a:pt x="2193391" y="47635"/>
                  <a:pt x="2395840" y="37250"/>
                  <a:pt x="2386584" y="36576"/>
                </a:cubicBezTo>
                <a:cubicBezTo>
                  <a:pt x="2377328" y="35902"/>
                  <a:pt x="1545536" y="28507"/>
                  <a:pt x="1261872" y="36576"/>
                </a:cubicBezTo>
                <a:cubicBezTo>
                  <a:pt x="978208" y="44645"/>
                  <a:pt x="1242837" y="35250"/>
                  <a:pt x="1234440" y="36576"/>
                </a:cubicBezTo>
                <a:cubicBezTo>
                  <a:pt x="1226043" y="37902"/>
                  <a:pt x="282424" y="83210"/>
                  <a:pt x="0" y="36576"/>
                </a:cubicBezTo>
                <a:cubicBezTo>
                  <a:pt x="476" y="24480"/>
                  <a:pt x="-366" y="10102"/>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93F2F1C4-4D92-62FD-ADB2-F811DCCDC67B}"/>
              </a:ext>
            </a:extLst>
          </p:cNvPr>
          <p:cNvSpPr>
            <a:spLocks noGrp="1"/>
          </p:cNvSpPr>
          <p:nvPr>
            <p:ph idx="4294967295"/>
          </p:nvPr>
        </p:nvSpPr>
        <p:spPr>
          <a:xfrm>
            <a:off x="1144986" y="4142632"/>
            <a:ext cx="13427104" cy="8238344"/>
          </a:xfrm>
        </p:spPr>
        <p:txBody>
          <a:bodyPr vert="horz" lIns="91440" tIns="45720" rIns="91440" bIns="45720" rtlCol="0" anchor="t">
            <a:normAutofit/>
          </a:bodyPr>
          <a:lstStyle/>
          <a:p>
            <a:pPr indent="-228600" defTabSz="914400"/>
            <a:r>
              <a:rPr lang="en-US" sz="1800" dirty="0"/>
              <a:t>Los virus </a:t>
            </a:r>
            <a:r>
              <a:rPr lang="en-US" sz="1800" dirty="0" err="1"/>
              <a:t>informáticos</a:t>
            </a:r>
            <a:r>
              <a:rPr lang="en-US" sz="1800" dirty="0"/>
              <a:t> son </a:t>
            </a:r>
            <a:r>
              <a:rPr lang="en-US" sz="1800" dirty="0" err="1"/>
              <a:t>programas</a:t>
            </a:r>
            <a:r>
              <a:rPr lang="en-US" sz="1800" dirty="0"/>
              <a:t> </a:t>
            </a:r>
            <a:r>
              <a:rPr lang="en-US" sz="1800" dirty="0" err="1"/>
              <a:t>maliciosos</a:t>
            </a:r>
            <a:r>
              <a:rPr lang="en-US" sz="1800" dirty="0"/>
              <a:t> que se </a:t>
            </a:r>
            <a:r>
              <a:rPr lang="en-US" sz="1800" dirty="0" err="1"/>
              <a:t>replican</a:t>
            </a:r>
            <a:r>
              <a:rPr lang="en-US" sz="1800" dirty="0"/>
              <a:t> y </a:t>
            </a:r>
            <a:r>
              <a:rPr lang="en-US" sz="1800" dirty="0" err="1"/>
              <a:t>propagan</a:t>
            </a:r>
            <a:r>
              <a:rPr lang="en-US" sz="1800" dirty="0"/>
              <a:t> </a:t>
            </a:r>
            <a:r>
              <a:rPr lang="en-US" sz="1800" dirty="0" err="1"/>
              <a:t>en</a:t>
            </a:r>
            <a:r>
              <a:rPr lang="en-US" sz="1800" dirty="0"/>
              <a:t> </a:t>
            </a:r>
            <a:r>
              <a:rPr lang="en-US" sz="1800" dirty="0" err="1"/>
              <a:t>sistemas</a:t>
            </a:r>
            <a:r>
              <a:rPr lang="en-US" sz="1800" dirty="0"/>
              <a:t> </a:t>
            </a:r>
            <a:r>
              <a:rPr lang="en-US" sz="1800" dirty="0" err="1"/>
              <a:t>informáticos</a:t>
            </a:r>
            <a:r>
              <a:rPr lang="en-US" sz="1800" dirty="0"/>
              <a:t> con </a:t>
            </a:r>
            <a:r>
              <a:rPr lang="en-US" sz="1800" dirty="0" err="1"/>
              <a:t>el</a:t>
            </a:r>
            <a:r>
              <a:rPr lang="en-US" sz="1800" dirty="0"/>
              <a:t> </a:t>
            </a:r>
            <a:r>
              <a:rPr lang="en-US" sz="1800" dirty="0" err="1"/>
              <a:t>objetivo</a:t>
            </a:r>
            <a:r>
              <a:rPr lang="en-US" sz="1800" dirty="0"/>
              <a:t> de </a:t>
            </a:r>
            <a:r>
              <a:rPr lang="en-US" sz="1800" dirty="0" err="1"/>
              <a:t>causar</a:t>
            </a:r>
            <a:r>
              <a:rPr lang="en-US" sz="1800" dirty="0"/>
              <a:t> </a:t>
            </a:r>
            <a:r>
              <a:rPr lang="en-US" sz="1800" dirty="0" err="1"/>
              <a:t>daño</a:t>
            </a:r>
            <a:r>
              <a:rPr lang="en-US" sz="1800" dirty="0"/>
              <a:t> o </a:t>
            </a:r>
            <a:r>
              <a:rPr lang="en-US" sz="1800" dirty="0" err="1"/>
              <a:t>robar</a:t>
            </a:r>
            <a:r>
              <a:rPr lang="en-US" sz="1800" dirty="0"/>
              <a:t> </a:t>
            </a:r>
            <a:r>
              <a:rPr lang="en-US" sz="1800" dirty="0" err="1"/>
              <a:t>información</a:t>
            </a:r>
            <a:r>
              <a:rPr lang="en-US" sz="1800" dirty="0"/>
              <a:t>. Los </a:t>
            </a:r>
            <a:r>
              <a:rPr lang="en-US" sz="1800" dirty="0" err="1"/>
              <a:t>primeros</a:t>
            </a:r>
            <a:r>
              <a:rPr lang="en-US" sz="1800" dirty="0"/>
              <a:t> virus </a:t>
            </a:r>
            <a:r>
              <a:rPr lang="en-US" sz="1800" dirty="0" err="1"/>
              <a:t>informáticos</a:t>
            </a:r>
            <a:r>
              <a:rPr lang="en-US" sz="1800" dirty="0"/>
              <a:t> se </a:t>
            </a:r>
            <a:r>
              <a:rPr lang="en-US" sz="1800" dirty="0" err="1"/>
              <a:t>desarrollaron</a:t>
            </a:r>
            <a:r>
              <a:rPr lang="en-US" sz="1800" dirty="0"/>
              <a:t> </a:t>
            </a:r>
            <a:r>
              <a:rPr lang="en-US" sz="1800" dirty="0" err="1"/>
              <a:t>en</a:t>
            </a:r>
            <a:r>
              <a:rPr lang="en-US" sz="1800" dirty="0"/>
              <a:t> la </a:t>
            </a:r>
            <a:r>
              <a:rPr lang="en-US" sz="1800" b="1" dirty="0" err="1"/>
              <a:t>década</a:t>
            </a:r>
            <a:r>
              <a:rPr lang="en-US" sz="1800" b="1" dirty="0"/>
              <a:t> de 1970 </a:t>
            </a:r>
            <a:r>
              <a:rPr lang="en-US" sz="1800" dirty="0"/>
              <a:t>y </a:t>
            </a:r>
            <a:r>
              <a:rPr lang="en-US" sz="1800" dirty="0" err="1"/>
              <a:t>eran</a:t>
            </a:r>
            <a:r>
              <a:rPr lang="en-US" sz="1800" dirty="0"/>
              <a:t> </a:t>
            </a:r>
            <a:r>
              <a:rPr lang="en-US" sz="1800" dirty="0" err="1"/>
              <a:t>relativamente</a:t>
            </a:r>
            <a:r>
              <a:rPr lang="en-US" sz="1800" dirty="0"/>
              <a:t> simples </a:t>
            </a:r>
            <a:r>
              <a:rPr lang="en-US" sz="1800" dirty="0" err="1"/>
              <a:t>en</a:t>
            </a:r>
            <a:r>
              <a:rPr lang="en-US" sz="1800" dirty="0"/>
              <a:t> </a:t>
            </a:r>
            <a:r>
              <a:rPr lang="en-US" sz="1800" dirty="0" err="1"/>
              <a:t>comparación</a:t>
            </a:r>
            <a:r>
              <a:rPr lang="en-US" sz="1800" dirty="0"/>
              <a:t> con </a:t>
            </a:r>
            <a:r>
              <a:rPr lang="en-US" sz="1800" dirty="0" err="1"/>
              <a:t>los</a:t>
            </a:r>
            <a:r>
              <a:rPr lang="en-US" sz="1800" dirty="0"/>
              <a:t> virus </a:t>
            </a:r>
            <a:r>
              <a:rPr lang="en-US" sz="1800" dirty="0" err="1"/>
              <a:t>modernos</a:t>
            </a:r>
            <a:r>
              <a:rPr lang="en-US" sz="1800" dirty="0"/>
              <a:t>. A </a:t>
            </a:r>
            <a:r>
              <a:rPr lang="en-US" sz="1800" dirty="0" err="1"/>
              <a:t>medida</a:t>
            </a:r>
            <a:r>
              <a:rPr lang="en-US" sz="1800" dirty="0"/>
              <a:t> que la </a:t>
            </a:r>
            <a:r>
              <a:rPr lang="en-US" sz="1800" dirty="0" err="1"/>
              <a:t>tecnología</a:t>
            </a:r>
            <a:r>
              <a:rPr lang="en-US" sz="1800" dirty="0"/>
              <a:t> </a:t>
            </a:r>
            <a:r>
              <a:rPr lang="en-US" sz="1800" dirty="0" err="1"/>
              <a:t>avanzó</a:t>
            </a:r>
            <a:r>
              <a:rPr lang="en-US" sz="1800" dirty="0"/>
              <a:t>, también lo </a:t>
            </a:r>
            <a:r>
              <a:rPr lang="en-US" sz="1800" dirty="0" err="1"/>
              <a:t>hicieron</a:t>
            </a:r>
            <a:r>
              <a:rPr lang="en-US" sz="1800" dirty="0"/>
              <a:t> </a:t>
            </a:r>
            <a:r>
              <a:rPr lang="en-US" sz="1800" dirty="0" err="1"/>
              <a:t>los</a:t>
            </a:r>
            <a:r>
              <a:rPr lang="en-US" sz="1800" dirty="0"/>
              <a:t> virus, y hoy </a:t>
            </a:r>
            <a:r>
              <a:rPr lang="en-US" sz="1800" dirty="0" err="1"/>
              <a:t>en</a:t>
            </a:r>
            <a:r>
              <a:rPr lang="en-US" sz="1800" dirty="0"/>
              <a:t> día </a:t>
            </a:r>
            <a:r>
              <a:rPr lang="en-US" sz="1800" dirty="0" err="1"/>
              <a:t>existen</a:t>
            </a:r>
            <a:r>
              <a:rPr lang="en-US" sz="1800" dirty="0"/>
              <a:t> </a:t>
            </a:r>
            <a:r>
              <a:rPr lang="en-US" sz="1800" dirty="0" err="1"/>
              <a:t>diversas</a:t>
            </a:r>
            <a:r>
              <a:rPr lang="en-US" sz="1800" dirty="0"/>
              <a:t> </a:t>
            </a:r>
            <a:r>
              <a:rPr lang="en-US" sz="1800" dirty="0" err="1"/>
              <a:t>formas</a:t>
            </a:r>
            <a:r>
              <a:rPr lang="en-US" sz="1800" dirty="0"/>
              <a:t> de malware que </a:t>
            </a:r>
            <a:r>
              <a:rPr lang="en-US" sz="1800" dirty="0" err="1"/>
              <a:t>pueden</a:t>
            </a:r>
            <a:r>
              <a:rPr lang="en-US" sz="1800" dirty="0"/>
              <a:t> </a:t>
            </a:r>
            <a:r>
              <a:rPr lang="en-US" sz="1800" dirty="0" err="1"/>
              <a:t>causar</a:t>
            </a:r>
            <a:r>
              <a:rPr lang="en-US" sz="1800" dirty="0"/>
              <a:t> </a:t>
            </a:r>
            <a:r>
              <a:rPr lang="en-US" sz="1800" dirty="0" err="1"/>
              <a:t>daño</a:t>
            </a:r>
            <a:r>
              <a:rPr lang="en-US" sz="1800" dirty="0"/>
              <a:t> a </a:t>
            </a:r>
            <a:r>
              <a:rPr lang="en-US" sz="1800" dirty="0" err="1"/>
              <a:t>los</a:t>
            </a:r>
            <a:r>
              <a:rPr lang="en-US" sz="1800" dirty="0"/>
              <a:t> </a:t>
            </a:r>
            <a:r>
              <a:rPr lang="en-US" sz="1800" dirty="0" err="1"/>
              <a:t>sistemas</a:t>
            </a:r>
            <a:r>
              <a:rPr lang="en-US" sz="1800" dirty="0"/>
              <a:t> </a:t>
            </a:r>
            <a:r>
              <a:rPr lang="en-US" sz="1800" dirty="0" err="1"/>
              <a:t>informáticos</a:t>
            </a:r>
            <a:r>
              <a:rPr lang="en-US" sz="1800" dirty="0"/>
              <a:t>.</a:t>
            </a:r>
          </a:p>
          <a:p>
            <a:pPr indent="-228600" defTabSz="914400"/>
            <a:r>
              <a:rPr lang="en-US" sz="1800" dirty="0"/>
              <a:t>El primer virus </a:t>
            </a:r>
            <a:r>
              <a:rPr lang="en-US" sz="1800" dirty="0" err="1"/>
              <a:t>informático</a:t>
            </a:r>
            <a:r>
              <a:rPr lang="en-US" sz="1800" dirty="0"/>
              <a:t> </a:t>
            </a:r>
            <a:r>
              <a:rPr lang="en-US" sz="1800" dirty="0" err="1"/>
              <a:t>conocido</a:t>
            </a:r>
            <a:r>
              <a:rPr lang="en-US" sz="1800" dirty="0"/>
              <a:t> </a:t>
            </a:r>
            <a:r>
              <a:rPr lang="en-US" sz="1800" dirty="0" err="1"/>
              <a:t>fue</a:t>
            </a:r>
            <a:r>
              <a:rPr lang="en-US" sz="1800" dirty="0"/>
              <a:t> </a:t>
            </a:r>
            <a:r>
              <a:rPr lang="en-US" sz="1800" dirty="0" err="1"/>
              <a:t>llamado</a:t>
            </a:r>
            <a:r>
              <a:rPr lang="en-US" sz="1800" dirty="0"/>
              <a:t> </a:t>
            </a:r>
            <a:r>
              <a:rPr lang="en-US" sz="1800" b="1" dirty="0"/>
              <a:t>"Creeper</a:t>
            </a:r>
            <a:r>
              <a:rPr lang="en-US" sz="1800" dirty="0"/>
              <a:t>" y se </a:t>
            </a:r>
            <a:r>
              <a:rPr lang="en-US" sz="1800" dirty="0" err="1"/>
              <a:t>desarrolló</a:t>
            </a:r>
            <a:r>
              <a:rPr lang="en-US" sz="1800" dirty="0"/>
              <a:t> </a:t>
            </a:r>
            <a:r>
              <a:rPr lang="en-US" sz="1800" dirty="0" err="1"/>
              <a:t>en</a:t>
            </a:r>
            <a:r>
              <a:rPr lang="en-US" sz="1800" dirty="0"/>
              <a:t> 1971. Este virus se </a:t>
            </a:r>
            <a:r>
              <a:rPr lang="en-US" sz="1800" dirty="0" err="1"/>
              <a:t>propagaba</a:t>
            </a:r>
            <a:r>
              <a:rPr lang="en-US" sz="1800" dirty="0"/>
              <a:t> a </a:t>
            </a:r>
            <a:r>
              <a:rPr lang="en-US" sz="1800" dirty="0" err="1"/>
              <a:t>través</a:t>
            </a:r>
            <a:r>
              <a:rPr lang="en-US" sz="1800" dirty="0"/>
              <a:t> de </a:t>
            </a:r>
            <a:r>
              <a:rPr lang="en-US" sz="1800" dirty="0" err="1"/>
              <a:t>una</a:t>
            </a:r>
            <a:r>
              <a:rPr lang="en-US" sz="1800" dirty="0"/>
              <a:t> red de </a:t>
            </a:r>
            <a:r>
              <a:rPr lang="en-US" sz="1800" dirty="0" err="1"/>
              <a:t>computadoras</a:t>
            </a:r>
            <a:r>
              <a:rPr lang="en-US" sz="1800" dirty="0"/>
              <a:t> ARPANET y </a:t>
            </a:r>
            <a:r>
              <a:rPr lang="en-US" sz="1800" dirty="0" err="1"/>
              <a:t>mostraba</a:t>
            </a:r>
            <a:r>
              <a:rPr lang="en-US" sz="1800" dirty="0"/>
              <a:t> </a:t>
            </a:r>
            <a:r>
              <a:rPr lang="en-US" sz="1800" dirty="0" err="1"/>
              <a:t>el</a:t>
            </a:r>
            <a:r>
              <a:rPr lang="en-US" sz="1800" dirty="0"/>
              <a:t> </a:t>
            </a:r>
            <a:r>
              <a:rPr lang="en-US" sz="1800" dirty="0" err="1"/>
              <a:t>mensaje</a:t>
            </a:r>
            <a:r>
              <a:rPr lang="en-US" sz="1800" dirty="0"/>
              <a:t> "Soy la </a:t>
            </a:r>
            <a:r>
              <a:rPr lang="en-US" sz="1800" dirty="0" err="1"/>
              <a:t>enredadera</a:t>
            </a:r>
            <a:r>
              <a:rPr lang="en-US" sz="1800" dirty="0"/>
              <a:t>, ¡</a:t>
            </a:r>
            <a:r>
              <a:rPr lang="en-US" sz="1800" dirty="0" err="1"/>
              <a:t>atrápame</a:t>
            </a:r>
            <a:r>
              <a:rPr lang="en-US" sz="1800" dirty="0"/>
              <a:t> </a:t>
            </a:r>
            <a:r>
              <a:rPr lang="en-US" sz="1800" dirty="0" err="1"/>
              <a:t>si</a:t>
            </a:r>
            <a:r>
              <a:rPr lang="en-US" sz="1800" dirty="0"/>
              <a:t> </a:t>
            </a:r>
            <a:r>
              <a:rPr lang="en-US" sz="1800" dirty="0" err="1"/>
              <a:t>puedes</a:t>
            </a:r>
            <a:r>
              <a:rPr lang="en-US" sz="1800" dirty="0"/>
              <a:t>!" </a:t>
            </a:r>
            <a:r>
              <a:rPr lang="en-US" sz="1800" dirty="0" err="1"/>
              <a:t>en</a:t>
            </a:r>
            <a:r>
              <a:rPr lang="en-US" sz="1800" dirty="0"/>
              <a:t> las </a:t>
            </a:r>
            <a:r>
              <a:rPr lang="en-US" sz="1800" dirty="0" err="1"/>
              <a:t>pantallas</a:t>
            </a:r>
            <a:r>
              <a:rPr lang="en-US" sz="1800" dirty="0"/>
              <a:t> de las </a:t>
            </a:r>
            <a:r>
              <a:rPr lang="en-US" sz="1800" dirty="0" err="1"/>
              <a:t>computadoras</a:t>
            </a:r>
            <a:r>
              <a:rPr lang="en-US" sz="1800" dirty="0"/>
              <a:t> </a:t>
            </a:r>
            <a:r>
              <a:rPr lang="en-US" sz="1800" dirty="0" err="1"/>
              <a:t>infectadas</a:t>
            </a:r>
            <a:r>
              <a:rPr lang="en-US" sz="1800" dirty="0"/>
              <a:t>. El primer virus que se </a:t>
            </a:r>
            <a:r>
              <a:rPr lang="en-US" sz="1800" dirty="0" err="1"/>
              <a:t>propagó</a:t>
            </a:r>
            <a:r>
              <a:rPr lang="en-US" sz="1800" dirty="0"/>
              <a:t> </a:t>
            </a:r>
            <a:r>
              <a:rPr lang="en-US" sz="1800" dirty="0" err="1"/>
              <a:t>ampliamente</a:t>
            </a:r>
            <a:r>
              <a:rPr lang="en-US" sz="1800" dirty="0"/>
              <a:t> a </a:t>
            </a:r>
            <a:r>
              <a:rPr lang="en-US" sz="1800" dirty="0" err="1"/>
              <a:t>través</a:t>
            </a:r>
            <a:r>
              <a:rPr lang="en-US" sz="1800" dirty="0"/>
              <a:t> de la red </a:t>
            </a:r>
            <a:r>
              <a:rPr lang="en-US" sz="1800" dirty="0" err="1"/>
              <a:t>fue</a:t>
            </a:r>
            <a:r>
              <a:rPr lang="en-US" sz="1800" dirty="0"/>
              <a:t> </a:t>
            </a:r>
            <a:r>
              <a:rPr lang="en-US" sz="1800" dirty="0" err="1"/>
              <a:t>el</a:t>
            </a:r>
            <a:r>
              <a:rPr lang="en-US" sz="1800" dirty="0"/>
              <a:t> virus "</a:t>
            </a:r>
            <a:r>
              <a:rPr lang="en-US" sz="1800" b="1" dirty="0"/>
              <a:t>Morris</a:t>
            </a:r>
            <a:r>
              <a:rPr lang="en-US" sz="1800" dirty="0"/>
              <a:t>" </a:t>
            </a:r>
            <a:r>
              <a:rPr lang="en-US" sz="1800" dirty="0" err="1"/>
              <a:t>en</a:t>
            </a:r>
            <a:r>
              <a:rPr lang="en-US" sz="1800" dirty="0"/>
              <a:t> 1988, que se </a:t>
            </a:r>
            <a:r>
              <a:rPr lang="en-US" sz="1800" dirty="0" err="1"/>
              <a:t>propagó</a:t>
            </a:r>
            <a:r>
              <a:rPr lang="en-US" sz="1800" dirty="0"/>
              <a:t> a </a:t>
            </a:r>
            <a:r>
              <a:rPr lang="en-US" sz="1800" dirty="0" err="1"/>
              <a:t>través</a:t>
            </a:r>
            <a:r>
              <a:rPr lang="en-US" sz="1800" dirty="0"/>
              <a:t> de la red ARPANET y </a:t>
            </a:r>
            <a:r>
              <a:rPr lang="en-US" sz="1800" dirty="0" err="1"/>
              <a:t>afectó</a:t>
            </a:r>
            <a:r>
              <a:rPr lang="en-US" sz="1800" dirty="0"/>
              <a:t> a miles de </a:t>
            </a:r>
            <a:r>
              <a:rPr lang="en-US" sz="1800" dirty="0" err="1"/>
              <a:t>computadoras</a:t>
            </a:r>
            <a:r>
              <a:rPr lang="en-US" sz="1800" dirty="0"/>
              <a:t> </a:t>
            </a:r>
            <a:r>
              <a:rPr lang="en-US" sz="1800" dirty="0" err="1"/>
              <a:t>en</a:t>
            </a:r>
            <a:r>
              <a:rPr lang="en-US" sz="1800" dirty="0"/>
              <a:t> </a:t>
            </a:r>
            <a:r>
              <a:rPr lang="en-US" sz="1800" dirty="0" err="1"/>
              <a:t>todo</a:t>
            </a:r>
            <a:r>
              <a:rPr lang="en-US" sz="1800" dirty="0"/>
              <a:t> </a:t>
            </a:r>
            <a:r>
              <a:rPr lang="en-US" sz="1800" dirty="0" err="1"/>
              <a:t>el</a:t>
            </a:r>
            <a:r>
              <a:rPr lang="en-US" sz="1800" dirty="0"/>
              <a:t> </a:t>
            </a:r>
            <a:r>
              <a:rPr lang="en-US" sz="1800" dirty="0" err="1"/>
              <a:t>mundo</a:t>
            </a:r>
            <a:r>
              <a:rPr lang="en-US" sz="1800" dirty="0"/>
              <a:t>.</a:t>
            </a:r>
          </a:p>
          <a:p>
            <a:pPr indent="-228600" defTabSz="914400"/>
            <a:r>
              <a:rPr lang="en-US" sz="1800" dirty="0"/>
              <a:t>A </a:t>
            </a:r>
            <a:r>
              <a:rPr lang="en-US" sz="1800" dirty="0" err="1"/>
              <a:t>medida</a:t>
            </a:r>
            <a:r>
              <a:rPr lang="en-US" sz="1800" dirty="0"/>
              <a:t> que las </a:t>
            </a:r>
            <a:r>
              <a:rPr lang="en-US" sz="1800" dirty="0" err="1"/>
              <a:t>computadoras</a:t>
            </a:r>
            <a:r>
              <a:rPr lang="en-US" sz="1800" dirty="0"/>
              <a:t> </a:t>
            </a:r>
            <a:r>
              <a:rPr lang="en-US" sz="1800" dirty="0" err="1"/>
              <a:t>personales</a:t>
            </a:r>
            <a:r>
              <a:rPr lang="en-US" sz="1800" dirty="0"/>
              <a:t> se </a:t>
            </a:r>
            <a:r>
              <a:rPr lang="en-US" sz="1800" dirty="0" err="1"/>
              <a:t>volvieron</a:t>
            </a:r>
            <a:r>
              <a:rPr lang="en-US" sz="1800" dirty="0"/>
              <a:t> </a:t>
            </a:r>
            <a:r>
              <a:rPr lang="en-US" sz="1800" dirty="0" err="1"/>
              <a:t>más</a:t>
            </a:r>
            <a:r>
              <a:rPr lang="en-US" sz="1800" dirty="0"/>
              <a:t> </a:t>
            </a:r>
            <a:r>
              <a:rPr lang="en-US" sz="1800" dirty="0" err="1"/>
              <a:t>populares</a:t>
            </a:r>
            <a:r>
              <a:rPr lang="en-US" sz="1800" dirty="0"/>
              <a:t> </a:t>
            </a:r>
            <a:r>
              <a:rPr lang="en-US" sz="1800" dirty="0" err="1"/>
              <a:t>en</a:t>
            </a:r>
            <a:r>
              <a:rPr lang="en-US" sz="1800" dirty="0"/>
              <a:t> la </a:t>
            </a:r>
            <a:r>
              <a:rPr lang="en-US" sz="1800" dirty="0" err="1"/>
              <a:t>década</a:t>
            </a:r>
            <a:r>
              <a:rPr lang="en-US" sz="1800" dirty="0"/>
              <a:t> de 1990, también lo </a:t>
            </a:r>
            <a:r>
              <a:rPr lang="en-US" sz="1800" dirty="0" err="1"/>
              <a:t>hicieron</a:t>
            </a:r>
            <a:r>
              <a:rPr lang="en-US" sz="1800" dirty="0"/>
              <a:t> </a:t>
            </a:r>
            <a:r>
              <a:rPr lang="en-US" sz="1800" dirty="0" err="1"/>
              <a:t>los</a:t>
            </a:r>
            <a:r>
              <a:rPr lang="en-US" sz="1800" dirty="0"/>
              <a:t> virus </a:t>
            </a:r>
            <a:r>
              <a:rPr lang="en-US" sz="1800" dirty="0" err="1"/>
              <a:t>informáticos</a:t>
            </a:r>
            <a:r>
              <a:rPr lang="en-US" sz="1800" dirty="0"/>
              <a:t>. Los virus se </a:t>
            </a:r>
            <a:r>
              <a:rPr lang="en-US" sz="1800" dirty="0" err="1"/>
              <a:t>propagaban</a:t>
            </a:r>
            <a:r>
              <a:rPr lang="en-US" sz="1800" dirty="0"/>
              <a:t> a </a:t>
            </a:r>
            <a:r>
              <a:rPr lang="en-US" sz="1800" dirty="0" err="1"/>
              <a:t>través</a:t>
            </a:r>
            <a:r>
              <a:rPr lang="en-US" sz="1800" dirty="0"/>
              <a:t> de discos </a:t>
            </a:r>
            <a:r>
              <a:rPr lang="en-US" sz="1800" dirty="0" err="1"/>
              <a:t>infectados</a:t>
            </a:r>
            <a:r>
              <a:rPr lang="en-US" sz="1800" dirty="0"/>
              <a:t>, </a:t>
            </a:r>
            <a:r>
              <a:rPr lang="en-US" sz="1800" dirty="0" err="1"/>
              <a:t>correos</a:t>
            </a:r>
            <a:r>
              <a:rPr lang="en-US" sz="1800" dirty="0"/>
              <a:t> </a:t>
            </a:r>
            <a:r>
              <a:rPr lang="en-US" sz="1800" dirty="0" err="1"/>
              <a:t>electrónicos</a:t>
            </a:r>
            <a:r>
              <a:rPr lang="en-US" sz="1800" dirty="0"/>
              <a:t> </a:t>
            </a:r>
            <a:r>
              <a:rPr lang="en-US" sz="1800" dirty="0" err="1"/>
              <a:t>maliciosos</a:t>
            </a:r>
            <a:r>
              <a:rPr lang="en-US" sz="1800" dirty="0"/>
              <a:t> y </a:t>
            </a:r>
            <a:r>
              <a:rPr lang="en-US" sz="1800" dirty="0" err="1"/>
              <a:t>descargas</a:t>
            </a:r>
            <a:r>
              <a:rPr lang="en-US" sz="1800" dirty="0"/>
              <a:t> de software </a:t>
            </a:r>
            <a:r>
              <a:rPr lang="en-US" sz="1800" dirty="0" err="1"/>
              <a:t>infectado</a:t>
            </a:r>
            <a:r>
              <a:rPr lang="en-US" sz="1800" dirty="0"/>
              <a:t>. Los virus </a:t>
            </a:r>
            <a:r>
              <a:rPr lang="en-US" sz="1800" dirty="0" err="1"/>
              <a:t>como</a:t>
            </a:r>
            <a:r>
              <a:rPr lang="en-US" sz="1800" dirty="0"/>
              <a:t> "</a:t>
            </a:r>
            <a:r>
              <a:rPr lang="en-US" sz="1800" b="1" dirty="0"/>
              <a:t>Melissa" y "ILOVEYOU</a:t>
            </a:r>
            <a:r>
              <a:rPr lang="en-US" sz="1800" dirty="0"/>
              <a:t>" se </a:t>
            </a:r>
            <a:r>
              <a:rPr lang="en-US" sz="1800" dirty="0" err="1"/>
              <a:t>propagaron</a:t>
            </a:r>
            <a:r>
              <a:rPr lang="en-US" sz="1800" dirty="0"/>
              <a:t> </a:t>
            </a:r>
            <a:r>
              <a:rPr lang="en-US" sz="1800" dirty="0" err="1"/>
              <a:t>rápidamente</a:t>
            </a:r>
            <a:r>
              <a:rPr lang="en-US" sz="1800" dirty="0"/>
              <a:t> a </a:t>
            </a:r>
            <a:r>
              <a:rPr lang="en-US" sz="1800" dirty="0" err="1"/>
              <a:t>través</a:t>
            </a:r>
            <a:r>
              <a:rPr lang="en-US" sz="1800" dirty="0"/>
              <a:t> de </a:t>
            </a:r>
            <a:r>
              <a:rPr lang="en-US" sz="1800" dirty="0" err="1"/>
              <a:t>correo</a:t>
            </a:r>
            <a:r>
              <a:rPr lang="en-US" sz="1800" dirty="0"/>
              <a:t> </a:t>
            </a:r>
            <a:r>
              <a:rPr lang="en-US" sz="1800" dirty="0" err="1"/>
              <a:t>electrónico</a:t>
            </a:r>
            <a:r>
              <a:rPr lang="en-US" sz="1800" dirty="0"/>
              <a:t> y </a:t>
            </a:r>
            <a:r>
              <a:rPr lang="en-US" sz="1800" dirty="0" err="1"/>
              <a:t>causaron</a:t>
            </a:r>
            <a:r>
              <a:rPr lang="en-US" sz="1800" dirty="0"/>
              <a:t> </a:t>
            </a:r>
            <a:r>
              <a:rPr lang="en-US" sz="1800" dirty="0" err="1"/>
              <a:t>grandes</a:t>
            </a:r>
            <a:r>
              <a:rPr lang="en-US" sz="1800" dirty="0"/>
              <a:t> </a:t>
            </a:r>
            <a:r>
              <a:rPr lang="en-US" sz="1800" dirty="0" err="1"/>
              <a:t>daños</a:t>
            </a:r>
            <a:r>
              <a:rPr lang="en-US" sz="1800" dirty="0"/>
              <a:t> </a:t>
            </a:r>
            <a:r>
              <a:rPr lang="en-US" sz="1800" dirty="0" err="1"/>
              <a:t>en</a:t>
            </a:r>
            <a:r>
              <a:rPr lang="en-US" sz="1800" dirty="0"/>
              <a:t> </a:t>
            </a:r>
            <a:r>
              <a:rPr lang="en-US" sz="1800" dirty="0" err="1"/>
              <a:t>sistemas</a:t>
            </a:r>
            <a:r>
              <a:rPr lang="en-US" sz="1800" dirty="0"/>
              <a:t> </a:t>
            </a:r>
            <a:r>
              <a:rPr lang="en-US" sz="1800" dirty="0" err="1"/>
              <a:t>informáticos</a:t>
            </a:r>
            <a:r>
              <a:rPr lang="en-US" sz="1800" dirty="0"/>
              <a:t> </a:t>
            </a:r>
            <a:r>
              <a:rPr lang="en-US" sz="1800" dirty="0" err="1"/>
              <a:t>en</a:t>
            </a:r>
            <a:r>
              <a:rPr lang="en-US" sz="1800" dirty="0"/>
              <a:t> </a:t>
            </a:r>
            <a:r>
              <a:rPr lang="en-US" sz="1800" dirty="0" err="1"/>
              <a:t>todo</a:t>
            </a:r>
            <a:r>
              <a:rPr lang="en-US" sz="1800" dirty="0"/>
              <a:t> </a:t>
            </a:r>
            <a:r>
              <a:rPr lang="en-US" sz="1800" dirty="0" err="1"/>
              <a:t>el</a:t>
            </a:r>
            <a:r>
              <a:rPr lang="en-US" sz="1800" dirty="0"/>
              <a:t> </a:t>
            </a:r>
            <a:r>
              <a:rPr lang="en-US" sz="1800" dirty="0" err="1"/>
              <a:t>mundo</a:t>
            </a:r>
            <a:r>
              <a:rPr lang="en-US" sz="1800" dirty="0"/>
              <a:t>.</a:t>
            </a:r>
          </a:p>
          <a:p>
            <a:pPr indent="-228600" defTabSz="914400"/>
            <a:r>
              <a:rPr lang="en-US" sz="1800" dirty="0"/>
              <a:t>En la </a:t>
            </a:r>
            <a:r>
              <a:rPr lang="en-US" sz="1800" dirty="0" err="1"/>
              <a:t>década</a:t>
            </a:r>
            <a:r>
              <a:rPr lang="en-US" sz="1800" dirty="0"/>
              <a:t> de 2000, </a:t>
            </a:r>
            <a:r>
              <a:rPr lang="en-US" sz="1800" dirty="0" err="1"/>
              <a:t>el</a:t>
            </a:r>
            <a:r>
              <a:rPr lang="en-US" sz="1800" dirty="0"/>
              <a:t> malware se </a:t>
            </a:r>
            <a:r>
              <a:rPr lang="en-US" sz="1800" dirty="0" err="1"/>
              <a:t>volvió</a:t>
            </a:r>
            <a:r>
              <a:rPr lang="en-US" sz="1800" dirty="0"/>
              <a:t> </a:t>
            </a:r>
            <a:r>
              <a:rPr lang="en-US" sz="1800" dirty="0" err="1"/>
              <a:t>más</a:t>
            </a:r>
            <a:r>
              <a:rPr lang="en-US" sz="1800" dirty="0"/>
              <a:t> </a:t>
            </a:r>
            <a:r>
              <a:rPr lang="en-US" sz="1800" dirty="0" err="1"/>
              <a:t>sofisticado</a:t>
            </a:r>
            <a:r>
              <a:rPr lang="en-US" sz="1800" dirty="0"/>
              <a:t> y </a:t>
            </a:r>
            <a:r>
              <a:rPr lang="en-US" sz="1800" dirty="0" err="1"/>
              <a:t>peligroso</a:t>
            </a:r>
            <a:r>
              <a:rPr lang="en-US" sz="1800" dirty="0"/>
              <a:t>. El malware </a:t>
            </a:r>
            <a:r>
              <a:rPr lang="en-US" sz="1800" dirty="0" err="1"/>
              <a:t>como</a:t>
            </a:r>
            <a:r>
              <a:rPr lang="en-US" sz="1800" dirty="0"/>
              <a:t> </a:t>
            </a:r>
            <a:r>
              <a:rPr lang="en-US" sz="1800" dirty="0" err="1"/>
              <a:t>el</a:t>
            </a:r>
            <a:r>
              <a:rPr lang="en-US" sz="1800" dirty="0"/>
              <a:t> </a:t>
            </a:r>
            <a:r>
              <a:rPr lang="en-US" sz="1800" dirty="0" err="1"/>
              <a:t>troyano</a:t>
            </a:r>
            <a:r>
              <a:rPr lang="en-US" sz="1800" dirty="0"/>
              <a:t> "Zeus" se </a:t>
            </a:r>
            <a:r>
              <a:rPr lang="en-US" sz="1800" dirty="0" err="1"/>
              <a:t>utilizó</a:t>
            </a:r>
            <a:r>
              <a:rPr lang="en-US" sz="1800" dirty="0"/>
              <a:t> para </a:t>
            </a:r>
            <a:r>
              <a:rPr lang="en-US" sz="1800" dirty="0" err="1"/>
              <a:t>robar</a:t>
            </a:r>
            <a:r>
              <a:rPr lang="en-US" sz="1800" dirty="0"/>
              <a:t> </a:t>
            </a:r>
            <a:r>
              <a:rPr lang="en-US" sz="1800" dirty="0" err="1"/>
              <a:t>información</a:t>
            </a:r>
            <a:r>
              <a:rPr lang="en-US" sz="1800" dirty="0"/>
              <a:t> </a:t>
            </a:r>
            <a:r>
              <a:rPr lang="en-US" sz="1800" dirty="0" err="1"/>
              <a:t>financiera</a:t>
            </a:r>
            <a:r>
              <a:rPr lang="en-US" sz="1800" dirty="0"/>
              <a:t> de </a:t>
            </a:r>
            <a:r>
              <a:rPr lang="en-US" sz="1800" dirty="0" err="1"/>
              <a:t>empresas</a:t>
            </a:r>
            <a:r>
              <a:rPr lang="en-US" sz="1800" dirty="0"/>
              <a:t> y </a:t>
            </a:r>
            <a:r>
              <a:rPr lang="en-US" sz="1800" dirty="0" err="1"/>
              <a:t>particulares</a:t>
            </a:r>
            <a:r>
              <a:rPr lang="en-US" sz="1800" dirty="0"/>
              <a:t>, </a:t>
            </a:r>
            <a:r>
              <a:rPr lang="en-US" sz="1800" dirty="0" err="1"/>
              <a:t>mientras</a:t>
            </a:r>
            <a:r>
              <a:rPr lang="en-US" sz="1800" dirty="0"/>
              <a:t> que </a:t>
            </a:r>
            <a:r>
              <a:rPr lang="en-US" sz="1800" dirty="0" err="1"/>
              <a:t>los</a:t>
            </a:r>
            <a:r>
              <a:rPr lang="en-US" sz="1800" dirty="0"/>
              <a:t> virus de </a:t>
            </a:r>
            <a:r>
              <a:rPr lang="en-US" sz="1800" dirty="0" err="1"/>
              <a:t>tipo</a:t>
            </a:r>
            <a:r>
              <a:rPr lang="en-US" sz="1800" dirty="0"/>
              <a:t> "</a:t>
            </a:r>
            <a:r>
              <a:rPr lang="en-US" sz="1800" b="1" dirty="0" err="1"/>
              <a:t>gusano</a:t>
            </a:r>
            <a:r>
              <a:rPr lang="en-US" sz="1800" b="1" dirty="0"/>
              <a:t>" </a:t>
            </a:r>
            <a:r>
              <a:rPr lang="en-US" sz="1800" b="1" dirty="0" err="1"/>
              <a:t>como</a:t>
            </a:r>
            <a:r>
              <a:rPr lang="en-US" sz="1800" b="1" dirty="0"/>
              <a:t> "</a:t>
            </a:r>
            <a:r>
              <a:rPr lang="en-US" sz="1800" b="1" dirty="0" err="1"/>
              <a:t>Conficker</a:t>
            </a:r>
            <a:r>
              <a:rPr lang="en-US" sz="1800" dirty="0"/>
              <a:t>" se </a:t>
            </a:r>
            <a:r>
              <a:rPr lang="en-US" sz="1800" dirty="0" err="1"/>
              <a:t>propagaron</a:t>
            </a:r>
            <a:r>
              <a:rPr lang="en-US" sz="1800" dirty="0"/>
              <a:t> a </a:t>
            </a:r>
            <a:r>
              <a:rPr lang="en-US" sz="1800" dirty="0" err="1"/>
              <a:t>través</a:t>
            </a:r>
            <a:r>
              <a:rPr lang="en-US" sz="1800" dirty="0"/>
              <a:t> de redes y </a:t>
            </a:r>
            <a:r>
              <a:rPr lang="en-US" sz="1800" dirty="0" err="1"/>
              <a:t>sistemas</a:t>
            </a:r>
            <a:r>
              <a:rPr lang="en-US" sz="1800" dirty="0"/>
              <a:t> sin la </a:t>
            </a:r>
            <a:r>
              <a:rPr lang="en-US" sz="1800" dirty="0" err="1"/>
              <a:t>necesidad</a:t>
            </a:r>
            <a:r>
              <a:rPr lang="en-US" sz="1800" dirty="0"/>
              <a:t> de la </a:t>
            </a:r>
            <a:r>
              <a:rPr lang="en-US" sz="1800" dirty="0" err="1"/>
              <a:t>interacción</a:t>
            </a:r>
            <a:r>
              <a:rPr lang="en-US" sz="1800" dirty="0"/>
              <a:t> del </a:t>
            </a:r>
            <a:r>
              <a:rPr lang="en-US" sz="1800" dirty="0" err="1"/>
              <a:t>usuario</a:t>
            </a:r>
            <a:r>
              <a:rPr lang="en-US" sz="1800" dirty="0"/>
              <a:t>.</a:t>
            </a:r>
          </a:p>
          <a:p>
            <a:pPr indent="-228600" defTabSz="914400"/>
            <a:r>
              <a:rPr lang="en-US" sz="1800" dirty="0"/>
              <a:t>El ransomware es </a:t>
            </a:r>
            <a:r>
              <a:rPr lang="en-US" sz="1800" dirty="0" err="1"/>
              <a:t>una</a:t>
            </a:r>
            <a:r>
              <a:rPr lang="en-US" sz="1800" dirty="0"/>
              <a:t> forma </a:t>
            </a:r>
            <a:r>
              <a:rPr lang="en-US" sz="1800" dirty="0" err="1"/>
              <a:t>relativamente</a:t>
            </a:r>
            <a:r>
              <a:rPr lang="en-US" sz="1800" dirty="0"/>
              <a:t> </a:t>
            </a:r>
            <a:r>
              <a:rPr lang="en-US" sz="1800" dirty="0" err="1"/>
              <a:t>nueva</a:t>
            </a:r>
            <a:r>
              <a:rPr lang="en-US" sz="1800" dirty="0"/>
              <a:t> de malware que se ha </a:t>
            </a:r>
            <a:r>
              <a:rPr lang="en-US" sz="1800" dirty="0" err="1"/>
              <a:t>vuelto</a:t>
            </a:r>
            <a:r>
              <a:rPr lang="en-US" sz="1800" dirty="0"/>
              <a:t> </a:t>
            </a:r>
            <a:r>
              <a:rPr lang="en-US" sz="1800" dirty="0" err="1"/>
              <a:t>cada</a:t>
            </a:r>
            <a:r>
              <a:rPr lang="en-US" sz="1800" dirty="0"/>
              <a:t> </a:t>
            </a:r>
            <a:r>
              <a:rPr lang="en-US" sz="1800" dirty="0" err="1"/>
              <a:t>vez</a:t>
            </a:r>
            <a:r>
              <a:rPr lang="en-US" sz="1800" dirty="0"/>
              <a:t> </a:t>
            </a:r>
            <a:r>
              <a:rPr lang="en-US" sz="1800" dirty="0" err="1"/>
              <a:t>más</a:t>
            </a:r>
            <a:r>
              <a:rPr lang="en-US" sz="1800" dirty="0"/>
              <a:t> </a:t>
            </a:r>
            <a:r>
              <a:rPr lang="en-US" sz="1800" dirty="0" err="1"/>
              <a:t>común</a:t>
            </a:r>
            <a:r>
              <a:rPr lang="en-US" sz="1800" dirty="0"/>
              <a:t> </a:t>
            </a:r>
            <a:r>
              <a:rPr lang="en-US" sz="1800" dirty="0" err="1"/>
              <a:t>en</a:t>
            </a:r>
            <a:r>
              <a:rPr lang="en-US" sz="1800" dirty="0"/>
              <a:t> </a:t>
            </a:r>
            <a:r>
              <a:rPr lang="en-US" sz="1800" dirty="0" err="1"/>
              <a:t>los</a:t>
            </a:r>
            <a:r>
              <a:rPr lang="en-US" sz="1800" dirty="0"/>
              <a:t> </a:t>
            </a:r>
            <a:r>
              <a:rPr lang="en-US" sz="1800" dirty="0" err="1"/>
              <a:t>últimos</a:t>
            </a:r>
            <a:r>
              <a:rPr lang="en-US" sz="1800" dirty="0"/>
              <a:t> </a:t>
            </a:r>
            <a:r>
              <a:rPr lang="en-US" sz="1800" dirty="0" err="1"/>
              <a:t>años</a:t>
            </a:r>
            <a:r>
              <a:rPr lang="en-US" sz="1800" dirty="0"/>
              <a:t>. El ransomware es un </a:t>
            </a:r>
            <a:r>
              <a:rPr lang="en-US" sz="1800" dirty="0" err="1"/>
              <a:t>tipo</a:t>
            </a:r>
            <a:r>
              <a:rPr lang="en-US" sz="1800" dirty="0"/>
              <a:t> de malware que </a:t>
            </a:r>
            <a:r>
              <a:rPr lang="en-US" sz="1800" dirty="0" err="1"/>
              <a:t>cifra</a:t>
            </a:r>
            <a:r>
              <a:rPr lang="en-US" sz="1800" dirty="0"/>
              <a:t> </a:t>
            </a:r>
            <a:r>
              <a:rPr lang="en-US" sz="1800" dirty="0" err="1"/>
              <a:t>los</a:t>
            </a:r>
            <a:r>
              <a:rPr lang="en-US" sz="1800" dirty="0"/>
              <a:t> </a:t>
            </a:r>
            <a:r>
              <a:rPr lang="en-US" sz="1800" dirty="0" err="1"/>
              <a:t>archivos</a:t>
            </a:r>
            <a:r>
              <a:rPr lang="en-US" sz="1800" dirty="0"/>
              <a:t> de la </a:t>
            </a:r>
            <a:r>
              <a:rPr lang="en-US" sz="1800" dirty="0" err="1"/>
              <a:t>víctima</a:t>
            </a:r>
            <a:r>
              <a:rPr lang="en-US" sz="1800" dirty="0"/>
              <a:t> y </a:t>
            </a:r>
            <a:r>
              <a:rPr lang="en-US" sz="1800" dirty="0" err="1"/>
              <a:t>exige</a:t>
            </a:r>
            <a:r>
              <a:rPr lang="en-US" sz="1800" dirty="0"/>
              <a:t> un </a:t>
            </a:r>
            <a:r>
              <a:rPr lang="en-US" sz="1800" dirty="0" err="1"/>
              <a:t>rescate</a:t>
            </a:r>
            <a:r>
              <a:rPr lang="en-US" sz="1800" dirty="0"/>
              <a:t> para </a:t>
            </a:r>
            <a:r>
              <a:rPr lang="en-US" sz="1800" dirty="0" err="1"/>
              <a:t>descifrarlos</a:t>
            </a:r>
            <a:r>
              <a:rPr lang="en-US" sz="1800" dirty="0"/>
              <a:t>. </a:t>
            </a:r>
            <a:r>
              <a:rPr lang="en-US" sz="1800" dirty="0" err="1"/>
              <a:t>Ejemplos</a:t>
            </a:r>
            <a:r>
              <a:rPr lang="en-US" sz="1800" dirty="0"/>
              <a:t> de ransomware </a:t>
            </a:r>
            <a:r>
              <a:rPr lang="en-US" sz="1800" dirty="0" err="1"/>
              <a:t>incluyen</a:t>
            </a:r>
            <a:r>
              <a:rPr lang="en-US" sz="1800" dirty="0"/>
              <a:t> "WannaCry" y "</a:t>
            </a:r>
            <a:r>
              <a:rPr lang="en-US" sz="1800" dirty="0" err="1"/>
              <a:t>NotPetya</a:t>
            </a:r>
            <a:r>
              <a:rPr lang="en-US" sz="1800" dirty="0"/>
              <a:t>", que </a:t>
            </a:r>
            <a:r>
              <a:rPr lang="en-US" sz="1800" dirty="0" err="1"/>
              <a:t>afectaron</a:t>
            </a:r>
            <a:r>
              <a:rPr lang="en-US" sz="1800" dirty="0"/>
              <a:t> a </a:t>
            </a:r>
            <a:r>
              <a:rPr lang="en-US" sz="1800" dirty="0" err="1"/>
              <a:t>empresas</a:t>
            </a:r>
            <a:r>
              <a:rPr lang="en-US" sz="1800" dirty="0"/>
              <a:t> y </a:t>
            </a:r>
            <a:r>
              <a:rPr lang="en-US" sz="1800" dirty="0" err="1"/>
              <a:t>organizaciones</a:t>
            </a:r>
            <a:r>
              <a:rPr lang="en-US" sz="1800" dirty="0"/>
              <a:t> </a:t>
            </a:r>
            <a:r>
              <a:rPr lang="en-US" sz="1800" dirty="0" err="1"/>
              <a:t>en</a:t>
            </a:r>
            <a:r>
              <a:rPr lang="en-US" sz="1800" dirty="0"/>
              <a:t> </a:t>
            </a:r>
            <a:r>
              <a:rPr lang="en-US" sz="1800" dirty="0" err="1"/>
              <a:t>todo</a:t>
            </a:r>
            <a:r>
              <a:rPr lang="en-US" sz="1800" dirty="0"/>
              <a:t> </a:t>
            </a:r>
            <a:r>
              <a:rPr lang="en-US" sz="1800" dirty="0" err="1"/>
              <a:t>el</a:t>
            </a:r>
            <a:r>
              <a:rPr lang="en-US" sz="1800" dirty="0"/>
              <a:t> </a:t>
            </a:r>
            <a:r>
              <a:rPr lang="en-US" sz="1800" dirty="0" err="1"/>
              <a:t>mundo</a:t>
            </a:r>
            <a:r>
              <a:rPr lang="en-US" sz="1800" dirty="0"/>
              <a:t> </a:t>
            </a:r>
            <a:r>
              <a:rPr lang="en-US" sz="1800" dirty="0" err="1"/>
              <a:t>en</a:t>
            </a:r>
            <a:r>
              <a:rPr lang="en-US" sz="1800" dirty="0"/>
              <a:t> 2017.</a:t>
            </a:r>
          </a:p>
          <a:p>
            <a:pPr indent="-228600" defTabSz="914400"/>
            <a:r>
              <a:rPr lang="en-US" sz="1800" dirty="0"/>
              <a:t>En general, la </a:t>
            </a:r>
            <a:r>
              <a:rPr lang="en-US" sz="1800" dirty="0" err="1"/>
              <a:t>historia</a:t>
            </a:r>
            <a:r>
              <a:rPr lang="en-US" sz="1800" dirty="0"/>
              <a:t> de </a:t>
            </a:r>
            <a:r>
              <a:rPr lang="en-US" sz="1800" dirty="0" err="1"/>
              <a:t>los</a:t>
            </a:r>
            <a:r>
              <a:rPr lang="en-US" sz="1800" dirty="0"/>
              <a:t> virus </a:t>
            </a:r>
            <a:r>
              <a:rPr lang="en-US" sz="1800" dirty="0" err="1"/>
              <a:t>informáticos</a:t>
            </a:r>
            <a:r>
              <a:rPr lang="en-US" sz="1800" dirty="0"/>
              <a:t> ha </a:t>
            </a:r>
            <a:r>
              <a:rPr lang="en-US" sz="1800" dirty="0" err="1"/>
              <a:t>sido</a:t>
            </a:r>
            <a:r>
              <a:rPr lang="en-US" sz="1800" dirty="0"/>
              <a:t> </a:t>
            </a:r>
            <a:r>
              <a:rPr lang="en-US" sz="1800" dirty="0" err="1"/>
              <a:t>una</a:t>
            </a:r>
            <a:r>
              <a:rPr lang="en-US" sz="1800" dirty="0"/>
              <a:t> </a:t>
            </a:r>
            <a:r>
              <a:rPr lang="en-US" sz="1800" dirty="0" err="1"/>
              <a:t>carrera</a:t>
            </a:r>
            <a:r>
              <a:rPr lang="en-US" sz="1800" dirty="0"/>
              <a:t> </a:t>
            </a:r>
            <a:r>
              <a:rPr lang="en-US" sz="1800" dirty="0" err="1"/>
              <a:t>armamentista</a:t>
            </a:r>
            <a:r>
              <a:rPr lang="en-US" sz="1800" dirty="0"/>
              <a:t> entre </a:t>
            </a:r>
            <a:r>
              <a:rPr lang="en-US" sz="1800" dirty="0" err="1"/>
              <a:t>los</a:t>
            </a:r>
            <a:r>
              <a:rPr lang="en-US" sz="1800" dirty="0"/>
              <a:t> </a:t>
            </a:r>
            <a:r>
              <a:rPr lang="en-US" sz="1800" dirty="0" err="1"/>
              <a:t>ciberdelincuentes</a:t>
            </a:r>
            <a:r>
              <a:rPr lang="en-US" sz="1800" dirty="0"/>
              <a:t> y </a:t>
            </a:r>
            <a:r>
              <a:rPr lang="en-US" sz="1800" dirty="0" err="1"/>
              <a:t>los</a:t>
            </a:r>
            <a:r>
              <a:rPr lang="en-US" sz="1800" dirty="0"/>
              <a:t> </a:t>
            </a:r>
            <a:r>
              <a:rPr lang="en-US" sz="1800" dirty="0" err="1"/>
              <a:t>expertos</a:t>
            </a:r>
            <a:r>
              <a:rPr lang="en-US" sz="1800" dirty="0"/>
              <a:t> </a:t>
            </a:r>
            <a:r>
              <a:rPr lang="en-US" sz="1800" dirty="0" err="1"/>
              <a:t>en</a:t>
            </a:r>
            <a:r>
              <a:rPr lang="en-US" sz="1800" dirty="0"/>
              <a:t> </a:t>
            </a:r>
            <a:r>
              <a:rPr lang="en-US" sz="1800" dirty="0" err="1"/>
              <a:t>seguridad</a:t>
            </a:r>
            <a:r>
              <a:rPr lang="en-US" sz="1800" dirty="0"/>
              <a:t> </a:t>
            </a:r>
            <a:r>
              <a:rPr lang="en-US" sz="1800" dirty="0" err="1"/>
              <a:t>cibernética</a:t>
            </a:r>
            <a:r>
              <a:rPr lang="en-US" sz="1800" dirty="0"/>
              <a:t>. A </a:t>
            </a:r>
            <a:r>
              <a:rPr lang="en-US" sz="1800" dirty="0" err="1"/>
              <a:t>medida</a:t>
            </a:r>
            <a:r>
              <a:rPr lang="en-US" sz="1800" dirty="0"/>
              <a:t> que </a:t>
            </a:r>
            <a:r>
              <a:rPr lang="en-US" sz="1800" dirty="0" err="1"/>
              <a:t>los</a:t>
            </a:r>
            <a:r>
              <a:rPr lang="en-US" sz="1800" dirty="0"/>
              <a:t> virus se </a:t>
            </a:r>
            <a:r>
              <a:rPr lang="en-US" sz="1800" dirty="0" err="1"/>
              <a:t>han</a:t>
            </a:r>
            <a:r>
              <a:rPr lang="en-US" sz="1800" dirty="0"/>
              <a:t> </a:t>
            </a:r>
            <a:r>
              <a:rPr lang="en-US" sz="1800" dirty="0" err="1"/>
              <a:t>vuelto</a:t>
            </a:r>
            <a:r>
              <a:rPr lang="en-US" sz="1800" dirty="0"/>
              <a:t> </a:t>
            </a:r>
            <a:r>
              <a:rPr lang="en-US" sz="1800" dirty="0" err="1"/>
              <a:t>más</a:t>
            </a:r>
            <a:r>
              <a:rPr lang="en-US" sz="1800" dirty="0"/>
              <a:t> </a:t>
            </a:r>
            <a:r>
              <a:rPr lang="en-US" sz="1800" dirty="0" err="1"/>
              <a:t>sofisticados</a:t>
            </a:r>
            <a:r>
              <a:rPr lang="en-US" sz="1800" dirty="0"/>
              <a:t>, también lo </a:t>
            </a:r>
            <a:r>
              <a:rPr lang="en-US" sz="1800" dirty="0" err="1"/>
              <a:t>han</a:t>
            </a:r>
            <a:r>
              <a:rPr lang="en-US" sz="1800" dirty="0"/>
              <a:t> </a:t>
            </a:r>
            <a:r>
              <a:rPr lang="en-US" sz="1800" dirty="0" err="1"/>
              <a:t>hecho</a:t>
            </a:r>
            <a:r>
              <a:rPr lang="en-US" sz="1800" dirty="0"/>
              <a:t> las </a:t>
            </a:r>
            <a:r>
              <a:rPr lang="en-US" sz="1800" dirty="0" err="1"/>
              <a:t>herramientas</a:t>
            </a:r>
            <a:r>
              <a:rPr lang="en-US" sz="1800" dirty="0"/>
              <a:t> y </a:t>
            </a:r>
            <a:r>
              <a:rPr lang="en-US" sz="1800" dirty="0" err="1"/>
              <a:t>tecnologías</a:t>
            </a:r>
            <a:r>
              <a:rPr lang="en-US" sz="1800" dirty="0"/>
              <a:t> </a:t>
            </a:r>
            <a:r>
              <a:rPr lang="en-US" sz="1800" dirty="0" err="1"/>
              <a:t>utilizadas</a:t>
            </a:r>
            <a:r>
              <a:rPr lang="en-US" sz="1800" dirty="0"/>
              <a:t> para </a:t>
            </a:r>
            <a:r>
              <a:rPr lang="en-US" sz="1800" dirty="0" err="1"/>
              <a:t>combatirlos</a:t>
            </a:r>
            <a:r>
              <a:rPr lang="en-US" sz="1800" dirty="0"/>
              <a:t>. Es </a:t>
            </a:r>
            <a:r>
              <a:rPr lang="en-US" sz="1800" dirty="0" err="1"/>
              <a:t>importante</a:t>
            </a:r>
            <a:r>
              <a:rPr lang="en-US" sz="1800" dirty="0"/>
              <a:t> que </a:t>
            </a:r>
            <a:r>
              <a:rPr lang="en-US" sz="1800" dirty="0" err="1"/>
              <a:t>los</a:t>
            </a:r>
            <a:r>
              <a:rPr lang="en-US" sz="1800" dirty="0"/>
              <a:t> </a:t>
            </a:r>
            <a:r>
              <a:rPr lang="en-US" sz="1800" dirty="0" err="1"/>
              <a:t>usuarios</a:t>
            </a:r>
            <a:r>
              <a:rPr lang="en-US" sz="1800" dirty="0"/>
              <a:t> </a:t>
            </a:r>
            <a:r>
              <a:rPr lang="en-US" sz="1800" dirty="0" err="1"/>
              <a:t>tomen</a:t>
            </a:r>
            <a:r>
              <a:rPr lang="en-US" sz="1800" dirty="0"/>
              <a:t> </a:t>
            </a:r>
            <a:r>
              <a:rPr lang="en-US" sz="1800" dirty="0" err="1"/>
              <a:t>medidas</a:t>
            </a:r>
            <a:r>
              <a:rPr lang="en-US" sz="1800" dirty="0"/>
              <a:t> </a:t>
            </a:r>
            <a:r>
              <a:rPr lang="en-US" sz="1800" dirty="0" err="1"/>
              <a:t>preventivas</a:t>
            </a:r>
            <a:r>
              <a:rPr lang="en-US" sz="1800" dirty="0"/>
              <a:t> para </a:t>
            </a:r>
            <a:r>
              <a:rPr lang="en-US" sz="1800" dirty="0" err="1"/>
              <a:t>protegerse</a:t>
            </a:r>
            <a:r>
              <a:rPr lang="en-US" sz="1800" dirty="0"/>
              <a:t> contra </a:t>
            </a:r>
            <a:r>
              <a:rPr lang="en-US" sz="1800" dirty="0" err="1"/>
              <a:t>los</a:t>
            </a:r>
            <a:r>
              <a:rPr lang="en-US" sz="1800" dirty="0"/>
              <a:t> virus, </a:t>
            </a:r>
            <a:r>
              <a:rPr lang="en-US" sz="1800" dirty="0" err="1"/>
              <a:t>como</a:t>
            </a:r>
            <a:r>
              <a:rPr lang="en-US" sz="1800" dirty="0"/>
              <a:t> </a:t>
            </a:r>
            <a:r>
              <a:rPr lang="en-US" sz="1800" dirty="0" err="1"/>
              <a:t>mantener</a:t>
            </a:r>
            <a:r>
              <a:rPr lang="en-US" sz="1800" dirty="0"/>
              <a:t> </a:t>
            </a:r>
            <a:r>
              <a:rPr lang="en-US" sz="1800" dirty="0" err="1"/>
              <a:t>su</a:t>
            </a:r>
            <a:r>
              <a:rPr lang="en-US" sz="1800" dirty="0"/>
              <a:t> software de </a:t>
            </a:r>
            <a:r>
              <a:rPr lang="en-US" sz="1800" dirty="0" err="1"/>
              <a:t>seguridad</a:t>
            </a:r>
            <a:r>
              <a:rPr lang="en-US" sz="1800" dirty="0"/>
              <a:t> </a:t>
            </a:r>
            <a:r>
              <a:rPr lang="en-US" sz="1800" dirty="0" err="1"/>
              <a:t>actualizado</a:t>
            </a:r>
            <a:r>
              <a:rPr lang="en-US" sz="1800" dirty="0"/>
              <a:t> y ser </a:t>
            </a:r>
            <a:r>
              <a:rPr lang="en-US" sz="1800" dirty="0" err="1"/>
              <a:t>conscientes</a:t>
            </a:r>
            <a:r>
              <a:rPr lang="en-US" sz="1800" dirty="0"/>
              <a:t> de </a:t>
            </a:r>
            <a:r>
              <a:rPr lang="en-US" sz="1800" dirty="0" err="1"/>
              <a:t>los</a:t>
            </a:r>
            <a:r>
              <a:rPr lang="en-US" sz="1800" dirty="0"/>
              <a:t> </a:t>
            </a:r>
            <a:r>
              <a:rPr lang="en-US" sz="1800" dirty="0" err="1"/>
              <a:t>correos</a:t>
            </a:r>
            <a:r>
              <a:rPr lang="en-US" sz="1800" dirty="0"/>
              <a:t> </a:t>
            </a:r>
            <a:r>
              <a:rPr lang="en-US" sz="1800" dirty="0" err="1"/>
              <a:t>electrónicos</a:t>
            </a:r>
            <a:r>
              <a:rPr lang="en-US" sz="1800" dirty="0"/>
              <a:t> y </a:t>
            </a:r>
            <a:r>
              <a:rPr lang="en-US" sz="1800" dirty="0" err="1"/>
              <a:t>descargas</a:t>
            </a:r>
            <a:r>
              <a:rPr lang="en-US" sz="1800" dirty="0"/>
              <a:t> </a:t>
            </a:r>
            <a:r>
              <a:rPr lang="en-US" sz="1800" dirty="0" err="1"/>
              <a:t>sospechosos</a:t>
            </a:r>
            <a:r>
              <a:rPr lang="en-US" sz="1800" dirty="0"/>
              <a:t>.</a:t>
            </a:r>
          </a:p>
          <a:p>
            <a:pPr indent="-228600" defTabSz="914400"/>
            <a:endParaRPr lang="en-US" sz="1800" dirty="0"/>
          </a:p>
        </p:txBody>
      </p:sp>
      <p:pic>
        <p:nvPicPr>
          <p:cNvPr id="4" name="Google Shape;135;p8" descr="Cómo protegerse de los virus, piratas informáticos y demás ataques? |  Tecnología - ComputerHoy.com">
            <a:extLst>
              <a:ext uri="{FF2B5EF4-FFF2-40B4-BE49-F238E27FC236}">
                <a16:creationId xmlns:a16="http://schemas.microsoft.com/office/drawing/2014/main" id="{65CD8972-D992-B11F-7AC6-AAC8807A4780}"/>
              </a:ext>
            </a:extLst>
          </p:cNvPr>
          <p:cNvPicPr preferRelativeResize="0"/>
          <p:nvPr/>
        </p:nvPicPr>
        <p:blipFill rotWithShape="1">
          <a:blip r:embed="rId3"/>
          <a:srcRect l="20442" r="15538" b="1"/>
          <a:stretch/>
        </p:blipFill>
        <p:spPr>
          <a:xfrm>
            <a:off x="15351316" y="4187952"/>
            <a:ext cx="7882128" cy="8193024"/>
          </a:xfrm>
          <a:prstGeom prst="rect">
            <a:avLst/>
          </a:prstGeom>
          <a:noFill/>
        </p:spPr>
      </p:pic>
    </p:spTree>
    <p:extLst>
      <p:ext uri="{BB962C8B-B14F-4D97-AF65-F5344CB8AC3E}">
        <p14:creationId xmlns:p14="http://schemas.microsoft.com/office/powerpoint/2010/main" val="3232265757"/>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Shape 409"/>
        <p:cNvGrpSpPr/>
        <p:nvPr/>
      </p:nvGrpSpPr>
      <p:grpSpPr>
        <a:xfrm>
          <a:off x="0" y="0"/>
          <a:ext cx="0" cy="0"/>
          <a:chOff x="0" y="0"/>
          <a:chExt cx="0" cy="0"/>
        </a:xfrm>
      </p:grpSpPr>
      <p:sp>
        <p:nvSpPr>
          <p:cNvPr id="410" name="Google Shape;410;p36"/>
          <p:cNvSpPr txBox="1">
            <a:spLocks noGrp="1"/>
          </p:cNvSpPr>
          <p:nvPr>
            <p:ph type="title" idx="4294967295"/>
          </p:nvPr>
        </p:nvSpPr>
        <p:spPr>
          <a:xfrm>
            <a:off x="0" y="296863"/>
            <a:ext cx="21005800" cy="2286000"/>
          </a:xfrm>
          <a:prstGeom prst="rect">
            <a:avLst/>
          </a:prstGeom>
          <a:noFill/>
          <a:ln>
            <a:noFill/>
          </a:ln>
        </p:spPr>
        <p:txBody>
          <a:bodyPr spcFirstLastPara="1" wrap="square" lIns="182850" tIns="91400" rIns="182850" bIns="91400" anchor="ctr" anchorCtr="0">
            <a:normAutofit/>
          </a:bodyPr>
          <a:lstStyle/>
          <a:p>
            <a:pPr>
              <a:lnSpc>
                <a:spcPct val="90000"/>
              </a:lnSpc>
              <a:spcBef>
                <a:spcPts val="0"/>
              </a:spcBef>
              <a:buClr>
                <a:schemeClr val="dk1"/>
              </a:buClr>
              <a:buSzPts val="4400"/>
            </a:pPr>
            <a:r>
              <a:rPr lang="es-ES" dirty="0"/>
              <a:t>GUSANOS-WORMS</a:t>
            </a:r>
            <a:endParaRPr dirty="0"/>
          </a:p>
        </p:txBody>
      </p:sp>
      <p:sp>
        <p:nvSpPr>
          <p:cNvPr id="411" name="Google Shape;411;p36"/>
          <p:cNvSpPr txBox="1">
            <a:spLocks noGrp="1"/>
          </p:cNvSpPr>
          <p:nvPr>
            <p:ph idx="4294967295"/>
          </p:nvPr>
        </p:nvSpPr>
        <p:spPr>
          <a:xfrm>
            <a:off x="0" y="2333625"/>
            <a:ext cx="23279100" cy="2890838"/>
          </a:xfrm>
          <a:prstGeom prst="rect">
            <a:avLst/>
          </a:prstGeom>
          <a:ln/>
        </p:spPr>
        <p:style>
          <a:lnRef idx="2">
            <a:schemeClr val="accent5"/>
          </a:lnRef>
          <a:fillRef idx="1">
            <a:schemeClr val="lt1"/>
          </a:fillRef>
          <a:effectRef idx="0">
            <a:schemeClr val="accent5"/>
          </a:effectRef>
          <a:fontRef idx="minor">
            <a:schemeClr val="dk1"/>
          </a:fontRef>
        </p:style>
        <p:txBody>
          <a:bodyPr spcFirstLastPara="1" wrap="square" lIns="182850" tIns="91400" rIns="182850" bIns="91400" anchor="t" anchorCtr="0">
            <a:normAutofit fontScale="92500" lnSpcReduction="10000"/>
          </a:bodyPr>
          <a:lstStyle/>
          <a:p>
            <a:pPr marL="0" indent="0">
              <a:lnSpc>
                <a:spcPct val="90000"/>
              </a:lnSpc>
              <a:spcBef>
                <a:spcPts val="0"/>
              </a:spcBef>
              <a:buClr>
                <a:srgbClr val="4D5156"/>
              </a:buClr>
              <a:buSzPts val="2800"/>
              <a:buNone/>
            </a:pPr>
            <a:r>
              <a:rPr lang="es-ES" i="0" dirty="0">
                <a:solidFill>
                  <a:srgbClr val="FF0000"/>
                </a:solidFill>
                <a:ea typeface="arial"/>
                <a:cs typeface="arial"/>
                <a:sym typeface="arial"/>
              </a:rPr>
              <a:t>Un gusano informático es un malware que se replica para propagarse a otras computadoras. Este software malicioso suele utilizar una red informática para propagarse, aprovechando las fallas de seguridad en la computadora de destino para acceder a ella.</a:t>
            </a:r>
            <a:endParaRPr dirty="0">
              <a:solidFill>
                <a:srgbClr val="FF0000"/>
              </a:solidFill>
            </a:endParaRPr>
          </a:p>
        </p:txBody>
      </p:sp>
      <p:pic>
        <p:nvPicPr>
          <p:cNvPr id="412" name="Google Shape;412;p36" descr="Gusano Hambriento, Cuchillo, Horquilla, Comer, Orugas"/>
          <p:cNvPicPr preferRelativeResize="0"/>
          <p:nvPr/>
        </p:nvPicPr>
        <p:blipFill rotWithShape="1">
          <a:blip r:embed="rId3">
            <a:alphaModFix/>
          </a:blip>
          <a:srcRect/>
          <a:stretch/>
        </p:blipFill>
        <p:spPr>
          <a:xfrm>
            <a:off x="820065" y="5810250"/>
            <a:ext cx="5041086" cy="6516304"/>
          </a:xfrm>
          <a:prstGeom prst="rect">
            <a:avLst/>
          </a:prstGeom>
          <a:noFill/>
          <a:ln>
            <a:noFill/>
          </a:ln>
        </p:spPr>
      </p:pic>
      <p:pic>
        <p:nvPicPr>
          <p:cNvPr id="2" name="Google Shape;135;p8" descr="Cómo protegerse de los virus, piratas informáticos y demás ataques? |  Tecnología - ComputerHoy.com">
            <a:extLst>
              <a:ext uri="{FF2B5EF4-FFF2-40B4-BE49-F238E27FC236}">
                <a16:creationId xmlns:a16="http://schemas.microsoft.com/office/drawing/2014/main" id="{4AD0A158-A1F7-7717-3A5F-087896765B1E}"/>
              </a:ext>
            </a:extLst>
          </p:cNvPr>
          <p:cNvPicPr preferRelativeResize="0"/>
          <p:nvPr/>
        </p:nvPicPr>
        <p:blipFill rotWithShape="1">
          <a:blip r:embed="rId4">
            <a:alphaModFix/>
          </a:blip>
          <a:srcRect/>
          <a:stretch/>
        </p:blipFill>
        <p:spPr>
          <a:xfrm>
            <a:off x="21666200" y="11897201"/>
            <a:ext cx="2717800" cy="1828802"/>
          </a:xfrm>
          <a:prstGeom prst="rect">
            <a:avLst/>
          </a:prstGeom>
          <a:noFill/>
          <a:ln>
            <a:noFill/>
          </a:ln>
        </p:spPr>
      </p:pic>
      <p:sp>
        <p:nvSpPr>
          <p:cNvPr id="4" name="CuadroTexto 3">
            <a:extLst>
              <a:ext uri="{FF2B5EF4-FFF2-40B4-BE49-F238E27FC236}">
                <a16:creationId xmlns:a16="http://schemas.microsoft.com/office/drawing/2014/main" id="{8DAB0F02-D99D-9DC4-F2AF-78638B87461A}"/>
              </a:ext>
            </a:extLst>
          </p:cNvPr>
          <p:cNvSpPr txBox="1"/>
          <p:nvPr/>
        </p:nvSpPr>
        <p:spPr>
          <a:xfrm>
            <a:off x="6851650" y="6802621"/>
            <a:ext cx="16173450" cy="453156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s-ES" sz="2800" dirty="0"/>
              <a:t>Una vez que un gusano infecta un sistema, puede llevar a cabo diversas acciones maliciosas, como robar información confidencial, degradar el rendimiento del sistema, instalar software malicioso adicional o crear "puertas traseras" para permitir el acceso remoto no autorizado. Los gusanos también pueden consumir recursos valiosos del sistema, como el ancho de banda de la red, lo que puede afectar negativamente el rendimiento de los sistemas y la red.</a:t>
            </a:r>
          </a:p>
          <a:p>
            <a:r>
              <a:rPr lang="es-ES" sz="2800" dirty="0"/>
              <a:t>Además, los gusanos pueden ser diseñados para propagar otros tipos de malware, como troyanos o </a:t>
            </a:r>
            <a:r>
              <a:rPr lang="es-ES" sz="2800" dirty="0" err="1"/>
              <a:t>ransomware</a:t>
            </a:r>
            <a:r>
              <a:rPr lang="es-ES" sz="2800" dirty="0"/>
              <a:t>, lo que puede causar daños aún mayores</a:t>
            </a:r>
          </a:p>
        </p:txBody>
      </p:sp>
      <p:sp>
        <p:nvSpPr>
          <p:cNvPr id="5" name="Flecha: hacia abajo 4">
            <a:extLst>
              <a:ext uri="{FF2B5EF4-FFF2-40B4-BE49-F238E27FC236}">
                <a16:creationId xmlns:a16="http://schemas.microsoft.com/office/drawing/2014/main" id="{7FC0AF7D-3273-27E7-7769-5EF7F041809B}"/>
              </a:ext>
            </a:extLst>
          </p:cNvPr>
          <p:cNvSpPr/>
          <p:nvPr/>
        </p:nvSpPr>
        <p:spPr>
          <a:xfrm>
            <a:off x="11639550" y="5224463"/>
            <a:ext cx="2209800" cy="1633537"/>
          </a:xfrm>
          <a:prstGeom prst="downArrow">
            <a:avLst/>
          </a:prstGeom>
          <a:solidFill>
            <a:schemeClr val="accent1">
              <a:hueOff val="-176470"/>
              <a:satOff val="-53329"/>
              <a:lumOff val="-11960"/>
            </a:schemeClr>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s-ES" sz="3200" b="0" i="0" u="none" strike="noStrike" cap="none" spc="0" normalizeH="0" baseline="0">
              <a:ln>
                <a:noFill/>
              </a:ln>
              <a:solidFill>
                <a:srgbClr val="FFFFFF"/>
              </a:solidFill>
              <a:effectLst/>
              <a:uFillTx/>
              <a:latin typeface="Lato Regular"/>
              <a:ea typeface="Lato Regular"/>
              <a:cs typeface="Lato Regular"/>
              <a:sym typeface="Lato Regular"/>
            </a:endParaRPr>
          </a:p>
        </p:txBody>
      </p:sp>
    </p:spTree>
    <p:extLst>
      <p:ext uri="{BB962C8B-B14F-4D97-AF65-F5344CB8AC3E}">
        <p14:creationId xmlns:p14="http://schemas.microsoft.com/office/powerpoint/2010/main" val="91505634"/>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416"/>
        <p:cNvGrpSpPr/>
        <p:nvPr/>
      </p:nvGrpSpPr>
      <p:grpSpPr>
        <a:xfrm>
          <a:off x="0" y="0"/>
          <a:ext cx="0" cy="0"/>
          <a:chOff x="0" y="0"/>
          <a:chExt cx="0" cy="0"/>
        </a:xfrm>
      </p:grpSpPr>
      <p:sp>
        <p:nvSpPr>
          <p:cNvPr id="417" name="Google Shape;417;p37"/>
          <p:cNvSpPr txBox="1">
            <a:spLocks noGrp="1"/>
          </p:cNvSpPr>
          <p:nvPr>
            <p:ph type="title" idx="4294967295"/>
          </p:nvPr>
        </p:nvSpPr>
        <p:spPr>
          <a:xfrm>
            <a:off x="0" y="-71438"/>
            <a:ext cx="21031200" cy="2651126"/>
          </a:xfrm>
          <a:prstGeom prst="rect">
            <a:avLst/>
          </a:prstGeom>
          <a:noFill/>
          <a:ln>
            <a:noFill/>
          </a:ln>
        </p:spPr>
        <p:txBody>
          <a:bodyPr spcFirstLastPara="1" wrap="square" lIns="182850" tIns="91400" rIns="182850" bIns="91400" anchor="ctr" anchorCtr="0">
            <a:normAutofit/>
          </a:bodyPr>
          <a:lstStyle/>
          <a:p>
            <a:pPr>
              <a:lnSpc>
                <a:spcPct val="90000"/>
              </a:lnSpc>
              <a:spcBef>
                <a:spcPts val="0"/>
              </a:spcBef>
              <a:buClr>
                <a:schemeClr val="dk1"/>
              </a:buClr>
              <a:buSzPts val="4400"/>
            </a:pPr>
            <a:r>
              <a:rPr lang="es-ES" dirty="0"/>
              <a:t>TROYANOS</a:t>
            </a:r>
            <a:endParaRPr dirty="0"/>
          </a:p>
        </p:txBody>
      </p:sp>
      <p:sp>
        <p:nvSpPr>
          <p:cNvPr id="418" name="Google Shape;418;p37"/>
          <p:cNvSpPr txBox="1">
            <a:spLocks noGrp="1"/>
          </p:cNvSpPr>
          <p:nvPr>
            <p:ph idx="4294967295"/>
          </p:nvPr>
        </p:nvSpPr>
        <p:spPr>
          <a:xfrm>
            <a:off x="0" y="1804988"/>
            <a:ext cx="23956963" cy="3444875"/>
          </a:xfrm>
          <a:prstGeom prst="rect">
            <a:avLst/>
          </a:prstGeom>
          <a:noFill/>
          <a:ln>
            <a:noFill/>
          </a:ln>
        </p:spPr>
        <p:txBody>
          <a:bodyPr spcFirstLastPara="1" wrap="square" lIns="182850" tIns="91400" rIns="182850" bIns="91400" anchor="t" anchorCtr="0">
            <a:normAutofit fontScale="85000" lnSpcReduction="20000"/>
          </a:bodyPr>
          <a:lstStyle/>
          <a:p>
            <a:pPr marL="0" indent="0">
              <a:lnSpc>
                <a:spcPct val="120000"/>
              </a:lnSpc>
              <a:spcBef>
                <a:spcPts val="0"/>
              </a:spcBef>
              <a:buClr>
                <a:srgbClr val="4D5156"/>
              </a:buClr>
              <a:buSzPts val="2380"/>
              <a:buNone/>
            </a:pPr>
            <a:r>
              <a:rPr lang="es-ES" sz="4760" dirty="0">
                <a:solidFill>
                  <a:srgbClr val="4D5156"/>
                </a:solidFill>
                <a:latin typeface="Verdana" panose="020B0604030504040204" pitchFamily="34" charset="0"/>
                <a:ea typeface="Verdana" panose="020B0604030504040204" pitchFamily="34" charset="0"/>
                <a:cs typeface="arial"/>
                <a:sym typeface="arial"/>
              </a:rPr>
              <a:t>En informática, se denomina caballo de Troya, o troyano, a un malware que se presenta al usuario como un programa aparentemente legítimo e inofensivo, pero que, al ejecutarlo, le brinda a un atacante acceso remoto al equipo infectado.​​ A los troyanos de acceso remoto también se les denomina </a:t>
            </a:r>
            <a:r>
              <a:rPr lang="es-ES" sz="4760" b="1" dirty="0">
                <a:solidFill>
                  <a:srgbClr val="003245"/>
                </a:solidFill>
                <a:latin typeface="Verdana" panose="020B0604030504040204" pitchFamily="34" charset="0"/>
                <a:ea typeface="Verdana" panose="020B0604030504040204" pitchFamily="34" charset="0"/>
                <a:cs typeface="Times New Roman"/>
                <a:sym typeface="Times New Roman"/>
              </a:rPr>
              <a:t>Backdoor o puerta trasera. Los hay que son de tipo espionaje, bancarios, o de cifrado (</a:t>
            </a:r>
            <a:r>
              <a:rPr lang="es-ES" sz="4760" b="1" dirty="0" err="1">
                <a:solidFill>
                  <a:srgbClr val="003245"/>
                </a:solidFill>
                <a:latin typeface="Verdana" panose="020B0604030504040204" pitchFamily="34" charset="0"/>
                <a:ea typeface="Verdana" panose="020B0604030504040204" pitchFamily="34" charset="0"/>
                <a:cs typeface="Times New Roman"/>
                <a:sym typeface="Times New Roman"/>
              </a:rPr>
              <a:t>Ransomware</a:t>
            </a:r>
            <a:r>
              <a:rPr lang="es-ES" sz="4760" b="1" dirty="0">
                <a:solidFill>
                  <a:srgbClr val="003245"/>
                </a:solidFill>
                <a:latin typeface="Verdana" panose="020B0604030504040204" pitchFamily="34" charset="0"/>
                <a:ea typeface="Verdana" panose="020B0604030504040204" pitchFamily="34" charset="0"/>
                <a:cs typeface="Times New Roman"/>
                <a:sym typeface="Times New Roman"/>
              </a:rPr>
              <a:t>)</a:t>
            </a:r>
            <a:endParaRPr sz="4760" dirty="0">
              <a:latin typeface="Verdana" panose="020B0604030504040204" pitchFamily="34" charset="0"/>
              <a:ea typeface="Verdana" panose="020B0604030504040204" pitchFamily="34" charset="0"/>
            </a:endParaRPr>
          </a:p>
        </p:txBody>
      </p:sp>
      <p:pic>
        <p:nvPicPr>
          <p:cNvPr id="421" name="Google Shape;421;p37" descr="El Caballo, Madera, Caballo, Juguete, Konik"/>
          <p:cNvPicPr preferRelativeResize="0"/>
          <p:nvPr/>
        </p:nvPicPr>
        <p:blipFill rotWithShape="1">
          <a:blip r:embed="rId3">
            <a:alphaModFix/>
          </a:blip>
          <a:srcRect/>
          <a:stretch/>
        </p:blipFill>
        <p:spPr>
          <a:xfrm>
            <a:off x="4732020" y="94535"/>
            <a:ext cx="1592580" cy="1780726"/>
          </a:xfrm>
          <a:prstGeom prst="rect">
            <a:avLst/>
          </a:prstGeom>
          <a:noFill/>
          <a:ln>
            <a:noFill/>
          </a:ln>
        </p:spPr>
      </p:pic>
      <p:sp>
        <p:nvSpPr>
          <p:cNvPr id="8" name="CuadroTexto 7">
            <a:extLst>
              <a:ext uri="{FF2B5EF4-FFF2-40B4-BE49-F238E27FC236}">
                <a16:creationId xmlns:a16="http://schemas.microsoft.com/office/drawing/2014/main" id="{0B8132A2-2704-462C-9DC4-316A66ADC693}"/>
              </a:ext>
            </a:extLst>
          </p:cNvPr>
          <p:cNvSpPr txBox="1"/>
          <p:nvPr/>
        </p:nvSpPr>
        <p:spPr>
          <a:xfrm>
            <a:off x="78576" y="8624990"/>
            <a:ext cx="5202860" cy="2039020"/>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wrap="square">
            <a:spAutoFit/>
          </a:bodyPr>
          <a:lstStyle/>
          <a:p>
            <a:pPr>
              <a:lnSpc>
                <a:spcPct val="107000"/>
              </a:lnSpc>
              <a:spcBef>
                <a:spcPts val="3600"/>
              </a:spcBef>
              <a:buClr>
                <a:srgbClr val="003245"/>
              </a:buClr>
              <a:buSzPts val="1000"/>
            </a:pPr>
            <a:r>
              <a:rPr lang="es-ES" sz="4000" b="1" dirty="0">
                <a:solidFill>
                  <a:srgbClr val="003245"/>
                </a:solidFill>
                <a:latin typeface="Calibri"/>
                <a:ea typeface="Calibri"/>
                <a:cs typeface="Calibri"/>
                <a:sym typeface="Calibri"/>
              </a:rPr>
              <a:t>Troyanos de </a:t>
            </a:r>
            <a:r>
              <a:rPr lang="es-ES" sz="4000" b="1" dirty="0">
                <a:solidFill>
                  <a:srgbClr val="003245"/>
                </a:solidFill>
                <a:latin typeface="Calibri"/>
                <a:ea typeface="Verdana" panose="020B0604030504040204" pitchFamily="34" charset="0"/>
                <a:cs typeface="Calibri"/>
                <a:sym typeface="Calibri"/>
              </a:rPr>
              <a:t>denegación</a:t>
            </a:r>
            <a:r>
              <a:rPr lang="es-ES" sz="4000" b="1" dirty="0">
                <a:solidFill>
                  <a:srgbClr val="003245"/>
                </a:solidFill>
                <a:latin typeface="Calibri"/>
                <a:ea typeface="Calibri"/>
                <a:cs typeface="Calibri"/>
                <a:sym typeface="Calibri"/>
              </a:rPr>
              <a:t> de servicio (DoS):</a:t>
            </a:r>
            <a:r>
              <a:rPr lang="es-ES" sz="4000" dirty="0">
                <a:solidFill>
                  <a:srgbClr val="003245"/>
                </a:solidFill>
                <a:latin typeface="Calibri"/>
                <a:ea typeface="Calibri"/>
                <a:cs typeface="Calibri"/>
                <a:sym typeface="Calibri"/>
              </a:rPr>
              <a:t> </a:t>
            </a:r>
          </a:p>
        </p:txBody>
      </p:sp>
      <p:sp>
        <p:nvSpPr>
          <p:cNvPr id="11" name="CuadroTexto 10">
            <a:extLst>
              <a:ext uri="{FF2B5EF4-FFF2-40B4-BE49-F238E27FC236}">
                <a16:creationId xmlns:a16="http://schemas.microsoft.com/office/drawing/2014/main" id="{11FE996C-7E0F-4D12-8B58-984957114955}"/>
              </a:ext>
            </a:extLst>
          </p:cNvPr>
          <p:cNvSpPr txBox="1"/>
          <p:nvPr/>
        </p:nvSpPr>
        <p:spPr>
          <a:xfrm>
            <a:off x="-27356" y="10979713"/>
            <a:ext cx="5202860" cy="65883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wrap="square">
            <a:spAutoFit/>
          </a:bodyPr>
          <a:lstStyle/>
          <a:p>
            <a:pPr>
              <a:lnSpc>
                <a:spcPct val="107000"/>
              </a:lnSpc>
              <a:spcBef>
                <a:spcPts val="3600"/>
              </a:spcBef>
              <a:buClr>
                <a:srgbClr val="003245"/>
              </a:buClr>
              <a:buSzPts val="1000"/>
            </a:pPr>
            <a:r>
              <a:rPr lang="es-ES" sz="3600" b="1" dirty="0">
                <a:solidFill>
                  <a:srgbClr val="003245"/>
                </a:solidFill>
                <a:latin typeface="Calibri"/>
                <a:ea typeface="Calibri"/>
                <a:cs typeface="Calibri"/>
                <a:sym typeface="Calibri"/>
              </a:rPr>
              <a:t>Troyanos </a:t>
            </a:r>
            <a:r>
              <a:rPr lang="es-ES" sz="3600" b="1" dirty="0" err="1">
                <a:solidFill>
                  <a:srgbClr val="003245"/>
                </a:solidFill>
                <a:latin typeface="Calibri"/>
                <a:ea typeface="Calibri"/>
                <a:cs typeface="Calibri"/>
                <a:sym typeface="Calibri"/>
              </a:rPr>
              <a:t>Rogue</a:t>
            </a:r>
            <a:r>
              <a:rPr lang="es-ES" sz="3600" b="1" dirty="0">
                <a:solidFill>
                  <a:srgbClr val="003245"/>
                </a:solidFill>
                <a:latin typeface="Calibri"/>
                <a:ea typeface="Calibri"/>
                <a:cs typeface="Calibri"/>
                <a:sym typeface="Calibri"/>
              </a:rPr>
              <a:t> </a:t>
            </a:r>
            <a:r>
              <a:rPr lang="es-ES" sz="3600" b="1" dirty="0" err="1">
                <a:solidFill>
                  <a:srgbClr val="003245"/>
                </a:solidFill>
                <a:latin typeface="Calibri"/>
                <a:ea typeface="Calibri"/>
                <a:cs typeface="Calibri"/>
                <a:sym typeface="Calibri"/>
              </a:rPr>
              <a:t>Ware</a:t>
            </a:r>
            <a:endParaRPr lang="es-ES" sz="3600" dirty="0">
              <a:solidFill>
                <a:srgbClr val="003245"/>
              </a:solidFill>
              <a:latin typeface="Calibri"/>
              <a:ea typeface="Calibri"/>
              <a:cs typeface="Calibri"/>
              <a:sym typeface="Calibri"/>
            </a:endParaRPr>
          </a:p>
        </p:txBody>
      </p:sp>
      <p:sp>
        <p:nvSpPr>
          <p:cNvPr id="13" name="CuadroTexto 12">
            <a:extLst>
              <a:ext uri="{FF2B5EF4-FFF2-40B4-BE49-F238E27FC236}">
                <a16:creationId xmlns:a16="http://schemas.microsoft.com/office/drawing/2014/main" id="{28B8E16F-4471-430E-AECB-018EBA539090}"/>
              </a:ext>
            </a:extLst>
          </p:cNvPr>
          <p:cNvSpPr txBox="1"/>
          <p:nvPr/>
        </p:nvSpPr>
        <p:spPr>
          <a:xfrm>
            <a:off x="78576" y="7204360"/>
            <a:ext cx="5096927" cy="1200329"/>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wrap="square">
            <a:spAutoFit/>
          </a:bodyPr>
          <a:lstStyle/>
          <a:p>
            <a:pPr>
              <a:lnSpc>
                <a:spcPct val="90000"/>
              </a:lnSpc>
              <a:spcBef>
                <a:spcPts val="3600"/>
              </a:spcBef>
              <a:buClr>
                <a:srgbClr val="003245"/>
              </a:buClr>
              <a:buSzPts val="1800"/>
            </a:pPr>
            <a:r>
              <a:rPr lang="es-ES" sz="4000" b="1" dirty="0">
                <a:solidFill>
                  <a:srgbClr val="003245"/>
                </a:solidFill>
                <a:latin typeface="Calibri"/>
                <a:ea typeface="Calibri"/>
                <a:cs typeface="Calibri"/>
                <a:sym typeface="Calibri"/>
              </a:rPr>
              <a:t>Troyanos de destrucción de datos:</a:t>
            </a:r>
            <a:r>
              <a:rPr lang="es-ES" sz="4000" dirty="0">
                <a:solidFill>
                  <a:srgbClr val="003245"/>
                </a:solidFill>
                <a:latin typeface="Calibri"/>
                <a:ea typeface="Calibri"/>
                <a:cs typeface="Calibri"/>
                <a:sym typeface="Calibri"/>
              </a:rPr>
              <a:t> </a:t>
            </a:r>
          </a:p>
        </p:txBody>
      </p:sp>
      <p:sp>
        <p:nvSpPr>
          <p:cNvPr id="15" name="CuadroTexto 14">
            <a:extLst>
              <a:ext uri="{FF2B5EF4-FFF2-40B4-BE49-F238E27FC236}">
                <a16:creationId xmlns:a16="http://schemas.microsoft.com/office/drawing/2014/main" id="{0593CE35-163A-411A-B13F-36ED081D066F}"/>
              </a:ext>
            </a:extLst>
          </p:cNvPr>
          <p:cNvSpPr txBox="1"/>
          <p:nvPr/>
        </p:nvSpPr>
        <p:spPr>
          <a:xfrm>
            <a:off x="0" y="5762373"/>
            <a:ext cx="5202860" cy="721736"/>
          </a:xfrm>
          <a:prstGeom prst="rect">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wrap="square">
            <a:spAutoFit/>
          </a:bodyPr>
          <a:lstStyle/>
          <a:p>
            <a:pPr>
              <a:lnSpc>
                <a:spcPct val="107000"/>
              </a:lnSpc>
              <a:spcBef>
                <a:spcPts val="2000"/>
              </a:spcBef>
              <a:buClr>
                <a:srgbClr val="003245"/>
              </a:buClr>
              <a:buSzPts val="1000"/>
            </a:pPr>
            <a:r>
              <a:rPr lang="es-ES" sz="4000" b="1" dirty="0">
                <a:solidFill>
                  <a:srgbClr val="003245"/>
                </a:solidFill>
                <a:latin typeface="Calibri"/>
                <a:ea typeface="Calibri"/>
                <a:cs typeface="Calibri"/>
                <a:sym typeface="Calibri"/>
              </a:rPr>
              <a:t>Troyanos de descarga:</a:t>
            </a:r>
            <a:r>
              <a:rPr lang="es-ES" sz="4000" dirty="0">
                <a:solidFill>
                  <a:srgbClr val="003245"/>
                </a:solidFill>
                <a:latin typeface="Calibri"/>
                <a:ea typeface="Calibri"/>
                <a:cs typeface="Calibri"/>
                <a:sym typeface="Calibri"/>
              </a:rPr>
              <a:t> </a:t>
            </a:r>
          </a:p>
        </p:txBody>
      </p:sp>
      <p:sp>
        <p:nvSpPr>
          <p:cNvPr id="17" name="CuadroTexto 16">
            <a:extLst>
              <a:ext uri="{FF2B5EF4-FFF2-40B4-BE49-F238E27FC236}">
                <a16:creationId xmlns:a16="http://schemas.microsoft.com/office/drawing/2014/main" id="{1C0BCDC9-64F8-41E0-9DA3-352E8632A935}"/>
              </a:ext>
            </a:extLst>
          </p:cNvPr>
          <p:cNvSpPr txBox="1"/>
          <p:nvPr/>
        </p:nvSpPr>
        <p:spPr>
          <a:xfrm>
            <a:off x="-27356" y="11954058"/>
            <a:ext cx="5308792" cy="138037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a:spAutoFit/>
          </a:bodyPr>
          <a:lstStyle/>
          <a:p>
            <a:pPr>
              <a:lnSpc>
                <a:spcPct val="107000"/>
              </a:lnSpc>
              <a:spcBef>
                <a:spcPts val="3600"/>
              </a:spcBef>
              <a:buClr>
                <a:srgbClr val="003245"/>
              </a:buClr>
              <a:buSzPts val="1000"/>
            </a:pPr>
            <a:r>
              <a:rPr lang="es-ES" sz="4000" b="1" dirty="0">
                <a:solidFill>
                  <a:srgbClr val="003245"/>
                </a:solidFill>
                <a:latin typeface="Calibri"/>
                <a:ea typeface="Calibri"/>
                <a:cs typeface="Calibri"/>
                <a:sym typeface="Calibri"/>
              </a:rPr>
              <a:t>Desactivadores de antivirus:</a:t>
            </a:r>
            <a:endParaRPr lang="es-ES" sz="4000" dirty="0">
              <a:solidFill>
                <a:srgbClr val="003245"/>
              </a:solidFill>
              <a:latin typeface="Calibri"/>
              <a:ea typeface="Calibri"/>
              <a:cs typeface="Calibri"/>
              <a:sym typeface="Calibri"/>
            </a:endParaRPr>
          </a:p>
        </p:txBody>
      </p:sp>
      <p:sp>
        <p:nvSpPr>
          <p:cNvPr id="12" name="CuadroTexto 11">
            <a:extLst>
              <a:ext uri="{FF2B5EF4-FFF2-40B4-BE49-F238E27FC236}">
                <a16:creationId xmlns:a16="http://schemas.microsoft.com/office/drawing/2014/main" id="{E6A852E5-2060-428A-A24A-4EFEDE1F95A9}"/>
              </a:ext>
            </a:extLst>
          </p:cNvPr>
          <p:cNvSpPr txBox="1"/>
          <p:nvPr/>
        </p:nvSpPr>
        <p:spPr>
          <a:xfrm>
            <a:off x="5563621" y="5039955"/>
            <a:ext cx="16808699" cy="1844416"/>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ctr">
              <a:lnSpc>
                <a:spcPct val="107000"/>
              </a:lnSpc>
              <a:spcBef>
                <a:spcPts val="2000"/>
              </a:spcBef>
              <a:buClr>
                <a:srgbClr val="003245"/>
              </a:buClr>
              <a:buSzPts val="1000"/>
            </a:pPr>
            <a:r>
              <a:rPr lang="es-ES" sz="3600" dirty="0">
                <a:solidFill>
                  <a:schemeClr val="tx1"/>
                </a:solidFill>
                <a:latin typeface="Calibri"/>
                <a:ea typeface="Calibri"/>
                <a:cs typeface="Calibri"/>
                <a:sym typeface="Calibri"/>
              </a:rPr>
              <a:t>Son aplicaciones de software que no pueden dañar al equipo anfitrión por sí mismos, si éste no se conecta a Internet. Su código de carga se conecta a Internet, y luego facilita la instalación de otras aplicaciones (exploits, por ejemplo).</a:t>
            </a:r>
            <a:endParaRPr lang="es-ES" sz="3200" dirty="0">
              <a:solidFill>
                <a:schemeClr val="tx1"/>
              </a:solidFill>
              <a:latin typeface="Calibri"/>
              <a:ea typeface="Calibri"/>
              <a:cs typeface="Calibri"/>
              <a:sym typeface="Calibri"/>
            </a:endParaRPr>
          </a:p>
        </p:txBody>
      </p:sp>
      <p:sp>
        <p:nvSpPr>
          <p:cNvPr id="14" name="CuadroTexto 13">
            <a:extLst>
              <a:ext uri="{FF2B5EF4-FFF2-40B4-BE49-F238E27FC236}">
                <a16:creationId xmlns:a16="http://schemas.microsoft.com/office/drawing/2014/main" id="{429E49CC-84BB-4CB2-A5B3-9FFEC947D497}"/>
              </a:ext>
            </a:extLst>
          </p:cNvPr>
          <p:cNvSpPr txBox="1"/>
          <p:nvPr/>
        </p:nvSpPr>
        <p:spPr>
          <a:xfrm>
            <a:off x="5621112" y="10057505"/>
            <a:ext cx="16495938" cy="184441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ct val="107000"/>
              </a:lnSpc>
              <a:spcBef>
                <a:spcPts val="3600"/>
              </a:spcBef>
              <a:buClr>
                <a:srgbClr val="003245"/>
              </a:buClr>
              <a:buSzPts val="1000"/>
            </a:pPr>
            <a:r>
              <a:rPr lang="es-ES" sz="3600" dirty="0">
                <a:solidFill>
                  <a:schemeClr val="tx1"/>
                </a:solidFill>
                <a:latin typeface="Calibri"/>
                <a:ea typeface="Calibri"/>
                <a:cs typeface="Calibri"/>
                <a:sym typeface="Calibri"/>
              </a:rPr>
              <a:t>Son aplicaciones que advierten a los usuarios de infecciones que no </a:t>
            </a:r>
            <a:r>
              <a:rPr lang="es-ES" sz="3600" dirty="0">
                <a:solidFill>
                  <a:schemeClr val="tx1"/>
                </a:solidFill>
                <a:latin typeface="Calibri"/>
                <a:cs typeface="Calibri"/>
                <a:sym typeface="Calibri"/>
              </a:rPr>
              <a:t>existen</a:t>
            </a:r>
            <a:r>
              <a:rPr lang="es-ES" sz="3600" dirty="0">
                <a:solidFill>
                  <a:schemeClr val="tx1"/>
                </a:solidFill>
                <a:latin typeface="Calibri"/>
                <a:ea typeface="Calibri"/>
                <a:cs typeface="Calibri"/>
                <a:sym typeface="Calibri"/>
              </a:rPr>
              <a:t> con el fin de engañarles para que compren la versión "completa" de un producto </a:t>
            </a:r>
            <a:r>
              <a:rPr lang="es-ES" sz="3600" dirty="0" err="1">
                <a:solidFill>
                  <a:schemeClr val="tx1"/>
                </a:solidFill>
                <a:latin typeface="Calibri"/>
                <a:ea typeface="Calibri"/>
                <a:cs typeface="Calibri"/>
                <a:sym typeface="Calibri"/>
              </a:rPr>
              <a:t>anti-malware</a:t>
            </a:r>
            <a:r>
              <a:rPr lang="es-ES" sz="3600" dirty="0">
                <a:solidFill>
                  <a:schemeClr val="tx1"/>
                </a:solidFill>
                <a:latin typeface="Calibri"/>
                <a:ea typeface="Calibri"/>
                <a:cs typeface="Calibri"/>
                <a:sym typeface="Calibri"/>
              </a:rPr>
              <a:t> ficticio.</a:t>
            </a:r>
          </a:p>
        </p:txBody>
      </p:sp>
      <p:sp>
        <p:nvSpPr>
          <p:cNvPr id="16" name="CuadroTexto 15">
            <a:extLst>
              <a:ext uri="{FF2B5EF4-FFF2-40B4-BE49-F238E27FC236}">
                <a16:creationId xmlns:a16="http://schemas.microsoft.com/office/drawing/2014/main" id="{B69EFE95-717D-4882-8555-3DDE39643722}"/>
              </a:ext>
            </a:extLst>
          </p:cNvPr>
          <p:cNvSpPr txBox="1"/>
          <p:nvPr/>
        </p:nvSpPr>
        <p:spPr>
          <a:xfrm>
            <a:off x="5621112" y="6943920"/>
            <a:ext cx="16553430" cy="125162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defPPr>
              <a:defRPr lang="es-ES"/>
            </a:defPPr>
            <a:lvl1pPr lvl="0" algn="ctr">
              <a:lnSpc>
                <a:spcPct val="107000"/>
              </a:lnSpc>
              <a:spcBef>
                <a:spcPts val="1800"/>
              </a:spcBef>
              <a:spcAft>
                <a:spcPts val="0"/>
              </a:spcAft>
              <a:buClr>
                <a:srgbClr val="003245"/>
              </a:buClr>
              <a:buSzPts val="1000"/>
              <a:defRPr>
                <a:solidFill>
                  <a:srgbClr val="003245"/>
                </a:solidFill>
                <a:latin typeface="Calibri"/>
                <a:ea typeface="Calibri"/>
                <a:cs typeface="Calibri"/>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s-ES" sz="3600" dirty="0">
                <a:solidFill>
                  <a:schemeClr val="tx1"/>
                </a:solidFill>
                <a:sym typeface="Calibri"/>
              </a:rPr>
              <a:t>Están diseñados específicamente para borrar por completo o corromper los datos almacenados en el sistema, ya sean archivos del sistema operativo o datos del usuario.</a:t>
            </a:r>
          </a:p>
        </p:txBody>
      </p:sp>
      <p:sp>
        <p:nvSpPr>
          <p:cNvPr id="18" name="CuadroTexto 17">
            <a:extLst>
              <a:ext uri="{FF2B5EF4-FFF2-40B4-BE49-F238E27FC236}">
                <a16:creationId xmlns:a16="http://schemas.microsoft.com/office/drawing/2014/main" id="{8E55A88C-529B-4308-8EDC-9BE8D1F32B04}"/>
              </a:ext>
            </a:extLst>
          </p:cNvPr>
          <p:cNvSpPr txBox="1"/>
          <p:nvPr/>
        </p:nvSpPr>
        <p:spPr>
          <a:xfrm>
            <a:off x="5563621" y="8578721"/>
            <a:ext cx="16553430" cy="125162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defPPr>
              <a:defRPr lang="es-ES"/>
            </a:defPPr>
            <a:lvl1pPr lvl="0" algn="ctr">
              <a:lnSpc>
                <a:spcPct val="107000"/>
              </a:lnSpc>
              <a:spcBef>
                <a:spcPts val="1800"/>
              </a:spcBef>
              <a:spcAft>
                <a:spcPts val="0"/>
              </a:spcAft>
              <a:buClr>
                <a:srgbClr val="003245"/>
              </a:buClr>
              <a:buSzPts val="1000"/>
              <a:defRPr>
                <a:solidFill>
                  <a:srgbClr val="003245"/>
                </a:solidFill>
                <a:latin typeface="Calibri"/>
                <a:ea typeface="Calibri"/>
                <a:cs typeface="Calibri"/>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s-ES" sz="3600" dirty="0">
                <a:solidFill>
                  <a:schemeClr val="tx1"/>
                </a:solidFill>
                <a:sym typeface="Calibri"/>
              </a:rPr>
              <a:t>Están diseñados para impedir o detener el funcionamiento normal de un sitio web, u otro recurso de red, inundándolo con más tráfico </a:t>
            </a:r>
            <a:r>
              <a:rPr lang="es-ES" sz="3600" dirty="0">
                <a:solidFill>
                  <a:schemeClr val="tx1"/>
                </a:solidFill>
                <a:sym typeface="Times New Roman"/>
              </a:rPr>
              <a:t>del que es capaz de manejar.</a:t>
            </a:r>
            <a:endParaRPr lang="es-ES" sz="3600" dirty="0">
              <a:solidFill>
                <a:schemeClr val="tx1"/>
              </a:solidFill>
              <a:sym typeface="Calibri"/>
            </a:endParaRPr>
          </a:p>
        </p:txBody>
      </p:sp>
      <p:sp>
        <p:nvSpPr>
          <p:cNvPr id="19" name="CuadroTexto 18">
            <a:extLst>
              <a:ext uri="{FF2B5EF4-FFF2-40B4-BE49-F238E27FC236}">
                <a16:creationId xmlns:a16="http://schemas.microsoft.com/office/drawing/2014/main" id="{AFD8A4DA-EF73-48BC-B700-E67E80E96588}"/>
              </a:ext>
            </a:extLst>
          </p:cNvPr>
          <p:cNvSpPr txBox="1"/>
          <p:nvPr/>
        </p:nvSpPr>
        <p:spPr>
          <a:xfrm>
            <a:off x="5648530" y="11561346"/>
            <a:ext cx="16468520" cy="184441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defPPr>
              <a:defRPr lang="es-ES"/>
            </a:defPPr>
            <a:lvl1pPr lvl="0" algn="ctr">
              <a:lnSpc>
                <a:spcPct val="107000"/>
              </a:lnSpc>
              <a:spcBef>
                <a:spcPts val="1800"/>
              </a:spcBef>
              <a:spcAft>
                <a:spcPts val="0"/>
              </a:spcAft>
              <a:buClr>
                <a:srgbClr val="003245"/>
              </a:buClr>
              <a:buSzPts val="1000"/>
              <a:defRPr>
                <a:solidFill>
                  <a:srgbClr val="003245"/>
                </a:solidFill>
                <a:latin typeface="Calibri"/>
                <a:ea typeface="Calibri"/>
                <a:cs typeface="Calibri"/>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s-ES" sz="3600" dirty="0">
                <a:solidFill>
                  <a:schemeClr val="tx1"/>
                </a:solidFill>
                <a:sym typeface="Calibri"/>
              </a:rPr>
              <a:t>Son troyanos que, una vez en el ordenador anfitrión, tratan de detener o de convertir en inútiles las aplicaciones antivirus o los firewalls de host sin el consentimiento del usuario.</a:t>
            </a:r>
          </a:p>
        </p:txBody>
      </p:sp>
      <p:pic>
        <p:nvPicPr>
          <p:cNvPr id="6" name="Google Shape;135;p8" descr="Cómo protegerse de los virus, piratas informáticos y demás ataques? |  Tecnología - ComputerHoy.com">
            <a:extLst>
              <a:ext uri="{FF2B5EF4-FFF2-40B4-BE49-F238E27FC236}">
                <a16:creationId xmlns:a16="http://schemas.microsoft.com/office/drawing/2014/main" id="{2D9DB711-66B8-D009-23DC-29EC34681489}"/>
              </a:ext>
            </a:extLst>
          </p:cNvPr>
          <p:cNvPicPr preferRelativeResize="0"/>
          <p:nvPr/>
        </p:nvPicPr>
        <p:blipFill rotWithShape="1">
          <a:blip r:embed="rId4">
            <a:alphaModFix/>
          </a:blip>
          <a:srcRect/>
          <a:stretch/>
        </p:blipFill>
        <p:spPr>
          <a:xfrm>
            <a:off x="22372320" y="201810"/>
            <a:ext cx="1981200" cy="1495903"/>
          </a:xfrm>
          <a:prstGeom prst="rect">
            <a:avLst/>
          </a:prstGeom>
          <a:noFill/>
          <a:ln>
            <a:noFill/>
          </a:ln>
        </p:spPr>
      </p:pic>
    </p:spTree>
    <p:extLst>
      <p:ext uri="{BB962C8B-B14F-4D97-AF65-F5344CB8AC3E}">
        <p14:creationId xmlns:p14="http://schemas.microsoft.com/office/powerpoint/2010/main" val="2411018337"/>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433"/>
        <p:cNvGrpSpPr/>
        <p:nvPr/>
      </p:nvGrpSpPr>
      <p:grpSpPr>
        <a:xfrm>
          <a:off x="0" y="0"/>
          <a:ext cx="0" cy="0"/>
          <a:chOff x="0" y="0"/>
          <a:chExt cx="0" cy="0"/>
        </a:xfrm>
      </p:grpSpPr>
      <p:sp>
        <p:nvSpPr>
          <p:cNvPr id="434" name="Google Shape;434;p39"/>
          <p:cNvSpPr txBox="1">
            <a:spLocks noGrp="1"/>
          </p:cNvSpPr>
          <p:nvPr>
            <p:ph type="title" idx="4294967295"/>
          </p:nvPr>
        </p:nvSpPr>
        <p:spPr>
          <a:xfrm>
            <a:off x="0" y="355600"/>
            <a:ext cx="21005800" cy="2286000"/>
          </a:xfrm>
          <a:prstGeom prst="rect">
            <a:avLst/>
          </a:prstGeom>
          <a:noFill/>
          <a:ln>
            <a:noFill/>
          </a:ln>
        </p:spPr>
        <p:txBody>
          <a:bodyPr spcFirstLastPara="1" wrap="square" lIns="182850" tIns="91400" rIns="182850" bIns="91400" anchor="ctr" anchorCtr="0">
            <a:normAutofit fontScale="90000"/>
          </a:bodyPr>
          <a:lstStyle/>
          <a:p>
            <a:pPr>
              <a:lnSpc>
                <a:spcPct val="90000"/>
              </a:lnSpc>
              <a:spcBef>
                <a:spcPts val="0"/>
              </a:spcBef>
              <a:buClr>
                <a:schemeClr val="dk1"/>
              </a:buClr>
              <a:buSzPts val="4400"/>
            </a:pPr>
            <a:r>
              <a:rPr lang="es-ES" sz="8800" dirty="0"/>
              <a:t>Troyanos bancarios</a:t>
            </a:r>
            <a:br>
              <a:rPr lang="es-ES" sz="8800" b="1" dirty="0">
                <a:latin typeface="Times New Roman"/>
                <a:ea typeface="Times New Roman"/>
                <a:cs typeface="Times New Roman"/>
                <a:sym typeface="Times New Roman"/>
              </a:rPr>
            </a:br>
            <a:endParaRPr dirty="0"/>
          </a:p>
        </p:txBody>
      </p:sp>
      <p:sp>
        <p:nvSpPr>
          <p:cNvPr id="435" name="Google Shape;435;p39"/>
          <p:cNvSpPr txBox="1">
            <a:spLocks noGrp="1"/>
          </p:cNvSpPr>
          <p:nvPr>
            <p:ph idx="4294967295"/>
          </p:nvPr>
        </p:nvSpPr>
        <p:spPr>
          <a:xfrm>
            <a:off x="0" y="2641600"/>
            <a:ext cx="21850350" cy="8674100"/>
          </a:xfrm>
          <a:prstGeom prst="rect">
            <a:avLst/>
          </a:prstGeom>
          <a:ln/>
        </p:spPr>
        <p:style>
          <a:lnRef idx="2">
            <a:schemeClr val="accent5"/>
          </a:lnRef>
          <a:fillRef idx="1">
            <a:schemeClr val="lt1"/>
          </a:fillRef>
          <a:effectRef idx="0">
            <a:schemeClr val="accent5"/>
          </a:effectRef>
          <a:fontRef idx="minor">
            <a:schemeClr val="dk1"/>
          </a:fontRef>
        </p:style>
        <p:txBody>
          <a:bodyPr spcFirstLastPara="1" wrap="square" lIns="182850" tIns="91400" rIns="182850" bIns="91400" anchor="t" anchorCtr="0">
            <a:normAutofit fontScale="92500"/>
          </a:bodyPr>
          <a:lstStyle/>
          <a:p>
            <a:pPr marL="457200" indent="-457200">
              <a:lnSpc>
                <a:spcPct val="110000"/>
              </a:lnSpc>
              <a:spcBef>
                <a:spcPts val="0"/>
              </a:spcBef>
              <a:buClr>
                <a:srgbClr val="003245"/>
              </a:buClr>
              <a:buSzPts val="2400"/>
            </a:pPr>
            <a:r>
              <a:rPr lang="es-ES" sz="4800" dirty="0">
                <a:solidFill>
                  <a:srgbClr val="C00000"/>
                </a:solidFill>
                <a:latin typeface="Calibri"/>
                <a:ea typeface="Calibri"/>
                <a:cs typeface="Calibri"/>
                <a:sym typeface="Calibri"/>
              </a:rPr>
              <a:t>Los troyanos bancarios son una de las especies de malware de mayor prevalencia en la actualidad. Los autores de este tipo de malware (mayoritariamente brasileños y rusos en la actualidad) tienen como objetivo mantener las infecciones vivas y sin ser detectadas durante un tiempo suficiente para que puedan </a:t>
            </a:r>
            <a:r>
              <a:rPr lang="es-ES" sz="4800" b="1" dirty="0">
                <a:solidFill>
                  <a:srgbClr val="C00000"/>
                </a:solidFill>
                <a:latin typeface="Calibri"/>
                <a:ea typeface="Calibri"/>
                <a:cs typeface="Calibri"/>
                <a:sym typeface="Calibri"/>
              </a:rPr>
              <a:t>robar datos bancarios</a:t>
            </a:r>
            <a:r>
              <a:rPr lang="es-ES" sz="4800" dirty="0">
                <a:solidFill>
                  <a:srgbClr val="C00000"/>
                </a:solidFill>
                <a:latin typeface="Calibri"/>
                <a:ea typeface="Calibri"/>
                <a:cs typeface="Calibri"/>
                <a:sym typeface="Calibri"/>
              </a:rPr>
              <a:t> de sistemas de banca on-line, sistemas de pago electrónico y tarjetas de débito o crédito. Todos los datos robados son </a:t>
            </a:r>
            <a:r>
              <a:rPr lang="es-ES" sz="4800" b="1" dirty="0">
                <a:solidFill>
                  <a:srgbClr val="C00000"/>
                </a:solidFill>
                <a:latin typeface="Calibri"/>
                <a:ea typeface="Calibri"/>
                <a:cs typeface="Calibri"/>
                <a:sym typeface="Calibri"/>
              </a:rPr>
              <a:t>enviados a los atacantes mediante diferentes protocolos</a:t>
            </a:r>
            <a:r>
              <a:rPr lang="es-ES" sz="4800" dirty="0">
                <a:solidFill>
                  <a:srgbClr val="C00000"/>
                </a:solidFill>
                <a:latin typeface="Calibri"/>
                <a:ea typeface="Calibri"/>
                <a:cs typeface="Calibri"/>
                <a:sym typeface="Calibri"/>
              </a:rPr>
              <a:t> (HTTP, FTP, IRC, etc.) y pueden ser explotados directamente por estos atacantes o vendidos en el mercado negro. Día tras día, víctimas inocentes son hackeadas y sus </a:t>
            </a:r>
            <a:r>
              <a:rPr lang="es-ES" sz="4800" b="1" dirty="0">
                <a:solidFill>
                  <a:srgbClr val="C00000"/>
                </a:solidFill>
                <a:latin typeface="Calibri"/>
                <a:ea typeface="Calibri"/>
                <a:cs typeface="Calibri"/>
                <a:sym typeface="Calibri"/>
              </a:rPr>
              <a:t>cuentas bancarias vaciadas</a:t>
            </a:r>
            <a:r>
              <a:rPr lang="es-ES" sz="4800" dirty="0">
                <a:solidFill>
                  <a:srgbClr val="C00000"/>
                </a:solidFill>
                <a:latin typeface="Calibri"/>
                <a:ea typeface="Calibri"/>
                <a:cs typeface="Calibri"/>
                <a:sym typeface="Calibri"/>
              </a:rPr>
              <a:t>. </a:t>
            </a:r>
            <a:endParaRPr dirty="0">
              <a:solidFill>
                <a:srgbClr val="C00000"/>
              </a:solidFill>
            </a:endParaRPr>
          </a:p>
          <a:p>
            <a:pPr marL="457200" indent="-457200">
              <a:lnSpc>
                <a:spcPct val="110000"/>
              </a:lnSpc>
              <a:spcBef>
                <a:spcPts val="2000"/>
              </a:spcBef>
              <a:buClr>
                <a:srgbClr val="003245"/>
              </a:buClr>
              <a:buSzPts val="2400"/>
            </a:pPr>
            <a:r>
              <a:rPr lang="es-ES" sz="4800" dirty="0">
                <a:solidFill>
                  <a:srgbClr val="C00000"/>
                </a:solidFill>
                <a:latin typeface="Calibri"/>
                <a:ea typeface="Calibri"/>
                <a:cs typeface="Calibri"/>
                <a:sym typeface="Calibri"/>
              </a:rPr>
              <a:t>¿Qué técnicas emplean los troyanos para robar información bancaria? Casi siempre incorporan</a:t>
            </a:r>
            <a:r>
              <a:rPr lang="es-ES" sz="4800" b="1" dirty="0">
                <a:solidFill>
                  <a:srgbClr val="C00000"/>
                </a:solidFill>
                <a:latin typeface="Calibri"/>
                <a:ea typeface="Calibri"/>
                <a:cs typeface="Calibri"/>
                <a:sym typeface="Calibri"/>
              </a:rPr>
              <a:t> </a:t>
            </a:r>
            <a:r>
              <a:rPr lang="es-ES" sz="4800" b="1" dirty="0" err="1">
                <a:solidFill>
                  <a:srgbClr val="C00000"/>
                </a:solidFill>
                <a:latin typeface="Calibri"/>
                <a:ea typeface="Calibri"/>
                <a:cs typeface="Calibri"/>
                <a:sym typeface="Calibri"/>
              </a:rPr>
              <a:t>keyloggers</a:t>
            </a:r>
            <a:r>
              <a:rPr lang="es-ES" sz="4800" dirty="0">
                <a:solidFill>
                  <a:srgbClr val="C00000"/>
                </a:solidFill>
                <a:latin typeface="Calibri"/>
                <a:ea typeface="Calibri"/>
                <a:cs typeface="Calibri"/>
                <a:sym typeface="Calibri"/>
              </a:rPr>
              <a:t>, pero también</a:t>
            </a:r>
            <a:r>
              <a:rPr lang="es-ES" sz="4800" b="1" dirty="0">
                <a:solidFill>
                  <a:srgbClr val="C00000"/>
                </a:solidFill>
                <a:latin typeface="Calibri"/>
                <a:ea typeface="Calibri"/>
                <a:cs typeface="Calibri"/>
                <a:sym typeface="Calibri"/>
              </a:rPr>
              <a:t> capturan formularios y pantallas</a:t>
            </a:r>
            <a:r>
              <a:rPr lang="es-ES" sz="4800" dirty="0">
                <a:solidFill>
                  <a:srgbClr val="C00000"/>
                </a:solidFill>
                <a:latin typeface="Calibri"/>
                <a:ea typeface="Calibri"/>
                <a:cs typeface="Calibri"/>
                <a:sym typeface="Calibri"/>
              </a:rPr>
              <a:t>, realizan </a:t>
            </a:r>
            <a:r>
              <a:rPr lang="es-ES" sz="4800" b="1" dirty="0" err="1">
                <a:solidFill>
                  <a:srgbClr val="C00000"/>
                </a:solidFill>
                <a:latin typeface="Calibri"/>
                <a:ea typeface="Calibri"/>
                <a:cs typeface="Calibri"/>
                <a:sym typeface="Calibri"/>
              </a:rPr>
              <a:t>re-direcciones</a:t>
            </a:r>
            <a:r>
              <a:rPr lang="es-ES" sz="4800" dirty="0">
                <a:solidFill>
                  <a:srgbClr val="C00000"/>
                </a:solidFill>
                <a:latin typeface="Calibri"/>
                <a:ea typeface="Calibri"/>
                <a:cs typeface="Calibri"/>
                <a:sym typeface="Calibri"/>
              </a:rPr>
              <a:t> (a servidores controlados por los atacantes, esto se suele denominar </a:t>
            </a:r>
            <a:r>
              <a:rPr lang="es-ES" sz="4800" dirty="0" err="1">
                <a:solidFill>
                  <a:srgbClr val="C00000"/>
                </a:solidFill>
                <a:latin typeface="Calibri"/>
                <a:ea typeface="Calibri"/>
                <a:cs typeface="Calibri"/>
                <a:sym typeface="Calibri"/>
              </a:rPr>
              <a:t>pharming</a:t>
            </a:r>
            <a:r>
              <a:rPr lang="es-ES" sz="4800" dirty="0">
                <a:solidFill>
                  <a:srgbClr val="C00000"/>
                </a:solidFill>
                <a:latin typeface="Calibri"/>
                <a:ea typeface="Calibri"/>
                <a:cs typeface="Calibri"/>
                <a:sym typeface="Calibri"/>
              </a:rPr>
              <a:t>.</a:t>
            </a:r>
            <a:endParaRPr sz="4800" dirty="0">
              <a:solidFill>
                <a:srgbClr val="C00000"/>
              </a:solidFill>
              <a:latin typeface="Calibri"/>
              <a:ea typeface="Calibri"/>
              <a:cs typeface="Calibri"/>
              <a:sym typeface="Calibri"/>
            </a:endParaRPr>
          </a:p>
          <a:p>
            <a:pPr marL="457200" indent="-101600">
              <a:lnSpc>
                <a:spcPct val="80000"/>
              </a:lnSpc>
              <a:spcBef>
                <a:spcPts val="2000"/>
              </a:spcBef>
              <a:buClr>
                <a:schemeClr val="dk1"/>
              </a:buClr>
              <a:buSzPts val="2800"/>
              <a:buNone/>
            </a:pPr>
            <a:endParaRPr dirty="0">
              <a:solidFill>
                <a:srgbClr val="C00000"/>
              </a:solidFill>
            </a:endParaRPr>
          </a:p>
        </p:txBody>
      </p:sp>
      <p:pic>
        <p:nvPicPr>
          <p:cNvPr id="436" name="Google Shape;436;p39"/>
          <p:cNvPicPr preferRelativeResize="0"/>
          <p:nvPr/>
        </p:nvPicPr>
        <p:blipFill rotWithShape="1">
          <a:blip r:embed="rId3">
            <a:alphaModFix/>
          </a:blip>
          <a:srcRect/>
          <a:stretch/>
        </p:blipFill>
        <p:spPr>
          <a:xfrm>
            <a:off x="12248423" y="304903"/>
            <a:ext cx="2574235" cy="2387395"/>
          </a:xfrm>
          <a:prstGeom prst="rect">
            <a:avLst/>
          </a:prstGeom>
          <a:noFill/>
          <a:ln>
            <a:noFill/>
          </a:ln>
        </p:spPr>
      </p:pic>
      <p:pic>
        <p:nvPicPr>
          <p:cNvPr id="437" name="Google Shape;437;p39" descr="Casco Espartano Casco Antiguo Ilustración Aislada Guerrero Griego Contra  Soldado Troyano. Ilustraciones Vectoriales, Clip Art Vectorizado Libre De  Derechos. Image 77394851."/>
          <p:cNvPicPr preferRelativeResize="0"/>
          <p:nvPr/>
        </p:nvPicPr>
        <p:blipFill rotWithShape="1">
          <a:blip r:embed="rId4">
            <a:alphaModFix/>
          </a:blip>
          <a:srcRect/>
          <a:stretch/>
        </p:blipFill>
        <p:spPr>
          <a:xfrm>
            <a:off x="12611309" y="-142363"/>
            <a:ext cx="1848464" cy="1848464"/>
          </a:xfrm>
          <a:prstGeom prst="rect">
            <a:avLst/>
          </a:prstGeom>
          <a:noFill/>
          <a:ln>
            <a:noFill/>
          </a:ln>
        </p:spPr>
      </p:pic>
      <p:pic>
        <p:nvPicPr>
          <p:cNvPr id="2" name="Google Shape;135;p8" descr="Cómo protegerse de los virus, piratas informáticos y demás ataques? |  Tecnología - ComputerHoy.com">
            <a:extLst>
              <a:ext uri="{FF2B5EF4-FFF2-40B4-BE49-F238E27FC236}">
                <a16:creationId xmlns:a16="http://schemas.microsoft.com/office/drawing/2014/main" id="{A0F6DF28-D202-CF26-3FF4-566CCE039F90}"/>
              </a:ext>
            </a:extLst>
          </p:cNvPr>
          <p:cNvPicPr preferRelativeResize="0"/>
          <p:nvPr/>
        </p:nvPicPr>
        <p:blipFill rotWithShape="1">
          <a:blip r:embed="rId5">
            <a:alphaModFix/>
          </a:blip>
          <a:srcRect/>
          <a:stretch/>
        </p:blipFill>
        <p:spPr>
          <a:xfrm>
            <a:off x="21666200" y="11897201"/>
            <a:ext cx="2717800" cy="1828802"/>
          </a:xfrm>
          <a:prstGeom prst="rect">
            <a:avLst/>
          </a:prstGeom>
          <a:noFill/>
          <a:ln>
            <a:noFill/>
          </a:ln>
        </p:spPr>
      </p:pic>
    </p:spTree>
    <p:extLst>
      <p:ext uri="{BB962C8B-B14F-4D97-AF65-F5344CB8AC3E}">
        <p14:creationId xmlns:p14="http://schemas.microsoft.com/office/powerpoint/2010/main" val="2740416133"/>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Shape 441"/>
        <p:cNvGrpSpPr/>
        <p:nvPr/>
      </p:nvGrpSpPr>
      <p:grpSpPr>
        <a:xfrm>
          <a:off x="0" y="0"/>
          <a:ext cx="0" cy="0"/>
          <a:chOff x="0" y="0"/>
          <a:chExt cx="0" cy="0"/>
        </a:xfrm>
      </p:grpSpPr>
      <p:sp>
        <p:nvSpPr>
          <p:cNvPr id="442" name="Google Shape;442;p40"/>
          <p:cNvSpPr txBox="1"/>
          <p:nvPr/>
        </p:nvSpPr>
        <p:spPr>
          <a:xfrm>
            <a:off x="3700241" y="0"/>
            <a:ext cx="18282546" cy="1292581"/>
          </a:xfrm>
          <a:prstGeom prst="rect">
            <a:avLst/>
          </a:prstGeom>
          <a:noFill/>
          <a:ln>
            <a:noFill/>
          </a:ln>
        </p:spPr>
        <p:txBody>
          <a:bodyPr spcFirstLastPara="1" wrap="square" lIns="182850" tIns="91400" rIns="182850" bIns="91400" anchor="t" anchorCtr="0">
            <a:spAutoFit/>
          </a:bodyPr>
          <a:lstStyle/>
          <a:p>
            <a:pPr marL="914400" lvl="1" indent="0"/>
            <a:r>
              <a:rPr lang="es-ES" sz="4800" b="1" dirty="0">
                <a:solidFill>
                  <a:schemeClr val="dk1"/>
                </a:solidFill>
                <a:latin typeface="Calibri"/>
                <a:ea typeface="Calibri"/>
                <a:cs typeface="Calibri"/>
                <a:sym typeface="Calibri"/>
              </a:rPr>
              <a:t>MALWARE PARA OBTENER BENEFICIOS ECONOMICOS</a:t>
            </a:r>
            <a:endParaRPr sz="4800" b="1" dirty="0"/>
          </a:p>
        </p:txBody>
      </p:sp>
      <p:sp>
        <p:nvSpPr>
          <p:cNvPr id="443" name="Google Shape;443;p40"/>
          <p:cNvSpPr txBox="1"/>
          <p:nvPr/>
        </p:nvSpPr>
        <p:spPr>
          <a:xfrm>
            <a:off x="16736637" y="1442010"/>
            <a:ext cx="6675118" cy="954107"/>
          </a:xfrm>
          <a:prstGeom prst="rect">
            <a:avLst/>
          </a:prstGeom>
          <a:solidFill>
            <a:schemeClr val="accent6">
              <a:lumMod val="10000"/>
            </a:schemeClr>
          </a:solidFill>
        </p:spPr>
        <p:style>
          <a:lnRef idx="2">
            <a:schemeClr val="dk1">
              <a:shade val="50000"/>
            </a:schemeClr>
          </a:lnRef>
          <a:fillRef idx="1">
            <a:schemeClr val="dk1"/>
          </a:fillRef>
          <a:effectRef idx="0">
            <a:schemeClr val="dk1"/>
          </a:effectRef>
          <a:fontRef idx="minor">
            <a:schemeClr val="lt1"/>
          </a:fontRef>
        </p:style>
        <p:txBody>
          <a:bodyPr wrap="square">
            <a:spAutoFit/>
          </a:bodyPr>
          <a:lstStyle>
            <a:defPPr>
              <a:defRPr lang="es-ES"/>
            </a:defPPr>
            <a:lvl1pPr>
              <a:defRPr b="1">
                <a:solidFill>
                  <a:schemeClr val="lt1"/>
                </a:solidFill>
                <a:latin typeface="Calibri"/>
                <a:ea typeface="Calibri"/>
                <a:cs typeface="Calibri"/>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s-ES" sz="5600" dirty="0">
                <a:solidFill>
                  <a:schemeClr val="bg1"/>
                </a:solidFill>
                <a:sym typeface="Calibri"/>
              </a:rPr>
              <a:t>5. </a:t>
            </a:r>
            <a:r>
              <a:rPr lang="es-ES" sz="5600" dirty="0" err="1">
                <a:solidFill>
                  <a:schemeClr val="bg1"/>
                </a:solidFill>
                <a:sym typeface="Calibri"/>
              </a:rPr>
              <a:t>Ransomware</a:t>
            </a:r>
            <a:r>
              <a:rPr lang="es-ES" sz="5600" dirty="0">
                <a:solidFill>
                  <a:schemeClr val="bg1"/>
                </a:solidFill>
                <a:sym typeface="Calibri"/>
              </a:rPr>
              <a:t>: </a:t>
            </a:r>
          </a:p>
        </p:txBody>
      </p:sp>
      <p:pic>
        <p:nvPicPr>
          <p:cNvPr id="444" name="Google Shape;444;p40" descr="Qué hacer si roban una foto o un contenido de mi blog | Receta de Sergio"/>
          <p:cNvPicPr preferRelativeResize="0"/>
          <p:nvPr/>
        </p:nvPicPr>
        <p:blipFill rotWithShape="1">
          <a:blip r:embed="rId3">
            <a:alphaModFix/>
          </a:blip>
          <a:srcRect/>
          <a:stretch/>
        </p:blipFill>
        <p:spPr>
          <a:xfrm>
            <a:off x="5289956" y="7419282"/>
            <a:ext cx="1590275" cy="1875497"/>
          </a:xfrm>
          <a:prstGeom prst="rect">
            <a:avLst/>
          </a:prstGeom>
          <a:noFill/>
          <a:ln>
            <a:noFill/>
          </a:ln>
        </p:spPr>
      </p:pic>
      <p:sp>
        <p:nvSpPr>
          <p:cNvPr id="8" name="CuadroTexto 7">
            <a:extLst>
              <a:ext uri="{FF2B5EF4-FFF2-40B4-BE49-F238E27FC236}">
                <a16:creationId xmlns:a16="http://schemas.microsoft.com/office/drawing/2014/main" id="{782C8EB1-8492-46F8-8E61-1085CDE1D645}"/>
              </a:ext>
            </a:extLst>
          </p:cNvPr>
          <p:cNvSpPr txBox="1"/>
          <p:nvPr/>
        </p:nvSpPr>
        <p:spPr>
          <a:xfrm>
            <a:off x="163526" y="1390715"/>
            <a:ext cx="4326212" cy="830997"/>
          </a:xfrm>
          <a:prstGeom prst="rect">
            <a:avLst/>
          </a:prstGeom>
          <a:solidFill>
            <a:schemeClr val="accent6">
              <a:lumMod val="10000"/>
            </a:schemeClr>
          </a:solidFill>
        </p:spPr>
        <p:style>
          <a:lnRef idx="2">
            <a:schemeClr val="dk1">
              <a:shade val="50000"/>
            </a:schemeClr>
          </a:lnRef>
          <a:fillRef idx="1">
            <a:schemeClr val="dk1"/>
          </a:fillRef>
          <a:effectRef idx="0">
            <a:schemeClr val="dk1"/>
          </a:effectRef>
          <a:fontRef idx="minor">
            <a:schemeClr val="lt1"/>
          </a:fontRef>
        </p:style>
        <p:txBody>
          <a:bodyPr wrap="square">
            <a:spAutoFit/>
          </a:bodyPr>
          <a:lstStyle/>
          <a:p>
            <a:r>
              <a:rPr lang="es-ES" sz="4800" b="1" dirty="0">
                <a:solidFill>
                  <a:schemeClr val="bg1"/>
                </a:solidFill>
                <a:latin typeface="Calibri"/>
                <a:ea typeface="Calibri"/>
                <a:cs typeface="Calibri"/>
                <a:sym typeface="Calibri"/>
              </a:rPr>
              <a:t>1. Spyware</a:t>
            </a:r>
            <a:r>
              <a:rPr lang="es-ES" sz="4800" dirty="0">
                <a:solidFill>
                  <a:schemeClr val="bg1"/>
                </a:solidFill>
                <a:latin typeface="Calibri"/>
                <a:ea typeface="Calibri"/>
                <a:cs typeface="Calibri"/>
                <a:sym typeface="Calibri"/>
              </a:rPr>
              <a:t>:</a:t>
            </a:r>
          </a:p>
        </p:txBody>
      </p:sp>
      <p:sp>
        <p:nvSpPr>
          <p:cNvPr id="16" name="CuadroTexto 15">
            <a:extLst>
              <a:ext uri="{FF2B5EF4-FFF2-40B4-BE49-F238E27FC236}">
                <a16:creationId xmlns:a16="http://schemas.microsoft.com/office/drawing/2014/main" id="{A8EE4654-A730-4769-924E-E2C9BB1E2321}"/>
              </a:ext>
            </a:extLst>
          </p:cNvPr>
          <p:cNvSpPr txBox="1"/>
          <p:nvPr/>
        </p:nvSpPr>
        <p:spPr>
          <a:xfrm>
            <a:off x="4735664" y="1427849"/>
            <a:ext cx="3314188" cy="830997"/>
          </a:xfrm>
          <a:prstGeom prst="rect">
            <a:avLst/>
          </a:prstGeom>
          <a:solidFill>
            <a:schemeClr val="accent6">
              <a:lumMod val="10000"/>
            </a:schemeClr>
          </a:solidFill>
        </p:spPr>
        <p:style>
          <a:lnRef idx="2">
            <a:schemeClr val="dk1">
              <a:shade val="50000"/>
            </a:schemeClr>
          </a:lnRef>
          <a:fillRef idx="1">
            <a:schemeClr val="dk1"/>
          </a:fillRef>
          <a:effectRef idx="0">
            <a:schemeClr val="dk1"/>
          </a:effectRef>
          <a:fontRef idx="minor">
            <a:schemeClr val="lt1"/>
          </a:fontRef>
        </p:style>
        <p:txBody>
          <a:bodyPr wrap="square">
            <a:spAutoFit/>
          </a:bodyPr>
          <a:lstStyle>
            <a:defPPr>
              <a:defRPr lang="es-ES"/>
            </a:defPPr>
            <a:lvl1pPr>
              <a:defRPr b="1">
                <a:solidFill>
                  <a:schemeClr val="lt1"/>
                </a:solidFill>
                <a:latin typeface="Calibri"/>
                <a:ea typeface="Calibri"/>
                <a:cs typeface="Calibri"/>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s-ES" sz="4800" dirty="0">
                <a:solidFill>
                  <a:schemeClr val="bg1"/>
                </a:solidFill>
                <a:sym typeface="Calibri"/>
              </a:rPr>
              <a:t>2. Adware: </a:t>
            </a:r>
          </a:p>
        </p:txBody>
      </p:sp>
      <p:sp>
        <p:nvSpPr>
          <p:cNvPr id="18" name="CuadroTexto 17">
            <a:extLst>
              <a:ext uri="{FF2B5EF4-FFF2-40B4-BE49-F238E27FC236}">
                <a16:creationId xmlns:a16="http://schemas.microsoft.com/office/drawing/2014/main" id="{CD8177B5-1FE0-46D0-BB2F-03A5A789BE6D}"/>
              </a:ext>
            </a:extLst>
          </p:cNvPr>
          <p:cNvSpPr txBox="1"/>
          <p:nvPr/>
        </p:nvSpPr>
        <p:spPr>
          <a:xfrm>
            <a:off x="8295770" y="1427849"/>
            <a:ext cx="3314188" cy="707886"/>
          </a:xfrm>
          <a:prstGeom prst="rect">
            <a:avLst/>
          </a:prstGeom>
          <a:solidFill>
            <a:schemeClr val="accent6">
              <a:lumMod val="10000"/>
            </a:schemeClr>
          </a:solidFill>
        </p:spPr>
        <p:style>
          <a:lnRef idx="2">
            <a:schemeClr val="dk1">
              <a:shade val="50000"/>
            </a:schemeClr>
          </a:lnRef>
          <a:fillRef idx="1">
            <a:schemeClr val="dk1"/>
          </a:fillRef>
          <a:effectRef idx="0">
            <a:schemeClr val="dk1"/>
          </a:effectRef>
          <a:fontRef idx="minor">
            <a:schemeClr val="lt1"/>
          </a:fontRef>
        </p:style>
        <p:txBody>
          <a:bodyPr wrap="square">
            <a:spAutoFit/>
          </a:bodyPr>
          <a:lstStyle>
            <a:defPPr>
              <a:defRPr lang="es-ES"/>
            </a:defPPr>
            <a:lvl1pPr>
              <a:defRPr b="1">
                <a:solidFill>
                  <a:schemeClr val="lt1"/>
                </a:solidFill>
                <a:latin typeface="Calibri"/>
                <a:ea typeface="Calibri"/>
                <a:cs typeface="Calibri"/>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s-ES" sz="4000" dirty="0">
                <a:solidFill>
                  <a:schemeClr val="bg1"/>
                </a:solidFill>
                <a:sym typeface="Calibri"/>
              </a:rPr>
              <a:t>3. </a:t>
            </a:r>
            <a:r>
              <a:rPr lang="es-ES" sz="4000" dirty="0" err="1">
                <a:solidFill>
                  <a:schemeClr val="bg1"/>
                </a:solidFill>
                <a:sym typeface="Calibri"/>
              </a:rPr>
              <a:t>Keyloggers</a:t>
            </a:r>
            <a:r>
              <a:rPr lang="es-ES" sz="4000" dirty="0">
                <a:solidFill>
                  <a:schemeClr val="bg1"/>
                </a:solidFill>
                <a:sym typeface="Calibri"/>
              </a:rPr>
              <a:t>:</a:t>
            </a:r>
          </a:p>
        </p:txBody>
      </p:sp>
      <p:sp>
        <p:nvSpPr>
          <p:cNvPr id="20" name="CuadroTexto 19">
            <a:extLst>
              <a:ext uri="{FF2B5EF4-FFF2-40B4-BE49-F238E27FC236}">
                <a16:creationId xmlns:a16="http://schemas.microsoft.com/office/drawing/2014/main" id="{230DAD71-84F3-4F80-9632-7A441C4BD6AD}"/>
              </a:ext>
            </a:extLst>
          </p:cNvPr>
          <p:cNvSpPr txBox="1"/>
          <p:nvPr/>
        </p:nvSpPr>
        <p:spPr>
          <a:xfrm>
            <a:off x="11855874" y="1419401"/>
            <a:ext cx="4880761" cy="830997"/>
          </a:xfrm>
          <a:prstGeom prst="rect">
            <a:avLst/>
          </a:prstGeom>
          <a:solidFill>
            <a:schemeClr val="accent6">
              <a:lumMod val="10000"/>
            </a:schemeClr>
          </a:solidFill>
        </p:spPr>
        <p:style>
          <a:lnRef idx="2">
            <a:schemeClr val="dk1">
              <a:shade val="50000"/>
            </a:schemeClr>
          </a:lnRef>
          <a:fillRef idx="1">
            <a:schemeClr val="dk1"/>
          </a:fillRef>
          <a:effectRef idx="0">
            <a:schemeClr val="dk1"/>
          </a:effectRef>
          <a:fontRef idx="minor">
            <a:schemeClr val="lt1"/>
          </a:fontRef>
        </p:style>
        <p:txBody>
          <a:bodyPr wrap="square">
            <a:spAutoFit/>
          </a:bodyPr>
          <a:lstStyle>
            <a:defPPr>
              <a:defRPr lang="es-ES"/>
            </a:defPPr>
            <a:lvl1pPr>
              <a:defRPr b="1">
                <a:solidFill>
                  <a:schemeClr val="lt1"/>
                </a:solidFill>
                <a:latin typeface="Calibri"/>
                <a:ea typeface="Calibri"/>
                <a:cs typeface="Calibri"/>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s-ES" sz="4800" dirty="0">
                <a:solidFill>
                  <a:schemeClr val="bg1"/>
                </a:solidFill>
                <a:sym typeface="Calibri"/>
              </a:rPr>
              <a:t>4. </a:t>
            </a:r>
            <a:r>
              <a:rPr lang="es-ES" sz="4800" dirty="0" err="1">
                <a:solidFill>
                  <a:schemeClr val="bg1"/>
                </a:solidFill>
                <a:sym typeface="Calibri"/>
              </a:rPr>
              <a:t>Stealers</a:t>
            </a:r>
            <a:r>
              <a:rPr lang="es-ES" sz="4800" dirty="0">
                <a:solidFill>
                  <a:schemeClr val="bg1"/>
                </a:solidFill>
                <a:sym typeface="Calibri"/>
              </a:rPr>
              <a:t>: </a:t>
            </a:r>
          </a:p>
        </p:txBody>
      </p:sp>
      <p:sp>
        <p:nvSpPr>
          <p:cNvPr id="12" name="CuadroTexto 11">
            <a:extLst>
              <a:ext uri="{FF2B5EF4-FFF2-40B4-BE49-F238E27FC236}">
                <a16:creationId xmlns:a16="http://schemas.microsoft.com/office/drawing/2014/main" id="{B52CCEC5-697F-49E6-8F07-69A024191439}"/>
              </a:ext>
            </a:extLst>
          </p:cNvPr>
          <p:cNvSpPr txBox="1"/>
          <p:nvPr/>
        </p:nvSpPr>
        <p:spPr>
          <a:xfrm>
            <a:off x="163528" y="2314043"/>
            <a:ext cx="4326212" cy="9146863"/>
          </a:xfrm>
          <a:prstGeom prst="rect">
            <a:avLst/>
          </a:prstGeom>
          <a:solidFill>
            <a:schemeClr val="accent2">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r>
              <a:rPr lang="es-ES" sz="3600" dirty="0">
                <a:solidFill>
                  <a:schemeClr val="bg1">
                    <a:lumMod val="50000"/>
                  </a:schemeClr>
                </a:solidFill>
                <a:latin typeface="Calibri"/>
                <a:ea typeface="Calibri"/>
                <a:cs typeface="Calibri"/>
                <a:sym typeface="Calibri"/>
              </a:rPr>
              <a:t>Malware cuya funcionalidad es espiar al usuario/equipo infectado. Suelen incorporar </a:t>
            </a:r>
            <a:r>
              <a:rPr lang="es-ES" sz="3600" dirty="0" err="1">
                <a:solidFill>
                  <a:schemeClr val="bg1">
                    <a:lumMod val="50000"/>
                  </a:schemeClr>
                </a:solidFill>
                <a:latin typeface="Calibri"/>
                <a:ea typeface="Calibri"/>
                <a:cs typeface="Calibri"/>
                <a:sym typeface="Calibri"/>
              </a:rPr>
              <a:t>keyloggers</a:t>
            </a:r>
            <a:r>
              <a:rPr lang="es-ES" sz="3600" dirty="0">
                <a:solidFill>
                  <a:schemeClr val="bg1">
                    <a:lumMod val="50000"/>
                  </a:schemeClr>
                </a:solidFill>
                <a:latin typeface="Calibri"/>
                <a:ea typeface="Calibri"/>
                <a:cs typeface="Calibri"/>
                <a:sym typeface="Calibri"/>
              </a:rPr>
              <a:t>, grabadores de escritorio, software para activar la webcam, etc.</a:t>
            </a:r>
            <a:endParaRPr lang="es-ES" sz="3600" dirty="0">
              <a:solidFill>
                <a:schemeClr val="bg1">
                  <a:lumMod val="50000"/>
                </a:schemeClr>
              </a:solidFill>
            </a:endParaRPr>
          </a:p>
        </p:txBody>
      </p:sp>
      <p:sp>
        <p:nvSpPr>
          <p:cNvPr id="14" name="CuadroTexto 13">
            <a:extLst>
              <a:ext uri="{FF2B5EF4-FFF2-40B4-BE49-F238E27FC236}">
                <a16:creationId xmlns:a16="http://schemas.microsoft.com/office/drawing/2014/main" id="{2EE0DC77-A26C-4984-B788-88B6D4B8B3FA}"/>
              </a:ext>
            </a:extLst>
          </p:cNvPr>
          <p:cNvSpPr txBox="1"/>
          <p:nvPr/>
        </p:nvSpPr>
        <p:spPr>
          <a:xfrm>
            <a:off x="4735663" y="2315451"/>
            <a:ext cx="3314186" cy="4992457"/>
          </a:xfrm>
          <a:prstGeom prst="rect">
            <a:avLst/>
          </a:prstGeom>
          <a:solidFill>
            <a:schemeClr val="accent6">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defPPr>
              <a:defRPr lang="es-ES"/>
            </a:defPPr>
            <a:lvl1pPr>
              <a:defRPr>
                <a:solidFill>
                  <a:schemeClr val="dk1"/>
                </a:solidFill>
                <a:latin typeface="Calibri"/>
                <a:ea typeface="Calibri"/>
                <a:cs typeface="Calibri"/>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s-ES" sz="3600" dirty="0">
                <a:solidFill>
                  <a:schemeClr val="bg1">
                    <a:lumMod val="50000"/>
                  </a:schemeClr>
                </a:solidFill>
                <a:sym typeface="Calibri"/>
              </a:rPr>
              <a:t>En este caso la funcionalidad es mostrar publicidad de manera agresiva.</a:t>
            </a:r>
            <a:endParaRPr lang="es-ES" sz="3600" dirty="0">
              <a:solidFill>
                <a:schemeClr val="bg1">
                  <a:lumMod val="50000"/>
                </a:schemeClr>
              </a:solidFill>
            </a:endParaRPr>
          </a:p>
        </p:txBody>
      </p:sp>
      <p:sp>
        <p:nvSpPr>
          <p:cNvPr id="17" name="CuadroTexto 16">
            <a:extLst>
              <a:ext uri="{FF2B5EF4-FFF2-40B4-BE49-F238E27FC236}">
                <a16:creationId xmlns:a16="http://schemas.microsoft.com/office/drawing/2014/main" id="{38E4CC3C-D5FF-4237-8D15-2D234FFF868C}"/>
              </a:ext>
            </a:extLst>
          </p:cNvPr>
          <p:cNvSpPr txBox="1"/>
          <p:nvPr/>
        </p:nvSpPr>
        <p:spPr>
          <a:xfrm>
            <a:off x="8295771" y="2228069"/>
            <a:ext cx="3314186" cy="9978437"/>
          </a:xfrm>
          <a:prstGeom prst="rect">
            <a:avLst/>
          </a:prstGeom>
          <a:solidFill>
            <a:schemeClr val="tx2">
              <a:lumMod val="10000"/>
              <a:lumOff val="9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defPPr>
              <a:defRPr lang="es-ES"/>
            </a:defPPr>
            <a:lvl1pPr>
              <a:defRPr>
                <a:latin typeface="Calibri"/>
                <a:ea typeface="Calibri"/>
                <a:cs typeface="Calibri"/>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s-ES" sz="3600" dirty="0">
                <a:solidFill>
                  <a:schemeClr val="bg1">
                    <a:lumMod val="50000"/>
                  </a:schemeClr>
                </a:solidFill>
                <a:sym typeface="Calibri"/>
              </a:rPr>
              <a:t>Se trata de un malware que se encarga de registrar las pulsaciones en el teclado permitiendo el acceso a contraseñas u otro tipo de información privada</a:t>
            </a:r>
          </a:p>
        </p:txBody>
      </p:sp>
      <p:sp>
        <p:nvSpPr>
          <p:cNvPr id="19" name="CuadroTexto 18">
            <a:extLst>
              <a:ext uri="{FF2B5EF4-FFF2-40B4-BE49-F238E27FC236}">
                <a16:creationId xmlns:a16="http://schemas.microsoft.com/office/drawing/2014/main" id="{D6AB758A-C02D-4B67-90D9-F4849ED42D70}"/>
              </a:ext>
            </a:extLst>
          </p:cNvPr>
          <p:cNvSpPr txBox="1"/>
          <p:nvPr/>
        </p:nvSpPr>
        <p:spPr>
          <a:xfrm>
            <a:off x="11820143" y="2314043"/>
            <a:ext cx="4916493" cy="10809434"/>
          </a:xfrm>
          <a:prstGeom prst="rect">
            <a:avLst/>
          </a:prstGeom>
          <a:solidFill>
            <a:schemeClr val="accent5">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defPPr>
              <a:defRPr lang="es-ES"/>
            </a:defPPr>
            <a:lvl1pPr>
              <a:defRPr>
                <a:solidFill>
                  <a:schemeClr val="dk1"/>
                </a:solidFill>
                <a:latin typeface="Calibri"/>
                <a:ea typeface="Calibri"/>
                <a:cs typeface="Calibri"/>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s-ES" sz="3600" dirty="0">
                <a:solidFill>
                  <a:schemeClr val="bg1">
                    <a:lumMod val="50000"/>
                  </a:schemeClr>
                </a:solidFill>
                <a:sym typeface="Calibri"/>
              </a:rPr>
              <a:t>Los </a:t>
            </a:r>
            <a:r>
              <a:rPr lang="es-ES" sz="3600" dirty="0" err="1">
                <a:solidFill>
                  <a:schemeClr val="bg1">
                    <a:lumMod val="50000"/>
                  </a:schemeClr>
                </a:solidFill>
                <a:sym typeface="Calibri"/>
              </a:rPr>
              <a:t>stealers</a:t>
            </a:r>
            <a:r>
              <a:rPr lang="es-ES" sz="3600" dirty="0">
                <a:solidFill>
                  <a:schemeClr val="bg1">
                    <a:lumMod val="50000"/>
                  </a:schemeClr>
                </a:solidFill>
                <a:sym typeface="Calibri"/>
              </a:rPr>
              <a:t> roban la información privada que se  encuentra guardada en el equipo. Al ejecutarse comprueban los programas instalados en el  equipo y si tienen contraseñas o credenciales almacenadas, por ejemplo en los navegadores web  y se la envían al atacante</a:t>
            </a:r>
          </a:p>
        </p:txBody>
      </p:sp>
      <p:sp>
        <p:nvSpPr>
          <p:cNvPr id="22" name="CuadroTexto 21">
            <a:extLst>
              <a:ext uri="{FF2B5EF4-FFF2-40B4-BE49-F238E27FC236}">
                <a16:creationId xmlns:a16="http://schemas.microsoft.com/office/drawing/2014/main" id="{263A7A8F-7C93-4AFF-B006-CFD25A404E46}"/>
              </a:ext>
            </a:extLst>
          </p:cNvPr>
          <p:cNvSpPr txBox="1"/>
          <p:nvPr/>
        </p:nvSpPr>
        <p:spPr>
          <a:xfrm>
            <a:off x="16736637" y="2512553"/>
            <a:ext cx="6675118" cy="7485447"/>
          </a:xfrm>
          <a:prstGeom prst="rect">
            <a:avLst/>
          </a:prstGeom>
          <a:solidFill>
            <a:schemeClr val="accent2">
              <a:lumMod val="40000"/>
              <a:lumOff val="6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defPPr>
              <a:defRPr lang="es-ES"/>
            </a:defPPr>
            <a:lvl1pPr>
              <a:defRPr>
                <a:solidFill>
                  <a:schemeClr val="dk1"/>
                </a:solidFill>
                <a:latin typeface="Calibri"/>
                <a:ea typeface="Calibri"/>
                <a:cs typeface="Calibri"/>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s-ES" sz="3600" dirty="0">
                <a:solidFill>
                  <a:schemeClr val="bg1">
                    <a:lumMod val="50000"/>
                  </a:schemeClr>
                </a:solidFill>
                <a:sym typeface="Calibri"/>
              </a:rPr>
              <a:t>Conocido como malware "secuestrador" Se trata de malware que hace inaccesibles archivos de utilidad para el usuario, se habla de </a:t>
            </a:r>
            <a:r>
              <a:rPr lang="es-ES" sz="3600" dirty="0" err="1">
                <a:solidFill>
                  <a:schemeClr val="bg1">
                    <a:lumMod val="50000"/>
                  </a:schemeClr>
                </a:solidFill>
                <a:sym typeface="Calibri"/>
              </a:rPr>
              <a:t>ransomware</a:t>
            </a:r>
            <a:r>
              <a:rPr lang="es-ES" sz="3600" dirty="0">
                <a:solidFill>
                  <a:schemeClr val="bg1">
                    <a:lumMod val="50000"/>
                  </a:schemeClr>
                </a:solidFill>
                <a:sym typeface="Calibri"/>
              </a:rPr>
              <a:t> criptográfico cuando para ello se cifran estos archivos. Se pide un rescate para poder liberar/desencriptar los archivos, </a:t>
            </a:r>
          </a:p>
        </p:txBody>
      </p:sp>
      <p:sp>
        <p:nvSpPr>
          <p:cNvPr id="7" name="AutoShape 2" descr="SVG &amp;gt; muerte advertencia símbolo firmar - Imagen e icono gratis de SVG. |  SVG Silh">
            <a:extLst>
              <a:ext uri="{FF2B5EF4-FFF2-40B4-BE49-F238E27FC236}">
                <a16:creationId xmlns:a16="http://schemas.microsoft.com/office/drawing/2014/main" id="{AF4A1A00-CBDF-44F3-8D08-C22490B93BDF}"/>
              </a:ext>
            </a:extLst>
          </p:cNvPr>
          <p:cNvSpPr>
            <a:spLocks noChangeAspect="1" noChangeArrowheads="1"/>
          </p:cNvSpPr>
          <p:nvPr/>
        </p:nvSpPr>
        <p:spPr bwMode="auto">
          <a:xfrm>
            <a:off x="11887200" y="6553200"/>
            <a:ext cx="609600" cy="6096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182880" tIns="91440" rIns="182880" bIns="91440" numCol="1" anchor="t" anchorCtr="0" compatLnSpc="1">
            <a:prstTxWarp prst="textNoShape">
              <a:avLst/>
            </a:prstTxWarp>
          </a:bodyPr>
          <a:lstStyle/>
          <a:p>
            <a:endParaRPr lang="es-ES" sz="3600"/>
          </a:p>
        </p:txBody>
      </p:sp>
      <p:pic>
        <p:nvPicPr>
          <p:cNvPr id="11" name="Imagen 10">
            <a:extLst>
              <a:ext uri="{FF2B5EF4-FFF2-40B4-BE49-F238E27FC236}">
                <a16:creationId xmlns:a16="http://schemas.microsoft.com/office/drawing/2014/main" id="{76EBA32C-8604-4BD5-B796-322EEC6EA1A8}"/>
              </a:ext>
            </a:extLst>
          </p:cNvPr>
          <p:cNvPicPr>
            <a:picLocks noChangeAspect="1"/>
          </p:cNvPicPr>
          <p:nvPr/>
        </p:nvPicPr>
        <p:blipFill>
          <a:blip r:embed="rId4"/>
          <a:stretch>
            <a:fillRect/>
          </a:stretch>
        </p:blipFill>
        <p:spPr>
          <a:xfrm>
            <a:off x="21600276" y="2620765"/>
            <a:ext cx="1811479" cy="1745684"/>
          </a:xfrm>
          <a:prstGeom prst="rect">
            <a:avLst/>
          </a:prstGeom>
        </p:spPr>
      </p:pic>
      <p:pic>
        <p:nvPicPr>
          <p:cNvPr id="3" name="Imagen 2" descr="Una caricatura de una persona&#10;&#10;Descripción generada automáticamente con confianza media">
            <a:extLst>
              <a:ext uri="{FF2B5EF4-FFF2-40B4-BE49-F238E27FC236}">
                <a16:creationId xmlns:a16="http://schemas.microsoft.com/office/drawing/2014/main" id="{B8D8461B-7A48-7CEA-723E-445669C452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0100" y="11687990"/>
            <a:ext cx="1757362" cy="1878839"/>
          </a:xfrm>
          <a:prstGeom prst="rect">
            <a:avLst/>
          </a:prstGeom>
        </p:spPr>
      </p:pic>
      <p:pic>
        <p:nvPicPr>
          <p:cNvPr id="5" name="Imagen 4" descr="Imagen que contiene Diagrama&#10;&#10;Descripción generada automáticamente">
            <a:extLst>
              <a:ext uri="{FF2B5EF4-FFF2-40B4-BE49-F238E27FC236}">
                <a16:creationId xmlns:a16="http://schemas.microsoft.com/office/drawing/2014/main" id="{FBAE9FE8-CF62-C1EE-42F3-10230A8BCA1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788356" y="12288151"/>
            <a:ext cx="1961244" cy="1406175"/>
          </a:xfrm>
          <a:prstGeom prst="rect">
            <a:avLst/>
          </a:prstGeom>
        </p:spPr>
      </p:pic>
      <p:pic>
        <p:nvPicPr>
          <p:cNvPr id="13" name="Imagen 12" descr="Imagen que contiene dibujo&#10;&#10;Descripción generada automáticamente">
            <a:extLst>
              <a:ext uri="{FF2B5EF4-FFF2-40B4-BE49-F238E27FC236}">
                <a16:creationId xmlns:a16="http://schemas.microsoft.com/office/drawing/2014/main" id="{07251131-C800-583F-2102-B20B97452FC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113079" y="8229600"/>
            <a:ext cx="1441785" cy="1441785"/>
          </a:xfrm>
          <a:prstGeom prst="rect">
            <a:avLst/>
          </a:prstGeom>
        </p:spPr>
      </p:pic>
      <p:pic>
        <p:nvPicPr>
          <p:cNvPr id="15" name="Google Shape;135;p8" descr="Cómo protegerse de los virus, piratas informáticos y demás ataques? |  Tecnología - ComputerHoy.com">
            <a:extLst>
              <a:ext uri="{FF2B5EF4-FFF2-40B4-BE49-F238E27FC236}">
                <a16:creationId xmlns:a16="http://schemas.microsoft.com/office/drawing/2014/main" id="{12DBEE61-3967-3B8F-DF79-E3451F4B3284}"/>
              </a:ext>
            </a:extLst>
          </p:cNvPr>
          <p:cNvPicPr preferRelativeResize="0"/>
          <p:nvPr/>
        </p:nvPicPr>
        <p:blipFill rotWithShape="1">
          <a:blip r:embed="rId8">
            <a:alphaModFix/>
          </a:blip>
          <a:srcRect/>
          <a:stretch/>
        </p:blipFill>
        <p:spPr>
          <a:xfrm>
            <a:off x="22604730" y="43764"/>
            <a:ext cx="1811480" cy="602526"/>
          </a:xfrm>
          <a:prstGeom prst="rect">
            <a:avLst/>
          </a:prstGeom>
          <a:noFill/>
          <a:ln>
            <a:noFill/>
          </a:ln>
        </p:spPr>
      </p:pic>
    </p:spTree>
    <p:extLst>
      <p:ext uri="{BB962C8B-B14F-4D97-AF65-F5344CB8AC3E}">
        <p14:creationId xmlns:p14="http://schemas.microsoft.com/office/powerpoint/2010/main" val="2840731365"/>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6E235F8-9DCD-4928-9A67-B54FEDFE8DD1}"/>
              </a:ext>
            </a:extLst>
          </p:cNvPr>
          <p:cNvSpPr>
            <a:spLocks noGrp="1"/>
          </p:cNvSpPr>
          <p:nvPr>
            <p:ph type="title" idx="4294967295"/>
          </p:nvPr>
        </p:nvSpPr>
        <p:spPr>
          <a:xfrm>
            <a:off x="1280160" y="658368"/>
            <a:ext cx="13789152" cy="3566160"/>
          </a:xfrm>
        </p:spPr>
        <p:txBody>
          <a:bodyPr vert="horz" lIns="91440" tIns="45720" rIns="91440" bIns="45720" rtlCol="0" anchor="b">
            <a:normAutofit/>
          </a:bodyPr>
          <a:lstStyle/>
          <a:p>
            <a:pPr defTabSz="914400"/>
            <a:r>
              <a:rPr lang="en-US" sz="10000" dirty="0">
                <a:sym typeface="Calibri"/>
              </a:rPr>
              <a:t>Saber </a:t>
            </a:r>
            <a:r>
              <a:rPr lang="en-US" sz="10000" dirty="0" err="1">
                <a:sym typeface="Calibri"/>
              </a:rPr>
              <a:t>más</a:t>
            </a:r>
            <a:r>
              <a:rPr lang="en-US" sz="10000" dirty="0">
                <a:sym typeface="Calibri"/>
              </a:rPr>
              <a:t>: </a:t>
            </a:r>
            <a:r>
              <a:rPr lang="en-US" sz="10000" dirty="0" err="1">
                <a:sym typeface="Calibri"/>
              </a:rPr>
              <a:t>Ramsonware</a:t>
            </a:r>
            <a:r>
              <a:rPr lang="en-US" sz="10000" dirty="0">
                <a:sym typeface="Calibri"/>
              </a:rPr>
              <a:t>: </a:t>
            </a:r>
            <a:br>
              <a:rPr lang="en-US" sz="10000" dirty="0">
                <a:sym typeface="Calibri"/>
              </a:rPr>
            </a:br>
            <a:endParaRPr lang="en-US" sz="10000" dirty="0"/>
          </a:p>
        </p:txBody>
      </p:sp>
      <p:sp>
        <p:nvSpPr>
          <p:cNvPr id="2057"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F3AB3834-21B7-4BCA-9C5A-C7411FE82D4A}"/>
              </a:ext>
            </a:extLst>
          </p:cNvPr>
          <p:cNvSpPr>
            <a:spLocks noGrp="1"/>
          </p:cNvSpPr>
          <p:nvPr>
            <p:ph idx="4294967295"/>
          </p:nvPr>
        </p:nvSpPr>
        <p:spPr>
          <a:xfrm>
            <a:off x="1280160" y="5413248"/>
            <a:ext cx="13789152" cy="6967728"/>
          </a:xfrm>
        </p:spPr>
        <p:txBody>
          <a:bodyPr vert="horz" lIns="91440" tIns="45720" rIns="91440" bIns="45720" rtlCol="0">
            <a:normAutofit/>
          </a:bodyPr>
          <a:lstStyle/>
          <a:p>
            <a:pPr indent="-228600" defTabSz="914400"/>
            <a:r>
              <a:rPr lang="en-US" sz="4400" dirty="0"/>
              <a:t>Los </a:t>
            </a:r>
            <a:r>
              <a:rPr lang="en-US" sz="4400" dirty="0" err="1"/>
              <a:t>ataques</a:t>
            </a:r>
            <a:r>
              <a:rPr lang="en-US" sz="4400" dirty="0"/>
              <a:t> con </a:t>
            </a:r>
            <a:r>
              <a:rPr lang="en-US" sz="4400" dirty="0" err="1"/>
              <a:t>Ramsonware</a:t>
            </a:r>
            <a:r>
              <a:rPr lang="en-US" sz="4400" dirty="0"/>
              <a:t> se </a:t>
            </a:r>
            <a:r>
              <a:rPr lang="en-US" sz="4400" dirty="0" err="1"/>
              <a:t>están</a:t>
            </a:r>
            <a:r>
              <a:rPr lang="en-US" sz="4400" dirty="0"/>
              <a:t> </a:t>
            </a:r>
            <a:r>
              <a:rPr lang="en-US" sz="4400" dirty="0" err="1"/>
              <a:t>volviendo</a:t>
            </a:r>
            <a:r>
              <a:rPr lang="en-US" sz="4400" dirty="0"/>
              <a:t> </a:t>
            </a:r>
            <a:r>
              <a:rPr lang="en-US" sz="4400" dirty="0" err="1"/>
              <a:t>más</a:t>
            </a:r>
            <a:r>
              <a:rPr lang="en-US" sz="4400" dirty="0"/>
              <a:t> </a:t>
            </a:r>
            <a:r>
              <a:rPr lang="en-US" sz="4400" dirty="0" err="1"/>
              <a:t>agresivos</a:t>
            </a:r>
            <a:r>
              <a:rPr lang="en-US" sz="4400" dirty="0"/>
              <a:t>, no solo </a:t>
            </a:r>
            <a:r>
              <a:rPr lang="en-US" sz="4400" dirty="0" err="1"/>
              <a:t>encriptan</a:t>
            </a:r>
            <a:r>
              <a:rPr lang="en-US" sz="4400" dirty="0"/>
              <a:t> la </a:t>
            </a:r>
            <a:r>
              <a:rPr lang="en-US" sz="4400" dirty="0" err="1"/>
              <a:t>información</a:t>
            </a:r>
            <a:r>
              <a:rPr lang="en-US" sz="4400" dirty="0"/>
              <a:t> a </a:t>
            </a:r>
            <a:r>
              <a:rPr lang="en-US" sz="4400" dirty="0" err="1"/>
              <a:t>cambio</a:t>
            </a:r>
            <a:r>
              <a:rPr lang="en-US" sz="4400" dirty="0"/>
              <a:t> de un </a:t>
            </a:r>
            <a:r>
              <a:rPr lang="en-US" sz="4400" dirty="0" err="1"/>
              <a:t>rescate</a:t>
            </a:r>
            <a:r>
              <a:rPr lang="en-US" sz="4400" dirty="0"/>
              <a:t>, también </a:t>
            </a:r>
            <a:r>
              <a:rPr lang="en-US" sz="4400" dirty="0" err="1"/>
              <a:t>está</a:t>
            </a:r>
            <a:r>
              <a:rPr lang="en-US" sz="4400" dirty="0"/>
              <a:t> </a:t>
            </a:r>
            <a:r>
              <a:rPr lang="en-US" sz="4400" dirty="0" err="1"/>
              <a:t>robando</a:t>
            </a:r>
            <a:r>
              <a:rPr lang="en-US" sz="4400" dirty="0"/>
              <a:t> </a:t>
            </a:r>
            <a:r>
              <a:rPr lang="en-US" sz="4400" dirty="0" err="1"/>
              <a:t>información</a:t>
            </a:r>
            <a:r>
              <a:rPr lang="en-US" sz="4400" dirty="0"/>
              <a:t> </a:t>
            </a:r>
            <a:r>
              <a:rPr lang="en-US" sz="4400" dirty="0" err="1"/>
              <a:t>confidencial</a:t>
            </a:r>
            <a:r>
              <a:rPr lang="en-US" sz="4400" dirty="0"/>
              <a:t>, </a:t>
            </a:r>
            <a:r>
              <a:rPr lang="en-US" sz="4400" dirty="0" err="1"/>
              <a:t>incluso</a:t>
            </a:r>
            <a:r>
              <a:rPr lang="en-US" sz="4400" dirty="0"/>
              <a:t> con la </a:t>
            </a:r>
            <a:r>
              <a:rPr lang="en-US" sz="4400" dirty="0" err="1"/>
              <a:t>amenaza</a:t>
            </a:r>
            <a:r>
              <a:rPr lang="en-US" sz="4400" dirty="0"/>
              <a:t> de </a:t>
            </a:r>
            <a:r>
              <a:rPr lang="en-US" sz="4400" dirty="0" err="1"/>
              <a:t>publicarla</a:t>
            </a:r>
            <a:r>
              <a:rPr lang="en-US" sz="4400" dirty="0"/>
              <a:t> o bien de </a:t>
            </a:r>
            <a:r>
              <a:rPr lang="en-US" sz="4400" dirty="0" err="1"/>
              <a:t>venderla</a:t>
            </a:r>
            <a:r>
              <a:rPr lang="en-US" sz="4400" dirty="0"/>
              <a:t> al </a:t>
            </a:r>
            <a:r>
              <a:rPr lang="en-US" sz="4400" dirty="0" err="1"/>
              <a:t>mejor</a:t>
            </a:r>
            <a:r>
              <a:rPr lang="en-US" sz="4400" dirty="0"/>
              <a:t> </a:t>
            </a:r>
            <a:r>
              <a:rPr lang="en-US" sz="4400" dirty="0" err="1"/>
              <a:t>postor</a:t>
            </a:r>
            <a:r>
              <a:rPr lang="en-US" sz="4400" dirty="0"/>
              <a:t>.</a:t>
            </a:r>
          </a:p>
        </p:txBody>
      </p:sp>
      <p:pic>
        <p:nvPicPr>
          <p:cNvPr id="2050" name="Picture 2" descr="Ransomware, herramienta de la ciberextorsión | INCIBE-CERT">
            <a:extLst>
              <a:ext uri="{FF2B5EF4-FFF2-40B4-BE49-F238E27FC236}">
                <a16:creationId xmlns:a16="http://schemas.microsoft.com/office/drawing/2014/main" id="{D3835908-EAC6-4215-BCD3-5341DCE05D5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5727680" y="1268348"/>
            <a:ext cx="8028432" cy="5639974"/>
          </a:xfrm>
          <a:prstGeom prst="rect">
            <a:avLst/>
          </a:prstGeom>
          <a:noFill/>
          <a:extLst>
            <a:ext uri="{909E8E84-426E-40DD-AFC4-6F175D3DCCD1}">
              <a14:hiddenFill xmlns:a14="http://schemas.microsoft.com/office/drawing/2010/main">
                <a:solidFill>
                  <a:srgbClr val="FFFFFF"/>
                </a:solidFill>
              </a14:hiddenFill>
            </a:ext>
          </a:extLst>
        </p:spPr>
      </p:pic>
      <p:pic>
        <p:nvPicPr>
          <p:cNvPr id="5" name="Google Shape;135;p8" descr="Cómo protegerse de los virus, piratas informáticos y demás ataques? |  Tecnología - ComputerHoy.com">
            <a:extLst>
              <a:ext uri="{FF2B5EF4-FFF2-40B4-BE49-F238E27FC236}">
                <a16:creationId xmlns:a16="http://schemas.microsoft.com/office/drawing/2014/main" id="{22989642-417B-36F6-D3F2-21082B10B033}"/>
              </a:ext>
            </a:extLst>
          </p:cNvPr>
          <p:cNvPicPr preferRelativeResize="0"/>
          <p:nvPr/>
        </p:nvPicPr>
        <p:blipFill rotWithShape="1">
          <a:blip r:embed="rId3"/>
          <a:stretch/>
        </p:blipFill>
        <p:spPr>
          <a:xfrm>
            <a:off x="16453254" y="8158386"/>
            <a:ext cx="6540708" cy="4352544"/>
          </a:xfrm>
          <a:prstGeom prst="rect">
            <a:avLst/>
          </a:prstGeom>
          <a:noFill/>
        </p:spPr>
      </p:pic>
    </p:spTree>
    <p:extLst>
      <p:ext uri="{BB962C8B-B14F-4D97-AF65-F5344CB8AC3E}">
        <p14:creationId xmlns:p14="http://schemas.microsoft.com/office/powerpoint/2010/main" val="2554697881"/>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448"/>
        <p:cNvGrpSpPr/>
        <p:nvPr/>
      </p:nvGrpSpPr>
      <p:grpSpPr>
        <a:xfrm>
          <a:off x="0" y="0"/>
          <a:ext cx="0" cy="0"/>
          <a:chOff x="0" y="0"/>
          <a:chExt cx="0" cy="0"/>
        </a:xfrm>
      </p:grpSpPr>
      <p:sp useBgFill="1">
        <p:nvSpPr>
          <p:cNvPr id="454" name="Rectangle 453">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uadroTexto 1">
            <a:extLst>
              <a:ext uri="{FF2B5EF4-FFF2-40B4-BE49-F238E27FC236}">
                <a16:creationId xmlns:a16="http://schemas.microsoft.com/office/drawing/2014/main" id="{F6EDA0DF-7AC0-4013-82F0-52F1B78F8058}"/>
              </a:ext>
            </a:extLst>
          </p:cNvPr>
          <p:cNvSpPr txBox="1"/>
          <p:nvPr/>
        </p:nvSpPr>
        <p:spPr>
          <a:xfrm>
            <a:off x="1280160" y="658368"/>
            <a:ext cx="13789152" cy="3566160"/>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8400" b="1" dirty="0">
                <a:latin typeface="+mj-lt"/>
                <a:ea typeface="+mj-ea"/>
                <a:cs typeface="+mj-cs"/>
              </a:rPr>
              <a:t>EJEMPLO DE RANSOMWARE: LA PESADILLA DEL SIGLO XXI</a:t>
            </a:r>
          </a:p>
        </p:txBody>
      </p:sp>
      <p:sp>
        <p:nvSpPr>
          <p:cNvPr id="456"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uadroTexto 2">
            <a:extLst>
              <a:ext uri="{FF2B5EF4-FFF2-40B4-BE49-F238E27FC236}">
                <a16:creationId xmlns:a16="http://schemas.microsoft.com/office/drawing/2014/main" id="{9657432A-F1DD-D69C-D8A4-0F9FDDEA8529}"/>
              </a:ext>
            </a:extLst>
          </p:cNvPr>
          <p:cNvSpPr txBox="1"/>
          <p:nvPr/>
        </p:nvSpPr>
        <p:spPr>
          <a:xfrm>
            <a:off x="1280160" y="5413248"/>
            <a:ext cx="13789152" cy="6967728"/>
          </a:xfrm>
          <a:prstGeom prst="rect">
            <a:avLst/>
          </a:prstGeom>
        </p:spPr>
        <p:style>
          <a:lnRef idx="0">
            <a:scrgbClr r="0" g="0" b="0"/>
          </a:lnRef>
          <a:fillRef idx="0">
            <a:scrgbClr r="0" g="0" b="0"/>
          </a:fillRef>
          <a:effectRef idx="0">
            <a:scrgbClr r="0" g="0" b="0"/>
          </a:effectRef>
          <a:fontRef idx="none"/>
        </p:style>
        <p:txBody>
          <a:bodyPr rot="0" spcFirstLastPara="1" vertOverflow="overflow" horzOverflow="overflow" vert="horz" lIns="91440" tIns="45720" rIns="91440" bIns="45720" numCol="1" spcCol="38100" rtlCol="0">
            <a:normAutofit/>
          </a:bodyPr>
          <a:lstStyle/>
          <a:p>
            <a:pPr marL="0" marR="0" indent="-228600" fontAlgn="auto">
              <a:lnSpc>
                <a:spcPct val="90000"/>
              </a:lnSpc>
              <a:spcBef>
                <a:spcPts val="0"/>
              </a:spcBef>
              <a:spcAft>
                <a:spcPts val="600"/>
              </a:spcAft>
              <a:buClrTx/>
              <a:buSzTx/>
              <a:buFont typeface="Arial" panose="020B0604020202020204" pitchFamily="34" charset="0"/>
              <a:buChar char="•"/>
              <a:tabLst/>
            </a:pPr>
            <a:r>
              <a:rPr kumimoji="0" lang="en-US" sz="3100" b="0" i="0" u="none" strike="noStrike" cap="none" spc="0" normalizeH="0" baseline="0">
                <a:ln>
                  <a:noFill/>
                </a:ln>
                <a:effectLst/>
                <a:uFillTx/>
                <a:sym typeface="Lato Regular"/>
              </a:rPr>
              <a:t>1º Pagar no es la solución, ya que ocurre con frecuencia que el atacante no da </a:t>
            </a:r>
          </a:p>
          <a:p>
            <a:pPr marL="0" marR="0" indent="-228600" fontAlgn="auto">
              <a:lnSpc>
                <a:spcPct val="90000"/>
              </a:lnSpc>
              <a:spcBef>
                <a:spcPts val="0"/>
              </a:spcBef>
              <a:spcAft>
                <a:spcPts val="600"/>
              </a:spcAft>
              <a:buClrTx/>
              <a:buSzTx/>
              <a:buFont typeface="Arial" panose="020B0604020202020204" pitchFamily="34" charset="0"/>
              <a:buChar char="•"/>
              <a:tabLst/>
            </a:pPr>
            <a:r>
              <a:rPr lang="en-US" sz="3100"/>
              <a:t>La clave de desincriptación.</a:t>
            </a:r>
          </a:p>
          <a:p>
            <a:pPr marL="0" marR="0" indent="-228600" fontAlgn="auto">
              <a:lnSpc>
                <a:spcPct val="90000"/>
              </a:lnSpc>
              <a:spcBef>
                <a:spcPts val="0"/>
              </a:spcBef>
              <a:spcAft>
                <a:spcPts val="600"/>
              </a:spcAft>
              <a:buClrTx/>
              <a:buSzTx/>
              <a:buFont typeface="Arial" panose="020B0604020202020204" pitchFamily="34" charset="0"/>
              <a:buChar char="•"/>
              <a:tabLst/>
            </a:pPr>
            <a:r>
              <a:rPr kumimoji="0" lang="en-US" sz="3100" b="0" i="0" u="none" strike="noStrike" cap="none" spc="0" normalizeH="0" baseline="0">
                <a:ln>
                  <a:noFill/>
                </a:ln>
                <a:effectLst/>
                <a:uFillTx/>
                <a:sym typeface="Lato Regular"/>
              </a:rPr>
              <a:t>2º Incluso aunque te dieran la clave, lo habitual es que sigan teniendo el control</a:t>
            </a:r>
          </a:p>
          <a:p>
            <a:pPr marL="0" marR="0" indent="-228600" fontAlgn="auto">
              <a:lnSpc>
                <a:spcPct val="90000"/>
              </a:lnSpc>
              <a:spcBef>
                <a:spcPts val="0"/>
              </a:spcBef>
              <a:spcAft>
                <a:spcPts val="600"/>
              </a:spcAft>
              <a:buClrTx/>
              <a:buSzTx/>
              <a:buFont typeface="Arial" panose="020B0604020202020204" pitchFamily="34" charset="0"/>
              <a:buChar char="•"/>
              <a:tabLst/>
            </a:pPr>
            <a:r>
              <a:rPr lang="en-US" sz="3100"/>
              <a:t>Del sistema y en cualquier otro momento te vuelvan a extorsionar, o peor aún vendan </a:t>
            </a:r>
          </a:p>
          <a:p>
            <a:pPr marL="0" marR="0" indent="-228600" fontAlgn="auto">
              <a:lnSpc>
                <a:spcPct val="90000"/>
              </a:lnSpc>
              <a:spcBef>
                <a:spcPts val="0"/>
              </a:spcBef>
              <a:spcAft>
                <a:spcPts val="600"/>
              </a:spcAft>
              <a:buClrTx/>
              <a:buSzTx/>
              <a:buFont typeface="Arial" panose="020B0604020202020204" pitchFamily="34" charset="0"/>
              <a:buChar char="•"/>
              <a:tabLst/>
            </a:pPr>
            <a:r>
              <a:rPr kumimoji="0" lang="en-US" sz="3100" b="0" i="0" u="none" strike="noStrike" cap="none" spc="0" normalizeH="0" baseline="0">
                <a:ln>
                  <a:noFill/>
                </a:ln>
                <a:effectLst/>
                <a:uFillTx/>
                <a:sym typeface="Lato Regular"/>
              </a:rPr>
              <a:t>El acceso a tu sistema a otros ciberdelincuentes o mafias y recibas ataques varias vec</a:t>
            </a:r>
            <a:r>
              <a:rPr lang="en-US" sz="3100"/>
              <a:t>es</a:t>
            </a:r>
          </a:p>
          <a:p>
            <a:pPr marL="0" marR="0" indent="-228600" fontAlgn="auto">
              <a:lnSpc>
                <a:spcPct val="90000"/>
              </a:lnSpc>
              <a:spcBef>
                <a:spcPts val="0"/>
              </a:spcBef>
              <a:spcAft>
                <a:spcPts val="600"/>
              </a:spcAft>
              <a:buClrTx/>
              <a:buSzTx/>
              <a:buFont typeface="Arial" panose="020B0604020202020204" pitchFamily="34" charset="0"/>
              <a:buChar char="•"/>
              <a:tabLst/>
            </a:pPr>
            <a:r>
              <a:rPr kumimoji="0" lang="en-US" sz="3100" b="0" i="0" u="none" strike="noStrike" cap="none" spc="0" normalizeH="0" baseline="0">
                <a:ln>
                  <a:noFill/>
                </a:ln>
                <a:effectLst/>
                <a:uFillTx/>
                <a:sym typeface="Lato Regular"/>
              </a:rPr>
              <a:t>A lo largo de un año.</a:t>
            </a:r>
          </a:p>
          <a:p>
            <a:pPr marL="0" marR="0" indent="-228600" fontAlgn="auto">
              <a:lnSpc>
                <a:spcPct val="90000"/>
              </a:lnSpc>
              <a:spcBef>
                <a:spcPts val="0"/>
              </a:spcBef>
              <a:spcAft>
                <a:spcPts val="600"/>
              </a:spcAft>
              <a:buClrTx/>
              <a:buSzTx/>
              <a:buFont typeface="Arial" panose="020B0604020202020204" pitchFamily="34" charset="0"/>
              <a:buChar char="•"/>
              <a:tabLst/>
            </a:pPr>
            <a:r>
              <a:rPr lang="en-US" sz="3100"/>
              <a:t>3º Hay seguros que cubren incluso la extorsión, lo que ha hecho es aumentar</a:t>
            </a:r>
          </a:p>
          <a:p>
            <a:pPr marL="0" marR="0" indent="-228600" fontAlgn="auto">
              <a:lnSpc>
                <a:spcPct val="90000"/>
              </a:lnSpc>
              <a:spcBef>
                <a:spcPts val="0"/>
              </a:spcBef>
              <a:spcAft>
                <a:spcPts val="600"/>
              </a:spcAft>
              <a:buClrTx/>
              <a:buSzTx/>
              <a:buFont typeface="Arial" panose="020B0604020202020204" pitchFamily="34" charset="0"/>
              <a:buChar char="•"/>
              <a:tabLst/>
            </a:pPr>
            <a:r>
              <a:rPr kumimoji="0" lang="en-US" sz="3100" b="0" i="0" u="none" strike="noStrike" cap="none" spc="0" normalizeH="0" baseline="0">
                <a:ln>
                  <a:noFill/>
                </a:ln>
                <a:effectLst/>
                <a:uFillTx/>
                <a:sym typeface="Lato Regular"/>
              </a:rPr>
              <a:t>Este tipo de delitos.</a:t>
            </a:r>
          </a:p>
          <a:p>
            <a:pPr marL="0" marR="0" indent="-228600" fontAlgn="auto">
              <a:lnSpc>
                <a:spcPct val="90000"/>
              </a:lnSpc>
              <a:spcBef>
                <a:spcPts val="0"/>
              </a:spcBef>
              <a:spcAft>
                <a:spcPts val="600"/>
              </a:spcAft>
              <a:buClrTx/>
              <a:buSzTx/>
              <a:buFont typeface="Arial" panose="020B0604020202020204" pitchFamily="34" charset="0"/>
              <a:buChar char="•"/>
              <a:tabLst/>
            </a:pPr>
            <a:r>
              <a:rPr lang="en-US" sz="3100"/>
              <a:t>4º Se está dando el caso que la impunidad de estos ciberdelincuentes, les permite anunciarse e incluso poner un teléfono de atención al cliente en caso de no saber como realizar el pago.</a:t>
            </a:r>
            <a:endParaRPr kumimoji="0" lang="en-US" sz="3100" b="0" i="0" u="none" strike="noStrike" cap="none" spc="0" normalizeH="0" baseline="0">
              <a:ln>
                <a:noFill/>
              </a:ln>
              <a:effectLst/>
              <a:uFillTx/>
              <a:sym typeface="Lato Regular"/>
            </a:endParaRPr>
          </a:p>
        </p:txBody>
      </p:sp>
      <p:pic>
        <p:nvPicPr>
          <p:cNvPr id="449" name="Google Shape;449;p41" descr="Los 10 ransomware más peligrosos de los últimos años | noticias.ltda"/>
          <p:cNvPicPr preferRelativeResize="0"/>
          <p:nvPr/>
        </p:nvPicPr>
        <p:blipFill rotWithShape="1">
          <a:blip r:embed="rId3"/>
          <a:stretch/>
        </p:blipFill>
        <p:spPr>
          <a:xfrm>
            <a:off x="15727680" y="1050911"/>
            <a:ext cx="8028432" cy="6074847"/>
          </a:xfrm>
          <a:prstGeom prst="rect">
            <a:avLst/>
          </a:prstGeom>
          <a:noFill/>
        </p:spPr>
      </p:pic>
      <p:pic>
        <p:nvPicPr>
          <p:cNvPr id="4" name="Google Shape;135;p8" descr="Cómo protegerse de los virus, piratas informáticos y demás ataques? |  Tecnología - ComputerHoy.com">
            <a:extLst>
              <a:ext uri="{FF2B5EF4-FFF2-40B4-BE49-F238E27FC236}">
                <a16:creationId xmlns:a16="http://schemas.microsoft.com/office/drawing/2014/main" id="{AA490D8C-0124-FF24-6141-20058BF6E7BA}"/>
              </a:ext>
            </a:extLst>
          </p:cNvPr>
          <p:cNvPicPr preferRelativeResize="0"/>
          <p:nvPr/>
        </p:nvPicPr>
        <p:blipFill rotWithShape="1">
          <a:blip r:embed="rId4"/>
          <a:stretch/>
        </p:blipFill>
        <p:spPr>
          <a:xfrm>
            <a:off x="16453254" y="8158386"/>
            <a:ext cx="6540708" cy="4352544"/>
          </a:xfrm>
          <a:prstGeom prst="rect">
            <a:avLst/>
          </a:prstGeom>
          <a:noFill/>
        </p:spPr>
      </p:pic>
    </p:spTree>
    <p:extLst>
      <p:ext uri="{BB962C8B-B14F-4D97-AF65-F5344CB8AC3E}">
        <p14:creationId xmlns:p14="http://schemas.microsoft.com/office/powerpoint/2010/main" val="3032256588"/>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5DBB797-C1A3-D5C0-8897-99EDDDBEF68D}"/>
              </a:ext>
            </a:extLst>
          </p:cNvPr>
          <p:cNvSpPr>
            <a:spLocks noGrp="1"/>
          </p:cNvSpPr>
          <p:nvPr>
            <p:ph type="title" idx="4294967295"/>
          </p:nvPr>
        </p:nvSpPr>
        <p:spPr>
          <a:xfrm>
            <a:off x="1280160" y="658368"/>
            <a:ext cx="13789152" cy="3566160"/>
          </a:xfrm>
        </p:spPr>
        <p:txBody>
          <a:bodyPr vert="horz" lIns="91440" tIns="45720" rIns="91440" bIns="45720" rtlCol="0" anchor="b">
            <a:normAutofit/>
          </a:bodyPr>
          <a:lstStyle/>
          <a:p>
            <a:pPr defTabSz="914400"/>
            <a:r>
              <a:rPr lang="en-US" sz="10800" dirty="0"/>
              <a:t>Casos </a:t>
            </a:r>
            <a:r>
              <a:rPr lang="en-US" sz="10800" dirty="0" err="1"/>
              <a:t>famosos</a:t>
            </a:r>
            <a:r>
              <a:rPr lang="en-US" sz="10800" dirty="0"/>
              <a:t> de Ransomware</a:t>
            </a:r>
          </a:p>
        </p:txBody>
      </p:sp>
      <p:sp>
        <p:nvSpPr>
          <p:cNvPr id="13"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E7438B4D-D74F-D73B-1A99-AEB3459E9977}"/>
              </a:ext>
            </a:extLst>
          </p:cNvPr>
          <p:cNvSpPr>
            <a:spLocks noGrp="1"/>
          </p:cNvSpPr>
          <p:nvPr>
            <p:ph idx="4294967295"/>
          </p:nvPr>
        </p:nvSpPr>
        <p:spPr>
          <a:xfrm>
            <a:off x="627888" y="5413248"/>
            <a:ext cx="14441424" cy="7644384"/>
          </a:xfrm>
        </p:spPr>
        <p:txBody>
          <a:bodyPr vert="horz" lIns="91440" tIns="45720" rIns="91440" bIns="45720" rtlCol="0">
            <a:normAutofit lnSpcReduction="10000"/>
          </a:bodyPr>
          <a:lstStyle/>
          <a:p>
            <a:pPr indent="-228600" defTabSz="914400"/>
            <a:r>
              <a:rPr lang="en-US" sz="2800" dirty="0"/>
              <a:t>WannaCry: Este ransomware se </a:t>
            </a:r>
            <a:r>
              <a:rPr lang="en-US" sz="2800" dirty="0" err="1"/>
              <a:t>propagó</a:t>
            </a:r>
            <a:r>
              <a:rPr lang="en-US" sz="2800" dirty="0"/>
              <a:t> a </a:t>
            </a:r>
            <a:r>
              <a:rPr lang="en-US" sz="2800" dirty="0" err="1"/>
              <a:t>través</a:t>
            </a:r>
            <a:r>
              <a:rPr lang="en-US" sz="2800" dirty="0"/>
              <a:t> de </a:t>
            </a:r>
            <a:r>
              <a:rPr lang="en-US" sz="2800" dirty="0" err="1"/>
              <a:t>una</a:t>
            </a:r>
            <a:r>
              <a:rPr lang="en-US" sz="2800" dirty="0"/>
              <a:t> </a:t>
            </a:r>
            <a:r>
              <a:rPr lang="en-US" sz="2800" dirty="0" err="1"/>
              <a:t>vulnerabilidad</a:t>
            </a:r>
            <a:r>
              <a:rPr lang="en-US" sz="2800" dirty="0"/>
              <a:t> </a:t>
            </a:r>
            <a:r>
              <a:rPr lang="en-US" sz="2800" dirty="0" err="1"/>
              <a:t>en</a:t>
            </a:r>
            <a:r>
              <a:rPr lang="en-US" sz="2800" dirty="0"/>
              <a:t> </a:t>
            </a:r>
            <a:r>
              <a:rPr lang="en-US" sz="2800" dirty="0" err="1"/>
              <a:t>el</a:t>
            </a:r>
            <a:r>
              <a:rPr lang="en-US" sz="2800" dirty="0"/>
              <a:t> </a:t>
            </a:r>
            <a:r>
              <a:rPr lang="en-US" sz="2800" dirty="0" err="1"/>
              <a:t>protocolo</a:t>
            </a:r>
            <a:r>
              <a:rPr lang="en-US" sz="2800" dirty="0"/>
              <a:t> de red SMB de Microsoft </a:t>
            </a:r>
            <a:r>
              <a:rPr lang="en-US" sz="2800" dirty="0" err="1"/>
              <a:t>en</a:t>
            </a:r>
            <a:r>
              <a:rPr lang="en-US" sz="2800" dirty="0"/>
              <a:t> mayo de 2017, </a:t>
            </a:r>
            <a:r>
              <a:rPr lang="en-US" sz="2800" dirty="0" err="1"/>
              <a:t>afectando</a:t>
            </a:r>
            <a:r>
              <a:rPr lang="en-US" sz="2800" dirty="0"/>
              <a:t> a </a:t>
            </a:r>
            <a:r>
              <a:rPr lang="en-US" sz="2800" dirty="0" err="1"/>
              <a:t>empresas</a:t>
            </a:r>
            <a:r>
              <a:rPr lang="en-US" sz="2800" dirty="0"/>
              <a:t> y </a:t>
            </a:r>
            <a:r>
              <a:rPr lang="en-US" sz="2800" dirty="0" err="1"/>
              <a:t>organizaciones</a:t>
            </a:r>
            <a:r>
              <a:rPr lang="en-US" sz="2800" dirty="0"/>
              <a:t> </a:t>
            </a:r>
            <a:r>
              <a:rPr lang="en-US" sz="2800" dirty="0" err="1"/>
              <a:t>en</a:t>
            </a:r>
            <a:r>
              <a:rPr lang="en-US" sz="2800" dirty="0"/>
              <a:t> </a:t>
            </a:r>
            <a:r>
              <a:rPr lang="en-US" sz="2800" dirty="0" err="1"/>
              <a:t>más</a:t>
            </a:r>
            <a:r>
              <a:rPr lang="en-US" sz="2800" dirty="0"/>
              <a:t> de 150 </a:t>
            </a:r>
            <a:r>
              <a:rPr lang="en-US" sz="2800" dirty="0" err="1"/>
              <a:t>países</a:t>
            </a:r>
            <a:r>
              <a:rPr lang="en-US" sz="2800" dirty="0"/>
              <a:t>. Se </a:t>
            </a:r>
            <a:r>
              <a:rPr lang="en-US" sz="2800" dirty="0" err="1"/>
              <a:t>estima</a:t>
            </a:r>
            <a:r>
              <a:rPr lang="en-US" sz="2800" dirty="0"/>
              <a:t> que WannaCry </a:t>
            </a:r>
            <a:r>
              <a:rPr lang="en-US" sz="2800" dirty="0" err="1"/>
              <a:t>infectó</a:t>
            </a:r>
            <a:r>
              <a:rPr lang="en-US" sz="2800" dirty="0"/>
              <a:t> a </a:t>
            </a:r>
            <a:r>
              <a:rPr lang="en-US" sz="2800" dirty="0" err="1"/>
              <a:t>más</a:t>
            </a:r>
            <a:r>
              <a:rPr lang="en-US" sz="2800" dirty="0"/>
              <a:t> de 200,000 </a:t>
            </a:r>
            <a:r>
              <a:rPr lang="en-US" sz="2800" dirty="0" err="1"/>
              <a:t>sistemas</a:t>
            </a:r>
            <a:r>
              <a:rPr lang="en-US" sz="2800" dirty="0"/>
              <a:t> y </a:t>
            </a:r>
            <a:r>
              <a:rPr lang="en-US" sz="2800" dirty="0" err="1"/>
              <a:t>causó</a:t>
            </a:r>
            <a:r>
              <a:rPr lang="en-US" sz="2800" dirty="0"/>
              <a:t> </a:t>
            </a:r>
            <a:r>
              <a:rPr lang="en-US" sz="2800" dirty="0" err="1"/>
              <a:t>daños</a:t>
            </a:r>
            <a:r>
              <a:rPr lang="en-US" sz="2800" dirty="0"/>
              <a:t> </a:t>
            </a:r>
            <a:r>
              <a:rPr lang="en-US" sz="2800" dirty="0" err="1"/>
              <a:t>económicos</a:t>
            </a:r>
            <a:r>
              <a:rPr lang="en-US" sz="2800" dirty="0"/>
              <a:t> </a:t>
            </a:r>
            <a:r>
              <a:rPr lang="en-US" sz="2800" dirty="0" err="1"/>
              <a:t>por</a:t>
            </a:r>
            <a:r>
              <a:rPr lang="en-US" sz="2800" dirty="0"/>
              <a:t> valor de miles de </a:t>
            </a:r>
            <a:r>
              <a:rPr lang="en-US" sz="2800" dirty="0" err="1"/>
              <a:t>millones</a:t>
            </a:r>
            <a:r>
              <a:rPr lang="en-US" sz="2800" dirty="0"/>
              <a:t> de </a:t>
            </a:r>
            <a:r>
              <a:rPr lang="en-US" sz="2800" dirty="0" err="1"/>
              <a:t>dólares</a:t>
            </a:r>
            <a:r>
              <a:rPr lang="en-US" sz="2800" dirty="0"/>
              <a:t>.</a:t>
            </a:r>
          </a:p>
          <a:p>
            <a:pPr indent="-228600" defTabSz="914400"/>
            <a:r>
              <a:rPr lang="en-US" sz="2800" dirty="0" err="1"/>
              <a:t>NotPetya</a:t>
            </a:r>
            <a:r>
              <a:rPr lang="en-US" sz="2800" dirty="0"/>
              <a:t>: Este ransomware </a:t>
            </a:r>
            <a:r>
              <a:rPr lang="en-US" sz="2800" dirty="0" err="1"/>
              <a:t>apareció</a:t>
            </a:r>
            <a:r>
              <a:rPr lang="en-US" sz="2800" dirty="0"/>
              <a:t> </a:t>
            </a:r>
            <a:r>
              <a:rPr lang="en-US" sz="2800" dirty="0" err="1"/>
              <a:t>en</a:t>
            </a:r>
            <a:r>
              <a:rPr lang="en-US" sz="2800" dirty="0"/>
              <a:t> </a:t>
            </a:r>
            <a:r>
              <a:rPr lang="en-US" sz="2800" dirty="0" err="1"/>
              <a:t>junio</a:t>
            </a:r>
            <a:r>
              <a:rPr lang="en-US" sz="2800" dirty="0"/>
              <a:t> de 2017 y se </a:t>
            </a:r>
            <a:r>
              <a:rPr lang="en-US" sz="2800" dirty="0" err="1"/>
              <a:t>propagó</a:t>
            </a:r>
            <a:r>
              <a:rPr lang="en-US" sz="2800" dirty="0"/>
              <a:t> a </a:t>
            </a:r>
            <a:r>
              <a:rPr lang="en-US" sz="2800" dirty="0" err="1"/>
              <a:t>través</a:t>
            </a:r>
            <a:r>
              <a:rPr lang="en-US" sz="2800" dirty="0"/>
              <a:t> de </a:t>
            </a:r>
            <a:r>
              <a:rPr lang="en-US" sz="2800" dirty="0" err="1"/>
              <a:t>una</a:t>
            </a:r>
            <a:r>
              <a:rPr lang="en-US" sz="2800" dirty="0"/>
              <a:t> </a:t>
            </a:r>
            <a:r>
              <a:rPr lang="en-US" sz="2800" dirty="0" err="1"/>
              <a:t>actualización</a:t>
            </a:r>
            <a:r>
              <a:rPr lang="en-US" sz="2800" dirty="0"/>
              <a:t> falsa del software de </a:t>
            </a:r>
            <a:r>
              <a:rPr lang="en-US" sz="2800" dirty="0" err="1"/>
              <a:t>contabilidad</a:t>
            </a:r>
            <a:r>
              <a:rPr lang="en-US" sz="2800" dirty="0"/>
              <a:t> </a:t>
            </a:r>
            <a:r>
              <a:rPr lang="en-US" sz="2800" dirty="0" err="1"/>
              <a:t>ucraniano</a:t>
            </a:r>
            <a:r>
              <a:rPr lang="en-US" sz="2800" dirty="0"/>
              <a:t>. </a:t>
            </a:r>
            <a:r>
              <a:rPr lang="en-US" sz="2800" dirty="0" err="1"/>
              <a:t>Afectó</a:t>
            </a:r>
            <a:r>
              <a:rPr lang="en-US" sz="2800" dirty="0"/>
              <a:t> a </a:t>
            </a:r>
            <a:r>
              <a:rPr lang="en-US" sz="2800" dirty="0" err="1"/>
              <a:t>empresas</a:t>
            </a:r>
            <a:r>
              <a:rPr lang="en-US" sz="2800" dirty="0"/>
              <a:t> </a:t>
            </a:r>
            <a:r>
              <a:rPr lang="en-US" sz="2800" dirty="0" err="1"/>
              <a:t>en</a:t>
            </a:r>
            <a:r>
              <a:rPr lang="en-US" sz="2800" dirty="0"/>
              <a:t> </a:t>
            </a:r>
            <a:r>
              <a:rPr lang="en-US" sz="2800" dirty="0" err="1"/>
              <a:t>todo</a:t>
            </a:r>
            <a:r>
              <a:rPr lang="en-US" sz="2800" dirty="0"/>
              <a:t> </a:t>
            </a:r>
            <a:r>
              <a:rPr lang="en-US" sz="2800" dirty="0" err="1"/>
              <a:t>el</a:t>
            </a:r>
            <a:r>
              <a:rPr lang="en-US" sz="2800" dirty="0"/>
              <a:t> </a:t>
            </a:r>
            <a:r>
              <a:rPr lang="en-US" sz="2800" dirty="0" err="1"/>
              <a:t>mundo</a:t>
            </a:r>
            <a:r>
              <a:rPr lang="en-US" sz="2800" dirty="0"/>
              <a:t>, </a:t>
            </a:r>
            <a:r>
              <a:rPr lang="en-US" sz="2800" dirty="0" err="1"/>
              <a:t>pero</a:t>
            </a:r>
            <a:r>
              <a:rPr lang="en-US" sz="2800" dirty="0"/>
              <a:t> </a:t>
            </a:r>
            <a:r>
              <a:rPr lang="en-US" sz="2800" dirty="0" err="1"/>
              <a:t>especialmente</a:t>
            </a:r>
            <a:r>
              <a:rPr lang="en-US" sz="2800" dirty="0"/>
              <a:t> </a:t>
            </a:r>
            <a:r>
              <a:rPr lang="en-US" sz="2800" dirty="0" err="1"/>
              <a:t>en</a:t>
            </a:r>
            <a:r>
              <a:rPr lang="en-US" sz="2800" dirty="0"/>
              <a:t> </a:t>
            </a:r>
            <a:r>
              <a:rPr lang="en-US" sz="2800" dirty="0" err="1"/>
              <a:t>Ucrania</a:t>
            </a:r>
            <a:r>
              <a:rPr lang="en-US" sz="2800" dirty="0"/>
              <a:t>, y </a:t>
            </a:r>
            <a:r>
              <a:rPr lang="en-US" sz="2800" dirty="0" err="1"/>
              <a:t>causó</a:t>
            </a:r>
            <a:r>
              <a:rPr lang="en-US" sz="2800" dirty="0"/>
              <a:t> </a:t>
            </a:r>
            <a:r>
              <a:rPr lang="en-US" sz="2800" dirty="0" err="1"/>
              <a:t>daños</a:t>
            </a:r>
            <a:r>
              <a:rPr lang="en-US" sz="2800" dirty="0"/>
              <a:t> </a:t>
            </a:r>
            <a:r>
              <a:rPr lang="en-US" sz="2800" dirty="0" err="1"/>
              <a:t>económicos</a:t>
            </a:r>
            <a:r>
              <a:rPr lang="en-US" sz="2800" dirty="0"/>
              <a:t> </a:t>
            </a:r>
            <a:r>
              <a:rPr lang="en-US" sz="2800" dirty="0" err="1"/>
              <a:t>por</a:t>
            </a:r>
            <a:r>
              <a:rPr lang="en-US" sz="2800" dirty="0"/>
              <a:t> valor de miles de </a:t>
            </a:r>
            <a:r>
              <a:rPr lang="en-US" sz="2800" dirty="0" err="1"/>
              <a:t>millones</a:t>
            </a:r>
            <a:r>
              <a:rPr lang="en-US" sz="2800" dirty="0"/>
              <a:t> de </a:t>
            </a:r>
            <a:r>
              <a:rPr lang="en-US" sz="2800" dirty="0" err="1"/>
              <a:t>dólares</a:t>
            </a:r>
            <a:r>
              <a:rPr lang="en-US" sz="2800" dirty="0"/>
              <a:t>.</a:t>
            </a:r>
          </a:p>
          <a:p>
            <a:pPr indent="-228600" defTabSz="914400"/>
            <a:r>
              <a:rPr lang="en-US" sz="2800" dirty="0"/>
              <a:t>Locky: Este ransomware </a:t>
            </a:r>
            <a:r>
              <a:rPr lang="en-US" sz="2800" dirty="0" err="1"/>
              <a:t>apareció</a:t>
            </a:r>
            <a:r>
              <a:rPr lang="en-US" sz="2800" dirty="0"/>
              <a:t> </a:t>
            </a:r>
            <a:r>
              <a:rPr lang="en-US" sz="2800" dirty="0" err="1"/>
              <a:t>por</a:t>
            </a:r>
            <a:r>
              <a:rPr lang="en-US" sz="2800" dirty="0"/>
              <a:t> </a:t>
            </a:r>
            <a:r>
              <a:rPr lang="en-US" sz="2800" dirty="0" err="1"/>
              <a:t>primera</a:t>
            </a:r>
            <a:r>
              <a:rPr lang="en-US" sz="2800" dirty="0"/>
              <a:t> </a:t>
            </a:r>
            <a:r>
              <a:rPr lang="en-US" sz="2800" dirty="0" err="1"/>
              <a:t>vez</a:t>
            </a:r>
            <a:r>
              <a:rPr lang="en-US" sz="2800" dirty="0"/>
              <a:t> </a:t>
            </a:r>
            <a:r>
              <a:rPr lang="en-US" sz="2800" dirty="0" err="1"/>
              <a:t>en</a:t>
            </a:r>
            <a:r>
              <a:rPr lang="en-US" sz="2800" dirty="0"/>
              <a:t> 2016 y se </a:t>
            </a:r>
            <a:r>
              <a:rPr lang="en-US" sz="2800" dirty="0" err="1"/>
              <a:t>propagó</a:t>
            </a:r>
            <a:r>
              <a:rPr lang="en-US" sz="2800" dirty="0"/>
              <a:t> a </a:t>
            </a:r>
            <a:r>
              <a:rPr lang="en-US" sz="2800" dirty="0" err="1"/>
              <a:t>través</a:t>
            </a:r>
            <a:r>
              <a:rPr lang="en-US" sz="2800" dirty="0"/>
              <a:t> de </a:t>
            </a:r>
            <a:r>
              <a:rPr lang="en-US" sz="2800" dirty="0" err="1"/>
              <a:t>correos</a:t>
            </a:r>
            <a:r>
              <a:rPr lang="en-US" sz="2800" dirty="0"/>
              <a:t> </a:t>
            </a:r>
            <a:r>
              <a:rPr lang="en-US" sz="2800" dirty="0" err="1"/>
              <a:t>electrónicos</a:t>
            </a:r>
            <a:r>
              <a:rPr lang="en-US" sz="2800" dirty="0"/>
              <a:t> de phishing. </a:t>
            </a:r>
            <a:r>
              <a:rPr lang="en-US" sz="2800" dirty="0" err="1"/>
              <a:t>Afectó</a:t>
            </a:r>
            <a:r>
              <a:rPr lang="en-US" sz="2800" dirty="0"/>
              <a:t> a </a:t>
            </a:r>
            <a:r>
              <a:rPr lang="en-US" sz="2800" dirty="0" err="1"/>
              <a:t>empresas</a:t>
            </a:r>
            <a:r>
              <a:rPr lang="en-US" sz="2800" dirty="0"/>
              <a:t> de </a:t>
            </a:r>
            <a:r>
              <a:rPr lang="en-US" sz="2800" dirty="0" err="1"/>
              <a:t>todo</a:t>
            </a:r>
            <a:r>
              <a:rPr lang="en-US" sz="2800" dirty="0"/>
              <a:t> </a:t>
            </a:r>
            <a:r>
              <a:rPr lang="en-US" sz="2800" dirty="0" err="1"/>
              <a:t>el</a:t>
            </a:r>
            <a:r>
              <a:rPr lang="en-US" sz="2800" dirty="0"/>
              <a:t> </a:t>
            </a:r>
            <a:r>
              <a:rPr lang="en-US" sz="2800" dirty="0" err="1"/>
              <a:t>mundo</a:t>
            </a:r>
            <a:r>
              <a:rPr lang="en-US" sz="2800" dirty="0"/>
              <a:t> y se </a:t>
            </a:r>
            <a:r>
              <a:rPr lang="en-US" sz="2800" dirty="0" err="1"/>
              <a:t>estima</a:t>
            </a:r>
            <a:r>
              <a:rPr lang="en-US" sz="2800" dirty="0"/>
              <a:t> que </a:t>
            </a:r>
            <a:r>
              <a:rPr lang="en-US" sz="2800" dirty="0" err="1"/>
              <a:t>causó</a:t>
            </a:r>
            <a:r>
              <a:rPr lang="en-US" sz="2800" dirty="0"/>
              <a:t> </a:t>
            </a:r>
            <a:r>
              <a:rPr lang="en-US" sz="2800" dirty="0" err="1"/>
              <a:t>daños</a:t>
            </a:r>
            <a:r>
              <a:rPr lang="en-US" sz="2800" dirty="0"/>
              <a:t> </a:t>
            </a:r>
            <a:r>
              <a:rPr lang="en-US" sz="2800" dirty="0" err="1"/>
              <a:t>económicos</a:t>
            </a:r>
            <a:r>
              <a:rPr lang="en-US" sz="2800" dirty="0"/>
              <a:t> </a:t>
            </a:r>
            <a:r>
              <a:rPr lang="en-US" sz="2800" dirty="0" err="1"/>
              <a:t>por</a:t>
            </a:r>
            <a:r>
              <a:rPr lang="en-US" sz="2800" dirty="0"/>
              <a:t> valor de </a:t>
            </a:r>
            <a:r>
              <a:rPr lang="en-US" sz="2800" dirty="0" err="1"/>
              <a:t>cientos</a:t>
            </a:r>
            <a:r>
              <a:rPr lang="en-US" sz="2800" dirty="0"/>
              <a:t> de </a:t>
            </a:r>
            <a:r>
              <a:rPr lang="en-US" sz="2800" dirty="0" err="1"/>
              <a:t>millones</a:t>
            </a:r>
            <a:r>
              <a:rPr lang="en-US" sz="2800" dirty="0"/>
              <a:t> de </a:t>
            </a:r>
            <a:r>
              <a:rPr lang="en-US" sz="2800" dirty="0" err="1"/>
              <a:t>dólares</a:t>
            </a:r>
            <a:r>
              <a:rPr lang="en-US" sz="2800" dirty="0"/>
              <a:t>.</a:t>
            </a:r>
          </a:p>
          <a:p>
            <a:pPr indent="-228600" defTabSz="914400"/>
            <a:r>
              <a:rPr lang="en-US" sz="2800" dirty="0" err="1"/>
              <a:t>Ryuk</a:t>
            </a:r>
            <a:r>
              <a:rPr lang="en-US" sz="2800" dirty="0"/>
              <a:t>: Este ransomware se </a:t>
            </a:r>
            <a:r>
              <a:rPr lang="en-US" sz="2800" dirty="0" err="1"/>
              <a:t>detectó</a:t>
            </a:r>
            <a:r>
              <a:rPr lang="en-US" sz="2800" dirty="0"/>
              <a:t> </a:t>
            </a:r>
            <a:r>
              <a:rPr lang="en-US" sz="2800" dirty="0" err="1"/>
              <a:t>por</a:t>
            </a:r>
            <a:r>
              <a:rPr lang="en-US" sz="2800" dirty="0"/>
              <a:t> </a:t>
            </a:r>
            <a:r>
              <a:rPr lang="en-US" sz="2800" dirty="0" err="1"/>
              <a:t>primera</a:t>
            </a:r>
            <a:r>
              <a:rPr lang="en-US" sz="2800" dirty="0"/>
              <a:t> </a:t>
            </a:r>
            <a:r>
              <a:rPr lang="en-US" sz="2800" dirty="0" err="1"/>
              <a:t>vez</a:t>
            </a:r>
            <a:r>
              <a:rPr lang="en-US" sz="2800" dirty="0"/>
              <a:t> </a:t>
            </a:r>
            <a:r>
              <a:rPr lang="en-US" sz="2800" dirty="0" err="1"/>
              <a:t>en</a:t>
            </a:r>
            <a:r>
              <a:rPr lang="en-US" sz="2800" dirty="0"/>
              <a:t> </a:t>
            </a:r>
            <a:r>
              <a:rPr lang="en-US" sz="2800" dirty="0" err="1"/>
              <a:t>agosto</a:t>
            </a:r>
            <a:r>
              <a:rPr lang="en-US" sz="2800" dirty="0"/>
              <a:t> de 2018 y se </a:t>
            </a:r>
            <a:r>
              <a:rPr lang="en-US" sz="2800" dirty="0" err="1"/>
              <a:t>propagó</a:t>
            </a:r>
            <a:r>
              <a:rPr lang="en-US" sz="2800" dirty="0"/>
              <a:t> a </a:t>
            </a:r>
            <a:r>
              <a:rPr lang="en-US" sz="2800" dirty="0" err="1"/>
              <a:t>través</a:t>
            </a:r>
            <a:r>
              <a:rPr lang="en-US" sz="2800" dirty="0"/>
              <a:t> de </a:t>
            </a:r>
            <a:r>
              <a:rPr lang="en-US" sz="2800" dirty="0" err="1"/>
              <a:t>correos</a:t>
            </a:r>
            <a:r>
              <a:rPr lang="en-US" sz="2800" dirty="0"/>
              <a:t> </a:t>
            </a:r>
            <a:r>
              <a:rPr lang="en-US" sz="2800" dirty="0" err="1"/>
              <a:t>electrónicos</a:t>
            </a:r>
            <a:r>
              <a:rPr lang="en-US" sz="2800" dirty="0"/>
              <a:t> de phishing y </a:t>
            </a:r>
            <a:r>
              <a:rPr lang="en-US" sz="2800" dirty="0" err="1"/>
              <a:t>vulnerabilidades</a:t>
            </a:r>
            <a:r>
              <a:rPr lang="en-US" sz="2800" dirty="0"/>
              <a:t> </a:t>
            </a:r>
            <a:r>
              <a:rPr lang="en-US" sz="2800" dirty="0" err="1"/>
              <a:t>en</a:t>
            </a:r>
            <a:r>
              <a:rPr lang="en-US" sz="2800" dirty="0"/>
              <a:t> </a:t>
            </a:r>
            <a:r>
              <a:rPr lang="en-US" sz="2800" dirty="0" err="1"/>
              <a:t>los</a:t>
            </a:r>
            <a:r>
              <a:rPr lang="en-US" sz="2800" dirty="0"/>
              <a:t> </a:t>
            </a:r>
            <a:r>
              <a:rPr lang="en-US" sz="2800" dirty="0" err="1"/>
              <a:t>sistemas</a:t>
            </a:r>
            <a:r>
              <a:rPr lang="en-US" sz="2800" dirty="0"/>
              <a:t> de red. Se ha </a:t>
            </a:r>
            <a:r>
              <a:rPr lang="en-US" sz="2800" dirty="0" err="1"/>
              <a:t>utilizado</a:t>
            </a:r>
            <a:r>
              <a:rPr lang="en-US" sz="2800" dirty="0"/>
              <a:t> para </a:t>
            </a:r>
            <a:r>
              <a:rPr lang="en-US" sz="2800" dirty="0" err="1"/>
              <a:t>atacar</a:t>
            </a:r>
            <a:r>
              <a:rPr lang="en-US" sz="2800" dirty="0"/>
              <a:t> a </a:t>
            </a:r>
            <a:r>
              <a:rPr lang="en-US" sz="2800" dirty="0" err="1"/>
              <a:t>empresas</a:t>
            </a:r>
            <a:r>
              <a:rPr lang="en-US" sz="2800" dirty="0"/>
              <a:t> y </a:t>
            </a:r>
            <a:r>
              <a:rPr lang="en-US" sz="2800" dirty="0" err="1"/>
              <a:t>organizaciones</a:t>
            </a:r>
            <a:r>
              <a:rPr lang="en-US" sz="2800" dirty="0"/>
              <a:t> </a:t>
            </a:r>
            <a:r>
              <a:rPr lang="en-US" sz="2800" dirty="0" err="1"/>
              <a:t>en</a:t>
            </a:r>
            <a:r>
              <a:rPr lang="en-US" sz="2800" dirty="0"/>
              <a:t> </a:t>
            </a:r>
            <a:r>
              <a:rPr lang="en-US" sz="2800" dirty="0" err="1"/>
              <a:t>todo</a:t>
            </a:r>
            <a:r>
              <a:rPr lang="en-US" sz="2800" dirty="0"/>
              <a:t> </a:t>
            </a:r>
            <a:r>
              <a:rPr lang="en-US" sz="2800" dirty="0" err="1"/>
              <a:t>el</a:t>
            </a:r>
            <a:r>
              <a:rPr lang="en-US" sz="2800" dirty="0"/>
              <a:t> </a:t>
            </a:r>
            <a:r>
              <a:rPr lang="en-US" sz="2800" dirty="0" err="1"/>
              <a:t>mundo</a:t>
            </a:r>
            <a:r>
              <a:rPr lang="en-US" sz="2800" dirty="0"/>
              <a:t>, </a:t>
            </a:r>
            <a:r>
              <a:rPr lang="en-US" sz="2800" dirty="0" err="1"/>
              <a:t>incluyendo</a:t>
            </a:r>
            <a:r>
              <a:rPr lang="en-US" sz="2800" dirty="0"/>
              <a:t> </a:t>
            </a:r>
            <a:r>
              <a:rPr lang="en-US" sz="2800" dirty="0" err="1"/>
              <a:t>hospitales</a:t>
            </a:r>
            <a:r>
              <a:rPr lang="en-US" sz="2800" dirty="0"/>
              <a:t> y </a:t>
            </a:r>
            <a:r>
              <a:rPr lang="en-US" sz="2800" dirty="0" err="1"/>
              <a:t>empresas</a:t>
            </a:r>
            <a:r>
              <a:rPr lang="en-US" sz="2800" dirty="0"/>
              <a:t> de </a:t>
            </a:r>
            <a:r>
              <a:rPr lang="en-US" sz="2800" dirty="0" err="1"/>
              <a:t>fabricación</a:t>
            </a:r>
            <a:r>
              <a:rPr lang="en-US" sz="2800" dirty="0"/>
              <a:t>, y ha </a:t>
            </a:r>
            <a:r>
              <a:rPr lang="en-US" sz="2800" dirty="0" err="1"/>
              <a:t>causado</a:t>
            </a:r>
            <a:r>
              <a:rPr lang="en-US" sz="2800" dirty="0"/>
              <a:t> </a:t>
            </a:r>
            <a:r>
              <a:rPr lang="en-US" sz="2800" dirty="0" err="1"/>
              <a:t>daños</a:t>
            </a:r>
            <a:r>
              <a:rPr lang="en-US" sz="2800" dirty="0"/>
              <a:t> </a:t>
            </a:r>
            <a:r>
              <a:rPr lang="en-US" sz="2800" dirty="0" err="1"/>
              <a:t>económicos</a:t>
            </a:r>
            <a:r>
              <a:rPr lang="en-US" sz="2800" dirty="0"/>
              <a:t> </a:t>
            </a:r>
            <a:r>
              <a:rPr lang="en-US" sz="2800" dirty="0" err="1"/>
              <a:t>significativos</a:t>
            </a:r>
            <a:r>
              <a:rPr lang="en-US" sz="2800" dirty="0"/>
              <a:t>.</a:t>
            </a:r>
          </a:p>
          <a:p>
            <a:pPr indent="-228600" defTabSz="914400"/>
            <a:r>
              <a:rPr lang="en-US" sz="2800" dirty="0" err="1"/>
              <a:t>DarkSide</a:t>
            </a:r>
            <a:r>
              <a:rPr lang="en-US" sz="2800" dirty="0"/>
              <a:t>: Este ransomware </a:t>
            </a:r>
            <a:r>
              <a:rPr lang="en-US" sz="2800" dirty="0" err="1"/>
              <a:t>apareció</a:t>
            </a:r>
            <a:r>
              <a:rPr lang="en-US" sz="2800" dirty="0"/>
              <a:t> </a:t>
            </a:r>
            <a:r>
              <a:rPr lang="en-US" sz="2800" dirty="0" err="1"/>
              <a:t>en</a:t>
            </a:r>
            <a:r>
              <a:rPr lang="en-US" sz="2800" dirty="0"/>
              <a:t> 2020 y se </a:t>
            </a:r>
            <a:r>
              <a:rPr lang="en-US" sz="2800" dirty="0" err="1"/>
              <a:t>utilizó</a:t>
            </a:r>
            <a:r>
              <a:rPr lang="en-US" sz="2800" dirty="0"/>
              <a:t> para </a:t>
            </a:r>
            <a:r>
              <a:rPr lang="en-US" sz="2800" dirty="0" err="1"/>
              <a:t>atacar</a:t>
            </a:r>
            <a:r>
              <a:rPr lang="en-US" sz="2800" dirty="0"/>
              <a:t> a la </a:t>
            </a:r>
            <a:r>
              <a:rPr lang="en-US" sz="2800" dirty="0" err="1"/>
              <a:t>empresa</a:t>
            </a:r>
            <a:r>
              <a:rPr lang="en-US" sz="2800" dirty="0"/>
              <a:t> de </a:t>
            </a:r>
            <a:r>
              <a:rPr lang="en-US" sz="2800" dirty="0" err="1"/>
              <a:t>energía</a:t>
            </a:r>
            <a:r>
              <a:rPr lang="en-US" sz="2800" dirty="0"/>
              <a:t> Colonial Pipeline </a:t>
            </a:r>
            <a:r>
              <a:rPr lang="en-US" sz="2800" dirty="0" err="1"/>
              <a:t>en</a:t>
            </a:r>
            <a:r>
              <a:rPr lang="en-US" sz="2800" dirty="0"/>
              <a:t> </a:t>
            </a:r>
            <a:r>
              <a:rPr lang="en-US" sz="2800" dirty="0" err="1"/>
              <a:t>Estados</a:t>
            </a:r>
            <a:r>
              <a:rPr lang="en-US" sz="2800" dirty="0"/>
              <a:t> Unidos </a:t>
            </a:r>
            <a:r>
              <a:rPr lang="en-US" sz="2800" dirty="0" err="1"/>
              <a:t>en</a:t>
            </a:r>
            <a:r>
              <a:rPr lang="en-US" sz="2800" dirty="0"/>
              <a:t> mayo de 2021. El </a:t>
            </a:r>
            <a:r>
              <a:rPr lang="en-US" sz="2800" dirty="0" err="1"/>
              <a:t>ataque</a:t>
            </a:r>
            <a:r>
              <a:rPr lang="en-US" sz="2800" dirty="0"/>
              <a:t> </a:t>
            </a:r>
            <a:r>
              <a:rPr lang="en-US" sz="2800" dirty="0" err="1"/>
              <a:t>provocó</a:t>
            </a:r>
            <a:r>
              <a:rPr lang="en-US" sz="2800" dirty="0"/>
              <a:t> </a:t>
            </a:r>
            <a:r>
              <a:rPr lang="en-US" sz="2800" dirty="0" err="1"/>
              <a:t>una</a:t>
            </a:r>
            <a:r>
              <a:rPr lang="en-US" sz="2800" dirty="0"/>
              <a:t> </a:t>
            </a:r>
            <a:r>
              <a:rPr lang="en-US" sz="2800" dirty="0" err="1"/>
              <a:t>interrupción</a:t>
            </a:r>
            <a:r>
              <a:rPr lang="en-US" sz="2800" dirty="0"/>
              <a:t> </a:t>
            </a:r>
            <a:r>
              <a:rPr lang="en-US" sz="2800" dirty="0" err="1"/>
              <a:t>en</a:t>
            </a:r>
            <a:r>
              <a:rPr lang="en-US" sz="2800" dirty="0"/>
              <a:t> </a:t>
            </a:r>
            <a:r>
              <a:rPr lang="en-US" sz="2800" dirty="0" err="1"/>
              <a:t>el</a:t>
            </a:r>
            <a:r>
              <a:rPr lang="en-US" sz="2800" dirty="0"/>
              <a:t> </a:t>
            </a:r>
            <a:r>
              <a:rPr lang="en-US" sz="2800" dirty="0" err="1"/>
              <a:t>suministro</a:t>
            </a:r>
            <a:r>
              <a:rPr lang="en-US" sz="2800" dirty="0"/>
              <a:t> de combustible </a:t>
            </a:r>
            <a:r>
              <a:rPr lang="en-US" sz="2800" dirty="0" err="1"/>
              <a:t>en</a:t>
            </a:r>
            <a:r>
              <a:rPr lang="en-US" sz="2800" dirty="0"/>
              <a:t> la costa </a:t>
            </a:r>
            <a:r>
              <a:rPr lang="en-US" sz="2800" dirty="0" err="1"/>
              <a:t>este</a:t>
            </a:r>
            <a:r>
              <a:rPr lang="en-US" sz="2800" dirty="0"/>
              <a:t> de </a:t>
            </a:r>
            <a:r>
              <a:rPr lang="en-US" sz="2800" dirty="0" err="1"/>
              <a:t>Estados</a:t>
            </a:r>
            <a:r>
              <a:rPr lang="en-US" sz="2800" dirty="0"/>
              <a:t> Unidos y se </a:t>
            </a:r>
            <a:r>
              <a:rPr lang="en-US" sz="2800" dirty="0" err="1"/>
              <a:t>pagó</a:t>
            </a:r>
            <a:r>
              <a:rPr lang="en-US" sz="2800" dirty="0"/>
              <a:t> un </a:t>
            </a:r>
            <a:r>
              <a:rPr lang="en-US" sz="2800" dirty="0" err="1"/>
              <a:t>rescate</a:t>
            </a:r>
            <a:r>
              <a:rPr lang="en-US" sz="2800" dirty="0"/>
              <a:t> de 4.4 </a:t>
            </a:r>
            <a:r>
              <a:rPr lang="en-US" sz="2800" dirty="0" err="1"/>
              <a:t>millones</a:t>
            </a:r>
            <a:r>
              <a:rPr lang="en-US" sz="2800" dirty="0"/>
              <a:t> de </a:t>
            </a:r>
            <a:r>
              <a:rPr lang="en-US" sz="2800" dirty="0" err="1"/>
              <a:t>dólares</a:t>
            </a:r>
            <a:r>
              <a:rPr lang="en-US" sz="2800" dirty="0"/>
              <a:t> para </a:t>
            </a:r>
            <a:r>
              <a:rPr lang="en-US" sz="2800" dirty="0" err="1"/>
              <a:t>recuperar</a:t>
            </a:r>
            <a:r>
              <a:rPr lang="en-US" sz="2800" dirty="0"/>
              <a:t> </a:t>
            </a:r>
            <a:r>
              <a:rPr lang="en-US" sz="2800" dirty="0" err="1"/>
              <a:t>los</a:t>
            </a:r>
            <a:r>
              <a:rPr lang="en-US" sz="2800" dirty="0"/>
              <a:t> </a:t>
            </a:r>
            <a:r>
              <a:rPr lang="en-US" sz="2800" dirty="0" err="1"/>
              <a:t>datos</a:t>
            </a:r>
            <a:r>
              <a:rPr lang="en-US" sz="2800" dirty="0"/>
              <a:t>.</a:t>
            </a:r>
          </a:p>
          <a:p>
            <a:pPr indent="-228600" defTabSz="914400"/>
            <a:endParaRPr lang="en-US" sz="2800" dirty="0"/>
          </a:p>
        </p:txBody>
      </p:sp>
      <p:pic>
        <p:nvPicPr>
          <p:cNvPr id="6" name="Google Shape;135;p8" descr="Cómo protegerse de los virus, piratas informáticos y demás ataques? |  Tecnología - ComputerHoy.com">
            <a:extLst>
              <a:ext uri="{FF2B5EF4-FFF2-40B4-BE49-F238E27FC236}">
                <a16:creationId xmlns:a16="http://schemas.microsoft.com/office/drawing/2014/main" id="{CBDA63E0-E435-F587-0C69-2BD50736D54D}"/>
              </a:ext>
            </a:extLst>
          </p:cNvPr>
          <p:cNvPicPr preferRelativeResize="0"/>
          <p:nvPr/>
        </p:nvPicPr>
        <p:blipFill rotWithShape="1">
          <a:blip r:embed="rId2"/>
          <a:stretch/>
        </p:blipFill>
        <p:spPr>
          <a:xfrm>
            <a:off x="15727680" y="1417057"/>
            <a:ext cx="8028432" cy="5342556"/>
          </a:xfrm>
          <a:prstGeom prst="rect">
            <a:avLst/>
          </a:prstGeom>
          <a:noFill/>
        </p:spPr>
      </p:pic>
      <p:pic>
        <p:nvPicPr>
          <p:cNvPr id="5" name="Imagen 4" descr="Imagen que contiene Forma&#10;&#10;Descripción generada automáticamente">
            <a:extLst>
              <a:ext uri="{FF2B5EF4-FFF2-40B4-BE49-F238E27FC236}">
                <a16:creationId xmlns:a16="http://schemas.microsoft.com/office/drawing/2014/main" id="{3B7BBE4E-D482-6B96-E3EF-69B30EB488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727680" y="8596429"/>
            <a:ext cx="7991856" cy="3476457"/>
          </a:xfrm>
          <a:prstGeom prst="rect">
            <a:avLst/>
          </a:prstGeom>
        </p:spPr>
      </p:pic>
    </p:spTree>
    <p:extLst>
      <p:ext uri="{BB962C8B-B14F-4D97-AF65-F5344CB8AC3E}">
        <p14:creationId xmlns:p14="http://schemas.microsoft.com/office/powerpoint/2010/main" val="345934498"/>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F07D643-CBCC-E675-D01B-2D360684976F}"/>
              </a:ext>
            </a:extLst>
          </p:cNvPr>
          <p:cNvSpPr>
            <a:spLocks noGrp="1"/>
          </p:cNvSpPr>
          <p:nvPr>
            <p:ph type="title" idx="4294967295"/>
          </p:nvPr>
        </p:nvSpPr>
        <p:spPr>
          <a:xfrm>
            <a:off x="1280160" y="658368"/>
            <a:ext cx="13789152" cy="3566160"/>
          </a:xfrm>
        </p:spPr>
        <p:txBody>
          <a:bodyPr vert="horz" lIns="91440" tIns="45720" rIns="91440" bIns="45720" rtlCol="0" anchor="b">
            <a:normAutofit/>
          </a:bodyPr>
          <a:lstStyle/>
          <a:p>
            <a:pPr defTabSz="914400"/>
            <a:r>
              <a:rPr lang="en-US" sz="10800" dirty="0"/>
              <a:t>Casos de Ransomware </a:t>
            </a:r>
            <a:r>
              <a:rPr lang="en-US" sz="10800" dirty="0" err="1"/>
              <a:t>en</a:t>
            </a:r>
            <a:r>
              <a:rPr lang="en-US" sz="10800" dirty="0"/>
              <a:t> </a:t>
            </a:r>
            <a:r>
              <a:rPr lang="en-US" sz="10800" dirty="0" err="1"/>
              <a:t>España</a:t>
            </a:r>
            <a:endParaRPr lang="en-US" sz="10800" dirty="0"/>
          </a:p>
        </p:txBody>
      </p:sp>
      <p:sp>
        <p:nvSpPr>
          <p:cNvPr id="13"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77F19251-E5AB-A4C0-140C-9ABD9A60F21B}"/>
              </a:ext>
            </a:extLst>
          </p:cNvPr>
          <p:cNvSpPr>
            <a:spLocks noGrp="1"/>
          </p:cNvSpPr>
          <p:nvPr>
            <p:ph idx="4294967295"/>
          </p:nvPr>
        </p:nvSpPr>
        <p:spPr>
          <a:xfrm>
            <a:off x="446567" y="5413247"/>
            <a:ext cx="14622745" cy="7941245"/>
          </a:xfrm>
        </p:spPr>
        <p:txBody>
          <a:bodyPr vert="horz" lIns="91440" tIns="45720" rIns="91440" bIns="45720" rtlCol="0">
            <a:normAutofit/>
          </a:bodyPr>
          <a:lstStyle/>
          <a:p>
            <a:pPr indent="-228600" defTabSz="914400"/>
            <a:r>
              <a:rPr lang="en-US" sz="2800" b="1" dirty="0"/>
              <a:t>El </a:t>
            </a:r>
            <a:r>
              <a:rPr lang="en-US" sz="2800" b="1" dirty="0" err="1"/>
              <a:t>ataque</a:t>
            </a:r>
            <a:r>
              <a:rPr lang="en-US" sz="2800" b="1" dirty="0"/>
              <a:t> a SEPE</a:t>
            </a:r>
            <a:r>
              <a:rPr lang="en-US" sz="2800" dirty="0"/>
              <a:t>: En </a:t>
            </a:r>
            <a:r>
              <a:rPr lang="en-US" sz="2800" dirty="0" err="1"/>
              <a:t>marzo</a:t>
            </a:r>
            <a:r>
              <a:rPr lang="en-US" sz="2800" dirty="0"/>
              <a:t> de 2021, </a:t>
            </a:r>
            <a:r>
              <a:rPr lang="en-US" sz="2800" dirty="0" err="1"/>
              <a:t>el</a:t>
            </a:r>
            <a:r>
              <a:rPr lang="en-US" sz="2800" dirty="0"/>
              <a:t> </a:t>
            </a:r>
            <a:r>
              <a:rPr lang="en-US" sz="2800" dirty="0" err="1"/>
              <a:t>Servicio</a:t>
            </a:r>
            <a:r>
              <a:rPr lang="en-US" sz="2800" dirty="0"/>
              <a:t> Público de </a:t>
            </a:r>
            <a:r>
              <a:rPr lang="en-US" sz="2800" dirty="0" err="1"/>
              <a:t>Empleo</a:t>
            </a:r>
            <a:r>
              <a:rPr lang="en-US" sz="2800" dirty="0"/>
              <a:t> </a:t>
            </a:r>
            <a:r>
              <a:rPr lang="en-US" sz="2800" dirty="0" err="1"/>
              <a:t>Estatal</a:t>
            </a:r>
            <a:r>
              <a:rPr lang="en-US" sz="2800" dirty="0"/>
              <a:t> (SEPE) de </a:t>
            </a:r>
            <a:r>
              <a:rPr lang="en-US" sz="2800" dirty="0" err="1"/>
              <a:t>España</a:t>
            </a:r>
            <a:r>
              <a:rPr lang="en-US" sz="2800" dirty="0"/>
              <a:t> </a:t>
            </a:r>
            <a:r>
              <a:rPr lang="en-US" sz="2800" dirty="0" err="1"/>
              <a:t>sufrió</a:t>
            </a:r>
            <a:r>
              <a:rPr lang="en-US" sz="2800" dirty="0"/>
              <a:t> un </a:t>
            </a:r>
            <a:r>
              <a:rPr lang="en-US" sz="2800" dirty="0" err="1"/>
              <a:t>ataque</a:t>
            </a:r>
            <a:r>
              <a:rPr lang="en-US" sz="2800" dirty="0"/>
              <a:t> de ransomware que </a:t>
            </a:r>
            <a:r>
              <a:rPr lang="en-US" sz="2800" dirty="0" err="1"/>
              <a:t>dejó</a:t>
            </a:r>
            <a:r>
              <a:rPr lang="en-US" sz="2800" dirty="0"/>
              <a:t> a la </a:t>
            </a:r>
            <a:r>
              <a:rPr lang="en-US" sz="2800" dirty="0" err="1"/>
              <a:t>organización</a:t>
            </a:r>
            <a:r>
              <a:rPr lang="en-US" sz="2800" dirty="0"/>
              <a:t> sin </a:t>
            </a:r>
            <a:r>
              <a:rPr lang="en-US" sz="2800" dirty="0" err="1"/>
              <a:t>acceso</a:t>
            </a:r>
            <a:r>
              <a:rPr lang="en-US" sz="2800" dirty="0"/>
              <a:t> a sus </a:t>
            </a:r>
            <a:r>
              <a:rPr lang="en-US" sz="2800" dirty="0" err="1"/>
              <a:t>sistemas</a:t>
            </a:r>
            <a:r>
              <a:rPr lang="en-US" sz="2800" dirty="0"/>
              <a:t> </a:t>
            </a:r>
            <a:r>
              <a:rPr lang="en-US" sz="2800" dirty="0" err="1"/>
              <a:t>informáticos</a:t>
            </a:r>
            <a:r>
              <a:rPr lang="en-US" sz="2800" dirty="0"/>
              <a:t> </a:t>
            </a:r>
            <a:r>
              <a:rPr lang="en-US" sz="2800" dirty="0" err="1"/>
              <a:t>durante</a:t>
            </a:r>
            <a:r>
              <a:rPr lang="en-US" sz="2800" dirty="0"/>
              <a:t> </a:t>
            </a:r>
            <a:r>
              <a:rPr lang="en-US" sz="2800" dirty="0" err="1"/>
              <a:t>varios</a:t>
            </a:r>
            <a:r>
              <a:rPr lang="en-US" sz="2800" dirty="0"/>
              <a:t> días. El </a:t>
            </a:r>
            <a:r>
              <a:rPr lang="en-US" sz="2800" dirty="0" err="1"/>
              <a:t>ataque</a:t>
            </a:r>
            <a:r>
              <a:rPr lang="en-US" sz="2800" dirty="0"/>
              <a:t> </a:t>
            </a:r>
            <a:r>
              <a:rPr lang="en-US" sz="2800" dirty="0" err="1"/>
              <a:t>afectó</a:t>
            </a:r>
            <a:r>
              <a:rPr lang="en-US" sz="2800" dirty="0"/>
              <a:t> a </a:t>
            </a:r>
            <a:r>
              <a:rPr lang="en-US" sz="2800" dirty="0" err="1"/>
              <a:t>los</a:t>
            </a:r>
            <a:r>
              <a:rPr lang="en-US" sz="2800" dirty="0"/>
              <a:t> </a:t>
            </a:r>
            <a:r>
              <a:rPr lang="en-US" sz="2800" dirty="0" err="1"/>
              <a:t>servicios</a:t>
            </a:r>
            <a:r>
              <a:rPr lang="en-US" sz="2800" dirty="0"/>
              <a:t> de </a:t>
            </a:r>
            <a:r>
              <a:rPr lang="en-US" sz="2800" dirty="0" err="1"/>
              <a:t>empleo</a:t>
            </a:r>
            <a:r>
              <a:rPr lang="en-US" sz="2800" dirty="0"/>
              <a:t> </a:t>
            </a:r>
            <a:r>
              <a:rPr lang="en-US" sz="2800" dirty="0" err="1"/>
              <a:t>en</a:t>
            </a:r>
            <a:r>
              <a:rPr lang="en-US" sz="2800" dirty="0"/>
              <a:t> </a:t>
            </a:r>
            <a:r>
              <a:rPr lang="en-US" sz="2800" dirty="0" err="1"/>
              <a:t>todo</a:t>
            </a:r>
            <a:r>
              <a:rPr lang="en-US" sz="2800" dirty="0"/>
              <a:t> </a:t>
            </a:r>
            <a:r>
              <a:rPr lang="en-US" sz="2800" dirty="0" err="1"/>
              <a:t>el</a:t>
            </a:r>
            <a:r>
              <a:rPr lang="en-US" sz="2800" dirty="0"/>
              <a:t> </a:t>
            </a:r>
            <a:r>
              <a:rPr lang="en-US" sz="2800" dirty="0" err="1"/>
              <a:t>país</a:t>
            </a:r>
            <a:r>
              <a:rPr lang="en-US" sz="2800" dirty="0"/>
              <a:t> y se </a:t>
            </a:r>
            <a:r>
              <a:rPr lang="en-US" sz="2800" dirty="0" err="1"/>
              <a:t>sospecha</a:t>
            </a:r>
            <a:r>
              <a:rPr lang="en-US" sz="2800" dirty="0"/>
              <a:t> que </a:t>
            </a:r>
            <a:r>
              <a:rPr lang="en-US" sz="2800" dirty="0" err="1"/>
              <a:t>pudo</a:t>
            </a:r>
            <a:r>
              <a:rPr lang="en-US" sz="2800" dirty="0"/>
              <a:t> ser </a:t>
            </a:r>
            <a:r>
              <a:rPr lang="en-US" sz="2800" dirty="0" err="1"/>
              <a:t>perpetrado</a:t>
            </a:r>
            <a:r>
              <a:rPr lang="en-US" sz="2800" dirty="0"/>
              <a:t> </a:t>
            </a:r>
            <a:r>
              <a:rPr lang="en-US" sz="2800" dirty="0" err="1"/>
              <a:t>por</a:t>
            </a:r>
            <a:r>
              <a:rPr lang="en-US" sz="2800" dirty="0"/>
              <a:t> un </a:t>
            </a:r>
            <a:r>
              <a:rPr lang="en-US" sz="2800" dirty="0" err="1"/>
              <a:t>grupo</a:t>
            </a:r>
            <a:r>
              <a:rPr lang="en-US" sz="2800" dirty="0"/>
              <a:t> de </a:t>
            </a:r>
            <a:r>
              <a:rPr lang="en-US" sz="2800" dirty="0" err="1"/>
              <a:t>ciberdelincuentes</a:t>
            </a:r>
            <a:r>
              <a:rPr lang="en-US" sz="2800" dirty="0"/>
              <a:t> </a:t>
            </a:r>
            <a:r>
              <a:rPr lang="en-US" sz="2800" dirty="0" err="1"/>
              <a:t>rusos</a:t>
            </a:r>
            <a:r>
              <a:rPr lang="en-US" sz="2800" dirty="0"/>
              <a:t>.</a:t>
            </a:r>
          </a:p>
          <a:p>
            <a:pPr indent="-228600" defTabSz="914400"/>
            <a:r>
              <a:rPr lang="en-US" sz="2800" b="1" dirty="0"/>
              <a:t>El </a:t>
            </a:r>
            <a:r>
              <a:rPr lang="en-US" sz="2800" b="1" dirty="0" err="1"/>
              <a:t>ataque</a:t>
            </a:r>
            <a:r>
              <a:rPr lang="en-US" sz="2800" b="1" dirty="0"/>
              <a:t> a </a:t>
            </a:r>
            <a:r>
              <a:rPr lang="en-US" sz="2800" b="1" dirty="0" err="1"/>
              <a:t>Everis</a:t>
            </a:r>
            <a:r>
              <a:rPr lang="en-US" sz="2800" b="1" dirty="0"/>
              <a:t>: </a:t>
            </a:r>
            <a:r>
              <a:rPr lang="en-US" sz="2800" dirty="0"/>
              <a:t>En </a:t>
            </a:r>
            <a:r>
              <a:rPr lang="en-US" sz="2800" dirty="0" err="1"/>
              <a:t>septiembre</a:t>
            </a:r>
            <a:r>
              <a:rPr lang="en-US" sz="2800" dirty="0"/>
              <a:t> de 2019, la </a:t>
            </a:r>
            <a:r>
              <a:rPr lang="en-US" sz="2800" dirty="0" err="1"/>
              <a:t>empresa</a:t>
            </a:r>
            <a:r>
              <a:rPr lang="en-US" sz="2800" dirty="0"/>
              <a:t> de </a:t>
            </a:r>
            <a:r>
              <a:rPr lang="en-US" sz="2800" dirty="0" err="1"/>
              <a:t>servicios</a:t>
            </a:r>
            <a:r>
              <a:rPr lang="en-US" sz="2800" dirty="0"/>
              <a:t> de </a:t>
            </a:r>
            <a:r>
              <a:rPr lang="en-US" sz="2800" dirty="0" err="1"/>
              <a:t>consultoría</a:t>
            </a:r>
            <a:r>
              <a:rPr lang="en-US" sz="2800" dirty="0"/>
              <a:t> </a:t>
            </a:r>
            <a:r>
              <a:rPr lang="en-US" sz="2800" dirty="0" err="1"/>
              <a:t>tecnológica</a:t>
            </a:r>
            <a:r>
              <a:rPr lang="en-US" sz="2800" dirty="0"/>
              <a:t> </a:t>
            </a:r>
            <a:r>
              <a:rPr lang="en-US" sz="2800" dirty="0" err="1"/>
              <a:t>Everis</a:t>
            </a:r>
            <a:r>
              <a:rPr lang="en-US" sz="2800" dirty="0"/>
              <a:t> </a:t>
            </a:r>
            <a:r>
              <a:rPr lang="en-US" sz="2800" dirty="0" err="1"/>
              <a:t>sufrió</a:t>
            </a:r>
            <a:r>
              <a:rPr lang="en-US" sz="2800" dirty="0"/>
              <a:t> un </a:t>
            </a:r>
            <a:r>
              <a:rPr lang="en-US" sz="2800" dirty="0" err="1"/>
              <a:t>ataque</a:t>
            </a:r>
            <a:r>
              <a:rPr lang="en-US" sz="2800" dirty="0"/>
              <a:t> de ransomware que </a:t>
            </a:r>
            <a:r>
              <a:rPr lang="en-US" sz="2800" dirty="0" err="1"/>
              <a:t>afectó</a:t>
            </a:r>
            <a:r>
              <a:rPr lang="en-US" sz="2800" dirty="0"/>
              <a:t> a sus </a:t>
            </a:r>
            <a:r>
              <a:rPr lang="en-US" sz="2800" dirty="0" err="1"/>
              <a:t>sistemas</a:t>
            </a:r>
            <a:r>
              <a:rPr lang="en-US" sz="2800" dirty="0"/>
              <a:t> </a:t>
            </a:r>
            <a:r>
              <a:rPr lang="en-US" sz="2800" dirty="0" err="1"/>
              <a:t>informáticos</a:t>
            </a:r>
            <a:r>
              <a:rPr lang="en-US" sz="2800" dirty="0"/>
              <a:t> </a:t>
            </a:r>
            <a:r>
              <a:rPr lang="en-US" sz="2800" dirty="0" err="1"/>
              <a:t>en</a:t>
            </a:r>
            <a:r>
              <a:rPr lang="en-US" sz="2800" dirty="0"/>
              <a:t> </a:t>
            </a:r>
            <a:r>
              <a:rPr lang="en-US" sz="2800" dirty="0" err="1"/>
              <a:t>España</a:t>
            </a:r>
            <a:r>
              <a:rPr lang="en-US" sz="2800" dirty="0"/>
              <a:t> y </a:t>
            </a:r>
            <a:r>
              <a:rPr lang="en-US" sz="2800" dirty="0" err="1"/>
              <a:t>otros</a:t>
            </a:r>
            <a:r>
              <a:rPr lang="en-US" sz="2800" dirty="0"/>
              <a:t> </a:t>
            </a:r>
            <a:r>
              <a:rPr lang="en-US" sz="2800" dirty="0" err="1"/>
              <a:t>países</a:t>
            </a:r>
            <a:r>
              <a:rPr lang="en-US" sz="2800" dirty="0"/>
              <a:t>. Los </a:t>
            </a:r>
            <a:r>
              <a:rPr lang="en-US" sz="2800" dirty="0" err="1"/>
              <a:t>atacantes</a:t>
            </a:r>
            <a:r>
              <a:rPr lang="en-US" sz="2800" dirty="0"/>
              <a:t> </a:t>
            </a:r>
            <a:r>
              <a:rPr lang="en-US" sz="2800" dirty="0" err="1"/>
              <a:t>exigieron</a:t>
            </a:r>
            <a:r>
              <a:rPr lang="en-US" sz="2800" dirty="0"/>
              <a:t> un </a:t>
            </a:r>
            <a:r>
              <a:rPr lang="en-US" sz="2800" dirty="0" err="1"/>
              <a:t>rescate</a:t>
            </a:r>
            <a:r>
              <a:rPr lang="en-US" sz="2800" dirty="0"/>
              <a:t> </a:t>
            </a:r>
            <a:r>
              <a:rPr lang="en-US" sz="2800" dirty="0" err="1"/>
              <a:t>en</a:t>
            </a:r>
            <a:r>
              <a:rPr lang="en-US" sz="2800" dirty="0"/>
              <a:t> </a:t>
            </a:r>
            <a:r>
              <a:rPr lang="en-US" sz="2800" dirty="0" err="1"/>
              <a:t>criptomonedas</a:t>
            </a:r>
            <a:r>
              <a:rPr lang="en-US" sz="2800" dirty="0"/>
              <a:t> para </a:t>
            </a:r>
            <a:r>
              <a:rPr lang="en-US" sz="2800" dirty="0" err="1"/>
              <a:t>desbloquear</a:t>
            </a:r>
            <a:r>
              <a:rPr lang="en-US" sz="2800" dirty="0"/>
              <a:t> </a:t>
            </a:r>
            <a:r>
              <a:rPr lang="en-US" sz="2800" dirty="0" err="1"/>
              <a:t>los</a:t>
            </a:r>
            <a:r>
              <a:rPr lang="en-US" sz="2800" dirty="0"/>
              <a:t> </a:t>
            </a:r>
            <a:r>
              <a:rPr lang="en-US" sz="2800" dirty="0" err="1"/>
              <a:t>sistemas</a:t>
            </a:r>
            <a:r>
              <a:rPr lang="en-US" sz="2800" dirty="0"/>
              <a:t>.</a:t>
            </a:r>
          </a:p>
          <a:p>
            <a:pPr indent="-228600" defTabSz="914400"/>
            <a:r>
              <a:rPr lang="en-US" sz="2800" b="1" dirty="0"/>
              <a:t>El </a:t>
            </a:r>
            <a:r>
              <a:rPr lang="en-US" sz="2800" b="1" dirty="0" err="1"/>
              <a:t>ataque</a:t>
            </a:r>
            <a:r>
              <a:rPr lang="en-US" sz="2800" b="1" dirty="0"/>
              <a:t> a Redes </a:t>
            </a:r>
            <a:r>
              <a:rPr lang="en-US" sz="2800" b="1" dirty="0" err="1"/>
              <a:t>Energéticas</a:t>
            </a:r>
            <a:r>
              <a:rPr lang="en-US" sz="2800" b="1" dirty="0"/>
              <a:t> </a:t>
            </a:r>
            <a:r>
              <a:rPr lang="en-US" sz="2800" b="1" dirty="0" err="1"/>
              <a:t>Nacionales</a:t>
            </a:r>
            <a:r>
              <a:rPr lang="en-US" sz="2800" b="1" dirty="0"/>
              <a:t> (REN): </a:t>
            </a:r>
            <a:r>
              <a:rPr lang="en-US" sz="2800" dirty="0"/>
              <a:t>En </a:t>
            </a:r>
            <a:r>
              <a:rPr lang="en-US" sz="2800" dirty="0" err="1"/>
              <a:t>diciembre</a:t>
            </a:r>
            <a:r>
              <a:rPr lang="en-US" sz="2800" dirty="0"/>
              <a:t> de 2020, la </a:t>
            </a:r>
            <a:r>
              <a:rPr lang="en-US" sz="2800" dirty="0" err="1"/>
              <a:t>empresa</a:t>
            </a:r>
            <a:r>
              <a:rPr lang="en-US" sz="2800" dirty="0"/>
              <a:t> </a:t>
            </a:r>
            <a:r>
              <a:rPr lang="en-US" sz="2800" dirty="0" err="1"/>
              <a:t>española</a:t>
            </a:r>
            <a:r>
              <a:rPr lang="en-US" sz="2800" dirty="0"/>
              <a:t> REN </a:t>
            </a:r>
            <a:r>
              <a:rPr lang="en-US" sz="2800" dirty="0" err="1"/>
              <a:t>sufrió</a:t>
            </a:r>
            <a:r>
              <a:rPr lang="en-US" sz="2800" dirty="0"/>
              <a:t> un </a:t>
            </a:r>
            <a:r>
              <a:rPr lang="en-US" sz="2800" dirty="0" err="1"/>
              <a:t>ataque</a:t>
            </a:r>
            <a:r>
              <a:rPr lang="en-US" sz="2800" dirty="0"/>
              <a:t> de ransomware que </a:t>
            </a:r>
            <a:r>
              <a:rPr lang="en-US" sz="2800" dirty="0" err="1"/>
              <a:t>afectó</a:t>
            </a:r>
            <a:r>
              <a:rPr lang="en-US" sz="2800" dirty="0"/>
              <a:t> a </a:t>
            </a:r>
            <a:r>
              <a:rPr lang="en-US" sz="2800" dirty="0" err="1"/>
              <a:t>su</a:t>
            </a:r>
            <a:r>
              <a:rPr lang="en-US" sz="2800" dirty="0"/>
              <a:t> red de </a:t>
            </a:r>
            <a:r>
              <a:rPr lang="en-US" sz="2800" dirty="0" err="1"/>
              <a:t>telecomunicaciones</a:t>
            </a:r>
            <a:r>
              <a:rPr lang="en-US" sz="2800" dirty="0"/>
              <a:t>. </a:t>
            </a:r>
            <a:r>
              <a:rPr lang="en-US" sz="2800" dirty="0" err="1"/>
              <a:t>Aunque</a:t>
            </a:r>
            <a:r>
              <a:rPr lang="en-US" sz="2800" dirty="0"/>
              <a:t> la </a:t>
            </a:r>
            <a:r>
              <a:rPr lang="en-US" sz="2800" dirty="0" err="1"/>
              <a:t>empresa</a:t>
            </a:r>
            <a:r>
              <a:rPr lang="en-US" sz="2800" dirty="0"/>
              <a:t> </a:t>
            </a:r>
            <a:r>
              <a:rPr lang="en-US" sz="2800" dirty="0" err="1"/>
              <a:t>aseguró</a:t>
            </a:r>
            <a:r>
              <a:rPr lang="en-US" sz="2800" dirty="0"/>
              <a:t> que no se </a:t>
            </a:r>
            <a:r>
              <a:rPr lang="en-US" sz="2800" dirty="0" err="1"/>
              <a:t>produjo</a:t>
            </a:r>
            <a:r>
              <a:rPr lang="en-US" sz="2800" dirty="0"/>
              <a:t> </a:t>
            </a:r>
            <a:r>
              <a:rPr lang="en-US" sz="2800" dirty="0" err="1"/>
              <a:t>una</a:t>
            </a:r>
            <a:r>
              <a:rPr lang="en-US" sz="2800" dirty="0"/>
              <a:t> </a:t>
            </a:r>
            <a:r>
              <a:rPr lang="en-US" sz="2800" dirty="0" err="1"/>
              <a:t>interrupción</a:t>
            </a:r>
            <a:r>
              <a:rPr lang="en-US" sz="2800" dirty="0"/>
              <a:t> </a:t>
            </a:r>
            <a:r>
              <a:rPr lang="en-US" sz="2800" dirty="0" err="1"/>
              <a:t>en</a:t>
            </a:r>
            <a:r>
              <a:rPr lang="en-US" sz="2800" dirty="0"/>
              <a:t> </a:t>
            </a:r>
            <a:r>
              <a:rPr lang="en-US" sz="2800" dirty="0" err="1"/>
              <a:t>el</a:t>
            </a:r>
            <a:r>
              <a:rPr lang="en-US" sz="2800" dirty="0"/>
              <a:t> </a:t>
            </a:r>
            <a:r>
              <a:rPr lang="en-US" sz="2800" dirty="0" err="1"/>
              <a:t>suministro</a:t>
            </a:r>
            <a:r>
              <a:rPr lang="en-US" sz="2800" dirty="0"/>
              <a:t> de </a:t>
            </a:r>
            <a:r>
              <a:rPr lang="en-US" sz="2800" dirty="0" err="1"/>
              <a:t>energía</a:t>
            </a:r>
            <a:r>
              <a:rPr lang="en-US" sz="2800" dirty="0"/>
              <a:t>, </a:t>
            </a:r>
            <a:r>
              <a:rPr lang="en-US" sz="2800" dirty="0" err="1"/>
              <a:t>el</a:t>
            </a:r>
            <a:r>
              <a:rPr lang="en-US" sz="2800" dirty="0"/>
              <a:t> </a:t>
            </a:r>
            <a:r>
              <a:rPr lang="en-US" sz="2800" dirty="0" err="1"/>
              <a:t>ataque</a:t>
            </a:r>
            <a:r>
              <a:rPr lang="en-US" sz="2800" dirty="0"/>
              <a:t> </a:t>
            </a:r>
            <a:r>
              <a:rPr lang="en-US" sz="2800" dirty="0" err="1"/>
              <a:t>demuestra</a:t>
            </a:r>
            <a:r>
              <a:rPr lang="en-US" sz="2800" dirty="0"/>
              <a:t> la </a:t>
            </a:r>
            <a:r>
              <a:rPr lang="en-US" sz="2800" dirty="0" err="1"/>
              <a:t>vulnerabilidad</a:t>
            </a:r>
            <a:r>
              <a:rPr lang="en-US" sz="2800" dirty="0"/>
              <a:t> de las </a:t>
            </a:r>
            <a:r>
              <a:rPr lang="en-US" sz="2800" dirty="0" err="1"/>
              <a:t>infraestructuras</a:t>
            </a:r>
            <a:r>
              <a:rPr lang="en-US" sz="2800" dirty="0"/>
              <a:t> </a:t>
            </a:r>
            <a:r>
              <a:rPr lang="en-US" sz="2800" dirty="0" err="1"/>
              <a:t>críticas</a:t>
            </a:r>
            <a:r>
              <a:rPr lang="en-US" sz="2800" dirty="0"/>
              <a:t> a </a:t>
            </a:r>
            <a:r>
              <a:rPr lang="en-US" sz="2800" dirty="0" err="1"/>
              <a:t>este</a:t>
            </a:r>
            <a:r>
              <a:rPr lang="en-US" sz="2800" dirty="0"/>
              <a:t> </a:t>
            </a:r>
            <a:r>
              <a:rPr lang="en-US" sz="2800" dirty="0" err="1"/>
              <a:t>tipo</a:t>
            </a:r>
            <a:r>
              <a:rPr lang="en-US" sz="2800" dirty="0"/>
              <a:t> de </a:t>
            </a:r>
            <a:r>
              <a:rPr lang="en-US" sz="2800" dirty="0" err="1"/>
              <a:t>amenazas</a:t>
            </a:r>
            <a:r>
              <a:rPr lang="en-US" sz="2800" dirty="0"/>
              <a:t>.</a:t>
            </a:r>
          </a:p>
          <a:p>
            <a:pPr indent="-228600" defTabSz="914400"/>
            <a:r>
              <a:rPr lang="en-US" sz="2800" b="1" dirty="0"/>
              <a:t>El </a:t>
            </a:r>
            <a:r>
              <a:rPr lang="en-US" sz="2800" b="1" dirty="0" err="1"/>
              <a:t>ataque</a:t>
            </a:r>
            <a:r>
              <a:rPr lang="en-US" sz="2800" b="1" dirty="0"/>
              <a:t> a la Universidad de Málaga: </a:t>
            </a:r>
            <a:r>
              <a:rPr lang="en-US" sz="2800" dirty="0"/>
              <a:t>En </a:t>
            </a:r>
            <a:r>
              <a:rPr lang="en-US" sz="2800" dirty="0" err="1"/>
              <a:t>agosto</a:t>
            </a:r>
            <a:r>
              <a:rPr lang="en-US" sz="2800" dirty="0"/>
              <a:t> de 2020, la Universidad de Málaga </a:t>
            </a:r>
            <a:r>
              <a:rPr lang="en-US" sz="2800" dirty="0" err="1"/>
              <a:t>sufrió</a:t>
            </a:r>
            <a:r>
              <a:rPr lang="en-US" sz="2800" dirty="0"/>
              <a:t> un </a:t>
            </a:r>
            <a:r>
              <a:rPr lang="en-US" sz="2800" dirty="0" err="1"/>
              <a:t>ataque</a:t>
            </a:r>
            <a:r>
              <a:rPr lang="en-US" sz="2800" dirty="0"/>
              <a:t> de ransomware que </a:t>
            </a:r>
            <a:r>
              <a:rPr lang="en-US" sz="2800" dirty="0" err="1"/>
              <a:t>afectó</a:t>
            </a:r>
            <a:r>
              <a:rPr lang="en-US" sz="2800" dirty="0"/>
              <a:t> a sus </a:t>
            </a:r>
            <a:r>
              <a:rPr lang="en-US" sz="2800" dirty="0" err="1"/>
              <a:t>sistemas</a:t>
            </a:r>
            <a:r>
              <a:rPr lang="en-US" sz="2800" dirty="0"/>
              <a:t> </a:t>
            </a:r>
            <a:r>
              <a:rPr lang="en-US" sz="2800" dirty="0" err="1"/>
              <a:t>informáticos</a:t>
            </a:r>
            <a:r>
              <a:rPr lang="en-US" sz="2800" dirty="0"/>
              <a:t> y </a:t>
            </a:r>
            <a:r>
              <a:rPr lang="en-US" sz="2800" dirty="0" err="1"/>
              <a:t>obligó</a:t>
            </a:r>
            <a:r>
              <a:rPr lang="en-US" sz="2800" dirty="0"/>
              <a:t> a la </a:t>
            </a:r>
            <a:r>
              <a:rPr lang="en-US" sz="2800" dirty="0" err="1"/>
              <a:t>organización</a:t>
            </a:r>
            <a:r>
              <a:rPr lang="en-US" sz="2800" dirty="0"/>
              <a:t> a suspender las </a:t>
            </a:r>
            <a:r>
              <a:rPr lang="en-US" sz="2800" dirty="0" err="1"/>
              <a:t>clases</a:t>
            </a:r>
            <a:r>
              <a:rPr lang="en-US" sz="2800" dirty="0"/>
              <a:t> </a:t>
            </a:r>
            <a:r>
              <a:rPr lang="en-US" sz="2800" dirty="0" err="1"/>
              <a:t>en</a:t>
            </a:r>
            <a:r>
              <a:rPr lang="en-US" sz="2800" dirty="0"/>
              <a:t> </a:t>
            </a:r>
            <a:r>
              <a:rPr lang="en-US" sz="2800" dirty="0" err="1"/>
              <a:t>línea</a:t>
            </a:r>
            <a:r>
              <a:rPr lang="en-US" sz="2800" dirty="0"/>
              <a:t> </a:t>
            </a:r>
            <a:r>
              <a:rPr lang="en-US" sz="2800" dirty="0" err="1"/>
              <a:t>durante</a:t>
            </a:r>
            <a:r>
              <a:rPr lang="en-US" sz="2800" dirty="0"/>
              <a:t> </a:t>
            </a:r>
            <a:r>
              <a:rPr lang="en-US" sz="2800" dirty="0" err="1"/>
              <a:t>varios</a:t>
            </a:r>
            <a:r>
              <a:rPr lang="en-US" sz="2800" dirty="0"/>
              <a:t> días.</a:t>
            </a:r>
          </a:p>
          <a:p>
            <a:pPr indent="-228600" defTabSz="914400"/>
            <a:endParaRPr lang="en-US" sz="2800" dirty="0"/>
          </a:p>
        </p:txBody>
      </p:sp>
      <p:pic>
        <p:nvPicPr>
          <p:cNvPr id="6" name="Google Shape;135;p8" descr="Cómo protegerse de los virus, piratas informáticos y demás ataques? |  Tecnología - ComputerHoy.com">
            <a:extLst>
              <a:ext uri="{FF2B5EF4-FFF2-40B4-BE49-F238E27FC236}">
                <a16:creationId xmlns:a16="http://schemas.microsoft.com/office/drawing/2014/main" id="{7975E51E-6312-89D5-7A52-4DD7E493EDC7}"/>
              </a:ext>
            </a:extLst>
          </p:cNvPr>
          <p:cNvPicPr preferRelativeResize="0"/>
          <p:nvPr/>
        </p:nvPicPr>
        <p:blipFill rotWithShape="1">
          <a:blip r:embed="rId2"/>
          <a:stretch/>
        </p:blipFill>
        <p:spPr>
          <a:xfrm>
            <a:off x="15727680" y="1417057"/>
            <a:ext cx="8028432" cy="5342556"/>
          </a:xfrm>
          <a:prstGeom prst="rect">
            <a:avLst/>
          </a:prstGeom>
          <a:noFill/>
        </p:spPr>
      </p:pic>
      <p:pic>
        <p:nvPicPr>
          <p:cNvPr id="5" name="Imagen 4" descr="Un dibujo de una persona&#10;&#10;Descripción generada automáticamente con confianza media">
            <a:extLst>
              <a:ext uri="{FF2B5EF4-FFF2-40B4-BE49-F238E27FC236}">
                <a16:creationId xmlns:a16="http://schemas.microsoft.com/office/drawing/2014/main" id="{3272C343-F56A-F58C-E247-A3D4DDF358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50362" y="8158386"/>
            <a:ext cx="7746492" cy="4352544"/>
          </a:xfrm>
          <a:prstGeom prst="rect">
            <a:avLst/>
          </a:prstGeom>
        </p:spPr>
      </p:pic>
    </p:spTree>
    <p:extLst>
      <p:ext uri="{BB962C8B-B14F-4D97-AF65-F5344CB8AC3E}">
        <p14:creationId xmlns:p14="http://schemas.microsoft.com/office/powerpoint/2010/main" val="3564113682"/>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C6526CEB-F93F-105E-A34F-3ED1D2D602CB}"/>
              </a:ext>
            </a:extLst>
          </p:cNvPr>
          <p:cNvPicPr>
            <a:picLocks noChangeAspect="1"/>
          </p:cNvPicPr>
          <p:nvPr/>
        </p:nvPicPr>
        <p:blipFill>
          <a:blip r:embed="rId2"/>
          <a:stretch>
            <a:fillRect/>
          </a:stretch>
        </p:blipFill>
        <p:spPr>
          <a:xfrm>
            <a:off x="0" y="1368952"/>
            <a:ext cx="21898946" cy="10403948"/>
          </a:xfrm>
          <a:prstGeom prst="rect">
            <a:avLst/>
          </a:prstGeom>
        </p:spPr>
      </p:pic>
      <p:sp>
        <p:nvSpPr>
          <p:cNvPr id="5" name="CuadroTexto 4">
            <a:extLst>
              <a:ext uri="{FF2B5EF4-FFF2-40B4-BE49-F238E27FC236}">
                <a16:creationId xmlns:a16="http://schemas.microsoft.com/office/drawing/2014/main" id="{0507D1F4-EFF2-4199-CAF5-9CDDA851C135}"/>
              </a:ext>
            </a:extLst>
          </p:cNvPr>
          <p:cNvSpPr txBox="1"/>
          <p:nvPr/>
        </p:nvSpPr>
        <p:spPr>
          <a:xfrm>
            <a:off x="1314450" y="12519682"/>
            <a:ext cx="15601950" cy="45313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s-ES" dirty="0"/>
              <a:t>https://www.itreseller.es/seguridad/2023/03/9-de-cada-10-empresas-espanolas-fueron-atacadas-por-ransomware-en-2022</a:t>
            </a:r>
          </a:p>
        </p:txBody>
      </p:sp>
      <p:pic>
        <p:nvPicPr>
          <p:cNvPr id="6" name="Google Shape;135;p8" descr="Cómo protegerse de los virus, piratas informáticos y demás ataques? |  Tecnología - ComputerHoy.com">
            <a:extLst>
              <a:ext uri="{FF2B5EF4-FFF2-40B4-BE49-F238E27FC236}">
                <a16:creationId xmlns:a16="http://schemas.microsoft.com/office/drawing/2014/main" id="{CAF5643A-2497-8D21-2FAA-71FB82B48A82}"/>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1218084136"/>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4B85B7B-E405-4E0F-945B-7B55FFBD2221}"/>
              </a:ext>
            </a:extLst>
          </p:cNvPr>
          <p:cNvSpPr>
            <a:spLocks noGrp="1"/>
          </p:cNvSpPr>
          <p:nvPr>
            <p:ph type="title" idx="4294967295"/>
          </p:nvPr>
        </p:nvSpPr>
        <p:spPr>
          <a:xfrm>
            <a:off x="0" y="-387350"/>
            <a:ext cx="21031200" cy="2651125"/>
          </a:xfrm>
        </p:spPr>
        <p:txBody>
          <a:bodyPr/>
          <a:lstStyle/>
          <a:p>
            <a:r>
              <a:rPr lang="es-ES" dirty="0"/>
              <a:t>Noticia ataque de Ramsonware en 2021</a:t>
            </a:r>
          </a:p>
        </p:txBody>
      </p:sp>
      <p:pic>
        <p:nvPicPr>
          <p:cNvPr id="5" name="Imagen 4">
            <a:extLst>
              <a:ext uri="{FF2B5EF4-FFF2-40B4-BE49-F238E27FC236}">
                <a16:creationId xmlns:a16="http://schemas.microsoft.com/office/drawing/2014/main" id="{104A1670-351E-4409-9C0A-FBED80525C43}"/>
              </a:ext>
            </a:extLst>
          </p:cNvPr>
          <p:cNvPicPr>
            <a:picLocks noChangeAspect="1"/>
          </p:cNvPicPr>
          <p:nvPr/>
        </p:nvPicPr>
        <p:blipFill>
          <a:blip r:embed="rId2"/>
          <a:stretch>
            <a:fillRect/>
          </a:stretch>
        </p:blipFill>
        <p:spPr>
          <a:xfrm>
            <a:off x="279400" y="1752600"/>
            <a:ext cx="24384000" cy="11684000"/>
          </a:xfrm>
          <a:prstGeom prst="rect">
            <a:avLst/>
          </a:prstGeom>
        </p:spPr>
      </p:pic>
    </p:spTree>
    <p:extLst>
      <p:ext uri="{BB962C8B-B14F-4D97-AF65-F5344CB8AC3E}">
        <p14:creationId xmlns:p14="http://schemas.microsoft.com/office/powerpoint/2010/main" val="2485545026"/>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460"/>
        <p:cNvGrpSpPr/>
        <p:nvPr/>
      </p:nvGrpSpPr>
      <p:grpSpPr>
        <a:xfrm>
          <a:off x="0" y="0"/>
          <a:ext cx="0" cy="0"/>
          <a:chOff x="0" y="0"/>
          <a:chExt cx="0" cy="0"/>
        </a:xfrm>
      </p:grpSpPr>
      <p:sp useBgFill="1">
        <p:nvSpPr>
          <p:cNvPr id="468" name="Rectangle 467">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1" name="Google Shape;461;p43"/>
          <p:cNvSpPr txBox="1">
            <a:spLocks noGrp="1"/>
          </p:cNvSpPr>
          <p:nvPr>
            <p:ph type="title" idx="4294967295"/>
          </p:nvPr>
        </p:nvSpPr>
        <p:spPr>
          <a:xfrm>
            <a:off x="1280160" y="658368"/>
            <a:ext cx="13789152" cy="3566160"/>
          </a:xfrm>
          <a:prstGeom prst="rect">
            <a:avLst/>
          </a:prstGeom>
        </p:spPr>
        <p:txBody>
          <a:bodyPr spcFirstLastPara="1" vert="horz" lIns="91440" tIns="45720" rIns="91440" bIns="45720" rtlCol="0" anchor="b" anchorCtr="0">
            <a:normAutofit/>
          </a:bodyPr>
          <a:lstStyle/>
          <a:p>
            <a:pPr defTabSz="914400">
              <a:buClr>
                <a:schemeClr val="dk1"/>
              </a:buClr>
              <a:buSzPts val="4400"/>
            </a:pPr>
            <a:r>
              <a:rPr lang="en-US" sz="10800" dirty="0"/>
              <a:t>CODIGO POLIMORFICO</a:t>
            </a:r>
          </a:p>
        </p:txBody>
      </p:sp>
      <p:sp>
        <p:nvSpPr>
          <p:cNvPr id="47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2" name="Google Shape;462;p43"/>
          <p:cNvSpPr txBox="1">
            <a:spLocks noGrp="1"/>
          </p:cNvSpPr>
          <p:nvPr>
            <p:ph idx="4294967295"/>
          </p:nvPr>
        </p:nvSpPr>
        <p:spPr>
          <a:xfrm>
            <a:off x="1280160" y="5413248"/>
            <a:ext cx="13789152" cy="6967728"/>
          </a:xfrm>
          <a:prstGeom prst="rect">
            <a:avLst/>
          </a:prstGeom>
        </p:spPr>
        <p:style>
          <a:lnRef idx="2">
            <a:schemeClr val="accent4"/>
          </a:lnRef>
          <a:fillRef idx="1">
            <a:schemeClr val="lt1"/>
          </a:fillRef>
          <a:effectRef idx="0">
            <a:schemeClr val="accent4"/>
          </a:effectRef>
          <a:fontRef idx="minor">
            <a:schemeClr val="dk1"/>
          </a:fontRef>
        </p:style>
        <p:txBody>
          <a:bodyPr spcFirstLastPara="1" vert="horz" lIns="91440" tIns="45720" rIns="91440" bIns="45720" rtlCol="0" anchorCtr="0">
            <a:normAutofit/>
          </a:bodyPr>
          <a:lstStyle/>
          <a:p>
            <a:pPr marL="0" indent="-228600" defTabSz="914400">
              <a:spcBef>
                <a:spcPts val="0"/>
              </a:spcBef>
              <a:spcAft>
                <a:spcPts val="600"/>
              </a:spcAft>
              <a:buClr>
                <a:srgbClr val="003245"/>
              </a:buClr>
              <a:buSzPts val="2400"/>
            </a:pPr>
            <a:r>
              <a:rPr lang="en-US" sz="4400" dirty="0">
                <a:solidFill>
                  <a:schemeClr val="tx1"/>
                </a:solidFill>
                <a:sym typeface="Calibri"/>
              </a:rPr>
              <a:t>Un </a:t>
            </a:r>
            <a:r>
              <a:rPr lang="en-US" sz="4400" b="1" dirty="0" err="1">
                <a:solidFill>
                  <a:schemeClr val="tx1"/>
                </a:solidFill>
                <a:sym typeface="Calibri"/>
              </a:rPr>
              <a:t>código</a:t>
            </a:r>
            <a:r>
              <a:rPr lang="en-US" sz="4400" b="1" dirty="0">
                <a:solidFill>
                  <a:schemeClr val="tx1"/>
                </a:solidFill>
                <a:sym typeface="Calibri"/>
              </a:rPr>
              <a:t> </a:t>
            </a:r>
            <a:r>
              <a:rPr lang="en-US" sz="4400" b="1" dirty="0" err="1">
                <a:solidFill>
                  <a:schemeClr val="tx1"/>
                </a:solidFill>
                <a:sym typeface="Calibri"/>
              </a:rPr>
              <a:t>polimórfico</a:t>
            </a:r>
            <a:r>
              <a:rPr lang="en-US" sz="4400" dirty="0">
                <a:solidFill>
                  <a:schemeClr val="tx1"/>
                </a:solidFill>
                <a:sym typeface="Calibri"/>
              </a:rPr>
              <a:t> es </a:t>
            </a:r>
            <a:r>
              <a:rPr lang="en-US" sz="4400" dirty="0" err="1">
                <a:solidFill>
                  <a:schemeClr val="tx1"/>
                </a:solidFill>
                <a:sym typeface="Calibri"/>
              </a:rPr>
              <a:t>aquel</a:t>
            </a:r>
            <a:r>
              <a:rPr lang="en-US" sz="4400" dirty="0">
                <a:solidFill>
                  <a:schemeClr val="tx1"/>
                </a:solidFill>
                <a:sym typeface="Calibri"/>
              </a:rPr>
              <a:t> que </a:t>
            </a:r>
            <a:r>
              <a:rPr lang="en-US" sz="4400" dirty="0" err="1">
                <a:solidFill>
                  <a:schemeClr val="tx1"/>
                </a:solidFill>
                <a:sym typeface="Calibri"/>
              </a:rPr>
              <a:t>sirve</a:t>
            </a:r>
            <a:r>
              <a:rPr lang="en-US" sz="4400" dirty="0">
                <a:solidFill>
                  <a:schemeClr val="tx1"/>
                </a:solidFill>
                <a:sym typeface="Calibri"/>
              </a:rPr>
              <a:t> para </a:t>
            </a:r>
            <a:r>
              <a:rPr lang="en-US" sz="4400" b="1" dirty="0" err="1">
                <a:solidFill>
                  <a:schemeClr val="tx1"/>
                </a:solidFill>
                <a:sym typeface="Calibri"/>
              </a:rPr>
              <a:t>mutarse</a:t>
            </a:r>
            <a:r>
              <a:rPr lang="en-US" sz="4400" b="1" dirty="0">
                <a:solidFill>
                  <a:schemeClr val="tx1"/>
                </a:solidFill>
                <a:sym typeface="Calibri"/>
              </a:rPr>
              <a:t> a </a:t>
            </a:r>
            <a:r>
              <a:rPr lang="en-US" sz="4400" b="1" dirty="0" err="1">
                <a:solidFill>
                  <a:schemeClr val="tx1"/>
                </a:solidFill>
                <a:sym typeface="Calibri"/>
              </a:rPr>
              <a:t>si</a:t>
            </a:r>
            <a:r>
              <a:rPr lang="en-US" sz="4400" b="1" dirty="0">
                <a:solidFill>
                  <a:schemeClr val="tx1"/>
                </a:solidFill>
                <a:sym typeface="Calibri"/>
              </a:rPr>
              <a:t> </a:t>
            </a:r>
            <a:r>
              <a:rPr lang="en-US" sz="4400" b="1" dirty="0" err="1">
                <a:solidFill>
                  <a:schemeClr val="tx1"/>
                </a:solidFill>
                <a:sym typeface="Calibri"/>
              </a:rPr>
              <a:t>mismo</a:t>
            </a:r>
            <a:r>
              <a:rPr lang="en-US" sz="4400" dirty="0">
                <a:solidFill>
                  <a:schemeClr val="tx1"/>
                </a:solidFill>
                <a:sym typeface="Calibri"/>
              </a:rPr>
              <a:t> </a:t>
            </a:r>
            <a:r>
              <a:rPr lang="en-US" sz="4400" dirty="0" err="1">
                <a:solidFill>
                  <a:schemeClr val="tx1"/>
                </a:solidFill>
                <a:sym typeface="Calibri"/>
              </a:rPr>
              <a:t>mientras</a:t>
            </a:r>
            <a:r>
              <a:rPr lang="en-US" sz="4400" dirty="0">
                <a:solidFill>
                  <a:schemeClr val="tx1"/>
                </a:solidFill>
                <a:sym typeface="Calibri"/>
              </a:rPr>
              <a:t> </a:t>
            </a:r>
            <a:r>
              <a:rPr lang="en-US" sz="4400" dirty="0" err="1">
                <a:solidFill>
                  <a:schemeClr val="tx1"/>
                </a:solidFill>
                <a:sym typeface="Calibri"/>
              </a:rPr>
              <a:t>mantiene</a:t>
            </a:r>
            <a:r>
              <a:rPr lang="en-US" sz="4400" dirty="0">
                <a:solidFill>
                  <a:schemeClr val="tx1"/>
                </a:solidFill>
                <a:sym typeface="Calibri"/>
              </a:rPr>
              <a:t> </a:t>
            </a:r>
            <a:r>
              <a:rPr lang="en-US" sz="4400" dirty="0" err="1">
                <a:solidFill>
                  <a:schemeClr val="tx1"/>
                </a:solidFill>
                <a:sym typeface="Calibri"/>
              </a:rPr>
              <a:t>su</a:t>
            </a:r>
            <a:r>
              <a:rPr lang="en-US" sz="4400" dirty="0">
                <a:solidFill>
                  <a:schemeClr val="tx1"/>
                </a:solidFill>
                <a:sym typeface="Calibri"/>
              </a:rPr>
              <a:t> </a:t>
            </a:r>
            <a:r>
              <a:rPr lang="en-US" sz="4400" dirty="0" err="1">
                <a:solidFill>
                  <a:schemeClr val="tx1"/>
                </a:solidFill>
                <a:sym typeface="Calibri"/>
              </a:rPr>
              <a:t>funcionalidad</a:t>
            </a:r>
            <a:r>
              <a:rPr lang="en-US" sz="4400" dirty="0">
                <a:solidFill>
                  <a:schemeClr val="tx1"/>
                </a:solidFill>
                <a:sym typeface="Calibri"/>
              </a:rPr>
              <a:t> original intacta. Esta </a:t>
            </a:r>
            <a:r>
              <a:rPr lang="en-US" sz="4400" dirty="0" err="1">
                <a:solidFill>
                  <a:schemeClr val="tx1"/>
                </a:solidFill>
                <a:sym typeface="Calibri"/>
              </a:rPr>
              <a:t>técnica</a:t>
            </a:r>
            <a:r>
              <a:rPr lang="en-US" sz="4400" dirty="0">
                <a:solidFill>
                  <a:schemeClr val="tx1"/>
                </a:solidFill>
                <a:sym typeface="Calibri"/>
              </a:rPr>
              <a:t> es </a:t>
            </a:r>
            <a:r>
              <a:rPr lang="en-US" sz="4400" dirty="0" err="1">
                <a:solidFill>
                  <a:schemeClr val="tx1"/>
                </a:solidFill>
                <a:sym typeface="Calibri"/>
              </a:rPr>
              <a:t>usada</a:t>
            </a:r>
            <a:r>
              <a:rPr lang="en-US" sz="4400" dirty="0">
                <a:solidFill>
                  <a:schemeClr val="tx1"/>
                </a:solidFill>
                <a:sym typeface="Calibri"/>
              </a:rPr>
              <a:t> </a:t>
            </a:r>
            <a:r>
              <a:rPr lang="en-US" sz="4400" dirty="0" err="1">
                <a:solidFill>
                  <a:schemeClr val="tx1"/>
                </a:solidFill>
                <a:sym typeface="Calibri"/>
              </a:rPr>
              <a:t>por</a:t>
            </a:r>
            <a:r>
              <a:rPr lang="en-US" sz="4400" dirty="0">
                <a:solidFill>
                  <a:schemeClr val="tx1"/>
                </a:solidFill>
                <a:sym typeface="Calibri"/>
              </a:rPr>
              <a:t> </a:t>
            </a:r>
            <a:r>
              <a:rPr lang="en-US" sz="4400" dirty="0" err="1">
                <a:solidFill>
                  <a:schemeClr val="tx1"/>
                </a:solidFill>
                <a:sym typeface="Calibri"/>
              </a:rPr>
              <a:t>el</a:t>
            </a:r>
            <a:r>
              <a:rPr lang="en-US" sz="4400" dirty="0">
                <a:solidFill>
                  <a:schemeClr val="tx1"/>
                </a:solidFill>
                <a:sym typeface="Calibri"/>
              </a:rPr>
              <a:t> malware para </a:t>
            </a:r>
            <a:r>
              <a:rPr lang="en-US" sz="4400" dirty="0" err="1">
                <a:solidFill>
                  <a:schemeClr val="tx1"/>
                </a:solidFill>
                <a:sym typeface="Calibri"/>
              </a:rPr>
              <a:t>ocultar</a:t>
            </a:r>
            <a:r>
              <a:rPr lang="en-US" sz="4400" dirty="0">
                <a:solidFill>
                  <a:schemeClr val="tx1"/>
                </a:solidFill>
                <a:sym typeface="Calibri"/>
              </a:rPr>
              <a:t> </a:t>
            </a:r>
            <a:r>
              <a:rPr lang="en-US" sz="4400" dirty="0" err="1">
                <a:solidFill>
                  <a:schemeClr val="tx1"/>
                </a:solidFill>
                <a:sym typeface="Calibri"/>
              </a:rPr>
              <a:t>su</a:t>
            </a:r>
            <a:r>
              <a:rPr lang="en-US" sz="4400" dirty="0">
                <a:solidFill>
                  <a:schemeClr val="tx1"/>
                </a:solidFill>
                <a:sym typeface="Calibri"/>
              </a:rPr>
              <a:t> </a:t>
            </a:r>
            <a:r>
              <a:rPr lang="en-US" sz="4400" dirty="0" err="1">
                <a:solidFill>
                  <a:schemeClr val="tx1"/>
                </a:solidFill>
                <a:sym typeface="Calibri"/>
              </a:rPr>
              <a:t>presencia</a:t>
            </a:r>
            <a:r>
              <a:rPr lang="en-US" sz="4400" dirty="0">
                <a:solidFill>
                  <a:schemeClr val="tx1"/>
                </a:solidFill>
                <a:sym typeface="Calibri"/>
              </a:rPr>
              <a:t> y </a:t>
            </a:r>
            <a:r>
              <a:rPr lang="en-US" sz="4400" dirty="0" err="1">
                <a:solidFill>
                  <a:schemeClr val="tx1"/>
                </a:solidFill>
                <a:sym typeface="Calibri"/>
              </a:rPr>
              <a:t>evitar</a:t>
            </a:r>
            <a:r>
              <a:rPr lang="en-US" sz="4400" dirty="0">
                <a:solidFill>
                  <a:schemeClr val="tx1"/>
                </a:solidFill>
                <a:sym typeface="Calibri"/>
              </a:rPr>
              <a:t> ser </a:t>
            </a:r>
            <a:r>
              <a:rPr lang="en-US" sz="4400" dirty="0" err="1">
                <a:solidFill>
                  <a:schemeClr val="tx1"/>
                </a:solidFill>
                <a:sym typeface="Calibri"/>
              </a:rPr>
              <a:t>descubierto</a:t>
            </a:r>
            <a:r>
              <a:rPr lang="en-US" sz="4400" dirty="0">
                <a:solidFill>
                  <a:schemeClr val="tx1"/>
                </a:solidFill>
                <a:sym typeface="Calibri"/>
              </a:rPr>
              <a:t>.  Lo que </a:t>
            </a:r>
            <a:r>
              <a:rPr lang="en-US" sz="4400" dirty="0" err="1">
                <a:solidFill>
                  <a:schemeClr val="tx1"/>
                </a:solidFill>
                <a:sym typeface="Calibri"/>
              </a:rPr>
              <a:t>hacen</a:t>
            </a:r>
            <a:r>
              <a:rPr lang="en-US" sz="4400" dirty="0">
                <a:solidFill>
                  <a:schemeClr val="tx1"/>
                </a:solidFill>
                <a:sym typeface="Calibri"/>
              </a:rPr>
              <a:t> es </a:t>
            </a:r>
            <a:r>
              <a:rPr lang="en-US" sz="4400" dirty="0" err="1">
                <a:solidFill>
                  <a:schemeClr val="tx1"/>
                </a:solidFill>
                <a:sym typeface="Calibri"/>
              </a:rPr>
              <a:t>utilizar</a:t>
            </a:r>
            <a:r>
              <a:rPr lang="en-US" sz="4400" dirty="0">
                <a:solidFill>
                  <a:schemeClr val="tx1"/>
                </a:solidFill>
                <a:sym typeface="Calibri"/>
              </a:rPr>
              <a:t> </a:t>
            </a:r>
            <a:r>
              <a:rPr lang="en-US" sz="4400" dirty="0" err="1">
                <a:solidFill>
                  <a:schemeClr val="tx1"/>
                </a:solidFill>
                <a:sym typeface="Calibri"/>
              </a:rPr>
              <a:t>técnicas</a:t>
            </a:r>
            <a:r>
              <a:rPr lang="en-US" sz="4400" dirty="0">
                <a:solidFill>
                  <a:schemeClr val="tx1"/>
                </a:solidFill>
                <a:sym typeface="Calibri"/>
              </a:rPr>
              <a:t> de </a:t>
            </a:r>
            <a:r>
              <a:rPr lang="en-US" sz="4400" dirty="0" err="1">
                <a:solidFill>
                  <a:schemeClr val="tx1"/>
                </a:solidFill>
                <a:sym typeface="Calibri"/>
              </a:rPr>
              <a:t>ofuscación</a:t>
            </a:r>
            <a:r>
              <a:rPr lang="en-US" sz="4400" dirty="0">
                <a:solidFill>
                  <a:schemeClr val="tx1"/>
                </a:solidFill>
                <a:sym typeface="Calibri"/>
              </a:rPr>
              <a:t> de </a:t>
            </a:r>
            <a:r>
              <a:rPr lang="en-US" sz="4400" dirty="0" err="1">
                <a:solidFill>
                  <a:schemeClr val="tx1"/>
                </a:solidFill>
                <a:sym typeface="Calibri"/>
              </a:rPr>
              <a:t>código</a:t>
            </a:r>
            <a:r>
              <a:rPr lang="en-US" sz="4400" dirty="0">
                <a:solidFill>
                  <a:schemeClr val="tx1"/>
                </a:solidFill>
                <a:sym typeface="Calibri"/>
              </a:rPr>
              <a:t> y </a:t>
            </a:r>
            <a:r>
              <a:rPr lang="en-US" sz="4400" dirty="0" err="1">
                <a:solidFill>
                  <a:schemeClr val="tx1"/>
                </a:solidFill>
                <a:sym typeface="Calibri"/>
              </a:rPr>
              <a:t>encriptación</a:t>
            </a:r>
            <a:r>
              <a:rPr lang="en-US" sz="4400" dirty="0">
                <a:solidFill>
                  <a:schemeClr val="tx1"/>
                </a:solidFill>
                <a:sym typeface="Calibri"/>
              </a:rPr>
              <a:t>.  Esta </a:t>
            </a:r>
            <a:r>
              <a:rPr lang="en-US" sz="4400" dirty="0" err="1">
                <a:solidFill>
                  <a:schemeClr val="tx1"/>
                </a:solidFill>
                <a:sym typeface="Calibri"/>
              </a:rPr>
              <a:t>técnica</a:t>
            </a:r>
            <a:r>
              <a:rPr lang="en-US" sz="4400" dirty="0">
                <a:solidFill>
                  <a:schemeClr val="tx1"/>
                </a:solidFill>
                <a:sym typeface="Calibri"/>
              </a:rPr>
              <a:t> de </a:t>
            </a:r>
            <a:r>
              <a:rPr lang="en-US" sz="4400" dirty="0" err="1">
                <a:solidFill>
                  <a:schemeClr val="tx1"/>
                </a:solidFill>
                <a:sym typeface="Calibri"/>
              </a:rPr>
              <a:t>ofuscación</a:t>
            </a:r>
            <a:r>
              <a:rPr lang="en-US" sz="4400" dirty="0">
                <a:solidFill>
                  <a:schemeClr val="tx1"/>
                </a:solidFill>
                <a:sym typeface="Calibri"/>
              </a:rPr>
              <a:t> </a:t>
            </a:r>
            <a:r>
              <a:rPr lang="en-US" sz="4400" dirty="0" err="1">
                <a:solidFill>
                  <a:schemeClr val="tx1"/>
                </a:solidFill>
                <a:sym typeface="Calibri"/>
              </a:rPr>
              <a:t>sirve</a:t>
            </a:r>
            <a:r>
              <a:rPr lang="en-US" sz="4400" dirty="0">
                <a:solidFill>
                  <a:schemeClr val="tx1"/>
                </a:solidFill>
                <a:sym typeface="Calibri"/>
              </a:rPr>
              <a:t> para que </a:t>
            </a:r>
            <a:r>
              <a:rPr lang="en-US" sz="4400" dirty="0" err="1">
                <a:solidFill>
                  <a:schemeClr val="tx1"/>
                </a:solidFill>
                <a:sym typeface="Calibri"/>
              </a:rPr>
              <a:t>el</a:t>
            </a:r>
            <a:r>
              <a:rPr lang="en-US" sz="4400" dirty="0">
                <a:solidFill>
                  <a:schemeClr val="tx1"/>
                </a:solidFill>
                <a:sym typeface="Calibri"/>
              </a:rPr>
              <a:t> </a:t>
            </a:r>
            <a:r>
              <a:rPr lang="en-US" sz="4400" dirty="0" err="1">
                <a:solidFill>
                  <a:schemeClr val="tx1"/>
                </a:solidFill>
                <a:sym typeface="Calibri"/>
              </a:rPr>
              <a:t>programa</a:t>
            </a:r>
            <a:r>
              <a:rPr lang="en-US" sz="4400" dirty="0">
                <a:solidFill>
                  <a:schemeClr val="tx1"/>
                </a:solidFill>
                <a:sym typeface="Calibri"/>
              </a:rPr>
              <a:t> sea </a:t>
            </a:r>
            <a:r>
              <a:rPr lang="en-US" sz="4400" dirty="0" err="1">
                <a:solidFill>
                  <a:schemeClr val="tx1"/>
                </a:solidFill>
                <a:sym typeface="Calibri"/>
              </a:rPr>
              <a:t>difícil</a:t>
            </a:r>
            <a:r>
              <a:rPr lang="en-US" sz="4400" dirty="0">
                <a:solidFill>
                  <a:schemeClr val="tx1"/>
                </a:solidFill>
                <a:sym typeface="Calibri"/>
              </a:rPr>
              <a:t> de leer y </a:t>
            </a:r>
            <a:r>
              <a:rPr lang="en-US" sz="4400" dirty="0" err="1">
                <a:solidFill>
                  <a:schemeClr val="tx1"/>
                </a:solidFill>
                <a:sym typeface="Calibri"/>
              </a:rPr>
              <a:t>comprender</a:t>
            </a:r>
            <a:r>
              <a:rPr lang="en-US" sz="4400" dirty="0">
                <a:solidFill>
                  <a:schemeClr val="tx1"/>
                </a:solidFill>
                <a:sym typeface="Calibri"/>
              </a:rPr>
              <a:t>.</a:t>
            </a:r>
          </a:p>
        </p:txBody>
      </p:sp>
      <p:pic>
        <p:nvPicPr>
          <p:cNvPr id="2" name="Google Shape;135;p8" descr="Cómo protegerse de los virus, piratas informáticos y demás ataques? |  Tecnología - ComputerHoy.com">
            <a:extLst>
              <a:ext uri="{FF2B5EF4-FFF2-40B4-BE49-F238E27FC236}">
                <a16:creationId xmlns:a16="http://schemas.microsoft.com/office/drawing/2014/main" id="{E2849E70-F716-9143-14A8-4D64E6DB0677}"/>
              </a:ext>
            </a:extLst>
          </p:cNvPr>
          <p:cNvPicPr preferRelativeResize="0"/>
          <p:nvPr/>
        </p:nvPicPr>
        <p:blipFill rotWithShape="1">
          <a:blip r:embed="rId3"/>
          <a:stretch/>
        </p:blipFill>
        <p:spPr>
          <a:xfrm>
            <a:off x="15727680" y="1417057"/>
            <a:ext cx="8028432" cy="5342556"/>
          </a:xfrm>
          <a:prstGeom prst="rect">
            <a:avLst/>
          </a:prstGeom>
          <a:noFill/>
        </p:spPr>
      </p:pic>
      <p:pic>
        <p:nvPicPr>
          <p:cNvPr id="463" name="Google Shape;463;p43" descr="Malware complejo: metamorfismo, polimorfismo y EPO | Teoria y ejemplos  practicos – reversecoder"/>
          <p:cNvPicPr preferRelativeResize="0"/>
          <p:nvPr/>
        </p:nvPicPr>
        <p:blipFill rotWithShape="1">
          <a:blip r:embed="rId4"/>
          <a:stretch/>
        </p:blipFill>
        <p:spPr>
          <a:xfrm>
            <a:off x="15727680" y="8404736"/>
            <a:ext cx="7991856" cy="3859843"/>
          </a:xfrm>
          <a:prstGeom prst="rect">
            <a:avLst/>
          </a:prstGeom>
          <a:noFill/>
        </p:spPr>
      </p:pic>
    </p:spTree>
    <p:extLst>
      <p:ext uri="{BB962C8B-B14F-4D97-AF65-F5344CB8AC3E}">
        <p14:creationId xmlns:p14="http://schemas.microsoft.com/office/powerpoint/2010/main" val="903548199"/>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06"/>
        <p:cNvGrpSpPr/>
        <p:nvPr/>
      </p:nvGrpSpPr>
      <p:grpSpPr>
        <a:xfrm>
          <a:off x="0" y="0"/>
          <a:ext cx="0" cy="0"/>
          <a:chOff x="0" y="0"/>
          <a:chExt cx="0" cy="0"/>
        </a:xfrm>
      </p:grpSpPr>
      <p:sp useBgFill="1">
        <p:nvSpPr>
          <p:cNvPr id="514" name="Rectangle 513">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7" name="Google Shape;507;p50"/>
          <p:cNvSpPr txBox="1">
            <a:spLocks noGrp="1"/>
          </p:cNvSpPr>
          <p:nvPr>
            <p:ph type="title" idx="4294967295"/>
          </p:nvPr>
        </p:nvSpPr>
        <p:spPr>
          <a:xfrm>
            <a:off x="1280160" y="658368"/>
            <a:ext cx="13789152" cy="3566160"/>
          </a:xfrm>
          <a:prstGeom prst="rect">
            <a:avLst/>
          </a:prstGeom>
        </p:spPr>
        <p:txBody>
          <a:bodyPr spcFirstLastPara="1" vert="horz" lIns="91440" tIns="45720" rIns="91440" bIns="45720" rtlCol="0" anchor="b" anchorCtr="0">
            <a:normAutofit/>
          </a:bodyPr>
          <a:lstStyle/>
          <a:p>
            <a:pPr defTabSz="914400">
              <a:buClr>
                <a:schemeClr val="dk1"/>
              </a:buClr>
              <a:buSzPts val="4400"/>
            </a:pPr>
            <a:r>
              <a:rPr lang="en-US" sz="10800" b="1" dirty="0"/>
              <a:t>BOTNETS-</a:t>
            </a:r>
            <a:r>
              <a:rPr lang="en-US" sz="10800" b="1" dirty="0" err="1"/>
              <a:t>sistema</a:t>
            </a:r>
            <a:r>
              <a:rPr lang="en-US" sz="10800" b="1" dirty="0"/>
              <a:t> de control hacker</a:t>
            </a:r>
          </a:p>
        </p:txBody>
      </p:sp>
      <p:sp>
        <p:nvSpPr>
          <p:cNvPr id="516"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8" name="Google Shape;508;p50"/>
          <p:cNvSpPr txBox="1">
            <a:spLocks noGrp="1"/>
          </p:cNvSpPr>
          <p:nvPr>
            <p:ph idx="4294967295"/>
          </p:nvPr>
        </p:nvSpPr>
        <p:spPr>
          <a:xfrm>
            <a:off x="1280160" y="5413248"/>
            <a:ext cx="13789152" cy="6967728"/>
          </a:xfrm>
          <a:prstGeom prst="rect">
            <a:avLst/>
          </a:prstGeom>
        </p:spPr>
        <p:style>
          <a:lnRef idx="2">
            <a:schemeClr val="accent5"/>
          </a:lnRef>
          <a:fillRef idx="1">
            <a:schemeClr val="lt1"/>
          </a:fillRef>
          <a:effectRef idx="0">
            <a:schemeClr val="accent5"/>
          </a:effectRef>
          <a:fontRef idx="minor">
            <a:schemeClr val="dk1"/>
          </a:fontRef>
        </p:style>
        <p:txBody>
          <a:bodyPr spcFirstLastPara="1" vert="horz" lIns="91440" tIns="45720" rIns="91440" bIns="45720" rtlCol="0" anchorCtr="0">
            <a:normAutofit/>
          </a:bodyPr>
          <a:lstStyle/>
          <a:p>
            <a:pPr marL="457200" indent="-228600" defTabSz="914400">
              <a:spcBef>
                <a:spcPts val="0"/>
              </a:spcBef>
              <a:spcAft>
                <a:spcPts val="600"/>
              </a:spcAft>
              <a:buClr>
                <a:srgbClr val="4D5156"/>
              </a:buClr>
              <a:buSzPts val="2800"/>
            </a:pPr>
            <a:r>
              <a:rPr lang="en-US" sz="4400" b="0" i="0" dirty="0">
                <a:solidFill>
                  <a:schemeClr val="tx1"/>
                </a:solidFill>
                <a:sym typeface="arial"/>
              </a:rPr>
              <a:t>Botnet es un </a:t>
            </a:r>
            <a:r>
              <a:rPr lang="en-US" sz="4400" b="0" i="0" dirty="0" err="1">
                <a:solidFill>
                  <a:schemeClr val="tx1"/>
                </a:solidFill>
                <a:sym typeface="arial"/>
              </a:rPr>
              <a:t>término</a:t>
            </a:r>
            <a:r>
              <a:rPr lang="en-US" sz="4400" b="0" i="0" dirty="0">
                <a:solidFill>
                  <a:schemeClr val="tx1"/>
                </a:solidFill>
                <a:sym typeface="arial"/>
              </a:rPr>
              <a:t> que </a:t>
            </a:r>
            <a:r>
              <a:rPr lang="en-US" sz="4400" b="0" i="0" dirty="0" err="1">
                <a:solidFill>
                  <a:schemeClr val="tx1"/>
                </a:solidFill>
                <a:sym typeface="arial"/>
              </a:rPr>
              <a:t>hace</a:t>
            </a:r>
            <a:r>
              <a:rPr lang="en-US" sz="4400" b="0" i="0" dirty="0">
                <a:solidFill>
                  <a:schemeClr val="tx1"/>
                </a:solidFill>
                <a:sym typeface="arial"/>
              </a:rPr>
              <a:t> </a:t>
            </a:r>
            <a:r>
              <a:rPr lang="en-US" sz="4400" b="0" i="0" dirty="0" err="1">
                <a:solidFill>
                  <a:schemeClr val="tx1"/>
                </a:solidFill>
                <a:sym typeface="arial"/>
              </a:rPr>
              <a:t>referencia</a:t>
            </a:r>
            <a:r>
              <a:rPr lang="en-US" sz="4400" b="0" i="0" dirty="0">
                <a:solidFill>
                  <a:schemeClr val="tx1"/>
                </a:solidFill>
                <a:sym typeface="arial"/>
              </a:rPr>
              <a:t> a un conjunto o red de robots </a:t>
            </a:r>
            <a:r>
              <a:rPr lang="en-US" sz="4400" b="0" i="0" dirty="0" err="1">
                <a:solidFill>
                  <a:schemeClr val="tx1"/>
                </a:solidFill>
                <a:sym typeface="arial"/>
              </a:rPr>
              <a:t>informáticos</a:t>
            </a:r>
            <a:r>
              <a:rPr lang="en-US" sz="4400" b="0" i="0" dirty="0">
                <a:solidFill>
                  <a:schemeClr val="tx1"/>
                </a:solidFill>
                <a:sym typeface="arial"/>
              </a:rPr>
              <a:t> o bots, que se </a:t>
            </a:r>
            <a:r>
              <a:rPr lang="en-US" sz="4400" b="0" i="0" dirty="0" err="1">
                <a:solidFill>
                  <a:schemeClr val="tx1"/>
                </a:solidFill>
                <a:sym typeface="arial"/>
              </a:rPr>
              <a:t>ejecutan</a:t>
            </a:r>
            <a:r>
              <a:rPr lang="en-US" sz="4400" b="0" i="0" dirty="0">
                <a:solidFill>
                  <a:schemeClr val="tx1"/>
                </a:solidFill>
                <a:sym typeface="arial"/>
              </a:rPr>
              <a:t> de </a:t>
            </a:r>
            <a:r>
              <a:rPr lang="en-US" sz="4400" b="0" i="0" dirty="0" err="1">
                <a:solidFill>
                  <a:schemeClr val="tx1"/>
                </a:solidFill>
                <a:sym typeface="arial"/>
              </a:rPr>
              <a:t>manera</a:t>
            </a:r>
            <a:r>
              <a:rPr lang="en-US" sz="4400" b="0" i="0" dirty="0">
                <a:solidFill>
                  <a:schemeClr val="tx1"/>
                </a:solidFill>
                <a:sym typeface="arial"/>
              </a:rPr>
              <a:t> </a:t>
            </a:r>
            <a:r>
              <a:rPr lang="en-US" sz="4400" b="0" i="0" dirty="0" err="1">
                <a:solidFill>
                  <a:schemeClr val="tx1"/>
                </a:solidFill>
                <a:sym typeface="arial"/>
              </a:rPr>
              <a:t>autónoma</a:t>
            </a:r>
            <a:r>
              <a:rPr lang="en-US" sz="4400" b="0" i="0" dirty="0">
                <a:solidFill>
                  <a:schemeClr val="tx1"/>
                </a:solidFill>
                <a:sym typeface="arial"/>
              </a:rPr>
              <a:t> y </a:t>
            </a:r>
            <a:r>
              <a:rPr lang="en-US" sz="4400" b="0" i="0" dirty="0" err="1">
                <a:solidFill>
                  <a:schemeClr val="tx1"/>
                </a:solidFill>
                <a:sym typeface="arial"/>
              </a:rPr>
              <a:t>automática</a:t>
            </a:r>
            <a:r>
              <a:rPr lang="en-US" sz="4400" b="0" i="0" dirty="0">
                <a:solidFill>
                  <a:schemeClr val="tx1"/>
                </a:solidFill>
                <a:sym typeface="arial"/>
              </a:rPr>
              <a:t>.​ El </a:t>
            </a:r>
            <a:r>
              <a:rPr lang="en-US" sz="4400" b="0" i="0" dirty="0" err="1">
                <a:solidFill>
                  <a:schemeClr val="tx1"/>
                </a:solidFill>
                <a:sym typeface="arial"/>
              </a:rPr>
              <a:t>artífice</a:t>
            </a:r>
            <a:r>
              <a:rPr lang="en-US" sz="4400" b="0" i="0" dirty="0">
                <a:solidFill>
                  <a:schemeClr val="tx1"/>
                </a:solidFill>
                <a:sym typeface="arial"/>
              </a:rPr>
              <a:t> de la botnet </a:t>
            </a:r>
            <a:r>
              <a:rPr lang="en-US" sz="4400" b="0" i="0" dirty="0" err="1">
                <a:solidFill>
                  <a:schemeClr val="tx1"/>
                </a:solidFill>
                <a:sym typeface="arial"/>
              </a:rPr>
              <a:t>puede</a:t>
            </a:r>
            <a:r>
              <a:rPr lang="en-US" sz="4400" b="0" i="0" dirty="0">
                <a:solidFill>
                  <a:schemeClr val="tx1"/>
                </a:solidFill>
                <a:sym typeface="arial"/>
              </a:rPr>
              <a:t> </a:t>
            </a:r>
            <a:r>
              <a:rPr lang="en-US" sz="4400" b="0" i="0" dirty="0" err="1">
                <a:solidFill>
                  <a:schemeClr val="tx1"/>
                </a:solidFill>
                <a:sym typeface="arial"/>
              </a:rPr>
              <a:t>controlar</a:t>
            </a:r>
            <a:r>
              <a:rPr lang="en-US" sz="4400" b="0" i="0" dirty="0">
                <a:solidFill>
                  <a:schemeClr val="tx1"/>
                </a:solidFill>
                <a:sym typeface="arial"/>
              </a:rPr>
              <a:t> </a:t>
            </a:r>
            <a:r>
              <a:rPr lang="en-US" sz="4400" b="0" i="0" dirty="0" err="1">
                <a:solidFill>
                  <a:schemeClr val="tx1"/>
                </a:solidFill>
                <a:sym typeface="arial"/>
              </a:rPr>
              <a:t>todos</a:t>
            </a:r>
            <a:r>
              <a:rPr lang="en-US" sz="4400" b="0" i="0" dirty="0">
                <a:solidFill>
                  <a:schemeClr val="tx1"/>
                </a:solidFill>
                <a:sym typeface="arial"/>
              </a:rPr>
              <a:t> </a:t>
            </a:r>
            <a:r>
              <a:rPr lang="en-US" sz="4400" b="0" i="0" dirty="0" err="1">
                <a:solidFill>
                  <a:schemeClr val="tx1"/>
                </a:solidFill>
                <a:sym typeface="arial"/>
              </a:rPr>
              <a:t>los</a:t>
            </a:r>
            <a:r>
              <a:rPr lang="en-US" sz="4400" b="0" i="0" dirty="0">
                <a:solidFill>
                  <a:schemeClr val="tx1"/>
                </a:solidFill>
                <a:sym typeface="arial"/>
              </a:rPr>
              <a:t> </a:t>
            </a:r>
            <a:r>
              <a:rPr lang="en-US" sz="4400" b="0" i="0" dirty="0" err="1">
                <a:solidFill>
                  <a:schemeClr val="tx1"/>
                </a:solidFill>
                <a:sym typeface="arial"/>
              </a:rPr>
              <a:t>ordenadores</a:t>
            </a:r>
            <a:r>
              <a:rPr lang="en-US" sz="4400" b="0" i="0" dirty="0">
                <a:solidFill>
                  <a:schemeClr val="tx1"/>
                </a:solidFill>
                <a:sym typeface="arial"/>
              </a:rPr>
              <a:t>/</a:t>
            </a:r>
            <a:r>
              <a:rPr lang="en-US" sz="4400" b="0" i="0" dirty="0" err="1">
                <a:solidFill>
                  <a:schemeClr val="tx1"/>
                </a:solidFill>
                <a:sym typeface="arial"/>
              </a:rPr>
              <a:t>servidores</a:t>
            </a:r>
            <a:r>
              <a:rPr lang="en-US" sz="4400" b="0" i="0" dirty="0">
                <a:solidFill>
                  <a:schemeClr val="tx1"/>
                </a:solidFill>
                <a:sym typeface="arial"/>
              </a:rPr>
              <a:t> </a:t>
            </a:r>
            <a:r>
              <a:rPr lang="en-US" sz="4400" b="0" i="0" dirty="0" err="1">
                <a:solidFill>
                  <a:schemeClr val="tx1"/>
                </a:solidFill>
                <a:sym typeface="arial"/>
              </a:rPr>
              <a:t>infectados</a:t>
            </a:r>
            <a:r>
              <a:rPr lang="en-US" sz="4400" b="0" i="0" dirty="0">
                <a:solidFill>
                  <a:schemeClr val="tx1"/>
                </a:solidFill>
                <a:sym typeface="arial"/>
              </a:rPr>
              <a:t> de forma </a:t>
            </a:r>
            <a:r>
              <a:rPr lang="en-US" sz="4400" b="0" i="0" dirty="0" err="1">
                <a:solidFill>
                  <a:schemeClr val="tx1"/>
                </a:solidFill>
                <a:sym typeface="arial"/>
              </a:rPr>
              <a:t>remota</a:t>
            </a:r>
            <a:r>
              <a:rPr lang="en-US" sz="4400" b="0" i="0" dirty="0">
                <a:solidFill>
                  <a:schemeClr val="tx1"/>
                </a:solidFill>
                <a:sym typeface="arial"/>
              </a:rPr>
              <a:t>.</a:t>
            </a:r>
            <a:endParaRPr lang="en-US" sz="4400" dirty="0">
              <a:solidFill>
                <a:schemeClr val="tx1"/>
              </a:solidFill>
            </a:endParaRPr>
          </a:p>
        </p:txBody>
      </p:sp>
      <p:pic>
        <p:nvPicPr>
          <p:cNvPr id="2" name="Google Shape;135;p8" descr="Cómo protegerse de los virus, piratas informáticos y demás ataques? |  Tecnología - ComputerHoy.com">
            <a:extLst>
              <a:ext uri="{FF2B5EF4-FFF2-40B4-BE49-F238E27FC236}">
                <a16:creationId xmlns:a16="http://schemas.microsoft.com/office/drawing/2014/main" id="{64E3F6FD-69F2-0B07-8E5E-48AECD5DF54D}"/>
              </a:ext>
            </a:extLst>
          </p:cNvPr>
          <p:cNvPicPr preferRelativeResize="0"/>
          <p:nvPr/>
        </p:nvPicPr>
        <p:blipFill rotWithShape="1">
          <a:blip r:embed="rId3"/>
          <a:stretch/>
        </p:blipFill>
        <p:spPr>
          <a:xfrm>
            <a:off x="15727680" y="1417057"/>
            <a:ext cx="8028432" cy="5342556"/>
          </a:xfrm>
          <a:prstGeom prst="rect">
            <a:avLst/>
          </a:prstGeom>
          <a:noFill/>
        </p:spPr>
      </p:pic>
      <p:pic>
        <p:nvPicPr>
          <p:cNvPr id="509" name="Google Shape;509;p50" descr="El Gobierno de España no tiene un plan contra el apocalipsis zombi porque  es &quot;de dudosa probabilidad que se produzca&quot;"/>
          <p:cNvPicPr preferRelativeResize="0"/>
          <p:nvPr/>
        </p:nvPicPr>
        <p:blipFill rotWithShape="1">
          <a:blip r:embed="rId4"/>
          <a:stretch/>
        </p:blipFill>
        <p:spPr>
          <a:xfrm>
            <a:off x="16453254" y="8158386"/>
            <a:ext cx="6540708" cy="4352544"/>
          </a:xfrm>
          <a:prstGeom prst="rect">
            <a:avLst/>
          </a:prstGeom>
          <a:noFill/>
        </p:spPr>
      </p:pic>
    </p:spTree>
    <p:extLst>
      <p:ext uri="{BB962C8B-B14F-4D97-AF65-F5344CB8AC3E}">
        <p14:creationId xmlns:p14="http://schemas.microsoft.com/office/powerpoint/2010/main" val="716793366"/>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Google Shape;255;p20">
            <a:extLst>
              <a:ext uri="{FF2B5EF4-FFF2-40B4-BE49-F238E27FC236}">
                <a16:creationId xmlns:a16="http://schemas.microsoft.com/office/drawing/2014/main" id="{B4F452EF-40F6-437B-B0B7-B8E15419CE9D}"/>
              </a:ext>
            </a:extLst>
          </p:cNvPr>
          <p:cNvSpPr txBox="1">
            <a:spLocks noGrp="1"/>
          </p:cNvSpPr>
          <p:nvPr>
            <p:ph type="title" idx="4294967295"/>
          </p:nvPr>
        </p:nvSpPr>
        <p:spPr>
          <a:xfrm>
            <a:off x="0" y="36513"/>
            <a:ext cx="21031200" cy="2651125"/>
          </a:xfrm>
          <a:prstGeom prst="rect">
            <a:avLst/>
          </a:prstGeom>
          <a:noFill/>
          <a:ln>
            <a:noFill/>
          </a:ln>
        </p:spPr>
        <p:txBody>
          <a:bodyPr spcFirstLastPara="1" wrap="square" lIns="182850" tIns="91400" rIns="182850" bIns="91400" anchor="ctr" anchorCtr="0">
            <a:normAutofit/>
          </a:bodyPr>
          <a:lstStyle/>
          <a:p>
            <a:pPr>
              <a:lnSpc>
                <a:spcPct val="90000"/>
              </a:lnSpc>
              <a:spcBef>
                <a:spcPts val="0"/>
              </a:spcBef>
              <a:buClr>
                <a:schemeClr val="dk1"/>
              </a:buClr>
              <a:buSzPts val="2520"/>
            </a:pPr>
            <a:r>
              <a:rPr lang="es-ES" sz="6400" b="1" dirty="0"/>
              <a:t>INGENIERIA SOCIAL Y EL FACTOR HUMANO</a:t>
            </a:r>
            <a:endParaRPr sz="10800" b="1" dirty="0"/>
          </a:p>
        </p:txBody>
      </p:sp>
      <p:sp>
        <p:nvSpPr>
          <p:cNvPr id="5" name="Google Shape;261;p21">
            <a:extLst>
              <a:ext uri="{FF2B5EF4-FFF2-40B4-BE49-F238E27FC236}">
                <a16:creationId xmlns:a16="http://schemas.microsoft.com/office/drawing/2014/main" id="{B4AD65B3-A02F-4702-BE4E-000BDEE17CD6}"/>
              </a:ext>
            </a:extLst>
          </p:cNvPr>
          <p:cNvSpPr txBox="1"/>
          <p:nvPr/>
        </p:nvSpPr>
        <p:spPr>
          <a:xfrm>
            <a:off x="704850" y="2364196"/>
            <a:ext cx="22840950" cy="7663556"/>
          </a:xfrm>
          <a:prstGeom prst="rect">
            <a:avLst/>
          </a:prstGeom>
          <a:solidFill>
            <a:srgbClr val="7030A0"/>
          </a:solidFill>
          <a:ln/>
        </p:spPr>
        <p:style>
          <a:lnRef idx="2">
            <a:schemeClr val="accent5"/>
          </a:lnRef>
          <a:fillRef idx="1">
            <a:schemeClr val="lt1"/>
          </a:fillRef>
          <a:effectRef idx="0">
            <a:schemeClr val="accent5"/>
          </a:effectRef>
          <a:fontRef idx="minor">
            <a:schemeClr val="dk1"/>
          </a:fontRef>
        </p:style>
        <p:txBody>
          <a:bodyPr spcFirstLastPara="1" wrap="square" lIns="182850" tIns="91400" rIns="182850" bIns="91400" anchor="t" anchorCtr="0">
            <a:spAutoFit/>
          </a:bodyPr>
          <a:lstStyle/>
          <a:p>
            <a:pPr algn="ctr"/>
            <a:r>
              <a:rPr lang="es-ES" sz="10800" b="1" dirty="0">
                <a:solidFill>
                  <a:schemeClr val="accent5">
                    <a:lumMod val="20000"/>
                    <a:lumOff val="80000"/>
                  </a:schemeClr>
                </a:solidFill>
                <a:latin typeface="Arial"/>
                <a:ea typeface="Arial"/>
                <a:cs typeface="Arial"/>
                <a:sym typeface="Arial"/>
              </a:rPr>
              <a:t>¿Sabías que los ataques de ingeniería social suponen el 93% de las brechas de seguridad?</a:t>
            </a:r>
            <a:endParaRPr sz="10800" dirty="0">
              <a:solidFill>
                <a:schemeClr val="accent5">
                  <a:lumMod val="20000"/>
                  <a:lumOff val="80000"/>
                </a:schemeClr>
              </a:solidFill>
              <a:latin typeface="Arial"/>
              <a:ea typeface="Arial"/>
              <a:cs typeface="Arial"/>
              <a:sym typeface="Arial"/>
            </a:endParaRPr>
          </a:p>
        </p:txBody>
      </p:sp>
      <p:pic>
        <p:nvPicPr>
          <p:cNvPr id="6" name="Google Shape;262;p21" descr="Hacker, Hacking, Robo, Cibernético">
            <a:extLst>
              <a:ext uri="{FF2B5EF4-FFF2-40B4-BE49-F238E27FC236}">
                <a16:creationId xmlns:a16="http://schemas.microsoft.com/office/drawing/2014/main" id="{92648EC0-4CFD-462E-A618-9FF93C792DB7}"/>
              </a:ext>
            </a:extLst>
          </p:cNvPr>
          <p:cNvPicPr preferRelativeResize="0"/>
          <p:nvPr/>
        </p:nvPicPr>
        <p:blipFill rotWithShape="1">
          <a:blip r:embed="rId2">
            <a:alphaModFix/>
          </a:blip>
          <a:srcRect/>
          <a:stretch/>
        </p:blipFill>
        <p:spPr>
          <a:xfrm>
            <a:off x="150323" y="10027751"/>
            <a:ext cx="4974127" cy="3651737"/>
          </a:xfrm>
          <a:prstGeom prst="rect">
            <a:avLst/>
          </a:prstGeom>
          <a:noFill/>
          <a:ln>
            <a:noFill/>
          </a:ln>
        </p:spPr>
      </p:pic>
      <p:pic>
        <p:nvPicPr>
          <p:cNvPr id="2" name="Google Shape;135;p8" descr="Cómo protegerse de los virus, piratas informáticos y demás ataques? |  Tecnología - ComputerHoy.com">
            <a:extLst>
              <a:ext uri="{FF2B5EF4-FFF2-40B4-BE49-F238E27FC236}">
                <a16:creationId xmlns:a16="http://schemas.microsoft.com/office/drawing/2014/main" id="{3D44EEA0-AFF4-9211-7FBE-8231DD0379FA}"/>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
        <p:nvSpPr>
          <p:cNvPr id="7" name="CuadroTexto 6">
            <a:extLst>
              <a:ext uri="{FF2B5EF4-FFF2-40B4-BE49-F238E27FC236}">
                <a16:creationId xmlns:a16="http://schemas.microsoft.com/office/drawing/2014/main" id="{B541F6DF-1005-A6A4-589E-C281645A32DB}"/>
              </a:ext>
            </a:extLst>
          </p:cNvPr>
          <p:cNvSpPr txBox="1"/>
          <p:nvPr/>
        </p:nvSpPr>
        <p:spPr>
          <a:xfrm>
            <a:off x="5295900" y="10596611"/>
            <a:ext cx="15925800" cy="21151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s-ES" b="0" i="0" dirty="0">
                <a:solidFill>
                  <a:srgbClr val="111111"/>
                </a:solidFill>
                <a:effectLst/>
                <a:latin typeface="Roboto" panose="020B0604020202020204" pitchFamily="2" charset="0"/>
              </a:rPr>
              <a:t>Según la investigación anual de Verizon sobre brechas de datos, los ataques de ingeniería social son responsables del</a:t>
            </a:r>
            <a:r>
              <a:rPr lang="es-ES" b="1" i="0" dirty="0">
                <a:solidFill>
                  <a:srgbClr val="111111"/>
                </a:solidFill>
                <a:effectLst/>
                <a:latin typeface="Roboto" panose="020B0604020202020204" pitchFamily="2" charset="0"/>
              </a:rPr>
              <a:t> 93%</a:t>
            </a:r>
            <a:r>
              <a:rPr lang="es-ES" b="0" i="0" dirty="0">
                <a:solidFill>
                  <a:srgbClr val="111111"/>
                </a:solidFill>
                <a:effectLst/>
                <a:latin typeface="Roboto" panose="020B0604020202020204" pitchFamily="2" charset="0"/>
              </a:rPr>
              <a:t> de las brechas de datos que tienen éxito. Posibles escenarios y mensajes que puede recibir. </a:t>
            </a:r>
            <a:r>
              <a:rPr lang="es-ES" dirty="0"/>
              <a:t>Verizon es una empresa estadounidense de telecomunicaciones que ofrece servicios de telefonía, internet y televisión. Fundada en 1983, Verizon es una de las empresas de telecomunicaciones más grandes del mundo, con presencia en más de 150 países.</a:t>
            </a:r>
          </a:p>
          <a:p>
            <a:endParaRPr lang="es-ES" dirty="0"/>
          </a:p>
        </p:txBody>
      </p:sp>
    </p:spTree>
    <p:extLst>
      <p:ext uri="{BB962C8B-B14F-4D97-AF65-F5344CB8AC3E}">
        <p14:creationId xmlns:p14="http://schemas.microsoft.com/office/powerpoint/2010/main" val="764342682"/>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Shape 254"/>
        <p:cNvGrpSpPr/>
        <p:nvPr/>
      </p:nvGrpSpPr>
      <p:grpSpPr>
        <a:xfrm>
          <a:off x="0" y="0"/>
          <a:ext cx="0" cy="0"/>
          <a:chOff x="0" y="0"/>
          <a:chExt cx="0" cy="0"/>
        </a:xfrm>
      </p:grpSpPr>
      <p:sp>
        <p:nvSpPr>
          <p:cNvPr id="256" name="Google Shape;256;p20"/>
          <p:cNvSpPr txBox="1"/>
          <p:nvPr/>
        </p:nvSpPr>
        <p:spPr>
          <a:xfrm>
            <a:off x="232576" y="2609850"/>
            <a:ext cx="23823930" cy="10676688"/>
          </a:xfrm>
          <a:prstGeom prst="rect">
            <a:avLst/>
          </a:prstGeom>
          <a:ln>
            <a:headEnd type="none" w="sm" len="sm"/>
            <a:tailEnd type="none" w="sm" len="sm"/>
          </a:ln>
        </p:spPr>
        <p:style>
          <a:lnRef idx="2">
            <a:schemeClr val="dk1"/>
          </a:lnRef>
          <a:fillRef idx="1">
            <a:schemeClr val="lt1"/>
          </a:fillRef>
          <a:effectRef idx="0">
            <a:schemeClr val="dk1"/>
          </a:effectRef>
          <a:fontRef idx="minor">
            <a:schemeClr val="dk1"/>
          </a:fontRef>
        </p:style>
        <p:txBody>
          <a:bodyPr spcFirstLastPara="1" wrap="square" lIns="182850" tIns="91400" rIns="182850" bIns="91400" anchor="t" anchorCtr="0">
            <a:spAutoFit/>
          </a:bodyPr>
          <a:lstStyle/>
          <a:p>
            <a:pPr>
              <a:lnSpc>
                <a:spcPct val="107000"/>
              </a:lnSpc>
              <a:spcBef>
                <a:spcPts val="1500"/>
              </a:spcBef>
            </a:pPr>
            <a:r>
              <a:rPr lang="es-ES" sz="3600" b="1" dirty="0">
                <a:solidFill>
                  <a:schemeClr val="tx1"/>
                </a:solidFill>
                <a:latin typeface="Verdana" panose="020B0604030504040204" pitchFamily="34" charset="0"/>
                <a:ea typeface="Verdana" panose="020B0604030504040204" pitchFamily="34" charset="0"/>
                <a:cs typeface="Times New Roman"/>
                <a:sym typeface="Times New Roman"/>
              </a:rPr>
              <a:t>¿Qué es?</a:t>
            </a:r>
          </a:p>
          <a:p>
            <a:pPr marL="685800" indent="-685800">
              <a:lnSpc>
                <a:spcPct val="107000"/>
              </a:lnSpc>
              <a:spcBef>
                <a:spcPts val="1500"/>
              </a:spcBef>
              <a:buFont typeface="Arial" panose="020B0604020202020204" pitchFamily="34" charset="0"/>
              <a:buChar char="•"/>
            </a:pPr>
            <a:r>
              <a:rPr lang="es-ES" sz="3600" dirty="0">
                <a:solidFill>
                  <a:schemeClr val="tx1"/>
                </a:solidFill>
                <a:latin typeface="Verdana" panose="020B0604030504040204" pitchFamily="34" charset="0"/>
                <a:ea typeface="Verdana" panose="020B0604030504040204" pitchFamily="34" charset="0"/>
                <a:cs typeface="Times New Roman"/>
                <a:sym typeface="Times New Roman"/>
              </a:rPr>
              <a:t>Esta es una mezcla entre ciencia, psicología y arte, por la que se intenta influir o manipular a una persona para que lleve a cabo acciones o facilite información confidencial, normalmente en contra de sus intereses. </a:t>
            </a:r>
          </a:p>
          <a:p>
            <a:pPr>
              <a:lnSpc>
                <a:spcPct val="107000"/>
              </a:lnSpc>
              <a:spcBef>
                <a:spcPts val="1500"/>
              </a:spcBef>
            </a:pPr>
            <a:r>
              <a:rPr lang="es-ES" sz="3600" b="1" dirty="0">
                <a:solidFill>
                  <a:schemeClr val="tx1"/>
                </a:solidFill>
                <a:latin typeface="Verdana" panose="020B0604030504040204" pitchFamily="34" charset="0"/>
                <a:ea typeface="Verdana" panose="020B0604030504040204" pitchFamily="34" charset="0"/>
                <a:cs typeface="Times New Roman"/>
                <a:sym typeface="Times New Roman"/>
              </a:rPr>
              <a:t>¿Cómo funciona?</a:t>
            </a:r>
          </a:p>
          <a:p>
            <a:pPr marL="685800" indent="-685800">
              <a:lnSpc>
                <a:spcPct val="107000"/>
              </a:lnSpc>
              <a:spcBef>
                <a:spcPts val="1500"/>
              </a:spcBef>
              <a:buFont typeface="Arial" panose="020B0604020202020204" pitchFamily="34" charset="0"/>
              <a:buChar char="•"/>
            </a:pPr>
            <a:r>
              <a:rPr lang="es-ES" sz="3600" dirty="0">
                <a:solidFill>
                  <a:schemeClr val="tx1"/>
                </a:solidFill>
                <a:latin typeface="Verdana" panose="020B0604030504040204" pitchFamily="34" charset="0"/>
                <a:ea typeface="Verdana" panose="020B0604030504040204" pitchFamily="34" charset="0"/>
                <a:cs typeface="Times New Roman"/>
                <a:sym typeface="Times New Roman"/>
              </a:rPr>
              <a:t>Habitualmente de técnicas psicológicas que </a:t>
            </a:r>
            <a:r>
              <a:rPr lang="es-ES" sz="5400" dirty="0">
                <a:solidFill>
                  <a:schemeClr val="tx1"/>
                </a:solidFill>
                <a:latin typeface="Verdana" panose="020B0604030504040204" pitchFamily="34" charset="0"/>
                <a:ea typeface="Verdana" panose="020B0604030504040204" pitchFamily="34" charset="0"/>
                <a:cs typeface="Times New Roman"/>
                <a:sym typeface="Times New Roman"/>
              </a:rPr>
              <a:t>combinadas</a:t>
            </a:r>
            <a:r>
              <a:rPr lang="es-ES" sz="3600" dirty="0">
                <a:solidFill>
                  <a:schemeClr val="tx1"/>
                </a:solidFill>
                <a:latin typeface="Verdana" panose="020B0604030504040204" pitchFamily="34" charset="0"/>
                <a:ea typeface="Verdana" panose="020B0604030504040204" pitchFamily="34" charset="0"/>
                <a:cs typeface="Times New Roman"/>
                <a:sym typeface="Times New Roman"/>
              </a:rPr>
              <a:t> con ciertas </a:t>
            </a:r>
            <a:r>
              <a:rPr lang="es-ES" sz="3600" b="1" dirty="0">
                <a:solidFill>
                  <a:schemeClr val="tx1"/>
                </a:solidFill>
                <a:latin typeface="Verdana" panose="020B0604030504040204" pitchFamily="34" charset="0"/>
                <a:ea typeface="Verdana" panose="020B0604030504040204" pitchFamily="34" charset="0"/>
                <a:cs typeface="Times New Roman"/>
                <a:sym typeface="Times New Roman"/>
              </a:rPr>
              <a:t>habilidades sociales</a:t>
            </a:r>
            <a:r>
              <a:rPr lang="es-ES" sz="3600" dirty="0">
                <a:solidFill>
                  <a:schemeClr val="tx1"/>
                </a:solidFill>
                <a:latin typeface="Verdana" panose="020B0604030504040204" pitchFamily="34" charset="0"/>
                <a:ea typeface="Verdana" panose="020B0604030504040204" pitchFamily="34" charset="0"/>
                <a:cs typeface="Times New Roman"/>
                <a:sym typeface="Times New Roman"/>
              </a:rPr>
              <a:t> se aprovechan de la buena (o mala) fe de las personas de dentro de una organización, para que realicen determinadas acciones (como por ejemplo instalar software malicioso) u obtener de ellas información o acceso a zonas restringidas, y poder así llevar a cabo un ataque con éxito. También se conoce como “hackear a la persona” (human hacking).</a:t>
            </a:r>
            <a:endParaRPr sz="3200" dirty="0">
              <a:solidFill>
                <a:schemeClr val="tx1"/>
              </a:solidFill>
              <a:latin typeface="Verdana" panose="020B0604030504040204" pitchFamily="34" charset="0"/>
              <a:ea typeface="Verdana" panose="020B0604030504040204" pitchFamily="34" charset="0"/>
              <a:cs typeface="Calibri"/>
              <a:sym typeface="Calibri"/>
            </a:endParaRPr>
          </a:p>
          <a:p>
            <a:pPr marL="685800" indent="-685800">
              <a:lnSpc>
                <a:spcPct val="107000"/>
              </a:lnSpc>
              <a:spcBef>
                <a:spcPts val="1600"/>
              </a:spcBef>
              <a:buFont typeface="Arial" panose="020B0604020202020204" pitchFamily="34" charset="0"/>
              <a:buChar char="•"/>
            </a:pPr>
            <a:r>
              <a:rPr lang="es-ES" sz="3600" dirty="0">
                <a:solidFill>
                  <a:schemeClr val="tx1"/>
                </a:solidFill>
                <a:latin typeface="Verdana" panose="020B0604030504040204" pitchFamily="34" charset="0"/>
                <a:ea typeface="Verdana" panose="020B0604030504040204" pitchFamily="34" charset="0"/>
                <a:cs typeface="Times New Roman"/>
                <a:sym typeface="Times New Roman"/>
              </a:rPr>
              <a:t>Un atacante externo puede aprovechar los descuidos o la escasa formación de un empleado para acceder a la información suficiente para realizar un ataque con éxito. También puede ser directamente el propio empleado (</a:t>
            </a:r>
            <a:r>
              <a:rPr lang="es-ES" sz="3600" dirty="0" err="1">
                <a:solidFill>
                  <a:schemeClr val="tx1"/>
                </a:solidFill>
                <a:latin typeface="Verdana" panose="020B0604030504040204" pitchFamily="34" charset="0"/>
                <a:ea typeface="Verdana" panose="020B0604030504040204" pitchFamily="34" charset="0"/>
                <a:cs typeface="Times New Roman"/>
                <a:sym typeface="Times New Roman"/>
              </a:rPr>
              <a:t>insider</a:t>
            </a:r>
            <a:r>
              <a:rPr lang="es-ES" sz="3600" dirty="0">
                <a:solidFill>
                  <a:schemeClr val="tx1"/>
                </a:solidFill>
                <a:latin typeface="Verdana" panose="020B0604030504040204" pitchFamily="34" charset="0"/>
                <a:ea typeface="Verdana" panose="020B0604030504040204" pitchFamily="34" charset="0"/>
                <a:cs typeface="Times New Roman"/>
                <a:sym typeface="Times New Roman"/>
              </a:rPr>
              <a:t>) el que de forma consciente (ya sea por venganza, por dinero, por coacción, etc.) proporcione la información al atacante o incluso lleve él mismo a cabo el ataque.</a:t>
            </a:r>
            <a:endParaRPr sz="3200" dirty="0">
              <a:solidFill>
                <a:schemeClr val="tx1"/>
              </a:solidFill>
              <a:latin typeface="Verdana" panose="020B0604030504040204" pitchFamily="34" charset="0"/>
              <a:ea typeface="Verdana" panose="020B0604030504040204" pitchFamily="34" charset="0"/>
              <a:cs typeface="Calibri"/>
              <a:sym typeface="Calibri"/>
            </a:endParaRPr>
          </a:p>
        </p:txBody>
      </p:sp>
      <p:sp>
        <p:nvSpPr>
          <p:cNvPr id="4" name="CuadroTexto 3">
            <a:extLst>
              <a:ext uri="{FF2B5EF4-FFF2-40B4-BE49-F238E27FC236}">
                <a16:creationId xmlns:a16="http://schemas.microsoft.com/office/drawing/2014/main" id="{DAFB92AA-1AD2-4C08-AA68-650B17FD973C}"/>
              </a:ext>
            </a:extLst>
          </p:cNvPr>
          <p:cNvSpPr txBox="1"/>
          <p:nvPr/>
        </p:nvSpPr>
        <p:spPr>
          <a:xfrm>
            <a:off x="1" y="0"/>
            <a:ext cx="9482083" cy="1054456"/>
          </a:xfrm>
          <a:prstGeom prst="rect">
            <a:avLst/>
          </a:prstGeom>
          <a:noFill/>
        </p:spPr>
        <p:txBody>
          <a:bodyPr wrap="none" rtlCol="0">
            <a:spAutoFit/>
          </a:bodyPr>
          <a:lstStyle/>
          <a:p>
            <a:r>
              <a:rPr lang="es-ES" sz="4800" b="1" dirty="0"/>
              <a:t>¿QUÉ ES LA INGENIERÍA SOCIAL?</a:t>
            </a:r>
          </a:p>
        </p:txBody>
      </p:sp>
      <p:sp>
        <p:nvSpPr>
          <p:cNvPr id="5" name="Rectángulo 4">
            <a:extLst>
              <a:ext uri="{FF2B5EF4-FFF2-40B4-BE49-F238E27FC236}">
                <a16:creationId xmlns:a16="http://schemas.microsoft.com/office/drawing/2014/main" id="{B943EA95-A3B5-4D24-8E9C-F2DF2B603C41}"/>
              </a:ext>
            </a:extLst>
          </p:cNvPr>
          <p:cNvSpPr/>
          <p:nvPr/>
        </p:nvSpPr>
        <p:spPr>
          <a:xfrm>
            <a:off x="232576" y="1054456"/>
            <a:ext cx="5359400" cy="1346200"/>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3600" dirty="0">
                <a:solidFill>
                  <a:schemeClr val="accent5">
                    <a:lumMod val="20000"/>
                    <a:lumOff val="80000"/>
                  </a:schemeClr>
                </a:solidFill>
              </a:rPr>
              <a:t>DESCUIDO</a:t>
            </a:r>
          </a:p>
        </p:txBody>
      </p:sp>
      <p:sp>
        <p:nvSpPr>
          <p:cNvPr id="8" name="Rectángulo 7">
            <a:extLst>
              <a:ext uri="{FF2B5EF4-FFF2-40B4-BE49-F238E27FC236}">
                <a16:creationId xmlns:a16="http://schemas.microsoft.com/office/drawing/2014/main" id="{31766EE9-E7A9-4123-A045-43C7E3BE7F78}"/>
              </a:ext>
            </a:extLst>
          </p:cNvPr>
          <p:cNvSpPr/>
          <p:nvPr/>
        </p:nvSpPr>
        <p:spPr>
          <a:xfrm>
            <a:off x="5824551" y="1054456"/>
            <a:ext cx="5359400" cy="1346200"/>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3600" dirty="0">
                <a:solidFill>
                  <a:schemeClr val="accent5">
                    <a:lumMod val="20000"/>
                    <a:lumOff val="80000"/>
                  </a:schemeClr>
                </a:solidFill>
              </a:rPr>
              <a:t>MALA FE</a:t>
            </a:r>
          </a:p>
        </p:txBody>
      </p:sp>
      <p:pic>
        <p:nvPicPr>
          <p:cNvPr id="2" name="Google Shape;135;p8" descr="Cómo protegerse de los virus, piratas informáticos y demás ataques? |  Tecnología - ComputerHoy.com">
            <a:extLst>
              <a:ext uri="{FF2B5EF4-FFF2-40B4-BE49-F238E27FC236}">
                <a16:creationId xmlns:a16="http://schemas.microsoft.com/office/drawing/2014/main" id="{75B05B36-FD46-5F15-A668-0FCE25540A04}"/>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Shape 284"/>
        <p:cNvGrpSpPr/>
        <p:nvPr/>
      </p:nvGrpSpPr>
      <p:grpSpPr>
        <a:xfrm>
          <a:off x="0" y="0"/>
          <a:ext cx="0" cy="0"/>
          <a:chOff x="0" y="0"/>
          <a:chExt cx="0" cy="0"/>
        </a:xfrm>
      </p:grpSpPr>
      <p:sp>
        <p:nvSpPr>
          <p:cNvPr id="285" name="Google Shape;285;p23"/>
          <p:cNvSpPr txBox="1">
            <a:spLocks noGrp="1"/>
          </p:cNvSpPr>
          <p:nvPr>
            <p:ph type="title" idx="4294967295"/>
          </p:nvPr>
        </p:nvSpPr>
        <p:spPr>
          <a:xfrm>
            <a:off x="3352800" y="36513"/>
            <a:ext cx="21031200" cy="2651125"/>
          </a:xfrm>
          <a:prstGeom prst="rect">
            <a:avLst/>
          </a:prstGeom>
          <a:noFill/>
          <a:ln>
            <a:noFill/>
          </a:ln>
        </p:spPr>
        <p:txBody>
          <a:bodyPr spcFirstLastPara="1" wrap="square" lIns="182850" tIns="91400" rIns="182850" bIns="91400" anchor="ctr" anchorCtr="0">
            <a:normAutofit/>
          </a:bodyPr>
          <a:lstStyle/>
          <a:p>
            <a:pPr>
              <a:lnSpc>
                <a:spcPct val="90000"/>
              </a:lnSpc>
              <a:spcBef>
                <a:spcPts val="0"/>
              </a:spcBef>
              <a:buClr>
                <a:schemeClr val="dk1"/>
              </a:buClr>
              <a:buSzPts val="4400"/>
            </a:pPr>
            <a:r>
              <a:rPr lang="es-ES" dirty="0"/>
              <a:t>INGENIERIA SOCIAL</a:t>
            </a:r>
            <a:endParaRPr dirty="0"/>
          </a:p>
        </p:txBody>
      </p:sp>
      <p:grpSp>
        <p:nvGrpSpPr>
          <p:cNvPr id="286" name="Google Shape;286;p23"/>
          <p:cNvGrpSpPr/>
          <p:nvPr/>
        </p:nvGrpSpPr>
        <p:grpSpPr>
          <a:xfrm>
            <a:off x="1766876" y="1975326"/>
            <a:ext cx="19203630" cy="11644930"/>
            <a:chOff x="-1148561" y="566749"/>
            <a:chExt cx="9601815" cy="5822465"/>
          </a:xfrm>
        </p:grpSpPr>
        <p:sp>
          <p:nvSpPr>
            <p:cNvPr id="287" name="Google Shape;287;p23"/>
            <p:cNvSpPr/>
            <p:nvPr/>
          </p:nvSpPr>
          <p:spPr>
            <a:xfrm>
              <a:off x="2054226" y="1531970"/>
              <a:ext cx="4364837" cy="1690158"/>
            </a:xfrm>
            <a:custGeom>
              <a:avLst/>
              <a:gdLst/>
              <a:ahLst/>
              <a:cxnLst/>
              <a:rect l="l" t="t" r="r" b="b"/>
              <a:pathLst>
                <a:path w="120000" h="120000" extrusionOk="0">
                  <a:moveTo>
                    <a:pt x="0" y="120000"/>
                  </a:moveTo>
                  <a:quadBezTo>
                    <a:pt x="20000" y="40000"/>
                    <a:pt x="101250" y="15000"/>
                  </a:quadBezTo>
                  <a:lnTo>
                    <a:pt x="100194" y="0"/>
                  </a:lnTo>
                  <a:lnTo>
                    <a:pt x="120000" y="24000"/>
                  </a:lnTo>
                  <a:lnTo>
                    <a:pt x="104419" y="60000"/>
                  </a:lnTo>
                  <a:lnTo>
                    <a:pt x="103363" y="45000"/>
                  </a:lnTo>
                  <a:quadBezTo>
                    <a:pt x="30000" y="55000"/>
                    <a:pt x="0" y="120000"/>
                  </a:quadBezTo>
                  <a:close/>
                </a:path>
              </a:pathLst>
            </a:custGeom>
            <a:solidFill>
              <a:srgbClr val="FF0000"/>
            </a:solidFill>
            <a:ln>
              <a:noFill/>
            </a:ln>
          </p:spPr>
          <p:txBody>
            <a:bodyPr spcFirstLastPara="1" wrap="square" lIns="182850" tIns="182850" rIns="182850" bIns="182850" anchor="ctr" anchorCtr="0">
              <a:noAutofit/>
            </a:bodyPr>
            <a:lstStyle/>
            <a:p>
              <a:endParaRPr sz="3600"/>
            </a:p>
          </p:txBody>
        </p:sp>
        <p:sp>
          <p:nvSpPr>
            <p:cNvPr id="288" name="Google Shape;288;p23"/>
            <p:cNvSpPr/>
            <p:nvPr/>
          </p:nvSpPr>
          <p:spPr>
            <a:xfrm>
              <a:off x="2255573" y="3115993"/>
              <a:ext cx="320175" cy="320175"/>
            </a:xfrm>
            <a:prstGeom prst="ellipse">
              <a:avLst/>
            </a:prstGeom>
            <a:solidFill>
              <a:schemeClr val="lt1"/>
            </a:solidFill>
            <a:ln w="12700" cap="flat" cmpd="sng">
              <a:solidFill>
                <a:srgbClr val="D66E29"/>
              </a:solidFill>
              <a:prstDash val="solid"/>
              <a:miter lim="800000"/>
              <a:headEnd type="none" w="sm" len="sm"/>
              <a:tailEnd type="none" w="sm" len="sm"/>
            </a:ln>
          </p:spPr>
          <p:txBody>
            <a:bodyPr spcFirstLastPara="1" wrap="square" lIns="182850" tIns="182850" rIns="182850" bIns="182850" anchor="ctr" anchorCtr="0">
              <a:noAutofit/>
            </a:bodyPr>
            <a:lstStyle/>
            <a:p>
              <a:endParaRPr sz="3600"/>
            </a:p>
          </p:txBody>
        </p:sp>
        <p:sp>
          <p:nvSpPr>
            <p:cNvPr id="289" name="Google Shape;289;p23"/>
            <p:cNvSpPr/>
            <p:nvPr/>
          </p:nvSpPr>
          <p:spPr>
            <a:xfrm>
              <a:off x="2415660" y="3276081"/>
              <a:ext cx="2973057" cy="2441337"/>
            </a:xfrm>
            <a:prstGeom prst="rect">
              <a:avLst/>
            </a:prstGeom>
            <a:noFill/>
            <a:ln>
              <a:noFill/>
            </a:ln>
          </p:spPr>
          <p:txBody>
            <a:bodyPr spcFirstLastPara="1" wrap="square" lIns="182850" tIns="182850" rIns="182850" bIns="182850" anchor="ctr" anchorCtr="0">
              <a:noAutofit/>
            </a:bodyPr>
            <a:lstStyle/>
            <a:p>
              <a:endParaRPr sz="3600"/>
            </a:p>
          </p:txBody>
        </p:sp>
        <p:sp>
          <p:nvSpPr>
            <p:cNvPr id="290" name="Google Shape;290;p23"/>
            <p:cNvSpPr txBox="1"/>
            <p:nvPr/>
          </p:nvSpPr>
          <p:spPr>
            <a:xfrm>
              <a:off x="-1148561" y="566749"/>
              <a:ext cx="3404134" cy="2441337"/>
            </a:xfrm>
            <a:prstGeom prst="rect">
              <a:avLst/>
            </a:prstGeom>
            <a:noFill/>
            <a:ln>
              <a:noFill/>
            </a:ln>
          </p:spPr>
          <p:txBody>
            <a:bodyPr spcFirstLastPara="1" wrap="square" lIns="339300" tIns="0" rIns="0" bIns="0" anchor="t" anchorCtr="0">
              <a:noAutofit/>
            </a:bodyPr>
            <a:lstStyle/>
            <a:p>
              <a:pPr algn="ctr">
                <a:lnSpc>
                  <a:spcPct val="90000"/>
                </a:lnSpc>
                <a:buClr>
                  <a:schemeClr val="dk1"/>
                </a:buClr>
                <a:buSzPts val="1000"/>
              </a:pPr>
              <a:r>
                <a:rPr lang="es-ES" sz="7200" b="1" dirty="0">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No</a:t>
              </a:r>
              <a:r>
                <a:rPr lang="es-ES" sz="7200" b="1" dirty="0">
                  <a:solidFill>
                    <a:schemeClr val="dk1"/>
                  </a:solidFill>
                  <a:latin typeface="Times New Roman"/>
                  <a:ea typeface="Times New Roman"/>
                  <a:cs typeface="Times New Roman"/>
                  <a:sym typeface="Times New Roman"/>
                </a:rPr>
                <a:t> </a:t>
              </a:r>
              <a:r>
                <a:rPr lang="es-ES" sz="7200" b="1" dirty="0">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presenciales</a:t>
              </a:r>
              <a:r>
                <a:rPr lang="es-ES" sz="7200" dirty="0">
                  <a:solidFill>
                    <a:schemeClr val="dk1"/>
                  </a:solidFill>
                  <a:latin typeface="Times New Roman"/>
                  <a:ea typeface="Times New Roman"/>
                  <a:cs typeface="Times New Roman"/>
                  <a:sym typeface="Times New Roman"/>
                </a:rPr>
                <a:t>:</a:t>
              </a:r>
            </a:p>
            <a:p>
              <a:pPr algn="ctr">
                <a:lnSpc>
                  <a:spcPct val="90000"/>
                </a:lnSpc>
                <a:buClr>
                  <a:schemeClr val="dk1"/>
                </a:buClr>
                <a:buSzPts val="1000"/>
              </a:pPr>
              <a:r>
                <a:rPr lang="es-ES" sz="7200" dirty="0">
                  <a:solidFill>
                    <a:schemeClr val="dk1"/>
                  </a:solidFill>
                  <a:latin typeface="Times New Roman"/>
                  <a:ea typeface="Times New Roman"/>
                  <a:cs typeface="Times New Roman"/>
                  <a:sym typeface="Times New Roman"/>
                </a:rPr>
                <a:t> </a:t>
              </a:r>
            </a:p>
            <a:p>
              <a:pPr>
                <a:lnSpc>
                  <a:spcPct val="90000"/>
                </a:lnSpc>
                <a:buClr>
                  <a:schemeClr val="dk1"/>
                </a:buClr>
                <a:buSzPts val="1000"/>
              </a:pPr>
              <a:r>
                <a:rPr lang="es-ES" sz="4000" dirty="0">
                  <a:solidFill>
                    <a:schemeClr val="dk1"/>
                  </a:solidFill>
                  <a:latin typeface="Times New Roman"/>
                  <a:ea typeface="Times New Roman"/>
                  <a:cs typeface="Times New Roman"/>
                  <a:sym typeface="Times New Roman"/>
                </a:rPr>
                <a:t>Contacto con empleados, normalmente realizando algún tipo de suplantación por teléfono (</a:t>
              </a:r>
              <a:r>
                <a:rPr lang="es-ES" sz="4000" dirty="0" err="1">
                  <a:solidFill>
                    <a:schemeClr val="dk1"/>
                  </a:solidFill>
                  <a:latin typeface="Times New Roman"/>
                  <a:ea typeface="Times New Roman"/>
                  <a:cs typeface="Times New Roman"/>
                  <a:sym typeface="Times New Roman"/>
                </a:rPr>
                <a:t>vishing</a:t>
              </a:r>
              <a:r>
                <a:rPr lang="es-ES" sz="4000" dirty="0">
                  <a:solidFill>
                    <a:schemeClr val="dk1"/>
                  </a:solidFill>
                  <a:latin typeface="Times New Roman"/>
                  <a:ea typeface="Times New Roman"/>
                  <a:cs typeface="Times New Roman"/>
                  <a:sym typeface="Times New Roman"/>
                </a:rPr>
                <a:t>), correo electrónico (phishing), mensajería instantánea, etc.</a:t>
              </a:r>
              <a:endParaRPr sz="4000" dirty="0">
                <a:solidFill>
                  <a:schemeClr val="dk1"/>
                </a:solidFill>
                <a:latin typeface="Calibri"/>
                <a:ea typeface="Calibri"/>
                <a:cs typeface="Calibri"/>
                <a:sym typeface="Calibri"/>
              </a:endParaRPr>
            </a:p>
          </p:txBody>
        </p:sp>
        <p:sp>
          <p:nvSpPr>
            <p:cNvPr id="291" name="Google Shape;291;p23"/>
            <p:cNvSpPr/>
            <p:nvPr/>
          </p:nvSpPr>
          <p:spPr>
            <a:xfrm>
              <a:off x="5205761" y="1658051"/>
              <a:ext cx="548872" cy="548872"/>
            </a:xfrm>
            <a:prstGeom prst="ellipse">
              <a:avLst/>
            </a:prstGeom>
            <a:solidFill>
              <a:schemeClr val="lt1"/>
            </a:solidFill>
            <a:ln w="12700" cap="flat" cmpd="sng">
              <a:solidFill>
                <a:srgbClr val="D66E29"/>
              </a:solidFill>
              <a:prstDash val="solid"/>
              <a:miter lim="800000"/>
              <a:headEnd type="none" w="sm" len="sm"/>
              <a:tailEnd type="none" w="sm" len="sm"/>
            </a:ln>
          </p:spPr>
          <p:txBody>
            <a:bodyPr spcFirstLastPara="1" wrap="square" lIns="182850" tIns="182850" rIns="182850" bIns="182850" anchor="ctr" anchorCtr="0">
              <a:noAutofit/>
            </a:bodyPr>
            <a:lstStyle/>
            <a:p>
              <a:endParaRPr sz="3600"/>
            </a:p>
          </p:txBody>
        </p:sp>
        <p:sp>
          <p:nvSpPr>
            <p:cNvPr id="292" name="Google Shape;292;p23"/>
            <p:cNvSpPr/>
            <p:nvPr/>
          </p:nvSpPr>
          <p:spPr>
            <a:xfrm>
              <a:off x="5480197" y="1932487"/>
              <a:ext cx="2973057" cy="3784931"/>
            </a:xfrm>
            <a:prstGeom prst="rect">
              <a:avLst/>
            </a:prstGeom>
            <a:noFill/>
            <a:ln>
              <a:noFill/>
            </a:ln>
          </p:spPr>
          <p:txBody>
            <a:bodyPr spcFirstLastPara="1" wrap="square" lIns="182850" tIns="182850" rIns="182850" bIns="182850" anchor="ctr" anchorCtr="0">
              <a:noAutofit/>
            </a:bodyPr>
            <a:lstStyle/>
            <a:p>
              <a:endParaRPr sz="3600"/>
            </a:p>
          </p:txBody>
        </p:sp>
        <p:sp>
          <p:nvSpPr>
            <p:cNvPr id="293" name="Google Shape;293;p23"/>
            <p:cNvSpPr txBox="1"/>
            <p:nvPr/>
          </p:nvSpPr>
          <p:spPr>
            <a:xfrm>
              <a:off x="4981659" y="2604283"/>
              <a:ext cx="3137706" cy="3784931"/>
            </a:xfrm>
            <a:prstGeom prst="rect">
              <a:avLst/>
            </a:prstGeom>
            <a:noFill/>
            <a:ln>
              <a:noFill/>
            </a:ln>
          </p:spPr>
          <p:txBody>
            <a:bodyPr spcFirstLastPara="1" wrap="square" lIns="581650" tIns="0" rIns="0" bIns="0" anchor="t" anchorCtr="0">
              <a:noAutofit/>
            </a:bodyPr>
            <a:lstStyle/>
            <a:p>
              <a:pPr algn="ctr">
                <a:lnSpc>
                  <a:spcPct val="90000"/>
                </a:lnSpc>
                <a:buClr>
                  <a:schemeClr val="dk1"/>
                </a:buClr>
                <a:buSzPts val="2000"/>
              </a:pPr>
              <a:r>
                <a:rPr lang="es-ES" sz="6400" b="1" dirty="0">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Presenciales</a:t>
              </a:r>
              <a:r>
                <a:rPr lang="es-ES" sz="6400" dirty="0">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a:t>
              </a:r>
            </a:p>
            <a:p>
              <a:pPr algn="ctr">
                <a:lnSpc>
                  <a:spcPct val="90000"/>
                </a:lnSpc>
                <a:buClr>
                  <a:schemeClr val="dk1"/>
                </a:buClr>
                <a:buSzPts val="2000"/>
              </a:pPr>
              <a:r>
                <a:rPr lang="es-ES" sz="6400" dirty="0">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 </a:t>
              </a:r>
            </a:p>
            <a:p>
              <a:pPr>
                <a:lnSpc>
                  <a:spcPct val="90000"/>
                </a:lnSpc>
                <a:buClr>
                  <a:schemeClr val="dk1"/>
                </a:buClr>
                <a:buSzPts val="2000"/>
              </a:pPr>
              <a:r>
                <a:rPr lang="es-ES" sz="4000" dirty="0">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Búsqueda en la basura (</a:t>
              </a:r>
              <a:r>
                <a:rPr lang="es-ES" sz="4000" dirty="0" err="1">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dumpster</a:t>
              </a:r>
              <a:r>
                <a:rPr lang="es-ES" sz="4000" dirty="0">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 </a:t>
              </a:r>
              <a:r>
                <a:rPr lang="es-ES" sz="4000" dirty="0" err="1">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diving</a:t>
              </a:r>
              <a:r>
                <a:rPr lang="es-ES" sz="4000" dirty="0">
                  <a:solidFill>
                    <a:schemeClr val="dk1"/>
                  </a:solidFill>
                  <a:latin typeface="Tahoma" panose="020B0604030504040204" pitchFamily="34" charset="0"/>
                  <a:ea typeface="Tahoma" panose="020B0604030504040204" pitchFamily="34" charset="0"/>
                  <a:cs typeface="Tahoma" panose="020B0604030504040204" pitchFamily="34" charset="0"/>
                  <a:sym typeface="Times New Roman"/>
                </a:rPr>
                <a:t>), seguimiento de personas y vehículos, vigilancia de salas y edificios, generación de situaciones de crisis, presión psicológica, soborno, chantaje o extorsión, etc.</a:t>
              </a:r>
              <a:endParaRPr sz="4000" dirty="0">
                <a:solidFill>
                  <a:schemeClr val="dk1"/>
                </a:solidFill>
                <a:latin typeface="Tahoma" panose="020B0604030504040204" pitchFamily="34" charset="0"/>
                <a:ea typeface="Tahoma" panose="020B0604030504040204" pitchFamily="34" charset="0"/>
                <a:cs typeface="Tahoma" panose="020B0604030504040204" pitchFamily="34" charset="0"/>
                <a:sym typeface="Calibri"/>
              </a:endParaRPr>
            </a:p>
          </p:txBody>
        </p:sp>
      </p:grpSp>
      <p:pic>
        <p:nvPicPr>
          <p:cNvPr id="2" name="Google Shape;135;p8" descr="Cómo protegerse de los virus, piratas informáticos y demás ataques? |  Tecnología - ComputerHoy.com">
            <a:extLst>
              <a:ext uri="{FF2B5EF4-FFF2-40B4-BE49-F238E27FC236}">
                <a16:creationId xmlns:a16="http://schemas.microsoft.com/office/drawing/2014/main" id="{F3E018F0-207E-BEA3-77FC-7EC9C907B6F0}"/>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Google Shape;285;p23">
            <a:extLst>
              <a:ext uri="{FF2B5EF4-FFF2-40B4-BE49-F238E27FC236}">
                <a16:creationId xmlns:a16="http://schemas.microsoft.com/office/drawing/2014/main" id="{7696EA87-EE9A-9E84-538F-32D48116D5B5}"/>
              </a:ext>
            </a:extLst>
          </p:cNvPr>
          <p:cNvSpPr txBox="1">
            <a:spLocks/>
          </p:cNvSpPr>
          <p:nvPr/>
        </p:nvSpPr>
        <p:spPr>
          <a:xfrm>
            <a:off x="1144986" y="477078"/>
            <a:ext cx="22037040" cy="286883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spcFirstLastPara="1" vert="horz" lIns="91440" tIns="45720" rIns="91440" bIns="45720" rtlCol="0" anchor="b" anchorCtr="0">
            <a:normAutofit/>
          </a:bodyPr>
          <a:lstStyle>
            <a:lvl1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pen Sans" panose="020B0606030504020204" pitchFamily="34" charset="0"/>
                <a:ea typeface="Open Sans" panose="020B0606030504020204" pitchFamily="34" charset="0"/>
                <a:cs typeface="Open Sans" panose="020B0606030504020204" pitchFamily="34" charset="0"/>
                <a:sym typeface="Oswald Regular"/>
              </a:defRPr>
            </a:lvl1pPr>
            <a:lvl2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2pPr>
            <a:lvl3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3pPr>
            <a:lvl4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4pPr>
            <a:lvl5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5pPr>
            <a:lvl6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6pPr>
            <a:lvl7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7pPr>
            <a:lvl8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8pPr>
            <a:lvl9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9pPr>
          </a:lstStyle>
          <a:p>
            <a:pPr defTabSz="914400">
              <a:lnSpc>
                <a:spcPct val="90000"/>
              </a:lnSpc>
              <a:spcBef>
                <a:spcPct val="0"/>
              </a:spcBef>
              <a:spcAft>
                <a:spcPts val="600"/>
              </a:spcAft>
              <a:buClr>
                <a:schemeClr val="dk1"/>
              </a:buClr>
              <a:buSzPts val="4400"/>
            </a:pPr>
            <a:r>
              <a:rPr lang="en-US" sz="8400" dirty="0">
                <a:solidFill>
                  <a:schemeClr val="tx1"/>
                </a:solidFill>
                <a:latin typeface="+mj-lt"/>
                <a:ea typeface="+mj-ea"/>
                <a:cs typeface="+mj-cs"/>
              </a:rPr>
              <a:t>INGENIERIA SOCIAL: Y LLEGÓ LA INTELIGENCIA ARTIFICIAL. UN NUEVO DESAFIO</a:t>
            </a:r>
          </a:p>
        </p:txBody>
      </p:sp>
      <p:sp>
        <p:nvSpPr>
          <p:cNvPr id="14"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4986" y="3363088"/>
            <a:ext cx="21945600" cy="36576"/>
          </a:xfrm>
          <a:custGeom>
            <a:avLst/>
            <a:gdLst>
              <a:gd name="csX0" fmla="*/ 0 w 21945600"/>
              <a:gd name="csY0" fmla="*/ 0 h 36576"/>
              <a:gd name="csX1" fmla="*/ 905256 w 21945600"/>
              <a:gd name="csY1" fmla="*/ 0 h 36576"/>
              <a:gd name="csX2" fmla="*/ 1810512 w 21945600"/>
              <a:gd name="csY2" fmla="*/ 0 h 36576"/>
              <a:gd name="csX3" fmla="*/ 2057400 w 21945600"/>
              <a:gd name="csY3" fmla="*/ 0 h 36576"/>
              <a:gd name="csX4" fmla="*/ 2743200 w 21945600"/>
              <a:gd name="csY4" fmla="*/ 0 h 36576"/>
              <a:gd name="csX5" fmla="*/ 3867912 w 21945600"/>
              <a:gd name="csY5" fmla="*/ 0 h 36576"/>
              <a:gd name="csX6" fmla="*/ 4114800 w 21945600"/>
              <a:gd name="csY6" fmla="*/ 0 h 36576"/>
              <a:gd name="csX7" fmla="*/ 4800600 w 21945600"/>
              <a:gd name="csY7" fmla="*/ 0 h 36576"/>
              <a:gd name="csX8" fmla="*/ 5486400 w 21945600"/>
              <a:gd name="csY8" fmla="*/ 0 h 36576"/>
              <a:gd name="csX9" fmla="*/ 5513832 w 21945600"/>
              <a:gd name="csY9" fmla="*/ 0 h 36576"/>
              <a:gd name="csX10" fmla="*/ 5760720 w 21945600"/>
              <a:gd name="csY10" fmla="*/ 0 h 36576"/>
              <a:gd name="csX11" fmla="*/ 6007608 w 21945600"/>
              <a:gd name="csY11" fmla="*/ 0 h 36576"/>
              <a:gd name="csX12" fmla="*/ 6693408 w 21945600"/>
              <a:gd name="csY12" fmla="*/ 0 h 36576"/>
              <a:gd name="csX13" fmla="*/ 7818120 w 21945600"/>
              <a:gd name="csY13" fmla="*/ 0 h 36576"/>
              <a:gd name="csX14" fmla="*/ 8065008 w 21945600"/>
              <a:gd name="csY14" fmla="*/ 0 h 36576"/>
              <a:gd name="csX15" fmla="*/ 9189720 w 21945600"/>
              <a:gd name="csY15" fmla="*/ 0 h 36576"/>
              <a:gd name="csX16" fmla="*/ 9436608 w 21945600"/>
              <a:gd name="csY16" fmla="*/ 0 h 36576"/>
              <a:gd name="csX17" fmla="*/ 10122408 w 21945600"/>
              <a:gd name="csY17" fmla="*/ 0 h 36576"/>
              <a:gd name="csX18" fmla="*/ 10369296 w 21945600"/>
              <a:gd name="csY18" fmla="*/ 0 h 36576"/>
              <a:gd name="csX19" fmla="*/ 10835640 w 21945600"/>
              <a:gd name="csY19" fmla="*/ 0 h 36576"/>
              <a:gd name="csX20" fmla="*/ 11521440 w 21945600"/>
              <a:gd name="csY20" fmla="*/ 0 h 36576"/>
              <a:gd name="csX21" fmla="*/ 12646152 w 21945600"/>
              <a:gd name="csY21" fmla="*/ 0 h 36576"/>
              <a:gd name="csX22" fmla="*/ 13551408 w 21945600"/>
              <a:gd name="csY22" fmla="*/ 0 h 36576"/>
              <a:gd name="csX23" fmla="*/ 14017752 w 21945600"/>
              <a:gd name="csY23" fmla="*/ 0 h 36576"/>
              <a:gd name="csX24" fmla="*/ 14264640 w 21945600"/>
              <a:gd name="csY24" fmla="*/ 0 h 36576"/>
              <a:gd name="csX25" fmla="*/ 15169896 w 21945600"/>
              <a:gd name="csY25" fmla="*/ 0 h 36576"/>
              <a:gd name="csX26" fmla="*/ 15636240 w 21945600"/>
              <a:gd name="csY26" fmla="*/ 0 h 36576"/>
              <a:gd name="csX27" fmla="*/ 16102584 w 21945600"/>
              <a:gd name="csY27" fmla="*/ 0 h 36576"/>
              <a:gd name="csX28" fmla="*/ 16130016 w 21945600"/>
              <a:gd name="csY28" fmla="*/ 0 h 36576"/>
              <a:gd name="csX29" fmla="*/ 17254728 w 21945600"/>
              <a:gd name="csY29" fmla="*/ 0 h 36576"/>
              <a:gd name="csX30" fmla="*/ 18159984 w 21945600"/>
              <a:gd name="csY30" fmla="*/ 0 h 36576"/>
              <a:gd name="csX31" fmla="*/ 19065240 w 21945600"/>
              <a:gd name="csY31" fmla="*/ 0 h 36576"/>
              <a:gd name="csX32" fmla="*/ 19092672 w 21945600"/>
              <a:gd name="csY32" fmla="*/ 0 h 36576"/>
              <a:gd name="csX33" fmla="*/ 19120104 w 21945600"/>
              <a:gd name="csY33" fmla="*/ 0 h 36576"/>
              <a:gd name="csX34" fmla="*/ 19147536 w 21945600"/>
              <a:gd name="csY34" fmla="*/ 0 h 36576"/>
              <a:gd name="csX35" fmla="*/ 19833336 w 21945600"/>
              <a:gd name="csY35" fmla="*/ 0 h 36576"/>
              <a:gd name="csX36" fmla="*/ 20738592 w 21945600"/>
              <a:gd name="csY36" fmla="*/ 0 h 36576"/>
              <a:gd name="csX37" fmla="*/ 21945600 w 21945600"/>
              <a:gd name="csY37" fmla="*/ 0 h 36576"/>
              <a:gd name="csX38" fmla="*/ 21945600 w 21945600"/>
              <a:gd name="csY38" fmla="*/ 36576 h 36576"/>
              <a:gd name="csX39" fmla="*/ 20820888 w 21945600"/>
              <a:gd name="csY39" fmla="*/ 36576 h 36576"/>
              <a:gd name="csX40" fmla="*/ 20354544 w 21945600"/>
              <a:gd name="csY40" fmla="*/ 36576 h 36576"/>
              <a:gd name="csX41" fmla="*/ 20327112 w 21945600"/>
              <a:gd name="csY41" fmla="*/ 36576 h 36576"/>
              <a:gd name="csX42" fmla="*/ 19421856 w 21945600"/>
              <a:gd name="csY42" fmla="*/ 36576 h 36576"/>
              <a:gd name="csX43" fmla="*/ 18516600 w 21945600"/>
              <a:gd name="csY43" fmla="*/ 36576 h 36576"/>
              <a:gd name="csX44" fmla="*/ 17830800 w 21945600"/>
              <a:gd name="csY44" fmla="*/ 36576 h 36576"/>
              <a:gd name="csX45" fmla="*/ 17583912 w 21945600"/>
              <a:gd name="csY45" fmla="*/ 36576 h 36576"/>
              <a:gd name="csX46" fmla="*/ 16898112 w 21945600"/>
              <a:gd name="csY46" fmla="*/ 36576 h 36576"/>
              <a:gd name="csX47" fmla="*/ 15992856 w 21945600"/>
              <a:gd name="csY47" fmla="*/ 36576 h 36576"/>
              <a:gd name="csX48" fmla="*/ 15087600 w 21945600"/>
              <a:gd name="csY48" fmla="*/ 36576 h 36576"/>
              <a:gd name="csX49" fmla="*/ 14840712 w 21945600"/>
              <a:gd name="csY49" fmla="*/ 36576 h 36576"/>
              <a:gd name="csX50" fmla="*/ 13716000 w 21945600"/>
              <a:gd name="csY50" fmla="*/ 36576 h 36576"/>
              <a:gd name="csX51" fmla="*/ 13688568 w 21945600"/>
              <a:gd name="csY51" fmla="*/ 36576 h 36576"/>
              <a:gd name="csX52" fmla="*/ 13441680 w 21945600"/>
              <a:gd name="csY52" fmla="*/ 36576 h 36576"/>
              <a:gd name="csX53" fmla="*/ 12975336 w 21945600"/>
              <a:gd name="csY53" fmla="*/ 36576 h 36576"/>
              <a:gd name="csX54" fmla="*/ 12070080 w 21945600"/>
              <a:gd name="csY54" fmla="*/ 36576 h 36576"/>
              <a:gd name="csX55" fmla="*/ 11164824 w 21945600"/>
              <a:gd name="csY55" fmla="*/ 36576 h 36576"/>
              <a:gd name="csX56" fmla="*/ 10040112 w 21945600"/>
              <a:gd name="csY56" fmla="*/ 36576 h 36576"/>
              <a:gd name="csX57" fmla="*/ 8915400 w 21945600"/>
              <a:gd name="csY57" fmla="*/ 36576 h 36576"/>
              <a:gd name="csX58" fmla="*/ 8010144 w 21945600"/>
              <a:gd name="csY58" fmla="*/ 36576 h 36576"/>
              <a:gd name="csX59" fmla="*/ 7324344 w 21945600"/>
              <a:gd name="csY59" fmla="*/ 36576 h 36576"/>
              <a:gd name="csX60" fmla="*/ 7077456 w 21945600"/>
              <a:gd name="csY60" fmla="*/ 36576 h 36576"/>
              <a:gd name="csX61" fmla="*/ 6172200 w 21945600"/>
              <a:gd name="csY61" fmla="*/ 36576 h 36576"/>
              <a:gd name="csX62" fmla="*/ 5266944 w 21945600"/>
              <a:gd name="csY62" fmla="*/ 36576 h 36576"/>
              <a:gd name="csX63" fmla="*/ 5020056 w 21945600"/>
              <a:gd name="csY63" fmla="*/ 36576 h 36576"/>
              <a:gd name="csX64" fmla="*/ 4553712 w 21945600"/>
              <a:gd name="csY64" fmla="*/ 36576 h 36576"/>
              <a:gd name="csX65" fmla="*/ 4087368 w 21945600"/>
              <a:gd name="csY65" fmla="*/ 36576 h 36576"/>
              <a:gd name="csX66" fmla="*/ 3621024 w 21945600"/>
              <a:gd name="csY66" fmla="*/ 36576 h 36576"/>
              <a:gd name="csX67" fmla="*/ 2715768 w 21945600"/>
              <a:gd name="csY67" fmla="*/ 36576 h 36576"/>
              <a:gd name="csX68" fmla="*/ 2249424 w 21945600"/>
              <a:gd name="csY68" fmla="*/ 36576 h 36576"/>
              <a:gd name="csX69" fmla="*/ 1124712 w 21945600"/>
              <a:gd name="csY69" fmla="*/ 36576 h 36576"/>
              <a:gd name="csX70" fmla="*/ 0 w 21945600"/>
              <a:gd name="csY70" fmla="*/ 36576 h 36576"/>
              <a:gd name="csX71" fmla="*/ 0 w 21945600"/>
              <a:gd name="csY71"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21945600" h="36576" fill="none" extrusionOk="0">
                <a:moveTo>
                  <a:pt x="0" y="0"/>
                </a:moveTo>
                <a:cubicBezTo>
                  <a:pt x="421743" y="26373"/>
                  <a:pt x="546320" y="15739"/>
                  <a:pt x="905256" y="0"/>
                </a:cubicBezTo>
                <a:cubicBezTo>
                  <a:pt x="1264192" y="-15739"/>
                  <a:pt x="1386536" y="-15656"/>
                  <a:pt x="1810512" y="0"/>
                </a:cubicBezTo>
                <a:cubicBezTo>
                  <a:pt x="2234488" y="15656"/>
                  <a:pt x="1998624" y="3590"/>
                  <a:pt x="2057400" y="0"/>
                </a:cubicBezTo>
                <a:cubicBezTo>
                  <a:pt x="2116176" y="-3590"/>
                  <a:pt x="2603764" y="-6151"/>
                  <a:pt x="2743200" y="0"/>
                </a:cubicBezTo>
                <a:cubicBezTo>
                  <a:pt x="2882636" y="6151"/>
                  <a:pt x="3353150" y="46913"/>
                  <a:pt x="3867912" y="0"/>
                </a:cubicBezTo>
                <a:cubicBezTo>
                  <a:pt x="4382674" y="-46913"/>
                  <a:pt x="4060330" y="5314"/>
                  <a:pt x="4114800" y="0"/>
                </a:cubicBezTo>
                <a:cubicBezTo>
                  <a:pt x="4169270" y="-5314"/>
                  <a:pt x="4534246" y="-31393"/>
                  <a:pt x="4800600" y="0"/>
                </a:cubicBezTo>
                <a:cubicBezTo>
                  <a:pt x="5066954" y="31393"/>
                  <a:pt x="5323745" y="3319"/>
                  <a:pt x="5486400" y="0"/>
                </a:cubicBezTo>
                <a:cubicBezTo>
                  <a:pt x="5649055" y="-3319"/>
                  <a:pt x="5502934" y="-1313"/>
                  <a:pt x="5513832" y="0"/>
                </a:cubicBezTo>
                <a:cubicBezTo>
                  <a:pt x="5524730" y="1313"/>
                  <a:pt x="5659978" y="-12316"/>
                  <a:pt x="5760720" y="0"/>
                </a:cubicBezTo>
                <a:cubicBezTo>
                  <a:pt x="5861462" y="12316"/>
                  <a:pt x="5898932" y="2721"/>
                  <a:pt x="6007608" y="0"/>
                </a:cubicBezTo>
                <a:cubicBezTo>
                  <a:pt x="6116284" y="-2721"/>
                  <a:pt x="6483483" y="-4819"/>
                  <a:pt x="6693408" y="0"/>
                </a:cubicBezTo>
                <a:cubicBezTo>
                  <a:pt x="6903333" y="4819"/>
                  <a:pt x="7588959" y="10934"/>
                  <a:pt x="7818120" y="0"/>
                </a:cubicBezTo>
                <a:cubicBezTo>
                  <a:pt x="8047281" y="-10934"/>
                  <a:pt x="7993804" y="5221"/>
                  <a:pt x="8065008" y="0"/>
                </a:cubicBezTo>
                <a:cubicBezTo>
                  <a:pt x="8136212" y="-5221"/>
                  <a:pt x="8852325" y="51539"/>
                  <a:pt x="9189720" y="0"/>
                </a:cubicBezTo>
                <a:cubicBezTo>
                  <a:pt x="9527115" y="-51539"/>
                  <a:pt x="9324727" y="-6372"/>
                  <a:pt x="9436608" y="0"/>
                </a:cubicBezTo>
                <a:cubicBezTo>
                  <a:pt x="9548489" y="6372"/>
                  <a:pt x="9796505" y="23327"/>
                  <a:pt x="10122408" y="0"/>
                </a:cubicBezTo>
                <a:cubicBezTo>
                  <a:pt x="10448311" y="-23327"/>
                  <a:pt x="10318828" y="6963"/>
                  <a:pt x="10369296" y="0"/>
                </a:cubicBezTo>
                <a:cubicBezTo>
                  <a:pt x="10419764" y="-6963"/>
                  <a:pt x="10716126" y="-4982"/>
                  <a:pt x="10835640" y="0"/>
                </a:cubicBezTo>
                <a:cubicBezTo>
                  <a:pt x="10955154" y="4982"/>
                  <a:pt x="11219367" y="17886"/>
                  <a:pt x="11521440" y="0"/>
                </a:cubicBezTo>
                <a:cubicBezTo>
                  <a:pt x="11823513" y="-17886"/>
                  <a:pt x="12367047" y="-46479"/>
                  <a:pt x="12646152" y="0"/>
                </a:cubicBezTo>
                <a:cubicBezTo>
                  <a:pt x="12925257" y="46479"/>
                  <a:pt x="13338284" y="-26830"/>
                  <a:pt x="13551408" y="0"/>
                </a:cubicBezTo>
                <a:cubicBezTo>
                  <a:pt x="13764532" y="26830"/>
                  <a:pt x="13846967" y="12769"/>
                  <a:pt x="14017752" y="0"/>
                </a:cubicBezTo>
                <a:cubicBezTo>
                  <a:pt x="14188537" y="-12769"/>
                  <a:pt x="14162126" y="4714"/>
                  <a:pt x="14264640" y="0"/>
                </a:cubicBezTo>
                <a:cubicBezTo>
                  <a:pt x="14367154" y="-4714"/>
                  <a:pt x="14751879" y="36146"/>
                  <a:pt x="15169896" y="0"/>
                </a:cubicBezTo>
                <a:cubicBezTo>
                  <a:pt x="15587913" y="-36146"/>
                  <a:pt x="15406707" y="17941"/>
                  <a:pt x="15636240" y="0"/>
                </a:cubicBezTo>
                <a:cubicBezTo>
                  <a:pt x="15865773" y="-17941"/>
                  <a:pt x="15889022" y="-14655"/>
                  <a:pt x="16102584" y="0"/>
                </a:cubicBezTo>
                <a:cubicBezTo>
                  <a:pt x="16316146" y="14655"/>
                  <a:pt x="16124510" y="870"/>
                  <a:pt x="16130016" y="0"/>
                </a:cubicBezTo>
                <a:cubicBezTo>
                  <a:pt x="16135522" y="-870"/>
                  <a:pt x="16815084" y="42640"/>
                  <a:pt x="17254728" y="0"/>
                </a:cubicBezTo>
                <a:cubicBezTo>
                  <a:pt x="17694372" y="-42640"/>
                  <a:pt x="17737816" y="21051"/>
                  <a:pt x="18159984" y="0"/>
                </a:cubicBezTo>
                <a:cubicBezTo>
                  <a:pt x="18582152" y="-21051"/>
                  <a:pt x="18719883" y="-27879"/>
                  <a:pt x="19065240" y="0"/>
                </a:cubicBezTo>
                <a:cubicBezTo>
                  <a:pt x="19410597" y="27879"/>
                  <a:pt x="19085806" y="974"/>
                  <a:pt x="19092672" y="0"/>
                </a:cubicBezTo>
                <a:cubicBezTo>
                  <a:pt x="19099538" y="-974"/>
                  <a:pt x="19107856" y="-640"/>
                  <a:pt x="19120104" y="0"/>
                </a:cubicBezTo>
                <a:cubicBezTo>
                  <a:pt x="19132352" y="640"/>
                  <a:pt x="19142037" y="-152"/>
                  <a:pt x="19147536" y="0"/>
                </a:cubicBezTo>
                <a:cubicBezTo>
                  <a:pt x="19153035" y="152"/>
                  <a:pt x="19534636" y="-13012"/>
                  <a:pt x="19833336" y="0"/>
                </a:cubicBezTo>
                <a:cubicBezTo>
                  <a:pt x="20132036" y="13012"/>
                  <a:pt x="20306411" y="18934"/>
                  <a:pt x="20738592" y="0"/>
                </a:cubicBezTo>
                <a:cubicBezTo>
                  <a:pt x="21170773" y="-18934"/>
                  <a:pt x="21426379" y="57975"/>
                  <a:pt x="21945600" y="0"/>
                </a:cubicBezTo>
                <a:cubicBezTo>
                  <a:pt x="21944920" y="15182"/>
                  <a:pt x="21945031" y="28240"/>
                  <a:pt x="21945600" y="36576"/>
                </a:cubicBezTo>
                <a:cubicBezTo>
                  <a:pt x="21720449" y="-15473"/>
                  <a:pt x="21092984" y="17470"/>
                  <a:pt x="20820888" y="36576"/>
                </a:cubicBezTo>
                <a:cubicBezTo>
                  <a:pt x="20548792" y="55682"/>
                  <a:pt x="20467037" y="21195"/>
                  <a:pt x="20354544" y="36576"/>
                </a:cubicBezTo>
                <a:cubicBezTo>
                  <a:pt x="20242051" y="51957"/>
                  <a:pt x="20337363" y="36164"/>
                  <a:pt x="20327112" y="36576"/>
                </a:cubicBezTo>
                <a:cubicBezTo>
                  <a:pt x="20316861" y="36988"/>
                  <a:pt x="19714624" y="67514"/>
                  <a:pt x="19421856" y="36576"/>
                </a:cubicBezTo>
                <a:cubicBezTo>
                  <a:pt x="19129088" y="5638"/>
                  <a:pt x="18900022" y="28604"/>
                  <a:pt x="18516600" y="36576"/>
                </a:cubicBezTo>
                <a:cubicBezTo>
                  <a:pt x="18133178" y="44548"/>
                  <a:pt x="17998183" y="54905"/>
                  <a:pt x="17830800" y="36576"/>
                </a:cubicBezTo>
                <a:cubicBezTo>
                  <a:pt x="17663417" y="18247"/>
                  <a:pt x="17647160" y="31655"/>
                  <a:pt x="17583912" y="36576"/>
                </a:cubicBezTo>
                <a:cubicBezTo>
                  <a:pt x="17520664" y="41497"/>
                  <a:pt x="17113969" y="48000"/>
                  <a:pt x="16898112" y="36576"/>
                </a:cubicBezTo>
                <a:cubicBezTo>
                  <a:pt x="16682255" y="25152"/>
                  <a:pt x="16396179" y="46024"/>
                  <a:pt x="15992856" y="36576"/>
                </a:cubicBezTo>
                <a:cubicBezTo>
                  <a:pt x="15589533" y="27128"/>
                  <a:pt x="15453003" y="2006"/>
                  <a:pt x="15087600" y="36576"/>
                </a:cubicBezTo>
                <a:cubicBezTo>
                  <a:pt x="14722197" y="71146"/>
                  <a:pt x="14962139" y="43983"/>
                  <a:pt x="14840712" y="36576"/>
                </a:cubicBezTo>
                <a:cubicBezTo>
                  <a:pt x="14719285" y="29169"/>
                  <a:pt x="14031206" y="3235"/>
                  <a:pt x="13716000" y="36576"/>
                </a:cubicBezTo>
                <a:cubicBezTo>
                  <a:pt x="13400794" y="69917"/>
                  <a:pt x="13699702" y="36784"/>
                  <a:pt x="13688568" y="36576"/>
                </a:cubicBezTo>
                <a:cubicBezTo>
                  <a:pt x="13677434" y="36368"/>
                  <a:pt x="13549601" y="44218"/>
                  <a:pt x="13441680" y="36576"/>
                </a:cubicBezTo>
                <a:cubicBezTo>
                  <a:pt x="13333759" y="28934"/>
                  <a:pt x="13194403" y="43582"/>
                  <a:pt x="12975336" y="36576"/>
                </a:cubicBezTo>
                <a:cubicBezTo>
                  <a:pt x="12756269" y="29570"/>
                  <a:pt x="12496698" y="13112"/>
                  <a:pt x="12070080" y="36576"/>
                </a:cubicBezTo>
                <a:cubicBezTo>
                  <a:pt x="11643462" y="60040"/>
                  <a:pt x="11494515" y="20795"/>
                  <a:pt x="11164824" y="36576"/>
                </a:cubicBezTo>
                <a:cubicBezTo>
                  <a:pt x="10835133" y="52357"/>
                  <a:pt x="10303956" y="87952"/>
                  <a:pt x="10040112" y="36576"/>
                </a:cubicBezTo>
                <a:cubicBezTo>
                  <a:pt x="9776268" y="-14800"/>
                  <a:pt x="9309125" y="40826"/>
                  <a:pt x="8915400" y="36576"/>
                </a:cubicBezTo>
                <a:cubicBezTo>
                  <a:pt x="8521675" y="32326"/>
                  <a:pt x="8235592" y="37410"/>
                  <a:pt x="8010144" y="36576"/>
                </a:cubicBezTo>
                <a:cubicBezTo>
                  <a:pt x="7784696" y="35742"/>
                  <a:pt x="7556705" y="26838"/>
                  <a:pt x="7324344" y="36576"/>
                </a:cubicBezTo>
                <a:cubicBezTo>
                  <a:pt x="7091983" y="46314"/>
                  <a:pt x="7169873" y="40000"/>
                  <a:pt x="7077456" y="36576"/>
                </a:cubicBezTo>
                <a:cubicBezTo>
                  <a:pt x="6985039" y="33152"/>
                  <a:pt x="6395767" y="49824"/>
                  <a:pt x="6172200" y="36576"/>
                </a:cubicBezTo>
                <a:cubicBezTo>
                  <a:pt x="5948633" y="23328"/>
                  <a:pt x="5614848" y="11374"/>
                  <a:pt x="5266944" y="36576"/>
                </a:cubicBezTo>
                <a:cubicBezTo>
                  <a:pt x="4919040" y="61778"/>
                  <a:pt x="5134821" y="40448"/>
                  <a:pt x="5020056" y="36576"/>
                </a:cubicBezTo>
                <a:cubicBezTo>
                  <a:pt x="4905291" y="32704"/>
                  <a:pt x="4664972" y="17908"/>
                  <a:pt x="4553712" y="36576"/>
                </a:cubicBezTo>
                <a:cubicBezTo>
                  <a:pt x="4442452" y="55244"/>
                  <a:pt x="4307490" y="36849"/>
                  <a:pt x="4087368" y="36576"/>
                </a:cubicBezTo>
                <a:cubicBezTo>
                  <a:pt x="3867246" y="36303"/>
                  <a:pt x="3812769" y="37964"/>
                  <a:pt x="3621024" y="36576"/>
                </a:cubicBezTo>
                <a:cubicBezTo>
                  <a:pt x="3429279" y="35188"/>
                  <a:pt x="3130207" y="-2472"/>
                  <a:pt x="2715768" y="36576"/>
                </a:cubicBezTo>
                <a:cubicBezTo>
                  <a:pt x="2301329" y="75624"/>
                  <a:pt x="2368981" y="46863"/>
                  <a:pt x="2249424" y="36576"/>
                </a:cubicBezTo>
                <a:cubicBezTo>
                  <a:pt x="2129867" y="26289"/>
                  <a:pt x="1617980" y="52425"/>
                  <a:pt x="1124712" y="36576"/>
                </a:cubicBezTo>
                <a:cubicBezTo>
                  <a:pt x="631444" y="20727"/>
                  <a:pt x="353459" y="68932"/>
                  <a:pt x="0" y="36576"/>
                </a:cubicBezTo>
                <a:cubicBezTo>
                  <a:pt x="-389" y="28441"/>
                  <a:pt x="988" y="11614"/>
                  <a:pt x="0" y="0"/>
                </a:cubicBezTo>
                <a:close/>
              </a:path>
              <a:path w="21945600" h="36576" stroke="0" extrusionOk="0">
                <a:moveTo>
                  <a:pt x="0" y="0"/>
                </a:moveTo>
                <a:cubicBezTo>
                  <a:pt x="78738" y="-6702"/>
                  <a:pt x="124882" y="4427"/>
                  <a:pt x="246888" y="0"/>
                </a:cubicBezTo>
                <a:cubicBezTo>
                  <a:pt x="368894" y="-4427"/>
                  <a:pt x="264772" y="-808"/>
                  <a:pt x="274320" y="0"/>
                </a:cubicBezTo>
                <a:cubicBezTo>
                  <a:pt x="283868" y="808"/>
                  <a:pt x="425686" y="-10995"/>
                  <a:pt x="521208" y="0"/>
                </a:cubicBezTo>
                <a:cubicBezTo>
                  <a:pt x="616730" y="10995"/>
                  <a:pt x="925127" y="26161"/>
                  <a:pt x="1207008" y="0"/>
                </a:cubicBezTo>
                <a:cubicBezTo>
                  <a:pt x="1488889" y="-26161"/>
                  <a:pt x="1863629" y="25804"/>
                  <a:pt x="2112264" y="0"/>
                </a:cubicBezTo>
                <a:cubicBezTo>
                  <a:pt x="2360899" y="-25804"/>
                  <a:pt x="2856157" y="-38525"/>
                  <a:pt x="3236976" y="0"/>
                </a:cubicBezTo>
                <a:cubicBezTo>
                  <a:pt x="3617795" y="38525"/>
                  <a:pt x="4108532" y="-15185"/>
                  <a:pt x="4361688" y="0"/>
                </a:cubicBezTo>
                <a:cubicBezTo>
                  <a:pt x="4614844" y="15185"/>
                  <a:pt x="4684381" y="-14633"/>
                  <a:pt x="4828032" y="0"/>
                </a:cubicBezTo>
                <a:cubicBezTo>
                  <a:pt x="4971683" y="14633"/>
                  <a:pt x="5329982" y="15220"/>
                  <a:pt x="5733288" y="0"/>
                </a:cubicBezTo>
                <a:cubicBezTo>
                  <a:pt x="6136594" y="-15220"/>
                  <a:pt x="6133637" y="-11909"/>
                  <a:pt x="6419088" y="0"/>
                </a:cubicBezTo>
                <a:cubicBezTo>
                  <a:pt x="6704539" y="11909"/>
                  <a:pt x="6686287" y="21630"/>
                  <a:pt x="6885432" y="0"/>
                </a:cubicBezTo>
                <a:cubicBezTo>
                  <a:pt x="7084577" y="-21630"/>
                  <a:pt x="7368157" y="20345"/>
                  <a:pt x="7790688" y="0"/>
                </a:cubicBezTo>
                <a:cubicBezTo>
                  <a:pt x="8213219" y="-20345"/>
                  <a:pt x="7805774" y="-451"/>
                  <a:pt x="7818120" y="0"/>
                </a:cubicBezTo>
                <a:cubicBezTo>
                  <a:pt x="7830466" y="451"/>
                  <a:pt x="8108732" y="-16692"/>
                  <a:pt x="8284464" y="0"/>
                </a:cubicBezTo>
                <a:cubicBezTo>
                  <a:pt x="8460196" y="16692"/>
                  <a:pt x="8710069" y="20479"/>
                  <a:pt x="8970264" y="0"/>
                </a:cubicBezTo>
                <a:cubicBezTo>
                  <a:pt x="9230459" y="-20479"/>
                  <a:pt x="9654070" y="-23489"/>
                  <a:pt x="9875520" y="0"/>
                </a:cubicBezTo>
                <a:cubicBezTo>
                  <a:pt x="10096970" y="23489"/>
                  <a:pt x="10230055" y="14787"/>
                  <a:pt x="10561320" y="0"/>
                </a:cubicBezTo>
                <a:cubicBezTo>
                  <a:pt x="10892585" y="-14787"/>
                  <a:pt x="11355400" y="42062"/>
                  <a:pt x="11686032" y="0"/>
                </a:cubicBezTo>
                <a:cubicBezTo>
                  <a:pt x="12016664" y="-42062"/>
                  <a:pt x="11707139" y="-1040"/>
                  <a:pt x="11713464" y="0"/>
                </a:cubicBezTo>
                <a:cubicBezTo>
                  <a:pt x="11719789" y="1040"/>
                  <a:pt x="12097394" y="2532"/>
                  <a:pt x="12399264" y="0"/>
                </a:cubicBezTo>
                <a:cubicBezTo>
                  <a:pt x="12701134" y="-2532"/>
                  <a:pt x="12419541" y="1081"/>
                  <a:pt x="12426696" y="0"/>
                </a:cubicBezTo>
                <a:cubicBezTo>
                  <a:pt x="12433851" y="-1081"/>
                  <a:pt x="13203091" y="32097"/>
                  <a:pt x="13551408" y="0"/>
                </a:cubicBezTo>
                <a:cubicBezTo>
                  <a:pt x="13899725" y="-32097"/>
                  <a:pt x="13704994" y="4050"/>
                  <a:pt x="13798296" y="0"/>
                </a:cubicBezTo>
                <a:cubicBezTo>
                  <a:pt x="13891598" y="-4050"/>
                  <a:pt x="13819194" y="591"/>
                  <a:pt x="13825728" y="0"/>
                </a:cubicBezTo>
                <a:cubicBezTo>
                  <a:pt x="13832262" y="-591"/>
                  <a:pt x="14247058" y="-30068"/>
                  <a:pt x="14511528" y="0"/>
                </a:cubicBezTo>
                <a:cubicBezTo>
                  <a:pt x="14775998" y="30068"/>
                  <a:pt x="14668616" y="6993"/>
                  <a:pt x="14758416" y="0"/>
                </a:cubicBezTo>
                <a:cubicBezTo>
                  <a:pt x="14848216" y="-6993"/>
                  <a:pt x="15386840" y="3019"/>
                  <a:pt x="15663672" y="0"/>
                </a:cubicBezTo>
                <a:cubicBezTo>
                  <a:pt x="15940504" y="-3019"/>
                  <a:pt x="15823667" y="2894"/>
                  <a:pt x="15910560" y="0"/>
                </a:cubicBezTo>
                <a:cubicBezTo>
                  <a:pt x="15997453" y="-2894"/>
                  <a:pt x="16588125" y="-8530"/>
                  <a:pt x="17035272" y="0"/>
                </a:cubicBezTo>
                <a:cubicBezTo>
                  <a:pt x="17482419" y="8530"/>
                  <a:pt x="17188794" y="6706"/>
                  <a:pt x="17282160" y="0"/>
                </a:cubicBezTo>
                <a:cubicBezTo>
                  <a:pt x="17375526" y="-6706"/>
                  <a:pt x="17472317" y="-5717"/>
                  <a:pt x="17529048" y="0"/>
                </a:cubicBezTo>
                <a:cubicBezTo>
                  <a:pt x="17585779" y="5717"/>
                  <a:pt x="18174415" y="31621"/>
                  <a:pt x="18434304" y="0"/>
                </a:cubicBezTo>
                <a:cubicBezTo>
                  <a:pt x="18694193" y="-31621"/>
                  <a:pt x="19301918" y="29693"/>
                  <a:pt x="19559016" y="0"/>
                </a:cubicBezTo>
                <a:cubicBezTo>
                  <a:pt x="19816114" y="-29693"/>
                  <a:pt x="19574042" y="702"/>
                  <a:pt x="19586448" y="0"/>
                </a:cubicBezTo>
                <a:cubicBezTo>
                  <a:pt x="19598854" y="-702"/>
                  <a:pt x="20049547" y="-22820"/>
                  <a:pt x="20491704" y="0"/>
                </a:cubicBezTo>
                <a:cubicBezTo>
                  <a:pt x="20933861" y="22820"/>
                  <a:pt x="20755106" y="6629"/>
                  <a:pt x="20958048" y="0"/>
                </a:cubicBezTo>
                <a:cubicBezTo>
                  <a:pt x="21160990" y="-6629"/>
                  <a:pt x="21663188" y="-27211"/>
                  <a:pt x="21945600" y="0"/>
                </a:cubicBezTo>
                <a:cubicBezTo>
                  <a:pt x="21944964" y="7863"/>
                  <a:pt x="21943820" y="25698"/>
                  <a:pt x="21945600" y="36576"/>
                </a:cubicBezTo>
                <a:cubicBezTo>
                  <a:pt x="21738864" y="-5974"/>
                  <a:pt x="21483832" y="56357"/>
                  <a:pt x="21040344" y="36576"/>
                </a:cubicBezTo>
                <a:cubicBezTo>
                  <a:pt x="20596856" y="16795"/>
                  <a:pt x="20741173" y="55968"/>
                  <a:pt x="20574000" y="36576"/>
                </a:cubicBezTo>
                <a:cubicBezTo>
                  <a:pt x="20406827" y="17184"/>
                  <a:pt x="20560204" y="36526"/>
                  <a:pt x="20546568" y="36576"/>
                </a:cubicBezTo>
                <a:cubicBezTo>
                  <a:pt x="20532932" y="36626"/>
                  <a:pt x="20530490" y="36880"/>
                  <a:pt x="20519136" y="36576"/>
                </a:cubicBezTo>
                <a:cubicBezTo>
                  <a:pt x="20507782" y="36272"/>
                  <a:pt x="19823262" y="37799"/>
                  <a:pt x="19613880" y="36576"/>
                </a:cubicBezTo>
                <a:cubicBezTo>
                  <a:pt x="19404498" y="35353"/>
                  <a:pt x="19223151" y="67241"/>
                  <a:pt x="18928080" y="36576"/>
                </a:cubicBezTo>
                <a:cubicBezTo>
                  <a:pt x="18633009" y="5911"/>
                  <a:pt x="18160671" y="-11744"/>
                  <a:pt x="17803368" y="36576"/>
                </a:cubicBezTo>
                <a:cubicBezTo>
                  <a:pt x="17446065" y="84896"/>
                  <a:pt x="17412412" y="14966"/>
                  <a:pt x="17117568" y="36576"/>
                </a:cubicBezTo>
                <a:cubicBezTo>
                  <a:pt x="16822724" y="58186"/>
                  <a:pt x="16494673" y="2337"/>
                  <a:pt x="16212312" y="36576"/>
                </a:cubicBezTo>
                <a:cubicBezTo>
                  <a:pt x="15929951" y="70815"/>
                  <a:pt x="15826333" y="11046"/>
                  <a:pt x="15526512" y="36576"/>
                </a:cubicBezTo>
                <a:cubicBezTo>
                  <a:pt x="15226691" y="62106"/>
                  <a:pt x="15082025" y="15118"/>
                  <a:pt x="14840712" y="36576"/>
                </a:cubicBezTo>
                <a:cubicBezTo>
                  <a:pt x="14599399" y="58034"/>
                  <a:pt x="14517430" y="19609"/>
                  <a:pt x="14374368" y="36576"/>
                </a:cubicBezTo>
                <a:cubicBezTo>
                  <a:pt x="14231306" y="53543"/>
                  <a:pt x="13854278" y="2480"/>
                  <a:pt x="13469112" y="36576"/>
                </a:cubicBezTo>
                <a:cubicBezTo>
                  <a:pt x="13083946" y="70672"/>
                  <a:pt x="13086505" y="29507"/>
                  <a:pt x="12783312" y="36576"/>
                </a:cubicBezTo>
                <a:cubicBezTo>
                  <a:pt x="12480119" y="43645"/>
                  <a:pt x="12228847" y="-3513"/>
                  <a:pt x="11878056" y="36576"/>
                </a:cubicBezTo>
                <a:cubicBezTo>
                  <a:pt x="11527265" y="76665"/>
                  <a:pt x="11722541" y="34421"/>
                  <a:pt x="11631168" y="36576"/>
                </a:cubicBezTo>
                <a:cubicBezTo>
                  <a:pt x="11539795" y="38731"/>
                  <a:pt x="11328250" y="26850"/>
                  <a:pt x="11164824" y="36576"/>
                </a:cubicBezTo>
                <a:cubicBezTo>
                  <a:pt x="11001398" y="46302"/>
                  <a:pt x="10673541" y="78959"/>
                  <a:pt x="10259568" y="36576"/>
                </a:cubicBezTo>
                <a:cubicBezTo>
                  <a:pt x="9845595" y="-5807"/>
                  <a:pt x="9733074" y="59393"/>
                  <a:pt x="9573768" y="36576"/>
                </a:cubicBezTo>
                <a:cubicBezTo>
                  <a:pt x="9414462" y="13759"/>
                  <a:pt x="9555544" y="36473"/>
                  <a:pt x="9546336" y="36576"/>
                </a:cubicBezTo>
                <a:cubicBezTo>
                  <a:pt x="9537128" y="36679"/>
                  <a:pt x="8966343" y="25197"/>
                  <a:pt x="8641080" y="36576"/>
                </a:cubicBezTo>
                <a:cubicBezTo>
                  <a:pt x="8315817" y="47955"/>
                  <a:pt x="8340016" y="17323"/>
                  <a:pt x="8174736" y="36576"/>
                </a:cubicBezTo>
                <a:cubicBezTo>
                  <a:pt x="8009456" y="55829"/>
                  <a:pt x="7277736" y="27510"/>
                  <a:pt x="7050024" y="36576"/>
                </a:cubicBezTo>
                <a:cubicBezTo>
                  <a:pt x="6822312" y="45642"/>
                  <a:pt x="7033761" y="37384"/>
                  <a:pt x="7022592" y="36576"/>
                </a:cubicBezTo>
                <a:cubicBezTo>
                  <a:pt x="7011423" y="35768"/>
                  <a:pt x="6523471" y="22547"/>
                  <a:pt x="6117336" y="36576"/>
                </a:cubicBezTo>
                <a:cubicBezTo>
                  <a:pt x="5711201" y="50605"/>
                  <a:pt x="5866816" y="21657"/>
                  <a:pt x="5650992" y="36576"/>
                </a:cubicBezTo>
                <a:cubicBezTo>
                  <a:pt x="5435168" y="51495"/>
                  <a:pt x="5142184" y="50113"/>
                  <a:pt x="4745736" y="36576"/>
                </a:cubicBezTo>
                <a:cubicBezTo>
                  <a:pt x="4349288" y="23039"/>
                  <a:pt x="4567465" y="35506"/>
                  <a:pt x="4498848" y="36576"/>
                </a:cubicBezTo>
                <a:cubicBezTo>
                  <a:pt x="4430231" y="37646"/>
                  <a:pt x="4316854" y="42140"/>
                  <a:pt x="4251960" y="36576"/>
                </a:cubicBezTo>
                <a:cubicBezTo>
                  <a:pt x="4187066" y="31012"/>
                  <a:pt x="4006963" y="35461"/>
                  <a:pt x="3785616" y="36576"/>
                </a:cubicBezTo>
                <a:cubicBezTo>
                  <a:pt x="3564269" y="37691"/>
                  <a:pt x="3513429" y="13694"/>
                  <a:pt x="3319272" y="36576"/>
                </a:cubicBezTo>
                <a:cubicBezTo>
                  <a:pt x="3125115" y="59458"/>
                  <a:pt x="2634641" y="25517"/>
                  <a:pt x="2414016" y="36576"/>
                </a:cubicBezTo>
                <a:cubicBezTo>
                  <a:pt x="2193391" y="47635"/>
                  <a:pt x="2395840" y="37250"/>
                  <a:pt x="2386584" y="36576"/>
                </a:cubicBezTo>
                <a:cubicBezTo>
                  <a:pt x="2377328" y="35902"/>
                  <a:pt x="1545536" y="28507"/>
                  <a:pt x="1261872" y="36576"/>
                </a:cubicBezTo>
                <a:cubicBezTo>
                  <a:pt x="978208" y="44645"/>
                  <a:pt x="1242837" y="35250"/>
                  <a:pt x="1234440" y="36576"/>
                </a:cubicBezTo>
                <a:cubicBezTo>
                  <a:pt x="1226043" y="37902"/>
                  <a:pt x="282424" y="83210"/>
                  <a:pt x="0" y="36576"/>
                </a:cubicBezTo>
                <a:cubicBezTo>
                  <a:pt x="476" y="24480"/>
                  <a:pt x="-366" y="10102"/>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adroTexto 3">
            <a:extLst>
              <a:ext uri="{FF2B5EF4-FFF2-40B4-BE49-F238E27FC236}">
                <a16:creationId xmlns:a16="http://schemas.microsoft.com/office/drawing/2014/main" id="{5D8F7130-DC2B-2B8A-719B-8F802F487A86}"/>
              </a:ext>
            </a:extLst>
          </p:cNvPr>
          <p:cNvSpPr txBox="1"/>
          <p:nvPr/>
        </p:nvSpPr>
        <p:spPr>
          <a:xfrm>
            <a:off x="1144986" y="4142632"/>
            <a:ext cx="13427104" cy="8238344"/>
          </a:xfrm>
          <a:prstGeom prst="rect">
            <a:avLst/>
          </a:prstGeom>
        </p:spPr>
        <p:style>
          <a:lnRef idx="0">
            <a:scrgbClr r="0" g="0" b="0"/>
          </a:lnRef>
          <a:fillRef idx="0">
            <a:scrgbClr r="0" g="0" b="0"/>
          </a:fillRef>
          <a:effectRef idx="0">
            <a:scrgbClr r="0" g="0" b="0"/>
          </a:effectRef>
          <a:fontRef idx="none"/>
        </p:style>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3700" dirty="0"/>
              <a:t>La </a:t>
            </a:r>
            <a:r>
              <a:rPr lang="en-US" sz="3700" dirty="0" err="1"/>
              <a:t>técnica</a:t>
            </a:r>
            <a:r>
              <a:rPr lang="en-US" sz="3700" dirty="0"/>
              <a:t> que describe se </a:t>
            </a:r>
            <a:r>
              <a:rPr lang="en-US" sz="3700" dirty="0" err="1"/>
              <a:t>conoce</a:t>
            </a:r>
            <a:r>
              <a:rPr lang="en-US" sz="3700" dirty="0"/>
              <a:t> </a:t>
            </a:r>
            <a:r>
              <a:rPr lang="en-US" sz="3700" dirty="0" err="1"/>
              <a:t>como</a:t>
            </a:r>
            <a:r>
              <a:rPr lang="en-US" sz="3700" dirty="0"/>
              <a:t> "Deepfake", que es </a:t>
            </a:r>
            <a:r>
              <a:rPr lang="en-US" sz="3700" dirty="0" err="1"/>
              <a:t>una</a:t>
            </a:r>
            <a:r>
              <a:rPr lang="en-US" sz="3700" dirty="0"/>
              <a:t> </a:t>
            </a:r>
            <a:r>
              <a:rPr lang="en-US" sz="3700" dirty="0" err="1"/>
              <a:t>técnica</a:t>
            </a:r>
            <a:r>
              <a:rPr lang="en-US" sz="3700" dirty="0"/>
              <a:t> de </a:t>
            </a:r>
            <a:r>
              <a:rPr lang="en-US" sz="3700" dirty="0" err="1"/>
              <a:t>inteligencia</a:t>
            </a:r>
            <a:r>
              <a:rPr lang="en-US" sz="3700" dirty="0"/>
              <a:t> artificial que se </a:t>
            </a:r>
            <a:r>
              <a:rPr lang="en-US" sz="3700" dirty="0" err="1"/>
              <a:t>utiliza</a:t>
            </a:r>
            <a:r>
              <a:rPr lang="en-US" sz="3700" dirty="0"/>
              <a:t> para </a:t>
            </a:r>
            <a:r>
              <a:rPr lang="en-US" sz="3700" dirty="0" err="1"/>
              <a:t>crear</a:t>
            </a:r>
            <a:r>
              <a:rPr lang="en-US" sz="3700" dirty="0"/>
              <a:t> </a:t>
            </a:r>
            <a:r>
              <a:rPr lang="en-US" sz="3700" dirty="0" err="1"/>
              <a:t>contenido</a:t>
            </a:r>
            <a:r>
              <a:rPr lang="en-US" sz="3700" dirty="0"/>
              <a:t> de audio y video </a:t>
            </a:r>
            <a:r>
              <a:rPr lang="en-US" sz="3700" dirty="0" err="1"/>
              <a:t>falso</a:t>
            </a:r>
            <a:r>
              <a:rPr lang="en-US" sz="3700" dirty="0"/>
              <a:t> e </a:t>
            </a:r>
            <a:r>
              <a:rPr lang="en-US" sz="3700" dirty="0" err="1"/>
              <a:t>hiperrealista</a:t>
            </a:r>
            <a:r>
              <a:rPr lang="en-US" sz="3700" dirty="0"/>
              <a:t> que </a:t>
            </a:r>
            <a:r>
              <a:rPr lang="en-US" sz="3700" dirty="0" err="1"/>
              <a:t>parece</a:t>
            </a:r>
            <a:r>
              <a:rPr lang="en-US" sz="3700" dirty="0"/>
              <a:t> ser </a:t>
            </a:r>
            <a:r>
              <a:rPr lang="en-US" sz="3700" dirty="0" err="1"/>
              <a:t>auténtico</a:t>
            </a:r>
            <a:r>
              <a:rPr lang="en-US" sz="3700" dirty="0"/>
              <a:t>. Los Deepfakes a menudo se </a:t>
            </a:r>
            <a:r>
              <a:rPr lang="en-US" sz="3700" dirty="0" err="1"/>
              <a:t>utilizan</a:t>
            </a:r>
            <a:r>
              <a:rPr lang="en-US" sz="3700" dirty="0"/>
              <a:t> </a:t>
            </a:r>
            <a:r>
              <a:rPr lang="en-US" sz="3700" dirty="0" err="1"/>
              <a:t>en</a:t>
            </a:r>
            <a:r>
              <a:rPr lang="en-US" sz="3700" dirty="0"/>
              <a:t> la </a:t>
            </a:r>
            <a:r>
              <a:rPr lang="en-US" sz="3700" dirty="0" err="1"/>
              <a:t>ingeniería</a:t>
            </a:r>
            <a:r>
              <a:rPr lang="en-US" sz="3700" dirty="0"/>
              <a:t> social y </a:t>
            </a:r>
            <a:r>
              <a:rPr lang="en-US" sz="3700" dirty="0" err="1"/>
              <a:t>en</a:t>
            </a:r>
            <a:r>
              <a:rPr lang="en-US" sz="3700" dirty="0"/>
              <a:t> </a:t>
            </a:r>
            <a:r>
              <a:rPr lang="en-US" sz="3700" dirty="0" err="1"/>
              <a:t>campañas</a:t>
            </a:r>
            <a:r>
              <a:rPr lang="en-US" sz="3700" dirty="0"/>
              <a:t> de </a:t>
            </a:r>
            <a:r>
              <a:rPr lang="en-US" sz="3700" dirty="0" err="1"/>
              <a:t>desinformación</a:t>
            </a:r>
            <a:r>
              <a:rPr lang="en-US" sz="3700" dirty="0"/>
              <a:t> para </a:t>
            </a:r>
            <a:r>
              <a:rPr lang="en-US" sz="3700" dirty="0" err="1"/>
              <a:t>engañar</a:t>
            </a:r>
            <a:r>
              <a:rPr lang="en-US" sz="3700" dirty="0"/>
              <a:t> a las personas y </a:t>
            </a:r>
            <a:r>
              <a:rPr lang="en-US" sz="3700" dirty="0" err="1"/>
              <a:t>hacerles</a:t>
            </a:r>
            <a:r>
              <a:rPr lang="en-US" sz="3700" dirty="0"/>
              <a:t> </a:t>
            </a:r>
            <a:r>
              <a:rPr lang="en-US" sz="3700" dirty="0" err="1"/>
              <a:t>creer</a:t>
            </a:r>
            <a:r>
              <a:rPr lang="en-US" sz="3700" dirty="0"/>
              <a:t> </a:t>
            </a:r>
            <a:r>
              <a:rPr lang="en-US" sz="3700" dirty="0" err="1"/>
              <a:t>cosas</a:t>
            </a:r>
            <a:r>
              <a:rPr lang="en-US" sz="3700" dirty="0"/>
              <a:t> que no son </a:t>
            </a:r>
            <a:r>
              <a:rPr lang="en-US" sz="3700" dirty="0" err="1"/>
              <a:t>ciertas</a:t>
            </a:r>
            <a:r>
              <a:rPr lang="en-US" sz="3700" dirty="0"/>
              <a:t>.</a:t>
            </a:r>
          </a:p>
          <a:p>
            <a:pPr indent="-228600">
              <a:lnSpc>
                <a:spcPct val="90000"/>
              </a:lnSpc>
              <a:spcAft>
                <a:spcPts val="600"/>
              </a:spcAft>
              <a:buFont typeface="Arial" panose="020B0604020202020204" pitchFamily="34" charset="0"/>
              <a:buChar char="•"/>
            </a:pPr>
            <a:r>
              <a:rPr lang="en-US" sz="3700" dirty="0"/>
              <a:t>En </a:t>
            </a:r>
            <a:r>
              <a:rPr lang="en-US" sz="3700" dirty="0" err="1"/>
              <a:t>el</a:t>
            </a:r>
            <a:r>
              <a:rPr lang="en-US" sz="3700" dirty="0"/>
              <a:t> </a:t>
            </a:r>
            <a:r>
              <a:rPr lang="en-US" sz="3700" dirty="0" err="1"/>
              <a:t>contexto</a:t>
            </a:r>
            <a:r>
              <a:rPr lang="en-US" sz="3700" dirty="0"/>
              <a:t> </a:t>
            </a:r>
            <a:r>
              <a:rPr lang="en-US" sz="3700" dirty="0" err="1"/>
              <a:t>empresarial</a:t>
            </a:r>
            <a:r>
              <a:rPr lang="en-US" sz="3700" dirty="0"/>
              <a:t>, </a:t>
            </a:r>
            <a:r>
              <a:rPr lang="en-US" sz="3700" dirty="0" err="1"/>
              <a:t>los</a:t>
            </a:r>
            <a:r>
              <a:rPr lang="en-US" sz="3700" dirty="0"/>
              <a:t> Deepfakes </a:t>
            </a:r>
            <a:r>
              <a:rPr lang="en-US" sz="3700" dirty="0" err="1"/>
              <a:t>pueden</a:t>
            </a:r>
            <a:r>
              <a:rPr lang="en-US" sz="3700" dirty="0"/>
              <a:t> ser </a:t>
            </a:r>
            <a:r>
              <a:rPr lang="en-US" sz="3700" dirty="0" err="1"/>
              <a:t>utilizados</a:t>
            </a:r>
            <a:r>
              <a:rPr lang="en-US" sz="3700" dirty="0"/>
              <a:t> para </a:t>
            </a:r>
            <a:r>
              <a:rPr lang="en-US" sz="3700" dirty="0" err="1"/>
              <a:t>suplantar</a:t>
            </a:r>
            <a:r>
              <a:rPr lang="en-US" sz="3700" dirty="0"/>
              <a:t> la </a:t>
            </a:r>
            <a:r>
              <a:rPr lang="en-US" sz="3700" dirty="0" err="1"/>
              <a:t>identidad</a:t>
            </a:r>
            <a:r>
              <a:rPr lang="en-US" sz="3700" dirty="0"/>
              <a:t> de un </a:t>
            </a:r>
            <a:r>
              <a:rPr lang="en-US" sz="3700" dirty="0" err="1"/>
              <a:t>ejecutivo</a:t>
            </a:r>
            <a:r>
              <a:rPr lang="en-US" sz="3700" dirty="0"/>
              <a:t> o jefe de la </a:t>
            </a:r>
            <a:r>
              <a:rPr lang="en-US" sz="3700" dirty="0" err="1"/>
              <a:t>empresa</a:t>
            </a:r>
            <a:r>
              <a:rPr lang="en-US" sz="3700" dirty="0"/>
              <a:t> y </a:t>
            </a:r>
            <a:r>
              <a:rPr lang="en-US" sz="3700" dirty="0" err="1"/>
              <a:t>engañar</a:t>
            </a:r>
            <a:r>
              <a:rPr lang="en-US" sz="3700" dirty="0"/>
              <a:t> a </a:t>
            </a:r>
            <a:r>
              <a:rPr lang="en-US" sz="3700" dirty="0" err="1"/>
              <a:t>los</a:t>
            </a:r>
            <a:r>
              <a:rPr lang="en-US" sz="3700" dirty="0"/>
              <a:t> </a:t>
            </a:r>
            <a:r>
              <a:rPr lang="en-US" sz="3700" dirty="0" err="1"/>
              <a:t>empleados</a:t>
            </a:r>
            <a:r>
              <a:rPr lang="en-US" sz="3700" dirty="0"/>
              <a:t> o </a:t>
            </a:r>
            <a:r>
              <a:rPr lang="en-US" sz="3700" dirty="0" err="1"/>
              <a:t>clientes</a:t>
            </a:r>
            <a:r>
              <a:rPr lang="en-US" sz="3700" dirty="0"/>
              <a:t> para que </a:t>
            </a:r>
            <a:r>
              <a:rPr lang="en-US" sz="3700" dirty="0" err="1"/>
              <a:t>tomen</a:t>
            </a:r>
            <a:r>
              <a:rPr lang="en-US" sz="3700" dirty="0"/>
              <a:t> </a:t>
            </a:r>
            <a:r>
              <a:rPr lang="en-US" sz="3700" dirty="0" err="1"/>
              <a:t>medidas</a:t>
            </a:r>
            <a:r>
              <a:rPr lang="en-US" sz="3700" dirty="0"/>
              <a:t> que </a:t>
            </a:r>
            <a:r>
              <a:rPr lang="en-US" sz="3700" dirty="0" err="1"/>
              <a:t>podrían</a:t>
            </a:r>
            <a:r>
              <a:rPr lang="en-US" sz="3700" dirty="0"/>
              <a:t> ser </a:t>
            </a:r>
            <a:r>
              <a:rPr lang="en-US" sz="3700" dirty="0" err="1"/>
              <a:t>perjudiciales</a:t>
            </a:r>
            <a:r>
              <a:rPr lang="en-US" sz="3700" dirty="0"/>
              <a:t> para la </a:t>
            </a:r>
            <a:r>
              <a:rPr lang="en-US" sz="3700" dirty="0" err="1"/>
              <a:t>empresa</a:t>
            </a:r>
            <a:r>
              <a:rPr lang="en-US" sz="3700" dirty="0"/>
              <a:t>. Es </a:t>
            </a:r>
            <a:r>
              <a:rPr lang="en-US" sz="3700" dirty="0" err="1"/>
              <a:t>importante</a:t>
            </a:r>
            <a:r>
              <a:rPr lang="en-US" sz="3700" dirty="0"/>
              <a:t> que las </a:t>
            </a:r>
            <a:r>
              <a:rPr lang="en-US" sz="3700" dirty="0" err="1"/>
              <a:t>empresas</a:t>
            </a:r>
            <a:r>
              <a:rPr lang="en-US" sz="3700" dirty="0"/>
              <a:t> </a:t>
            </a:r>
            <a:r>
              <a:rPr lang="en-US" sz="3700" dirty="0" err="1"/>
              <a:t>sean</a:t>
            </a:r>
            <a:r>
              <a:rPr lang="en-US" sz="3700" dirty="0"/>
              <a:t> </a:t>
            </a:r>
            <a:r>
              <a:rPr lang="en-US" sz="3700" dirty="0" err="1"/>
              <a:t>conscientes</a:t>
            </a:r>
            <a:r>
              <a:rPr lang="en-US" sz="3700" dirty="0"/>
              <a:t> de </a:t>
            </a:r>
            <a:r>
              <a:rPr lang="en-US" sz="3700" dirty="0" err="1"/>
              <a:t>esta</a:t>
            </a:r>
            <a:r>
              <a:rPr lang="en-US" sz="3700" dirty="0"/>
              <a:t> </a:t>
            </a:r>
            <a:r>
              <a:rPr lang="en-US" sz="3700" dirty="0" err="1"/>
              <a:t>técnica</a:t>
            </a:r>
            <a:r>
              <a:rPr lang="en-US" sz="3700" dirty="0"/>
              <a:t> y </a:t>
            </a:r>
            <a:r>
              <a:rPr lang="en-US" sz="3700" dirty="0" err="1"/>
              <a:t>tomen</a:t>
            </a:r>
            <a:r>
              <a:rPr lang="en-US" sz="3700" dirty="0"/>
              <a:t> </a:t>
            </a:r>
            <a:r>
              <a:rPr lang="en-US" sz="3700" dirty="0" err="1"/>
              <a:t>medidas</a:t>
            </a:r>
            <a:r>
              <a:rPr lang="en-US" sz="3700" dirty="0"/>
              <a:t> para </a:t>
            </a:r>
            <a:r>
              <a:rPr lang="en-US" sz="3700" dirty="0" err="1"/>
              <a:t>protegerse</a:t>
            </a:r>
            <a:r>
              <a:rPr lang="en-US" sz="3700" dirty="0"/>
              <a:t> contra </a:t>
            </a:r>
            <a:r>
              <a:rPr lang="en-US" sz="3700" dirty="0" err="1"/>
              <a:t>ella</a:t>
            </a:r>
            <a:r>
              <a:rPr lang="en-US" sz="3700" dirty="0"/>
              <a:t>, </a:t>
            </a:r>
            <a:r>
              <a:rPr lang="en-US" sz="3700" dirty="0" err="1"/>
              <a:t>como</a:t>
            </a:r>
            <a:r>
              <a:rPr lang="en-US" sz="3700" dirty="0"/>
              <a:t> la </a:t>
            </a:r>
            <a:r>
              <a:rPr lang="en-US" sz="3700" dirty="0" err="1"/>
              <a:t>formación</a:t>
            </a:r>
            <a:r>
              <a:rPr lang="en-US" sz="3700" dirty="0"/>
              <a:t> de </a:t>
            </a:r>
            <a:r>
              <a:rPr lang="en-US" sz="3700" dirty="0" err="1"/>
              <a:t>los</a:t>
            </a:r>
            <a:r>
              <a:rPr lang="en-US" sz="3700" dirty="0"/>
              <a:t> </a:t>
            </a:r>
            <a:r>
              <a:rPr lang="en-US" sz="3700" dirty="0" err="1"/>
              <a:t>empleados</a:t>
            </a:r>
            <a:r>
              <a:rPr lang="en-US" sz="3700" dirty="0"/>
              <a:t> </a:t>
            </a:r>
            <a:r>
              <a:rPr lang="en-US" sz="3700" dirty="0" err="1"/>
              <a:t>sobre</a:t>
            </a:r>
            <a:r>
              <a:rPr lang="en-US" sz="3700" dirty="0"/>
              <a:t> </a:t>
            </a:r>
            <a:r>
              <a:rPr lang="en-US" sz="3700" dirty="0" err="1"/>
              <a:t>los</a:t>
            </a:r>
            <a:r>
              <a:rPr lang="en-US" sz="3700" dirty="0"/>
              <a:t> </a:t>
            </a:r>
            <a:r>
              <a:rPr lang="en-US" sz="3700" dirty="0" err="1"/>
              <a:t>riesgos</a:t>
            </a:r>
            <a:r>
              <a:rPr lang="en-US" sz="3700" dirty="0"/>
              <a:t> de la </a:t>
            </a:r>
            <a:r>
              <a:rPr lang="en-US" sz="3700" dirty="0" err="1"/>
              <a:t>ingeniería</a:t>
            </a:r>
            <a:r>
              <a:rPr lang="en-US" sz="3700" dirty="0"/>
              <a:t> social y </a:t>
            </a:r>
            <a:r>
              <a:rPr lang="en-US" sz="3700" dirty="0" err="1"/>
              <a:t>el</a:t>
            </a:r>
            <a:r>
              <a:rPr lang="en-US" sz="3700" dirty="0"/>
              <a:t> </a:t>
            </a:r>
            <a:r>
              <a:rPr lang="en-US" sz="3700" dirty="0" err="1"/>
              <a:t>uso</a:t>
            </a:r>
            <a:r>
              <a:rPr lang="en-US" sz="3700" dirty="0"/>
              <a:t> de </a:t>
            </a:r>
            <a:r>
              <a:rPr lang="en-US" sz="3700" dirty="0" err="1"/>
              <a:t>medidas</a:t>
            </a:r>
            <a:r>
              <a:rPr lang="en-US" sz="3700" dirty="0"/>
              <a:t> de </a:t>
            </a:r>
            <a:r>
              <a:rPr lang="en-US" sz="3700" dirty="0" err="1"/>
              <a:t>autenticación</a:t>
            </a:r>
            <a:r>
              <a:rPr lang="en-US" sz="3700" dirty="0"/>
              <a:t> de la </a:t>
            </a:r>
            <a:r>
              <a:rPr lang="en-US" sz="3700" dirty="0" err="1"/>
              <a:t>identidad</a:t>
            </a:r>
            <a:r>
              <a:rPr lang="en-US" sz="3700" dirty="0"/>
              <a:t>, </a:t>
            </a:r>
            <a:r>
              <a:rPr lang="en-US" sz="3700" dirty="0" err="1"/>
              <a:t>como</a:t>
            </a:r>
            <a:r>
              <a:rPr lang="en-US" sz="3700" dirty="0"/>
              <a:t> </a:t>
            </a:r>
            <a:r>
              <a:rPr lang="en-US" sz="3700" dirty="0" err="1"/>
              <a:t>el</a:t>
            </a:r>
            <a:r>
              <a:rPr lang="en-US" sz="3700" dirty="0"/>
              <a:t> </a:t>
            </a:r>
            <a:r>
              <a:rPr lang="en-US" sz="3700" dirty="0" err="1"/>
              <a:t>uso</a:t>
            </a:r>
            <a:r>
              <a:rPr lang="en-US" sz="3700" dirty="0"/>
              <a:t> de </a:t>
            </a:r>
            <a:r>
              <a:rPr lang="en-US" sz="3700" dirty="0" err="1"/>
              <a:t>contraseñas</a:t>
            </a:r>
            <a:r>
              <a:rPr lang="en-US" sz="3700" dirty="0"/>
              <a:t> </a:t>
            </a:r>
            <a:r>
              <a:rPr lang="en-US" sz="3700" dirty="0" err="1"/>
              <a:t>seguras</a:t>
            </a:r>
            <a:r>
              <a:rPr lang="en-US" sz="3700" dirty="0"/>
              <a:t> y la </a:t>
            </a:r>
            <a:r>
              <a:rPr lang="en-US" sz="3700" dirty="0" err="1"/>
              <a:t>autenticación</a:t>
            </a:r>
            <a:r>
              <a:rPr lang="en-US" sz="3700" dirty="0"/>
              <a:t> de dos </a:t>
            </a:r>
            <a:r>
              <a:rPr lang="en-US" sz="3700" dirty="0" err="1"/>
              <a:t>factores</a:t>
            </a:r>
            <a:r>
              <a:rPr lang="en-US" sz="3700" dirty="0"/>
              <a:t>.</a:t>
            </a:r>
          </a:p>
        </p:txBody>
      </p:sp>
      <p:pic>
        <p:nvPicPr>
          <p:cNvPr id="7" name="Google Shape;135;p8" descr="Cómo protegerse de los virus, piratas informáticos y demás ataques? |  Tecnología - ComputerHoy.com">
            <a:extLst>
              <a:ext uri="{FF2B5EF4-FFF2-40B4-BE49-F238E27FC236}">
                <a16:creationId xmlns:a16="http://schemas.microsoft.com/office/drawing/2014/main" id="{36945EC5-83BF-E79A-D1B3-DB4777A269AF}"/>
              </a:ext>
            </a:extLst>
          </p:cNvPr>
          <p:cNvPicPr preferRelativeResize="0"/>
          <p:nvPr/>
        </p:nvPicPr>
        <p:blipFill rotWithShape="1">
          <a:blip r:embed="rId2"/>
          <a:srcRect l="20442" r="15538" b="1"/>
          <a:stretch/>
        </p:blipFill>
        <p:spPr>
          <a:xfrm>
            <a:off x="15351316" y="4187952"/>
            <a:ext cx="7882128" cy="8193024"/>
          </a:xfrm>
          <a:prstGeom prst="rect">
            <a:avLst/>
          </a:prstGeom>
          <a:noFill/>
        </p:spPr>
      </p:pic>
    </p:spTree>
    <p:extLst>
      <p:ext uri="{BB962C8B-B14F-4D97-AF65-F5344CB8AC3E}">
        <p14:creationId xmlns:p14="http://schemas.microsoft.com/office/powerpoint/2010/main" val="2915301925"/>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E08CCE47-6DC3-1CE7-C32A-2C7282A7836B}"/>
              </a:ext>
            </a:extLst>
          </p:cNvPr>
          <p:cNvPicPr>
            <a:picLocks noChangeAspect="1"/>
          </p:cNvPicPr>
          <p:nvPr/>
        </p:nvPicPr>
        <p:blipFill>
          <a:blip r:embed="rId2"/>
          <a:stretch>
            <a:fillRect/>
          </a:stretch>
        </p:blipFill>
        <p:spPr>
          <a:xfrm>
            <a:off x="2057400" y="674950"/>
            <a:ext cx="17335500" cy="12366099"/>
          </a:xfrm>
          <a:prstGeom prst="rect">
            <a:avLst/>
          </a:prstGeom>
        </p:spPr>
      </p:pic>
      <p:sp>
        <p:nvSpPr>
          <p:cNvPr id="5" name="CuadroTexto 4">
            <a:extLst>
              <a:ext uri="{FF2B5EF4-FFF2-40B4-BE49-F238E27FC236}">
                <a16:creationId xmlns:a16="http://schemas.microsoft.com/office/drawing/2014/main" id="{FBB9751E-7FEA-C43B-3592-54B70DAF5928}"/>
              </a:ext>
            </a:extLst>
          </p:cNvPr>
          <p:cNvSpPr txBox="1"/>
          <p:nvPr/>
        </p:nvSpPr>
        <p:spPr>
          <a:xfrm>
            <a:off x="247650" y="13073932"/>
            <a:ext cx="22936200" cy="45313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s-ES" dirty="0"/>
              <a:t>https://www.infobae.com/america/tecno/2022/12/09/los-4-casos-famosos-de-suplantacion-de-identidad-o-deepfake-tom-cruise-y-zuckerberg-figuraron/</a:t>
            </a:r>
          </a:p>
        </p:txBody>
      </p:sp>
      <p:pic>
        <p:nvPicPr>
          <p:cNvPr id="6" name="Google Shape;135;p8" descr="Cómo protegerse de los virus, piratas informáticos y demás ataques? |  Tecnología - ComputerHoy.com">
            <a:extLst>
              <a:ext uri="{FF2B5EF4-FFF2-40B4-BE49-F238E27FC236}">
                <a16:creationId xmlns:a16="http://schemas.microsoft.com/office/drawing/2014/main" id="{EFD74A92-831D-3625-2357-3B45D2C63745}"/>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2849629175"/>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FBFDDAE-269A-4C29-965B-89D8C7F1DEAC}"/>
              </a:ext>
            </a:extLst>
          </p:cNvPr>
          <p:cNvPicPr>
            <a:picLocks noChangeAspect="1"/>
          </p:cNvPicPr>
          <p:nvPr/>
        </p:nvPicPr>
        <p:blipFill>
          <a:blip r:embed="rId2"/>
          <a:stretch>
            <a:fillRect/>
          </a:stretch>
        </p:blipFill>
        <p:spPr>
          <a:xfrm>
            <a:off x="-133350" y="74595"/>
            <a:ext cx="21881662" cy="12174555"/>
          </a:xfrm>
          <a:prstGeom prst="rect">
            <a:avLst/>
          </a:prstGeom>
        </p:spPr>
      </p:pic>
      <p:pic>
        <p:nvPicPr>
          <p:cNvPr id="4" name="Google Shape;135;p8" descr="Cómo protegerse de los virus, piratas informáticos y demás ataques? |  Tecnología - ComputerHoy.com">
            <a:extLst>
              <a:ext uri="{FF2B5EF4-FFF2-40B4-BE49-F238E27FC236}">
                <a16:creationId xmlns:a16="http://schemas.microsoft.com/office/drawing/2014/main" id="{6B9420D2-E121-86EC-332D-630AF644D5A5}"/>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1228388986"/>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Shape 297"/>
        <p:cNvGrpSpPr/>
        <p:nvPr/>
      </p:nvGrpSpPr>
      <p:grpSpPr>
        <a:xfrm>
          <a:off x="0" y="0"/>
          <a:ext cx="0" cy="0"/>
          <a:chOff x="0" y="0"/>
          <a:chExt cx="0" cy="0"/>
        </a:xfrm>
      </p:grpSpPr>
      <p:sp>
        <p:nvSpPr>
          <p:cNvPr id="298" name="Google Shape;298;p24"/>
          <p:cNvSpPr txBox="1">
            <a:spLocks noGrp="1"/>
          </p:cNvSpPr>
          <p:nvPr>
            <p:ph type="title" idx="4294967295"/>
          </p:nvPr>
        </p:nvSpPr>
        <p:spPr>
          <a:xfrm>
            <a:off x="0" y="15875"/>
            <a:ext cx="21031200" cy="2651125"/>
          </a:xfrm>
          <a:prstGeom prst="rect">
            <a:avLst/>
          </a:prstGeom>
          <a:noFill/>
          <a:ln>
            <a:noFill/>
          </a:ln>
        </p:spPr>
        <p:txBody>
          <a:bodyPr spcFirstLastPara="1" wrap="square" lIns="182850" tIns="91400" rIns="182850" bIns="91400" anchor="ctr" anchorCtr="0">
            <a:normAutofit/>
          </a:bodyPr>
          <a:lstStyle/>
          <a:p>
            <a:pPr>
              <a:lnSpc>
                <a:spcPct val="90000"/>
              </a:lnSpc>
              <a:spcBef>
                <a:spcPts val="0"/>
              </a:spcBef>
              <a:buClr>
                <a:schemeClr val="dk1"/>
              </a:buClr>
              <a:buSzPts val="4400"/>
            </a:pPr>
            <a:r>
              <a:rPr lang="es-ES" sz="4800" b="1" dirty="0"/>
              <a:t>¿QUE ES EL PHISING?</a:t>
            </a:r>
            <a:endParaRPr sz="4800" b="1" dirty="0"/>
          </a:p>
        </p:txBody>
      </p:sp>
      <p:sp>
        <p:nvSpPr>
          <p:cNvPr id="299" name="Google Shape;299;p24"/>
          <p:cNvSpPr txBox="1">
            <a:spLocks noGrp="1"/>
          </p:cNvSpPr>
          <p:nvPr>
            <p:ph idx="4294967295"/>
          </p:nvPr>
        </p:nvSpPr>
        <p:spPr>
          <a:xfrm>
            <a:off x="0" y="1744663"/>
            <a:ext cx="21907500" cy="3913187"/>
          </a:xfrm>
          <a:prstGeom prst="rect">
            <a:avLst/>
          </a:prstGeom>
          <a:ln/>
        </p:spPr>
        <p:style>
          <a:lnRef idx="2">
            <a:schemeClr val="accent5"/>
          </a:lnRef>
          <a:fillRef idx="1">
            <a:schemeClr val="lt1"/>
          </a:fillRef>
          <a:effectRef idx="0">
            <a:schemeClr val="accent5"/>
          </a:effectRef>
          <a:fontRef idx="minor">
            <a:schemeClr val="dk1"/>
          </a:fontRef>
        </p:style>
        <p:txBody>
          <a:bodyPr spcFirstLastPara="1" wrap="square" lIns="182850" tIns="91400" rIns="182850" bIns="91400" anchor="t" anchorCtr="0">
            <a:normAutofit fontScale="85000" lnSpcReduction="20000"/>
          </a:bodyPr>
          <a:lstStyle/>
          <a:p>
            <a:pPr marL="0" indent="0">
              <a:lnSpc>
                <a:spcPct val="150000"/>
              </a:lnSpc>
              <a:spcBef>
                <a:spcPts val="0"/>
              </a:spcBef>
              <a:buClr>
                <a:srgbClr val="003245"/>
              </a:buClr>
              <a:buSzPts val="1800"/>
              <a:buNone/>
            </a:pPr>
            <a:r>
              <a:rPr lang="es-ES" sz="3600" dirty="0">
                <a:solidFill>
                  <a:schemeClr val="tx1"/>
                </a:solidFill>
                <a:latin typeface="Verdana" panose="020B0604030504040204" pitchFamily="34" charset="0"/>
                <a:ea typeface="Verdana" panose="020B0604030504040204" pitchFamily="34" charset="0"/>
                <a:cs typeface="Times New Roman"/>
                <a:sym typeface="Times New Roman"/>
              </a:rPr>
              <a:t>Consiste en el envío masivo de comunicaciones (normalmente correos electrónicos) desde lo que parece un origen de confianza, con el aspecto de un escrito real en el que requiere al receptor que facilite determinada información, bien respondiendo al email, bien conectándose a una página web que parece real donde introducirá sus datos. El éxito del phishing se basa en el </a:t>
            </a:r>
            <a:r>
              <a:rPr lang="es-ES" sz="3600" b="1" dirty="0">
                <a:solidFill>
                  <a:schemeClr val="tx1"/>
                </a:solidFill>
                <a:latin typeface="Verdana" panose="020B0604030504040204" pitchFamily="34" charset="0"/>
                <a:ea typeface="Verdana" panose="020B0604030504040204" pitchFamily="34" charset="0"/>
                <a:cs typeface="Times New Roman"/>
                <a:sym typeface="Times New Roman"/>
              </a:rPr>
              <a:t>envío masivo</a:t>
            </a:r>
            <a:r>
              <a:rPr lang="es-ES" sz="3600" dirty="0">
                <a:solidFill>
                  <a:schemeClr val="tx1"/>
                </a:solidFill>
                <a:latin typeface="Verdana" panose="020B0604030504040204" pitchFamily="34" charset="0"/>
                <a:ea typeface="Verdana" panose="020B0604030504040204" pitchFamily="34" charset="0"/>
                <a:cs typeface="Times New Roman"/>
                <a:sym typeface="Times New Roman"/>
              </a:rPr>
              <a:t> y la probabilidad, dado que el número de víctimas potenciales es muy grande, es muy probable que alguna de ellas caiga en la trampa y facilite esa información que el atacante tan amablemente solicita.</a:t>
            </a:r>
            <a:endParaRPr sz="3600" dirty="0">
              <a:solidFill>
                <a:schemeClr val="tx1"/>
              </a:solidFill>
              <a:latin typeface="Verdana" panose="020B0604030504040204" pitchFamily="34" charset="0"/>
              <a:ea typeface="Verdana" panose="020B0604030504040204" pitchFamily="34" charset="0"/>
              <a:cs typeface="Calibri"/>
              <a:sym typeface="Calibri"/>
            </a:endParaRPr>
          </a:p>
          <a:p>
            <a:pPr marL="355600" indent="0">
              <a:lnSpc>
                <a:spcPct val="150000"/>
              </a:lnSpc>
              <a:buClr>
                <a:schemeClr val="dk1"/>
              </a:buClr>
              <a:buSzPts val="2800"/>
              <a:buNone/>
            </a:pPr>
            <a:endParaRPr dirty="0">
              <a:solidFill>
                <a:schemeClr val="tx1"/>
              </a:solidFill>
              <a:latin typeface="Verdana" panose="020B0604030504040204" pitchFamily="34" charset="0"/>
              <a:ea typeface="Verdana" panose="020B0604030504040204" pitchFamily="34" charset="0"/>
            </a:endParaRPr>
          </a:p>
        </p:txBody>
      </p:sp>
      <p:sp>
        <p:nvSpPr>
          <p:cNvPr id="3" name="CuadroTexto 2">
            <a:extLst>
              <a:ext uri="{FF2B5EF4-FFF2-40B4-BE49-F238E27FC236}">
                <a16:creationId xmlns:a16="http://schemas.microsoft.com/office/drawing/2014/main" id="{838BCAD5-4C40-A4D0-BF5D-396B66570953}"/>
              </a:ext>
            </a:extLst>
          </p:cNvPr>
          <p:cNvSpPr txBox="1"/>
          <p:nvPr/>
        </p:nvSpPr>
        <p:spPr>
          <a:xfrm>
            <a:off x="338328" y="7586486"/>
            <a:ext cx="12637008" cy="2862322"/>
          </a:xfrm>
          <a:prstGeom prst="rect">
            <a:avLst/>
          </a:prstGeom>
          <a:solidFill>
            <a:schemeClr val="bg1"/>
          </a:solidFill>
        </p:spPr>
        <p:txBody>
          <a:bodyPr wrap="square">
            <a:spAutoFit/>
          </a:bodyPr>
          <a:lstStyle/>
          <a:p>
            <a:r>
              <a:rPr lang="es-ES" sz="3600" dirty="0"/>
              <a:t>El </a:t>
            </a:r>
            <a:r>
              <a:rPr lang="es-ES" sz="3600" b="1" dirty="0" err="1"/>
              <a:t>smishing</a:t>
            </a:r>
            <a:r>
              <a:rPr lang="es-ES" sz="3600" dirty="0"/>
              <a:t> es una técnica </a:t>
            </a:r>
            <a:r>
              <a:rPr lang="es-ES" sz="3600" b="1" dirty="0"/>
              <a:t>que</a:t>
            </a:r>
            <a:r>
              <a:rPr lang="es-ES" sz="3600" dirty="0"/>
              <a:t> consiste en el envío de un SMS por parte de un ciberdelincuente a un usuario simulando ser una entidad legítima -red social, banco, institución pública, etc. -con el objetivo de robarle información privada o realizarle un cargo económico.</a:t>
            </a:r>
          </a:p>
        </p:txBody>
      </p:sp>
      <p:sp>
        <p:nvSpPr>
          <p:cNvPr id="4" name="Google Shape;298;p24">
            <a:extLst>
              <a:ext uri="{FF2B5EF4-FFF2-40B4-BE49-F238E27FC236}">
                <a16:creationId xmlns:a16="http://schemas.microsoft.com/office/drawing/2014/main" id="{10174CCE-AFDA-7365-4C76-C6567F565A46}"/>
              </a:ext>
            </a:extLst>
          </p:cNvPr>
          <p:cNvSpPr txBox="1">
            <a:spLocks/>
          </p:cNvSpPr>
          <p:nvPr/>
        </p:nvSpPr>
        <p:spPr>
          <a:xfrm>
            <a:off x="13356336" y="5957318"/>
            <a:ext cx="10215372" cy="1134668"/>
          </a:xfrm>
          <a:prstGeom prst="rect">
            <a:avLst/>
          </a:prstGeom>
          <a:noFill/>
          <a:ln>
            <a:noFill/>
          </a:ln>
        </p:spPr>
        <p:txBody>
          <a:bodyPr spcFirstLastPara="1" vert="horz" wrap="square" lIns="182850" tIns="91400" rIns="182850" bIns="91400" rtlCol="0" anchor="ctr" anchorCtr="0">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buClr>
                <a:schemeClr val="dk1"/>
              </a:buClr>
              <a:buSzPts val="4400"/>
            </a:pPr>
            <a:r>
              <a:rPr lang="es-ES" sz="5400" dirty="0"/>
              <a:t>¿Qué significa el </a:t>
            </a:r>
            <a:r>
              <a:rPr lang="es-ES" sz="5400" dirty="0" err="1"/>
              <a:t>vishing</a:t>
            </a:r>
            <a:r>
              <a:rPr lang="es-ES" sz="5400" dirty="0"/>
              <a:t>?</a:t>
            </a:r>
          </a:p>
        </p:txBody>
      </p:sp>
      <p:sp>
        <p:nvSpPr>
          <p:cNvPr id="6" name="CuadroTexto 5">
            <a:extLst>
              <a:ext uri="{FF2B5EF4-FFF2-40B4-BE49-F238E27FC236}">
                <a16:creationId xmlns:a16="http://schemas.microsoft.com/office/drawing/2014/main" id="{3ADFC845-8D04-EF9F-1300-04760D6E5E90}"/>
              </a:ext>
            </a:extLst>
          </p:cNvPr>
          <p:cNvSpPr txBox="1"/>
          <p:nvPr/>
        </p:nvSpPr>
        <p:spPr>
          <a:xfrm>
            <a:off x="13924026" y="7317469"/>
            <a:ext cx="9647682" cy="1200329"/>
          </a:xfrm>
          <a:prstGeom prst="rect">
            <a:avLst/>
          </a:prstGeom>
          <a:solidFill>
            <a:schemeClr val="bg1"/>
          </a:solidFill>
        </p:spPr>
        <p:txBody>
          <a:bodyPr wrap="square">
            <a:spAutoFit/>
          </a:bodyPr>
          <a:lstStyle/>
          <a:p>
            <a:r>
              <a:rPr lang="es-ES" sz="3600" dirty="0"/>
              <a:t>Fraude por llamada telefónica, también suplantación por voz.</a:t>
            </a:r>
          </a:p>
        </p:txBody>
      </p:sp>
      <p:sp>
        <p:nvSpPr>
          <p:cNvPr id="7" name="Google Shape;298;p24">
            <a:extLst>
              <a:ext uri="{FF2B5EF4-FFF2-40B4-BE49-F238E27FC236}">
                <a16:creationId xmlns:a16="http://schemas.microsoft.com/office/drawing/2014/main" id="{E3631D22-7ECB-861A-4407-ECB8788E23BE}"/>
              </a:ext>
            </a:extLst>
          </p:cNvPr>
          <p:cNvSpPr txBox="1">
            <a:spLocks/>
          </p:cNvSpPr>
          <p:nvPr/>
        </p:nvSpPr>
        <p:spPr>
          <a:xfrm>
            <a:off x="1024128" y="6059350"/>
            <a:ext cx="10215372" cy="1134668"/>
          </a:xfrm>
          <a:prstGeom prst="rect">
            <a:avLst/>
          </a:prstGeom>
          <a:noFill/>
          <a:ln>
            <a:noFill/>
          </a:ln>
        </p:spPr>
        <p:txBody>
          <a:bodyPr spcFirstLastPara="1" vert="horz" wrap="square" lIns="182850" tIns="91400" rIns="182850" bIns="91400" rtlCol="0" anchor="ctr" anchorCtr="0">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buClr>
                <a:schemeClr val="dk1"/>
              </a:buClr>
              <a:buSzPts val="4400"/>
            </a:pPr>
            <a:r>
              <a:rPr lang="es-ES" sz="8800" dirty="0"/>
              <a:t>¿Qué significa el </a:t>
            </a:r>
            <a:r>
              <a:rPr lang="es-ES" sz="8800" dirty="0" err="1"/>
              <a:t>smishing</a:t>
            </a:r>
            <a:r>
              <a:rPr lang="es-ES" sz="8800" dirty="0"/>
              <a:t>?</a:t>
            </a:r>
          </a:p>
        </p:txBody>
      </p:sp>
      <p:pic>
        <p:nvPicPr>
          <p:cNvPr id="9" name="Imagen 8">
            <a:extLst>
              <a:ext uri="{FF2B5EF4-FFF2-40B4-BE49-F238E27FC236}">
                <a16:creationId xmlns:a16="http://schemas.microsoft.com/office/drawing/2014/main" id="{F0A57062-6663-EE03-1358-DED17FCF21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831432" y="9081486"/>
            <a:ext cx="4286250" cy="4286250"/>
          </a:xfrm>
          <a:prstGeom prst="rect">
            <a:avLst/>
          </a:prstGeom>
        </p:spPr>
      </p:pic>
      <p:pic>
        <p:nvPicPr>
          <p:cNvPr id="5" name="Imagen 4">
            <a:extLst>
              <a:ext uri="{FF2B5EF4-FFF2-40B4-BE49-F238E27FC236}">
                <a16:creationId xmlns:a16="http://schemas.microsoft.com/office/drawing/2014/main" id="{F7226952-E66E-1FD6-0212-1F88487E57A5}"/>
              </a:ext>
            </a:extLst>
          </p:cNvPr>
          <p:cNvPicPr>
            <a:picLocks noChangeAspect="1"/>
          </p:cNvPicPr>
          <p:nvPr/>
        </p:nvPicPr>
        <p:blipFill>
          <a:blip r:embed="rId4"/>
          <a:stretch>
            <a:fillRect/>
          </a:stretch>
        </p:blipFill>
        <p:spPr>
          <a:xfrm>
            <a:off x="15540732" y="9925049"/>
            <a:ext cx="4428240" cy="3442687"/>
          </a:xfrm>
          <a:prstGeom prst="rect">
            <a:avLst/>
          </a:prstGeom>
        </p:spPr>
      </p:pic>
      <p:sp>
        <p:nvSpPr>
          <p:cNvPr id="2" name="Google Shape;298;p24">
            <a:extLst>
              <a:ext uri="{FF2B5EF4-FFF2-40B4-BE49-F238E27FC236}">
                <a16:creationId xmlns:a16="http://schemas.microsoft.com/office/drawing/2014/main" id="{E68FE737-7062-C568-B1F4-98E60D8D92B7}"/>
              </a:ext>
            </a:extLst>
          </p:cNvPr>
          <p:cNvSpPr txBox="1">
            <a:spLocks/>
          </p:cNvSpPr>
          <p:nvPr/>
        </p:nvSpPr>
        <p:spPr>
          <a:xfrm>
            <a:off x="16124046" y="9155317"/>
            <a:ext cx="4679952" cy="788781"/>
          </a:xfrm>
          <a:prstGeom prst="rect">
            <a:avLst/>
          </a:prstGeom>
          <a:noFill/>
          <a:ln>
            <a:noFill/>
          </a:ln>
        </p:spPr>
        <p:txBody>
          <a:bodyPr spcFirstLastPara="1" vert="horz" wrap="square" lIns="182850" tIns="91400" rIns="182850" bIns="91400" rtlCol="0" anchor="ctr" anchorCtr="0">
            <a:normAutofit fontScale="6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buClr>
                <a:schemeClr val="dk1"/>
              </a:buClr>
              <a:buSzPts val="4400"/>
            </a:pPr>
            <a:r>
              <a:rPr lang="es-ES" sz="8800" dirty="0"/>
              <a:t>Ejemplo</a:t>
            </a:r>
          </a:p>
        </p:txBody>
      </p:sp>
      <p:pic>
        <p:nvPicPr>
          <p:cNvPr id="8" name="Google Shape;135;p8" descr="Cómo protegerse de los virus, piratas informáticos y demás ataques? |  Tecnología - ComputerHoy.com">
            <a:extLst>
              <a:ext uri="{FF2B5EF4-FFF2-40B4-BE49-F238E27FC236}">
                <a16:creationId xmlns:a16="http://schemas.microsoft.com/office/drawing/2014/main" id="{11C874D7-C01A-2283-D990-06D888634A57}"/>
              </a:ext>
            </a:extLst>
          </p:cNvPr>
          <p:cNvPicPr preferRelativeResize="0"/>
          <p:nvPr/>
        </p:nvPicPr>
        <p:blipFill rotWithShape="1">
          <a:blip r:embed="rId5">
            <a:alphaModFix/>
          </a:blip>
          <a:srcRect/>
          <a:stretch/>
        </p:blipFill>
        <p:spPr>
          <a:xfrm>
            <a:off x="22593300" y="12496799"/>
            <a:ext cx="1790700" cy="1229203"/>
          </a:xfrm>
          <a:prstGeom prst="rect">
            <a:avLst/>
          </a:prstGeom>
          <a:noFill/>
          <a:ln>
            <a:noFill/>
          </a:ln>
        </p:spPr>
      </p:pic>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Shape 311"/>
        <p:cNvGrpSpPr/>
        <p:nvPr/>
      </p:nvGrpSpPr>
      <p:grpSpPr>
        <a:xfrm>
          <a:off x="0" y="0"/>
          <a:ext cx="0" cy="0"/>
          <a:chOff x="0" y="0"/>
          <a:chExt cx="0" cy="0"/>
        </a:xfrm>
      </p:grpSpPr>
      <p:sp>
        <p:nvSpPr>
          <p:cNvPr id="312" name="Google Shape;312;p26"/>
          <p:cNvSpPr txBox="1">
            <a:spLocks noGrp="1"/>
          </p:cNvSpPr>
          <p:nvPr>
            <p:ph type="title" idx="4294967295"/>
          </p:nvPr>
        </p:nvSpPr>
        <p:spPr>
          <a:xfrm>
            <a:off x="0" y="0"/>
            <a:ext cx="21031200" cy="1612900"/>
          </a:xfrm>
          <a:prstGeom prst="rect">
            <a:avLst/>
          </a:prstGeom>
          <a:noFill/>
          <a:ln>
            <a:noFill/>
          </a:ln>
        </p:spPr>
        <p:txBody>
          <a:bodyPr spcFirstLastPara="1" wrap="square" lIns="182850" tIns="91400" rIns="182850" bIns="91400" anchor="ctr" anchorCtr="0">
            <a:normAutofit/>
          </a:bodyPr>
          <a:lstStyle/>
          <a:p>
            <a:pPr>
              <a:lnSpc>
                <a:spcPct val="90000"/>
              </a:lnSpc>
              <a:spcBef>
                <a:spcPts val="0"/>
              </a:spcBef>
              <a:buClr>
                <a:schemeClr val="dk1"/>
              </a:buClr>
              <a:buSzPts val="4400"/>
            </a:pPr>
            <a:r>
              <a:rPr lang="es-ES" dirty="0"/>
              <a:t>TIPOS DE PHISING</a:t>
            </a:r>
            <a:endParaRPr dirty="0"/>
          </a:p>
        </p:txBody>
      </p:sp>
      <p:grpSp>
        <p:nvGrpSpPr>
          <p:cNvPr id="313" name="Google Shape;313;p26"/>
          <p:cNvGrpSpPr/>
          <p:nvPr/>
        </p:nvGrpSpPr>
        <p:grpSpPr>
          <a:xfrm>
            <a:off x="1039734" y="1612901"/>
            <a:ext cx="22742680" cy="12103098"/>
            <a:chOff x="-23058" y="0"/>
            <a:chExt cx="11371340" cy="6051549"/>
          </a:xfrm>
          <a:solidFill>
            <a:schemeClr val="bg1">
              <a:lumMod val="95000"/>
            </a:schemeClr>
          </a:solidFill>
        </p:grpSpPr>
        <p:sp>
          <p:nvSpPr>
            <p:cNvPr id="314" name="Google Shape;314;p26"/>
            <p:cNvSpPr/>
            <p:nvPr/>
          </p:nvSpPr>
          <p:spPr>
            <a:xfrm rot="-5400000">
              <a:off x="-1227176" y="1228559"/>
              <a:ext cx="6051549" cy="3594431"/>
            </a:xfrm>
            <a:prstGeom prst="flowChartManualOperation">
              <a:avLst/>
            </a:prstGeom>
            <a:grpFill/>
            <a:ln>
              <a:noFill/>
            </a:ln>
          </p:spPr>
          <p:style>
            <a:lnRef idx="0">
              <a:scrgbClr r="0" g="0" b="0"/>
            </a:lnRef>
            <a:fillRef idx="0">
              <a:scrgbClr r="0" g="0" b="0"/>
            </a:fillRef>
            <a:effectRef idx="0">
              <a:scrgbClr r="0" g="0" b="0"/>
            </a:effectRef>
            <a:fontRef idx="minor">
              <a:schemeClr val="lt1"/>
            </a:fontRef>
          </p:style>
          <p:txBody>
            <a:bodyPr spcFirstLastPara="1" wrap="square" lIns="182850" tIns="182850" rIns="182850" bIns="182850" anchor="ctr" anchorCtr="0">
              <a:noAutofit/>
            </a:bodyPr>
            <a:lstStyle/>
            <a:p>
              <a:endParaRPr sz="3600">
                <a:solidFill>
                  <a:schemeClr val="tx1"/>
                </a:solidFill>
              </a:endParaRPr>
            </a:p>
          </p:txBody>
        </p:sp>
        <p:sp>
          <p:nvSpPr>
            <p:cNvPr id="315" name="Google Shape;315;p26"/>
            <p:cNvSpPr txBox="1"/>
            <p:nvPr/>
          </p:nvSpPr>
          <p:spPr>
            <a:xfrm>
              <a:off x="-23058" y="5081"/>
              <a:ext cx="3594431" cy="537464"/>
            </a:xfrm>
            <a:prstGeom prst="rect">
              <a:avLst/>
            </a:prstGeom>
            <a:grpFill/>
            <a:ln>
              <a:noFill/>
            </a:ln>
          </p:spPr>
          <p:style>
            <a:lnRef idx="0">
              <a:scrgbClr r="0" g="0" b="0"/>
            </a:lnRef>
            <a:fillRef idx="0">
              <a:scrgbClr r="0" g="0" b="0"/>
            </a:fillRef>
            <a:effectRef idx="0">
              <a:scrgbClr r="0" g="0" b="0"/>
            </a:effectRef>
            <a:fontRef idx="minor">
              <a:schemeClr val="lt1"/>
            </a:fontRef>
          </p:style>
          <p:txBody>
            <a:bodyPr spcFirstLastPara="1" wrap="square" lIns="254000" tIns="0" rIns="254000" bIns="0" anchor="t" anchorCtr="0">
              <a:noAutofit/>
            </a:bodyPr>
            <a:lstStyle/>
            <a:p>
              <a:pPr>
                <a:lnSpc>
                  <a:spcPct val="90000"/>
                </a:lnSpc>
                <a:buClr>
                  <a:schemeClr val="lt1"/>
                </a:buClr>
                <a:buSzPts val="2000"/>
              </a:pPr>
              <a:r>
                <a:rPr lang="es-ES" sz="6400" dirty="0" err="1">
                  <a:solidFill>
                    <a:schemeClr val="tx1"/>
                  </a:solidFill>
                  <a:latin typeface="Calibri"/>
                  <a:ea typeface="Calibri"/>
                  <a:cs typeface="Calibri"/>
                  <a:sym typeface="Calibri"/>
                </a:rPr>
                <a:t>Spear</a:t>
              </a:r>
              <a:r>
                <a:rPr lang="es-ES" sz="6400" dirty="0">
                  <a:solidFill>
                    <a:schemeClr val="tx1"/>
                  </a:solidFill>
                  <a:latin typeface="Calibri"/>
                  <a:ea typeface="Calibri"/>
                  <a:cs typeface="Calibri"/>
                  <a:sym typeface="Calibri"/>
                </a:rPr>
                <a:t>-phishing:</a:t>
              </a:r>
              <a:endParaRPr sz="6400" dirty="0">
                <a:solidFill>
                  <a:schemeClr val="tx1"/>
                </a:solidFill>
                <a:latin typeface="Calibri"/>
                <a:ea typeface="Calibri"/>
                <a:cs typeface="Calibri"/>
                <a:sym typeface="Calibri"/>
              </a:endParaRPr>
            </a:p>
          </p:txBody>
        </p:sp>
        <p:sp>
          <p:nvSpPr>
            <p:cNvPr id="316" name="Google Shape;316;p26"/>
            <p:cNvSpPr/>
            <p:nvPr/>
          </p:nvSpPr>
          <p:spPr>
            <a:xfrm rot="-5400000">
              <a:off x="2636837" y="1228559"/>
              <a:ext cx="6051549" cy="3594431"/>
            </a:xfrm>
            <a:prstGeom prst="flowChartManualOperation">
              <a:avLst/>
            </a:prstGeom>
            <a:grpFill/>
            <a:ln>
              <a:noFill/>
            </a:ln>
          </p:spPr>
          <p:style>
            <a:lnRef idx="0">
              <a:scrgbClr r="0" g="0" b="0"/>
            </a:lnRef>
            <a:fillRef idx="0">
              <a:scrgbClr r="0" g="0" b="0"/>
            </a:fillRef>
            <a:effectRef idx="0">
              <a:scrgbClr r="0" g="0" b="0"/>
            </a:effectRef>
            <a:fontRef idx="minor">
              <a:schemeClr val="lt1"/>
            </a:fontRef>
          </p:style>
          <p:txBody>
            <a:bodyPr spcFirstLastPara="1" wrap="square" lIns="182850" tIns="182850" rIns="182850" bIns="182850" anchor="ctr" anchorCtr="0">
              <a:noAutofit/>
            </a:bodyPr>
            <a:lstStyle/>
            <a:p>
              <a:endParaRPr sz="3600">
                <a:solidFill>
                  <a:schemeClr val="tx1"/>
                </a:solidFill>
              </a:endParaRPr>
            </a:p>
          </p:txBody>
        </p:sp>
        <p:sp>
          <p:nvSpPr>
            <p:cNvPr id="317" name="Google Shape;317;p26"/>
            <p:cNvSpPr txBox="1"/>
            <p:nvPr/>
          </p:nvSpPr>
          <p:spPr>
            <a:xfrm>
              <a:off x="3877617" y="44527"/>
              <a:ext cx="3594431" cy="537464"/>
            </a:xfrm>
            <a:prstGeom prst="rect">
              <a:avLst/>
            </a:prstGeom>
            <a:grpFill/>
            <a:ln>
              <a:noFill/>
            </a:ln>
          </p:spPr>
          <p:style>
            <a:lnRef idx="0">
              <a:scrgbClr r="0" g="0" b="0"/>
            </a:lnRef>
            <a:fillRef idx="0">
              <a:scrgbClr r="0" g="0" b="0"/>
            </a:fillRef>
            <a:effectRef idx="0">
              <a:scrgbClr r="0" g="0" b="0"/>
            </a:effectRef>
            <a:fontRef idx="minor">
              <a:schemeClr val="lt1"/>
            </a:fontRef>
          </p:style>
          <p:txBody>
            <a:bodyPr spcFirstLastPara="1" wrap="square" lIns="254000" tIns="0" rIns="254000" bIns="0" anchor="t" anchorCtr="0">
              <a:noAutofit/>
            </a:bodyPr>
            <a:lstStyle/>
            <a:p>
              <a:pPr>
                <a:lnSpc>
                  <a:spcPct val="90000"/>
                </a:lnSpc>
                <a:buClr>
                  <a:schemeClr val="lt1"/>
                </a:buClr>
                <a:buSzPts val="2000"/>
              </a:pPr>
              <a:r>
                <a:rPr lang="es-ES" sz="7200" dirty="0" err="1">
                  <a:solidFill>
                    <a:schemeClr val="tx1"/>
                  </a:solidFill>
                  <a:latin typeface="Calibri"/>
                  <a:ea typeface="Calibri"/>
                  <a:cs typeface="Calibri"/>
                  <a:sym typeface="Calibri"/>
                </a:rPr>
                <a:t>Whaling</a:t>
              </a:r>
              <a:r>
                <a:rPr lang="es-ES" sz="7200" dirty="0">
                  <a:solidFill>
                    <a:schemeClr val="tx1"/>
                  </a:solidFill>
                  <a:latin typeface="Calibri"/>
                  <a:ea typeface="Calibri"/>
                  <a:cs typeface="Calibri"/>
                  <a:sym typeface="Calibri"/>
                </a:rPr>
                <a:t>:</a:t>
              </a:r>
              <a:endParaRPr sz="7200" dirty="0">
                <a:solidFill>
                  <a:schemeClr val="tx1"/>
                </a:solidFill>
                <a:latin typeface="Calibri"/>
                <a:ea typeface="Calibri"/>
                <a:cs typeface="Calibri"/>
                <a:sym typeface="Calibri"/>
              </a:endParaRPr>
            </a:p>
          </p:txBody>
        </p:sp>
        <p:sp>
          <p:nvSpPr>
            <p:cNvPr id="318" name="Google Shape;318;p26"/>
            <p:cNvSpPr/>
            <p:nvPr/>
          </p:nvSpPr>
          <p:spPr>
            <a:xfrm rot="-5400000">
              <a:off x="6500851" y="1228559"/>
              <a:ext cx="6051549" cy="3594431"/>
            </a:xfrm>
            <a:prstGeom prst="flowChartManualOperation">
              <a:avLst/>
            </a:prstGeom>
            <a:grpFill/>
            <a:ln>
              <a:noFill/>
            </a:ln>
          </p:spPr>
          <p:style>
            <a:lnRef idx="0">
              <a:scrgbClr r="0" g="0" b="0"/>
            </a:lnRef>
            <a:fillRef idx="0">
              <a:scrgbClr r="0" g="0" b="0"/>
            </a:fillRef>
            <a:effectRef idx="0">
              <a:scrgbClr r="0" g="0" b="0"/>
            </a:effectRef>
            <a:fontRef idx="minor">
              <a:schemeClr val="lt1"/>
            </a:fontRef>
          </p:style>
          <p:txBody>
            <a:bodyPr spcFirstLastPara="1" wrap="square" lIns="182850" tIns="182850" rIns="182850" bIns="182850" anchor="ctr" anchorCtr="0">
              <a:noAutofit/>
            </a:bodyPr>
            <a:lstStyle/>
            <a:p>
              <a:endParaRPr sz="3600">
                <a:solidFill>
                  <a:schemeClr val="tx1"/>
                </a:solidFill>
              </a:endParaRPr>
            </a:p>
          </p:txBody>
        </p:sp>
        <p:sp>
          <p:nvSpPr>
            <p:cNvPr id="319" name="Google Shape;319;p26"/>
            <p:cNvSpPr txBox="1"/>
            <p:nvPr/>
          </p:nvSpPr>
          <p:spPr>
            <a:xfrm>
              <a:off x="7753851" y="28220"/>
              <a:ext cx="3594431" cy="491186"/>
            </a:xfrm>
            <a:prstGeom prst="rect">
              <a:avLst/>
            </a:prstGeom>
            <a:grpFill/>
            <a:ln>
              <a:noFill/>
            </a:ln>
          </p:spPr>
          <p:style>
            <a:lnRef idx="0">
              <a:scrgbClr r="0" g="0" b="0"/>
            </a:lnRef>
            <a:fillRef idx="0">
              <a:scrgbClr r="0" g="0" b="0"/>
            </a:fillRef>
            <a:effectRef idx="0">
              <a:scrgbClr r="0" g="0" b="0"/>
            </a:effectRef>
            <a:fontRef idx="minor">
              <a:schemeClr val="lt1"/>
            </a:fontRef>
          </p:style>
          <p:txBody>
            <a:bodyPr spcFirstLastPara="1" wrap="square" lIns="254000" tIns="0" rIns="254000" bIns="0" anchor="t" anchorCtr="0">
              <a:noAutofit/>
            </a:bodyPr>
            <a:lstStyle/>
            <a:p>
              <a:pPr>
                <a:lnSpc>
                  <a:spcPct val="90000"/>
                </a:lnSpc>
                <a:buClr>
                  <a:schemeClr val="lt1"/>
                </a:buClr>
                <a:buSzPts val="2000"/>
              </a:pPr>
              <a:r>
                <a:rPr lang="es-ES" sz="7200" dirty="0" err="1">
                  <a:solidFill>
                    <a:schemeClr val="tx1"/>
                  </a:solidFill>
                  <a:latin typeface="Calibri"/>
                  <a:ea typeface="Calibri"/>
                  <a:cs typeface="Calibri"/>
                  <a:sym typeface="Calibri"/>
                </a:rPr>
                <a:t>Watering-holes</a:t>
              </a:r>
              <a:r>
                <a:rPr lang="es-ES" sz="7200" dirty="0">
                  <a:solidFill>
                    <a:schemeClr val="tx1"/>
                  </a:solidFill>
                  <a:latin typeface="Calibri"/>
                  <a:ea typeface="Calibri"/>
                  <a:cs typeface="Calibri"/>
                  <a:sym typeface="Calibri"/>
                </a:rPr>
                <a:t> </a:t>
              </a:r>
              <a:endParaRPr sz="7200" dirty="0">
                <a:solidFill>
                  <a:schemeClr val="tx1"/>
                </a:solidFill>
                <a:latin typeface="Calibri"/>
                <a:ea typeface="Calibri"/>
                <a:cs typeface="Calibri"/>
                <a:sym typeface="Calibri"/>
              </a:endParaRPr>
            </a:p>
          </p:txBody>
        </p:sp>
      </p:grpSp>
      <p:sp>
        <p:nvSpPr>
          <p:cNvPr id="11" name="CuadroTexto 10">
            <a:extLst>
              <a:ext uri="{FF2B5EF4-FFF2-40B4-BE49-F238E27FC236}">
                <a16:creationId xmlns:a16="http://schemas.microsoft.com/office/drawing/2014/main" id="{2588F72F-3B6E-45EB-9ADF-BB23FFB8139B}"/>
              </a:ext>
            </a:extLst>
          </p:cNvPr>
          <p:cNvSpPr txBox="1"/>
          <p:nvPr/>
        </p:nvSpPr>
        <p:spPr>
          <a:xfrm>
            <a:off x="1088609" y="3583333"/>
            <a:ext cx="7188866" cy="8927572"/>
          </a:xfrm>
          <a:prstGeom prst="rect">
            <a:avLst/>
          </a:prstGeom>
          <a:solidFill>
            <a:schemeClr val="accent4">
              <a:lumMod val="20000"/>
              <a:lumOff val="8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lvl="1" indent="-342900">
              <a:lnSpc>
                <a:spcPct val="90000"/>
              </a:lnSpc>
              <a:spcBef>
                <a:spcPts val="1400"/>
              </a:spcBef>
              <a:buClr>
                <a:schemeClr val="lt1"/>
              </a:buClr>
              <a:buSzPts val="1000"/>
              <a:buFont typeface="Noto Sans Symbols"/>
              <a:buChar char="∙"/>
            </a:pPr>
            <a:r>
              <a:rPr lang="es-ES" sz="3600" dirty="0">
                <a:solidFill>
                  <a:schemeClr val="accent6">
                    <a:lumMod val="10000"/>
                  </a:schemeClr>
                </a:solidFill>
                <a:latin typeface="Calibri"/>
                <a:ea typeface="Calibri"/>
                <a:cs typeface="Calibri"/>
                <a:sym typeface="Calibri"/>
              </a:rPr>
              <a:t>Variante que perfecciona y personaliza la comunicación (la traducción sería pesca con arpón), adaptándola a cada individuo, gracias a un análisis previo de la empresa, los nombres de los empleados/jefes/personal de servicio técnico, nombres de clientes, etc. </a:t>
            </a:r>
          </a:p>
          <a:p>
            <a:pPr marL="342900" lvl="1" indent="-342900">
              <a:lnSpc>
                <a:spcPct val="90000"/>
              </a:lnSpc>
              <a:spcBef>
                <a:spcPts val="1400"/>
              </a:spcBef>
              <a:buClr>
                <a:schemeClr val="lt1"/>
              </a:buClr>
              <a:buSzPts val="1000"/>
              <a:buFont typeface="Noto Sans Symbols"/>
              <a:buChar char="∙"/>
            </a:pPr>
            <a:r>
              <a:rPr lang="es-ES" sz="3600" dirty="0">
                <a:solidFill>
                  <a:schemeClr val="accent6">
                    <a:lumMod val="10000"/>
                  </a:schemeClr>
                </a:solidFill>
                <a:latin typeface="Calibri"/>
                <a:ea typeface="Calibri"/>
                <a:cs typeface="Calibri"/>
                <a:sym typeface="Calibri"/>
              </a:rPr>
              <a:t>En definitiva, cualquier información que pueda ser útil para hacer más creíble la comunicación que va a recibir la víctima.</a:t>
            </a:r>
          </a:p>
          <a:p>
            <a:pPr marL="342900" lvl="1" indent="-342900">
              <a:lnSpc>
                <a:spcPct val="90000"/>
              </a:lnSpc>
              <a:spcBef>
                <a:spcPts val="1400"/>
              </a:spcBef>
              <a:buClr>
                <a:schemeClr val="lt1"/>
              </a:buClr>
              <a:buSzPts val="1000"/>
              <a:buFont typeface="Noto Sans Symbols"/>
              <a:buChar char="∙"/>
            </a:pPr>
            <a:r>
              <a:rPr lang="es-ES" sz="3600" dirty="0">
                <a:solidFill>
                  <a:schemeClr val="accent6">
                    <a:lumMod val="10000"/>
                  </a:schemeClr>
                </a:solidFill>
                <a:latin typeface="Calibri"/>
                <a:ea typeface="Calibri"/>
                <a:cs typeface="Calibri"/>
                <a:sym typeface="Calibri"/>
              </a:rPr>
              <a:t>Los envíos no son masivos como los mencionados anteriormente, sino muy dirigidos a un </a:t>
            </a:r>
            <a:r>
              <a:rPr lang="es-ES" sz="3600" b="1" dirty="0">
                <a:solidFill>
                  <a:schemeClr val="accent6">
                    <a:lumMod val="10000"/>
                  </a:schemeClr>
                </a:solidFill>
                <a:latin typeface="Calibri"/>
                <a:ea typeface="Calibri"/>
                <a:cs typeface="Calibri"/>
                <a:sym typeface="Calibri"/>
              </a:rPr>
              <a:t>grupo de posibles víctimas</a:t>
            </a:r>
            <a:r>
              <a:rPr lang="es-ES" sz="3600" dirty="0">
                <a:solidFill>
                  <a:schemeClr val="accent6">
                    <a:lumMod val="10000"/>
                  </a:schemeClr>
                </a:solidFill>
                <a:latin typeface="Calibri"/>
                <a:ea typeface="Calibri"/>
                <a:cs typeface="Calibri"/>
                <a:sym typeface="Calibri"/>
              </a:rPr>
              <a:t> concretas.</a:t>
            </a:r>
          </a:p>
        </p:txBody>
      </p:sp>
      <p:sp>
        <p:nvSpPr>
          <p:cNvPr id="13" name="CuadroTexto 12">
            <a:extLst>
              <a:ext uri="{FF2B5EF4-FFF2-40B4-BE49-F238E27FC236}">
                <a16:creationId xmlns:a16="http://schemas.microsoft.com/office/drawing/2014/main" id="{C8D50D93-0D72-48C5-92D3-D33DAB0290AE}"/>
              </a:ext>
            </a:extLst>
          </p:cNvPr>
          <p:cNvSpPr txBox="1"/>
          <p:nvPr/>
        </p:nvSpPr>
        <p:spPr>
          <a:xfrm>
            <a:off x="8505744" y="3583332"/>
            <a:ext cx="7499760" cy="6165278"/>
          </a:xfrm>
          <a:prstGeom prst="rect">
            <a:avLst/>
          </a:prstGeom>
          <a:solidFill>
            <a:schemeClr val="accent3">
              <a:lumMod val="20000"/>
              <a:lumOff val="8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defPPr>
              <a:defRPr lang="es-ES"/>
            </a:defPPr>
            <a:lvl1pPr>
              <a:defRPr>
                <a:solidFill>
                  <a:schemeClr val="dk1"/>
                </a:solidFill>
              </a:defRPr>
            </a:lvl1pPr>
            <a:lvl2pPr marL="171450" marR="0" lvl="1" indent="-171450">
              <a:lnSpc>
                <a:spcPct val="90000"/>
              </a:lnSpc>
              <a:spcBef>
                <a:spcPts val="700"/>
              </a:spcBef>
              <a:spcAft>
                <a:spcPts val="0"/>
              </a:spcAft>
              <a:buClr>
                <a:schemeClr val="lt1"/>
              </a:buClr>
              <a:buSzPts val="1000"/>
              <a:buFont typeface="Noto Sans Symbols"/>
              <a:buChar char="∙"/>
              <a:defRPr i="0" u="none" strike="noStrike" cap="none">
                <a:solidFill>
                  <a:schemeClr val="dk1"/>
                </a:solidFill>
                <a:latin typeface="Calibri"/>
                <a:ea typeface="Calibri"/>
                <a:cs typeface="Calibri"/>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pPr lvl="1"/>
            <a:r>
              <a:rPr lang="es-ES" sz="3600" dirty="0">
                <a:solidFill>
                  <a:schemeClr val="accent6">
                    <a:lumMod val="10000"/>
                  </a:schemeClr>
                </a:solidFill>
                <a:sym typeface="Calibri"/>
              </a:rPr>
              <a:t>Tiene como objetivo los directivos de la empresa, de manera que al igual que con el </a:t>
            </a:r>
            <a:r>
              <a:rPr lang="es-ES" sz="3600" dirty="0" err="1">
                <a:solidFill>
                  <a:schemeClr val="accent6">
                    <a:lumMod val="10000"/>
                  </a:schemeClr>
                </a:solidFill>
                <a:sym typeface="Calibri"/>
              </a:rPr>
              <a:t>spear</a:t>
            </a:r>
            <a:r>
              <a:rPr lang="es-ES" sz="3600" dirty="0">
                <a:solidFill>
                  <a:schemeClr val="accent6">
                    <a:lumMod val="10000"/>
                  </a:schemeClr>
                </a:solidFill>
                <a:sym typeface="Calibri"/>
              </a:rPr>
              <a:t>-phishing se personalizan mucho más las comunicaciones que se envían en lugar de hacer envíos masivos.</a:t>
            </a:r>
          </a:p>
          <a:p>
            <a:pPr lvl="1"/>
            <a:r>
              <a:rPr lang="es-ES" sz="3600" dirty="0">
                <a:solidFill>
                  <a:schemeClr val="accent6">
                    <a:lumMod val="10000"/>
                  </a:schemeClr>
                </a:solidFill>
                <a:sym typeface="Calibri"/>
              </a:rPr>
              <a:t>Este tipo de técnica suele tener una alta probabilidad de éxito ya que los </a:t>
            </a:r>
            <a:r>
              <a:rPr lang="es-ES" sz="3600" b="1" dirty="0">
                <a:solidFill>
                  <a:schemeClr val="accent6">
                    <a:lumMod val="10000"/>
                  </a:schemeClr>
                </a:solidFill>
                <a:sym typeface="Calibri"/>
              </a:rPr>
              <a:t>directivos</a:t>
            </a:r>
            <a:r>
              <a:rPr lang="es-ES" sz="3600" dirty="0">
                <a:solidFill>
                  <a:schemeClr val="accent6">
                    <a:lumMod val="10000"/>
                  </a:schemeClr>
                </a:solidFill>
                <a:sym typeface="Calibri"/>
              </a:rPr>
              <a:t> no suelen asistir a las sesiones de concienciación o de formación que se organizan para los empleados.</a:t>
            </a:r>
          </a:p>
        </p:txBody>
      </p:sp>
      <p:sp>
        <p:nvSpPr>
          <p:cNvPr id="15" name="CuadroTexto 14">
            <a:extLst>
              <a:ext uri="{FF2B5EF4-FFF2-40B4-BE49-F238E27FC236}">
                <a16:creationId xmlns:a16="http://schemas.microsoft.com/office/drawing/2014/main" id="{B6ED52A5-388F-407E-85A4-2EAA381BB219}"/>
              </a:ext>
            </a:extLst>
          </p:cNvPr>
          <p:cNvSpPr txBox="1"/>
          <p:nvPr/>
        </p:nvSpPr>
        <p:spPr>
          <a:xfrm>
            <a:off x="16593551" y="3583330"/>
            <a:ext cx="7188862" cy="6663876"/>
          </a:xfrm>
          <a:prstGeom prst="rect">
            <a:avLst/>
          </a:prstGeom>
          <a:solidFill>
            <a:schemeClr val="accent5">
              <a:lumMod val="20000"/>
              <a:lumOff val="8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defPPr>
              <a:defRPr lang="es-ES"/>
            </a:defPPr>
            <a:lvl1pPr>
              <a:defRPr>
                <a:solidFill>
                  <a:schemeClr val="dk1"/>
                </a:solidFill>
              </a:defRPr>
            </a:lvl1pPr>
            <a:lvl2pPr marL="171450" marR="0" lvl="1" indent="-171450">
              <a:lnSpc>
                <a:spcPct val="90000"/>
              </a:lnSpc>
              <a:spcBef>
                <a:spcPts val="700"/>
              </a:spcBef>
              <a:spcAft>
                <a:spcPts val="0"/>
              </a:spcAft>
              <a:buClr>
                <a:schemeClr val="lt1"/>
              </a:buClr>
              <a:buSzPts val="1000"/>
              <a:buFont typeface="Noto Sans Symbols"/>
              <a:buChar char="∙"/>
              <a:defRPr i="0" u="none" strike="noStrike" cap="none">
                <a:solidFill>
                  <a:schemeClr val="dk1"/>
                </a:solidFill>
                <a:latin typeface="Calibri"/>
                <a:ea typeface="Calibri"/>
                <a:cs typeface="Calibri"/>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pPr lvl="1"/>
            <a:r>
              <a:rPr lang="es-ES" sz="3600" dirty="0">
                <a:solidFill>
                  <a:schemeClr val="accent6">
                    <a:lumMod val="10000"/>
                  </a:schemeClr>
                </a:solidFill>
                <a:sym typeface="Calibri"/>
              </a:rPr>
              <a:t>(la traducción sería abrevaderos) es otra de las técnicas que, aunque no explota directamente el factor humano, sí que se suele emplear conjuntamente con técnicas de recogida de información como las comentadas anteriormente. </a:t>
            </a:r>
          </a:p>
          <a:p>
            <a:pPr lvl="1"/>
            <a:r>
              <a:rPr lang="es-ES" sz="3600" b="1" dirty="0">
                <a:solidFill>
                  <a:schemeClr val="accent6">
                    <a:lumMod val="10000"/>
                  </a:schemeClr>
                </a:solidFill>
                <a:sym typeface="Calibri"/>
              </a:rPr>
              <a:t>Se trata de averiguar primero qué páginas o sitios web suelen visitar los empleados de la empresa objetivo, para infectar alguna de ellas con malware o con algún </a:t>
            </a:r>
            <a:r>
              <a:rPr lang="es-ES" sz="3600" b="1" dirty="0" err="1">
                <a:solidFill>
                  <a:schemeClr val="accent6">
                    <a:lumMod val="10000"/>
                  </a:schemeClr>
                </a:solidFill>
                <a:sym typeface="Calibri"/>
              </a:rPr>
              <a:t>exploit</a:t>
            </a:r>
            <a:r>
              <a:rPr lang="es-ES" sz="3600" b="1" dirty="0">
                <a:solidFill>
                  <a:schemeClr val="accent6">
                    <a:lumMod val="10000"/>
                  </a:schemeClr>
                </a:solidFill>
                <a:sym typeface="Calibri"/>
              </a:rPr>
              <a:t> específico</a:t>
            </a:r>
          </a:p>
        </p:txBody>
      </p:sp>
      <p:pic>
        <p:nvPicPr>
          <p:cNvPr id="2" name="Google Shape;135;p8" descr="Cómo protegerse de los virus, piratas informáticos y demás ataques? |  Tecnología - ComputerHoy.com">
            <a:extLst>
              <a:ext uri="{FF2B5EF4-FFF2-40B4-BE49-F238E27FC236}">
                <a16:creationId xmlns:a16="http://schemas.microsoft.com/office/drawing/2014/main" id="{BD9B276F-B0A3-379D-DE14-9FAD33FB0687}"/>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Shape 304"/>
        <p:cNvGrpSpPr/>
        <p:nvPr/>
      </p:nvGrpSpPr>
      <p:grpSpPr>
        <a:xfrm>
          <a:off x="0" y="0"/>
          <a:ext cx="0" cy="0"/>
          <a:chOff x="0" y="0"/>
          <a:chExt cx="0" cy="0"/>
        </a:xfrm>
      </p:grpSpPr>
      <p:sp>
        <p:nvSpPr>
          <p:cNvPr id="305" name="Google Shape;305;p25"/>
          <p:cNvSpPr txBox="1">
            <a:spLocks noGrp="1"/>
          </p:cNvSpPr>
          <p:nvPr>
            <p:ph type="title" idx="4294967295"/>
          </p:nvPr>
        </p:nvSpPr>
        <p:spPr>
          <a:xfrm>
            <a:off x="0" y="36513"/>
            <a:ext cx="21031200" cy="2651125"/>
          </a:xfrm>
          <a:prstGeom prst="rect">
            <a:avLst/>
          </a:prstGeom>
          <a:noFill/>
          <a:ln>
            <a:noFill/>
          </a:ln>
        </p:spPr>
        <p:txBody>
          <a:bodyPr spcFirstLastPara="1" wrap="square" lIns="182850" tIns="91400" rIns="182850" bIns="91400" anchor="ctr" anchorCtr="0">
            <a:normAutofit/>
          </a:bodyPr>
          <a:lstStyle/>
          <a:p>
            <a:pPr>
              <a:lnSpc>
                <a:spcPct val="90000"/>
              </a:lnSpc>
              <a:spcBef>
                <a:spcPts val="0"/>
              </a:spcBef>
              <a:buClr>
                <a:schemeClr val="dk1"/>
              </a:buClr>
              <a:buSzPts val="4400"/>
            </a:pPr>
            <a:r>
              <a:rPr lang="es-ES" dirty="0"/>
              <a:t>Ejemplo de </a:t>
            </a:r>
            <a:r>
              <a:rPr lang="es-ES" dirty="0" err="1"/>
              <a:t>phising</a:t>
            </a:r>
            <a:endParaRPr dirty="0"/>
          </a:p>
        </p:txBody>
      </p:sp>
      <p:pic>
        <p:nvPicPr>
          <p:cNvPr id="1028" name="Picture 4" descr="Phishing: así suplantan a tus marcas favoritas para robarte el dinero y los  datos personales">
            <a:extLst>
              <a:ext uri="{FF2B5EF4-FFF2-40B4-BE49-F238E27FC236}">
                <a16:creationId xmlns:a16="http://schemas.microsoft.com/office/drawing/2014/main" id="{9A725C1A-46C4-45BE-93B5-A6B5E88683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7800" y="2945330"/>
            <a:ext cx="18745200" cy="10551732"/>
          </a:xfrm>
          <a:prstGeom prst="rect">
            <a:avLst/>
          </a:prstGeom>
          <a:noFill/>
          <a:extLst>
            <a:ext uri="{909E8E84-426E-40DD-AFC4-6F175D3DCCD1}">
              <a14:hiddenFill xmlns:a14="http://schemas.microsoft.com/office/drawing/2010/main">
                <a:solidFill>
                  <a:srgbClr val="FFFFFF"/>
                </a:solidFill>
              </a14:hiddenFill>
            </a:ext>
          </a:extLst>
        </p:spPr>
      </p:pic>
      <p:pic>
        <p:nvPicPr>
          <p:cNvPr id="2" name="Google Shape;135;p8" descr="Cómo protegerse de los virus, piratas informáticos y demás ataques? |  Tecnología - ComputerHoy.com">
            <a:extLst>
              <a:ext uri="{FF2B5EF4-FFF2-40B4-BE49-F238E27FC236}">
                <a16:creationId xmlns:a16="http://schemas.microsoft.com/office/drawing/2014/main" id="{BF383B1F-6564-CDAA-B7B5-B8C4BA205299}"/>
              </a:ext>
            </a:extLst>
          </p:cNvPr>
          <p:cNvPicPr preferRelativeResize="0"/>
          <p:nvPr/>
        </p:nvPicPr>
        <p:blipFill rotWithShape="1">
          <a:blip r:embed="rId4">
            <a:alphaModFix/>
          </a:blip>
          <a:srcRect/>
          <a:stretch/>
        </p:blipFill>
        <p:spPr>
          <a:xfrm>
            <a:off x="22593300" y="12496799"/>
            <a:ext cx="1790700" cy="1229203"/>
          </a:xfrm>
          <a:prstGeom prst="rect">
            <a:avLst/>
          </a:prstGeom>
          <a:noFill/>
          <a:ln>
            <a:noFill/>
          </a:ln>
        </p:spPr>
      </p:pic>
    </p:spTree>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5A9757-2880-4C79-A642-5F8BFF5A6198}"/>
              </a:ext>
            </a:extLst>
          </p:cNvPr>
          <p:cNvSpPr>
            <a:spLocks noGrp="1"/>
          </p:cNvSpPr>
          <p:nvPr>
            <p:ph type="title" idx="4294967295"/>
          </p:nvPr>
        </p:nvSpPr>
        <p:spPr>
          <a:xfrm>
            <a:off x="0" y="355600"/>
            <a:ext cx="21005800" cy="2286000"/>
          </a:xfrm>
        </p:spPr>
        <p:txBody>
          <a:bodyPr/>
          <a:lstStyle/>
          <a:p>
            <a:r>
              <a:rPr lang="es-ES" b="1" dirty="0"/>
              <a:t>PELIGRO WILL ROBINSON</a:t>
            </a:r>
          </a:p>
        </p:txBody>
      </p:sp>
      <p:sp>
        <p:nvSpPr>
          <p:cNvPr id="3" name="Marcador de contenido 2">
            <a:extLst>
              <a:ext uri="{FF2B5EF4-FFF2-40B4-BE49-F238E27FC236}">
                <a16:creationId xmlns:a16="http://schemas.microsoft.com/office/drawing/2014/main" id="{F5507007-80D6-489B-8E5F-1377885D350F}"/>
              </a:ext>
            </a:extLst>
          </p:cNvPr>
          <p:cNvSpPr>
            <a:spLocks noGrp="1"/>
          </p:cNvSpPr>
          <p:nvPr>
            <p:ph idx="4294967295"/>
          </p:nvPr>
        </p:nvSpPr>
        <p:spPr>
          <a:xfrm>
            <a:off x="0" y="3168650"/>
            <a:ext cx="23668074" cy="5683250"/>
          </a:xfrm>
          <a:solidFill>
            <a:srgbClr val="FF0000"/>
          </a:solidFill>
        </p:spPr>
        <p:txBody>
          <a:bodyPr/>
          <a:lstStyle/>
          <a:p>
            <a:r>
              <a:rPr lang="es-ES" b="1" dirty="0">
                <a:solidFill>
                  <a:schemeClr val="bg1"/>
                </a:solidFill>
              </a:rPr>
              <a:t>En la actualidad las técnicas de phishing se están haciendo peligrosamente complejas, a través de aplicaciones se roban credenciales y se entra anónimamente en el correo de la victima, realizando el atacante un análisis de los correos para realizar una personalización que es fácil caer, incluso se analiza la forma de escribir, los contactos o información relevante para enviar a otras victimas correos del tipo:</a:t>
            </a:r>
          </a:p>
        </p:txBody>
      </p:sp>
      <p:pic>
        <p:nvPicPr>
          <p:cNvPr id="4100" name="Picture 4" descr="Señal Peligro Indefinido">
            <a:extLst>
              <a:ext uri="{FF2B5EF4-FFF2-40B4-BE49-F238E27FC236}">
                <a16:creationId xmlns:a16="http://schemas.microsoft.com/office/drawing/2014/main" id="{6A2E9A5E-D9CE-4602-ADF7-A56DDFF241AC}"/>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9984" b="89198" l="0" r="100000"/>
                    </a14:imgEffect>
                  </a14:imgLayer>
                </a14:imgProps>
              </a:ext>
              <a:ext uri="{28A0092B-C50C-407E-A947-70E740481C1C}">
                <a14:useLocalDpi xmlns:a14="http://schemas.microsoft.com/office/drawing/2010/main" val="0"/>
              </a:ext>
            </a:extLst>
          </a:blip>
          <a:srcRect/>
          <a:stretch>
            <a:fillRect/>
          </a:stretch>
        </p:blipFill>
        <p:spPr bwMode="auto">
          <a:xfrm>
            <a:off x="14634342" y="-488950"/>
            <a:ext cx="2813538" cy="3657600"/>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8CCE0AB8-02D0-4698-BAC1-253EEA3FCC39}"/>
              </a:ext>
            </a:extLst>
          </p:cNvPr>
          <p:cNvSpPr txBox="1"/>
          <p:nvPr/>
        </p:nvSpPr>
        <p:spPr>
          <a:xfrm>
            <a:off x="1689100" y="10309821"/>
            <a:ext cx="20459700" cy="1644937"/>
          </a:xfrm>
          <a:prstGeom prst="rect">
            <a:avLst/>
          </a:prstGeom>
          <a:noFill/>
        </p:spPr>
        <p:txBody>
          <a:bodyPr wrap="square">
            <a:spAutoFit/>
          </a:bodyPr>
          <a:lstStyle/>
          <a:p>
            <a:r>
              <a:rPr lang="es-ES" sz="3600" b="1" dirty="0"/>
              <a:t>“Hola Javier, como te dije la última vez, te envío de nuevo la factura rectificada”, se envía un fichero adjunto, que parece un PDF y si la persona se lo descarga ya lo tenemos infectado.</a:t>
            </a:r>
          </a:p>
        </p:txBody>
      </p:sp>
      <p:sp>
        <p:nvSpPr>
          <p:cNvPr id="4" name="Título 1">
            <a:extLst>
              <a:ext uri="{FF2B5EF4-FFF2-40B4-BE49-F238E27FC236}">
                <a16:creationId xmlns:a16="http://schemas.microsoft.com/office/drawing/2014/main" id="{E64A7B3F-EF8F-8982-E069-1778D4A179D9}"/>
              </a:ext>
            </a:extLst>
          </p:cNvPr>
          <p:cNvSpPr txBox="1">
            <a:spLocks/>
          </p:cNvSpPr>
          <p:nvPr/>
        </p:nvSpPr>
        <p:spPr>
          <a:xfrm>
            <a:off x="9213850" y="8844746"/>
            <a:ext cx="21005800" cy="22860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50800" tIns="50800" rIns="50800" bIns="50800" anchor="ctr">
            <a:normAutofit/>
          </a:bodyPr>
          <a:lstStyle>
            <a:lvl1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pen Sans" panose="020B0606030504020204" pitchFamily="34" charset="0"/>
                <a:ea typeface="Open Sans" panose="020B0606030504020204" pitchFamily="34" charset="0"/>
                <a:cs typeface="Open Sans" panose="020B0606030504020204" pitchFamily="34" charset="0"/>
                <a:sym typeface="Oswald Regular"/>
              </a:defRPr>
            </a:lvl1pPr>
            <a:lvl2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2pPr>
            <a:lvl3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3pPr>
            <a:lvl4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4pPr>
            <a:lvl5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5pPr>
            <a:lvl6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6pPr>
            <a:lvl7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7pPr>
            <a:lvl8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8pPr>
            <a:lvl9pPr marL="0" marR="0" indent="0" algn="l" defTabSz="825500" rtl="0" latinLnBrk="0">
              <a:lnSpc>
                <a:spcPct val="100000"/>
              </a:lnSpc>
              <a:spcBef>
                <a:spcPts val="5900"/>
              </a:spcBef>
              <a:spcAft>
                <a:spcPts val="0"/>
              </a:spcAft>
              <a:buClrTx/>
              <a:buSzTx/>
              <a:buFontTx/>
              <a:buNone/>
              <a:tabLst/>
              <a:defRPr sz="4200" b="0" i="0" u="none" strike="noStrike" cap="none" spc="0" baseline="0">
                <a:solidFill>
                  <a:schemeClr val="accent1">
                    <a:hueOff val="-176470"/>
                    <a:satOff val="-53329"/>
                    <a:lumOff val="-11960"/>
                  </a:schemeClr>
                </a:solidFill>
                <a:uFillTx/>
                <a:latin typeface="Oswald Regular"/>
                <a:ea typeface="Oswald Regular"/>
                <a:cs typeface="Oswald Regular"/>
                <a:sym typeface="Oswald Regular"/>
              </a:defRPr>
            </a:lvl9pPr>
          </a:lstStyle>
          <a:p>
            <a:pPr hangingPunct="1"/>
            <a:r>
              <a:rPr lang="es-ES" b="1" dirty="0"/>
              <a:t>Ejemplo</a:t>
            </a:r>
          </a:p>
        </p:txBody>
      </p:sp>
      <p:pic>
        <p:nvPicPr>
          <p:cNvPr id="5" name="Google Shape;135;p8" descr="Cómo protegerse de los virus, piratas informáticos y demás ataques? |  Tecnología - ComputerHoy.com">
            <a:extLst>
              <a:ext uri="{FF2B5EF4-FFF2-40B4-BE49-F238E27FC236}">
                <a16:creationId xmlns:a16="http://schemas.microsoft.com/office/drawing/2014/main" id="{614182C7-7359-3BB5-628F-C0F7A7EA7C2E}"/>
              </a:ext>
            </a:extLst>
          </p:cNvPr>
          <p:cNvPicPr preferRelativeResize="0"/>
          <p:nvPr/>
        </p:nvPicPr>
        <p:blipFill rotWithShape="1">
          <a:blip r:embed="rId4">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2731839407"/>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BC4551-0ABF-41E6-BA8D-E31975E3241B}"/>
              </a:ext>
            </a:extLst>
          </p:cNvPr>
          <p:cNvSpPr>
            <a:spLocks noGrp="1"/>
          </p:cNvSpPr>
          <p:nvPr>
            <p:ph type="title" idx="4294967295"/>
          </p:nvPr>
        </p:nvSpPr>
        <p:spPr>
          <a:xfrm>
            <a:off x="0" y="0"/>
            <a:ext cx="21031200" cy="1362075"/>
          </a:xfrm>
        </p:spPr>
        <p:txBody>
          <a:bodyPr>
            <a:normAutofit/>
          </a:bodyPr>
          <a:lstStyle/>
          <a:p>
            <a:r>
              <a:rPr lang="es-ES" dirty="0"/>
              <a:t>6. Robo de identidad y credenciales.</a:t>
            </a:r>
          </a:p>
        </p:txBody>
      </p:sp>
      <p:sp>
        <p:nvSpPr>
          <p:cNvPr id="3" name="Marcador de contenido 2">
            <a:extLst>
              <a:ext uri="{FF2B5EF4-FFF2-40B4-BE49-F238E27FC236}">
                <a16:creationId xmlns:a16="http://schemas.microsoft.com/office/drawing/2014/main" id="{C9260157-94BF-4806-B3CA-661E27E4B3C7}"/>
              </a:ext>
            </a:extLst>
          </p:cNvPr>
          <p:cNvSpPr>
            <a:spLocks noGrp="1"/>
          </p:cNvSpPr>
          <p:nvPr>
            <p:ph idx="4294967295"/>
          </p:nvPr>
        </p:nvSpPr>
        <p:spPr>
          <a:xfrm>
            <a:off x="1524000" y="1612900"/>
            <a:ext cx="22860000" cy="10490200"/>
          </a:xfrm>
        </p:spPr>
        <p:style>
          <a:lnRef idx="2">
            <a:schemeClr val="accent6"/>
          </a:lnRef>
          <a:fillRef idx="1">
            <a:schemeClr val="lt1"/>
          </a:fillRef>
          <a:effectRef idx="0">
            <a:schemeClr val="accent6"/>
          </a:effectRef>
          <a:fontRef idx="minor">
            <a:schemeClr val="dk1"/>
          </a:fontRef>
        </p:style>
        <p:txBody>
          <a:bodyPr>
            <a:normAutofit/>
          </a:bodyPr>
          <a:lstStyle/>
          <a:p>
            <a:pPr marL="685800" indent="-685800">
              <a:lnSpc>
                <a:spcPct val="120000"/>
              </a:lnSpc>
              <a:buFont typeface="+mj-lt"/>
              <a:buAutoNum type="arabicPeriod"/>
            </a:pPr>
            <a:r>
              <a:rPr lang="es-ES" sz="3600" dirty="0">
                <a:solidFill>
                  <a:schemeClr val="accent6"/>
                </a:solidFill>
                <a:latin typeface="Source Sans Pro"/>
              </a:rPr>
              <a:t>El robo de identidad se produce cuando alguien usa su información personal o financiera sin su permiso.</a:t>
            </a:r>
          </a:p>
          <a:p>
            <a:pPr marL="685800" indent="-685800">
              <a:lnSpc>
                <a:spcPct val="120000"/>
              </a:lnSpc>
              <a:buFont typeface="+mj-lt"/>
              <a:buAutoNum type="arabicPeriod"/>
            </a:pPr>
            <a:r>
              <a:rPr lang="es-ES" sz="3600" dirty="0">
                <a:solidFill>
                  <a:schemeClr val="accent6"/>
                </a:solidFill>
                <a:latin typeface="Source Sans Pro"/>
              </a:rPr>
              <a:t>Le podrían robar su nombre y domicilio, su tarjeta de crédito o los números de su cuenta bancaria, su número de Seguro social o los números de su cuenta de seguro médico. Y los ladrones podrían usar esos datos para</a:t>
            </a:r>
          </a:p>
          <a:p>
            <a:pPr marL="685800" indent="-685800">
              <a:lnSpc>
                <a:spcPct val="120000"/>
              </a:lnSpc>
              <a:buFont typeface="+mj-lt"/>
              <a:buAutoNum type="arabicPeriod"/>
            </a:pPr>
            <a:r>
              <a:rPr lang="es-ES" sz="3600" dirty="0">
                <a:solidFill>
                  <a:schemeClr val="accent6"/>
                </a:solidFill>
                <a:latin typeface="Source Sans Pro"/>
              </a:rPr>
              <a:t>Comprar cosas con sus tarjetas de crédito</a:t>
            </a:r>
          </a:p>
          <a:p>
            <a:pPr marL="685800" indent="-685800">
              <a:lnSpc>
                <a:spcPct val="120000"/>
              </a:lnSpc>
              <a:buFont typeface="+mj-lt"/>
              <a:buAutoNum type="arabicPeriod"/>
            </a:pPr>
            <a:r>
              <a:rPr lang="es-ES" sz="3600" dirty="0">
                <a:solidFill>
                  <a:schemeClr val="accent6"/>
                </a:solidFill>
                <a:latin typeface="Source Sans Pro"/>
              </a:rPr>
              <a:t>Obtener tarjetas de crédito nuevas bajo su nombre</a:t>
            </a:r>
          </a:p>
          <a:p>
            <a:pPr marL="685800" indent="-685800">
              <a:lnSpc>
                <a:spcPct val="120000"/>
              </a:lnSpc>
              <a:buFont typeface="+mj-lt"/>
              <a:buAutoNum type="arabicPeriod"/>
            </a:pPr>
            <a:r>
              <a:rPr lang="es-ES" sz="3600" dirty="0">
                <a:solidFill>
                  <a:schemeClr val="accent6"/>
                </a:solidFill>
                <a:latin typeface="Source Sans Pro"/>
              </a:rPr>
              <a:t>Abrir una cuenta de servicio de teléfono, electricidad o gas bajo su nombre</a:t>
            </a:r>
          </a:p>
          <a:p>
            <a:pPr marL="685800" indent="-685800">
              <a:lnSpc>
                <a:spcPct val="120000"/>
              </a:lnSpc>
              <a:buFont typeface="+mj-lt"/>
              <a:buAutoNum type="arabicPeriod"/>
            </a:pPr>
            <a:r>
              <a:rPr lang="es-ES" sz="3600" dirty="0">
                <a:solidFill>
                  <a:schemeClr val="accent6"/>
                </a:solidFill>
                <a:latin typeface="Source Sans Pro"/>
              </a:rPr>
              <a:t>Robarle su declaración de impuestos</a:t>
            </a:r>
          </a:p>
          <a:p>
            <a:pPr marL="685800" indent="-685800">
              <a:lnSpc>
                <a:spcPct val="120000"/>
              </a:lnSpc>
              <a:buFont typeface="+mj-lt"/>
              <a:buAutoNum type="arabicPeriod"/>
            </a:pPr>
            <a:r>
              <a:rPr lang="es-ES" sz="3600" dirty="0">
                <a:solidFill>
                  <a:schemeClr val="accent6"/>
                </a:solidFill>
                <a:latin typeface="Source Sans Pro"/>
              </a:rPr>
              <a:t>Usar su seguro de salud para obtener atención médica</a:t>
            </a:r>
          </a:p>
          <a:p>
            <a:pPr marL="685800" indent="-685800">
              <a:lnSpc>
                <a:spcPct val="120000"/>
              </a:lnSpc>
              <a:buFont typeface="+mj-lt"/>
              <a:buAutoNum type="arabicPeriod"/>
            </a:pPr>
            <a:r>
              <a:rPr lang="es-ES" sz="3600" dirty="0">
                <a:solidFill>
                  <a:schemeClr val="accent6"/>
                </a:solidFill>
                <a:latin typeface="Source Sans Pro"/>
              </a:rPr>
              <a:t>Hacerse pasar por usted si los arrestan</a:t>
            </a:r>
          </a:p>
          <a:p>
            <a:pPr marL="685800" indent="-685800">
              <a:lnSpc>
                <a:spcPct val="120000"/>
              </a:lnSpc>
              <a:buFont typeface="+mj-lt"/>
              <a:buAutoNum type="arabicPeriod"/>
            </a:pPr>
            <a:r>
              <a:rPr lang="es-ES" sz="3600" dirty="0">
                <a:solidFill>
                  <a:schemeClr val="accent6"/>
                </a:solidFill>
                <a:latin typeface="Source Sans Pro"/>
              </a:rPr>
              <a:t>Usar las redes sociales de manera fraudulenta.</a:t>
            </a:r>
          </a:p>
        </p:txBody>
      </p:sp>
      <p:sp>
        <p:nvSpPr>
          <p:cNvPr id="5" name="CuadroTexto 4">
            <a:extLst>
              <a:ext uri="{FF2B5EF4-FFF2-40B4-BE49-F238E27FC236}">
                <a16:creationId xmlns:a16="http://schemas.microsoft.com/office/drawing/2014/main" id="{BBA3C25E-36B0-4FC3-A551-C02198B2C70F}"/>
              </a:ext>
            </a:extLst>
          </p:cNvPr>
          <p:cNvSpPr txBox="1"/>
          <p:nvPr/>
        </p:nvSpPr>
        <p:spPr>
          <a:xfrm>
            <a:off x="476250" y="12052013"/>
            <a:ext cx="20078700" cy="1644937"/>
          </a:xfrm>
          <a:prstGeom prst="rect">
            <a:avLst/>
          </a:prstGeom>
          <a:noFill/>
        </p:spPr>
        <p:txBody>
          <a:bodyPr wrap="square">
            <a:spAutoFit/>
          </a:bodyPr>
          <a:lstStyle/>
          <a:p>
            <a:r>
              <a:rPr lang="es-ES" sz="3600" dirty="0">
                <a:hlinkClick r:id="rId2"/>
              </a:rPr>
              <a:t>Suplantación de identidad y secuestro de cuentas: ¿cómo actuar? | Oficina de Seguridad del Internauta (osi.es)</a:t>
            </a:r>
            <a:endParaRPr lang="es-ES" sz="3600" dirty="0"/>
          </a:p>
        </p:txBody>
      </p:sp>
      <p:pic>
        <p:nvPicPr>
          <p:cNvPr id="15362" name="Picture 2" descr="Cortar A Tajos, Fraude, Tarjeta, Código">
            <a:extLst>
              <a:ext uri="{FF2B5EF4-FFF2-40B4-BE49-F238E27FC236}">
                <a16:creationId xmlns:a16="http://schemas.microsoft.com/office/drawing/2014/main" id="{5FAD8585-1D19-4868-BCC0-5825E6094D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80889" y="7772400"/>
            <a:ext cx="5521810" cy="3695700"/>
          </a:xfrm>
          <a:prstGeom prst="rect">
            <a:avLst/>
          </a:prstGeom>
          <a:noFill/>
          <a:extLst>
            <a:ext uri="{909E8E84-426E-40DD-AFC4-6F175D3DCCD1}">
              <a14:hiddenFill xmlns:a14="http://schemas.microsoft.com/office/drawing/2010/main">
                <a:solidFill>
                  <a:srgbClr val="FFFFFF"/>
                </a:solidFill>
              </a14:hiddenFill>
            </a:ext>
          </a:extLst>
        </p:spPr>
      </p:pic>
      <p:pic>
        <p:nvPicPr>
          <p:cNvPr id="4" name="Google Shape;135;p8" descr="Cómo protegerse de los virus, piratas informáticos y demás ataques? |  Tecnología - ComputerHoy.com">
            <a:extLst>
              <a:ext uri="{FF2B5EF4-FFF2-40B4-BE49-F238E27FC236}">
                <a16:creationId xmlns:a16="http://schemas.microsoft.com/office/drawing/2014/main" id="{97A3D925-3562-25DD-9BE2-6C3A48006CD5}"/>
              </a:ext>
            </a:extLst>
          </p:cNvPr>
          <p:cNvPicPr preferRelativeResize="0"/>
          <p:nvPr/>
        </p:nvPicPr>
        <p:blipFill rotWithShape="1">
          <a:blip r:embed="rId4">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4128076309"/>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771059-5D05-4B5B-90EF-F049129B344C}"/>
              </a:ext>
            </a:extLst>
          </p:cNvPr>
          <p:cNvSpPr>
            <a:spLocks noGrp="1"/>
          </p:cNvSpPr>
          <p:nvPr>
            <p:ph type="title" idx="4294967295"/>
          </p:nvPr>
        </p:nvSpPr>
        <p:spPr>
          <a:xfrm>
            <a:off x="0" y="0"/>
            <a:ext cx="21031200" cy="1098550"/>
          </a:xfrm>
        </p:spPr>
        <p:txBody>
          <a:bodyPr>
            <a:normAutofit fontScale="90000"/>
          </a:bodyPr>
          <a:lstStyle/>
          <a:p>
            <a:r>
              <a:rPr lang="es-ES" dirty="0"/>
              <a:t>Ejemplo fraude</a:t>
            </a:r>
          </a:p>
        </p:txBody>
      </p:sp>
      <p:pic>
        <p:nvPicPr>
          <p:cNvPr id="5" name="Imagen 4">
            <a:extLst>
              <a:ext uri="{FF2B5EF4-FFF2-40B4-BE49-F238E27FC236}">
                <a16:creationId xmlns:a16="http://schemas.microsoft.com/office/drawing/2014/main" id="{070A33E5-F3FA-4F98-A9CF-1D8F11CB8EBC}"/>
              </a:ext>
            </a:extLst>
          </p:cNvPr>
          <p:cNvPicPr>
            <a:picLocks noChangeAspect="1"/>
          </p:cNvPicPr>
          <p:nvPr/>
        </p:nvPicPr>
        <p:blipFill>
          <a:blip r:embed="rId2"/>
          <a:stretch>
            <a:fillRect/>
          </a:stretch>
        </p:blipFill>
        <p:spPr>
          <a:xfrm>
            <a:off x="2260600" y="1098551"/>
            <a:ext cx="13221748" cy="11627754"/>
          </a:xfrm>
          <a:prstGeom prst="rect">
            <a:avLst/>
          </a:prstGeom>
        </p:spPr>
      </p:pic>
      <p:pic>
        <p:nvPicPr>
          <p:cNvPr id="3" name="Google Shape;135;p8" descr="Cómo protegerse de los virus, piratas informáticos y demás ataques? |  Tecnología - ComputerHoy.com">
            <a:extLst>
              <a:ext uri="{FF2B5EF4-FFF2-40B4-BE49-F238E27FC236}">
                <a16:creationId xmlns:a16="http://schemas.microsoft.com/office/drawing/2014/main" id="{91F485F6-EAEC-0882-D3CB-9D2C73F22E2A}"/>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2113033082"/>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67028D-A666-0F0A-E2F0-A0D98464159C}"/>
              </a:ext>
            </a:extLst>
          </p:cNvPr>
          <p:cNvSpPr>
            <a:spLocks noGrp="1"/>
          </p:cNvSpPr>
          <p:nvPr>
            <p:ph type="title" idx="4294967295"/>
          </p:nvPr>
        </p:nvSpPr>
        <p:spPr>
          <a:xfrm>
            <a:off x="0" y="-314325"/>
            <a:ext cx="21031200" cy="2651125"/>
          </a:xfrm>
        </p:spPr>
        <p:txBody>
          <a:bodyPr/>
          <a:lstStyle/>
          <a:p>
            <a:r>
              <a:rPr lang="es-ES" dirty="0"/>
              <a:t>Ataque por fuerza bruta</a:t>
            </a:r>
          </a:p>
        </p:txBody>
      </p:sp>
      <p:sp>
        <p:nvSpPr>
          <p:cNvPr id="3" name="Marcador de contenido 2">
            <a:extLst>
              <a:ext uri="{FF2B5EF4-FFF2-40B4-BE49-F238E27FC236}">
                <a16:creationId xmlns:a16="http://schemas.microsoft.com/office/drawing/2014/main" id="{71F996CB-80DB-A207-FDCE-0E0B141762D2}"/>
              </a:ext>
            </a:extLst>
          </p:cNvPr>
          <p:cNvSpPr>
            <a:spLocks noGrp="1"/>
          </p:cNvSpPr>
          <p:nvPr>
            <p:ph idx="4294967295"/>
          </p:nvPr>
        </p:nvSpPr>
        <p:spPr>
          <a:xfrm>
            <a:off x="0" y="2389188"/>
            <a:ext cx="10480675" cy="8339137"/>
          </a:xfrm>
        </p:spPr>
        <p:txBody>
          <a:bodyPr>
            <a:normAutofit lnSpcReduction="10000"/>
          </a:bodyPr>
          <a:lstStyle/>
          <a:p>
            <a:r>
              <a:rPr lang="es-ES" dirty="0"/>
              <a:t>Un </a:t>
            </a:r>
            <a:r>
              <a:rPr lang="es-ES" b="1" dirty="0"/>
              <a:t>ataque</a:t>
            </a:r>
            <a:r>
              <a:rPr lang="es-ES" dirty="0"/>
              <a:t> de </a:t>
            </a:r>
            <a:r>
              <a:rPr lang="es-ES" b="1" dirty="0"/>
              <a:t>fuerza bruta</a:t>
            </a:r>
            <a:r>
              <a:rPr lang="es-ES" dirty="0"/>
              <a:t> es un intento de descifrar una contraseña o nombre de usuario, de buscar una página web oculta o de descubrir la clave utilizada para cifrar un mensaje, que consiste en aplicar el método de prueba y error </a:t>
            </a:r>
            <a:r>
              <a:rPr lang="es-ES" b="1" dirty="0"/>
              <a:t>con</a:t>
            </a:r>
            <a:r>
              <a:rPr lang="es-ES" dirty="0"/>
              <a:t> la esperanza de dar </a:t>
            </a:r>
            <a:r>
              <a:rPr lang="es-ES" b="1" dirty="0"/>
              <a:t>con</a:t>
            </a:r>
            <a:r>
              <a:rPr lang="es-ES" dirty="0"/>
              <a:t> la combinación correcta finalmente.</a:t>
            </a:r>
          </a:p>
        </p:txBody>
      </p:sp>
      <p:pic>
        <p:nvPicPr>
          <p:cNvPr id="7" name="Imagen 6">
            <a:extLst>
              <a:ext uri="{FF2B5EF4-FFF2-40B4-BE49-F238E27FC236}">
                <a16:creationId xmlns:a16="http://schemas.microsoft.com/office/drawing/2014/main" id="{C6A6BA28-EB11-46B5-4EEC-1A676AAE7E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29999" y="3488693"/>
            <a:ext cx="8814435" cy="5843901"/>
          </a:xfrm>
          <a:prstGeom prst="rect">
            <a:avLst/>
          </a:prstGeom>
        </p:spPr>
      </p:pic>
      <p:pic>
        <p:nvPicPr>
          <p:cNvPr id="4" name="Google Shape;135;p8" descr="Cómo protegerse de los virus, piratas informáticos y demás ataques? |  Tecnología - ComputerHoy.com">
            <a:extLst>
              <a:ext uri="{FF2B5EF4-FFF2-40B4-BE49-F238E27FC236}">
                <a16:creationId xmlns:a16="http://schemas.microsoft.com/office/drawing/2014/main" id="{8346F345-4897-2C9F-A9DA-938BF489E5FB}"/>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2639867688"/>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C2962D-65A5-40AC-9B7F-9ABB9F4837AA}"/>
              </a:ext>
            </a:extLst>
          </p:cNvPr>
          <p:cNvSpPr>
            <a:spLocks noGrp="1"/>
          </p:cNvSpPr>
          <p:nvPr>
            <p:ph type="title" idx="4294967295"/>
          </p:nvPr>
        </p:nvSpPr>
        <p:spPr>
          <a:xfrm>
            <a:off x="3352800" y="-220663"/>
            <a:ext cx="21031200" cy="1300163"/>
          </a:xfrm>
        </p:spPr>
        <p:txBody>
          <a:bodyPr>
            <a:normAutofit fontScale="90000"/>
          </a:bodyPr>
          <a:lstStyle/>
          <a:p>
            <a:r>
              <a:rPr lang="es-ES" dirty="0"/>
              <a:t>Gráfico principales ataques</a:t>
            </a:r>
          </a:p>
        </p:txBody>
      </p:sp>
      <p:pic>
        <p:nvPicPr>
          <p:cNvPr id="5" name="Marcador de contenido 4" descr="Gráfico, Gráfico circular&#10;&#10;Descripción generada automáticamente">
            <a:extLst>
              <a:ext uri="{FF2B5EF4-FFF2-40B4-BE49-F238E27FC236}">
                <a16:creationId xmlns:a16="http://schemas.microsoft.com/office/drawing/2014/main" id="{DAFF5E2D-A884-433F-F6B9-E3A586449C88}"/>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tretch>
            <a:fillRect/>
          </a:stretch>
        </p:blipFill>
        <p:spPr>
          <a:xfrm>
            <a:off x="0" y="1079500"/>
            <a:ext cx="21278850" cy="11112500"/>
          </a:xfrm>
        </p:spPr>
      </p:pic>
      <p:sp>
        <p:nvSpPr>
          <p:cNvPr id="6" name="CuadroTexto 5">
            <a:extLst>
              <a:ext uri="{FF2B5EF4-FFF2-40B4-BE49-F238E27FC236}">
                <a16:creationId xmlns:a16="http://schemas.microsoft.com/office/drawing/2014/main" id="{5FBAB8D8-99AF-94F8-C662-22504C495D34}"/>
              </a:ext>
            </a:extLst>
          </p:cNvPr>
          <p:cNvSpPr txBox="1"/>
          <p:nvPr/>
        </p:nvSpPr>
        <p:spPr>
          <a:xfrm>
            <a:off x="1123950" y="12377961"/>
            <a:ext cx="2540760" cy="51809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l" defTabSz="825500" rtl="0" fontAlgn="auto" latinLnBrk="0" hangingPunct="0">
              <a:lnSpc>
                <a:spcPct val="150000"/>
              </a:lnSpc>
              <a:spcBef>
                <a:spcPts val="0"/>
              </a:spcBef>
              <a:spcAft>
                <a:spcPts val="0"/>
              </a:spcAft>
              <a:buClrTx/>
              <a:buSzTx/>
              <a:buFontTx/>
              <a:buNone/>
              <a:tabLst/>
            </a:pPr>
            <a:r>
              <a:rPr kumimoji="0" lang="es-ES" sz="1800" b="0" i="0" u="none" strike="noStrike" cap="none" spc="0" normalizeH="0" baseline="0" dirty="0">
                <a:ln>
                  <a:noFill/>
                </a:ln>
                <a:solidFill>
                  <a:schemeClr val="accent3">
                    <a:hueOff val="-130908"/>
                    <a:satOff val="-22167"/>
                    <a:lumOff val="-7843"/>
                  </a:schemeClr>
                </a:solidFill>
                <a:effectLst/>
                <a:uFillTx/>
                <a:latin typeface="Lato Regular"/>
                <a:ea typeface="Lato Regular"/>
                <a:cs typeface="Lato Regular"/>
                <a:sym typeface="Lato Regular"/>
              </a:rPr>
              <a:t>DATOS DEL AÑO 2021</a:t>
            </a:r>
          </a:p>
        </p:txBody>
      </p:sp>
      <p:sp>
        <p:nvSpPr>
          <p:cNvPr id="8" name="CuadroTexto 7">
            <a:extLst>
              <a:ext uri="{FF2B5EF4-FFF2-40B4-BE49-F238E27FC236}">
                <a16:creationId xmlns:a16="http://schemas.microsoft.com/office/drawing/2014/main" id="{292E5B2E-18C2-538E-EB0B-41639FDE0B5D}"/>
              </a:ext>
            </a:extLst>
          </p:cNvPr>
          <p:cNvSpPr txBox="1"/>
          <p:nvPr/>
        </p:nvSpPr>
        <p:spPr>
          <a:xfrm>
            <a:off x="6443472" y="12377961"/>
            <a:ext cx="15959328" cy="8686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s-ES" dirty="0">
                <a:hlinkClick r:id="rId3"/>
              </a:rPr>
              <a:t>https://administracionelectronica.gob.es/pae_Home/pae_Actualidad/pae_Noticias/Anio2022/Noviembre/Noticia-2022-11-04-Informe-Panorama-Amenazas-ciberseguridad-2022.html#.ZDvje_ZBxD8</a:t>
            </a:r>
            <a:r>
              <a:rPr lang="es-ES" dirty="0"/>
              <a:t> </a:t>
            </a:r>
          </a:p>
        </p:txBody>
      </p:sp>
      <p:pic>
        <p:nvPicPr>
          <p:cNvPr id="9" name="Google Shape;135;p8" descr="Cómo protegerse de los virus, piratas informáticos y demás ataques? |  Tecnología - ComputerHoy.com">
            <a:extLst>
              <a:ext uri="{FF2B5EF4-FFF2-40B4-BE49-F238E27FC236}">
                <a16:creationId xmlns:a16="http://schemas.microsoft.com/office/drawing/2014/main" id="{4D7E4784-CBDC-5630-D1F9-2672AD790802}"/>
              </a:ext>
            </a:extLst>
          </p:cNvPr>
          <p:cNvPicPr preferRelativeResize="0"/>
          <p:nvPr/>
        </p:nvPicPr>
        <p:blipFill rotWithShape="1">
          <a:blip r:embed="rId4">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1312065236"/>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EAF6865-400D-956D-4880-8A1EAA22690B}"/>
              </a:ext>
            </a:extLst>
          </p:cNvPr>
          <p:cNvSpPr>
            <a:spLocks noGrp="1"/>
          </p:cNvSpPr>
          <p:nvPr>
            <p:ph type="title" idx="4294967295"/>
          </p:nvPr>
        </p:nvSpPr>
        <p:spPr>
          <a:xfrm>
            <a:off x="0" y="355600"/>
            <a:ext cx="21005800" cy="2286000"/>
          </a:xfrm>
        </p:spPr>
        <p:txBody>
          <a:bodyPr/>
          <a:lstStyle/>
          <a:p>
            <a:r>
              <a:rPr lang="es-ES" dirty="0"/>
              <a:t>Tipos de ataques 2021</a:t>
            </a:r>
          </a:p>
        </p:txBody>
      </p:sp>
      <p:pic>
        <p:nvPicPr>
          <p:cNvPr id="5" name="Imagen 4">
            <a:extLst>
              <a:ext uri="{FF2B5EF4-FFF2-40B4-BE49-F238E27FC236}">
                <a16:creationId xmlns:a16="http://schemas.microsoft.com/office/drawing/2014/main" id="{6FD26351-4F69-76A6-E4F1-8D85C89009B7}"/>
              </a:ext>
            </a:extLst>
          </p:cNvPr>
          <p:cNvPicPr>
            <a:picLocks noChangeAspect="1"/>
          </p:cNvPicPr>
          <p:nvPr/>
        </p:nvPicPr>
        <p:blipFill>
          <a:blip r:embed="rId2"/>
          <a:stretch>
            <a:fillRect/>
          </a:stretch>
        </p:blipFill>
        <p:spPr>
          <a:xfrm>
            <a:off x="1689100" y="1678172"/>
            <a:ext cx="20513393" cy="10767828"/>
          </a:xfrm>
          <a:prstGeom prst="rect">
            <a:avLst/>
          </a:prstGeom>
        </p:spPr>
      </p:pic>
      <p:pic>
        <p:nvPicPr>
          <p:cNvPr id="6" name="Google Shape;135;p8" descr="Cómo protegerse de los virus, piratas informáticos y demás ataques? |  Tecnología - ComputerHoy.com">
            <a:extLst>
              <a:ext uri="{FF2B5EF4-FFF2-40B4-BE49-F238E27FC236}">
                <a16:creationId xmlns:a16="http://schemas.microsoft.com/office/drawing/2014/main" id="{111C4FE7-0B65-85E3-31E0-09C08195A4A7}"/>
              </a:ext>
            </a:extLst>
          </p:cNvPr>
          <p:cNvPicPr preferRelativeResize="0"/>
          <p:nvPr/>
        </p:nvPicPr>
        <p:blipFill rotWithShape="1">
          <a:blip r:embed="rId3">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2795412335"/>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4A165A5-88B1-75E0-9C17-09BA0FCF4FB2}"/>
              </a:ext>
            </a:extLst>
          </p:cNvPr>
          <p:cNvSpPr>
            <a:spLocks noGrp="1"/>
          </p:cNvSpPr>
          <p:nvPr>
            <p:ph type="title" idx="4294967295"/>
          </p:nvPr>
        </p:nvSpPr>
        <p:spPr>
          <a:xfrm>
            <a:off x="1144986" y="477078"/>
            <a:ext cx="22037040" cy="2868830"/>
          </a:xfrm>
        </p:spPr>
        <p:txBody>
          <a:bodyPr vert="horz" lIns="91440" tIns="45720" rIns="91440" bIns="45720" rtlCol="0" anchor="b">
            <a:normAutofit/>
          </a:bodyPr>
          <a:lstStyle/>
          <a:p>
            <a:pPr defTabSz="914400"/>
            <a:r>
              <a:rPr lang="en-US" sz="10800" dirty="0" err="1"/>
              <a:t>Otros</a:t>
            </a:r>
            <a:r>
              <a:rPr lang="en-US" sz="10800" dirty="0"/>
              <a:t> </a:t>
            </a:r>
            <a:r>
              <a:rPr lang="en-US" sz="10800" dirty="0" err="1"/>
              <a:t>Patrones</a:t>
            </a:r>
            <a:r>
              <a:rPr lang="en-US" sz="10800" dirty="0"/>
              <a:t> de </a:t>
            </a:r>
            <a:r>
              <a:rPr lang="en-US" sz="10800" dirty="0" err="1"/>
              <a:t>ataques</a:t>
            </a:r>
            <a:endParaRPr lang="en-US" sz="10800" dirty="0"/>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4986" y="3363088"/>
            <a:ext cx="21945600" cy="36576"/>
          </a:xfrm>
          <a:custGeom>
            <a:avLst/>
            <a:gdLst>
              <a:gd name="csX0" fmla="*/ 0 w 21945600"/>
              <a:gd name="csY0" fmla="*/ 0 h 36576"/>
              <a:gd name="csX1" fmla="*/ 905256 w 21945600"/>
              <a:gd name="csY1" fmla="*/ 0 h 36576"/>
              <a:gd name="csX2" fmla="*/ 1810512 w 21945600"/>
              <a:gd name="csY2" fmla="*/ 0 h 36576"/>
              <a:gd name="csX3" fmla="*/ 2057400 w 21945600"/>
              <a:gd name="csY3" fmla="*/ 0 h 36576"/>
              <a:gd name="csX4" fmla="*/ 2743200 w 21945600"/>
              <a:gd name="csY4" fmla="*/ 0 h 36576"/>
              <a:gd name="csX5" fmla="*/ 3867912 w 21945600"/>
              <a:gd name="csY5" fmla="*/ 0 h 36576"/>
              <a:gd name="csX6" fmla="*/ 4114800 w 21945600"/>
              <a:gd name="csY6" fmla="*/ 0 h 36576"/>
              <a:gd name="csX7" fmla="*/ 4800600 w 21945600"/>
              <a:gd name="csY7" fmla="*/ 0 h 36576"/>
              <a:gd name="csX8" fmla="*/ 5486400 w 21945600"/>
              <a:gd name="csY8" fmla="*/ 0 h 36576"/>
              <a:gd name="csX9" fmla="*/ 5513832 w 21945600"/>
              <a:gd name="csY9" fmla="*/ 0 h 36576"/>
              <a:gd name="csX10" fmla="*/ 5760720 w 21945600"/>
              <a:gd name="csY10" fmla="*/ 0 h 36576"/>
              <a:gd name="csX11" fmla="*/ 6007608 w 21945600"/>
              <a:gd name="csY11" fmla="*/ 0 h 36576"/>
              <a:gd name="csX12" fmla="*/ 6693408 w 21945600"/>
              <a:gd name="csY12" fmla="*/ 0 h 36576"/>
              <a:gd name="csX13" fmla="*/ 7818120 w 21945600"/>
              <a:gd name="csY13" fmla="*/ 0 h 36576"/>
              <a:gd name="csX14" fmla="*/ 8065008 w 21945600"/>
              <a:gd name="csY14" fmla="*/ 0 h 36576"/>
              <a:gd name="csX15" fmla="*/ 9189720 w 21945600"/>
              <a:gd name="csY15" fmla="*/ 0 h 36576"/>
              <a:gd name="csX16" fmla="*/ 9436608 w 21945600"/>
              <a:gd name="csY16" fmla="*/ 0 h 36576"/>
              <a:gd name="csX17" fmla="*/ 10122408 w 21945600"/>
              <a:gd name="csY17" fmla="*/ 0 h 36576"/>
              <a:gd name="csX18" fmla="*/ 10369296 w 21945600"/>
              <a:gd name="csY18" fmla="*/ 0 h 36576"/>
              <a:gd name="csX19" fmla="*/ 10835640 w 21945600"/>
              <a:gd name="csY19" fmla="*/ 0 h 36576"/>
              <a:gd name="csX20" fmla="*/ 11521440 w 21945600"/>
              <a:gd name="csY20" fmla="*/ 0 h 36576"/>
              <a:gd name="csX21" fmla="*/ 12646152 w 21945600"/>
              <a:gd name="csY21" fmla="*/ 0 h 36576"/>
              <a:gd name="csX22" fmla="*/ 13551408 w 21945600"/>
              <a:gd name="csY22" fmla="*/ 0 h 36576"/>
              <a:gd name="csX23" fmla="*/ 14017752 w 21945600"/>
              <a:gd name="csY23" fmla="*/ 0 h 36576"/>
              <a:gd name="csX24" fmla="*/ 14264640 w 21945600"/>
              <a:gd name="csY24" fmla="*/ 0 h 36576"/>
              <a:gd name="csX25" fmla="*/ 15169896 w 21945600"/>
              <a:gd name="csY25" fmla="*/ 0 h 36576"/>
              <a:gd name="csX26" fmla="*/ 15636240 w 21945600"/>
              <a:gd name="csY26" fmla="*/ 0 h 36576"/>
              <a:gd name="csX27" fmla="*/ 16102584 w 21945600"/>
              <a:gd name="csY27" fmla="*/ 0 h 36576"/>
              <a:gd name="csX28" fmla="*/ 16130016 w 21945600"/>
              <a:gd name="csY28" fmla="*/ 0 h 36576"/>
              <a:gd name="csX29" fmla="*/ 17254728 w 21945600"/>
              <a:gd name="csY29" fmla="*/ 0 h 36576"/>
              <a:gd name="csX30" fmla="*/ 18159984 w 21945600"/>
              <a:gd name="csY30" fmla="*/ 0 h 36576"/>
              <a:gd name="csX31" fmla="*/ 19065240 w 21945600"/>
              <a:gd name="csY31" fmla="*/ 0 h 36576"/>
              <a:gd name="csX32" fmla="*/ 19092672 w 21945600"/>
              <a:gd name="csY32" fmla="*/ 0 h 36576"/>
              <a:gd name="csX33" fmla="*/ 19120104 w 21945600"/>
              <a:gd name="csY33" fmla="*/ 0 h 36576"/>
              <a:gd name="csX34" fmla="*/ 19147536 w 21945600"/>
              <a:gd name="csY34" fmla="*/ 0 h 36576"/>
              <a:gd name="csX35" fmla="*/ 19833336 w 21945600"/>
              <a:gd name="csY35" fmla="*/ 0 h 36576"/>
              <a:gd name="csX36" fmla="*/ 20738592 w 21945600"/>
              <a:gd name="csY36" fmla="*/ 0 h 36576"/>
              <a:gd name="csX37" fmla="*/ 21945600 w 21945600"/>
              <a:gd name="csY37" fmla="*/ 0 h 36576"/>
              <a:gd name="csX38" fmla="*/ 21945600 w 21945600"/>
              <a:gd name="csY38" fmla="*/ 36576 h 36576"/>
              <a:gd name="csX39" fmla="*/ 20820888 w 21945600"/>
              <a:gd name="csY39" fmla="*/ 36576 h 36576"/>
              <a:gd name="csX40" fmla="*/ 20354544 w 21945600"/>
              <a:gd name="csY40" fmla="*/ 36576 h 36576"/>
              <a:gd name="csX41" fmla="*/ 20327112 w 21945600"/>
              <a:gd name="csY41" fmla="*/ 36576 h 36576"/>
              <a:gd name="csX42" fmla="*/ 19421856 w 21945600"/>
              <a:gd name="csY42" fmla="*/ 36576 h 36576"/>
              <a:gd name="csX43" fmla="*/ 18516600 w 21945600"/>
              <a:gd name="csY43" fmla="*/ 36576 h 36576"/>
              <a:gd name="csX44" fmla="*/ 17830800 w 21945600"/>
              <a:gd name="csY44" fmla="*/ 36576 h 36576"/>
              <a:gd name="csX45" fmla="*/ 17583912 w 21945600"/>
              <a:gd name="csY45" fmla="*/ 36576 h 36576"/>
              <a:gd name="csX46" fmla="*/ 16898112 w 21945600"/>
              <a:gd name="csY46" fmla="*/ 36576 h 36576"/>
              <a:gd name="csX47" fmla="*/ 15992856 w 21945600"/>
              <a:gd name="csY47" fmla="*/ 36576 h 36576"/>
              <a:gd name="csX48" fmla="*/ 15087600 w 21945600"/>
              <a:gd name="csY48" fmla="*/ 36576 h 36576"/>
              <a:gd name="csX49" fmla="*/ 14840712 w 21945600"/>
              <a:gd name="csY49" fmla="*/ 36576 h 36576"/>
              <a:gd name="csX50" fmla="*/ 13716000 w 21945600"/>
              <a:gd name="csY50" fmla="*/ 36576 h 36576"/>
              <a:gd name="csX51" fmla="*/ 13688568 w 21945600"/>
              <a:gd name="csY51" fmla="*/ 36576 h 36576"/>
              <a:gd name="csX52" fmla="*/ 13441680 w 21945600"/>
              <a:gd name="csY52" fmla="*/ 36576 h 36576"/>
              <a:gd name="csX53" fmla="*/ 12975336 w 21945600"/>
              <a:gd name="csY53" fmla="*/ 36576 h 36576"/>
              <a:gd name="csX54" fmla="*/ 12070080 w 21945600"/>
              <a:gd name="csY54" fmla="*/ 36576 h 36576"/>
              <a:gd name="csX55" fmla="*/ 11164824 w 21945600"/>
              <a:gd name="csY55" fmla="*/ 36576 h 36576"/>
              <a:gd name="csX56" fmla="*/ 10040112 w 21945600"/>
              <a:gd name="csY56" fmla="*/ 36576 h 36576"/>
              <a:gd name="csX57" fmla="*/ 8915400 w 21945600"/>
              <a:gd name="csY57" fmla="*/ 36576 h 36576"/>
              <a:gd name="csX58" fmla="*/ 8010144 w 21945600"/>
              <a:gd name="csY58" fmla="*/ 36576 h 36576"/>
              <a:gd name="csX59" fmla="*/ 7324344 w 21945600"/>
              <a:gd name="csY59" fmla="*/ 36576 h 36576"/>
              <a:gd name="csX60" fmla="*/ 7077456 w 21945600"/>
              <a:gd name="csY60" fmla="*/ 36576 h 36576"/>
              <a:gd name="csX61" fmla="*/ 6172200 w 21945600"/>
              <a:gd name="csY61" fmla="*/ 36576 h 36576"/>
              <a:gd name="csX62" fmla="*/ 5266944 w 21945600"/>
              <a:gd name="csY62" fmla="*/ 36576 h 36576"/>
              <a:gd name="csX63" fmla="*/ 5020056 w 21945600"/>
              <a:gd name="csY63" fmla="*/ 36576 h 36576"/>
              <a:gd name="csX64" fmla="*/ 4553712 w 21945600"/>
              <a:gd name="csY64" fmla="*/ 36576 h 36576"/>
              <a:gd name="csX65" fmla="*/ 4087368 w 21945600"/>
              <a:gd name="csY65" fmla="*/ 36576 h 36576"/>
              <a:gd name="csX66" fmla="*/ 3621024 w 21945600"/>
              <a:gd name="csY66" fmla="*/ 36576 h 36576"/>
              <a:gd name="csX67" fmla="*/ 2715768 w 21945600"/>
              <a:gd name="csY67" fmla="*/ 36576 h 36576"/>
              <a:gd name="csX68" fmla="*/ 2249424 w 21945600"/>
              <a:gd name="csY68" fmla="*/ 36576 h 36576"/>
              <a:gd name="csX69" fmla="*/ 1124712 w 21945600"/>
              <a:gd name="csY69" fmla="*/ 36576 h 36576"/>
              <a:gd name="csX70" fmla="*/ 0 w 21945600"/>
              <a:gd name="csY70" fmla="*/ 36576 h 36576"/>
              <a:gd name="csX71" fmla="*/ 0 w 21945600"/>
              <a:gd name="csY71"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21945600" h="36576" fill="none" extrusionOk="0">
                <a:moveTo>
                  <a:pt x="0" y="0"/>
                </a:moveTo>
                <a:cubicBezTo>
                  <a:pt x="421743" y="26373"/>
                  <a:pt x="546320" y="15739"/>
                  <a:pt x="905256" y="0"/>
                </a:cubicBezTo>
                <a:cubicBezTo>
                  <a:pt x="1264192" y="-15739"/>
                  <a:pt x="1386536" y="-15656"/>
                  <a:pt x="1810512" y="0"/>
                </a:cubicBezTo>
                <a:cubicBezTo>
                  <a:pt x="2234488" y="15656"/>
                  <a:pt x="1998624" y="3590"/>
                  <a:pt x="2057400" y="0"/>
                </a:cubicBezTo>
                <a:cubicBezTo>
                  <a:pt x="2116176" y="-3590"/>
                  <a:pt x="2603764" y="-6151"/>
                  <a:pt x="2743200" y="0"/>
                </a:cubicBezTo>
                <a:cubicBezTo>
                  <a:pt x="2882636" y="6151"/>
                  <a:pt x="3353150" y="46913"/>
                  <a:pt x="3867912" y="0"/>
                </a:cubicBezTo>
                <a:cubicBezTo>
                  <a:pt x="4382674" y="-46913"/>
                  <a:pt x="4060330" y="5314"/>
                  <a:pt x="4114800" y="0"/>
                </a:cubicBezTo>
                <a:cubicBezTo>
                  <a:pt x="4169270" y="-5314"/>
                  <a:pt x="4534246" y="-31393"/>
                  <a:pt x="4800600" y="0"/>
                </a:cubicBezTo>
                <a:cubicBezTo>
                  <a:pt x="5066954" y="31393"/>
                  <a:pt x="5323745" y="3319"/>
                  <a:pt x="5486400" y="0"/>
                </a:cubicBezTo>
                <a:cubicBezTo>
                  <a:pt x="5649055" y="-3319"/>
                  <a:pt x="5502934" y="-1313"/>
                  <a:pt x="5513832" y="0"/>
                </a:cubicBezTo>
                <a:cubicBezTo>
                  <a:pt x="5524730" y="1313"/>
                  <a:pt x="5659978" y="-12316"/>
                  <a:pt x="5760720" y="0"/>
                </a:cubicBezTo>
                <a:cubicBezTo>
                  <a:pt x="5861462" y="12316"/>
                  <a:pt x="5898932" y="2721"/>
                  <a:pt x="6007608" y="0"/>
                </a:cubicBezTo>
                <a:cubicBezTo>
                  <a:pt x="6116284" y="-2721"/>
                  <a:pt x="6483483" y="-4819"/>
                  <a:pt x="6693408" y="0"/>
                </a:cubicBezTo>
                <a:cubicBezTo>
                  <a:pt x="6903333" y="4819"/>
                  <a:pt x="7588959" y="10934"/>
                  <a:pt x="7818120" y="0"/>
                </a:cubicBezTo>
                <a:cubicBezTo>
                  <a:pt x="8047281" y="-10934"/>
                  <a:pt x="7993804" y="5221"/>
                  <a:pt x="8065008" y="0"/>
                </a:cubicBezTo>
                <a:cubicBezTo>
                  <a:pt x="8136212" y="-5221"/>
                  <a:pt x="8852325" y="51539"/>
                  <a:pt x="9189720" y="0"/>
                </a:cubicBezTo>
                <a:cubicBezTo>
                  <a:pt x="9527115" y="-51539"/>
                  <a:pt x="9324727" y="-6372"/>
                  <a:pt x="9436608" y="0"/>
                </a:cubicBezTo>
                <a:cubicBezTo>
                  <a:pt x="9548489" y="6372"/>
                  <a:pt x="9796505" y="23327"/>
                  <a:pt x="10122408" y="0"/>
                </a:cubicBezTo>
                <a:cubicBezTo>
                  <a:pt x="10448311" y="-23327"/>
                  <a:pt x="10318828" y="6963"/>
                  <a:pt x="10369296" y="0"/>
                </a:cubicBezTo>
                <a:cubicBezTo>
                  <a:pt x="10419764" y="-6963"/>
                  <a:pt x="10716126" y="-4982"/>
                  <a:pt x="10835640" y="0"/>
                </a:cubicBezTo>
                <a:cubicBezTo>
                  <a:pt x="10955154" y="4982"/>
                  <a:pt x="11219367" y="17886"/>
                  <a:pt x="11521440" y="0"/>
                </a:cubicBezTo>
                <a:cubicBezTo>
                  <a:pt x="11823513" y="-17886"/>
                  <a:pt x="12367047" y="-46479"/>
                  <a:pt x="12646152" y="0"/>
                </a:cubicBezTo>
                <a:cubicBezTo>
                  <a:pt x="12925257" y="46479"/>
                  <a:pt x="13338284" y="-26830"/>
                  <a:pt x="13551408" y="0"/>
                </a:cubicBezTo>
                <a:cubicBezTo>
                  <a:pt x="13764532" y="26830"/>
                  <a:pt x="13846967" y="12769"/>
                  <a:pt x="14017752" y="0"/>
                </a:cubicBezTo>
                <a:cubicBezTo>
                  <a:pt x="14188537" y="-12769"/>
                  <a:pt x="14162126" y="4714"/>
                  <a:pt x="14264640" y="0"/>
                </a:cubicBezTo>
                <a:cubicBezTo>
                  <a:pt x="14367154" y="-4714"/>
                  <a:pt x="14751879" y="36146"/>
                  <a:pt x="15169896" y="0"/>
                </a:cubicBezTo>
                <a:cubicBezTo>
                  <a:pt x="15587913" y="-36146"/>
                  <a:pt x="15406707" y="17941"/>
                  <a:pt x="15636240" y="0"/>
                </a:cubicBezTo>
                <a:cubicBezTo>
                  <a:pt x="15865773" y="-17941"/>
                  <a:pt x="15889022" y="-14655"/>
                  <a:pt x="16102584" y="0"/>
                </a:cubicBezTo>
                <a:cubicBezTo>
                  <a:pt x="16316146" y="14655"/>
                  <a:pt x="16124510" y="870"/>
                  <a:pt x="16130016" y="0"/>
                </a:cubicBezTo>
                <a:cubicBezTo>
                  <a:pt x="16135522" y="-870"/>
                  <a:pt x="16815084" y="42640"/>
                  <a:pt x="17254728" y="0"/>
                </a:cubicBezTo>
                <a:cubicBezTo>
                  <a:pt x="17694372" y="-42640"/>
                  <a:pt x="17737816" y="21051"/>
                  <a:pt x="18159984" y="0"/>
                </a:cubicBezTo>
                <a:cubicBezTo>
                  <a:pt x="18582152" y="-21051"/>
                  <a:pt x="18719883" y="-27879"/>
                  <a:pt x="19065240" y="0"/>
                </a:cubicBezTo>
                <a:cubicBezTo>
                  <a:pt x="19410597" y="27879"/>
                  <a:pt x="19085806" y="974"/>
                  <a:pt x="19092672" y="0"/>
                </a:cubicBezTo>
                <a:cubicBezTo>
                  <a:pt x="19099538" y="-974"/>
                  <a:pt x="19107856" y="-640"/>
                  <a:pt x="19120104" y="0"/>
                </a:cubicBezTo>
                <a:cubicBezTo>
                  <a:pt x="19132352" y="640"/>
                  <a:pt x="19142037" y="-152"/>
                  <a:pt x="19147536" y="0"/>
                </a:cubicBezTo>
                <a:cubicBezTo>
                  <a:pt x="19153035" y="152"/>
                  <a:pt x="19534636" y="-13012"/>
                  <a:pt x="19833336" y="0"/>
                </a:cubicBezTo>
                <a:cubicBezTo>
                  <a:pt x="20132036" y="13012"/>
                  <a:pt x="20306411" y="18934"/>
                  <a:pt x="20738592" y="0"/>
                </a:cubicBezTo>
                <a:cubicBezTo>
                  <a:pt x="21170773" y="-18934"/>
                  <a:pt x="21426379" y="57975"/>
                  <a:pt x="21945600" y="0"/>
                </a:cubicBezTo>
                <a:cubicBezTo>
                  <a:pt x="21944920" y="15182"/>
                  <a:pt x="21945031" y="28240"/>
                  <a:pt x="21945600" y="36576"/>
                </a:cubicBezTo>
                <a:cubicBezTo>
                  <a:pt x="21720449" y="-15473"/>
                  <a:pt x="21092984" y="17470"/>
                  <a:pt x="20820888" y="36576"/>
                </a:cubicBezTo>
                <a:cubicBezTo>
                  <a:pt x="20548792" y="55682"/>
                  <a:pt x="20467037" y="21195"/>
                  <a:pt x="20354544" y="36576"/>
                </a:cubicBezTo>
                <a:cubicBezTo>
                  <a:pt x="20242051" y="51957"/>
                  <a:pt x="20337363" y="36164"/>
                  <a:pt x="20327112" y="36576"/>
                </a:cubicBezTo>
                <a:cubicBezTo>
                  <a:pt x="20316861" y="36988"/>
                  <a:pt x="19714624" y="67514"/>
                  <a:pt x="19421856" y="36576"/>
                </a:cubicBezTo>
                <a:cubicBezTo>
                  <a:pt x="19129088" y="5638"/>
                  <a:pt x="18900022" y="28604"/>
                  <a:pt x="18516600" y="36576"/>
                </a:cubicBezTo>
                <a:cubicBezTo>
                  <a:pt x="18133178" y="44548"/>
                  <a:pt x="17998183" y="54905"/>
                  <a:pt x="17830800" y="36576"/>
                </a:cubicBezTo>
                <a:cubicBezTo>
                  <a:pt x="17663417" y="18247"/>
                  <a:pt x="17647160" y="31655"/>
                  <a:pt x="17583912" y="36576"/>
                </a:cubicBezTo>
                <a:cubicBezTo>
                  <a:pt x="17520664" y="41497"/>
                  <a:pt x="17113969" y="48000"/>
                  <a:pt x="16898112" y="36576"/>
                </a:cubicBezTo>
                <a:cubicBezTo>
                  <a:pt x="16682255" y="25152"/>
                  <a:pt x="16396179" y="46024"/>
                  <a:pt x="15992856" y="36576"/>
                </a:cubicBezTo>
                <a:cubicBezTo>
                  <a:pt x="15589533" y="27128"/>
                  <a:pt x="15453003" y="2006"/>
                  <a:pt x="15087600" y="36576"/>
                </a:cubicBezTo>
                <a:cubicBezTo>
                  <a:pt x="14722197" y="71146"/>
                  <a:pt x="14962139" y="43983"/>
                  <a:pt x="14840712" y="36576"/>
                </a:cubicBezTo>
                <a:cubicBezTo>
                  <a:pt x="14719285" y="29169"/>
                  <a:pt x="14031206" y="3235"/>
                  <a:pt x="13716000" y="36576"/>
                </a:cubicBezTo>
                <a:cubicBezTo>
                  <a:pt x="13400794" y="69917"/>
                  <a:pt x="13699702" y="36784"/>
                  <a:pt x="13688568" y="36576"/>
                </a:cubicBezTo>
                <a:cubicBezTo>
                  <a:pt x="13677434" y="36368"/>
                  <a:pt x="13549601" y="44218"/>
                  <a:pt x="13441680" y="36576"/>
                </a:cubicBezTo>
                <a:cubicBezTo>
                  <a:pt x="13333759" y="28934"/>
                  <a:pt x="13194403" y="43582"/>
                  <a:pt x="12975336" y="36576"/>
                </a:cubicBezTo>
                <a:cubicBezTo>
                  <a:pt x="12756269" y="29570"/>
                  <a:pt x="12496698" y="13112"/>
                  <a:pt x="12070080" y="36576"/>
                </a:cubicBezTo>
                <a:cubicBezTo>
                  <a:pt x="11643462" y="60040"/>
                  <a:pt x="11494515" y="20795"/>
                  <a:pt x="11164824" y="36576"/>
                </a:cubicBezTo>
                <a:cubicBezTo>
                  <a:pt x="10835133" y="52357"/>
                  <a:pt x="10303956" y="87952"/>
                  <a:pt x="10040112" y="36576"/>
                </a:cubicBezTo>
                <a:cubicBezTo>
                  <a:pt x="9776268" y="-14800"/>
                  <a:pt x="9309125" y="40826"/>
                  <a:pt x="8915400" y="36576"/>
                </a:cubicBezTo>
                <a:cubicBezTo>
                  <a:pt x="8521675" y="32326"/>
                  <a:pt x="8235592" y="37410"/>
                  <a:pt x="8010144" y="36576"/>
                </a:cubicBezTo>
                <a:cubicBezTo>
                  <a:pt x="7784696" y="35742"/>
                  <a:pt x="7556705" y="26838"/>
                  <a:pt x="7324344" y="36576"/>
                </a:cubicBezTo>
                <a:cubicBezTo>
                  <a:pt x="7091983" y="46314"/>
                  <a:pt x="7169873" y="40000"/>
                  <a:pt x="7077456" y="36576"/>
                </a:cubicBezTo>
                <a:cubicBezTo>
                  <a:pt x="6985039" y="33152"/>
                  <a:pt x="6395767" y="49824"/>
                  <a:pt x="6172200" y="36576"/>
                </a:cubicBezTo>
                <a:cubicBezTo>
                  <a:pt x="5948633" y="23328"/>
                  <a:pt x="5614848" y="11374"/>
                  <a:pt x="5266944" y="36576"/>
                </a:cubicBezTo>
                <a:cubicBezTo>
                  <a:pt x="4919040" y="61778"/>
                  <a:pt x="5134821" y="40448"/>
                  <a:pt x="5020056" y="36576"/>
                </a:cubicBezTo>
                <a:cubicBezTo>
                  <a:pt x="4905291" y="32704"/>
                  <a:pt x="4664972" y="17908"/>
                  <a:pt x="4553712" y="36576"/>
                </a:cubicBezTo>
                <a:cubicBezTo>
                  <a:pt x="4442452" y="55244"/>
                  <a:pt x="4307490" y="36849"/>
                  <a:pt x="4087368" y="36576"/>
                </a:cubicBezTo>
                <a:cubicBezTo>
                  <a:pt x="3867246" y="36303"/>
                  <a:pt x="3812769" y="37964"/>
                  <a:pt x="3621024" y="36576"/>
                </a:cubicBezTo>
                <a:cubicBezTo>
                  <a:pt x="3429279" y="35188"/>
                  <a:pt x="3130207" y="-2472"/>
                  <a:pt x="2715768" y="36576"/>
                </a:cubicBezTo>
                <a:cubicBezTo>
                  <a:pt x="2301329" y="75624"/>
                  <a:pt x="2368981" y="46863"/>
                  <a:pt x="2249424" y="36576"/>
                </a:cubicBezTo>
                <a:cubicBezTo>
                  <a:pt x="2129867" y="26289"/>
                  <a:pt x="1617980" y="52425"/>
                  <a:pt x="1124712" y="36576"/>
                </a:cubicBezTo>
                <a:cubicBezTo>
                  <a:pt x="631444" y="20727"/>
                  <a:pt x="353459" y="68932"/>
                  <a:pt x="0" y="36576"/>
                </a:cubicBezTo>
                <a:cubicBezTo>
                  <a:pt x="-389" y="28441"/>
                  <a:pt x="988" y="11614"/>
                  <a:pt x="0" y="0"/>
                </a:cubicBezTo>
                <a:close/>
              </a:path>
              <a:path w="21945600" h="36576" stroke="0" extrusionOk="0">
                <a:moveTo>
                  <a:pt x="0" y="0"/>
                </a:moveTo>
                <a:cubicBezTo>
                  <a:pt x="78738" y="-6702"/>
                  <a:pt x="124882" y="4427"/>
                  <a:pt x="246888" y="0"/>
                </a:cubicBezTo>
                <a:cubicBezTo>
                  <a:pt x="368894" y="-4427"/>
                  <a:pt x="264772" y="-808"/>
                  <a:pt x="274320" y="0"/>
                </a:cubicBezTo>
                <a:cubicBezTo>
                  <a:pt x="283868" y="808"/>
                  <a:pt x="425686" y="-10995"/>
                  <a:pt x="521208" y="0"/>
                </a:cubicBezTo>
                <a:cubicBezTo>
                  <a:pt x="616730" y="10995"/>
                  <a:pt x="925127" y="26161"/>
                  <a:pt x="1207008" y="0"/>
                </a:cubicBezTo>
                <a:cubicBezTo>
                  <a:pt x="1488889" y="-26161"/>
                  <a:pt x="1863629" y="25804"/>
                  <a:pt x="2112264" y="0"/>
                </a:cubicBezTo>
                <a:cubicBezTo>
                  <a:pt x="2360899" y="-25804"/>
                  <a:pt x="2856157" y="-38525"/>
                  <a:pt x="3236976" y="0"/>
                </a:cubicBezTo>
                <a:cubicBezTo>
                  <a:pt x="3617795" y="38525"/>
                  <a:pt x="4108532" y="-15185"/>
                  <a:pt x="4361688" y="0"/>
                </a:cubicBezTo>
                <a:cubicBezTo>
                  <a:pt x="4614844" y="15185"/>
                  <a:pt x="4684381" y="-14633"/>
                  <a:pt x="4828032" y="0"/>
                </a:cubicBezTo>
                <a:cubicBezTo>
                  <a:pt x="4971683" y="14633"/>
                  <a:pt x="5329982" y="15220"/>
                  <a:pt x="5733288" y="0"/>
                </a:cubicBezTo>
                <a:cubicBezTo>
                  <a:pt x="6136594" y="-15220"/>
                  <a:pt x="6133637" y="-11909"/>
                  <a:pt x="6419088" y="0"/>
                </a:cubicBezTo>
                <a:cubicBezTo>
                  <a:pt x="6704539" y="11909"/>
                  <a:pt x="6686287" y="21630"/>
                  <a:pt x="6885432" y="0"/>
                </a:cubicBezTo>
                <a:cubicBezTo>
                  <a:pt x="7084577" y="-21630"/>
                  <a:pt x="7368157" y="20345"/>
                  <a:pt x="7790688" y="0"/>
                </a:cubicBezTo>
                <a:cubicBezTo>
                  <a:pt x="8213219" y="-20345"/>
                  <a:pt x="7805774" y="-451"/>
                  <a:pt x="7818120" y="0"/>
                </a:cubicBezTo>
                <a:cubicBezTo>
                  <a:pt x="7830466" y="451"/>
                  <a:pt x="8108732" y="-16692"/>
                  <a:pt x="8284464" y="0"/>
                </a:cubicBezTo>
                <a:cubicBezTo>
                  <a:pt x="8460196" y="16692"/>
                  <a:pt x="8710069" y="20479"/>
                  <a:pt x="8970264" y="0"/>
                </a:cubicBezTo>
                <a:cubicBezTo>
                  <a:pt x="9230459" y="-20479"/>
                  <a:pt x="9654070" y="-23489"/>
                  <a:pt x="9875520" y="0"/>
                </a:cubicBezTo>
                <a:cubicBezTo>
                  <a:pt x="10096970" y="23489"/>
                  <a:pt x="10230055" y="14787"/>
                  <a:pt x="10561320" y="0"/>
                </a:cubicBezTo>
                <a:cubicBezTo>
                  <a:pt x="10892585" y="-14787"/>
                  <a:pt x="11355400" y="42062"/>
                  <a:pt x="11686032" y="0"/>
                </a:cubicBezTo>
                <a:cubicBezTo>
                  <a:pt x="12016664" y="-42062"/>
                  <a:pt x="11707139" y="-1040"/>
                  <a:pt x="11713464" y="0"/>
                </a:cubicBezTo>
                <a:cubicBezTo>
                  <a:pt x="11719789" y="1040"/>
                  <a:pt x="12097394" y="2532"/>
                  <a:pt x="12399264" y="0"/>
                </a:cubicBezTo>
                <a:cubicBezTo>
                  <a:pt x="12701134" y="-2532"/>
                  <a:pt x="12419541" y="1081"/>
                  <a:pt x="12426696" y="0"/>
                </a:cubicBezTo>
                <a:cubicBezTo>
                  <a:pt x="12433851" y="-1081"/>
                  <a:pt x="13203091" y="32097"/>
                  <a:pt x="13551408" y="0"/>
                </a:cubicBezTo>
                <a:cubicBezTo>
                  <a:pt x="13899725" y="-32097"/>
                  <a:pt x="13704994" y="4050"/>
                  <a:pt x="13798296" y="0"/>
                </a:cubicBezTo>
                <a:cubicBezTo>
                  <a:pt x="13891598" y="-4050"/>
                  <a:pt x="13819194" y="591"/>
                  <a:pt x="13825728" y="0"/>
                </a:cubicBezTo>
                <a:cubicBezTo>
                  <a:pt x="13832262" y="-591"/>
                  <a:pt x="14247058" y="-30068"/>
                  <a:pt x="14511528" y="0"/>
                </a:cubicBezTo>
                <a:cubicBezTo>
                  <a:pt x="14775998" y="30068"/>
                  <a:pt x="14668616" y="6993"/>
                  <a:pt x="14758416" y="0"/>
                </a:cubicBezTo>
                <a:cubicBezTo>
                  <a:pt x="14848216" y="-6993"/>
                  <a:pt x="15386840" y="3019"/>
                  <a:pt x="15663672" y="0"/>
                </a:cubicBezTo>
                <a:cubicBezTo>
                  <a:pt x="15940504" y="-3019"/>
                  <a:pt x="15823667" y="2894"/>
                  <a:pt x="15910560" y="0"/>
                </a:cubicBezTo>
                <a:cubicBezTo>
                  <a:pt x="15997453" y="-2894"/>
                  <a:pt x="16588125" y="-8530"/>
                  <a:pt x="17035272" y="0"/>
                </a:cubicBezTo>
                <a:cubicBezTo>
                  <a:pt x="17482419" y="8530"/>
                  <a:pt x="17188794" y="6706"/>
                  <a:pt x="17282160" y="0"/>
                </a:cubicBezTo>
                <a:cubicBezTo>
                  <a:pt x="17375526" y="-6706"/>
                  <a:pt x="17472317" y="-5717"/>
                  <a:pt x="17529048" y="0"/>
                </a:cubicBezTo>
                <a:cubicBezTo>
                  <a:pt x="17585779" y="5717"/>
                  <a:pt x="18174415" y="31621"/>
                  <a:pt x="18434304" y="0"/>
                </a:cubicBezTo>
                <a:cubicBezTo>
                  <a:pt x="18694193" y="-31621"/>
                  <a:pt x="19301918" y="29693"/>
                  <a:pt x="19559016" y="0"/>
                </a:cubicBezTo>
                <a:cubicBezTo>
                  <a:pt x="19816114" y="-29693"/>
                  <a:pt x="19574042" y="702"/>
                  <a:pt x="19586448" y="0"/>
                </a:cubicBezTo>
                <a:cubicBezTo>
                  <a:pt x="19598854" y="-702"/>
                  <a:pt x="20049547" y="-22820"/>
                  <a:pt x="20491704" y="0"/>
                </a:cubicBezTo>
                <a:cubicBezTo>
                  <a:pt x="20933861" y="22820"/>
                  <a:pt x="20755106" y="6629"/>
                  <a:pt x="20958048" y="0"/>
                </a:cubicBezTo>
                <a:cubicBezTo>
                  <a:pt x="21160990" y="-6629"/>
                  <a:pt x="21663188" y="-27211"/>
                  <a:pt x="21945600" y="0"/>
                </a:cubicBezTo>
                <a:cubicBezTo>
                  <a:pt x="21944964" y="7863"/>
                  <a:pt x="21943820" y="25698"/>
                  <a:pt x="21945600" y="36576"/>
                </a:cubicBezTo>
                <a:cubicBezTo>
                  <a:pt x="21738864" y="-5974"/>
                  <a:pt x="21483832" y="56357"/>
                  <a:pt x="21040344" y="36576"/>
                </a:cubicBezTo>
                <a:cubicBezTo>
                  <a:pt x="20596856" y="16795"/>
                  <a:pt x="20741173" y="55968"/>
                  <a:pt x="20574000" y="36576"/>
                </a:cubicBezTo>
                <a:cubicBezTo>
                  <a:pt x="20406827" y="17184"/>
                  <a:pt x="20560204" y="36526"/>
                  <a:pt x="20546568" y="36576"/>
                </a:cubicBezTo>
                <a:cubicBezTo>
                  <a:pt x="20532932" y="36626"/>
                  <a:pt x="20530490" y="36880"/>
                  <a:pt x="20519136" y="36576"/>
                </a:cubicBezTo>
                <a:cubicBezTo>
                  <a:pt x="20507782" y="36272"/>
                  <a:pt x="19823262" y="37799"/>
                  <a:pt x="19613880" y="36576"/>
                </a:cubicBezTo>
                <a:cubicBezTo>
                  <a:pt x="19404498" y="35353"/>
                  <a:pt x="19223151" y="67241"/>
                  <a:pt x="18928080" y="36576"/>
                </a:cubicBezTo>
                <a:cubicBezTo>
                  <a:pt x="18633009" y="5911"/>
                  <a:pt x="18160671" y="-11744"/>
                  <a:pt x="17803368" y="36576"/>
                </a:cubicBezTo>
                <a:cubicBezTo>
                  <a:pt x="17446065" y="84896"/>
                  <a:pt x="17412412" y="14966"/>
                  <a:pt x="17117568" y="36576"/>
                </a:cubicBezTo>
                <a:cubicBezTo>
                  <a:pt x="16822724" y="58186"/>
                  <a:pt x="16494673" y="2337"/>
                  <a:pt x="16212312" y="36576"/>
                </a:cubicBezTo>
                <a:cubicBezTo>
                  <a:pt x="15929951" y="70815"/>
                  <a:pt x="15826333" y="11046"/>
                  <a:pt x="15526512" y="36576"/>
                </a:cubicBezTo>
                <a:cubicBezTo>
                  <a:pt x="15226691" y="62106"/>
                  <a:pt x="15082025" y="15118"/>
                  <a:pt x="14840712" y="36576"/>
                </a:cubicBezTo>
                <a:cubicBezTo>
                  <a:pt x="14599399" y="58034"/>
                  <a:pt x="14517430" y="19609"/>
                  <a:pt x="14374368" y="36576"/>
                </a:cubicBezTo>
                <a:cubicBezTo>
                  <a:pt x="14231306" y="53543"/>
                  <a:pt x="13854278" y="2480"/>
                  <a:pt x="13469112" y="36576"/>
                </a:cubicBezTo>
                <a:cubicBezTo>
                  <a:pt x="13083946" y="70672"/>
                  <a:pt x="13086505" y="29507"/>
                  <a:pt x="12783312" y="36576"/>
                </a:cubicBezTo>
                <a:cubicBezTo>
                  <a:pt x="12480119" y="43645"/>
                  <a:pt x="12228847" y="-3513"/>
                  <a:pt x="11878056" y="36576"/>
                </a:cubicBezTo>
                <a:cubicBezTo>
                  <a:pt x="11527265" y="76665"/>
                  <a:pt x="11722541" y="34421"/>
                  <a:pt x="11631168" y="36576"/>
                </a:cubicBezTo>
                <a:cubicBezTo>
                  <a:pt x="11539795" y="38731"/>
                  <a:pt x="11328250" y="26850"/>
                  <a:pt x="11164824" y="36576"/>
                </a:cubicBezTo>
                <a:cubicBezTo>
                  <a:pt x="11001398" y="46302"/>
                  <a:pt x="10673541" y="78959"/>
                  <a:pt x="10259568" y="36576"/>
                </a:cubicBezTo>
                <a:cubicBezTo>
                  <a:pt x="9845595" y="-5807"/>
                  <a:pt x="9733074" y="59393"/>
                  <a:pt x="9573768" y="36576"/>
                </a:cubicBezTo>
                <a:cubicBezTo>
                  <a:pt x="9414462" y="13759"/>
                  <a:pt x="9555544" y="36473"/>
                  <a:pt x="9546336" y="36576"/>
                </a:cubicBezTo>
                <a:cubicBezTo>
                  <a:pt x="9537128" y="36679"/>
                  <a:pt x="8966343" y="25197"/>
                  <a:pt x="8641080" y="36576"/>
                </a:cubicBezTo>
                <a:cubicBezTo>
                  <a:pt x="8315817" y="47955"/>
                  <a:pt x="8340016" y="17323"/>
                  <a:pt x="8174736" y="36576"/>
                </a:cubicBezTo>
                <a:cubicBezTo>
                  <a:pt x="8009456" y="55829"/>
                  <a:pt x="7277736" y="27510"/>
                  <a:pt x="7050024" y="36576"/>
                </a:cubicBezTo>
                <a:cubicBezTo>
                  <a:pt x="6822312" y="45642"/>
                  <a:pt x="7033761" y="37384"/>
                  <a:pt x="7022592" y="36576"/>
                </a:cubicBezTo>
                <a:cubicBezTo>
                  <a:pt x="7011423" y="35768"/>
                  <a:pt x="6523471" y="22547"/>
                  <a:pt x="6117336" y="36576"/>
                </a:cubicBezTo>
                <a:cubicBezTo>
                  <a:pt x="5711201" y="50605"/>
                  <a:pt x="5866816" y="21657"/>
                  <a:pt x="5650992" y="36576"/>
                </a:cubicBezTo>
                <a:cubicBezTo>
                  <a:pt x="5435168" y="51495"/>
                  <a:pt x="5142184" y="50113"/>
                  <a:pt x="4745736" y="36576"/>
                </a:cubicBezTo>
                <a:cubicBezTo>
                  <a:pt x="4349288" y="23039"/>
                  <a:pt x="4567465" y="35506"/>
                  <a:pt x="4498848" y="36576"/>
                </a:cubicBezTo>
                <a:cubicBezTo>
                  <a:pt x="4430231" y="37646"/>
                  <a:pt x="4316854" y="42140"/>
                  <a:pt x="4251960" y="36576"/>
                </a:cubicBezTo>
                <a:cubicBezTo>
                  <a:pt x="4187066" y="31012"/>
                  <a:pt x="4006963" y="35461"/>
                  <a:pt x="3785616" y="36576"/>
                </a:cubicBezTo>
                <a:cubicBezTo>
                  <a:pt x="3564269" y="37691"/>
                  <a:pt x="3513429" y="13694"/>
                  <a:pt x="3319272" y="36576"/>
                </a:cubicBezTo>
                <a:cubicBezTo>
                  <a:pt x="3125115" y="59458"/>
                  <a:pt x="2634641" y="25517"/>
                  <a:pt x="2414016" y="36576"/>
                </a:cubicBezTo>
                <a:cubicBezTo>
                  <a:pt x="2193391" y="47635"/>
                  <a:pt x="2395840" y="37250"/>
                  <a:pt x="2386584" y="36576"/>
                </a:cubicBezTo>
                <a:cubicBezTo>
                  <a:pt x="2377328" y="35902"/>
                  <a:pt x="1545536" y="28507"/>
                  <a:pt x="1261872" y="36576"/>
                </a:cubicBezTo>
                <a:cubicBezTo>
                  <a:pt x="978208" y="44645"/>
                  <a:pt x="1242837" y="35250"/>
                  <a:pt x="1234440" y="36576"/>
                </a:cubicBezTo>
                <a:cubicBezTo>
                  <a:pt x="1226043" y="37902"/>
                  <a:pt x="282424" y="83210"/>
                  <a:pt x="0" y="36576"/>
                </a:cubicBezTo>
                <a:cubicBezTo>
                  <a:pt x="476" y="24480"/>
                  <a:pt x="-366" y="10102"/>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4E176928-664D-43A3-8D86-992D663F05A3}"/>
              </a:ext>
            </a:extLst>
          </p:cNvPr>
          <p:cNvSpPr>
            <a:spLocks noGrp="1"/>
          </p:cNvSpPr>
          <p:nvPr>
            <p:ph idx="4294967295"/>
          </p:nvPr>
        </p:nvSpPr>
        <p:spPr>
          <a:xfrm>
            <a:off x="1144986" y="4142632"/>
            <a:ext cx="13427104" cy="8238344"/>
          </a:xfrm>
        </p:spPr>
        <p:txBody>
          <a:bodyPr vert="horz" lIns="91440" tIns="45720" rIns="91440" bIns="45720" rtlCol="0" anchor="t">
            <a:normAutofit/>
          </a:bodyPr>
          <a:lstStyle/>
          <a:p>
            <a:pPr indent="-228600" defTabSz="914400"/>
            <a:r>
              <a:rPr lang="en-US" sz="4400" dirty="0" err="1"/>
              <a:t>Denegacion</a:t>
            </a:r>
            <a:r>
              <a:rPr lang="en-US" sz="4400" dirty="0"/>
              <a:t> de </a:t>
            </a:r>
            <a:r>
              <a:rPr lang="en-US" sz="4400" dirty="0" err="1"/>
              <a:t>servicios</a:t>
            </a:r>
            <a:r>
              <a:rPr lang="en-US" sz="4400" dirty="0"/>
              <a:t> (Dos o </a:t>
            </a:r>
            <a:r>
              <a:rPr lang="en-US" sz="4400" dirty="0" err="1"/>
              <a:t>Ddos</a:t>
            </a:r>
            <a:r>
              <a:rPr lang="en-US" sz="4400" dirty="0"/>
              <a:t>)</a:t>
            </a:r>
          </a:p>
          <a:p>
            <a:pPr indent="-228600" defTabSz="914400"/>
            <a:r>
              <a:rPr lang="en-US" sz="4400" dirty="0"/>
              <a:t>Man in the middle</a:t>
            </a:r>
          </a:p>
          <a:p>
            <a:pPr indent="-228600" defTabSz="914400"/>
            <a:r>
              <a:rPr lang="en-US" sz="4400" dirty="0" err="1"/>
              <a:t>Inyección</a:t>
            </a:r>
            <a:r>
              <a:rPr lang="en-US" sz="4400" dirty="0"/>
              <a:t> SQL.</a:t>
            </a:r>
          </a:p>
        </p:txBody>
      </p:sp>
      <p:pic>
        <p:nvPicPr>
          <p:cNvPr id="4" name="Google Shape;135;p8" descr="Cómo protegerse de los virus, piratas informáticos y demás ataques? |  Tecnología - ComputerHoy.com">
            <a:extLst>
              <a:ext uri="{FF2B5EF4-FFF2-40B4-BE49-F238E27FC236}">
                <a16:creationId xmlns:a16="http://schemas.microsoft.com/office/drawing/2014/main" id="{E2A6A9D4-29FD-FCF2-9DAE-D3729CA07E13}"/>
              </a:ext>
            </a:extLst>
          </p:cNvPr>
          <p:cNvPicPr preferRelativeResize="0"/>
          <p:nvPr/>
        </p:nvPicPr>
        <p:blipFill rotWithShape="1">
          <a:blip r:embed="rId2"/>
          <a:srcRect l="20442" r="15538" b="1"/>
          <a:stretch/>
        </p:blipFill>
        <p:spPr>
          <a:xfrm>
            <a:off x="15351316" y="4187952"/>
            <a:ext cx="7882128" cy="8193024"/>
          </a:xfrm>
          <a:prstGeom prst="rect">
            <a:avLst/>
          </a:prstGeom>
          <a:noFill/>
        </p:spPr>
      </p:pic>
    </p:spTree>
    <p:extLst>
      <p:ext uri="{BB962C8B-B14F-4D97-AF65-F5344CB8AC3E}">
        <p14:creationId xmlns:p14="http://schemas.microsoft.com/office/powerpoint/2010/main" val="27613757"/>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487" name="Rectangle 20486">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35AFD52F-49DC-4892-B594-A4E70CA08E79}"/>
              </a:ext>
            </a:extLst>
          </p:cNvPr>
          <p:cNvSpPr>
            <a:spLocks noGrp="1"/>
          </p:cNvSpPr>
          <p:nvPr>
            <p:ph type="title"/>
          </p:nvPr>
        </p:nvSpPr>
        <p:spPr>
          <a:xfrm>
            <a:off x="1280160" y="658368"/>
            <a:ext cx="13789152" cy="3566160"/>
          </a:xfrm>
        </p:spPr>
        <p:txBody>
          <a:bodyPr anchor="b">
            <a:normAutofit/>
          </a:bodyPr>
          <a:lstStyle/>
          <a:p>
            <a:r>
              <a:rPr lang="es-ES" sz="10800" b="1" dirty="0"/>
              <a:t>Denegaciones de servicios</a:t>
            </a:r>
          </a:p>
        </p:txBody>
      </p:sp>
      <p:sp>
        <p:nvSpPr>
          <p:cNvPr id="20489"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0B428EDC-5A66-4CF8-9545-6CC054B8EBF4}"/>
              </a:ext>
            </a:extLst>
          </p:cNvPr>
          <p:cNvSpPr>
            <a:spLocks noGrp="1"/>
          </p:cNvSpPr>
          <p:nvPr>
            <p:ph idx="1"/>
          </p:nvPr>
        </p:nvSpPr>
        <p:spPr>
          <a:xfrm>
            <a:off x="1280160" y="5413248"/>
            <a:ext cx="13789152" cy="6967728"/>
          </a:xfrm>
        </p:spPr>
        <p:style>
          <a:lnRef idx="2">
            <a:schemeClr val="accent5"/>
          </a:lnRef>
          <a:fillRef idx="1">
            <a:schemeClr val="lt1"/>
          </a:fillRef>
          <a:effectRef idx="0">
            <a:schemeClr val="accent5"/>
          </a:effectRef>
          <a:fontRef idx="minor">
            <a:schemeClr val="dk1"/>
          </a:fontRef>
        </p:style>
        <p:txBody>
          <a:bodyPr>
            <a:normAutofit/>
          </a:bodyPr>
          <a:lstStyle/>
          <a:p>
            <a:r>
              <a:rPr lang="es-ES" sz="3700" b="0" i="0" dirty="0">
                <a:effectLst/>
                <a:latin typeface="arial" panose="020B0604020202020204" pitchFamily="34" charset="0"/>
              </a:rPr>
              <a:t>En seguridad informática, un ataque de denegación de servicio, llamado también ataque </a:t>
            </a:r>
            <a:r>
              <a:rPr lang="es-ES" sz="3700" b="1" i="0" dirty="0">
                <a:effectLst/>
                <a:latin typeface="arial" panose="020B0604020202020204" pitchFamily="34" charset="0"/>
              </a:rPr>
              <a:t>DoS</a:t>
            </a:r>
            <a:r>
              <a:rPr lang="es-ES" sz="3700" b="0" i="0" dirty="0">
                <a:effectLst/>
                <a:latin typeface="arial" panose="020B0604020202020204" pitchFamily="34" charset="0"/>
              </a:rPr>
              <a:t>, es un ataque a un sistema de computadoras o red que causa que un servicio o recurso sea inaccesible a los usuarios legítimos. </a:t>
            </a:r>
          </a:p>
          <a:p>
            <a:br>
              <a:rPr lang="es-ES" sz="3700" dirty="0"/>
            </a:br>
            <a:r>
              <a:rPr lang="es-ES" sz="3700" b="0" i="0" dirty="0">
                <a:effectLst/>
                <a:latin typeface="arial" panose="020B0604020202020204" pitchFamily="34" charset="0"/>
              </a:rPr>
              <a:t>Un </a:t>
            </a:r>
            <a:r>
              <a:rPr lang="es-ES" sz="3700" b="1" i="0" dirty="0">
                <a:effectLst/>
                <a:latin typeface="arial" panose="020B0604020202020204" pitchFamily="34" charset="0"/>
              </a:rPr>
              <a:t>ataque </a:t>
            </a:r>
            <a:r>
              <a:rPr lang="es-ES" sz="3700" b="1" i="0" dirty="0" err="1">
                <a:effectLst/>
                <a:latin typeface="arial" panose="020B0604020202020204" pitchFamily="34" charset="0"/>
              </a:rPr>
              <a:t>DDoS</a:t>
            </a:r>
            <a:r>
              <a:rPr lang="es-ES" sz="3700" b="0" i="0" dirty="0">
                <a:effectLst/>
                <a:latin typeface="arial" panose="020B0604020202020204" pitchFamily="34" charset="0"/>
              </a:rPr>
              <a:t> tiene como objetivo inhabilitar un servidor, un servicio o una infraestructura. ... Durante un </a:t>
            </a:r>
            <a:r>
              <a:rPr lang="es-ES" sz="3700" b="1" i="0" dirty="0">
                <a:effectLst/>
                <a:latin typeface="arial" panose="020B0604020202020204" pitchFamily="34" charset="0"/>
              </a:rPr>
              <a:t>ataque </a:t>
            </a:r>
            <a:r>
              <a:rPr lang="es-ES" sz="3700" b="1" i="0" dirty="0" err="1">
                <a:effectLst/>
                <a:latin typeface="arial" panose="020B0604020202020204" pitchFamily="34" charset="0"/>
              </a:rPr>
              <a:t>DDoS</a:t>
            </a:r>
            <a:r>
              <a:rPr lang="es-ES" sz="3700" b="0" i="0" dirty="0">
                <a:effectLst/>
                <a:latin typeface="arial" panose="020B0604020202020204" pitchFamily="34" charset="0"/>
              </a:rPr>
              <a:t>, se envían simultáneamente múltiples solicitudes desde distintos puntos de la red. La intensidad de este «fuego cruzado» compromete la estabilidad, y, en ocasiones, la disponibilidad del servicio.</a:t>
            </a:r>
          </a:p>
        </p:txBody>
      </p:sp>
      <p:pic>
        <p:nvPicPr>
          <p:cNvPr id="4" name="Google Shape;135;p8" descr="Cómo protegerse de los virus, piratas informáticos y demás ataques? |  Tecnología - ComputerHoy.com">
            <a:extLst>
              <a:ext uri="{FF2B5EF4-FFF2-40B4-BE49-F238E27FC236}">
                <a16:creationId xmlns:a16="http://schemas.microsoft.com/office/drawing/2014/main" id="{B8D4ADFD-1A79-EF57-58CE-950223B7DD98}"/>
              </a:ext>
            </a:extLst>
          </p:cNvPr>
          <p:cNvPicPr preferRelativeResize="0"/>
          <p:nvPr/>
        </p:nvPicPr>
        <p:blipFill rotWithShape="1">
          <a:blip r:embed="rId2"/>
          <a:stretch/>
        </p:blipFill>
        <p:spPr>
          <a:xfrm>
            <a:off x="15727680" y="1417057"/>
            <a:ext cx="8028432" cy="5342556"/>
          </a:xfrm>
          <a:prstGeom prst="rect">
            <a:avLst/>
          </a:prstGeom>
          <a:noFill/>
        </p:spPr>
      </p:pic>
      <p:pic>
        <p:nvPicPr>
          <p:cNvPr id="20482" name="Picture 2" descr="Estafa, Suplantación De Identidad">
            <a:extLst>
              <a:ext uri="{FF2B5EF4-FFF2-40B4-BE49-F238E27FC236}">
                <a16:creationId xmlns:a16="http://schemas.microsoft.com/office/drawing/2014/main" id="{FDB1EF1C-1040-48E9-BEF7-75C9A496930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5971415" y="8158386"/>
            <a:ext cx="7504386" cy="43525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71250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DE294E5-0985-9622-64B9-7BFCE89E52E8}"/>
              </a:ext>
            </a:extLst>
          </p:cNvPr>
          <p:cNvSpPr>
            <a:spLocks noGrp="1"/>
          </p:cNvSpPr>
          <p:nvPr>
            <p:ph type="title" idx="4294967295"/>
          </p:nvPr>
        </p:nvSpPr>
        <p:spPr>
          <a:xfrm>
            <a:off x="1280160" y="658368"/>
            <a:ext cx="13789152" cy="3566160"/>
          </a:xfrm>
        </p:spPr>
        <p:txBody>
          <a:bodyPr vert="horz" lIns="91440" tIns="45720" rIns="91440" bIns="45720" rtlCol="0" anchor="b">
            <a:normAutofit/>
          </a:bodyPr>
          <a:lstStyle/>
          <a:p>
            <a:pPr defTabSz="914400"/>
            <a:r>
              <a:rPr lang="en-US" sz="10800" b="1" dirty="0"/>
              <a:t>ATAQUE</a:t>
            </a:r>
            <a:r>
              <a:rPr lang="en-US" sz="10800" dirty="0"/>
              <a:t> </a:t>
            </a:r>
            <a:r>
              <a:rPr lang="en-US" sz="10800" b="1" dirty="0"/>
              <a:t>MAN IN THE MIDDLE</a:t>
            </a:r>
          </a:p>
        </p:txBody>
      </p:sp>
      <p:sp>
        <p:nvSpPr>
          <p:cNvPr id="14"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17904" y="4791456"/>
            <a:ext cx="8487178" cy="36576"/>
          </a:xfrm>
          <a:custGeom>
            <a:avLst/>
            <a:gdLst>
              <a:gd name="csX0" fmla="*/ 0 w 8487178"/>
              <a:gd name="csY0" fmla="*/ 0 h 36576"/>
              <a:gd name="csX1" fmla="*/ 737732 w 8487178"/>
              <a:gd name="csY1" fmla="*/ 0 h 36576"/>
              <a:gd name="csX2" fmla="*/ 1560335 w 8487178"/>
              <a:gd name="csY2" fmla="*/ 0 h 36576"/>
              <a:gd name="csX3" fmla="*/ 1958580 w 8487178"/>
              <a:gd name="csY3" fmla="*/ 0 h 36576"/>
              <a:gd name="csX4" fmla="*/ 2526568 w 8487178"/>
              <a:gd name="csY4" fmla="*/ 0 h 36576"/>
              <a:gd name="csX5" fmla="*/ 2924812 w 8487178"/>
              <a:gd name="csY5" fmla="*/ 0 h 36576"/>
              <a:gd name="csX6" fmla="*/ 3577672 w 8487178"/>
              <a:gd name="csY6" fmla="*/ 0 h 36576"/>
              <a:gd name="csX7" fmla="*/ 4145660 w 8487178"/>
              <a:gd name="csY7" fmla="*/ 0 h 36576"/>
              <a:gd name="csX8" fmla="*/ 4883392 w 8487178"/>
              <a:gd name="csY8" fmla="*/ 0 h 36576"/>
              <a:gd name="csX9" fmla="*/ 5705995 w 8487178"/>
              <a:gd name="csY9" fmla="*/ 0 h 36576"/>
              <a:gd name="csX10" fmla="*/ 6358855 w 8487178"/>
              <a:gd name="csY10" fmla="*/ 0 h 36576"/>
              <a:gd name="csX11" fmla="*/ 7181458 w 8487178"/>
              <a:gd name="csY11" fmla="*/ 0 h 36576"/>
              <a:gd name="csX12" fmla="*/ 7834318 w 8487178"/>
              <a:gd name="csY12" fmla="*/ 0 h 36576"/>
              <a:gd name="csX13" fmla="*/ 8487178 w 8487178"/>
              <a:gd name="csY13" fmla="*/ 0 h 36576"/>
              <a:gd name="csX14" fmla="*/ 8487178 w 8487178"/>
              <a:gd name="csY14" fmla="*/ 36576 h 36576"/>
              <a:gd name="csX15" fmla="*/ 7834318 w 8487178"/>
              <a:gd name="csY15" fmla="*/ 36576 h 36576"/>
              <a:gd name="csX16" fmla="*/ 7351202 w 8487178"/>
              <a:gd name="csY16" fmla="*/ 36576 h 36576"/>
              <a:gd name="csX17" fmla="*/ 6952957 w 8487178"/>
              <a:gd name="csY17" fmla="*/ 36576 h 36576"/>
              <a:gd name="csX18" fmla="*/ 6384969 w 8487178"/>
              <a:gd name="csY18" fmla="*/ 36576 h 36576"/>
              <a:gd name="csX19" fmla="*/ 5732109 w 8487178"/>
              <a:gd name="csY19" fmla="*/ 36576 h 36576"/>
              <a:gd name="csX20" fmla="*/ 5164121 w 8487178"/>
              <a:gd name="csY20" fmla="*/ 36576 h 36576"/>
              <a:gd name="csX21" fmla="*/ 4681005 w 8487178"/>
              <a:gd name="csY21" fmla="*/ 36576 h 36576"/>
              <a:gd name="csX22" fmla="*/ 3858402 w 8487178"/>
              <a:gd name="csY22" fmla="*/ 36576 h 36576"/>
              <a:gd name="csX23" fmla="*/ 3205542 w 8487178"/>
              <a:gd name="csY23" fmla="*/ 36576 h 36576"/>
              <a:gd name="csX24" fmla="*/ 2467810 w 8487178"/>
              <a:gd name="csY24" fmla="*/ 36576 h 36576"/>
              <a:gd name="csX25" fmla="*/ 2069566 w 8487178"/>
              <a:gd name="csY25" fmla="*/ 36576 h 36576"/>
              <a:gd name="csX26" fmla="*/ 1586449 w 8487178"/>
              <a:gd name="csY26" fmla="*/ 36576 h 36576"/>
              <a:gd name="csX27" fmla="*/ 933590 w 8487178"/>
              <a:gd name="csY27" fmla="*/ 36576 h 36576"/>
              <a:gd name="csX28" fmla="*/ 0 w 8487178"/>
              <a:gd name="csY28" fmla="*/ 36576 h 36576"/>
              <a:gd name="csX29" fmla="*/ 0 w 8487178"/>
              <a:gd name="csY29"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487178" h="36576" fill="none" extrusionOk="0">
                <a:moveTo>
                  <a:pt x="0" y="0"/>
                </a:moveTo>
                <a:cubicBezTo>
                  <a:pt x="158648" y="-23080"/>
                  <a:pt x="414015" y="33691"/>
                  <a:pt x="737732" y="0"/>
                </a:cubicBezTo>
                <a:cubicBezTo>
                  <a:pt x="1061449" y="-33691"/>
                  <a:pt x="1348785" y="-6923"/>
                  <a:pt x="1560335" y="0"/>
                </a:cubicBezTo>
                <a:cubicBezTo>
                  <a:pt x="1771885" y="6923"/>
                  <a:pt x="1874673" y="6083"/>
                  <a:pt x="1958580" y="0"/>
                </a:cubicBezTo>
                <a:cubicBezTo>
                  <a:pt x="2042488" y="-6083"/>
                  <a:pt x="2411773" y="5497"/>
                  <a:pt x="2526568" y="0"/>
                </a:cubicBezTo>
                <a:cubicBezTo>
                  <a:pt x="2641363" y="-5497"/>
                  <a:pt x="2769955" y="14545"/>
                  <a:pt x="2924812" y="0"/>
                </a:cubicBezTo>
                <a:cubicBezTo>
                  <a:pt x="3079669" y="-14545"/>
                  <a:pt x="3398796" y="-305"/>
                  <a:pt x="3577672" y="0"/>
                </a:cubicBezTo>
                <a:cubicBezTo>
                  <a:pt x="3756548" y="305"/>
                  <a:pt x="4010524" y="-19439"/>
                  <a:pt x="4145660" y="0"/>
                </a:cubicBezTo>
                <a:cubicBezTo>
                  <a:pt x="4280796" y="19439"/>
                  <a:pt x="4519168" y="18856"/>
                  <a:pt x="4883392" y="0"/>
                </a:cubicBezTo>
                <a:cubicBezTo>
                  <a:pt x="5247616" y="-18856"/>
                  <a:pt x="5354959" y="-20344"/>
                  <a:pt x="5705995" y="0"/>
                </a:cubicBezTo>
                <a:cubicBezTo>
                  <a:pt x="6057031" y="20344"/>
                  <a:pt x="6165300" y="31467"/>
                  <a:pt x="6358855" y="0"/>
                </a:cubicBezTo>
                <a:cubicBezTo>
                  <a:pt x="6552410" y="-31467"/>
                  <a:pt x="6791945" y="-470"/>
                  <a:pt x="7181458" y="0"/>
                </a:cubicBezTo>
                <a:cubicBezTo>
                  <a:pt x="7570971" y="470"/>
                  <a:pt x="7589420" y="-27923"/>
                  <a:pt x="7834318" y="0"/>
                </a:cubicBezTo>
                <a:cubicBezTo>
                  <a:pt x="8079216" y="27923"/>
                  <a:pt x="8244660" y="-28188"/>
                  <a:pt x="8487178" y="0"/>
                </a:cubicBezTo>
                <a:cubicBezTo>
                  <a:pt x="8487756" y="9299"/>
                  <a:pt x="8487778" y="26774"/>
                  <a:pt x="8487178" y="36576"/>
                </a:cubicBezTo>
                <a:cubicBezTo>
                  <a:pt x="8193354" y="68129"/>
                  <a:pt x="8121938" y="60994"/>
                  <a:pt x="7834318" y="36576"/>
                </a:cubicBezTo>
                <a:cubicBezTo>
                  <a:pt x="7546698" y="12158"/>
                  <a:pt x="7507615" y="29628"/>
                  <a:pt x="7351202" y="36576"/>
                </a:cubicBezTo>
                <a:cubicBezTo>
                  <a:pt x="7194789" y="43524"/>
                  <a:pt x="7096566" y="31598"/>
                  <a:pt x="6952957" y="36576"/>
                </a:cubicBezTo>
                <a:cubicBezTo>
                  <a:pt x="6809349" y="41554"/>
                  <a:pt x="6510534" y="54733"/>
                  <a:pt x="6384969" y="36576"/>
                </a:cubicBezTo>
                <a:cubicBezTo>
                  <a:pt x="6259404" y="18419"/>
                  <a:pt x="5956387" y="64521"/>
                  <a:pt x="5732109" y="36576"/>
                </a:cubicBezTo>
                <a:cubicBezTo>
                  <a:pt x="5507831" y="8631"/>
                  <a:pt x="5425540" y="32239"/>
                  <a:pt x="5164121" y="36576"/>
                </a:cubicBezTo>
                <a:cubicBezTo>
                  <a:pt x="4902702" y="40913"/>
                  <a:pt x="4815733" y="45661"/>
                  <a:pt x="4681005" y="36576"/>
                </a:cubicBezTo>
                <a:cubicBezTo>
                  <a:pt x="4546277" y="27491"/>
                  <a:pt x="4111650" y="24454"/>
                  <a:pt x="3858402" y="36576"/>
                </a:cubicBezTo>
                <a:cubicBezTo>
                  <a:pt x="3605154" y="48698"/>
                  <a:pt x="3355682" y="45487"/>
                  <a:pt x="3205542" y="36576"/>
                </a:cubicBezTo>
                <a:cubicBezTo>
                  <a:pt x="3055402" y="27665"/>
                  <a:pt x="2716580" y="64954"/>
                  <a:pt x="2467810" y="36576"/>
                </a:cubicBezTo>
                <a:cubicBezTo>
                  <a:pt x="2219040" y="8198"/>
                  <a:pt x="2149690" y="30867"/>
                  <a:pt x="2069566" y="36576"/>
                </a:cubicBezTo>
                <a:cubicBezTo>
                  <a:pt x="1989442" y="42285"/>
                  <a:pt x="1703335" y="42806"/>
                  <a:pt x="1586449" y="36576"/>
                </a:cubicBezTo>
                <a:cubicBezTo>
                  <a:pt x="1469563" y="30346"/>
                  <a:pt x="1212036" y="34821"/>
                  <a:pt x="933590" y="36576"/>
                </a:cubicBezTo>
                <a:cubicBezTo>
                  <a:pt x="655144" y="38331"/>
                  <a:pt x="215255" y="74183"/>
                  <a:pt x="0" y="36576"/>
                </a:cubicBezTo>
                <a:cubicBezTo>
                  <a:pt x="-516" y="20544"/>
                  <a:pt x="1802" y="17140"/>
                  <a:pt x="0" y="0"/>
                </a:cubicBezTo>
                <a:close/>
              </a:path>
              <a:path w="8487178" h="36576" stroke="0" extrusionOk="0">
                <a:moveTo>
                  <a:pt x="0" y="0"/>
                </a:moveTo>
                <a:cubicBezTo>
                  <a:pt x="141875" y="16416"/>
                  <a:pt x="317987" y="-14018"/>
                  <a:pt x="483116" y="0"/>
                </a:cubicBezTo>
                <a:cubicBezTo>
                  <a:pt x="648245" y="14018"/>
                  <a:pt x="704570" y="5647"/>
                  <a:pt x="881361" y="0"/>
                </a:cubicBezTo>
                <a:cubicBezTo>
                  <a:pt x="1058153" y="-5647"/>
                  <a:pt x="1211393" y="2543"/>
                  <a:pt x="1364477" y="0"/>
                </a:cubicBezTo>
                <a:cubicBezTo>
                  <a:pt x="1517561" y="-2543"/>
                  <a:pt x="1713772" y="-6752"/>
                  <a:pt x="2017337" y="0"/>
                </a:cubicBezTo>
                <a:cubicBezTo>
                  <a:pt x="2320902" y="6752"/>
                  <a:pt x="2535852" y="27273"/>
                  <a:pt x="2755069" y="0"/>
                </a:cubicBezTo>
                <a:cubicBezTo>
                  <a:pt x="2974286" y="-27273"/>
                  <a:pt x="3322220" y="-6972"/>
                  <a:pt x="3577672" y="0"/>
                </a:cubicBezTo>
                <a:cubicBezTo>
                  <a:pt x="3833124" y="6972"/>
                  <a:pt x="4082700" y="-30587"/>
                  <a:pt x="4400275" y="0"/>
                </a:cubicBezTo>
                <a:cubicBezTo>
                  <a:pt x="4717850" y="30587"/>
                  <a:pt x="4848568" y="-17249"/>
                  <a:pt x="4968263" y="0"/>
                </a:cubicBezTo>
                <a:cubicBezTo>
                  <a:pt x="5087958" y="17249"/>
                  <a:pt x="5447087" y="18553"/>
                  <a:pt x="5705995" y="0"/>
                </a:cubicBezTo>
                <a:cubicBezTo>
                  <a:pt x="5964903" y="-18553"/>
                  <a:pt x="6211105" y="-17498"/>
                  <a:pt x="6358855" y="0"/>
                </a:cubicBezTo>
                <a:cubicBezTo>
                  <a:pt x="6506605" y="17498"/>
                  <a:pt x="6655586" y="-15953"/>
                  <a:pt x="6926843" y="0"/>
                </a:cubicBezTo>
                <a:cubicBezTo>
                  <a:pt x="7198100" y="15953"/>
                  <a:pt x="7439942" y="-28058"/>
                  <a:pt x="7664575" y="0"/>
                </a:cubicBezTo>
                <a:cubicBezTo>
                  <a:pt x="7889208" y="28058"/>
                  <a:pt x="8244819" y="-11603"/>
                  <a:pt x="8487178" y="0"/>
                </a:cubicBezTo>
                <a:cubicBezTo>
                  <a:pt x="8486954" y="11559"/>
                  <a:pt x="8486570" y="21146"/>
                  <a:pt x="8487178" y="36576"/>
                </a:cubicBezTo>
                <a:cubicBezTo>
                  <a:pt x="8363638" y="18444"/>
                  <a:pt x="8225194" y="49967"/>
                  <a:pt x="8004062" y="36576"/>
                </a:cubicBezTo>
                <a:cubicBezTo>
                  <a:pt x="7782930" y="23185"/>
                  <a:pt x="7442338" y="64256"/>
                  <a:pt x="7181458" y="36576"/>
                </a:cubicBezTo>
                <a:cubicBezTo>
                  <a:pt x="6920578" y="8896"/>
                  <a:pt x="6812793" y="31551"/>
                  <a:pt x="6698342" y="36576"/>
                </a:cubicBezTo>
                <a:cubicBezTo>
                  <a:pt x="6583891" y="41601"/>
                  <a:pt x="6260356" y="9334"/>
                  <a:pt x="5960610" y="36576"/>
                </a:cubicBezTo>
                <a:cubicBezTo>
                  <a:pt x="5660864" y="63818"/>
                  <a:pt x="5663756" y="35872"/>
                  <a:pt x="5562366" y="36576"/>
                </a:cubicBezTo>
                <a:cubicBezTo>
                  <a:pt x="5460976" y="37280"/>
                  <a:pt x="5069820" y="22312"/>
                  <a:pt x="4909506" y="36576"/>
                </a:cubicBezTo>
                <a:cubicBezTo>
                  <a:pt x="4749192" y="50840"/>
                  <a:pt x="4551078" y="46187"/>
                  <a:pt x="4426390" y="36576"/>
                </a:cubicBezTo>
                <a:cubicBezTo>
                  <a:pt x="4301702" y="26965"/>
                  <a:pt x="3916782" y="59932"/>
                  <a:pt x="3603786" y="36576"/>
                </a:cubicBezTo>
                <a:cubicBezTo>
                  <a:pt x="3290790" y="13220"/>
                  <a:pt x="3382822" y="52886"/>
                  <a:pt x="3205542" y="36576"/>
                </a:cubicBezTo>
                <a:cubicBezTo>
                  <a:pt x="3028262" y="20266"/>
                  <a:pt x="2723637" y="9596"/>
                  <a:pt x="2552682" y="36576"/>
                </a:cubicBezTo>
                <a:cubicBezTo>
                  <a:pt x="2381727" y="63556"/>
                  <a:pt x="2306903" y="19145"/>
                  <a:pt x="2154437" y="36576"/>
                </a:cubicBezTo>
                <a:cubicBezTo>
                  <a:pt x="2001972" y="54007"/>
                  <a:pt x="1880716" y="55934"/>
                  <a:pt x="1671321" y="36576"/>
                </a:cubicBezTo>
                <a:cubicBezTo>
                  <a:pt x="1461926" y="17218"/>
                  <a:pt x="1116754" y="69031"/>
                  <a:pt x="933590" y="36576"/>
                </a:cubicBezTo>
                <a:cubicBezTo>
                  <a:pt x="750426" y="4121"/>
                  <a:pt x="234904" y="7568"/>
                  <a:pt x="0" y="36576"/>
                </a:cubicBezTo>
                <a:cubicBezTo>
                  <a:pt x="-299" y="20797"/>
                  <a:pt x="-1602" y="1003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E0C2A246-77B6-3277-5E4D-30BB4AEA5926}"/>
              </a:ext>
            </a:extLst>
          </p:cNvPr>
          <p:cNvSpPr>
            <a:spLocks noGrp="1"/>
          </p:cNvSpPr>
          <p:nvPr>
            <p:ph idx="4294967295"/>
          </p:nvPr>
        </p:nvSpPr>
        <p:spPr>
          <a:xfrm>
            <a:off x="1280160" y="5413248"/>
            <a:ext cx="13789152" cy="6967728"/>
          </a:xfrm>
        </p:spPr>
        <p:txBody>
          <a:bodyPr vert="horz" lIns="91440" tIns="45720" rIns="91440" bIns="45720" rtlCol="0">
            <a:normAutofit/>
          </a:bodyPr>
          <a:lstStyle/>
          <a:p>
            <a:pPr indent="-228600" defTabSz="914400"/>
            <a:r>
              <a:rPr lang="en-US" sz="4400" dirty="0"/>
              <a:t>Por </a:t>
            </a:r>
            <a:r>
              <a:rPr lang="en-US" sz="4400" dirty="0" err="1"/>
              <a:t>otro</a:t>
            </a:r>
            <a:r>
              <a:rPr lang="en-US" sz="4400" dirty="0"/>
              <a:t> </a:t>
            </a:r>
            <a:r>
              <a:rPr lang="en-US" sz="4400" dirty="0" err="1"/>
              <a:t>lado</a:t>
            </a:r>
            <a:r>
              <a:rPr lang="en-US" sz="4400" dirty="0"/>
              <a:t>, un </a:t>
            </a:r>
            <a:r>
              <a:rPr lang="en-US" sz="4400" dirty="0" err="1"/>
              <a:t>ataque</a:t>
            </a:r>
            <a:r>
              <a:rPr lang="en-US" sz="4400" dirty="0"/>
              <a:t> de MitM es un </a:t>
            </a:r>
            <a:r>
              <a:rPr lang="en-US" sz="4400" dirty="0" err="1"/>
              <a:t>tipo</a:t>
            </a:r>
            <a:r>
              <a:rPr lang="en-US" sz="4400" dirty="0"/>
              <a:t> de </a:t>
            </a:r>
            <a:r>
              <a:rPr lang="en-US" sz="4400" dirty="0" err="1"/>
              <a:t>ataque</a:t>
            </a:r>
            <a:r>
              <a:rPr lang="en-US" sz="4400" dirty="0"/>
              <a:t> </a:t>
            </a:r>
            <a:r>
              <a:rPr lang="en-US" sz="4400" dirty="0" err="1"/>
              <a:t>en</a:t>
            </a:r>
            <a:r>
              <a:rPr lang="en-US" sz="4400" dirty="0"/>
              <a:t> </a:t>
            </a:r>
            <a:r>
              <a:rPr lang="en-US" sz="4400" dirty="0" err="1"/>
              <a:t>el</a:t>
            </a:r>
            <a:r>
              <a:rPr lang="en-US" sz="4400" dirty="0"/>
              <a:t> que un </a:t>
            </a:r>
            <a:r>
              <a:rPr lang="en-US" sz="4400" dirty="0" err="1"/>
              <a:t>atacante</a:t>
            </a:r>
            <a:r>
              <a:rPr lang="en-US" sz="4400" dirty="0"/>
              <a:t> </a:t>
            </a:r>
            <a:r>
              <a:rPr lang="en-US" sz="4400" dirty="0" err="1"/>
              <a:t>intercepta</a:t>
            </a:r>
            <a:r>
              <a:rPr lang="en-US" sz="4400" dirty="0"/>
              <a:t> la </a:t>
            </a:r>
            <a:r>
              <a:rPr lang="en-US" sz="4400" dirty="0" err="1"/>
              <a:t>comunicación</a:t>
            </a:r>
            <a:r>
              <a:rPr lang="en-US" sz="4400" dirty="0"/>
              <a:t> entre dos partes </a:t>
            </a:r>
            <a:r>
              <a:rPr lang="en-US" sz="4400" dirty="0" err="1"/>
              <a:t>legítimas</a:t>
            </a:r>
            <a:r>
              <a:rPr lang="en-US" sz="4400" dirty="0"/>
              <a:t>, para </a:t>
            </a:r>
            <a:r>
              <a:rPr lang="en-US" sz="4400" dirty="0" err="1"/>
              <a:t>monitorear</a:t>
            </a:r>
            <a:r>
              <a:rPr lang="en-US" sz="4400" dirty="0"/>
              <a:t>, manipular o </a:t>
            </a:r>
            <a:r>
              <a:rPr lang="en-US" sz="4400" dirty="0" err="1"/>
              <a:t>inyectar</a:t>
            </a:r>
            <a:r>
              <a:rPr lang="en-US" sz="4400" dirty="0"/>
              <a:t> </a:t>
            </a:r>
            <a:r>
              <a:rPr lang="en-US" sz="4400" dirty="0" err="1"/>
              <a:t>información</a:t>
            </a:r>
            <a:r>
              <a:rPr lang="en-US" sz="4400" dirty="0"/>
              <a:t> </a:t>
            </a:r>
            <a:r>
              <a:rPr lang="en-US" sz="4400" dirty="0" err="1"/>
              <a:t>en</a:t>
            </a:r>
            <a:r>
              <a:rPr lang="en-US" sz="4400" dirty="0"/>
              <a:t> la </a:t>
            </a:r>
            <a:r>
              <a:rPr lang="en-US" sz="4400" dirty="0" err="1"/>
              <a:t>comunicación</a:t>
            </a:r>
            <a:r>
              <a:rPr lang="en-US" sz="4400" dirty="0"/>
              <a:t> sin que las partes lo </a:t>
            </a:r>
            <a:r>
              <a:rPr lang="en-US" sz="4400" dirty="0" err="1"/>
              <a:t>sepan</a:t>
            </a:r>
            <a:r>
              <a:rPr lang="en-US" sz="4400" dirty="0"/>
              <a:t>. Los </a:t>
            </a:r>
            <a:r>
              <a:rPr lang="en-US" sz="4400" dirty="0" err="1"/>
              <a:t>vectores</a:t>
            </a:r>
            <a:r>
              <a:rPr lang="en-US" sz="4400" dirty="0"/>
              <a:t> de </a:t>
            </a:r>
            <a:r>
              <a:rPr lang="en-US" sz="4400" dirty="0" err="1"/>
              <a:t>ataque</a:t>
            </a:r>
            <a:r>
              <a:rPr lang="en-US" sz="4400" dirty="0"/>
              <a:t> </a:t>
            </a:r>
            <a:r>
              <a:rPr lang="en-US" sz="4400" dirty="0" err="1"/>
              <a:t>comunes</a:t>
            </a:r>
            <a:r>
              <a:rPr lang="en-US" sz="4400" dirty="0"/>
              <a:t> para </a:t>
            </a:r>
            <a:r>
              <a:rPr lang="en-US" sz="4400" dirty="0" err="1"/>
              <a:t>los</a:t>
            </a:r>
            <a:r>
              <a:rPr lang="en-US" sz="4400" dirty="0"/>
              <a:t> </a:t>
            </a:r>
            <a:r>
              <a:rPr lang="en-US" sz="4400" dirty="0" err="1"/>
              <a:t>ataques</a:t>
            </a:r>
            <a:r>
              <a:rPr lang="en-US" sz="4400" dirty="0"/>
              <a:t> de MitM </a:t>
            </a:r>
            <a:r>
              <a:rPr lang="en-US" sz="4400" dirty="0" err="1"/>
              <a:t>incluyen</a:t>
            </a:r>
            <a:r>
              <a:rPr lang="en-US" sz="4400" dirty="0"/>
              <a:t> </a:t>
            </a:r>
            <a:r>
              <a:rPr lang="en-US" sz="4400" dirty="0" err="1"/>
              <a:t>el</a:t>
            </a:r>
            <a:r>
              <a:rPr lang="en-US" sz="4400" dirty="0"/>
              <a:t> </a:t>
            </a:r>
            <a:r>
              <a:rPr lang="en-US" sz="4400" dirty="0" err="1"/>
              <a:t>uso</a:t>
            </a:r>
            <a:r>
              <a:rPr lang="en-US" sz="4400" dirty="0"/>
              <a:t> de ARP spoofing, DNS spoofing, SSL stripping y </a:t>
            </a:r>
            <a:r>
              <a:rPr lang="en-US" sz="4400" dirty="0" err="1"/>
              <a:t>otros</a:t>
            </a:r>
            <a:r>
              <a:rPr lang="en-US" sz="4400" dirty="0"/>
              <a:t>.</a:t>
            </a:r>
          </a:p>
        </p:txBody>
      </p:sp>
      <p:pic>
        <p:nvPicPr>
          <p:cNvPr id="4" name="Google Shape;135;p8" descr="Cómo protegerse de los virus, piratas informáticos y demás ataques? |  Tecnología - ComputerHoy.com">
            <a:extLst>
              <a:ext uri="{FF2B5EF4-FFF2-40B4-BE49-F238E27FC236}">
                <a16:creationId xmlns:a16="http://schemas.microsoft.com/office/drawing/2014/main" id="{1237C5F8-EFDC-F31F-D6B7-0F1AA13AFD8B}"/>
              </a:ext>
            </a:extLst>
          </p:cNvPr>
          <p:cNvPicPr preferRelativeResize="0"/>
          <p:nvPr/>
        </p:nvPicPr>
        <p:blipFill rotWithShape="1">
          <a:blip r:embed="rId2"/>
          <a:stretch/>
        </p:blipFill>
        <p:spPr>
          <a:xfrm>
            <a:off x="15727680" y="1417057"/>
            <a:ext cx="8028432" cy="5342556"/>
          </a:xfrm>
          <a:prstGeom prst="rect">
            <a:avLst/>
          </a:prstGeom>
          <a:noFill/>
        </p:spPr>
      </p:pic>
      <p:pic>
        <p:nvPicPr>
          <p:cNvPr id="7" name="Imagen 6" descr="Diagrama&#10;&#10;Descripción generada automáticamente">
            <a:extLst>
              <a:ext uri="{FF2B5EF4-FFF2-40B4-BE49-F238E27FC236}">
                <a16:creationId xmlns:a16="http://schemas.microsoft.com/office/drawing/2014/main" id="{9FBC8D52-0AB5-D30F-745D-5F4593CD72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727680" y="8466561"/>
            <a:ext cx="7991856" cy="3736193"/>
          </a:xfrm>
          <a:prstGeom prst="rect">
            <a:avLst/>
          </a:prstGeom>
        </p:spPr>
      </p:pic>
    </p:spTree>
    <p:extLst>
      <p:ext uri="{BB962C8B-B14F-4D97-AF65-F5344CB8AC3E}">
        <p14:creationId xmlns:p14="http://schemas.microsoft.com/office/powerpoint/2010/main" val="2227637997"/>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DE294E5-0985-9622-64B9-7BFCE89E52E8}"/>
              </a:ext>
            </a:extLst>
          </p:cNvPr>
          <p:cNvSpPr>
            <a:spLocks noGrp="1"/>
          </p:cNvSpPr>
          <p:nvPr>
            <p:ph type="title" idx="4294967295"/>
          </p:nvPr>
        </p:nvSpPr>
        <p:spPr>
          <a:xfrm>
            <a:off x="1144986" y="477078"/>
            <a:ext cx="22037040" cy="2868830"/>
          </a:xfrm>
        </p:spPr>
        <p:txBody>
          <a:bodyPr vert="horz" lIns="91440" tIns="45720" rIns="91440" bIns="45720" rtlCol="0" anchor="b">
            <a:normAutofit/>
          </a:bodyPr>
          <a:lstStyle/>
          <a:p>
            <a:pPr defTabSz="914400"/>
            <a:r>
              <a:rPr lang="en-US" sz="10000" b="1"/>
              <a:t>ATAQUE</a:t>
            </a:r>
            <a:r>
              <a:rPr lang="en-US" sz="10000"/>
              <a:t> </a:t>
            </a:r>
            <a:r>
              <a:rPr lang="en-US" sz="10000" b="1"/>
              <a:t>MAN IN THE MIDDLE: COMO SE LLEVA A CABO</a:t>
            </a:r>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4986" y="3363088"/>
            <a:ext cx="21945600" cy="36576"/>
          </a:xfrm>
          <a:custGeom>
            <a:avLst/>
            <a:gdLst>
              <a:gd name="csX0" fmla="*/ 0 w 21945600"/>
              <a:gd name="csY0" fmla="*/ 0 h 36576"/>
              <a:gd name="csX1" fmla="*/ 905256 w 21945600"/>
              <a:gd name="csY1" fmla="*/ 0 h 36576"/>
              <a:gd name="csX2" fmla="*/ 1810512 w 21945600"/>
              <a:gd name="csY2" fmla="*/ 0 h 36576"/>
              <a:gd name="csX3" fmla="*/ 2057400 w 21945600"/>
              <a:gd name="csY3" fmla="*/ 0 h 36576"/>
              <a:gd name="csX4" fmla="*/ 2743200 w 21945600"/>
              <a:gd name="csY4" fmla="*/ 0 h 36576"/>
              <a:gd name="csX5" fmla="*/ 3867912 w 21945600"/>
              <a:gd name="csY5" fmla="*/ 0 h 36576"/>
              <a:gd name="csX6" fmla="*/ 4114800 w 21945600"/>
              <a:gd name="csY6" fmla="*/ 0 h 36576"/>
              <a:gd name="csX7" fmla="*/ 4800600 w 21945600"/>
              <a:gd name="csY7" fmla="*/ 0 h 36576"/>
              <a:gd name="csX8" fmla="*/ 5486400 w 21945600"/>
              <a:gd name="csY8" fmla="*/ 0 h 36576"/>
              <a:gd name="csX9" fmla="*/ 5513832 w 21945600"/>
              <a:gd name="csY9" fmla="*/ 0 h 36576"/>
              <a:gd name="csX10" fmla="*/ 5760720 w 21945600"/>
              <a:gd name="csY10" fmla="*/ 0 h 36576"/>
              <a:gd name="csX11" fmla="*/ 6007608 w 21945600"/>
              <a:gd name="csY11" fmla="*/ 0 h 36576"/>
              <a:gd name="csX12" fmla="*/ 6693408 w 21945600"/>
              <a:gd name="csY12" fmla="*/ 0 h 36576"/>
              <a:gd name="csX13" fmla="*/ 7818120 w 21945600"/>
              <a:gd name="csY13" fmla="*/ 0 h 36576"/>
              <a:gd name="csX14" fmla="*/ 8065008 w 21945600"/>
              <a:gd name="csY14" fmla="*/ 0 h 36576"/>
              <a:gd name="csX15" fmla="*/ 9189720 w 21945600"/>
              <a:gd name="csY15" fmla="*/ 0 h 36576"/>
              <a:gd name="csX16" fmla="*/ 9436608 w 21945600"/>
              <a:gd name="csY16" fmla="*/ 0 h 36576"/>
              <a:gd name="csX17" fmla="*/ 10122408 w 21945600"/>
              <a:gd name="csY17" fmla="*/ 0 h 36576"/>
              <a:gd name="csX18" fmla="*/ 10369296 w 21945600"/>
              <a:gd name="csY18" fmla="*/ 0 h 36576"/>
              <a:gd name="csX19" fmla="*/ 10835640 w 21945600"/>
              <a:gd name="csY19" fmla="*/ 0 h 36576"/>
              <a:gd name="csX20" fmla="*/ 11521440 w 21945600"/>
              <a:gd name="csY20" fmla="*/ 0 h 36576"/>
              <a:gd name="csX21" fmla="*/ 12646152 w 21945600"/>
              <a:gd name="csY21" fmla="*/ 0 h 36576"/>
              <a:gd name="csX22" fmla="*/ 13551408 w 21945600"/>
              <a:gd name="csY22" fmla="*/ 0 h 36576"/>
              <a:gd name="csX23" fmla="*/ 14017752 w 21945600"/>
              <a:gd name="csY23" fmla="*/ 0 h 36576"/>
              <a:gd name="csX24" fmla="*/ 14264640 w 21945600"/>
              <a:gd name="csY24" fmla="*/ 0 h 36576"/>
              <a:gd name="csX25" fmla="*/ 15169896 w 21945600"/>
              <a:gd name="csY25" fmla="*/ 0 h 36576"/>
              <a:gd name="csX26" fmla="*/ 15636240 w 21945600"/>
              <a:gd name="csY26" fmla="*/ 0 h 36576"/>
              <a:gd name="csX27" fmla="*/ 16102584 w 21945600"/>
              <a:gd name="csY27" fmla="*/ 0 h 36576"/>
              <a:gd name="csX28" fmla="*/ 16130016 w 21945600"/>
              <a:gd name="csY28" fmla="*/ 0 h 36576"/>
              <a:gd name="csX29" fmla="*/ 17254728 w 21945600"/>
              <a:gd name="csY29" fmla="*/ 0 h 36576"/>
              <a:gd name="csX30" fmla="*/ 18159984 w 21945600"/>
              <a:gd name="csY30" fmla="*/ 0 h 36576"/>
              <a:gd name="csX31" fmla="*/ 19065240 w 21945600"/>
              <a:gd name="csY31" fmla="*/ 0 h 36576"/>
              <a:gd name="csX32" fmla="*/ 19092672 w 21945600"/>
              <a:gd name="csY32" fmla="*/ 0 h 36576"/>
              <a:gd name="csX33" fmla="*/ 19120104 w 21945600"/>
              <a:gd name="csY33" fmla="*/ 0 h 36576"/>
              <a:gd name="csX34" fmla="*/ 19147536 w 21945600"/>
              <a:gd name="csY34" fmla="*/ 0 h 36576"/>
              <a:gd name="csX35" fmla="*/ 19833336 w 21945600"/>
              <a:gd name="csY35" fmla="*/ 0 h 36576"/>
              <a:gd name="csX36" fmla="*/ 20738592 w 21945600"/>
              <a:gd name="csY36" fmla="*/ 0 h 36576"/>
              <a:gd name="csX37" fmla="*/ 21945600 w 21945600"/>
              <a:gd name="csY37" fmla="*/ 0 h 36576"/>
              <a:gd name="csX38" fmla="*/ 21945600 w 21945600"/>
              <a:gd name="csY38" fmla="*/ 36576 h 36576"/>
              <a:gd name="csX39" fmla="*/ 20820888 w 21945600"/>
              <a:gd name="csY39" fmla="*/ 36576 h 36576"/>
              <a:gd name="csX40" fmla="*/ 20354544 w 21945600"/>
              <a:gd name="csY40" fmla="*/ 36576 h 36576"/>
              <a:gd name="csX41" fmla="*/ 20327112 w 21945600"/>
              <a:gd name="csY41" fmla="*/ 36576 h 36576"/>
              <a:gd name="csX42" fmla="*/ 19421856 w 21945600"/>
              <a:gd name="csY42" fmla="*/ 36576 h 36576"/>
              <a:gd name="csX43" fmla="*/ 18516600 w 21945600"/>
              <a:gd name="csY43" fmla="*/ 36576 h 36576"/>
              <a:gd name="csX44" fmla="*/ 17830800 w 21945600"/>
              <a:gd name="csY44" fmla="*/ 36576 h 36576"/>
              <a:gd name="csX45" fmla="*/ 17583912 w 21945600"/>
              <a:gd name="csY45" fmla="*/ 36576 h 36576"/>
              <a:gd name="csX46" fmla="*/ 16898112 w 21945600"/>
              <a:gd name="csY46" fmla="*/ 36576 h 36576"/>
              <a:gd name="csX47" fmla="*/ 15992856 w 21945600"/>
              <a:gd name="csY47" fmla="*/ 36576 h 36576"/>
              <a:gd name="csX48" fmla="*/ 15087600 w 21945600"/>
              <a:gd name="csY48" fmla="*/ 36576 h 36576"/>
              <a:gd name="csX49" fmla="*/ 14840712 w 21945600"/>
              <a:gd name="csY49" fmla="*/ 36576 h 36576"/>
              <a:gd name="csX50" fmla="*/ 13716000 w 21945600"/>
              <a:gd name="csY50" fmla="*/ 36576 h 36576"/>
              <a:gd name="csX51" fmla="*/ 13688568 w 21945600"/>
              <a:gd name="csY51" fmla="*/ 36576 h 36576"/>
              <a:gd name="csX52" fmla="*/ 13441680 w 21945600"/>
              <a:gd name="csY52" fmla="*/ 36576 h 36576"/>
              <a:gd name="csX53" fmla="*/ 12975336 w 21945600"/>
              <a:gd name="csY53" fmla="*/ 36576 h 36576"/>
              <a:gd name="csX54" fmla="*/ 12070080 w 21945600"/>
              <a:gd name="csY54" fmla="*/ 36576 h 36576"/>
              <a:gd name="csX55" fmla="*/ 11164824 w 21945600"/>
              <a:gd name="csY55" fmla="*/ 36576 h 36576"/>
              <a:gd name="csX56" fmla="*/ 10040112 w 21945600"/>
              <a:gd name="csY56" fmla="*/ 36576 h 36576"/>
              <a:gd name="csX57" fmla="*/ 8915400 w 21945600"/>
              <a:gd name="csY57" fmla="*/ 36576 h 36576"/>
              <a:gd name="csX58" fmla="*/ 8010144 w 21945600"/>
              <a:gd name="csY58" fmla="*/ 36576 h 36576"/>
              <a:gd name="csX59" fmla="*/ 7324344 w 21945600"/>
              <a:gd name="csY59" fmla="*/ 36576 h 36576"/>
              <a:gd name="csX60" fmla="*/ 7077456 w 21945600"/>
              <a:gd name="csY60" fmla="*/ 36576 h 36576"/>
              <a:gd name="csX61" fmla="*/ 6172200 w 21945600"/>
              <a:gd name="csY61" fmla="*/ 36576 h 36576"/>
              <a:gd name="csX62" fmla="*/ 5266944 w 21945600"/>
              <a:gd name="csY62" fmla="*/ 36576 h 36576"/>
              <a:gd name="csX63" fmla="*/ 5020056 w 21945600"/>
              <a:gd name="csY63" fmla="*/ 36576 h 36576"/>
              <a:gd name="csX64" fmla="*/ 4553712 w 21945600"/>
              <a:gd name="csY64" fmla="*/ 36576 h 36576"/>
              <a:gd name="csX65" fmla="*/ 4087368 w 21945600"/>
              <a:gd name="csY65" fmla="*/ 36576 h 36576"/>
              <a:gd name="csX66" fmla="*/ 3621024 w 21945600"/>
              <a:gd name="csY66" fmla="*/ 36576 h 36576"/>
              <a:gd name="csX67" fmla="*/ 2715768 w 21945600"/>
              <a:gd name="csY67" fmla="*/ 36576 h 36576"/>
              <a:gd name="csX68" fmla="*/ 2249424 w 21945600"/>
              <a:gd name="csY68" fmla="*/ 36576 h 36576"/>
              <a:gd name="csX69" fmla="*/ 1124712 w 21945600"/>
              <a:gd name="csY69" fmla="*/ 36576 h 36576"/>
              <a:gd name="csX70" fmla="*/ 0 w 21945600"/>
              <a:gd name="csY70" fmla="*/ 36576 h 36576"/>
              <a:gd name="csX71" fmla="*/ 0 w 21945600"/>
              <a:gd name="csY71"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21945600" h="36576" fill="none" extrusionOk="0">
                <a:moveTo>
                  <a:pt x="0" y="0"/>
                </a:moveTo>
                <a:cubicBezTo>
                  <a:pt x="421743" y="26373"/>
                  <a:pt x="546320" y="15739"/>
                  <a:pt x="905256" y="0"/>
                </a:cubicBezTo>
                <a:cubicBezTo>
                  <a:pt x="1264192" y="-15739"/>
                  <a:pt x="1386536" y="-15656"/>
                  <a:pt x="1810512" y="0"/>
                </a:cubicBezTo>
                <a:cubicBezTo>
                  <a:pt x="2234488" y="15656"/>
                  <a:pt x="1998624" y="3590"/>
                  <a:pt x="2057400" y="0"/>
                </a:cubicBezTo>
                <a:cubicBezTo>
                  <a:pt x="2116176" y="-3590"/>
                  <a:pt x="2603764" y="-6151"/>
                  <a:pt x="2743200" y="0"/>
                </a:cubicBezTo>
                <a:cubicBezTo>
                  <a:pt x="2882636" y="6151"/>
                  <a:pt x="3353150" y="46913"/>
                  <a:pt x="3867912" y="0"/>
                </a:cubicBezTo>
                <a:cubicBezTo>
                  <a:pt x="4382674" y="-46913"/>
                  <a:pt x="4060330" y="5314"/>
                  <a:pt x="4114800" y="0"/>
                </a:cubicBezTo>
                <a:cubicBezTo>
                  <a:pt x="4169270" y="-5314"/>
                  <a:pt x="4534246" y="-31393"/>
                  <a:pt x="4800600" y="0"/>
                </a:cubicBezTo>
                <a:cubicBezTo>
                  <a:pt x="5066954" y="31393"/>
                  <a:pt x="5323745" y="3319"/>
                  <a:pt x="5486400" y="0"/>
                </a:cubicBezTo>
                <a:cubicBezTo>
                  <a:pt x="5649055" y="-3319"/>
                  <a:pt x="5502934" y="-1313"/>
                  <a:pt x="5513832" y="0"/>
                </a:cubicBezTo>
                <a:cubicBezTo>
                  <a:pt x="5524730" y="1313"/>
                  <a:pt x="5659978" y="-12316"/>
                  <a:pt x="5760720" y="0"/>
                </a:cubicBezTo>
                <a:cubicBezTo>
                  <a:pt x="5861462" y="12316"/>
                  <a:pt x="5898932" y="2721"/>
                  <a:pt x="6007608" y="0"/>
                </a:cubicBezTo>
                <a:cubicBezTo>
                  <a:pt x="6116284" y="-2721"/>
                  <a:pt x="6483483" y="-4819"/>
                  <a:pt x="6693408" y="0"/>
                </a:cubicBezTo>
                <a:cubicBezTo>
                  <a:pt x="6903333" y="4819"/>
                  <a:pt x="7588959" y="10934"/>
                  <a:pt x="7818120" y="0"/>
                </a:cubicBezTo>
                <a:cubicBezTo>
                  <a:pt x="8047281" y="-10934"/>
                  <a:pt x="7993804" y="5221"/>
                  <a:pt x="8065008" y="0"/>
                </a:cubicBezTo>
                <a:cubicBezTo>
                  <a:pt x="8136212" y="-5221"/>
                  <a:pt x="8852325" y="51539"/>
                  <a:pt x="9189720" y="0"/>
                </a:cubicBezTo>
                <a:cubicBezTo>
                  <a:pt x="9527115" y="-51539"/>
                  <a:pt x="9324727" y="-6372"/>
                  <a:pt x="9436608" y="0"/>
                </a:cubicBezTo>
                <a:cubicBezTo>
                  <a:pt x="9548489" y="6372"/>
                  <a:pt x="9796505" y="23327"/>
                  <a:pt x="10122408" y="0"/>
                </a:cubicBezTo>
                <a:cubicBezTo>
                  <a:pt x="10448311" y="-23327"/>
                  <a:pt x="10318828" y="6963"/>
                  <a:pt x="10369296" y="0"/>
                </a:cubicBezTo>
                <a:cubicBezTo>
                  <a:pt x="10419764" y="-6963"/>
                  <a:pt x="10716126" y="-4982"/>
                  <a:pt x="10835640" y="0"/>
                </a:cubicBezTo>
                <a:cubicBezTo>
                  <a:pt x="10955154" y="4982"/>
                  <a:pt x="11219367" y="17886"/>
                  <a:pt x="11521440" y="0"/>
                </a:cubicBezTo>
                <a:cubicBezTo>
                  <a:pt x="11823513" y="-17886"/>
                  <a:pt x="12367047" y="-46479"/>
                  <a:pt x="12646152" y="0"/>
                </a:cubicBezTo>
                <a:cubicBezTo>
                  <a:pt x="12925257" y="46479"/>
                  <a:pt x="13338284" y="-26830"/>
                  <a:pt x="13551408" y="0"/>
                </a:cubicBezTo>
                <a:cubicBezTo>
                  <a:pt x="13764532" y="26830"/>
                  <a:pt x="13846967" y="12769"/>
                  <a:pt x="14017752" y="0"/>
                </a:cubicBezTo>
                <a:cubicBezTo>
                  <a:pt x="14188537" y="-12769"/>
                  <a:pt x="14162126" y="4714"/>
                  <a:pt x="14264640" y="0"/>
                </a:cubicBezTo>
                <a:cubicBezTo>
                  <a:pt x="14367154" y="-4714"/>
                  <a:pt x="14751879" y="36146"/>
                  <a:pt x="15169896" y="0"/>
                </a:cubicBezTo>
                <a:cubicBezTo>
                  <a:pt x="15587913" y="-36146"/>
                  <a:pt x="15406707" y="17941"/>
                  <a:pt x="15636240" y="0"/>
                </a:cubicBezTo>
                <a:cubicBezTo>
                  <a:pt x="15865773" y="-17941"/>
                  <a:pt x="15889022" y="-14655"/>
                  <a:pt x="16102584" y="0"/>
                </a:cubicBezTo>
                <a:cubicBezTo>
                  <a:pt x="16316146" y="14655"/>
                  <a:pt x="16124510" y="870"/>
                  <a:pt x="16130016" y="0"/>
                </a:cubicBezTo>
                <a:cubicBezTo>
                  <a:pt x="16135522" y="-870"/>
                  <a:pt x="16815084" y="42640"/>
                  <a:pt x="17254728" y="0"/>
                </a:cubicBezTo>
                <a:cubicBezTo>
                  <a:pt x="17694372" y="-42640"/>
                  <a:pt x="17737816" y="21051"/>
                  <a:pt x="18159984" y="0"/>
                </a:cubicBezTo>
                <a:cubicBezTo>
                  <a:pt x="18582152" y="-21051"/>
                  <a:pt x="18719883" y="-27879"/>
                  <a:pt x="19065240" y="0"/>
                </a:cubicBezTo>
                <a:cubicBezTo>
                  <a:pt x="19410597" y="27879"/>
                  <a:pt x="19085806" y="974"/>
                  <a:pt x="19092672" y="0"/>
                </a:cubicBezTo>
                <a:cubicBezTo>
                  <a:pt x="19099538" y="-974"/>
                  <a:pt x="19107856" y="-640"/>
                  <a:pt x="19120104" y="0"/>
                </a:cubicBezTo>
                <a:cubicBezTo>
                  <a:pt x="19132352" y="640"/>
                  <a:pt x="19142037" y="-152"/>
                  <a:pt x="19147536" y="0"/>
                </a:cubicBezTo>
                <a:cubicBezTo>
                  <a:pt x="19153035" y="152"/>
                  <a:pt x="19534636" y="-13012"/>
                  <a:pt x="19833336" y="0"/>
                </a:cubicBezTo>
                <a:cubicBezTo>
                  <a:pt x="20132036" y="13012"/>
                  <a:pt x="20306411" y="18934"/>
                  <a:pt x="20738592" y="0"/>
                </a:cubicBezTo>
                <a:cubicBezTo>
                  <a:pt x="21170773" y="-18934"/>
                  <a:pt x="21426379" y="57975"/>
                  <a:pt x="21945600" y="0"/>
                </a:cubicBezTo>
                <a:cubicBezTo>
                  <a:pt x="21944920" y="15182"/>
                  <a:pt x="21945031" y="28240"/>
                  <a:pt x="21945600" y="36576"/>
                </a:cubicBezTo>
                <a:cubicBezTo>
                  <a:pt x="21720449" y="-15473"/>
                  <a:pt x="21092984" y="17470"/>
                  <a:pt x="20820888" y="36576"/>
                </a:cubicBezTo>
                <a:cubicBezTo>
                  <a:pt x="20548792" y="55682"/>
                  <a:pt x="20467037" y="21195"/>
                  <a:pt x="20354544" y="36576"/>
                </a:cubicBezTo>
                <a:cubicBezTo>
                  <a:pt x="20242051" y="51957"/>
                  <a:pt x="20337363" y="36164"/>
                  <a:pt x="20327112" y="36576"/>
                </a:cubicBezTo>
                <a:cubicBezTo>
                  <a:pt x="20316861" y="36988"/>
                  <a:pt x="19714624" y="67514"/>
                  <a:pt x="19421856" y="36576"/>
                </a:cubicBezTo>
                <a:cubicBezTo>
                  <a:pt x="19129088" y="5638"/>
                  <a:pt x="18900022" y="28604"/>
                  <a:pt x="18516600" y="36576"/>
                </a:cubicBezTo>
                <a:cubicBezTo>
                  <a:pt x="18133178" y="44548"/>
                  <a:pt x="17998183" y="54905"/>
                  <a:pt x="17830800" y="36576"/>
                </a:cubicBezTo>
                <a:cubicBezTo>
                  <a:pt x="17663417" y="18247"/>
                  <a:pt x="17647160" y="31655"/>
                  <a:pt x="17583912" y="36576"/>
                </a:cubicBezTo>
                <a:cubicBezTo>
                  <a:pt x="17520664" y="41497"/>
                  <a:pt x="17113969" y="48000"/>
                  <a:pt x="16898112" y="36576"/>
                </a:cubicBezTo>
                <a:cubicBezTo>
                  <a:pt x="16682255" y="25152"/>
                  <a:pt x="16396179" y="46024"/>
                  <a:pt x="15992856" y="36576"/>
                </a:cubicBezTo>
                <a:cubicBezTo>
                  <a:pt x="15589533" y="27128"/>
                  <a:pt x="15453003" y="2006"/>
                  <a:pt x="15087600" y="36576"/>
                </a:cubicBezTo>
                <a:cubicBezTo>
                  <a:pt x="14722197" y="71146"/>
                  <a:pt x="14962139" y="43983"/>
                  <a:pt x="14840712" y="36576"/>
                </a:cubicBezTo>
                <a:cubicBezTo>
                  <a:pt x="14719285" y="29169"/>
                  <a:pt x="14031206" y="3235"/>
                  <a:pt x="13716000" y="36576"/>
                </a:cubicBezTo>
                <a:cubicBezTo>
                  <a:pt x="13400794" y="69917"/>
                  <a:pt x="13699702" y="36784"/>
                  <a:pt x="13688568" y="36576"/>
                </a:cubicBezTo>
                <a:cubicBezTo>
                  <a:pt x="13677434" y="36368"/>
                  <a:pt x="13549601" y="44218"/>
                  <a:pt x="13441680" y="36576"/>
                </a:cubicBezTo>
                <a:cubicBezTo>
                  <a:pt x="13333759" y="28934"/>
                  <a:pt x="13194403" y="43582"/>
                  <a:pt x="12975336" y="36576"/>
                </a:cubicBezTo>
                <a:cubicBezTo>
                  <a:pt x="12756269" y="29570"/>
                  <a:pt x="12496698" y="13112"/>
                  <a:pt x="12070080" y="36576"/>
                </a:cubicBezTo>
                <a:cubicBezTo>
                  <a:pt x="11643462" y="60040"/>
                  <a:pt x="11494515" y="20795"/>
                  <a:pt x="11164824" y="36576"/>
                </a:cubicBezTo>
                <a:cubicBezTo>
                  <a:pt x="10835133" y="52357"/>
                  <a:pt x="10303956" y="87952"/>
                  <a:pt x="10040112" y="36576"/>
                </a:cubicBezTo>
                <a:cubicBezTo>
                  <a:pt x="9776268" y="-14800"/>
                  <a:pt x="9309125" y="40826"/>
                  <a:pt x="8915400" y="36576"/>
                </a:cubicBezTo>
                <a:cubicBezTo>
                  <a:pt x="8521675" y="32326"/>
                  <a:pt x="8235592" y="37410"/>
                  <a:pt x="8010144" y="36576"/>
                </a:cubicBezTo>
                <a:cubicBezTo>
                  <a:pt x="7784696" y="35742"/>
                  <a:pt x="7556705" y="26838"/>
                  <a:pt x="7324344" y="36576"/>
                </a:cubicBezTo>
                <a:cubicBezTo>
                  <a:pt x="7091983" y="46314"/>
                  <a:pt x="7169873" y="40000"/>
                  <a:pt x="7077456" y="36576"/>
                </a:cubicBezTo>
                <a:cubicBezTo>
                  <a:pt x="6985039" y="33152"/>
                  <a:pt x="6395767" y="49824"/>
                  <a:pt x="6172200" y="36576"/>
                </a:cubicBezTo>
                <a:cubicBezTo>
                  <a:pt x="5948633" y="23328"/>
                  <a:pt x="5614848" y="11374"/>
                  <a:pt x="5266944" y="36576"/>
                </a:cubicBezTo>
                <a:cubicBezTo>
                  <a:pt x="4919040" y="61778"/>
                  <a:pt x="5134821" y="40448"/>
                  <a:pt x="5020056" y="36576"/>
                </a:cubicBezTo>
                <a:cubicBezTo>
                  <a:pt x="4905291" y="32704"/>
                  <a:pt x="4664972" y="17908"/>
                  <a:pt x="4553712" y="36576"/>
                </a:cubicBezTo>
                <a:cubicBezTo>
                  <a:pt x="4442452" y="55244"/>
                  <a:pt x="4307490" y="36849"/>
                  <a:pt x="4087368" y="36576"/>
                </a:cubicBezTo>
                <a:cubicBezTo>
                  <a:pt x="3867246" y="36303"/>
                  <a:pt x="3812769" y="37964"/>
                  <a:pt x="3621024" y="36576"/>
                </a:cubicBezTo>
                <a:cubicBezTo>
                  <a:pt x="3429279" y="35188"/>
                  <a:pt x="3130207" y="-2472"/>
                  <a:pt x="2715768" y="36576"/>
                </a:cubicBezTo>
                <a:cubicBezTo>
                  <a:pt x="2301329" y="75624"/>
                  <a:pt x="2368981" y="46863"/>
                  <a:pt x="2249424" y="36576"/>
                </a:cubicBezTo>
                <a:cubicBezTo>
                  <a:pt x="2129867" y="26289"/>
                  <a:pt x="1617980" y="52425"/>
                  <a:pt x="1124712" y="36576"/>
                </a:cubicBezTo>
                <a:cubicBezTo>
                  <a:pt x="631444" y="20727"/>
                  <a:pt x="353459" y="68932"/>
                  <a:pt x="0" y="36576"/>
                </a:cubicBezTo>
                <a:cubicBezTo>
                  <a:pt x="-389" y="28441"/>
                  <a:pt x="988" y="11614"/>
                  <a:pt x="0" y="0"/>
                </a:cubicBezTo>
                <a:close/>
              </a:path>
              <a:path w="21945600" h="36576" stroke="0" extrusionOk="0">
                <a:moveTo>
                  <a:pt x="0" y="0"/>
                </a:moveTo>
                <a:cubicBezTo>
                  <a:pt x="78738" y="-6702"/>
                  <a:pt x="124882" y="4427"/>
                  <a:pt x="246888" y="0"/>
                </a:cubicBezTo>
                <a:cubicBezTo>
                  <a:pt x="368894" y="-4427"/>
                  <a:pt x="264772" y="-808"/>
                  <a:pt x="274320" y="0"/>
                </a:cubicBezTo>
                <a:cubicBezTo>
                  <a:pt x="283868" y="808"/>
                  <a:pt x="425686" y="-10995"/>
                  <a:pt x="521208" y="0"/>
                </a:cubicBezTo>
                <a:cubicBezTo>
                  <a:pt x="616730" y="10995"/>
                  <a:pt x="925127" y="26161"/>
                  <a:pt x="1207008" y="0"/>
                </a:cubicBezTo>
                <a:cubicBezTo>
                  <a:pt x="1488889" y="-26161"/>
                  <a:pt x="1863629" y="25804"/>
                  <a:pt x="2112264" y="0"/>
                </a:cubicBezTo>
                <a:cubicBezTo>
                  <a:pt x="2360899" y="-25804"/>
                  <a:pt x="2856157" y="-38525"/>
                  <a:pt x="3236976" y="0"/>
                </a:cubicBezTo>
                <a:cubicBezTo>
                  <a:pt x="3617795" y="38525"/>
                  <a:pt x="4108532" y="-15185"/>
                  <a:pt x="4361688" y="0"/>
                </a:cubicBezTo>
                <a:cubicBezTo>
                  <a:pt x="4614844" y="15185"/>
                  <a:pt x="4684381" y="-14633"/>
                  <a:pt x="4828032" y="0"/>
                </a:cubicBezTo>
                <a:cubicBezTo>
                  <a:pt x="4971683" y="14633"/>
                  <a:pt x="5329982" y="15220"/>
                  <a:pt x="5733288" y="0"/>
                </a:cubicBezTo>
                <a:cubicBezTo>
                  <a:pt x="6136594" y="-15220"/>
                  <a:pt x="6133637" y="-11909"/>
                  <a:pt x="6419088" y="0"/>
                </a:cubicBezTo>
                <a:cubicBezTo>
                  <a:pt x="6704539" y="11909"/>
                  <a:pt x="6686287" y="21630"/>
                  <a:pt x="6885432" y="0"/>
                </a:cubicBezTo>
                <a:cubicBezTo>
                  <a:pt x="7084577" y="-21630"/>
                  <a:pt x="7368157" y="20345"/>
                  <a:pt x="7790688" y="0"/>
                </a:cubicBezTo>
                <a:cubicBezTo>
                  <a:pt x="8213219" y="-20345"/>
                  <a:pt x="7805774" y="-451"/>
                  <a:pt x="7818120" y="0"/>
                </a:cubicBezTo>
                <a:cubicBezTo>
                  <a:pt x="7830466" y="451"/>
                  <a:pt x="8108732" y="-16692"/>
                  <a:pt x="8284464" y="0"/>
                </a:cubicBezTo>
                <a:cubicBezTo>
                  <a:pt x="8460196" y="16692"/>
                  <a:pt x="8710069" y="20479"/>
                  <a:pt x="8970264" y="0"/>
                </a:cubicBezTo>
                <a:cubicBezTo>
                  <a:pt x="9230459" y="-20479"/>
                  <a:pt x="9654070" y="-23489"/>
                  <a:pt x="9875520" y="0"/>
                </a:cubicBezTo>
                <a:cubicBezTo>
                  <a:pt x="10096970" y="23489"/>
                  <a:pt x="10230055" y="14787"/>
                  <a:pt x="10561320" y="0"/>
                </a:cubicBezTo>
                <a:cubicBezTo>
                  <a:pt x="10892585" y="-14787"/>
                  <a:pt x="11355400" y="42062"/>
                  <a:pt x="11686032" y="0"/>
                </a:cubicBezTo>
                <a:cubicBezTo>
                  <a:pt x="12016664" y="-42062"/>
                  <a:pt x="11707139" y="-1040"/>
                  <a:pt x="11713464" y="0"/>
                </a:cubicBezTo>
                <a:cubicBezTo>
                  <a:pt x="11719789" y="1040"/>
                  <a:pt x="12097394" y="2532"/>
                  <a:pt x="12399264" y="0"/>
                </a:cubicBezTo>
                <a:cubicBezTo>
                  <a:pt x="12701134" y="-2532"/>
                  <a:pt x="12419541" y="1081"/>
                  <a:pt x="12426696" y="0"/>
                </a:cubicBezTo>
                <a:cubicBezTo>
                  <a:pt x="12433851" y="-1081"/>
                  <a:pt x="13203091" y="32097"/>
                  <a:pt x="13551408" y="0"/>
                </a:cubicBezTo>
                <a:cubicBezTo>
                  <a:pt x="13899725" y="-32097"/>
                  <a:pt x="13704994" y="4050"/>
                  <a:pt x="13798296" y="0"/>
                </a:cubicBezTo>
                <a:cubicBezTo>
                  <a:pt x="13891598" y="-4050"/>
                  <a:pt x="13819194" y="591"/>
                  <a:pt x="13825728" y="0"/>
                </a:cubicBezTo>
                <a:cubicBezTo>
                  <a:pt x="13832262" y="-591"/>
                  <a:pt x="14247058" y="-30068"/>
                  <a:pt x="14511528" y="0"/>
                </a:cubicBezTo>
                <a:cubicBezTo>
                  <a:pt x="14775998" y="30068"/>
                  <a:pt x="14668616" y="6993"/>
                  <a:pt x="14758416" y="0"/>
                </a:cubicBezTo>
                <a:cubicBezTo>
                  <a:pt x="14848216" y="-6993"/>
                  <a:pt x="15386840" y="3019"/>
                  <a:pt x="15663672" y="0"/>
                </a:cubicBezTo>
                <a:cubicBezTo>
                  <a:pt x="15940504" y="-3019"/>
                  <a:pt x="15823667" y="2894"/>
                  <a:pt x="15910560" y="0"/>
                </a:cubicBezTo>
                <a:cubicBezTo>
                  <a:pt x="15997453" y="-2894"/>
                  <a:pt x="16588125" y="-8530"/>
                  <a:pt x="17035272" y="0"/>
                </a:cubicBezTo>
                <a:cubicBezTo>
                  <a:pt x="17482419" y="8530"/>
                  <a:pt x="17188794" y="6706"/>
                  <a:pt x="17282160" y="0"/>
                </a:cubicBezTo>
                <a:cubicBezTo>
                  <a:pt x="17375526" y="-6706"/>
                  <a:pt x="17472317" y="-5717"/>
                  <a:pt x="17529048" y="0"/>
                </a:cubicBezTo>
                <a:cubicBezTo>
                  <a:pt x="17585779" y="5717"/>
                  <a:pt x="18174415" y="31621"/>
                  <a:pt x="18434304" y="0"/>
                </a:cubicBezTo>
                <a:cubicBezTo>
                  <a:pt x="18694193" y="-31621"/>
                  <a:pt x="19301918" y="29693"/>
                  <a:pt x="19559016" y="0"/>
                </a:cubicBezTo>
                <a:cubicBezTo>
                  <a:pt x="19816114" y="-29693"/>
                  <a:pt x="19574042" y="702"/>
                  <a:pt x="19586448" y="0"/>
                </a:cubicBezTo>
                <a:cubicBezTo>
                  <a:pt x="19598854" y="-702"/>
                  <a:pt x="20049547" y="-22820"/>
                  <a:pt x="20491704" y="0"/>
                </a:cubicBezTo>
                <a:cubicBezTo>
                  <a:pt x="20933861" y="22820"/>
                  <a:pt x="20755106" y="6629"/>
                  <a:pt x="20958048" y="0"/>
                </a:cubicBezTo>
                <a:cubicBezTo>
                  <a:pt x="21160990" y="-6629"/>
                  <a:pt x="21663188" y="-27211"/>
                  <a:pt x="21945600" y="0"/>
                </a:cubicBezTo>
                <a:cubicBezTo>
                  <a:pt x="21944964" y="7863"/>
                  <a:pt x="21943820" y="25698"/>
                  <a:pt x="21945600" y="36576"/>
                </a:cubicBezTo>
                <a:cubicBezTo>
                  <a:pt x="21738864" y="-5974"/>
                  <a:pt x="21483832" y="56357"/>
                  <a:pt x="21040344" y="36576"/>
                </a:cubicBezTo>
                <a:cubicBezTo>
                  <a:pt x="20596856" y="16795"/>
                  <a:pt x="20741173" y="55968"/>
                  <a:pt x="20574000" y="36576"/>
                </a:cubicBezTo>
                <a:cubicBezTo>
                  <a:pt x="20406827" y="17184"/>
                  <a:pt x="20560204" y="36526"/>
                  <a:pt x="20546568" y="36576"/>
                </a:cubicBezTo>
                <a:cubicBezTo>
                  <a:pt x="20532932" y="36626"/>
                  <a:pt x="20530490" y="36880"/>
                  <a:pt x="20519136" y="36576"/>
                </a:cubicBezTo>
                <a:cubicBezTo>
                  <a:pt x="20507782" y="36272"/>
                  <a:pt x="19823262" y="37799"/>
                  <a:pt x="19613880" y="36576"/>
                </a:cubicBezTo>
                <a:cubicBezTo>
                  <a:pt x="19404498" y="35353"/>
                  <a:pt x="19223151" y="67241"/>
                  <a:pt x="18928080" y="36576"/>
                </a:cubicBezTo>
                <a:cubicBezTo>
                  <a:pt x="18633009" y="5911"/>
                  <a:pt x="18160671" y="-11744"/>
                  <a:pt x="17803368" y="36576"/>
                </a:cubicBezTo>
                <a:cubicBezTo>
                  <a:pt x="17446065" y="84896"/>
                  <a:pt x="17412412" y="14966"/>
                  <a:pt x="17117568" y="36576"/>
                </a:cubicBezTo>
                <a:cubicBezTo>
                  <a:pt x="16822724" y="58186"/>
                  <a:pt x="16494673" y="2337"/>
                  <a:pt x="16212312" y="36576"/>
                </a:cubicBezTo>
                <a:cubicBezTo>
                  <a:pt x="15929951" y="70815"/>
                  <a:pt x="15826333" y="11046"/>
                  <a:pt x="15526512" y="36576"/>
                </a:cubicBezTo>
                <a:cubicBezTo>
                  <a:pt x="15226691" y="62106"/>
                  <a:pt x="15082025" y="15118"/>
                  <a:pt x="14840712" y="36576"/>
                </a:cubicBezTo>
                <a:cubicBezTo>
                  <a:pt x="14599399" y="58034"/>
                  <a:pt x="14517430" y="19609"/>
                  <a:pt x="14374368" y="36576"/>
                </a:cubicBezTo>
                <a:cubicBezTo>
                  <a:pt x="14231306" y="53543"/>
                  <a:pt x="13854278" y="2480"/>
                  <a:pt x="13469112" y="36576"/>
                </a:cubicBezTo>
                <a:cubicBezTo>
                  <a:pt x="13083946" y="70672"/>
                  <a:pt x="13086505" y="29507"/>
                  <a:pt x="12783312" y="36576"/>
                </a:cubicBezTo>
                <a:cubicBezTo>
                  <a:pt x="12480119" y="43645"/>
                  <a:pt x="12228847" y="-3513"/>
                  <a:pt x="11878056" y="36576"/>
                </a:cubicBezTo>
                <a:cubicBezTo>
                  <a:pt x="11527265" y="76665"/>
                  <a:pt x="11722541" y="34421"/>
                  <a:pt x="11631168" y="36576"/>
                </a:cubicBezTo>
                <a:cubicBezTo>
                  <a:pt x="11539795" y="38731"/>
                  <a:pt x="11328250" y="26850"/>
                  <a:pt x="11164824" y="36576"/>
                </a:cubicBezTo>
                <a:cubicBezTo>
                  <a:pt x="11001398" y="46302"/>
                  <a:pt x="10673541" y="78959"/>
                  <a:pt x="10259568" y="36576"/>
                </a:cubicBezTo>
                <a:cubicBezTo>
                  <a:pt x="9845595" y="-5807"/>
                  <a:pt x="9733074" y="59393"/>
                  <a:pt x="9573768" y="36576"/>
                </a:cubicBezTo>
                <a:cubicBezTo>
                  <a:pt x="9414462" y="13759"/>
                  <a:pt x="9555544" y="36473"/>
                  <a:pt x="9546336" y="36576"/>
                </a:cubicBezTo>
                <a:cubicBezTo>
                  <a:pt x="9537128" y="36679"/>
                  <a:pt x="8966343" y="25197"/>
                  <a:pt x="8641080" y="36576"/>
                </a:cubicBezTo>
                <a:cubicBezTo>
                  <a:pt x="8315817" y="47955"/>
                  <a:pt x="8340016" y="17323"/>
                  <a:pt x="8174736" y="36576"/>
                </a:cubicBezTo>
                <a:cubicBezTo>
                  <a:pt x="8009456" y="55829"/>
                  <a:pt x="7277736" y="27510"/>
                  <a:pt x="7050024" y="36576"/>
                </a:cubicBezTo>
                <a:cubicBezTo>
                  <a:pt x="6822312" y="45642"/>
                  <a:pt x="7033761" y="37384"/>
                  <a:pt x="7022592" y="36576"/>
                </a:cubicBezTo>
                <a:cubicBezTo>
                  <a:pt x="7011423" y="35768"/>
                  <a:pt x="6523471" y="22547"/>
                  <a:pt x="6117336" y="36576"/>
                </a:cubicBezTo>
                <a:cubicBezTo>
                  <a:pt x="5711201" y="50605"/>
                  <a:pt x="5866816" y="21657"/>
                  <a:pt x="5650992" y="36576"/>
                </a:cubicBezTo>
                <a:cubicBezTo>
                  <a:pt x="5435168" y="51495"/>
                  <a:pt x="5142184" y="50113"/>
                  <a:pt x="4745736" y="36576"/>
                </a:cubicBezTo>
                <a:cubicBezTo>
                  <a:pt x="4349288" y="23039"/>
                  <a:pt x="4567465" y="35506"/>
                  <a:pt x="4498848" y="36576"/>
                </a:cubicBezTo>
                <a:cubicBezTo>
                  <a:pt x="4430231" y="37646"/>
                  <a:pt x="4316854" y="42140"/>
                  <a:pt x="4251960" y="36576"/>
                </a:cubicBezTo>
                <a:cubicBezTo>
                  <a:pt x="4187066" y="31012"/>
                  <a:pt x="4006963" y="35461"/>
                  <a:pt x="3785616" y="36576"/>
                </a:cubicBezTo>
                <a:cubicBezTo>
                  <a:pt x="3564269" y="37691"/>
                  <a:pt x="3513429" y="13694"/>
                  <a:pt x="3319272" y="36576"/>
                </a:cubicBezTo>
                <a:cubicBezTo>
                  <a:pt x="3125115" y="59458"/>
                  <a:pt x="2634641" y="25517"/>
                  <a:pt x="2414016" y="36576"/>
                </a:cubicBezTo>
                <a:cubicBezTo>
                  <a:pt x="2193391" y="47635"/>
                  <a:pt x="2395840" y="37250"/>
                  <a:pt x="2386584" y="36576"/>
                </a:cubicBezTo>
                <a:cubicBezTo>
                  <a:pt x="2377328" y="35902"/>
                  <a:pt x="1545536" y="28507"/>
                  <a:pt x="1261872" y="36576"/>
                </a:cubicBezTo>
                <a:cubicBezTo>
                  <a:pt x="978208" y="44645"/>
                  <a:pt x="1242837" y="35250"/>
                  <a:pt x="1234440" y="36576"/>
                </a:cubicBezTo>
                <a:cubicBezTo>
                  <a:pt x="1226043" y="37902"/>
                  <a:pt x="282424" y="83210"/>
                  <a:pt x="0" y="36576"/>
                </a:cubicBezTo>
                <a:cubicBezTo>
                  <a:pt x="476" y="24480"/>
                  <a:pt x="-366" y="10102"/>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E0C2A246-77B6-3277-5E4D-30BB4AEA5926}"/>
              </a:ext>
            </a:extLst>
          </p:cNvPr>
          <p:cNvSpPr>
            <a:spLocks noGrp="1"/>
          </p:cNvSpPr>
          <p:nvPr>
            <p:ph idx="4294967295"/>
          </p:nvPr>
        </p:nvSpPr>
        <p:spPr>
          <a:xfrm>
            <a:off x="1144986" y="4142632"/>
            <a:ext cx="13427104" cy="8238344"/>
          </a:xfrm>
        </p:spPr>
        <p:txBody>
          <a:bodyPr vert="horz" lIns="91440" tIns="45720" rIns="91440" bIns="45720" rtlCol="0" anchor="t">
            <a:normAutofit/>
          </a:bodyPr>
          <a:lstStyle/>
          <a:p>
            <a:pPr indent="-228600" defTabSz="914400"/>
            <a:endParaRPr lang="en-US" sz="3700" dirty="0"/>
          </a:p>
          <a:p>
            <a:pPr indent="-228600" defTabSz="914400"/>
            <a:r>
              <a:rPr lang="en-US" sz="3700" dirty="0"/>
              <a:t>El </a:t>
            </a:r>
            <a:r>
              <a:rPr lang="en-US" sz="3700" dirty="0" err="1"/>
              <a:t>ataque</a:t>
            </a:r>
            <a:r>
              <a:rPr lang="en-US" sz="3700" dirty="0"/>
              <a:t> MitM se </a:t>
            </a:r>
            <a:r>
              <a:rPr lang="en-US" sz="3700" dirty="0" err="1"/>
              <a:t>lleva</a:t>
            </a:r>
            <a:r>
              <a:rPr lang="en-US" sz="3700" dirty="0"/>
              <a:t> a </a:t>
            </a:r>
            <a:r>
              <a:rPr lang="en-US" sz="3700" dirty="0" err="1"/>
              <a:t>cabo</a:t>
            </a:r>
            <a:r>
              <a:rPr lang="en-US" sz="3700" dirty="0"/>
              <a:t> </a:t>
            </a:r>
            <a:r>
              <a:rPr lang="en-US" sz="3700" dirty="0" err="1"/>
              <a:t>generalmente</a:t>
            </a:r>
            <a:r>
              <a:rPr lang="en-US" sz="3700" dirty="0"/>
              <a:t> </a:t>
            </a:r>
            <a:r>
              <a:rPr lang="en-US" sz="3700" dirty="0" err="1"/>
              <a:t>en</a:t>
            </a:r>
            <a:r>
              <a:rPr lang="en-US" sz="3700" dirty="0"/>
              <a:t> </a:t>
            </a:r>
            <a:r>
              <a:rPr lang="en-US" sz="3700" dirty="0" err="1"/>
              <a:t>una</a:t>
            </a:r>
            <a:r>
              <a:rPr lang="en-US" sz="3700" dirty="0"/>
              <a:t> red no </a:t>
            </a:r>
            <a:r>
              <a:rPr lang="en-US" sz="3700" dirty="0" err="1"/>
              <a:t>segura</a:t>
            </a:r>
            <a:r>
              <a:rPr lang="en-US" sz="3700" dirty="0"/>
              <a:t> o </a:t>
            </a:r>
            <a:r>
              <a:rPr lang="en-US" sz="3700" dirty="0" err="1"/>
              <a:t>en</a:t>
            </a:r>
            <a:r>
              <a:rPr lang="en-US" sz="3700" dirty="0"/>
              <a:t> </a:t>
            </a:r>
            <a:r>
              <a:rPr lang="en-US" sz="3700" dirty="0" err="1"/>
              <a:t>una</a:t>
            </a:r>
            <a:r>
              <a:rPr lang="en-US" sz="3700" dirty="0"/>
              <a:t> red Wi-Fi </a:t>
            </a:r>
            <a:r>
              <a:rPr lang="en-US" sz="3700" dirty="0" err="1"/>
              <a:t>pública</a:t>
            </a:r>
            <a:r>
              <a:rPr lang="en-US" sz="3700" dirty="0"/>
              <a:t>. Por </a:t>
            </a:r>
            <a:r>
              <a:rPr lang="en-US" sz="3700" dirty="0" err="1"/>
              <a:t>ejemplo</a:t>
            </a:r>
            <a:r>
              <a:rPr lang="en-US" sz="3700" dirty="0"/>
              <a:t>, un </a:t>
            </a:r>
            <a:r>
              <a:rPr lang="en-US" sz="3700" dirty="0" err="1"/>
              <a:t>atacante</a:t>
            </a:r>
            <a:r>
              <a:rPr lang="en-US" sz="3700" dirty="0"/>
              <a:t> </a:t>
            </a:r>
            <a:r>
              <a:rPr lang="en-US" sz="3700" dirty="0" err="1"/>
              <a:t>podría</a:t>
            </a:r>
            <a:r>
              <a:rPr lang="en-US" sz="3700" dirty="0"/>
              <a:t> </a:t>
            </a:r>
            <a:r>
              <a:rPr lang="en-US" sz="3700" dirty="0" err="1"/>
              <a:t>configurar</a:t>
            </a:r>
            <a:r>
              <a:rPr lang="en-US" sz="3700" dirty="0"/>
              <a:t> </a:t>
            </a:r>
            <a:r>
              <a:rPr lang="en-US" sz="3700" dirty="0" err="1"/>
              <a:t>una</a:t>
            </a:r>
            <a:r>
              <a:rPr lang="en-US" sz="3700" dirty="0"/>
              <a:t> red Wi-Fi falsa </a:t>
            </a:r>
            <a:r>
              <a:rPr lang="en-US" sz="3700" dirty="0" err="1"/>
              <a:t>en</a:t>
            </a:r>
            <a:r>
              <a:rPr lang="en-US" sz="3700" dirty="0"/>
              <a:t> un </a:t>
            </a:r>
            <a:r>
              <a:rPr lang="en-US" sz="3700" dirty="0" err="1"/>
              <a:t>lugar</a:t>
            </a:r>
            <a:r>
              <a:rPr lang="en-US" sz="3700" dirty="0"/>
              <a:t> </a:t>
            </a:r>
            <a:r>
              <a:rPr lang="en-US" sz="3700" dirty="0" err="1"/>
              <a:t>público</a:t>
            </a:r>
            <a:r>
              <a:rPr lang="en-US" sz="3700" dirty="0"/>
              <a:t> y </a:t>
            </a:r>
            <a:r>
              <a:rPr lang="en-US" sz="3700" dirty="0" err="1"/>
              <a:t>nombrarla</a:t>
            </a:r>
            <a:r>
              <a:rPr lang="en-US" sz="3700" dirty="0"/>
              <a:t> de forma similar a </a:t>
            </a:r>
            <a:r>
              <a:rPr lang="en-US" sz="3700" dirty="0" err="1"/>
              <a:t>una</a:t>
            </a:r>
            <a:r>
              <a:rPr lang="en-US" sz="3700" dirty="0"/>
              <a:t> red Wi-Fi </a:t>
            </a:r>
            <a:r>
              <a:rPr lang="en-US" sz="3700" dirty="0" err="1"/>
              <a:t>legítima</a:t>
            </a:r>
            <a:r>
              <a:rPr lang="en-US" sz="3700" dirty="0"/>
              <a:t>, </a:t>
            </a:r>
            <a:r>
              <a:rPr lang="en-US" sz="3700" dirty="0" err="1"/>
              <a:t>como</a:t>
            </a:r>
            <a:r>
              <a:rPr lang="en-US" sz="3700" dirty="0"/>
              <a:t> la del café local. </a:t>
            </a:r>
            <a:r>
              <a:rPr lang="en-US" sz="3700" dirty="0" err="1"/>
              <a:t>Cuando</a:t>
            </a:r>
            <a:r>
              <a:rPr lang="en-US" sz="3700" dirty="0"/>
              <a:t> </a:t>
            </a:r>
            <a:r>
              <a:rPr lang="en-US" sz="3700" dirty="0" err="1"/>
              <a:t>los</a:t>
            </a:r>
            <a:r>
              <a:rPr lang="en-US" sz="3700" dirty="0"/>
              <a:t> </a:t>
            </a:r>
            <a:r>
              <a:rPr lang="en-US" sz="3700" dirty="0" err="1"/>
              <a:t>usuarios</a:t>
            </a:r>
            <a:r>
              <a:rPr lang="en-US" sz="3700" dirty="0"/>
              <a:t> se </a:t>
            </a:r>
            <a:r>
              <a:rPr lang="en-US" sz="3700" dirty="0" err="1"/>
              <a:t>conectan</a:t>
            </a:r>
            <a:r>
              <a:rPr lang="en-US" sz="3700" dirty="0"/>
              <a:t> a la red falsa, </a:t>
            </a:r>
            <a:r>
              <a:rPr lang="en-US" sz="3700" dirty="0" err="1"/>
              <a:t>toda</a:t>
            </a:r>
            <a:r>
              <a:rPr lang="en-US" sz="3700" dirty="0"/>
              <a:t> </a:t>
            </a:r>
            <a:r>
              <a:rPr lang="en-US" sz="3700" dirty="0" err="1"/>
              <a:t>su</a:t>
            </a:r>
            <a:r>
              <a:rPr lang="en-US" sz="3700" dirty="0"/>
              <a:t> </a:t>
            </a:r>
            <a:r>
              <a:rPr lang="en-US" sz="3700" dirty="0" err="1"/>
              <a:t>comunicación</a:t>
            </a:r>
            <a:r>
              <a:rPr lang="en-US" sz="3700" dirty="0"/>
              <a:t> </a:t>
            </a:r>
            <a:r>
              <a:rPr lang="en-US" sz="3700" dirty="0" err="1"/>
              <a:t>puede</a:t>
            </a:r>
            <a:r>
              <a:rPr lang="en-US" sz="3700" dirty="0"/>
              <a:t> ser </a:t>
            </a:r>
            <a:r>
              <a:rPr lang="en-US" sz="3700" dirty="0" err="1"/>
              <a:t>interceptada</a:t>
            </a:r>
            <a:r>
              <a:rPr lang="en-US" sz="3700" dirty="0"/>
              <a:t> y </a:t>
            </a:r>
            <a:r>
              <a:rPr lang="en-US" sz="3700" dirty="0" err="1"/>
              <a:t>manipulada</a:t>
            </a:r>
            <a:r>
              <a:rPr lang="en-US" sz="3700" dirty="0"/>
              <a:t> </a:t>
            </a:r>
            <a:r>
              <a:rPr lang="en-US" sz="3700" dirty="0" err="1"/>
              <a:t>por</a:t>
            </a:r>
            <a:r>
              <a:rPr lang="en-US" sz="3700" dirty="0"/>
              <a:t> </a:t>
            </a:r>
            <a:r>
              <a:rPr lang="en-US" sz="3700" dirty="0" err="1"/>
              <a:t>el</a:t>
            </a:r>
            <a:r>
              <a:rPr lang="en-US" sz="3700" dirty="0"/>
              <a:t> </a:t>
            </a:r>
            <a:r>
              <a:rPr lang="en-US" sz="3700" dirty="0" err="1"/>
              <a:t>atacante</a:t>
            </a:r>
            <a:r>
              <a:rPr lang="en-US" sz="3700" dirty="0"/>
              <a:t>.</a:t>
            </a:r>
          </a:p>
          <a:p>
            <a:pPr indent="-228600" defTabSz="914400"/>
            <a:r>
              <a:rPr lang="en-US" sz="3700" dirty="0" err="1"/>
              <a:t>Otro</a:t>
            </a:r>
            <a:r>
              <a:rPr lang="en-US" sz="3700" dirty="0"/>
              <a:t> </a:t>
            </a:r>
            <a:r>
              <a:rPr lang="en-US" sz="3700" dirty="0" err="1"/>
              <a:t>ejemplo</a:t>
            </a:r>
            <a:r>
              <a:rPr lang="en-US" sz="3700" dirty="0"/>
              <a:t> de </a:t>
            </a:r>
            <a:r>
              <a:rPr lang="en-US" sz="3700" dirty="0" err="1"/>
              <a:t>ataque</a:t>
            </a:r>
            <a:r>
              <a:rPr lang="en-US" sz="3700" dirty="0"/>
              <a:t> MitM es </a:t>
            </a:r>
            <a:r>
              <a:rPr lang="en-US" sz="3700" dirty="0" err="1"/>
              <a:t>cuando</a:t>
            </a:r>
            <a:r>
              <a:rPr lang="en-US" sz="3700" dirty="0"/>
              <a:t> un </a:t>
            </a:r>
            <a:r>
              <a:rPr lang="en-US" sz="3700" dirty="0" err="1"/>
              <a:t>atacante</a:t>
            </a:r>
            <a:r>
              <a:rPr lang="en-US" sz="3700" dirty="0"/>
              <a:t> </a:t>
            </a:r>
            <a:r>
              <a:rPr lang="en-US" sz="3700" dirty="0" err="1"/>
              <a:t>intercepta</a:t>
            </a:r>
            <a:r>
              <a:rPr lang="en-US" sz="3700" dirty="0"/>
              <a:t> </a:t>
            </a:r>
            <a:r>
              <a:rPr lang="en-US" sz="3700" dirty="0" err="1"/>
              <a:t>una</a:t>
            </a:r>
            <a:r>
              <a:rPr lang="en-US" sz="3700" dirty="0"/>
              <a:t> </a:t>
            </a:r>
            <a:r>
              <a:rPr lang="en-US" sz="3700" dirty="0" err="1"/>
              <a:t>conexión</a:t>
            </a:r>
            <a:r>
              <a:rPr lang="en-US" sz="3700" dirty="0"/>
              <a:t> HTTPS </a:t>
            </a:r>
            <a:r>
              <a:rPr lang="en-US" sz="3700" dirty="0" err="1"/>
              <a:t>cifrada</a:t>
            </a:r>
            <a:r>
              <a:rPr lang="en-US" sz="3700" dirty="0"/>
              <a:t>, que </a:t>
            </a:r>
            <a:r>
              <a:rPr lang="en-US" sz="3700" dirty="0" err="1"/>
              <a:t>normalmente</a:t>
            </a:r>
            <a:r>
              <a:rPr lang="en-US" sz="3700" dirty="0"/>
              <a:t> se </a:t>
            </a:r>
            <a:r>
              <a:rPr lang="en-US" sz="3700" dirty="0" err="1"/>
              <a:t>considera</a:t>
            </a:r>
            <a:r>
              <a:rPr lang="en-US" sz="3700" dirty="0"/>
              <a:t> </a:t>
            </a:r>
            <a:r>
              <a:rPr lang="en-US" sz="3700" dirty="0" err="1"/>
              <a:t>segura</a:t>
            </a:r>
            <a:r>
              <a:rPr lang="en-US" sz="3700" dirty="0"/>
              <a:t>, </a:t>
            </a:r>
            <a:r>
              <a:rPr lang="en-US" sz="3700" dirty="0" err="1"/>
              <a:t>utilizando</a:t>
            </a:r>
            <a:r>
              <a:rPr lang="en-US" sz="3700" dirty="0"/>
              <a:t> </a:t>
            </a:r>
            <a:r>
              <a:rPr lang="en-US" sz="3700" dirty="0" err="1"/>
              <a:t>técnicas</a:t>
            </a:r>
            <a:r>
              <a:rPr lang="en-US" sz="3700" dirty="0"/>
              <a:t> de </a:t>
            </a:r>
            <a:r>
              <a:rPr lang="en-US" sz="3700" dirty="0" err="1"/>
              <a:t>suplantación</a:t>
            </a:r>
            <a:r>
              <a:rPr lang="en-US" sz="3700" dirty="0"/>
              <a:t> de </a:t>
            </a:r>
            <a:r>
              <a:rPr lang="en-US" sz="3700" dirty="0" err="1"/>
              <a:t>certificados</a:t>
            </a:r>
            <a:r>
              <a:rPr lang="en-US" sz="3700" dirty="0"/>
              <a:t>, </a:t>
            </a:r>
            <a:r>
              <a:rPr lang="en-US" sz="3700" dirty="0" err="1"/>
              <a:t>por</a:t>
            </a:r>
            <a:r>
              <a:rPr lang="en-US" sz="3700" dirty="0"/>
              <a:t> </a:t>
            </a:r>
            <a:r>
              <a:rPr lang="en-US" sz="3700" dirty="0" err="1"/>
              <a:t>ejemplo</a:t>
            </a:r>
            <a:r>
              <a:rPr lang="en-US" sz="3700" dirty="0"/>
              <a:t>, para </a:t>
            </a:r>
            <a:r>
              <a:rPr lang="en-US" sz="3700" dirty="0" err="1"/>
              <a:t>engañar</a:t>
            </a:r>
            <a:r>
              <a:rPr lang="en-US" sz="3700" dirty="0"/>
              <a:t> a un </a:t>
            </a:r>
            <a:r>
              <a:rPr lang="en-US" sz="3700" dirty="0" err="1"/>
              <a:t>usuario</a:t>
            </a:r>
            <a:r>
              <a:rPr lang="en-US" sz="3700" dirty="0"/>
              <a:t> y </a:t>
            </a:r>
            <a:r>
              <a:rPr lang="en-US" sz="3700" dirty="0" err="1"/>
              <a:t>hacer</a:t>
            </a:r>
            <a:r>
              <a:rPr lang="en-US" sz="3700" dirty="0"/>
              <a:t> que </a:t>
            </a:r>
            <a:r>
              <a:rPr lang="en-US" sz="3700" dirty="0" err="1"/>
              <a:t>piense</a:t>
            </a:r>
            <a:r>
              <a:rPr lang="en-US" sz="3700" dirty="0"/>
              <a:t> que </a:t>
            </a:r>
            <a:r>
              <a:rPr lang="en-US" sz="3700" dirty="0" err="1"/>
              <a:t>está</a:t>
            </a:r>
            <a:r>
              <a:rPr lang="en-US" sz="3700" dirty="0"/>
              <a:t> </a:t>
            </a:r>
            <a:r>
              <a:rPr lang="en-US" sz="3700" dirty="0" err="1"/>
              <a:t>interactuando</a:t>
            </a:r>
            <a:r>
              <a:rPr lang="en-US" sz="3700" dirty="0"/>
              <a:t> con un sitio web </a:t>
            </a:r>
            <a:r>
              <a:rPr lang="en-US" sz="3700" dirty="0" err="1"/>
              <a:t>legítimo</a:t>
            </a:r>
            <a:r>
              <a:rPr lang="en-US" sz="3700" dirty="0"/>
              <a:t> </a:t>
            </a:r>
            <a:r>
              <a:rPr lang="en-US" sz="3700" dirty="0" err="1"/>
              <a:t>cuando</a:t>
            </a:r>
            <a:r>
              <a:rPr lang="en-US" sz="3700" dirty="0"/>
              <a:t> </a:t>
            </a:r>
            <a:r>
              <a:rPr lang="en-US" sz="3700" dirty="0" err="1"/>
              <a:t>en</a:t>
            </a:r>
            <a:r>
              <a:rPr lang="en-US" sz="3700" dirty="0"/>
              <a:t> </a:t>
            </a:r>
            <a:r>
              <a:rPr lang="en-US" sz="3700" dirty="0" err="1"/>
              <a:t>realidad</a:t>
            </a:r>
            <a:r>
              <a:rPr lang="en-US" sz="3700" dirty="0"/>
              <a:t> </a:t>
            </a:r>
            <a:r>
              <a:rPr lang="en-US" sz="3700" dirty="0" err="1"/>
              <a:t>está</a:t>
            </a:r>
            <a:r>
              <a:rPr lang="en-US" sz="3700" dirty="0"/>
              <a:t> </a:t>
            </a:r>
            <a:r>
              <a:rPr lang="en-US" sz="3700" dirty="0" err="1"/>
              <a:t>comunicándose</a:t>
            </a:r>
            <a:r>
              <a:rPr lang="en-US" sz="3700" dirty="0"/>
              <a:t> con un sitio </a:t>
            </a:r>
            <a:r>
              <a:rPr lang="en-US" sz="3700" dirty="0" err="1"/>
              <a:t>malicioso</a:t>
            </a:r>
            <a:r>
              <a:rPr lang="en-US" sz="3700" dirty="0"/>
              <a:t>.</a:t>
            </a:r>
          </a:p>
        </p:txBody>
      </p:sp>
      <p:pic>
        <p:nvPicPr>
          <p:cNvPr id="4" name="Google Shape;135;p8" descr="Cómo protegerse de los virus, piratas informáticos y demás ataques? |  Tecnología - ComputerHoy.com">
            <a:extLst>
              <a:ext uri="{FF2B5EF4-FFF2-40B4-BE49-F238E27FC236}">
                <a16:creationId xmlns:a16="http://schemas.microsoft.com/office/drawing/2014/main" id="{1237C5F8-EFDC-F31F-D6B7-0F1AA13AFD8B}"/>
              </a:ext>
            </a:extLst>
          </p:cNvPr>
          <p:cNvPicPr preferRelativeResize="0"/>
          <p:nvPr/>
        </p:nvPicPr>
        <p:blipFill rotWithShape="1">
          <a:blip r:embed="rId2"/>
          <a:srcRect l="20442" r="15538" b="1"/>
          <a:stretch/>
        </p:blipFill>
        <p:spPr>
          <a:xfrm>
            <a:off x="15351316" y="4187952"/>
            <a:ext cx="7882128" cy="8193024"/>
          </a:xfrm>
          <a:prstGeom prst="rect">
            <a:avLst/>
          </a:prstGeom>
          <a:noFill/>
        </p:spPr>
      </p:pic>
    </p:spTree>
    <p:extLst>
      <p:ext uri="{BB962C8B-B14F-4D97-AF65-F5344CB8AC3E}">
        <p14:creationId xmlns:p14="http://schemas.microsoft.com/office/powerpoint/2010/main" val="1376069043"/>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53B475F8-50AE-46A0-9943-B2B63183D5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DE294E5-0985-9622-64B9-7BFCE89E52E8}"/>
              </a:ext>
            </a:extLst>
          </p:cNvPr>
          <p:cNvSpPr>
            <a:spLocks noGrp="1"/>
          </p:cNvSpPr>
          <p:nvPr>
            <p:ph type="title" idx="4294967295"/>
          </p:nvPr>
        </p:nvSpPr>
        <p:spPr>
          <a:xfrm>
            <a:off x="1225296" y="730250"/>
            <a:ext cx="13972030" cy="3552968"/>
          </a:xfrm>
        </p:spPr>
        <p:txBody>
          <a:bodyPr vert="horz" lIns="91440" tIns="45720" rIns="91440" bIns="45720" rtlCol="0" anchor="b">
            <a:normAutofit/>
          </a:bodyPr>
          <a:lstStyle/>
          <a:p>
            <a:pPr defTabSz="914400"/>
            <a:r>
              <a:rPr lang="en-US" sz="10800" b="1" dirty="0" err="1"/>
              <a:t>Ataque</a:t>
            </a:r>
            <a:r>
              <a:rPr lang="en-US" sz="10800" b="1" dirty="0"/>
              <a:t> de </a:t>
            </a:r>
            <a:r>
              <a:rPr lang="en-US" sz="10800" b="1" dirty="0" err="1"/>
              <a:t>Inyección</a:t>
            </a:r>
            <a:r>
              <a:rPr lang="en-US" sz="10800" b="1" dirty="0"/>
              <a:t> de SQL</a:t>
            </a:r>
          </a:p>
        </p:txBody>
      </p:sp>
      <p:pic>
        <p:nvPicPr>
          <p:cNvPr id="5" name="Google Shape;135;p8" descr="Cómo protegerse de los virus, piratas informáticos y demás ataques? |  Tecnología - ComputerHoy.com">
            <a:extLst>
              <a:ext uri="{FF2B5EF4-FFF2-40B4-BE49-F238E27FC236}">
                <a16:creationId xmlns:a16="http://schemas.microsoft.com/office/drawing/2014/main" id="{AFCA5F38-BAB7-4431-7833-8B9FEC8ADCA6}"/>
              </a:ext>
            </a:extLst>
          </p:cNvPr>
          <p:cNvPicPr preferRelativeResize="0"/>
          <p:nvPr/>
        </p:nvPicPr>
        <p:blipFill rotWithShape="1">
          <a:blip r:embed="rId2"/>
          <a:stretch/>
        </p:blipFill>
        <p:spPr>
          <a:xfrm>
            <a:off x="17450359" y="523982"/>
            <a:ext cx="5680989" cy="3780440"/>
          </a:xfrm>
          <a:prstGeom prst="rect">
            <a:avLst/>
          </a:prstGeom>
          <a:noFill/>
        </p:spPr>
      </p:pic>
      <p:sp>
        <p:nvSpPr>
          <p:cNvPr id="16" name="sketch line">
            <a:extLst>
              <a:ext uri="{FF2B5EF4-FFF2-40B4-BE49-F238E27FC236}">
                <a16:creationId xmlns:a16="http://schemas.microsoft.com/office/drawing/2014/main" id="{75F6FDB4-2351-48C2-A863-2364A02343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76400" y="4631382"/>
            <a:ext cx="8686800" cy="36576"/>
          </a:xfrm>
          <a:custGeom>
            <a:avLst/>
            <a:gdLst>
              <a:gd name="csX0" fmla="*/ 0 w 8686800"/>
              <a:gd name="csY0" fmla="*/ 0 h 36576"/>
              <a:gd name="csX1" fmla="*/ 581347 w 8686800"/>
              <a:gd name="csY1" fmla="*/ 0 h 36576"/>
              <a:gd name="csX2" fmla="*/ 1249563 w 8686800"/>
              <a:gd name="csY2" fmla="*/ 0 h 36576"/>
              <a:gd name="csX3" fmla="*/ 2004646 w 8686800"/>
              <a:gd name="csY3" fmla="*/ 0 h 36576"/>
              <a:gd name="csX4" fmla="*/ 2585994 w 8686800"/>
              <a:gd name="csY4" fmla="*/ 0 h 36576"/>
              <a:gd name="csX5" fmla="*/ 3254209 w 8686800"/>
              <a:gd name="csY5" fmla="*/ 0 h 36576"/>
              <a:gd name="csX6" fmla="*/ 4096160 w 8686800"/>
              <a:gd name="csY6" fmla="*/ 0 h 36576"/>
              <a:gd name="csX7" fmla="*/ 4590640 w 8686800"/>
              <a:gd name="csY7" fmla="*/ 0 h 36576"/>
              <a:gd name="csX8" fmla="*/ 5345723 w 8686800"/>
              <a:gd name="csY8" fmla="*/ 0 h 36576"/>
              <a:gd name="csX9" fmla="*/ 5840202 w 8686800"/>
              <a:gd name="csY9" fmla="*/ 0 h 36576"/>
              <a:gd name="csX10" fmla="*/ 6508418 w 8686800"/>
              <a:gd name="csY10" fmla="*/ 0 h 36576"/>
              <a:gd name="csX11" fmla="*/ 7263501 w 8686800"/>
              <a:gd name="csY11" fmla="*/ 0 h 36576"/>
              <a:gd name="csX12" fmla="*/ 7671113 w 8686800"/>
              <a:gd name="csY12" fmla="*/ 0 h 36576"/>
              <a:gd name="csX13" fmla="*/ 8078724 w 8686800"/>
              <a:gd name="csY13" fmla="*/ 0 h 36576"/>
              <a:gd name="csX14" fmla="*/ 8686800 w 8686800"/>
              <a:gd name="csY14" fmla="*/ 0 h 36576"/>
              <a:gd name="csX15" fmla="*/ 8686800 w 8686800"/>
              <a:gd name="csY15" fmla="*/ 36576 h 36576"/>
              <a:gd name="csX16" fmla="*/ 7931717 w 8686800"/>
              <a:gd name="csY16" fmla="*/ 36576 h 36576"/>
              <a:gd name="csX17" fmla="*/ 7263501 w 8686800"/>
              <a:gd name="csY17" fmla="*/ 36576 h 36576"/>
              <a:gd name="csX18" fmla="*/ 6682154 w 8686800"/>
              <a:gd name="csY18" fmla="*/ 36576 h 36576"/>
              <a:gd name="csX19" fmla="*/ 5927070 w 8686800"/>
              <a:gd name="csY19" fmla="*/ 36576 h 36576"/>
              <a:gd name="csX20" fmla="*/ 5258855 w 8686800"/>
              <a:gd name="csY20" fmla="*/ 36576 h 36576"/>
              <a:gd name="csX21" fmla="*/ 4416904 w 8686800"/>
              <a:gd name="csY21" fmla="*/ 36576 h 36576"/>
              <a:gd name="csX22" fmla="*/ 3574952 w 8686800"/>
              <a:gd name="csY22" fmla="*/ 36576 h 36576"/>
              <a:gd name="csX23" fmla="*/ 2819869 w 8686800"/>
              <a:gd name="csY23" fmla="*/ 36576 h 36576"/>
              <a:gd name="csX24" fmla="*/ 2064786 w 8686800"/>
              <a:gd name="csY24" fmla="*/ 36576 h 36576"/>
              <a:gd name="csX25" fmla="*/ 1309702 w 8686800"/>
              <a:gd name="csY25" fmla="*/ 36576 h 36576"/>
              <a:gd name="csX26" fmla="*/ 815223 w 8686800"/>
              <a:gd name="csY26" fmla="*/ 36576 h 36576"/>
              <a:gd name="csX27" fmla="*/ 0 w 8686800"/>
              <a:gd name="csY27" fmla="*/ 36576 h 36576"/>
              <a:gd name="csX28" fmla="*/ 0 w 8686800"/>
              <a:gd name="csY28"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686800" h="36576" fill="none" extrusionOk="0">
                <a:moveTo>
                  <a:pt x="0" y="0"/>
                </a:moveTo>
                <a:cubicBezTo>
                  <a:pt x="198285" y="-25666"/>
                  <a:pt x="368763" y="13229"/>
                  <a:pt x="581347" y="0"/>
                </a:cubicBezTo>
                <a:cubicBezTo>
                  <a:pt x="793931" y="-13229"/>
                  <a:pt x="1106527" y="-26801"/>
                  <a:pt x="1249563" y="0"/>
                </a:cubicBezTo>
                <a:cubicBezTo>
                  <a:pt x="1392599" y="26801"/>
                  <a:pt x="1762089" y="-29385"/>
                  <a:pt x="2004646" y="0"/>
                </a:cubicBezTo>
                <a:cubicBezTo>
                  <a:pt x="2247203" y="29385"/>
                  <a:pt x="2391400" y="-22659"/>
                  <a:pt x="2585994" y="0"/>
                </a:cubicBezTo>
                <a:cubicBezTo>
                  <a:pt x="2780588" y="22659"/>
                  <a:pt x="3000382" y="13372"/>
                  <a:pt x="3254209" y="0"/>
                </a:cubicBezTo>
                <a:cubicBezTo>
                  <a:pt x="3508036" y="-13372"/>
                  <a:pt x="3830288" y="-2254"/>
                  <a:pt x="4096160" y="0"/>
                </a:cubicBezTo>
                <a:cubicBezTo>
                  <a:pt x="4362032" y="2254"/>
                  <a:pt x="4390821" y="-19937"/>
                  <a:pt x="4590640" y="0"/>
                </a:cubicBezTo>
                <a:cubicBezTo>
                  <a:pt x="4790459" y="19937"/>
                  <a:pt x="5120408" y="21499"/>
                  <a:pt x="5345723" y="0"/>
                </a:cubicBezTo>
                <a:cubicBezTo>
                  <a:pt x="5571038" y="-21499"/>
                  <a:pt x="5603543" y="-2995"/>
                  <a:pt x="5840202" y="0"/>
                </a:cubicBezTo>
                <a:cubicBezTo>
                  <a:pt x="6076861" y="2995"/>
                  <a:pt x="6309581" y="-30781"/>
                  <a:pt x="6508418" y="0"/>
                </a:cubicBezTo>
                <a:cubicBezTo>
                  <a:pt x="6707255" y="30781"/>
                  <a:pt x="7110644" y="-20987"/>
                  <a:pt x="7263501" y="0"/>
                </a:cubicBezTo>
                <a:cubicBezTo>
                  <a:pt x="7416358" y="20987"/>
                  <a:pt x="7562921" y="10233"/>
                  <a:pt x="7671113" y="0"/>
                </a:cubicBezTo>
                <a:cubicBezTo>
                  <a:pt x="7779305" y="-10233"/>
                  <a:pt x="7957885" y="19709"/>
                  <a:pt x="8078724" y="0"/>
                </a:cubicBezTo>
                <a:cubicBezTo>
                  <a:pt x="8199563" y="-19709"/>
                  <a:pt x="8539685" y="-13832"/>
                  <a:pt x="8686800" y="0"/>
                </a:cubicBezTo>
                <a:cubicBezTo>
                  <a:pt x="8687261" y="9258"/>
                  <a:pt x="8688247" y="24151"/>
                  <a:pt x="8686800" y="36576"/>
                </a:cubicBezTo>
                <a:cubicBezTo>
                  <a:pt x="8335447" y="2147"/>
                  <a:pt x="8103855" y="62911"/>
                  <a:pt x="7931717" y="36576"/>
                </a:cubicBezTo>
                <a:cubicBezTo>
                  <a:pt x="7759579" y="10241"/>
                  <a:pt x="7541705" y="19727"/>
                  <a:pt x="7263501" y="36576"/>
                </a:cubicBezTo>
                <a:cubicBezTo>
                  <a:pt x="6985297" y="53425"/>
                  <a:pt x="6861730" y="24258"/>
                  <a:pt x="6682154" y="36576"/>
                </a:cubicBezTo>
                <a:cubicBezTo>
                  <a:pt x="6502578" y="48894"/>
                  <a:pt x="6301906" y="15094"/>
                  <a:pt x="5927070" y="36576"/>
                </a:cubicBezTo>
                <a:cubicBezTo>
                  <a:pt x="5552234" y="58058"/>
                  <a:pt x="5487319" y="15861"/>
                  <a:pt x="5258855" y="36576"/>
                </a:cubicBezTo>
                <a:cubicBezTo>
                  <a:pt x="5030391" y="57291"/>
                  <a:pt x="4741489" y="36156"/>
                  <a:pt x="4416904" y="36576"/>
                </a:cubicBezTo>
                <a:cubicBezTo>
                  <a:pt x="4092319" y="36996"/>
                  <a:pt x="3943463" y="1811"/>
                  <a:pt x="3574952" y="36576"/>
                </a:cubicBezTo>
                <a:cubicBezTo>
                  <a:pt x="3206441" y="71341"/>
                  <a:pt x="2995013" y="11783"/>
                  <a:pt x="2819869" y="36576"/>
                </a:cubicBezTo>
                <a:cubicBezTo>
                  <a:pt x="2644725" y="61369"/>
                  <a:pt x="2352787" y="30322"/>
                  <a:pt x="2064786" y="36576"/>
                </a:cubicBezTo>
                <a:cubicBezTo>
                  <a:pt x="1776785" y="42830"/>
                  <a:pt x="1540033" y="31051"/>
                  <a:pt x="1309702" y="36576"/>
                </a:cubicBezTo>
                <a:cubicBezTo>
                  <a:pt x="1079371" y="42101"/>
                  <a:pt x="951189" y="33377"/>
                  <a:pt x="815223" y="36576"/>
                </a:cubicBezTo>
                <a:cubicBezTo>
                  <a:pt x="679257" y="39775"/>
                  <a:pt x="224958" y="3631"/>
                  <a:pt x="0" y="36576"/>
                </a:cubicBezTo>
                <a:cubicBezTo>
                  <a:pt x="-472" y="19807"/>
                  <a:pt x="-535" y="8247"/>
                  <a:pt x="0" y="0"/>
                </a:cubicBezTo>
                <a:close/>
              </a:path>
              <a:path w="8686800" h="36576" stroke="0" extrusionOk="0">
                <a:moveTo>
                  <a:pt x="0" y="0"/>
                </a:moveTo>
                <a:cubicBezTo>
                  <a:pt x="170829" y="9621"/>
                  <a:pt x="331763" y="-26788"/>
                  <a:pt x="581347" y="0"/>
                </a:cubicBezTo>
                <a:cubicBezTo>
                  <a:pt x="830931" y="26788"/>
                  <a:pt x="849291" y="15676"/>
                  <a:pt x="988959" y="0"/>
                </a:cubicBezTo>
                <a:cubicBezTo>
                  <a:pt x="1128627" y="-15676"/>
                  <a:pt x="1452357" y="3501"/>
                  <a:pt x="1830910" y="0"/>
                </a:cubicBezTo>
                <a:cubicBezTo>
                  <a:pt x="2209463" y="-3501"/>
                  <a:pt x="2273738" y="22077"/>
                  <a:pt x="2412258" y="0"/>
                </a:cubicBezTo>
                <a:cubicBezTo>
                  <a:pt x="2550778" y="-22077"/>
                  <a:pt x="2764186" y="1357"/>
                  <a:pt x="2993605" y="0"/>
                </a:cubicBezTo>
                <a:cubicBezTo>
                  <a:pt x="3223024" y="-1357"/>
                  <a:pt x="3606034" y="-34729"/>
                  <a:pt x="3835556" y="0"/>
                </a:cubicBezTo>
                <a:cubicBezTo>
                  <a:pt x="4065078" y="34729"/>
                  <a:pt x="4105172" y="-22985"/>
                  <a:pt x="4330036" y="0"/>
                </a:cubicBezTo>
                <a:cubicBezTo>
                  <a:pt x="4554900" y="22985"/>
                  <a:pt x="4855708" y="21899"/>
                  <a:pt x="5171987" y="0"/>
                </a:cubicBezTo>
                <a:cubicBezTo>
                  <a:pt x="5488266" y="-21899"/>
                  <a:pt x="5669057" y="16428"/>
                  <a:pt x="6013938" y="0"/>
                </a:cubicBezTo>
                <a:cubicBezTo>
                  <a:pt x="6358819" y="-16428"/>
                  <a:pt x="6391983" y="-26960"/>
                  <a:pt x="6682154" y="0"/>
                </a:cubicBezTo>
                <a:cubicBezTo>
                  <a:pt x="6972325" y="26960"/>
                  <a:pt x="7173434" y="6085"/>
                  <a:pt x="7524105" y="0"/>
                </a:cubicBezTo>
                <a:cubicBezTo>
                  <a:pt x="7874776" y="-6085"/>
                  <a:pt x="7985215" y="-23134"/>
                  <a:pt x="8105453" y="0"/>
                </a:cubicBezTo>
                <a:cubicBezTo>
                  <a:pt x="8225691" y="23134"/>
                  <a:pt x="8509302" y="-10864"/>
                  <a:pt x="8686800" y="0"/>
                </a:cubicBezTo>
                <a:cubicBezTo>
                  <a:pt x="8685514" y="7335"/>
                  <a:pt x="8686369" y="23090"/>
                  <a:pt x="8686800" y="36576"/>
                </a:cubicBezTo>
                <a:cubicBezTo>
                  <a:pt x="8515262" y="11802"/>
                  <a:pt x="8246114" y="39450"/>
                  <a:pt x="8018585" y="36576"/>
                </a:cubicBezTo>
                <a:cubicBezTo>
                  <a:pt x="7791056" y="33702"/>
                  <a:pt x="7492767" y="46248"/>
                  <a:pt x="7350369" y="36576"/>
                </a:cubicBezTo>
                <a:cubicBezTo>
                  <a:pt x="7207971" y="26904"/>
                  <a:pt x="6719744" y="67178"/>
                  <a:pt x="6508418" y="36576"/>
                </a:cubicBezTo>
                <a:cubicBezTo>
                  <a:pt x="6297092" y="5974"/>
                  <a:pt x="6112964" y="18896"/>
                  <a:pt x="5840202" y="36576"/>
                </a:cubicBezTo>
                <a:cubicBezTo>
                  <a:pt x="5567440" y="54256"/>
                  <a:pt x="5530808" y="29424"/>
                  <a:pt x="5432591" y="36576"/>
                </a:cubicBezTo>
                <a:cubicBezTo>
                  <a:pt x="5334374" y="43728"/>
                  <a:pt x="5164343" y="58812"/>
                  <a:pt x="4938112" y="36576"/>
                </a:cubicBezTo>
                <a:cubicBezTo>
                  <a:pt x="4711881" y="14340"/>
                  <a:pt x="4466790" y="35502"/>
                  <a:pt x="4096160" y="36576"/>
                </a:cubicBezTo>
                <a:cubicBezTo>
                  <a:pt x="3725530" y="37650"/>
                  <a:pt x="3730143" y="52306"/>
                  <a:pt x="3427945" y="36576"/>
                </a:cubicBezTo>
                <a:cubicBezTo>
                  <a:pt x="3125747" y="20846"/>
                  <a:pt x="3071124" y="51159"/>
                  <a:pt x="2933466" y="36576"/>
                </a:cubicBezTo>
                <a:cubicBezTo>
                  <a:pt x="2795808" y="21993"/>
                  <a:pt x="2522026" y="49101"/>
                  <a:pt x="2265250" y="36576"/>
                </a:cubicBezTo>
                <a:cubicBezTo>
                  <a:pt x="2008474" y="24051"/>
                  <a:pt x="1961850" y="38978"/>
                  <a:pt x="1857639" y="36576"/>
                </a:cubicBezTo>
                <a:cubicBezTo>
                  <a:pt x="1753428" y="34174"/>
                  <a:pt x="1618113" y="51508"/>
                  <a:pt x="1450027" y="36576"/>
                </a:cubicBezTo>
                <a:cubicBezTo>
                  <a:pt x="1281941" y="21644"/>
                  <a:pt x="1047132" y="33663"/>
                  <a:pt x="781812" y="36576"/>
                </a:cubicBezTo>
                <a:cubicBezTo>
                  <a:pt x="516492" y="39489"/>
                  <a:pt x="206411" y="10675"/>
                  <a:pt x="0" y="36576"/>
                </a:cubicBezTo>
                <a:cubicBezTo>
                  <a:pt x="-1649" y="19104"/>
                  <a:pt x="652" y="1022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E0C2A246-77B6-3277-5E4D-30BB4AEA5926}"/>
              </a:ext>
            </a:extLst>
          </p:cNvPr>
          <p:cNvSpPr>
            <a:spLocks noGrp="1"/>
          </p:cNvSpPr>
          <p:nvPr>
            <p:ph idx="4294967295"/>
          </p:nvPr>
        </p:nvSpPr>
        <p:spPr>
          <a:xfrm>
            <a:off x="1225296" y="5009638"/>
            <a:ext cx="13972032" cy="7344288"/>
          </a:xfrm>
        </p:spPr>
        <p:txBody>
          <a:bodyPr vert="horz" lIns="91440" tIns="45720" rIns="91440" bIns="45720" rtlCol="0">
            <a:normAutofit/>
          </a:bodyPr>
          <a:lstStyle/>
          <a:p>
            <a:pPr indent="-228600" defTabSz="914400"/>
            <a:r>
              <a:rPr lang="en-US" sz="4400" dirty="0" err="1"/>
              <a:t>Ataque</a:t>
            </a:r>
            <a:r>
              <a:rPr lang="en-US" sz="4400" dirty="0"/>
              <a:t> de </a:t>
            </a:r>
            <a:r>
              <a:rPr lang="en-US" sz="4400" dirty="0" err="1"/>
              <a:t>Inyección</a:t>
            </a:r>
            <a:r>
              <a:rPr lang="en-US" sz="4400" dirty="0"/>
              <a:t> de SQL: Este </a:t>
            </a:r>
            <a:r>
              <a:rPr lang="en-US" sz="4400" dirty="0" err="1"/>
              <a:t>tipo</a:t>
            </a:r>
            <a:r>
              <a:rPr lang="en-US" sz="4400" dirty="0"/>
              <a:t> de </a:t>
            </a:r>
            <a:r>
              <a:rPr lang="en-US" sz="4400" dirty="0" err="1"/>
              <a:t>ataque</a:t>
            </a:r>
            <a:r>
              <a:rPr lang="en-US" sz="4400" dirty="0"/>
              <a:t> </a:t>
            </a:r>
            <a:r>
              <a:rPr lang="en-US" sz="4400" dirty="0" err="1"/>
              <a:t>aprovecha</a:t>
            </a:r>
            <a:r>
              <a:rPr lang="en-US" sz="4400" dirty="0"/>
              <a:t> </a:t>
            </a:r>
            <a:r>
              <a:rPr lang="en-US" sz="4400" dirty="0" err="1"/>
              <a:t>una</a:t>
            </a:r>
            <a:r>
              <a:rPr lang="en-US" sz="4400" dirty="0"/>
              <a:t> </a:t>
            </a:r>
            <a:r>
              <a:rPr lang="en-US" sz="4400" dirty="0" err="1"/>
              <a:t>vulnerabilidad</a:t>
            </a:r>
            <a:r>
              <a:rPr lang="en-US" sz="4400" dirty="0"/>
              <a:t> </a:t>
            </a:r>
            <a:r>
              <a:rPr lang="en-US" sz="4400" dirty="0" err="1"/>
              <a:t>en</a:t>
            </a:r>
            <a:r>
              <a:rPr lang="en-US" sz="4400" dirty="0"/>
              <a:t> </a:t>
            </a:r>
            <a:r>
              <a:rPr lang="en-US" sz="4400" dirty="0" err="1"/>
              <a:t>una</a:t>
            </a:r>
            <a:r>
              <a:rPr lang="en-US" sz="4400" dirty="0"/>
              <a:t> </a:t>
            </a:r>
            <a:r>
              <a:rPr lang="en-US" sz="4400" dirty="0" err="1"/>
              <a:t>aplicación</a:t>
            </a:r>
            <a:r>
              <a:rPr lang="en-US" sz="4400" dirty="0"/>
              <a:t> web para </a:t>
            </a:r>
            <a:r>
              <a:rPr lang="en-US" sz="4400" dirty="0" err="1"/>
              <a:t>inyectar</a:t>
            </a:r>
            <a:r>
              <a:rPr lang="en-US" sz="4400" dirty="0"/>
              <a:t> </a:t>
            </a:r>
            <a:r>
              <a:rPr lang="en-US" sz="4400" dirty="0" err="1"/>
              <a:t>código</a:t>
            </a:r>
            <a:r>
              <a:rPr lang="en-US" sz="4400" dirty="0"/>
              <a:t> </a:t>
            </a:r>
            <a:r>
              <a:rPr lang="en-US" sz="4400" dirty="0" err="1"/>
              <a:t>malicioso</a:t>
            </a:r>
            <a:r>
              <a:rPr lang="en-US" sz="4400" dirty="0"/>
              <a:t> </a:t>
            </a:r>
            <a:r>
              <a:rPr lang="en-US" sz="4400" dirty="0" err="1"/>
              <a:t>en</a:t>
            </a:r>
            <a:r>
              <a:rPr lang="en-US" sz="4400" dirty="0"/>
              <a:t> </a:t>
            </a:r>
            <a:r>
              <a:rPr lang="en-US" sz="4400" dirty="0" err="1"/>
              <a:t>una</a:t>
            </a:r>
            <a:r>
              <a:rPr lang="en-US" sz="4400" dirty="0"/>
              <a:t> base de </a:t>
            </a:r>
            <a:r>
              <a:rPr lang="en-US" sz="4400" dirty="0" err="1"/>
              <a:t>datos</a:t>
            </a:r>
            <a:r>
              <a:rPr lang="en-US" sz="4400" dirty="0"/>
              <a:t>, lo que </a:t>
            </a:r>
            <a:r>
              <a:rPr lang="en-US" sz="4400" dirty="0" err="1"/>
              <a:t>puede</a:t>
            </a:r>
            <a:r>
              <a:rPr lang="en-US" sz="4400" dirty="0"/>
              <a:t> </a:t>
            </a:r>
            <a:r>
              <a:rPr lang="en-US" sz="4400" dirty="0" err="1"/>
              <a:t>permitir</a:t>
            </a:r>
            <a:r>
              <a:rPr lang="en-US" sz="4400" dirty="0"/>
              <a:t> al </a:t>
            </a:r>
            <a:r>
              <a:rPr lang="en-US" sz="4400" dirty="0" err="1"/>
              <a:t>atacante</a:t>
            </a:r>
            <a:r>
              <a:rPr lang="en-US" sz="4400" dirty="0"/>
              <a:t> acceder a </a:t>
            </a:r>
            <a:r>
              <a:rPr lang="en-US" sz="4400" dirty="0" err="1"/>
              <a:t>información</a:t>
            </a:r>
            <a:r>
              <a:rPr lang="en-US" sz="4400" dirty="0"/>
              <a:t> </a:t>
            </a:r>
            <a:r>
              <a:rPr lang="en-US" sz="4400" dirty="0" err="1"/>
              <a:t>confidencial</a:t>
            </a:r>
            <a:r>
              <a:rPr lang="en-US" sz="4400" dirty="0"/>
              <a:t>.</a:t>
            </a:r>
          </a:p>
        </p:txBody>
      </p:sp>
      <p:pic>
        <p:nvPicPr>
          <p:cNvPr id="9" name="Imagen 8" descr="Interfaz de usuario gráfica, Diagrama, Aplicación&#10;&#10;Descripción generada automáticamente">
            <a:extLst>
              <a:ext uri="{FF2B5EF4-FFF2-40B4-BE49-F238E27FC236}">
                <a16:creationId xmlns:a16="http://schemas.microsoft.com/office/drawing/2014/main" id="{88A1092B-E314-4E71-0ADC-5CA5699D43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12845" y="4620172"/>
            <a:ext cx="5559471" cy="3780440"/>
          </a:xfrm>
          <a:prstGeom prst="rect">
            <a:avLst/>
          </a:prstGeom>
        </p:spPr>
      </p:pic>
      <p:pic>
        <p:nvPicPr>
          <p:cNvPr id="4" name="Google Shape;135;p8" descr="Cómo protegerse de los virus, piratas informáticos y demás ataques? |  Tecnología - ComputerHoy.com">
            <a:extLst>
              <a:ext uri="{FF2B5EF4-FFF2-40B4-BE49-F238E27FC236}">
                <a16:creationId xmlns:a16="http://schemas.microsoft.com/office/drawing/2014/main" id="{1237C5F8-EFDC-F31F-D6B7-0F1AA13AFD8B}"/>
              </a:ext>
            </a:extLst>
          </p:cNvPr>
          <p:cNvPicPr preferRelativeResize="0"/>
          <p:nvPr/>
        </p:nvPicPr>
        <p:blipFill rotWithShape="1">
          <a:blip r:embed="rId2"/>
          <a:stretch/>
        </p:blipFill>
        <p:spPr>
          <a:xfrm>
            <a:off x="17452086" y="8716362"/>
            <a:ext cx="5680989" cy="3780440"/>
          </a:xfrm>
          <a:prstGeom prst="rect">
            <a:avLst/>
          </a:prstGeom>
          <a:noFill/>
        </p:spPr>
      </p:pic>
    </p:spTree>
    <p:extLst>
      <p:ext uri="{BB962C8B-B14F-4D97-AF65-F5344CB8AC3E}">
        <p14:creationId xmlns:p14="http://schemas.microsoft.com/office/powerpoint/2010/main" val="2902526706"/>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377904" cy="1371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EBC0E012-26C0-09BF-BA2D-D165B96BC147}"/>
              </a:ext>
            </a:extLst>
          </p:cNvPr>
          <p:cNvSpPr>
            <a:spLocks noGrp="1"/>
          </p:cNvSpPr>
          <p:nvPr>
            <p:ph type="title" idx="4294967295"/>
          </p:nvPr>
        </p:nvSpPr>
        <p:spPr>
          <a:xfrm>
            <a:off x="1676400" y="730250"/>
            <a:ext cx="21031200" cy="2651126"/>
          </a:xfrm>
        </p:spPr>
        <p:txBody>
          <a:bodyPr vert="horz" lIns="91440" tIns="45720" rIns="91440" bIns="45720" rtlCol="0" anchor="ctr">
            <a:normAutofit/>
          </a:bodyPr>
          <a:lstStyle/>
          <a:p>
            <a:pPr defTabSz="914400"/>
            <a:r>
              <a:rPr lang="en-US" sz="10800" kern="1200" dirty="0">
                <a:solidFill>
                  <a:schemeClr val="tx1"/>
                </a:solidFill>
                <a:latin typeface="+mj-lt"/>
                <a:ea typeface="+mj-ea"/>
                <a:cs typeface="+mj-cs"/>
              </a:rPr>
              <a:t>¿</a:t>
            </a:r>
            <a:r>
              <a:rPr lang="en-US" sz="10800" kern="1200" dirty="0" err="1">
                <a:solidFill>
                  <a:schemeClr val="tx1"/>
                </a:solidFill>
                <a:latin typeface="+mj-lt"/>
                <a:ea typeface="+mj-ea"/>
                <a:cs typeface="+mj-cs"/>
              </a:rPr>
              <a:t>Qué</a:t>
            </a:r>
            <a:r>
              <a:rPr lang="en-US" sz="10800" kern="1200" dirty="0">
                <a:solidFill>
                  <a:schemeClr val="tx1"/>
                </a:solidFill>
                <a:latin typeface="+mj-lt"/>
                <a:ea typeface="+mj-ea"/>
                <a:cs typeface="+mj-cs"/>
              </a:rPr>
              <a:t> es Spoofing y sniffing)</a:t>
            </a:r>
          </a:p>
        </p:txBody>
      </p:sp>
      <p:sp>
        <p:nvSpPr>
          <p:cNvPr id="11"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38072" y="3354746"/>
            <a:ext cx="21707856" cy="36576"/>
          </a:xfrm>
          <a:custGeom>
            <a:avLst/>
            <a:gdLst>
              <a:gd name="csX0" fmla="*/ 0 w 21707856"/>
              <a:gd name="csY0" fmla="*/ 0 h 36576"/>
              <a:gd name="csX1" fmla="*/ 1112528 w 21707856"/>
              <a:gd name="csY1" fmla="*/ 0 h 36576"/>
              <a:gd name="csX2" fmla="*/ 1790898 w 21707856"/>
              <a:gd name="csY2" fmla="*/ 0 h 36576"/>
              <a:gd name="csX3" fmla="*/ 2035112 w 21707856"/>
              <a:gd name="csY3" fmla="*/ 0 h 36576"/>
              <a:gd name="csX4" fmla="*/ 2279325 w 21707856"/>
              <a:gd name="csY4" fmla="*/ 0 h 36576"/>
              <a:gd name="csX5" fmla="*/ 2523538 w 21707856"/>
              <a:gd name="csY5" fmla="*/ 0 h 36576"/>
              <a:gd name="csX6" fmla="*/ 2767752 w 21707856"/>
              <a:gd name="csY6" fmla="*/ 0 h 36576"/>
              <a:gd name="csX7" fmla="*/ 3229044 w 21707856"/>
              <a:gd name="csY7" fmla="*/ 0 h 36576"/>
              <a:gd name="csX8" fmla="*/ 3473257 w 21707856"/>
              <a:gd name="csY8" fmla="*/ 0 h 36576"/>
              <a:gd name="csX9" fmla="*/ 3934549 w 21707856"/>
              <a:gd name="csY9" fmla="*/ 0 h 36576"/>
              <a:gd name="csX10" fmla="*/ 4829998 w 21707856"/>
              <a:gd name="csY10" fmla="*/ 0 h 36576"/>
              <a:gd name="csX11" fmla="*/ 5074211 w 21707856"/>
              <a:gd name="csY11" fmla="*/ 0 h 36576"/>
              <a:gd name="csX12" fmla="*/ 5101346 w 21707856"/>
              <a:gd name="csY12" fmla="*/ 0 h 36576"/>
              <a:gd name="csX13" fmla="*/ 6213874 w 21707856"/>
              <a:gd name="csY13" fmla="*/ 0 h 36576"/>
              <a:gd name="csX14" fmla="*/ 6241009 w 21707856"/>
              <a:gd name="csY14" fmla="*/ 0 h 36576"/>
              <a:gd name="csX15" fmla="*/ 6919379 w 21707856"/>
              <a:gd name="csY15" fmla="*/ 0 h 36576"/>
              <a:gd name="csX16" fmla="*/ 6946514 w 21707856"/>
              <a:gd name="csY16" fmla="*/ 0 h 36576"/>
              <a:gd name="csX17" fmla="*/ 7841963 w 21707856"/>
              <a:gd name="csY17" fmla="*/ 0 h 36576"/>
              <a:gd name="csX18" fmla="*/ 8520333 w 21707856"/>
              <a:gd name="csY18" fmla="*/ 0 h 36576"/>
              <a:gd name="csX19" fmla="*/ 9415783 w 21707856"/>
              <a:gd name="csY19" fmla="*/ 0 h 36576"/>
              <a:gd name="csX20" fmla="*/ 10094153 w 21707856"/>
              <a:gd name="csY20" fmla="*/ 0 h 36576"/>
              <a:gd name="csX21" fmla="*/ 10989602 w 21707856"/>
              <a:gd name="csY21" fmla="*/ 0 h 36576"/>
              <a:gd name="csX22" fmla="*/ 11885051 w 21707856"/>
              <a:gd name="csY22" fmla="*/ 0 h 36576"/>
              <a:gd name="csX23" fmla="*/ 12997579 w 21707856"/>
              <a:gd name="csY23" fmla="*/ 0 h 36576"/>
              <a:gd name="csX24" fmla="*/ 13024714 w 21707856"/>
              <a:gd name="csY24" fmla="*/ 0 h 36576"/>
              <a:gd name="csX25" fmla="*/ 13051848 w 21707856"/>
              <a:gd name="csY25" fmla="*/ 0 h 36576"/>
              <a:gd name="csX26" fmla="*/ 14164376 w 21707856"/>
              <a:gd name="csY26" fmla="*/ 0 h 36576"/>
              <a:gd name="csX27" fmla="*/ 14625668 w 21707856"/>
              <a:gd name="csY27" fmla="*/ 0 h 36576"/>
              <a:gd name="csX28" fmla="*/ 15738196 w 21707856"/>
              <a:gd name="csY28" fmla="*/ 0 h 36576"/>
              <a:gd name="csX29" fmla="*/ 16199488 w 21707856"/>
              <a:gd name="csY29" fmla="*/ 0 h 36576"/>
              <a:gd name="csX30" fmla="*/ 17094937 w 21707856"/>
              <a:gd name="csY30" fmla="*/ 0 h 36576"/>
              <a:gd name="csX31" fmla="*/ 17339150 w 21707856"/>
              <a:gd name="csY31" fmla="*/ 0 h 36576"/>
              <a:gd name="csX32" fmla="*/ 18017520 w 21707856"/>
              <a:gd name="csY32" fmla="*/ 0 h 36576"/>
              <a:gd name="csX33" fmla="*/ 18695891 w 21707856"/>
              <a:gd name="csY33" fmla="*/ 0 h 36576"/>
              <a:gd name="csX34" fmla="*/ 19157183 w 21707856"/>
              <a:gd name="csY34" fmla="*/ 0 h 36576"/>
              <a:gd name="csX35" fmla="*/ 19618475 w 21707856"/>
              <a:gd name="csY35" fmla="*/ 0 h 36576"/>
              <a:gd name="csX36" fmla="*/ 19645610 w 21707856"/>
              <a:gd name="csY36" fmla="*/ 0 h 36576"/>
              <a:gd name="csX37" fmla="*/ 19672744 w 21707856"/>
              <a:gd name="csY37" fmla="*/ 0 h 36576"/>
              <a:gd name="csX38" fmla="*/ 19699879 w 21707856"/>
              <a:gd name="csY38" fmla="*/ 0 h 36576"/>
              <a:gd name="csX39" fmla="*/ 19727014 w 21707856"/>
              <a:gd name="csY39" fmla="*/ 0 h 36576"/>
              <a:gd name="csX40" fmla="*/ 19754149 w 21707856"/>
              <a:gd name="csY40" fmla="*/ 0 h 36576"/>
              <a:gd name="csX41" fmla="*/ 20215441 w 21707856"/>
              <a:gd name="csY41" fmla="*/ 0 h 36576"/>
              <a:gd name="csX42" fmla="*/ 20242576 w 21707856"/>
              <a:gd name="csY42" fmla="*/ 0 h 36576"/>
              <a:gd name="csX43" fmla="*/ 21707856 w 21707856"/>
              <a:gd name="csY43" fmla="*/ 0 h 36576"/>
              <a:gd name="csX44" fmla="*/ 21707856 w 21707856"/>
              <a:gd name="csY44" fmla="*/ 36576 h 36576"/>
              <a:gd name="csX45" fmla="*/ 20812407 w 21707856"/>
              <a:gd name="csY45" fmla="*/ 36576 h 36576"/>
              <a:gd name="csX46" fmla="*/ 20134036 w 21707856"/>
              <a:gd name="csY46" fmla="*/ 36576 h 36576"/>
              <a:gd name="csX47" fmla="*/ 19889823 w 21707856"/>
              <a:gd name="csY47" fmla="*/ 36576 h 36576"/>
              <a:gd name="csX48" fmla="*/ 18777295 w 21707856"/>
              <a:gd name="csY48" fmla="*/ 36576 h 36576"/>
              <a:gd name="csX49" fmla="*/ 17881846 w 21707856"/>
              <a:gd name="csY49" fmla="*/ 36576 h 36576"/>
              <a:gd name="csX50" fmla="*/ 17420554 w 21707856"/>
              <a:gd name="csY50" fmla="*/ 36576 h 36576"/>
              <a:gd name="csX51" fmla="*/ 16308027 w 21707856"/>
              <a:gd name="csY51" fmla="*/ 36576 h 36576"/>
              <a:gd name="csX52" fmla="*/ 15629656 w 21707856"/>
              <a:gd name="csY52" fmla="*/ 36576 h 36576"/>
              <a:gd name="csX53" fmla="*/ 15385443 w 21707856"/>
              <a:gd name="csY53" fmla="*/ 36576 h 36576"/>
              <a:gd name="csX54" fmla="*/ 14272915 w 21707856"/>
              <a:gd name="csY54" fmla="*/ 36576 h 36576"/>
              <a:gd name="csX55" fmla="*/ 14028702 w 21707856"/>
              <a:gd name="csY55" fmla="*/ 36576 h 36576"/>
              <a:gd name="csX56" fmla="*/ 13784489 w 21707856"/>
              <a:gd name="csY56" fmla="*/ 36576 h 36576"/>
              <a:gd name="csX57" fmla="*/ 13106118 w 21707856"/>
              <a:gd name="csY57" fmla="*/ 36576 h 36576"/>
              <a:gd name="csX58" fmla="*/ 12210669 w 21707856"/>
              <a:gd name="csY58" fmla="*/ 36576 h 36576"/>
              <a:gd name="csX59" fmla="*/ 11098141 w 21707856"/>
              <a:gd name="csY59" fmla="*/ 36576 h 36576"/>
              <a:gd name="csX60" fmla="*/ 10853928 w 21707856"/>
              <a:gd name="csY60" fmla="*/ 36576 h 36576"/>
              <a:gd name="csX61" fmla="*/ 10826793 w 21707856"/>
              <a:gd name="csY61" fmla="*/ 36576 h 36576"/>
              <a:gd name="csX62" fmla="*/ 9714266 w 21707856"/>
              <a:gd name="csY62" fmla="*/ 36576 h 36576"/>
              <a:gd name="csX63" fmla="*/ 9470052 w 21707856"/>
              <a:gd name="csY63" fmla="*/ 36576 h 36576"/>
              <a:gd name="csX64" fmla="*/ 9442917 w 21707856"/>
              <a:gd name="csY64" fmla="*/ 36576 h 36576"/>
              <a:gd name="csX65" fmla="*/ 8547468 w 21707856"/>
              <a:gd name="csY65" fmla="*/ 36576 h 36576"/>
              <a:gd name="csX66" fmla="*/ 8520333 w 21707856"/>
              <a:gd name="csY66" fmla="*/ 36576 h 36576"/>
              <a:gd name="csX67" fmla="*/ 7407806 w 21707856"/>
              <a:gd name="csY67" fmla="*/ 36576 h 36576"/>
              <a:gd name="csX68" fmla="*/ 6729435 w 21707856"/>
              <a:gd name="csY68" fmla="*/ 36576 h 36576"/>
              <a:gd name="csX69" fmla="*/ 6268143 w 21707856"/>
              <a:gd name="csY69" fmla="*/ 36576 h 36576"/>
              <a:gd name="csX70" fmla="*/ 6241009 w 21707856"/>
              <a:gd name="csY70" fmla="*/ 36576 h 36576"/>
              <a:gd name="csX71" fmla="*/ 6213874 w 21707856"/>
              <a:gd name="csY71" fmla="*/ 36576 h 36576"/>
              <a:gd name="csX72" fmla="*/ 5535503 w 21707856"/>
              <a:gd name="csY72" fmla="*/ 36576 h 36576"/>
              <a:gd name="csX73" fmla="*/ 4640054 w 21707856"/>
              <a:gd name="csY73" fmla="*/ 36576 h 36576"/>
              <a:gd name="csX74" fmla="*/ 3961684 w 21707856"/>
              <a:gd name="csY74" fmla="*/ 36576 h 36576"/>
              <a:gd name="csX75" fmla="*/ 3066235 w 21707856"/>
              <a:gd name="csY75" fmla="*/ 36576 h 36576"/>
              <a:gd name="csX76" fmla="*/ 2170786 w 21707856"/>
              <a:gd name="csY76" fmla="*/ 36576 h 36576"/>
              <a:gd name="csX77" fmla="*/ 1709494 w 21707856"/>
              <a:gd name="csY77" fmla="*/ 36576 h 36576"/>
              <a:gd name="csX78" fmla="*/ 1248202 w 21707856"/>
              <a:gd name="csY78" fmla="*/ 36576 h 36576"/>
              <a:gd name="csX79" fmla="*/ 786910 w 21707856"/>
              <a:gd name="csY79" fmla="*/ 36576 h 36576"/>
              <a:gd name="csX80" fmla="*/ 0 w 21707856"/>
              <a:gd name="csY80" fmla="*/ 36576 h 36576"/>
              <a:gd name="csX81" fmla="*/ 0 w 21707856"/>
              <a:gd name="csY81" fmla="*/ 0 h 365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Lst>
            <a:rect l="l" t="t" r="r" b="b"/>
            <a:pathLst>
              <a:path w="21707856" h="36576" fill="none" extrusionOk="0">
                <a:moveTo>
                  <a:pt x="0" y="0"/>
                </a:moveTo>
                <a:cubicBezTo>
                  <a:pt x="436618" y="-48832"/>
                  <a:pt x="804164" y="8597"/>
                  <a:pt x="1112528" y="0"/>
                </a:cubicBezTo>
                <a:cubicBezTo>
                  <a:pt x="1420892" y="-8597"/>
                  <a:pt x="1567179" y="-13728"/>
                  <a:pt x="1790898" y="0"/>
                </a:cubicBezTo>
                <a:cubicBezTo>
                  <a:pt x="2014617" y="13728"/>
                  <a:pt x="1942554" y="10896"/>
                  <a:pt x="2035112" y="0"/>
                </a:cubicBezTo>
                <a:cubicBezTo>
                  <a:pt x="2127670" y="-10896"/>
                  <a:pt x="2206354" y="11574"/>
                  <a:pt x="2279325" y="0"/>
                </a:cubicBezTo>
                <a:cubicBezTo>
                  <a:pt x="2352296" y="-11574"/>
                  <a:pt x="2407529" y="7413"/>
                  <a:pt x="2523538" y="0"/>
                </a:cubicBezTo>
                <a:cubicBezTo>
                  <a:pt x="2639547" y="-7413"/>
                  <a:pt x="2646730" y="9423"/>
                  <a:pt x="2767752" y="0"/>
                </a:cubicBezTo>
                <a:cubicBezTo>
                  <a:pt x="2888774" y="-9423"/>
                  <a:pt x="3114856" y="-1305"/>
                  <a:pt x="3229044" y="0"/>
                </a:cubicBezTo>
                <a:cubicBezTo>
                  <a:pt x="3343232" y="1305"/>
                  <a:pt x="3379439" y="5758"/>
                  <a:pt x="3473257" y="0"/>
                </a:cubicBezTo>
                <a:cubicBezTo>
                  <a:pt x="3567075" y="-5758"/>
                  <a:pt x="3704601" y="15288"/>
                  <a:pt x="3934549" y="0"/>
                </a:cubicBezTo>
                <a:cubicBezTo>
                  <a:pt x="4164497" y="-15288"/>
                  <a:pt x="4612484" y="21618"/>
                  <a:pt x="4829998" y="0"/>
                </a:cubicBezTo>
                <a:cubicBezTo>
                  <a:pt x="5047512" y="-21618"/>
                  <a:pt x="4959802" y="4245"/>
                  <a:pt x="5074211" y="0"/>
                </a:cubicBezTo>
                <a:cubicBezTo>
                  <a:pt x="5188620" y="-4245"/>
                  <a:pt x="5093915" y="-839"/>
                  <a:pt x="5101346" y="0"/>
                </a:cubicBezTo>
                <a:cubicBezTo>
                  <a:pt x="5108778" y="839"/>
                  <a:pt x="5914609" y="7837"/>
                  <a:pt x="6213874" y="0"/>
                </a:cubicBezTo>
                <a:cubicBezTo>
                  <a:pt x="6513139" y="-7837"/>
                  <a:pt x="6231473" y="16"/>
                  <a:pt x="6241009" y="0"/>
                </a:cubicBezTo>
                <a:cubicBezTo>
                  <a:pt x="6250545" y="-16"/>
                  <a:pt x="6612731" y="11452"/>
                  <a:pt x="6919379" y="0"/>
                </a:cubicBezTo>
                <a:cubicBezTo>
                  <a:pt x="7226027" y="-11452"/>
                  <a:pt x="6937116" y="995"/>
                  <a:pt x="6946514" y="0"/>
                </a:cubicBezTo>
                <a:cubicBezTo>
                  <a:pt x="6955912" y="-995"/>
                  <a:pt x="7594205" y="-16759"/>
                  <a:pt x="7841963" y="0"/>
                </a:cubicBezTo>
                <a:cubicBezTo>
                  <a:pt x="8089721" y="16759"/>
                  <a:pt x="8298859" y="-5374"/>
                  <a:pt x="8520333" y="0"/>
                </a:cubicBezTo>
                <a:cubicBezTo>
                  <a:pt x="8741807" y="5374"/>
                  <a:pt x="9149771" y="26227"/>
                  <a:pt x="9415783" y="0"/>
                </a:cubicBezTo>
                <a:cubicBezTo>
                  <a:pt x="9681795" y="-26227"/>
                  <a:pt x="9760528" y="12613"/>
                  <a:pt x="10094153" y="0"/>
                </a:cubicBezTo>
                <a:cubicBezTo>
                  <a:pt x="10427778" y="-12613"/>
                  <a:pt x="10699657" y="18953"/>
                  <a:pt x="10989602" y="0"/>
                </a:cubicBezTo>
                <a:cubicBezTo>
                  <a:pt x="11279547" y="-18953"/>
                  <a:pt x="11686273" y="-31662"/>
                  <a:pt x="11885051" y="0"/>
                </a:cubicBezTo>
                <a:cubicBezTo>
                  <a:pt x="12083829" y="31662"/>
                  <a:pt x="12727690" y="-3490"/>
                  <a:pt x="12997579" y="0"/>
                </a:cubicBezTo>
                <a:cubicBezTo>
                  <a:pt x="13267468" y="3490"/>
                  <a:pt x="13012423" y="-474"/>
                  <a:pt x="13024714" y="0"/>
                </a:cubicBezTo>
                <a:cubicBezTo>
                  <a:pt x="13037006" y="474"/>
                  <a:pt x="13044842" y="-216"/>
                  <a:pt x="13051848" y="0"/>
                </a:cubicBezTo>
                <a:cubicBezTo>
                  <a:pt x="13058854" y="216"/>
                  <a:pt x="13766274" y="18183"/>
                  <a:pt x="14164376" y="0"/>
                </a:cubicBezTo>
                <a:cubicBezTo>
                  <a:pt x="14562478" y="-18183"/>
                  <a:pt x="14423280" y="-21665"/>
                  <a:pt x="14625668" y="0"/>
                </a:cubicBezTo>
                <a:cubicBezTo>
                  <a:pt x="14828056" y="21665"/>
                  <a:pt x="15321076" y="-48864"/>
                  <a:pt x="15738196" y="0"/>
                </a:cubicBezTo>
                <a:cubicBezTo>
                  <a:pt x="16155316" y="48864"/>
                  <a:pt x="16009825" y="4790"/>
                  <a:pt x="16199488" y="0"/>
                </a:cubicBezTo>
                <a:cubicBezTo>
                  <a:pt x="16389151" y="-4790"/>
                  <a:pt x="16900150" y="42725"/>
                  <a:pt x="17094937" y="0"/>
                </a:cubicBezTo>
                <a:cubicBezTo>
                  <a:pt x="17289724" y="-42725"/>
                  <a:pt x="17277398" y="7502"/>
                  <a:pt x="17339150" y="0"/>
                </a:cubicBezTo>
                <a:cubicBezTo>
                  <a:pt x="17400902" y="-7502"/>
                  <a:pt x="17830911" y="-5678"/>
                  <a:pt x="18017520" y="0"/>
                </a:cubicBezTo>
                <a:cubicBezTo>
                  <a:pt x="18204129" y="5678"/>
                  <a:pt x="18456704" y="-8928"/>
                  <a:pt x="18695891" y="0"/>
                </a:cubicBezTo>
                <a:cubicBezTo>
                  <a:pt x="18935078" y="8928"/>
                  <a:pt x="18984158" y="7980"/>
                  <a:pt x="19157183" y="0"/>
                </a:cubicBezTo>
                <a:cubicBezTo>
                  <a:pt x="19330208" y="-7980"/>
                  <a:pt x="19455202" y="3115"/>
                  <a:pt x="19618475" y="0"/>
                </a:cubicBezTo>
                <a:cubicBezTo>
                  <a:pt x="19781748" y="-3115"/>
                  <a:pt x="19636683" y="-91"/>
                  <a:pt x="19645610" y="0"/>
                </a:cubicBezTo>
                <a:cubicBezTo>
                  <a:pt x="19654537" y="91"/>
                  <a:pt x="19659968" y="-281"/>
                  <a:pt x="19672744" y="0"/>
                </a:cubicBezTo>
                <a:cubicBezTo>
                  <a:pt x="19685520" y="281"/>
                  <a:pt x="19694425" y="-122"/>
                  <a:pt x="19699879" y="0"/>
                </a:cubicBezTo>
                <a:cubicBezTo>
                  <a:pt x="19705333" y="122"/>
                  <a:pt x="19715301" y="1174"/>
                  <a:pt x="19727014" y="0"/>
                </a:cubicBezTo>
                <a:cubicBezTo>
                  <a:pt x="19738728" y="-1174"/>
                  <a:pt x="19743690" y="74"/>
                  <a:pt x="19754149" y="0"/>
                </a:cubicBezTo>
                <a:cubicBezTo>
                  <a:pt x="19764609" y="-74"/>
                  <a:pt x="20087826" y="13960"/>
                  <a:pt x="20215441" y="0"/>
                </a:cubicBezTo>
                <a:cubicBezTo>
                  <a:pt x="20343056" y="-13960"/>
                  <a:pt x="20233317" y="549"/>
                  <a:pt x="20242576" y="0"/>
                </a:cubicBezTo>
                <a:cubicBezTo>
                  <a:pt x="20251836" y="-549"/>
                  <a:pt x="21049530" y="22487"/>
                  <a:pt x="21707856" y="0"/>
                </a:cubicBezTo>
                <a:cubicBezTo>
                  <a:pt x="21707203" y="13956"/>
                  <a:pt x="21709425" y="23769"/>
                  <a:pt x="21707856" y="36576"/>
                </a:cubicBezTo>
                <a:cubicBezTo>
                  <a:pt x="21265687" y="47554"/>
                  <a:pt x="21185306" y="27485"/>
                  <a:pt x="20812407" y="36576"/>
                </a:cubicBezTo>
                <a:cubicBezTo>
                  <a:pt x="20439508" y="45667"/>
                  <a:pt x="20342452" y="33567"/>
                  <a:pt x="20134036" y="36576"/>
                </a:cubicBezTo>
                <a:cubicBezTo>
                  <a:pt x="19925620" y="39585"/>
                  <a:pt x="19955543" y="25767"/>
                  <a:pt x="19889823" y="36576"/>
                </a:cubicBezTo>
                <a:cubicBezTo>
                  <a:pt x="19824103" y="47385"/>
                  <a:pt x="19066878" y="81530"/>
                  <a:pt x="18777295" y="36576"/>
                </a:cubicBezTo>
                <a:cubicBezTo>
                  <a:pt x="18487712" y="-8378"/>
                  <a:pt x="18156713" y="12470"/>
                  <a:pt x="17881846" y="36576"/>
                </a:cubicBezTo>
                <a:cubicBezTo>
                  <a:pt x="17606979" y="60682"/>
                  <a:pt x="17635663" y="21709"/>
                  <a:pt x="17420554" y="36576"/>
                </a:cubicBezTo>
                <a:cubicBezTo>
                  <a:pt x="17205445" y="51443"/>
                  <a:pt x="16780406" y="51311"/>
                  <a:pt x="16308027" y="36576"/>
                </a:cubicBezTo>
                <a:cubicBezTo>
                  <a:pt x="15835648" y="21841"/>
                  <a:pt x="15850489" y="45497"/>
                  <a:pt x="15629656" y="36576"/>
                </a:cubicBezTo>
                <a:cubicBezTo>
                  <a:pt x="15408823" y="27655"/>
                  <a:pt x="15434759" y="32188"/>
                  <a:pt x="15385443" y="36576"/>
                </a:cubicBezTo>
                <a:cubicBezTo>
                  <a:pt x="15336127" y="40964"/>
                  <a:pt x="14755305" y="61220"/>
                  <a:pt x="14272915" y="36576"/>
                </a:cubicBezTo>
                <a:cubicBezTo>
                  <a:pt x="13790525" y="11932"/>
                  <a:pt x="14121907" y="33090"/>
                  <a:pt x="14028702" y="36576"/>
                </a:cubicBezTo>
                <a:cubicBezTo>
                  <a:pt x="13935497" y="40062"/>
                  <a:pt x="13899808" y="31821"/>
                  <a:pt x="13784489" y="36576"/>
                </a:cubicBezTo>
                <a:cubicBezTo>
                  <a:pt x="13669170" y="41331"/>
                  <a:pt x="13356624" y="42047"/>
                  <a:pt x="13106118" y="36576"/>
                </a:cubicBezTo>
                <a:cubicBezTo>
                  <a:pt x="12855612" y="31105"/>
                  <a:pt x="12643761" y="45691"/>
                  <a:pt x="12210669" y="36576"/>
                </a:cubicBezTo>
                <a:cubicBezTo>
                  <a:pt x="11777577" y="27461"/>
                  <a:pt x="11443674" y="-16359"/>
                  <a:pt x="11098141" y="36576"/>
                </a:cubicBezTo>
                <a:cubicBezTo>
                  <a:pt x="10752608" y="89511"/>
                  <a:pt x="10916511" y="27817"/>
                  <a:pt x="10853928" y="36576"/>
                </a:cubicBezTo>
                <a:cubicBezTo>
                  <a:pt x="10791345" y="45335"/>
                  <a:pt x="10836953" y="37846"/>
                  <a:pt x="10826793" y="36576"/>
                </a:cubicBezTo>
                <a:cubicBezTo>
                  <a:pt x="10816633" y="35306"/>
                  <a:pt x="10100443" y="-16716"/>
                  <a:pt x="9714266" y="36576"/>
                </a:cubicBezTo>
                <a:cubicBezTo>
                  <a:pt x="9328089" y="89868"/>
                  <a:pt x="9556897" y="29133"/>
                  <a:pt x="9470052" y="36576"/>
                </a:cubicBezTo>
                <a:cubicBezTo>
                  <a:pt x="9383207" y="44019"/>
                  <a:pt x="9451790" y="35899"/>
                  <a:pt x="9442917" y="36576"/>
                </a:cubicBezTo>
                <a:cubicBezTo>
                  <a:pt x="9434045" y="37253"/>
                  <a:pt x="8788011" y="73682"/>
                  <a:pt x="8547468" y="36576"/>
                </a:cubicBezTo>
                <a:cubicBezTo>
                  <a:pt x="8306925" y="-530"/>
                  <a:pt x="8529170" y="36623"/>
                  <a:pt x="8520333" y="36576"/>
                </a:cubicBezTo>
                <a:cubicBezTo>
                  <a:pt x="8511496" y="36529"/>
                  <a:pt x="7753206" y="44215"/>
                  <a:pt x="7407806" y="36576"/>
                </a:cubicBezTo>
                <a:cubicBezTo>
                  <a:pt x="7062406" y="28937"/>
                  <a:pt x="6924752" y="10847"/>
                  <a:pt x="6729435" y="36576"/>
                </a:cubicBezTo>
                <a:cubicBezTo>
                  <a:pt x="6534118" y="62305"/>
                  <a:pt x="6442839" y="47089"/>
                  <a:pt x="6268143" y="36576"/>
                </a:cubicBezTo>
                <a:cubicBezTo>
                  <a:pt x="6093447" y="26063"/>
                  <a:pt x="6249694" y="35260"/>
                  <a:pt x="6241009" y="36576"/>
                </a:cubicBezTo>
                <a:cubicBezTo>
                  <a:pt x="6232324" y="37892"/>
                  <a:pt x="6221735" y="37119"/>
                  <a:pt x="6213874" y="36576"/>
                </a:cubicBezTo>
                <a:cubicBezTo>
                  <a:pt x="6206013" y="36033"/>
                  <a:pt x="5814993" y="51921"/>
                  <a:pt x="5535503" y="36576"/>
                </a:cubicBezTo>
                <a:cubicBezTo>
                  <a:pt x="5256013" y="21231"/>
                  <a:pt x="5055153" y="1724"/>
                  <a:pt x="4640054" y="36576"/>
                </a:cubicBezTo>
                <a:cubicBezTo>
                  <a:pt x="4224955" y="71428"/>
                  <a:pt x="4120470" y="12211"/>
                  <a:pt x="3961684" y="36576"/>
                </a:cubicBezTo>
                <a:cubicBezTo>
                  <a:pt x="3802898" y="60942"/>
                  <a:pt x="3326272" y="19568"/>
                  <a:pt x="3066235" y="36576"/>
                </a:cubicBezTo>
                <a:cubicBezTo>
                  <a:pt x="2806198" y="53584"/>
                  <a:pt x="2473100" y="73583"/>
                  <a:pt x="2170786" y="36576"/>
                </a:cubicBezTo>
                <a:cubicBezTo>
                  <a:pt x="1868472" y="-431"/>
                  <a:pt x="1931604" y="28923"/>
                  <a:pt x="1709494" y="36576"/>
                </a:cubicBezTo>
                <a:cubicBezTo>
                  <a:pt x="1487384" y="44229"/>
                  <a:pt x="1393997" y="28794"/>
                  <a:pt x="1248202" y="36576"/>
                </a:cubicBezTo>
                <a:cubicBezTo>
                  <a:pt x="1102407" y="44358"/>
                  <a:pt x="1017514" y="45456"/>
                  <a:pt x="786910" y="36576"/>
                </a:cubicBezTo>
                <a:cubicBezTo>
                  <a:pt x="556306" y="27696"/>
                  <a:pt x="330530" y="18118"/>
                  <a:pt x="0" y="36576"/>
                </a:cubicBezTo>
                <a:cubicBezTo>
                  <a:pt x="-280" y="19369"/>
                  <a:pt x="-134" y="7627"/>
                  <a:pt x="0" y="0"/>
                </a:cubicBezTo>
                <a:close/>
              </a:path>
              <a:path w="21707856" h="36576" stroke="0" extrusionOk="0">
                <a:moveTo>
                  <a:pt x="0" y="0"/>
                </a:moveTo>
                <a:cubicBezTo>
                  <a:pt x="129286" y="-9900"/>
                  <a:pt x="260370" y="-16997"/>
                  <a:pt x="461292" y="0"/>
                </a:cubicBezTo>
                <a:cubicBezTo>
                  <a:pt x="662214" y="16997"/>
                  <a:pt x="475112" y="165"/>
                  <a:pt x="488427" y="0"/>
                </a:cubicBezTo>
                <a:cubicBezTo>
                  <a:pt x="501743" y="-165"/>
                  <a:pt x="1140858" y="28654"/>
                  <a:pt x="1600954" y="0"/>
                </a:cubicBezTo>
                <a:cubicBezTo>
                  <a:pt x="2061050" y="-28654"/>
                  <a:pt x="1871265" y="10903"/>
                  <a:pt x="2062246" y="0"/>
                </a:cubicBezTo>
                <a:cubicBezTo>
                  <a:pt x="2253227" y="-10903"/>
                  <a:pt x="2362544" y="-20870"/>
                  <a:pt x="2523538" y="0"/>
                </a:cubicBezTo>
                <a:cubicBezTo>
                  <a:pt x="2684532" y="20870"/>
                  <a:pt x="3360401" y="-6615"/>
                  <a:pt x="3636066" y="0"/>
                </a:cubicBezTo>
                <a:cubicBezTo>
                  <a:pt x="3911731" y="6615"/>
                  <a:pt x="3811588" y="-2064"/>
                  <a:pt x="3880279" y="0"/>
                </a:cubicBezTo>
                <a:cubicBezTo>
                  <a:pt x="3948970" y="2064"/>
                  <a:pt x="4527287" y="-47083"/>
                  <a:pt x="4992807" y="0"/>
                </a:cubicBezTo>
                <a:cubicBezTo>
                  <a:pt x="5458327" y="47083"/>
                  <a:pt x="5748821" y="-8133"/>
                  <a:pt x="6105335" y="0"/>
                </a:cubicBezTo>
                <a:cubicBezTo>
                  <a:pt x="6461849" y="8133"/>
                  <a:pt x="6455516" y="-5124"/>
                  <a:pt x="6783705" y="0"/>
                </a:cubicBezTo>
                <a:cubicBezTo>
                  <a:pt x="7111894" y="5124"/>
                  <a:pt x="7429189" y="-10047"/>
                  <a:pt x="7896233" y="0"/>
                </a:cubicBezTo>
                <a:cubicBezTo>
                  <a:pt x="8363277" y="10047"/>
                  <a:pt x="8165627" y="5195"/>
                  <a:pt x="8357525" y="0"/>
                </a:cubicBezTo>
                <a:cubicBezTo>
                  <a:pt x="8549423" y="-5195"/>
                  <a:pt x="8671344" y="-4988"/>
                  <a:pt x="8818817" y="0"/>
                </a:cubicBezTo>
                <a:cubicBezTo>
                  <a:pt x="8966290" y="4988"/>
                  <a:pt x="9440474" y="-20441"/>
                  <a:pt x="9714266" y="0"/>
                </a:cubicBezTo>
                <a:cubicBezTo>
                  <a:pt x="9988058" y="20441"/>
                  <a:pt x="10052256" y="-12552"/>
                  <a:pt x="10175558" y="0"/>
                </a:cubicBezTo>
                <a:cubicBezTo>
                  <a:pt x="10298860" y="12552"/>
                  <a:pt x="10762539" y="35637"/>
                  <a:pt x="11288085" y="0"/>
                </a:cubicBezTo>
                <a:cubicBezTo>
                  <a:pt x="11813631" y="-35637"/>
                  <a:pt x="11957963" y="3788"/>
                  <a:pt x="12400613" y="0"/>
                </a:cubicBezTo>
                <a:cubicBezTo>
                  <a:pt x="12843263" y="-3788"/>
                  <a:pt x="12902919" y="14905"/>
                  <a:pt x="13078983" y="0"/>
                </a:cubicBezTo>
                <a:cubicBezTo>
                  <a:pt x="13255047" y="-14905"/>
                  <a:pt x="13382117" y="7853"/>
                  <a:pt x="13540275" y="0"/>
                </a:cubicBezTo>
                <a:cubicBezTo>
                  <a:pt x="13698433" y="-7853"/>
                  <a:pt x="13554789" y="970"/>
                  <a:pt x="13567410" y="0"/>
                </a:cubicBezTo>
                <a:cubicBezTo>
                  <a:pt x="13580032" y="-970"/>
                  <a:pt x="13752672" y="1840"/>
                  <a:pt x="13811623" y="0"/>
                </a:cubicBezTo>
                <a:cubicBezTo>
                  <a:pt x="13870574" y="-1840"/>
                  <a:pt x="13983083" y="-4130"/>
                  <a:pt x="14055837" y="0"/>
                </a:cubicBezTo>
                <a:cubicBezTo>
                  <a:pt x="14128591" y="4130"/>
                  <a:pt x="14348895" y="20112"/>
                  <a:pt x="14517129" y="0"/>
                </a:cubicBezTo>
                <a:cubicBezTo>
                  <a:pt x="14685363" y="-20112"/>
                  <a:pt x="15109951" y="45993"/>
                  <a:pt x="15629656" y="0"/>
                </a:cubicBezTo>
                <a:cubicBezTo>
                  <a:pt x="16149361" y="-45993"/>
                  <a:pt x="15978906" y="31365"/>
                  <a:pt x="16308027" y="0"/>
                </a:cubicBezTo>
                <a:cubicBezTo>
                  <a:pt x="16637148" y="-31365"/>
                  <a:pt x="16655719" y="16981"/>
                  <a:pt x="16769319" y="0"/>
                </a:cubicBezTo>
                <a:cubicBezTo>
                  <a:pt x="16882919" y="-16981"/>
                  <a:pt x="16789897" y="832"/>
                  <a:pt x="16796454" y="0"/>
                </a:cubicBezTo>
                <a:cubicBezTo>
                  <a:pt x="16803012" y="-832"/>
                  <a:pt x="16811204" y="1147"/>
                  <a:pt x="16823588" y="0"/>
                </a:cubicBezTo>
                <a:cubicBezTo>
                  <a:pt x="16835972" y="-1147"/>
                  <a:pt x="17408977" y="22558"/>
                  <a:pt x="17719037" y="0"/>
                </a:cubicBezTo>
                <a:cubicBezTo>
                  <a:pt x="18029097" y="-22558"/>
                  <a:pt x="17852172" y="-7836"/>
                  <a:pt x="17963251" y="0"/>
                </a:cubicBezTo>
                <a:cubicBezTo>
                  <a:pt x="18074330" y="7836"/>
                  <a:pt x="18524701" y="-8599"/>
                  <a:pt x="19075778" y="0"/>
                </a:cubicBezTo>
                <a:cubicBezTo>
                  <a:pt x="19626855" y="8599"/>
                  <a:pt x="19432938" y="10898"/>
                  <a:pt x="19537070" y="0"/>
                </a:cubicBezTo>
                <a:cubicBezTo>
                  <a:pt x="19641202" y="-10898"/>
                  <a:pt x="19557165" y="206"/>
                  <a:pt x="19564205" y="0"/>
                </a:cubicBezTo>
                <a:cubicBezTo>
                  <a:pt x="19571245" y="-206"/>
                  <a:pt x="20174378" y="-27276"/>
                  <a:pt x="20459654" y="0"/>
                </a:cubicBezTo>
                <a:cubicBezTo>
                  <a:pt x="20744930" y="27276"/>
                  <a:pt x="20601803" y="11879"/>
                  <a:pt x="20703868" y="0"/>
                </a:cubicBezTo>
                <a:cubicBezTo>
                  <a:pt x="20805933" y="-11879"/>
                  <a:pt x="21270567" y="36992"/>
                  <a:pt x="21707856" y="0"/>
                </a:cubicBezTo>
                <a:cubicBezTo>
                  <a:pt x="21709505" y="15396"/>
                  <a:pt x="21709132" y="22428"/>
                  <a:pt x="21707856" y="36576"/>
                </a:cubicBezTo>
                <a:cubicBezTo>
                  <a:pt x="21607813" y="32505"/>
                  <a:pt x="21580996" y="28387"/>
                  <a:pt x="21463643" y="36576"/>
                </a:cubicBezTo>
                <a:cubicBezTo>
                  <a:pt x="21346290" y="44765"/>
                  <a:pt x="21443267" y="36418"/>
                  <a:pt x="21436508" y="36576"/>
                </a:cubicBezTo>
                <a:cubicBezTo>
                  <a:pt x="21429749" y="36734"/>
                  <a:pt x="21300525" y="34719"/>
                  <a:pt x="21192294" y="36576"/>
                </a:cubicBezTo>
                <a:cubicBezTo>
                  <a:pt x="21084063" y="38433"/>
                  <a:pt x="20924418" y="52474"/>
                  <a:pt x="20731002" y="36576"/>
                </a:cubicBezTo>
                <a:cubicBezTo>
                  <a:pt x="20537586" y="20678"/>
                  <a:pt x="20203573" y="6311"/>
                  <a:pt x="20052632" y="36576"/>
                </a:cubicBezTo>
                <a:cubicBezTo>
                  <a:pt x="19901691" y="66842"/>
                  <a:pt x="19862863" y="45003"/>
                  <a:pt x="19808419" y="36576"/>
                </a:cubicBezTo>
                <a:cubicBezTo>
                  <a:pt x="19753975" y="28149"/>
                  <a:pt x="18941544" y="29634"/>
                  <a:pt x="18695891" y="36576"/>
                </a:cubicBezTo>
                <a:cubicBezTo>
                  <a:pt x="18450238" y="43518"/>
                  <a:pt x="18294580" y="8872"/>
                  <a:pt x="18017520" y="36576"/>
                </a:cubicBezTo>
                <a:cubicBezTo>
                  <a:pt x="17740460" y="64280"/>
                  <a:pt x="17363850" y="22655"/>
                  <a:pt x="16904993" y="36576"/>
                </a:cubicBezTo>
                <a:cubicBezTo>
                  <a:pt x="16446136" y="50497"/>
                  <a:pt x="16346013" y="55768"/>
                  <a:pt x="16009544" y="36576"/>
                </a:cubicBezTo>
                <a:cubicBezTo>
                  <a:pt x="15673075" y="17384"/>
                  <a:pt x="15762584" y="27480"/>
                  <a:pt x="15548252" y="36576"/>
                </a:cubicBezTo>
                <a:cubicBezTo>
                  <a:pt x="15333920" y="45672"/>
                  <a:pt x="14995329" y="45477"/>
                  <a:pt x="14652803" y="36576"/>
                </a:cubicBezTo>
                <a:cubicBezTo>
                  <a:pt x="14310277" y="27675"/>
                  <a:pt x="14489332" y="44269"/>
                  <a:pt x="14408589" y="36576"/>
                </a:cubicBezTo>
                <a:cubicBezTo>
                  <a:pt x="14327846" y="28883"/>
                  <a:pt x="13938429" y="50747"/>
                  <a:pt x="13730219" y="36576"/>
                </a:cubicBezTo>
                <a:cubicBezTo>
                  <a:pt x="13522009" y="22406"/>
                  <a:pt x="13710298" y="35615"/>
                  <a:pt x="13703084" y="36576"/>
                </a:cubicBezTo>
                <a:cubicBezTo>
                  <a:pt x="13695871" y="37537"/>
                  <a:pt x="12932184" y="64110"/>
                  <a:pt x="12590556" y="36576"/>
                </a:cubicBezTo>
                <a:cubicBezTo>
                  <a:pt x="12248928" y="9042"/>
                  <a:pt x="12239067" y="42940"/>
                  <a:pt x="11912186" y="36576"/>
                </a:cubicBezTo>
                <a:cubicBezTo>
                  <a:pt x="11585305" y="30213"/>
                  <a:pt x="11069502" y="31530"/>
                  <a:pt x="10799658" y="36576"/>
                </a:cubicBezTo>
                <a:cubicBezTo>
                  <a:pt x="10529814" y="41622"/>
                  <a:pt x="10562273" y="48589"/>
                  <a:pt x="10338366" y="36576"/>
                </a:cubicBezTo>
                <a:cubicBezTo>
                  <a:pt x="10114459" y="24563"/>
                  <a:pt x="10154033" y="33688"/>
                  <a:pt x="10094153" y="36576"/>
                </a:cubicBezTo>
                <a:cubicBezTo>
                  <a:pt x="10034273" y="39464"/>
                  <a:pt x="9563797" y="43005"/>
                  <a:pt x="9415783" y="36576"/>
                </a:cubicBezTo>
                <a:cubicBezTo>
                  <a:pt x="9267769" y="30148"/>
                  <a:pt x="8896833" y="36928"/>
                  <a:pt x="8520333" y="36576"/>
                </a:cubicBezTo>
                <a:cubicBezTo>
                  <a:pt x="8143833" y="36225"/>
                  <a:pt x="7819560" y="-6048"/>
                  <a:pt x="7407806" y="36576"/>
                </a:cubicBezTo>
                <a:cubicBezTo>
                  <a:pt x="6996052" y="79200"/>
                  <a:pt x="6714190" y="8188"/>
                  <a:pt x="6512357" y="36576"/>
                </a:cubicBezTo>
                <a:cubicBezTo>
                  <a:pt x="6310524" y="64964"/>
                  <a:pt x="5942007" y="78830"/>
                  <a:pt x="5399829" y="36576"/>
                </a:cubicBezTo>
                <a:cubicBezTo>
                  <a:pt x="4857651" y="-5678"/>
                  <a:pt x="4853257" y="43702"/>
                  <a:pt x="4504380" y="36576"/>
                </a:cubicBezTo>
                <a:cubicBezTo>
                  <a:pt x="4155503" y="29450"/>
                  <a:pt x="4367815" y="41229"/>
                  <a:pt x="4260167" y="36576"/>
                </a:cubicBezTo>
                <a:cubicBezTo>
                  <a:pt x="4152519" y="31923"/>
                  <a:pt x="3664390" y="48958"/>
                  <a:pt x="3364718" y="36576"/>
                </a:cubicBezTo>
                <a:cubicBezTo>
                  <a:pt x="3065046" y="24194"/>
                  <a:pt x="2996419" y="29892"/>
                  <a:pt x="2903426" y="36576"/>
                </a:cubicBezTo>
                <a:cubicBezTo>
                  <a:pt x="2810433" y="43260"/>
                  <a:pt x="2762650" y="24524"/>
                  <a:pt x="2659212" y="36576"/>
                </a:cubicBezTo>
                <a:cubicBezTo>
                  <a:pt x="2555774" y="48628"/>
                  <a:pt x="2641363" y="37543"/>
                  <a:pt x="2632078" y="36576"/>
                </a:cubicBezTo>
                <a:cubicBezTo>
                  <a:pt x="2622793" y="35609"/>
                  <a:pt x="2473115" y="31236"/>
                  <a:pt x="2387864" y="36576"/>
                </a:cubicBezTo>
                <a:cubicBezTo>
                  <a:pt x="2302613" y="41916"/>
                  <a:pt x="2194362" y="28392"/>
                  <a:pt x="2143651" y="36576"/>
                </a:cubicBezTo>
                <a:cubicBezTo>
                  <a:pt x="2092940" y="44760"/>
                  <a:pt x="1662472" y="25035"/>
                  <a:pt x="1465280" y="36576"/>
                </a:cubicBezTo>
                <a:cubicBezTo>
                  <a:pt x="1268088" y="48117"/>
                  <a:pt x="1061348" y="49960"/>
                  <a:pt x="786910" y="36576"/>
                </a:cubicBezTo>
                <a:cubicBezTo>
                  <a:pt x="512472" y="23193"/>
                  <a:pt x="353081" y="44478"/>
                  <a:pt x="0" y="36576"/>
                </a:cubicBezTo>
                <a:cubicBezTo>
                  <a:pt x="1259" y="23203"/>
                  <a:pt x="-1128" y="8142"/>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D531175F-0216-7420-1EEA-F7BE834854A5}"/>
              </a:ext>
            </a:extLst>
          </p:cNvPr>
          <p:cNvSpPr>
            <a:spLocks noGrp="1"/>
          </p:cNvSpPr>
          <p:nvPr>
            <p:ph idx="4294967295"/>
          </p:nvPr>
        </p:nvSpPr>
        <p:spPr>
          <a:xfrm>
            <a:off x="1676400" y="3858768"/>
            <a:ext cx="21031200" cy="8503920"/>
          </a:xfrm>
        </p:spPr>
        <p:txBody>
          <a:bodyPr vert="horz" lIns="91440" tIns="45720" rIns="91440" bIns="45720" rtlCol="0">
            <a:normAutofit/>
          </a:bodyPr>
          <a:lstStyle/>
          <a:p>
            <a:pPr indent="-228600" defTabSz="914400"/>
            <a:r>
              <a:rPr lang="en-US" sz="4100" b="1" dirty="0"/>
              <a:t>El "spoofing</a:t>
            </a:r>
            <a:r>
              <a:rPr lang="en-US" sz="4100" dirty="0"/>
              <a:t>" es </a:t>
            </a:r>
            <a:r>
              <a:rPr lang="en-US" sz="4100" dirty="0" err="1"/>
              <a:t>una</a:t>
            </a:r>
            <a:r>
              <a:rPr lang="en-US" sz="4100" dirty="0"/>
              <a:t> </a:t>
            </a:r>
            <a:r>
              <a:rPr lang="en-US" sz="4100" dirty="0" err="1"/>
              <a:t>técnica</a:t>
            </a:r>
            <a:r>
              <a:rPr lang="en-US" sz="4100" dirty="0"/>
              <a:t> </a:t>
            </a:r>
            <a:r>
              <a:rPr lang="en-US" sz="4100" dirty="0" err="1"/>
              <a:t>en</a:t>
            </a:r>
            <a:r>
              <a:rPr lang="en-US" sz="4100" dirty="0"/>
              <a:t> la que un </a:t>
            </a:r>
            <a:r>
              <a:rPr lang="en-US" sz="4100" dirty="0" err="1"/>
              <a:t>atacante</a:t>
            </a:r>
            <a:r>
              <a:rPr lang="en-US" sz="4100" dirty="0"/>
              <a:t> </a:t>
            </a:r>
            <a:r>
              <a:rPr lang="en-US" sz="4100" dirty="0" err="1"/>
              <a:t>falsifica</a:t>
            </a:r>
            <a:r>
              <a:rPr lang="en-US" sz="4100" dirty="0"/>
              <a:t> </a:t>
            </a:r>
            <a:r>
              <a:rPr lang="en-US" sz="4100" dirty="0" err="1"/>
              <a:t>su</a:t>
            </a:r>
            <a:r>
              <a:rPr lang="en-US" sz="4100" dirty="0"/>
              <a:t> </a:t>
            </a:r>
            <a:r>
              <a:rPr lang="en-US" sz="4100" dirty="0" err="1"/>
              <a:t>dirección</a:t>
            </a:r>
            <a:r>
              <a:rPr lang="en-US" sz="4100" dirty="0"/>
              <a:t> IP, </a:t>
            </a:r>
            <a:r>
              <a:rPr lang="en-US" sz="4100" dirty="0" err="1"/>
              <a:t>dirección</a:t>
            </a:r>
            <a:r>
              <a:rPr lang="en-US" sz="4100" dirty="0"/>
              <a:t> MAC o </a:t>
            </a:r>
            <a:r>
              <a:rPr lang="en-US" sz="4100" dirty="0" err="1"/>
              <a:t>algún</a:t>
            </a:r>
            <a:r>
              <a:rPr lang="en-US" sz="4100" dirty="0"/>
              <a:t> </a:t>
            </a:r>
            <a:r>
              <a:rPr lang="en-US" sz="4100" dirty="0" err="1"/>
              <a:t>otro</a:t>
            </a:r>
            <a:r>
              <a:rPr lang="en-US" sz="4100" dirty="0"/>
              <a:t> </a:t>
            </a:r>
            <a:r>
              <a:rPr lang="en-US" sz="4100" dirty="0" err="1"/>
              <a:t>identificador</a:t>
            </a:r>
            <a:r>
              <a:rPr lang="en-US" sz="4100" dirty="0"/>
              <a:t> de red para </a:t>
            </a:r>
            <a:r>
              <a:rPr lang="en-US" sz="4100" dirty="0" err="1"/>
              <a:t>engañar</a:t>
            </a:r>
            <a:r>
              <a:rPr lang="en-US" sz="4100" dirty="0"/>
              <a:t> a la </a:t>
            </a:r>
            <a:r>
              <a:rPr lang="en-US" sz="4100" dirty="0" err="1"/>
              <a:t>víctima</a:t>
            </a:r>
            <a:r>
              <a:rPr lang="en-US" sz="4100" dirty="0"/>
              <a:t> y </a:t>
            </a:r>
            <a:r>
              <a:rPr lang="en-US" sz="4100" dirty="0" err="1"/>
              <a:t>hacerle</a:t>
            </a:r>
            <a:r>
              <a:rPr lang="en-US" sz="4100" dirty="0"/>
              <a:t> </a:t>
            </a:r>
            <a:r>
              <a:rPr lang="en-US" sz="4100" dirty="0" err="1"/>
              <a:t>creer</a:t>
            </a:r>
            <a:r>
              <a:rPr lang="en-US" sz="4100" dirty="0"/>
              <a:t> que </a:t>
            </a:r>
            <a:r>
              <a:rPr lang="en-US" sz="4100" dirty="0" err="1"/>
              <a:t>el</a:t>
            </a:r>
            <a:r>
              <a:rPr lang="en-US" sz="4100" dirty="0"/>
              <a:t> </a:t>
            </a:r>
            <a:r>
              <a:rPr lang="en-US" sz="4100" dirty="0" err="1"/>
              <a:t>ataque</a:t>
            </a:r>
            <a:r>
              <a:rPr lang="en-US" sz="4100" dirty="0"/>
              <a:t> </a:t>
            </a:r>
            <a:r>
              <a:rPr lang="en-US" sz="4100" dirty="0" err="1"/>
              <a:t>proviene</a:t>
            </a:r>
            <a:r>
              <a:rPr lang="en-US" sz="4100" dirty="0"/>
              <a:t> de </a:t>
            </a:r>
            <a:r>
              <a:rPr lang="en-US" sz="4100" dirty="0" err="1"/>
              <a:t>una</a:t>
            </a:r>
            <a:r>
              <a:rPr lang="en-US" sz="4100" dirty="0"/>
              <a:t> </a:t>
            </a:r>
            <a:r>
              <a:rPr lang="en-US" sz="4100" dirty="0" err="1"/>
              <a:t>fuente</a:t>
            </a:r>
            <a:r>
              <a:rPr lang="en-US" sz="4100" dirty="0"/>
              <a:t> </a:t>
            </a:r>
            <a:r>
              <a:rPr lang="en-US" sz="4100" dirty="0" err="1"/>
              <a:t>confiable</a:t>
            </a:r>
            <a:r>
              <a:rPr lang="en-US" sz="4100" dirty="0"/>
              <a:t>. El </a:t>
            </a:r>
            <a:r>
              <a:rPr lang="en-US" sz="4100" dirty="0" err="1"/>
              <a:t>objetivo</a:t>
            </a:r>
            <a:r>
              <a:rPr lang="en-US" sz="4100" dirty="0"/>
              <a:t> del spoofing </a:t>
            </a:r>
            <a:r>
              <a:rPr lang="en-US" sz="4100" dirty="0" err="1"/>
              <a:t>puede</a:t>
            </a:r>
            <a:r>
              <a:rPr lang="en-US" sz="4100" dirty="0"/>
              <a:t> ser </a:t>
            </a:r>
            <a:r>
              <a:rPr lang="en-US" sz="4100" dirty="0" err="1"/>
              <a:t>ocultar</a:t>
            </a:r>
            <a:r>
              <a:rPr lang="en-US" sz="4100" dirty="0"/>
              <a:t> la </a:t>
            </a:r>
            <a:r>
              <a:rPr lang="en-US" sz="4100" dirty="0" err="1"/>
              <a:t>identidad</a:t>
            </a:r>
            <a:r>
              <a:rPr lang="en-US" sz="4100" dirty="0"/>
              <a:t> del </a:t>
            </a:r>
            <a:r>
              <a:rPr lang="en-US" sz="4100" dirty="0" err="1"/>
              <a:t>atacante</a:t>
            </a:r>
            <a:r>
              <a:rPr lang="en-US" sz="4100" dirty="0"/>
              <a:t> o </a:t>
            </a:r>
            <a:r>
              <a:rPr lang="en-US" sz="4100" dirty="0" err="1"/>
              <a:t>engañar</a:t>
            </a:r>
            <a:r>
              <a:rPr lang="en-US" sz="4100" dirty="0"/>
              <a:t> a la </a:t>
            </a:r>
            <a:r>
              <a:rPr lang="en-US" sz="4100" dirty="0" err="1"/>
              <a:t>víctima</a:t>
            </a:r>
            <a:r>
              <a:rPr lang="en-US" sz="4100" dirty="0"/>
              <a:t> para que </a:t>
            </a:r>
            <a:r>
              <a:rPr lang="en-US" sz="4100" dirty="0" err="1"/>
              <a:t>revele</a:t>
            </a:r>
            <a:r>
              <a:rPr lang="en-US" sz="4100" dirty="0"/>
              <a:t> </a:t>
            </a:r>
            <a:r>
              <a:rPr lang="en-US" sz="4100" dirty="0" err="1"/>
              <a:t>información</a:t>
            </a:r>
            <a:r>
              <a:rPr lang="en-US" sz="4100" dirty="0"/>
              <a:t> </a:t>
            </a:r>
            <a:r>
              <a:rPr lang="en-US" sz="4100" dirty="0" err="1"/>
              <a:t>confidencial</a:t>
            </a:r>
            <a:r>
              <a:rPr lang="en-US" sz="4100" dirty="0"/>
              <a:t>.</a:t>
            </a:r>
          </a:p>
          <a:p>
            <a:pPr indent="-228600" defTabSz="914400"/>
            <a:r>
              <a:rPr lang="en-US" sz="4100" dirty="0"/>
              <a:t>Por </a:t>
            </a:r>
            <a:r>
              <a:rPr lang="en-US" sz="4100" dirty="0" err="1"/>
              <a:t>otro</a:t>
            </a:r>
            <a:r>
              <a:rPr lang="en-US" sz="4100" dirty="0"/>
              <a:t> </a:t>
            </a:r>
            <a:r>
              <a:rPr lang="en-US" sz="4100" dirty="0" err="1"/>
              <a:t>lado</a:t>
            </a:r>
            <a:r>
              <a:rPr lang="en-US" sz="4100" dirty="0"/>
              <a:t>, </a:t>
            </a:r>
            <a:r>
              <a:rPr lang="en-US" sz="4100" dirty="0" err="1"/>
              <a:t>el</a:t>
            </a:r>
            <a:r>
              <a:rPr lang="en-US" sz="4100" dirty="0"/>
              <a:t> "</a:t>
            </a:r>
            <a:r>
              <a:rPr lang="en-US" sz="4100" b="1" dirty="0"/>
              <a:t>sniffing</a:t>
            </a:r>
            <a:r>
              <a:rPr lang="en-US" sz="4100" dirty="0"/>
              <a:t>" es </a:t>
            </a:r>
            <a:r>
              <a:rPr lang="en-US" sz="4100" dirty="0" err="1"/>
              <a:t>una</a:t>
            </a:r>
            <a:r>
              <a:rPr lang="en-US" sz="4100" dirty="0"/>
              <a:t> </a:t>
            </a:r>
            <a:r>
              <a:rPr lang="en-US" sz="4100" dirty="0" err="1"/>
              <a:t>técnica</a:t>
            </a:r>
            <a:r>
              <a:rPr lang="en-US" sz="4100" dirty="0"/>
              <a:t> </a:t>
            </a:r>
            <a:r>
              <a:rPr lang="en-US" sz="4100" dirty="0" err="1"/>
              <a:t>en</a:t>
            </a:r>
            <a:r>
              <a:rPr lang="en-US" sz="4100" dirty="0"/>
              <a:t> la que un </a:t>
            </a:r>
            <a:r>
              <a:rPr lang="en-US" sz="4100" dirty="0" err="1"/>
              <a:t>atacante</a:t>
            </a:r>
            <a:r>
              <a:rPr lang="en-US" sz="4100" dirty="0"/>
              <a:t> </a:t>
            </a:r>
            <a:r>
              <a:rPr lang="en-US" sz="4100" dirty="0" err="1"/>
              <a:t>intercepta</a:t>
            </a:r>
            <a:r>
              <a:rPr lang="en-US" sz="4100" dirty="0"/>
              <a:t> y lee </a:t>
            </a:r>
            <a:r>
              <a:rPr lang="en-US" sz="4100" dirty="0" err="1"/>
              <a:t>el</a:t>
            </a:r>
            <a:r>
              <a:rPr lang="en-US" sz="4100" dirty="0"/>
              <a:t> </a:t>
            </a:r>
            <a:r>
              <a:rPr lang="en-US" sz="4100" dirty="0" err="1"/>
              <a:t>tráfico</a:t>
            </a:r>
            <a:r>
              <a:rPr lang="en-US" sz="4100" dirty="0"/>
              <a:t> de red para </a:t>
            </a:r>
            <a:r>
              <a:rPr lang="en-US" sz="4100" dirty="0" err="1"/>
              <a:t>obtener</a:t>
            </a:r>
            <a:r>
              <a:rPr lang="en-US" sz="4100" dirty="0"/>
              <a:t> </a:t>
            </a:r>
            <a:r>
              <a:rPr lang="en-US" sz="4100" dirty="0" err="1"/>
              <a:t>información</a:t>
            </a:r>
            <a:r>
              <a:rPr lang="en-US" sz="4100" dirty="0"/>
              <a:t> </a:t>
            </a:r>
            <a:r>
              <a:rPr lang="en-US" sz="4100" dirty="0" err="1"/>
              <a:t>confidencial</a:t>
            </a:r>
            <a:r>
              <a:rPr lang="en-US" sz="4100" dirty="0"/>
              <a:t>, </a:t>
            </a:r>
            <a:r>
              <a:rPr lang="en-US" sz="4100" dirty="0" err="1"/>
              <a:t>como</a:t>
            </a:r>
            <a:r>
              <a:rPr lang="en-US" sz="4100" dirty="0"/>
              <a:t> </a:t>
            </a:r>
            <a:r>
              <a:rPr lang="en-US" sz="4100" dirty="0" err="1"/>
              <a:t>contraseñas</a:t>
            </a:r>
            <a:r>
              <a:rPr lang="en-US" sz="4100" dirty="0"/>
              <a:t>, </a:t>
            </a:r>
            <a:r>
              <a:rPr lang="en-US" sz="4100" dirty="0" err="1"/>
              <a:t>nombres</a:t>
            </a:r>
            <a:r>
              <a:rPr lang="en-US" sz="4100" dirty="0"/>
              <a:t> de </a:t>
            </a:r>
            <a:r>
              <a:rPr lang="en-US" sz="4100" dirty="0" err="1"/>
              <a:t>usuario</a:t>
            </a:r>
            <a:r>
              <a:rPr lang="en-US" sz="4100" dirty="0"/>
              <a:t>, </a:t>
            </a:r>
            <a:r>
              <a:rPr lang="en-US" sz="4100" dirty="0" err="1"/>
              <a:t>información</a:t>
            </a:r>
            <a:r>
              <a:rPr lang="en-US" sz="4100" dirty="0"/>
              <a:t> de </a:t>
            </a:r>
            <a:r>
              <a:rPr lang="en-US" sz="4100" dirty="0" err="1"/>
              <a:t>tarjetas</a:t>
            </a:r>
            <a:r>
              <a:rPr lang="en-US" sz="4100" dirty="0"/>
              <a:t> de </a:t>
            </a:r>
            <a:r>
              <a:rPr lang="en-US" sz="4100" dirty="0" err="1"/>
              <a:t>crédito</a:t>
            </a:r>
            <a:r>
              <a:rPr lang="en-US" sz="4100" dirty="0"/>
              <a:t>, etc. El sniffing se </a:t>
            </a:r>
            <a:r>
              <a:rPr lang="en-US" sz="4100" dirty="0" err="1"/>
              <a:t>realiza</a:t>
            </a:r>
            <a:r>
              <a:rPr lang="en-US" sz="4100" dirty="0"/>
              <a:t> </a:t>
            </a:r>
            <a:r>
              <a:rPr lang="en-US" sz="4100" dirty="0" err="1"/>
              <a:t>mediante</a:t>
            </a:r>
            <a:r>
              <a:rPr lang="en-US" sz="4100" dirty="0"/>
              <a:t> </a:t>
            </a:r>
            <a:r>
              <a:rPr lang="en-US" sz="4100" dirty="0" err="1"/>
              <a:t>herramientas</a:t>
            </a:r>
            <a:r>
              <a:rPr lang="en-US" sz="4100" dirty="0"/>
              <a:t> de software que </a:t>
            </a:r>
            <a:r>
              <a:rPr lang="en-US" sz="4100" dirty="0" err="1"/>
              <a:t>capturan</a:t>
            </a:r>
            <a:r>
              <a:rPr lang="en-US" sz="4100" dirty="0"/>
              <a:t> </a:t>
            </a:r>
            <a:r>
              <a:rPr lang="en-US" sz="4100" dirty="0" err="1"/>
              <a:t>los</a:t>
            </a:r>
            <a:r>
              <a:rPr lang="en-US" sz="4100" dirty="0"/>
              <a:t> </a:t>
            </a:r>
            <a:r>
              <a:rPr lang="en-US" sz="4100" dirty="0" err="1"/>
              <a:t>paquetes</a:t>
            </a:r>
            <a:r>
              <a:rPr lang="en-US" sz="4100" dirty="0"/>
              <a:t> de </a:t>
            </a:r>
            <a:r>
              <a:rPr lang="en-US" sz="4100" dirty="0" err="1"/>
              <a:t>datos</a:t>
            </a:r>
            <a:r>
              <a:rPr lang="en-US" sz="4100" dirty="0"/>
              <a:t> que </a:t>
            </a:r>
            <a:r>
              <a:rPr lang="en-US" sz="4100" dirty="0" err="1"/>
              <a:t>circulan</a:t>
            </a:r>
            <a:r>
              <a:rPr lang="en-US" sz="4100" dirty="0"/>
              <a:t> a </a:t>
            </a:r>
            <a:r>
              <a:rPr lang="en-US" sz="4100" dirty="0" err="1"/>
              <a:t>través</a:t>
            </a:r>
            <a:r>
              <a:rPr lang="en-US" sz="4100" dirty="0"/>
              <a:t> de la red y </a:t>
            </a:r>
            <a:r>
              <a:rPr lang="en-US" sz="4100" dirty="0" err="1"/>
              <a:t>los</a:t>
            </a:r>
            <a:r>
              <a:rPr lang="en-US" sz="4100" dirty="0"/>
              <a:t> </a:t>
            </a:r>
            <a:r>
              <a:rPr lang="en-US" sz="4100" dirty="0" err="1"/>
              <a:t>analizan</a:t>
            </a:r>
            <a:r>
              <a:rPr lang="en-US" sz="4100" dirty="0"/>
              <a:t> para </a:t>
            </a:r>
            <a:r>
              <a:rPr lang="en-US" sz="4100" dirty="0" err="1"/>
              <a:t>extraer</a:t>
            </a:r>
            <a:r>
              <a:rPr lang="en-US" sz="4100" dirty="0"/>
              <a:t> </a:t>
            </a:r>
            <a:r>
              <a:rPr lang="en-US" sz="4100" dirty="0" err="1"/>
              <a:t>información</a:t>
            </a:r>
            <a:r>
              <a:rPr lang="en-US" sz="4100" dirty="0"/>
              <a:t> </a:t>
            </a:r>
            <a:r>
              <a:rPr lang="en-US" sz="4100" dirty="0" err="1"/>
              <a:t>útil</a:t>
            </a:r>
            <a:r>
              <a:rPr lang="en-US" sz="4100" dirty="0"/>
              <a:t>.</a:t>
            </a:r>
          </a:p>
          <a:p>
            <a:pPr marL="0" indent="-228600" defTabSz="914400"/>
            <a:r>
              <a:rPr lang="en-US" sz="4100" dirty="0"/>
              <a:t>En </a:t>
            </a:r>
            <a:r>
              <a:rPr lang="en-US" sz="4100" dirty="0" err="1"/>
              <a:t>cuanto</a:t>
            </a:r>
            <a:r>
              <a:rPr lang="en-US" sz="4100" dirty="0"/>
              <a:t> a las </a:t>
            </a:r>
            <a:r>
              <a:rPr lang="en-US" sz="4100" dirty="0" err="1"/>
              <a:t>aplicaciones</a:t>
            </a:r>
            <a:r>
              <a:rPr lang="en-US" sz="4100" dirty="0"/>
              <a:t> que </a:t>
            </a:r>
            <a:r>
              <a:rPr lang="en-US" sz="4100" dirty="0" err="1"/>
              <a:t>realizan</a:t>
            </a:r>
            <a:r>
              <a:rPr lang="en-US" sz="4100" dirty="0"/>
              <a:t> </a:t>
            </a:r>
            <a:r>
              <a:rPr lang="en-US" sz="4100" dirty="0" err="1"/>
              <a:t>estas</a:t>
            </a:r>
            <a:r>
              <a:rPr lang="en-US" sz="4100" dirty="0"/>
              <a:t> </a:t>
            </a:r>
            <a:r>
              <a:rPr lang="en-US" sz="4100" dirty="0" err="1"/>
              <a:t>técnicas</a:t>
            </a:r>
            <a:r>
              <a:rPr lang="en-US" sz="4100" dirty="0"/>
              <a:t>, hay </a:t>
            </a:r>
            <a:r>
              <a:rPr lang="en-US" sz="4100" dirty="0" err="1"/>
              <a:t>muchas</a:t>
            </a:r>
            <a:r>
              <a:rPr lang="en-US" sz="4100" dirty="0"/>
              <a:t> </a:t>
            </a:r>
            <a:r>
              <a:rPr lang="en-US" sz="4100" dirty="0" err="1"/>
              <a:t>herramientas</a:t>
            </a:r>
            <a:r>
              <a:rPr lang="en-US" sz="4100" dirty="0"/>
              <a:t> de software </a:t>
            </a:r>
            <a:r>
              <a:rPr lang="en-US" sz="4100" dirty="0" err="1"/>
              <a:t>disponibles</a:t>
            </a:r>
            <a:r>
              <a:rPr lang="en-US" sz="4100" dirty="0"/>
              <a:t> </a:t>
            </a:r>
            <a:r>
              <a:rPr lang="en-US" sz="4100" dirty="0" err="1"/>
              <a:t>en</a:t>
            </a:r>
            <a:r>
              <a:rPr lang="en-US" sz="4100" dirty="0"/>
              <a:t> </a:t>
            </a:r>
            <a:r>
              <a:rPr lang="en-US" sz="4100" dirty="0" err="1"/>
              <a:t>línea</a:t>
            </a:r>
            <a:r>
              <a:rPr lang="en-US" sz="4100" dirty="0"/>
              <a:t> que </a:t>
            </a:r>
            <a:r>
              <a:rPr lang="en-US" sz="4100" dirty="0" err="1"/>
              <a:t>pueden</a:t>
            </a:r>
            <a:r>
              <a:rPr lang="en-US" sz="4100" dirty="0"/>
              <a:t> ser </a:t>
            </a:r>
            <a:r>
              <a:rPr lang="en-US" sz="4100" dirty="0" err="1"/>
              <a:t>utilizadas</a:t>
            </a:r>
            <a:r>
              <a:rPr lang="en-US" sz="4100" dirty="0"/>
              <a:t> para </a:t>
            </a:r>
            <a:r>
              <a:rPr lang="en-US" sz="4100" dirty="0" err="1"/>
              <a:t>llevar</a:t>
            </a:r>
            <a:r>
              <a:rPr lang="en-US" sz="4100" dirty="0"/>
              <a:t> a </a:t>
            </a:r>
            <a:r>
              <a:rPr lang="en-US" sz="4100" dirty="0" err="1"/>
              <a:t>cabo</a:t>
            </a:r>
            <a:r>
              <a:rPr lang="en-US" sz="4100" dirty="0"/>
              <a:t> </a:t>
            </a:r>
            <a:r>
              <a:rPr lang="en-US" sz="4100" dirty="0" err="1"/>
              <a:t>ataques</a:t>
            </a:r>
            <a:r>
              <a:rPr lang="en-US" sz="4100" dirty="0"/>
              <a:t> de spoofing y sniffing. Por </a:t>
            </a:r>
            <a:r>
              <a:rPr lang="en-US" sz="4100" dirty="0" err="1"/>
              <a:t>ejemplo</a:t>
            </a:r>
            <a:r>
              <a:rPr lang="en-US" sz="4100" dirty="0"/>
              <a:t>, </a:t>
            </a:r>
            <a:r>
              <a:rPr lang="en-US" sz="4100" dirty="0" err="1"/>
              <a:t>el</a:t>
            </a:r>
            <a:r>
              <a:rPr lang="en-US" sz="4100" dirty="0"/>
              <a:t> spoofing se </a:t>
            </a:r>
            <a:r>
              <a:rPr lang="en-US" sz="4100" dirty="0" err="1"/>
              <a:t>puede</a:t>
            </a:r>
            <a:r>
              <a:rPr lang="en-US" sz="4100" dirty="0"/>
              <a:t> </a:t>
            </a:r>
            <a:r>
              <a:rPr lang="en-US" sz="4100" dirty="0" err="1"/>
              <a:t>realizar</a:t>
            </a:r>
            <a:r>
              <a:rPr lang="en-US" sz="4100" dirty="0"/>
              <a:t> con </a:t>
            </a:r>
            <a:r>
              <a:rPr lang="en-US" sz="4100" dirty="0" err="1"/>
              <a:t>herramientas</a:t>
            </a:r>
            <a:r>
              <a:rPr lang="en-US" sz="4100" dirty="0"/>
              <a:t> </a:t>
            </a:r>
            <a:r>
              <a:rPr lang="en-US" sz="4100" dirty="0" err="1"/>
              <a:t>como</a:t>
            </a:r>
            <a:r>
              <a:rPr lang="en-US" sz="4100" dirty="0"/>
              <a:t> Nmap, </a:t>
            </a:r>
            <a:r>
              <a:rPr lang="en-US" sz="4100" dirty="0" err="1"/>
              <a:t>Hping</a:t>
            </a:r>
            <a:r>
              <a:rPr lang="en-US" sz="4100" dirty="0"/>
              <a:t>, </a:t>
            </a:r>
            <a:r>
              <a:rPr lang="en-US" sz="4100" dirty="0" err="1"/>
              <a:t>Scapy</a:t>
            </a:r>
            <a:r>
              <a:rPr lang="en-US" sz="4100" dirty="0"/>
              <a:t>, </a:t>
            </a:r>
            <a:r>
              <a:rPr lang="en-US" sz="4100" dirty="0" err="1"/>
              <a:t>mientras</a:t>
            </a:r>
            <a:r>
              <a:rPr lang="en-US" sz="4100" dirty="0"/>
              <a:t> que </a:t>
            </a:r>
            <a:r>
              <a:rPr lang="en-US" sz="4100" dirty="0" err="1"/>
              <a:t>el</a:t>
            </a:r>
            <a:r>
              <a:rPr lang="en-US" sz="4100" dirty="0"/>
              <a:t> sniffing se </a:t>
            </a:r>
            <a:r>
              <a:rPr lang="en-US" sz="4100" dirty="0" err="1"/>
              <a:t>puede</a:t>
            </a:r>
            <a:r>
              <a:rPr lang="en-US" sz="4100" dirty="0"/>
              <a:t> </a:t>
            </a:r>
            <a:r>
              <a:rPr lang="en-US" sz="4100" dirty="0" err="1"/>
              <a:t>realizar</a:t>
            </a:r>
            <a:r>
              <a:rPr lang="en-US" sz="4100" dirty="0"/>
              <a:t> con </a:t>
            </a:r>
            <a:r>
              <a:rPr lang="en-US" sz="4100" dirty="0" err="1"/>
              <a:t>herramientas</a:t>
            </a:r>
            <a:r>
              <a:rPr lang="en-US" sz="4100" dirty="0"/>
              <a:t> </a:t>
            </a:r>
            <a:r>
              <a:rPr lang="en-US" sz="4100" dirty="0" err="1"/>
              <a:t>como</a:t>
            </a:r>
            <a:r>
              <a:rPr lang="en-US" sz="4100" dirty="0"/>
              <a:t> Wireshark, </a:t>
            </a:r>
            <a:r>
              <a:rPr lang="en-US" sz="4100" dirty="0" err="1"/>
              <a:t>tcpdump</a:t>
            </a:r>
            <a:r>
              <a:rPr lang="en-US" sz="4100" dirty="0"/>
              <a:t>, Ettercap, entre </a:t>
            </a:r>
            <a:r>
              <a:rPr lang="en-US" sz="4100" dirty="0" err="1"/>
              <a:t>otras</a:t>
            </a:r>
            <a:r>
              <a:rPr lang="en-US" sz="4100" dirty="0"/>
              <a:t>.</a:t>
            </a:r>
          </a:p>
          <a:p>
            <a:pPr indent="-228600" defTabSz="914400"/>
            <a:endParaRPr lang="en-US" sz="4100" dirty="0"/>
          </a:p>
        </p:txBody>
      </p:sp>
      <p:pic>
        <p:nvPicPr>
          <p:cNvPr id="4" name="Google Shape;135;p8" descr="Cómo protegerse de los virus, piratas informáticos y demás ataques? |  Tecnología - ComputerHoy.com">
            <a:extLst>
              <a:ext uri="{FF2B5EF4-FFF2-40B4-BE49-F238E27FC236}">
                <a16:creationId xmlns:a16="http://schemas.microsoft.com/office/drawing/2014/main" id="{96C1DA7F-A69B-D878-268D-6AF13ECEDF21}"/>
              </a:ext>
            </a:extLst>
          </p:cNvPr>
          <p:cNvPicPr preferRelativeResize="0"/>
          <p:nvPr/>
        </p:nvPicPr>
        <p:blipFill rotWithShape="1">
          <a:blip r:embed="rId2">
            <a:alphaModFix/>
          </a:blip>
          <a:srcRect/>
          <a:stretch/>
        </p:blipFill>
        <p:spPr>
          <a:xfrm>
            <a:off x="22593300" y="12486797"/>
            <a:ext cx="1790700" cy="1229203"/>
          </a:xfrm>
          <a:prstGeom prst="rect">
            <a:avLst/>
          </a:prstGeom>
          <a:noFill/>
          <a:ln>
            <a:noFill/>
          </a:ln>
        </p:spPr>
      </p:pic>
    </p:spTree>
    <p:extLst>
      <p:ext uri="{BB962C8B-B14F-4D97-AF65-F5344CB8AC3E}">
        <p14:creationId xmlns:p14="http://schemas.microsoft.com/office/powerpoint/2010/main" val="129221624"/>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8349D337-BDF6-D426-0B87-2A4EE624DF78}"/>
              </a:ext>
            </a:extLst>
          </p:cNvPr>
          <p:cNvPicPr>
            <a:picLocks noChangeAspect="1"/>
          </p:cNvPicPr>
          <p:nvPr/>
        </p:nvPicPr>
        <p:blipFill rotWithShape="1">
          <a:blip r:embed="rId2"/>
          <a:srcRect t="6388" r="51797" b="8056"/>
          <a:stretch/>
        </p:blipFill>
        <p:spPr>
          <a:xfrm>
            <a:off x="571499" y="1733549"/>
            <a:ext cx="21943067" cy="10953751"/>
          </a:xfrm>
          <a:prstGeom prst="rect">
            <a:avLst/>
          </a:prstGeom>
        </p:spPr>
      </p:pic>
      <p:sp>
        <p:nvSpPr>
          <p:cNvPr id="7" name="CuadroTexto 6">
            <a:extLst>
              <a:ext uri="{FF2B5EF4-FFF2-40B4-BE49-F238E27FC236}">
                <a16:creationId xmlns:a16="http://schemas.microsoft.com/office/drawing/2014/main" id="{7C7DD192-75CC-AA63-0F1F-63891A63F418}"/>
              </a:ext>
            </a:extLst>
          </p:cNvPr>
          <p:cNvSpPr txBox="1"/>
          <p:nvPr/>
        </p:nvSpPr>
        <p:spPr>
          <a:xfrm>
            <a:off x="1066800" y="575563"/>
            <a:ext cx="12192000" cy="45313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s-ES" dirty="0">
                <a:hlinkClick r:id="rId3"/>
              </a:rPr>
              <a:t>MAPA | Mapa en tiempo real de Kaspersky </a:t>
            </a:r>
            <a:r>
              <a:rPr lang="es-ES" dirty="0" err="1">
                <a:hlinkClick r:id="rId3"/>
              </a:rPr>
              <a:t>Cyberthreat</a:t>
            </a:r>
            <a:endParaRPr lang="es-ES" dirty="0"/>
          </a:p>
        </p:txBody>
      </p:sp>
      <p:pic>
        <p:nvPicPr>
          <p:cNvPr id="8" name="Google Shape;135;p8" descr="Cómo protegerse de los virus, piratas informáticos y demás ataques? |  Tecnología - ComputerHoy.com">
            <a:extLst>
              <a:ext uri="{FF2B5EF4-FFF2-40B4-BE49-F238E27FC236}">
                <a16:creationId xmlns:a16="http://schemas.microsoft.com/office/drawing/2014/main" id="{B49C8DBB-5072-A04D-8284-FDB79B6BF327}"/>
              </a:ext>
            </a:extLst>
          </p:cNvPr>
          <p:cNvPicPr preferRelativeResize="0"/>
          <p:nvPr/>
        </p:nvPicPr>
        <p:blipFill rotWithShape="1">
          <a:blip r:embed="rId4">
            <a:alphaModFix/>
          </a:blip>
          <a:srcRect/>
          <a:stretch/>
        </p:blipFill>
        <p:spPr>
          <a:xfrm>
            <a:off x="22593300" y="12496799"/>
            <a:ext cx="1790700" cy="1229203"/>
          </a:xfrm>
          <a:prstGeom prst="rect">
            <a:avLst/>
          </a:prstGeom>
          <a:noFill/>
          <a:ln>
            <a:noFill/>
          </a:ln>
        </p:spPr>
      </p:pic>
    </p:spTree>
    <p:extLst>
      <p:ext uri="{BB962C8B-B14F-4D97-AF65-F5344CB8AC3E}">
        <p14:creationId xmlns:p14="http://schemas.microsoft.com/office/powerpoint/2010/main" val="1047638998"/>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8780EFB-F7B7-A96B-37E6-A5ECDEA3B288}"/>
              </a:ext>
            </a:extLst>
          </p:cNvPr>
          <p:cNvPicPr>
            <a:picLocks noChangeAspect="1"/>
          </p:cNvPicPr>
          <p:nvPr/>
        </p:nvPicPr>
        <p:blipFill>
          <a:blip r:embed="rId2"/>
          <a:stretch>
            <a:fillRect/>
          </a:stretch>
        </p:blipFill>
        <p:spPr>
          <a:xfrm>
            <a:off x="1105226" y="1799601"/>
            <a:ext cx="20327239" cy="10430498"/>
          </a:xfrm>
          <a:prstGeom prst="rect">
            <a:avLst/>
          </a:prstGeom>
        </p:spPr>
      </p:pic>
      <p:sp>
        <p:nvSpPr>
          <p:cNvPr id="5" name="CuadroTexto 4">
            <a:extLst>
              <a:ext uri="{FF2B5EF4-FFF2-40B4-BE49-F238E27FC236}">
                <a16:creationId xmlns:a16="http://schemas.microsoft.com/office/drawing/2014/main" id="{771A0939-0C27-FC98-98B1-17F534230A71}"/>
              </a:ext>
            </a:extLst>
          </p:cNvPr>
          <p:cNvSpPr txBox="1"/>
          <p:nvPr/>
        </p:nvSpPr>
        <p:spPr>
          <a:xfrm>
            <a:off x="3956050" y="535310"/>
            <a:ext cx="14839950" cy="135319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457200" indent="-457200">
              <a:lnSpc>
                <a:spcPct val="90000"/>
              </a:lnSpc>
              <a:spcBef>
                <a:spcPts val="2000"/>
              </a:spcBef>
              <a:buClr>
                <a:schemeClr val="dk1"/>
              </a:buClr>
              <a:buSzPts val="2800"/>
            </a:pPr>
            <a:r>
              <a:rPr lang="es-ES" dirty="0"/>
              <a:t>Mapas de ciberataques a tiempo real</a:t>
            </a:r>
          </a:p>
          <a:p>
            <a:pPr marL="457200" indent="-457200">
              <a:lnSpc>
                <a:spcPct val="90000"/>
              </a:lnSpc>
              <a:spcBef>
                <a:spcPts val="2000"/>
              </a:spcBef>
              <a:buClr>
                <a:schemeClr val="dk1"/>
              </a:buClr>
              <a:buSzPts val="2800"/>
            </a:pPr>
            <a:r>
              <a:rPr lang="es-ES" dirty="0"/>
              <a:t>https://threatmap.checkpoint.com/  </a:t>
            </a:r>
          </a:p>
          <a:p>
            <a:pPr marL="457200" indent="-101600">
              <a:lnSpc>
                <a:spcPct val="90000"/>
              </a:lnSpc>
              <a:spcBef>
                <a:spcPts val="2000"/>
              </a:spcBef>
              <a:buClr>
                <a:schemeClr val="dk1"/>
              </a:buClr>
              <a:buSzPts val="2800"/>
              <a:buNone/>
            </a:pPr>
            <a:endParaRPr lang="es-ES" dirty="0"/>
          </a:p>
        </p:txBody>
      </p:sp>
      <p:pic>
        <p:nvPicPr>
          <p:cNvPr id="6" name="Google Shape;135;p8" descr="Cómo protegerse de los virus, piratas informáticos y demás ataques? |  Tecnología - ComputerHoy.com">
            <a:extLst>
              <a:ext uri="{FF2B5EF4-FFF2-40B4-BE49-F238E27FC236}">
                <a16:creationId xmlns:a16="http://schemas.microsoft.com/office/drawing/2014/main" id="{0217C58C-EBDE-4B82-5297-F2164B71A946}"/>
              </a:ext>
            </a:extLst>
          </p:cNvPr>
          <p:cNvPicPr preferRelativeResize="0"/>
          <p:nvPr/>
        </p:nvPicPr>
        <p:blipFill rotWithShape="1">
          <a:blip r:embed="rId3">
            <a:alphaModFix/>
          </a:blip>
          <a:srcRect/>
          <a:stretch/>
        </p:blipFill>
        <p:spPr>
          <a:xfrm>
            <a:off x="22593300" y="12486797"/>
            <a:ext cx="1790700" cy="1229203"/>
          </a:xfrm>
          <a:prstGeom prst="rect">
            <a:avLst/>
          </a:prstGeom>
          <a:noFill/>
          <a:ln>
            <a:noFill/>
          </a:ln>
        </p:spPr>
      </p:pic>
    </p:spTree>
    <p:extLst>
      <p:ext uri="{BB962C8B-B14F-4D97-AF65-F5344CB8AC3E}">
        <p14:creationId xmlns:p14="http://schemas.microsoft.com/office/powerpoint/2010/main" val="627715258"/>
      </p:ext>
    </p:extLst>
  </p:cSld>
  <p:clrMapOvr>
    <a:masterClrMapping/>
  </p:clrMapOvr>
  <p:transition spd="med"/>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White">
  <a:themeElements>
    <a:clrScheme name="White">
      <a:dk1>
        <a:srgbClr val="000000"/>
      </a:dk1>
      <a:lt1>
        <a:srgbClr val="FFFFFF"/>
      </a:lt1>
      <a:dk2>
        <a:srgbClr val="F3E39D"/>
      </a:dk2>
      <a:lt2>
        <a:srgbClr val="EACD4F"/>
      </a:lt2>
      <a:accent1>
        <a:srgbClr val="0F4C75"/>
      </a:accent1>
      <a:accent2>
        <a:srgbClr val="3A6C8E"/>
      </a:accent2>
      <a:accent3>
        <a:srgbClr val="668DA7"/>
      </a:accent3>
      <a:accent4>
        <a:srgbClr val="91ADC0"/>
      </a:accent4>
      <a:accent5>
        <a:srgbClr val="BDCED9"/>
      </a:accent5>
      <a:accent6>
        <a:srgbClr val="E9EEF2"/>
      </a:accent6>
      <a:hlink>
        <a:srgbClr val="0000FF"/>
      </a:hlink>
      <a:folHlink>
        <a:srgbClr val="FF00FF"/>
      </a:folHlink>
    </a:clrScheme>
    <a:fontScheme name="White">
      <a:majorFont>
        <a:latin typeface="Open Sans Bold"/>
        <a:ea typeface="Open Sans Bold"/>
        <a:cs typeface="Open Sans Bold"/>
      </a:majorFont>
      <a:minorFont>
        <a:latin typeface="Open Sans ExtraBold"/>
        <a:ea typeface="Open Sans ExtraBold"/>
        <a:cs typeface="Open Sans ExtraBold"/>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hueOff val="-176470"/>
            <a:satOff val="-53329"/>
            <a:lumOff val="-11960"/>
          </a:schemeClr>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Lato Regular"/>
            <a:ea typeface="Lato Regular"/>
            <a:cs typeface="Lato Regular"/>
            <a:sym typeface="Lato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l" defTabSz="825500" rtl="0" fontAlgn="auto" latinLnBrk="0" hangingPunct="0">
          <a:lnSpc>
            <a:spcPct val="150000"/>
          </a:lnSpc>
          <a:spcBef>
            <a:spcPts val="0"/>
          </a:spcBef>
          <a:spcAft>
            <a:spcPts val="0"/>
          </a:spcAft>
          <a:buClrTx/>
          <a:buSzTx/>
          <a:buFontTx/>
          <a:buNone/>
          <a:tabLst/>
          <a:defRPr kumimoji="0" sz="1800" b="0" i="0" u="none" strike="noStrike" cap="none" spc="0" normalizeH="0" baseline="0">
            <a:ln>
              <a:noFill/>
            </a:ln>
            <a:solidFill>
              <a:schemeClr val="accent3">
                <a:hueOff val="-130908"/>
                <a:satOff val="-22167"/>
                <a:lumOff val="-7843"/>
              </a:schemeClr>
            </a:solidFill>
            <a:effectLst/>
            <a:uFillTx/>
            <a:latin typeface="Lato Regular"/>
            <a:ea typeface="Lato Regular"/>
            <a:cs typeface="Lato Regular"/>
            <a:sym typeface="Lato Regular"/>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emplate/>
  <TotalTime>3441</TotalTime>
  <Words>5069</Words>
  <Application>Microsoft Office PowerPoint</Application>
  <PresentationFormat>Personalizado</PresentationFormat>
  <Paragraphs>238</Paragraphs>
  <Slides>47</Slides>
  <Notes>21</Notes>
  <HiddenSlides>0</HiddenSlides>
  <MMClips>0</MMClips>
  <ScaleCrop>false</ScaleCrop>
  <HeadingPairs>
    <vt:vector size="6" baseType="variant">
      <vt:variant>
        <vt:lpstr>Fuentes usadas</vt:lpstr>
      </vt:variant>
      <vt:variant>
        <vt:i4>15</vt:i4>
      </vt:variant>
      <vt:variant>
        <vt:lpstr>Tema</vt:lpstr>
      </vt:variant>
      <vt:variant>
        <vt:i4>1</vt:i4>
      </vt:variant>
      <vt:variant>
        <vt:lpstr>Títulos de diapositiva</vt:lpstr>
      </vt:variant>
      <vt:variant>
        <vt:i4>47</vt:i4>
      </vt:variant>
    </vt:vector>
  </HeadingPairs>
  <TitlesOfParts>
    <vt:vector size="63" baseType="lpstr">
      <vt:lpstr>Aptos</vt:lpstr>
      <vt:lpstr>Aptos Display</vt:lpstr>
      <vt:lpstr>arial</vt:lpstr>
      <vt:lpstr>arial</vt:lpstr>
      <vt:lpstr>Calibri</vt:lpstr>
      <vt:lpstr>Helvetica Neue</vt:lpstr>
      <vt:lpstr>Lato Bold</vt:lpstr>
      <vt:lpstr>Lato Regular</vt:lpstr>
      <vt:lpstr>Noto Sans Symbols</vt:lpstr>
      <vt:lpstr>Open Sans</vt:lpstr>
      <vt:lpstr>Roboto</vt:lpstr>
      <vt:lpstr>Source Sans Pro</vt:lpstr>
      <vt:lpstr>Tahoma</vt:lpstr>
      <vt:lpstr>Times New Roman</vt:lpstr>
      <vt:lpstr>Verdana</vt:lpstr>
      <vt:lpstr>Tema de Office</vt:lpstr>
      <vt:lpstr>Presentación de PowerPoint</vt:lpstr>
      <vt:lpstr>Presentación de PowerPoint</vt:lpstr>
      <vt:lpstr>Presentación de PowerPoint</vt:lpstr>
      <vt:lpstr>Virus informáticos y malware en general.</vt:lpstr>
      <vt:lpstr>1. Formas de actuar y técnicas de los ciberdelincuentes:</vt:lpstr>
      <vt:lpstr>Tipos de ataques</vt:lpstr>
      <vt:lpstr>Eventos-ataques e incidentes de seguridad</vt:lpstr>
      <vt:lpstr>Cómo detectar incidentes de seguridad</vt:lpstr>
      <vt:lpstr>¿QUE ES UN MALWARE?</vt:lpstr>
      <vt:lpstr>Algunos tipos de malware</vt:lpstr>
      <vt:lpstr>VIRUS</vt:lpstr>
      <vt:lpstr>Historia de los virus para escépticos. </vt:lpstr>
      <vt:lpstr>GUSANOS-WORMS</vt:lpstr>
      <vt:lpstr>TROYANOS</vt:lpstr>
      <vt:lpstr>Troyanos bancarios </vt:lpstr>
      <vt:lpstr>Presentación de PowerPoint</vt:lpstr>
      <vt:lpstr>Saber más: Ramsonware:  </vt:lpstr>
      <vt:lpstr>Presentación de PowerPoint</vt:lpstr>
      <vt:lpstr>Casos famosos de Ransomware</vt:lpstr>
      <vt:lpstr>Casos de Ransomware en España</vt:lpstr>
      <vt:lpstr>Presentación de PowerPoint</vt:lpstr>
      <vt:lpstr>Noticia ataque de Ramsonware en 2021</vt:lpstr>
      <vt:lpstr>CODIGO POLIMORFICO</vt:lpstr>
      <vt:lpstr>BOTNETS-sistema de control hacker</vt:lpstr>
      <vt:lpstr>INGENIERIA SOCIAL Y EL FACTOR HUMANO</vt:lpstr>
      <vt:lpstr>Presentación de PowerPoint</vt:lpstr>
      <vt:lpstr>INGENIERIA SOCIAL</vt:lpstr>
      <vt:lpstr>Presentación de PowerPoint</vt:lpstr>
      <vt:lpstr>Presentación de PowerPoint</vt:lpstr>
      <vt:lpstr>Presentación de PowerPoint</vt:lpstr>
      <vt:lpstr>¿QUE ES EL PHISING?</vt:lpstr>
      <vt:lpstr>TIPOS DE PHISING</vt:lpstr>
      <vt:lpstr>Ejemplo de phising</vt:lpstr>
      <vt:lpstr>PELIGRO WILL ROBINSON</vt:lpstr>
      <vt:lpstr>6. Robo de identidad y credenciales.</vt:lpstr>
      <vt:lpstr>Ejemplo fraude</vt:lpstr>
      <vt:lpstr>Ataque por fuerza bruta</vt:lpstr>
      <vt:lpstr>Gráfico principales ataques</vt:lpstr>
      <vt:lpstr>Tipos de ataques 2021</vt:lpstr>
      <vt:lpstr>Otros Patrones de ataques</vt:lpstr>
      <vt:lpstr>Denegaciones de servicios</vt:lpstr>
      <vt:lpstr>ATAQUE MAN IN THE MIDDLE</vt:lpstr>
      <vt:lpstr>ATAQUE MAN IN THE MIDDLE: COMO SE LLEVA A CABO</vt:lpstr>
      <vt:lpstr>Ataque de Inyección de SQL</vt:lpstr>
      <vt:lpstr>¿Qué es Spoofing y sniffing)</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Alberto Ruiz</dc:creator>
  <cp:lastModifiedBy>Alberto Ruiz</cp:lastModifiedBy>
  <cp:revision>335</cp:revision>
  <dcterms:modified xsi:type="dcterms:W3CDTF">2026-01-23T08:12:41Z</dcterms:modified>
</cp:coreProperties>
</file>