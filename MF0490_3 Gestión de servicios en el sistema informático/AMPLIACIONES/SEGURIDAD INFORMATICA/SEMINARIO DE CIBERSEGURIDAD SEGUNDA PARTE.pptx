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8" r:id="rId1"/>
  </p:sldMasterIdLst>
  <p:notesMasterIdLst>
    <p:notesMasterId r:id="rId49"/>
  </p:notesMasterIdLst>
  <p:sldIdLst>
    <p:sldId id="308" r:id="rId2"/>
    <p:sldId id="569" r:id="rId3"/>
    <p:sldId id="571" r:id="rId4"/>
    <p:sldId id="440" r:id="rId5"/>
    <p:sldId id="546" r:id="rId6"/>
    <p:sldId id="311" r:id="rId7"/>
    <p:sldId id="329" r:id="rId8"/>
    <p:sldId id="330" r:id="rId9"/>
    <p:sldId id="332" r:id="rId10"/>
    <p:sldId id="333" r:id="rId11"/>
    <p:sldId id="334" r:id="rId12"/>
    <p:sldId id="566" r:id="rId13"/>
    <p:sldId id="335" r:id="rId14"/>
    <p:sldId id="336" r:id="rId15"/>
    <p:sldId id="338" r:id="rId16"/>
    <p:sldId id="339" r:id="rId17"/>
    <p:sldId id="515" r:id="rId18"/>
    <p:sldId id="340" r:id="rId19"/>
    <p:sldId id="573" r:id="rId20"/>
    <p:sldId id="574" r:id="rId21"/>
    <p:sldId id="575" r:id="rId22"/>
    <p:sldId id="442" r:id="rId23"/>
    <p:sldId id="342" r:id="rId24"/>
    <p:sldId id="349" r:id="rId25"/>
    <p:sldId id="446" r:id="rId26"/>
    <p:sldId id="319" r:id="rId27"/>
    <p:sldId id="322" r:id="rId28"/>
    <p:sldId id="576" r:id="rId29"/>
    <p:sldId id="577" r:id="rId30"/>
    <p:sldId id="533" r:id="rId31"/>
    <p:sldId id="323" r:id="rId32"/>
    <p:sldId id="325" r:id="rId33"/>
    <p:sldId id="324" r:id="rId34"/>
    <p:sldId id="448" r:id="rId35"/>
    <p:sldId id="451" r:id="rId36"/>
    <p:sldId id="458" r:id="rId37"/>
    <p:sldId id="536" r:id="rId38"/>
    <p:sldId id="531" r:id="rId39"/>
    <p:sldId id="580" r:id="rId40"/>
    <p:sldId id="581" r:id="rId41"/>
    <p:sldId id="449" r:id="rId42"/>
    <p:sldId id="578" r:id="rId43"/>
    <p:sldId id="583" r:id="rId44"/>
    <p:sldId id="582" r:id="rId45"/>
    <p:sldId id="579" r:id="rId46"/>
    <p:sldId id="586" r:id="rId47"/>
    <p:sldId id="587" r:id="rId48"/>
  </p:sldIdLst>
  <p:sldSz cx="24384000" cy="13716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FFCC"/>
    <a:srgbClr val="00B0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30380"/>
              <a:satOff val="22727"/>
              <a:lumOff val="10574"/>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
          <a:latin typeface="Helvetica Neue Medium"/>
          <a:ea typeface="Helvetica Neue Medium"/>
          <a:cs typeface="Helvetica Neue Medium"/>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1DB100"/>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
          <a:latin typeface="Helvetica Neue Medium"/>
          <a:ea typeface="Helvetica Neue Medium"/>
          <a:cs typeface="Helvetica Neue Medium"/>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353668"/>
              <a:satOff val="46207"/>
              <a:lumOff val="-58264"/>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48"/>
    <p:restoredTop sz="94651"/>
  </p:normalViewPr>
  <p:slideViewPr>
    <p:cSldViewPr snapToGrid="0" snapToObjects="1">
      <p:cViewPr varScale="1">
        <p:scale>
          <a:sx n="21" d="100"/>
          <a:sy n="21" d="100"/>
        </p:scale>
        <p:origin x="939" y="38"/>
      </p:cViewPr>
      <p:guideLst/>
    </p:cSldViewPr>
  </p:slideViewPr>
  <p:notesTextViewPr>
    <p:cViewPr>
      <p:scale>
        <a:sx n="66" d="100"/>
        <a:sy n="66"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berto Ruiz" userId="47fa91d207cfb014" providerId="LiveId" clId="{18923CA4-2A1E-4285-81FF-2717E4C88808}"/>
    <pc:docChg chg="undo custSel delSld modSld modMainMaster">
      <pc:chgData name="Alberto Ruiz" userId="47fa91d207cfb014" providerId="LiveId" clId="{18923CA4-2A1E-4285-81FF-2717E4C88808}" dt="2024-10-29T18:52:51.140" v="294" actId="26606"/>
      <pc:docMkLst>
        <pc:docMk/>
      </pc:docMkLst>
      <pc:sldChg chg="addSp modSp mod setBg setFolMasterObjs">
        <pc:chgData name="Alberto Ruiz" userId="47fa91d207cfb014" providerId="LiveId" clId="{18923CA4-2A1E-4285-81FF-2717E4C88808}" dt="2024-10-29T18:38:58.879" v="104" actId="26606"/>
        <pc:sldMkLst>
          <pc:docMk/>
          <pc:sldMk cId="3956474913" sldId="263"/>
        </pc:sldMkLst>
        <pc:spChg chg="mod">
          <ac:chgData name="Alberto Ruiz" userId="47fa91d207cfb014" providerId="LiveId" clId="{18923CA4-2A1E-4285-81FF-2717E4C88808}" dt="2024-10-29T18:38:58.879" v="104" actId="26606"/>
          <ac:spMkLst>
            <pc:docMk/>
            <pc:sldMk cId="3956474913" sldId="263"/>
            <ac:spMk id="2" creationId="{38F104FD-6EA6-489A-BC5F-BFEE42927D9E}"/>
          </ac:spMkLst>
        </pc:spChg>
        <pc:spChg chg="mod">
          <ac:chgData name="Alberto Ruiz" userId="47fa91d207cfb014" providerId="LiveId" clId="{18923CA4-2A1E-4285-81FF-2717E4C88808}" dt="2024-10-29T18:38:58.879" v="104" actId="26606"/>
          <ac:spMkLst>
            <pc:docMk/>
            <pc:sldMk cId="3956474913" sldId="263"/>
            <ac:spMk id="8" creationId="{6AC0D201-8541-4F8C-B244-08116BCF1DAF}"/>
          </ac:spMkLst>
        </pc:spChg>
        <pc:spChg chg="add">
          <ac:chgData name="Alberto Ruiz" userId="47fa91d207cfb014" providerId="LiveId" clId="{18923CA4-2A1E-4285-81FF-2717E4C88808}" dt="2024-10-29T18:38:58.879" v="104" actId="26606"/>
          <ac:spMkLst>
            <pc:docMk/>
            <pc:sldMk cId="3956474913" sldId="263"/>
            <ac:spMk id="13" creationId="{815925C2-A704-4D47-B1C1-3FCA52512EC1}"/>
          </ac:spMkLst>
        </pc:spChg>
        <pc:spChg chg="add">
          <ac:chgData name="Alberto Ruiz" userId="47fa91d207cfb014" providerId="LiveId" clId="{18923CA4-2A1E-4285-81FF-2717E4C88808}" dt="2024-10-29T18:38:58.879" v="104" actId="26606"/>
          <ac:spMkLst>
            <pc:docMk/>
            <pc:sldMk cId="3956474913" sldId="263"/>
            <ac:spMk id="15" creationId="{01D4315C-C23C-4FD3-98DF-08C29E2292A8}"/>
          </ac:spMkLst>
        </pc:spChg>
        <pc:grpChg chg="add">
          <ac:chgData name="Alberto Ruiz" userId="47fa91d207cfb014" providerId="LiveId" clId="{18923CA4-2A1E-4285-81FF-2717E4C88808}" dt="2024-10-29T18:38:58.879" v="104" actId="26606"/>
          <ac:grpSpMkLst>
            <pc:docMk/>
            <pc:sldMk cId="3956474913" sldId="263"/>
            <ac:grpSpMk id="17" creationId="{5E6B47BC-43FD-4C91-8BFF-B41B99A8A39E}"/>
          </ac:grpSpMkLst>
        </pc:grpChg>
        <pc:grpChg chg="add">
          <ac:chgData name="Alberto Ruiz" userId="47fa91d207cfb014" providerId="LiveId" clId="{18923CA4-2A1E-4285-81FF-2717E4C88808}" dt="2024-10-29T18:38:58.879" v="104" actId="26606"/>
          <ac:grpSpMkLst>
            <pc:docMk/>
            <pc:sldMk cId="3956474913" sldId="263"/>
            <ac:grpSpMk id="21" creationId="{43F5E015-E085-4624-B431-B42414448684}"/>
          </ac:grpSpMkLst>
        </pc:grpChg>
      </pc:sldChg>
      <pc:sldChg chg="modSp del">
        <pc:chgData name="Alberto Ruiz" userId="47fa91d207cfb014" providerId="LiveId" clId="{18923CA4-2A1E-4285-81FF-2717E4C88808}" dt="2024-10-29T18:36:53.260" v="93" actId="47"/>
        <pc:sldMkLst>
          <pc:docMk/>
          <pc:sldMk cId="0" sldId="292"/>
        </pc:sldMkLst>
        <pc:picChg chg="mod">
          <ac:chgData name="Alberto Ruiz" userId="47fa91d207cfb014" providerId="LiveId" clId="{18923CA4-2A1E-4285-81FF-2717E4C88808}" dt="2024-10-29T18:36:37.426" v="59"/>
          <ac:picMkLst>
            <pc:docMk/>
            <pc:sldMk cId="0" sldId="292"/>
            <ac:picMk id="8" creationId="{770ED0C0-84B5-52ED-3313-293B1110F1F6}"/>
          </ac:picMkLst>
        </pc:picChg>
      </pc:sldChg>
      <pc:sldChg chg="modSp mod">
        <pc:chgData name="Alberto Ruiz" userId="47fa91d207cfb014" providerId="LiveId" clId="{18923CA4-2A1E-4285-81FF-2717E4C88808}" dt="2024-10-29T18:50:52.822" v="276" actId="14100"/>
        <pc:sldMkLst>
          <pc:docMk/>
          <pc:sldMk cId="0" sldId="307"/>
        </pc:sldMkLst>
        <pc:spChg chg="mod">
          <ac:chgData name="Alberto Ruiz" userId="47fa91d207cfb014" providerId="LiveId" clId="{18923CA4-2A1E-4285-81FF-2717E4C88808}" dt="2024-10-29T18:50:47.421" v="274" actId="14100"/>
          <ac:spMkLst>
            <pc:docMk/>
            <pc:sldMk cId="0" sldId="307"/>
            <ac:spMk id="9" creationId="{F4046F34-927F-6E01-9598-E655179692B5}"/>
          </ac:spMkLst>
        </pc:spChg>
        <pc:picChg chg="mod">
          <ac:chgData name="Alberto Ruiz" userId="47fa91d207cfb014" providerId="LiveId" clId="{18923CA4-2A1E-4285-81FF-2717E4C88808}" dt="2024-10-29T18:50:52.822" v="276" actId="14100"/>
          <ac:picMkLst>
            <pc:docMk/>
            <pc:sldMk cId="0" sldId="307"/>
            <ac:picMk id="5" creationId="{3A364F60-6E52-40C5-B2FF-7D58F1D1363A}"/>
          </ac:picMkLst>
        </pc:picChg>
      </pc:sldChg>
      <pc:sldChg chg="addSp delSp modSp mod">
        <pc:chgData name="Alberto Ruiz" userId="47fa91d207cfb014" providerId="LiveId" clId="{18923CA4-2A1E-4285-81FF-2717E4C88808}" dt="2024-10-29T18:49:00.255" v="263" actId="1076"/>
        <pc:sldMkLst>
          <pc:docMk/>
          <pc:sldMk cId="1395634490" sldId="308"/>
        </pc:sldMkLst>
        <pc:spChg chg="del">
          <ac:chgData name="Alberto Ruiz" userId="47fa91d207cfb014" providerId="LiveId" clId="{18923CA4-2A1E-4285-81FF-2717E4C88808}" dt="2024-10-29T18:48:45.615" v="258" actId="478"/>
          <ac:spMkLst>
            <pc:docMk/>
            <pc:sldMk cId="1395634490" sldId="308"/>
            <ac:spMk id="2" creationId="{138ED14F-CB4F-B3F5-FAE3-A4C6D3C0F1FA}"/>
          </ac:spMkLst>
        </pc:spChg>
        <pc:spChg chg="mod">
          <ac:chgData name="Alberto Ruiz" userId="47fa91d207cfb014" providerId="LiveId" clId="{18923CA4-2A1E-4285-81FF-2717E4C88808}" dt="2024-10-29T18:49:00.255" v="263" actId="1076"/>
          <ac:spMkLst>
            <pc:docMk/>
            <pc:sldMk cId="1395634490" sldId="308"/>
            <ac:spMk id="3" creationId="{07E4E141-ADD2-6BE1-1B42-24436F5D8AA8}"/>
          </ac:spMkLst>
        </pc:spChg>
        <pc:spChg chg="add del mod">
          <ac:chgData name="Alberto Ruiz" userId="47fa91d207cfb014" providerId="LiveId" clId="{18923CA4-2A1E-4285-81FF-2717E4C88808}" dt="2024-10-29T18:34:57.334" v="3" actId="478"/>
          <ac:spMkLst>
            <pc:docMk/>
            <pc:sldMk cId="1395634490" sldId="308"/>
            <ac:spMk id="7" creationId="{841FC6CC-887A-4713-1CE0-360A8EB67CF8}"/>
          </ac:spMkLst>
        </pc:spChg>
        <pc:spChg chg="add del mod">
          <ac:chgData name="Alberto Ruiz" userId="47fa91d207cfb014" providerId="LiveId" clId="{18923CA4-2A1E-4285-81FF-2717E4C88808}" dt="2024-10-29T18:47:56.783" v="247" actId="478"/>
          <ac:spMkLst>
            <pc:docMk/>
            <pc:sldMk cId="1395634490" sldId="308"/>
            <ac:spMk id="10" creationId="{CCB52EFD-162A-C6E2-1769-C71024861C57}"/>
          </ac:spMkLst>
        </pc:spChg>
        <pc:spChg chg="del">
          <ac:chgData name="Alberto Ruiz" userId="47fa91d207cfb014" providerId="LiveId" clId="{18923CA4-2A1E-4285-81FF-2717E4C88808}" dt="2024-10-29T18:34:52.351" v="1" actId="478"/>
          <ac:spMkLst>
            <pc:docMk/>
            <pc:sldMk cId="1395634490" sldId="308"/>
            <ac:spMk id="350" creationId="{00000000-0000-0000-0000-000000000000}"/>
          </ac:spMkLst>
        </pc:spChg>
        <pc:spChg chg="mod">
          <ac:chgData name="Alberto Ruiz" userId="47fa91d207cfb014" providerId="LiveId" clId="{18923CA4-2A1E-4285-81FF-2717E4C88808}" dt="2024-10-29T18:48:32.883" v="254" actId="207"/>
          <ac:spMkLst>
            <pc:docMk/>
            <pc:sldMk cId="1395634490" sldId="308"/>
            <ac:spMk id="351" creationId="{00000000-0000-0000-0000-000000000000}"/>
          </ac:spMkLst>
        </pc:spChg>
        <pc:spChg chg="del">
          <ac:chgData name="Alberto Ruiz" userId="47fa91d207cfb014" providerId="LiveId" clId="{18923CA4-2A1E-4285-81FF-2717E4C88808}" dt="2024-10-29T18:48:44.657" v="257" actId="478"/>
          <ac:spMkLst>
            <pc:docMk/>
            <pc:sldMk cId="1395634490" sldId="308"/>
            <ac:spMk id="354" creationId="{00000000-0000-0000-0000-000000000000}"/>
          </ac:spMkLst>
        </pc:spChg>
        <pc:graphicFrameChg chg="add mod">
          <ac:chgData name="Alberto Ruiz" userId="47fa91d207cfb014" providerId="LiveId" clId="{18923CA4-2A1E-4285-81FF-2717E4C88808}" dt="2024-10-29T18:48:04.315" v="249"/>
          <ac:graphicFrameMkLst>
            <pc:docMk/>
            <pc:sldMk cId="1395634490" sldId="308"/>
            <ac:graphicFrameMk id="11" creationId="{99387CFF-7AB5-6739-9B55-5C3E8D34EEED}"/>
          </ac:graphicFrameMkLst>
        </pc:graphicFrameChg>
        <pc:picChg chg="del">
          <ac:chgData name="Alberto Ruiz" userId="47fa91d207cfb014" providerId="LiveId" clId="{18923CA4-2A1E-4285-81FF-2717E4C88808}" dt="2024-10-29T18:34:50.151" v="0" actId="478"/>
          <ac:picMkLst>
            <pc:docMk/>
            <pc:sldMk cId="1395634490" sldId="308"/>
            <ac:picMk id="6" creationId="{EAB6C21C-088B-1C1F-8692-22F35876EB23}"/>
          </ac:picMkLst>
        </pc:picChg>
        <pc:picChg chg="add del mod">
          <ac:chgData name="Alberto Ruiz" userId="47fa91d207cfb014" providerId="LiveId" clId="{18923CA4-2A1E-4285-81FF-2717E4C88808}" dt="2024-10-29T18:47:54.055" v="246" actId="478"/>
          <ac:picMkLst>
            <pc:docMk/>
            <pc:sldMk cId="1395634490" sldId="308"/>
            <ac:picMk id="9" creationId="{11E5B9EF-BE92-BD17-6541-0F6A652D4323}"/>
          </ac:picMkLst>
        </pc:picChg>
        <pc:picChg chg="add mod ord">
          <ac:chgData name="Alberto Ruiz" userId="47fa91d207cfb014" providerId="LiveId" clId="{18923CA4-2A1E-4285-81FF-2717E4C88808}" dt="2024-10-29T18:48:14.501" v="251" actId="167"/>
          <ac:picMkLst>
            <pc:docMk/>
            <pc:sldMk cId="1395634490" sldId="308"/>
            <ac:picMk id="12" creationId="{3A387F75-C8A0-B96F-5701-A37BC92859C6}"/>
          </ac:picMkLst>
        </pc:picChg>
      </pc:sldChg>
      <pc:sldChg chg="modSp">
        <pc:chgData name="Alberto Ruiz" userId="47fa91d207cfb014" providerId="LiveId" clId="{18923CA4-2A1E-4285-81FF-2717E4C88808}" dt="2024-10-29T18:36:37.426" v="59"/>
        <pc:sldMkLst>
          <pc:docMk/>
          <pc:sldMk cId="0" sldId="314"/>
        </pc:sldMkLst>
        <pc:spChg chg="mod">
          <ac:chgData name="Alberto Ruiz" userId="47fa91d207cfb014" providerId="LiveId" clId="{18923CA4-2A1E-4285-81FF-2717E4C88808}" dt="2024-10-29T18:36:37.426" v="59"/>
          <ac:spMkLst>
            <pc:docMk/>
            <pc:sldMk cId="0" sldId="314"/>
            <ac:spMk id="195" creationId="{00000000-0000-0000-0000-000000000000}"/>
          </ac:spMkLst>
        </pc:spChg>
      </pc:sldChg>
      <pc:sldChg chg="modSp mod">
        <pc:chgData name="Alberto Ruiz" userId="47fa91d207cfb014" providerId="LiveId" clId="{18923CA4-2A1E-4285-81FF-2717E4C88808}" dt="2024-10-29T18:42:00.050" v="142" actId="207"/>
        <pc:sldMkLst>
          <pc:docMk/>
          <pc:sldMk cId="0" sldId="319"/>
        </pc:sldMkLst>
        <pc:spChg chg="mod">
          <ac:chgData name="Alberto Ruiz" userId="47fa91d207cfb014" providerId="LiveId" clId="{18923CA4-2A1E-4285-81FF-2717E4C88808}" dt="2024-10-29T18:42:00.050" v="142" actId="207"/>
          <ac:spMkLst>
            <pc:docMk/>
            <pc:sldMk cId="0" sldId="319"/>
            <ac:spMk id="256" creationId="{00000000-0000-0000-0000-000000000000}"/>
          </ac:spMkLst>
        </pc:spChg>
      </pc:sldChg>
      <pc:sldChg chg="addSp modSp mod setBg setFolMasterObjs">
        <pc:chgData name="Alberto Ruiz" userId="47fa91d207cfb014" providerId="LiveId" clId="{18923CA4-2A1E-4285-81FF-2717E4C88808}" dt="2024-10-29T18:44:06.817" v="164" actId="26606"/>
        <pc:sldMkLst>
          <pc:docMk/>
          <pc:sldMk cId="0" sldId="321"/>
        </pc:sldMkLst>
        <pc:spChg chg="mod">
          <ac:chgData name="Alberto Ruiz" userId="47fa91d207cfb014" providerId="LiveId" clId="{18923CA4-2A1E-4285-81FF-2717E4C88808}" dt="2024-10-29T18:44:06.817" v="164" actId="26606"/>
          <ac:spMkLst>
            <pc:docMk/>
            <pc:sldMk cId="0" sldId="321"/>
            <ac:spMk id="267" creationId="{00000000-0000-0000-0000-000000000000}"/>
          </ac:spMkLst>
        </pc:spChg>
        <pc:spChg chg="add">
          <ac:chgData name="Alberto Ruiz" userId="47fa91d207cfb014" providerId="LiveId" clId="{18923CA4-2A1E-4285-81FF-2717E4C88808}" dt="2024-10-29T18:44:06.817" v="164" actId="26606"/>
          <ac:spMkLst>
            <pc:docMk/>
            <pc:sldMk cId="0" sldId="321"/>
            <ac:spMk id="272" creationId="{B7BD7FCF-A254-4A97-A15C-319B67622677}"/>
          </ac:spMkLst>
        </pc:spChg>
        <pc:spChg chg="add">
          <ac:chgData name="Alberto Ruiz" userId="47fa91d207cfb014" providerId="LiveId" clId="{18923CA4-2A1E-4285-81FF-2717E4C88808}" dt="2024-10-29T18:44:06.817" v="164" actId="26606"/>
          <ac:spMkLst>
            <pc:docMk/>
            <pc:sldMk cId="0" sldId="321"/>
            <ac:spMk id="274" creationId="{52FFAF72-6204-4676-9C6F-9A4CC4D91805}"/>
          </ac:spMkLst>
        </pc:spChg>
        <pc:picChg chg="mod">
          <ac:chgData name="Alberto Ruiz" userId="47fa91d207cfb014" providerId="LiveId" clId="{18923CA4-2A1E-4285-81FF-2717E4C88808}" dt="2024-10-29T18:44:06.817" v="164" actId="26606"/>
          <ac:picMkLst>
            <pc:docMk/>
            <pc:sldMk cId="0" sldId="321"/>
            <ac:picMk id="3" creationId="{3FA7985C-4B6D-C71E-9935-7D5A408B1C0F}"/>
          </ac:picMkLst>
        </pc:picChg>
      </pc:sldChg>
      <pc:sldChg chg="modSp mod">
        <pc:chgData name="Alberto Ruiz" userId="47fa91d207cfb014" providerId="LiveId" clId="{18923CA4-2A1E-4285-81FF-2717E4C88808}" dt="2024-10-29T18:42:16.881" v="146" actId="207"/>
        <pc:sldMkLst>
          <pc:docMk/>
          <pc:sldMk cId="0" sldId="323"/>
        </pc:sldMkLst>
        <pc:spChg chg="mod">
          <ac:chgData name="Alberto Ruiz" userId="47fa91d207cfb014" providerId="LiveId" clId="{18923CA4-2A1E-4285-81FF-2717E4C88808}" dt="2024-10-29T18:42:13.850" v="145" actId="207"/>
          <ac:spMkLst>
            <pc:docMk/>
            <pc:sldMk cId="0" sldId="323"/>
            <ac:spMk id="3" creationId="{838BCAD5-4C40-A4D0-BF5D-396B66570953}"/>
          </ac:spMkLst>
        </pc:spChg>
        <pc:spChg chg="mod">
          <ac:chgData name="Alberto Ruiz" userId="47fa91d207cfb014" providerId="LiveId" clId="{18923CA4-2A1E-4285-81FF-2717E4C88808}" dt="2024-10-29T18:42:16.881" v="146" actId="207"/>
          <ac:spMkLst>
            <pc:docMk/>
            <pc:sldMk cId="0" sldId="323"/>
            <ac:spMk id="6" creationId="{3ADFC845-8D04-EF9F-1300-04760D6E5E90}"/>
          </ac:spMkLst>
        </pc:spChg>
        <pc:spChg chg="mod">
          <ac:chgData name="Alberto Ruiz" userId="47fa91d207cfb014" providerId="LiveId" clId="{18923CA4-2A1E-4285-81FF-2717E4C88808}" dt="2024-10-29T18:36:37.693" v="78" actId="27636"/>
          <ac:spMkLst>
            <pc:docMk/>
            <pc:sldMk cId="0" sldId="323"/>
            <ac:spMk id="7" creationId="{E3631D22-7ECB-861A-4407-ECB8788E23BE}"/>
          </ac:spMkLst>
        </pc:spChg>
        <pc:spChg chg="mod">
          <ac:chgData name="Alberto Ruiz" userId="47fa91d207cfb014" providerId="LiveId" clId="{18923CA4-2A1E-4285-81FF-2717E4C88808}" dt="2024-10-29T18:42:10.689" v="144" actId="207"/>
          <ac:spMkLst>
            <pc:docMk/>
            <pc:sldMk cId="0" sldId="323"/>
            <ac:spMk id="299" creationId="{00000000-0000-0000-0000-000000000000}"/>
          </ac:spMkLst>
        </pc:spChg>
      </pc:sldChg>
      <pc:sldChg chg="modSp mod">
        <pc:chgData name="Alberto Ruiz" userId="47fa91d207cfb014" providerId="LiveId" clId="{18923CA4-2A1E-4285-81FF-2717E4C88808}" dt="2024-10-29T18:43:04.383" v="153" actId="207"/>
        <pc:sldMkLst>
          <pc:docMk/>
          <pc:sldMk cId="0" sldId="325"/>
        </pc:sldMkLst>
        <pc:spChg chg="mod">
          <ac:chgData name="Alberto Ruiz" userId="47fa91d207cfb014" providerId="LiveId" clId="{18923CA4-2A1E-4285-81FF-2717E4C88808}" dt="2024-10-29T18:42:51.513" v="151" actId="207"/>
          <ac:spMkLst>
            <pc:docMk/>
            <pc:sldMk cId="0" sldId="325"/>
            <ac:spMk id="11" creationId="{2588F72F-3B6E-45EB-9ADF-BB23FFB8139B}"/>
          </ac:spMkLst>
        </pc:spChg>
        <pc:spChg chg="mod">
          <ac:chgData name="Alberto Ruiz" userId="47fa91d207cfb014" providerId="LiveId" clId="{18923CA4-2A1E-4285-81FF-2717E4C88808}" dt="2024-10-29T18:42:58.731" v="152" actId="207"/>
          <ac:spMkLst>
            <pc:docMk/>
            <pc:sldMk cId="0" sldId="325"/>
            <ac:spMk id="13" creationId="{C8D50D93-0D72-48C5-92D3-D33DAB0290AE}"/>
          </ac:spMkLst>
        </pc:spChg>
        <pc:spChg chg="mod">
          <ac:chgData name="Alberto Ruiz" userId="47fa91d207cfb014" providerId="LiveId" clId="{18923CA4-2A1E-4285-81FF-2717E4C88808}" dt="2024-10-29T18:43:04.383" v="153" actId="207"/>
          <ac:spMkLst>
            <pc:docMk/>
            <pc:sldMk cId="0" sldId="325"/>
            <ac:spMk id="15" creationId="{B6ED52A5-388F-407E-85A4-2EAA381BB219}"/>
          </ac:spMkLst>
        </pc:spChg>
        <pc:spChg chg="mod">
          <ac:chgData name="Alberto Ruiz" userId="47fa91d207cfb014" providerId="LiveId" clId="{18923CA4-2A1E-4285-81FF-2717E4C88808}" dt="2024-10-29T18:42:43.286" v="150" actId="207"/>
          <ac:spMkLst>
            <pc:docMk/>
            <pc:sldMk cId="0" sldId="325"/>
            <ac:spMk id="314" creationId="{00000000-0000-0000-0000-000000000000}"/>
          </ac:spMkLst>
        </pc:spChg>
        <pc:spChg chg="mod">
          <ac:chgData name="Alberto Ruiz" userId="47fa91d207cfb014" providerId="LiveId" clId="{18923CA4-2A1E-4285-81FF-2717E4C88808}" dt="2024-10-29T18:42:43.286" v="150" actId="207"/>
          <ac:spMkLst>
            <pc:docMk/>
            <pc:sldMk cId="0" sldId="325"/>
            <ac:spMk id="315" creationId="{00000000-0000-0000-0000-000000000000}"/>
          </ac:spMkLst>
        </pc:spChg>
        <pc:spChg chg="mod">
          <ac:chgData name="Alberto Ruiz" userId="47fa91d207cfb014" providerId="LiveId" clId="{18923CA4-2A1E-4285-81FF-2717E4C88808}" dt="2024-10-29T18:42:43.286" v="150" actId="207"/>
          <ac:spMkLst>
            <pc:docMk/>
            <pc:sldMk cId="0" sldId="325"/>
            <ac:spMk id="316" creationId="{00000000-0000-0000-0000-000000000000}"/>
          </ac:spMkLst>
        </pc:spChg>
        <pc:spChg chg="mod">
          <ac:chgData name="Alberto Ruiz" userId="47fa91d207cfb014" providerId="LiveId" clId="{18923CA4-2A1E-4285-81FF-2717E4C88808}" dt="2024-10-29T18:42:43.286" v="150" actId="207"/>
          <ac:spMkLst>
            <pc:docMk/>
            <pc:sldMk cId="0" sldId="325"/>
            <ac:spMk id="317" creationId="{00000000-0000-0000-0000-000000000000}"/>
          </ac:spMkLst>
        </pc:spChg>
        <pc:spChg chg="mod">
          <ac:chgData name="Alberto Ruiz" userId="47fa91d207cfb014" providerId="LiveId" clId="{18923CA4-2A1E-4285-81FF-2717E4C88808}" dt="2024-10-29T18:42:43.286" v="150" actId="207"/>
          <ac:spMkLst>
            <pc:docMk/>
            <pc:sldMk cId="0" sldId="325"/>
            <ac:spMk id="318" creationId="{00000000-0000-0000-0000-000000000000}"/>
          </ac:spMkLst>
        </pc:spChg>
        <pc:spChg chg="mod">
          <ac:chgData name="Alberto Ruiz" userId="47fa91d207cfb014" providerId="LiveId" clId="{18923CA4-2A1E-4285-81FF-2717E4C88808}" dt="2024-10-29T18:42:43.286" v="150" actId="207"/>
          <ac:spMkLst>
            <pc:docMk/>
            <pc:sldMk cId="0" sldId="325"/>
            <ac:spMk id="319" creationId="{00000000-0000-0000-0000-000000000000}"/>
          </ac:spMkLst>
        </pc:spChg>
        <pc:grpChg chg="mod">
          <ac:chgData name="Alberto Ruiz" userId="47fa91d207cfb014" providerId="LiveId" clId="{18923CA4-2A1E-4285-81FF-2717E4C88808}" dt="2024-10-29T18:42:38.722" v="149" actId="207"/>
          <ac:grpSpMkLst>
            <pc:docMk/>
            <pc:sldMk cId="0" sldId="325"/>
            <ac:grpSpMk id="313" creationId="{00000000-0000-0000-0000-000000000000}"/>
          </ac:grpSpMkLst>
        </pc:grpChg>
      </pc:sldChg>
      <pc:sldChg chg="addSp modSp mod setBg setFolMasterObjs">
        <pc:chgData name="Alberto Ruiz" userId="47fa91d207cfb014" providerId="LiveId" clId="{18923CA4-2A1E-4285-81FF-2717E4C88808}" dt="2024-10-29T18:44:54.324" v="179" actId="207"/>
        <pc:sldMkLst>
          <pc:docMk/>
          <pc:sldMk cId="0" sldId="326"/>
        </pc:sldMkLst>
        <pc:spChg chg="mod">
          <ac:chgData name="Alberto Ruiz" userId="47fa91d207cfb014" providerId="LiveId" clId="{18923CA4-2A1E-4285-81FF-2717E4C88808}" dt="2024-10-29T18:44:51.529" v="178" actId="26606"/>
          <ac:spMkLst>
            <pc:docMk/>
            <pc:sldMk cId="0" sldId="326"/>
            <ac:spMk id="324" creationId="{00000000-0000-0000-0000-000000000000}"/>
          </ac:spMkLst>
        </pc:spChg>
        <pc:spChg chg="mod">
          <ac:chgData name="Alberto Ruiz" userId="47fa91d207cfb014" providerId="LiveId" clId="{18923CA4-2A1E-4285-81FF-2717E4C88808}" dt="2024-10-29T18:44:54.324" v="179" actId="207"/>
          <ac:spMkLst>
            <pc:docMk/>
            <pc:sldMk cId="0" sldId="326"/>
            <ac:spMk id="325" creationId="{00000000-0000-0000-0000-000000000000}"/>
          </ac:spMkLst>
        </pc:spChg>
        <pc:spChg chg="add">
          <ac:chgData name="Alberto Ruiz" userId="47fa91d207cfb014" providerId="LiveId" clId="{18923CA4-2A1E-4285-81FF-2717E4C88808}" dt="2024-10-29T18:44:51.529" v="178" actId="26606"/>
          <ac:spMkLst>
            <pc:docMk/>
            <pc:sldMk cId="0" sldId="326"/>
            <ac:spMk id="330" creationId="{45D37F4E-DDB4-456B-97E0-9937730A039F}"/>
          </ac:spMkLst>
        </pc:spChg>
        <pc:spChg chg="add">
          <ac:chgData name="Alberto Ruiz" userId="47fa91d207cfb014" providerId="LiveId" clId="{18923CA4-2A1E-4285-81FF-2717E4C88808}" dt="2024-10-29T18:44:51.529" v="178" actId="26606"/>
          <ac:spMkLst>
            <pc:docMk/>
            <pc:sldMk cId="0" sldId="326"/>
            <ac:spMk id="332" creationId="{B2DD41CD-8F47-4F56-AD12-4E2FF7696987}"/>
          </ac:spMkLst>
        </pc:spChg>
        <pc:picChg chg="mod">
          <ac:chgData name="Alberto Ruiz" userId="47fa91d207cfb014" providerId="LiveId" clId="{18923CA4-2A1E-4285-81FF-2717E4C88808}" dt="2024-10-29T18:44:51.529" v="178" actId="26606"/>
          <ac:picMkLst>
            <pc:docMk/>
            <pc:sldMk cId="0" sldId="326"/>
            <ac:picMk id="2" creationId="{D9B9625C-ACC8-F669-0D00-E0CAE33C8713}"/>
          </ac:picMkLst>
        </pc:picChg>
      </pc:sldChg>
      <pc:sldChg chg="addSp modSp mod setBg setFolMasterObjs">
        <pc:chgData name="Alberto Ruiz" userId="47fa91d207cfb014" providerId="LiveId" clId="{18923CA4-2A1E-4285-81FF-2717E4C88808}" dt="2024-10-29T18:45:09.579" v="182" actId="207"/>
        <pc:sldMkLst>
          <pc:docMk/>
          <pc:sldMk cId="0" sldId="327"/>
        </pc:sldMkLst>
        <pc:spChg chg="mod">
          <ac:chgData name="Alberto Ruiz" userId="47fa91d207cfb014" providerId="LiveId" clId="{18923CA4-2A1E-4285-81FF-2717E4C88808}" dt="2024-10-29T18:44:59.684" v="180" actId="26606"/>
          <ac:spMkLst>
            <pc:docMk/>
            <pc:sldMk cId="0" sldId="327"/>
            <ac:spMk id="331" creationId="{00000000-0000-0000-0000-000000000000}"/>
          </ac:spMkLst>
        </pc:spChg>
        <pc:spChg chg="mod">
          <ac:chgData name="Alberto Ruiz" userId="47fa91d207cfb014" providerId="LiveId" clId="{18923CA4-2A1E-4285-81FF-2717E4C88808}" dt="2024-10-29T18:45:09.579" v="182" actId="207"/>
          <ac:spMkLst>
            <pc:docMk/>
            <pc:sldMk cId="0" sldId="327"/>
            <ac:spMk id="332" creationId="{00000000-0000-0000-0000-000000000000}"/>
          </ac:spMkLst>
        </pc:spChg>
        <pc:spChg chg="add">
          <ac:chgData name="Alberto Ruiz" userId="47fa91d207cfb014" providerId="LiveId" clId="{18923CA4-2A1E-4285-81FF-2717E4C88808}" dt="2024-10-29T18:44:59.684" v="180" actId="26606"/>
          <ac:spMkLst>
            <pc:docMk/>
            <pc:sldMk cId="0" sldId="327"/>
            <ac:spMk id="337" creationId="{45D37F4E-DDB4-456B-97E0-9937730A039F}"/>
          </ac:spMkLst>
        </pc:spChg>
        <pc:spChg chg="add">
          <ac:chgData name="Alberto Ruiz" userId="47fa91d207cfb014" providerId="LiveId" clId="{18923CA4-2A1E-4285-81FF-2717E4C88808}" dt="2024-10-29T18:44:59.684" v="180" actId="26606"/>
          <ac:spMkLst>
            <pc:docMk/>
            <pc:sldMk cId="0" sldId="327"/>
            <ac:spMk id="339" creationId="{B2DD41CD-8F47-4F56-AD12-4E2FF7696987}"/>
          </ac:spMkLst>
        </pc:spChg>
        <pc:picChg chg="mod">
          <ac:chgData name="Alberto Ruiz" userId="47fa91d207cfb014" providerId="LiveId" clId="{18923CA4-2A1E-4285-81FF-2717E4C88808}" dt="2024-10-29T18:44:59.684" v="180" actId="26606"/>
          <ac:picMkLst>
            <pc:docMk/>
            <pc:sldMk cId="0" sldId="327"/>
            <ac:picMk id="2" creationId="{B0E72B32-A1EE-DE7B-CA8C-EA52F35FBF38}"/>
          </ac:picMkLst>
        </pc:picChg>
      </pc:sldChg>
      <pc:sldChg chg="addSp modSp mod setBg setFolMasterObjs">
        <pc:chgData name="Alberto Ruiz" userId="47fa91d207cfb014" providerId="LiveId" clId="{18923CA4-2A1E-4285-81FF-2717E4C88808}" dt="2024-10-29T18:40:44.539" v="123" actId="26606"/>
        <pc:sldMkLst>
          <pc:docMk/>
          <pc:sldMk cId="1380981821" sldId="330"/>
        </pc:sldMkLst>
        <pc:spChg chg="mod">
          <ac:chgData name="Alberto Ruiz" userId="47fa91d207cfb014" providerId="LiveId" clId="{18923CA4-2A1E-4285-81FF-2717E4C88808}" dt="2024-10-29T18:40:44.539" v="123" actId="26606"/>
          <ac:spMkLst>
            <pc:docMk/>
            <pc:sldMk cId="1380981821" sldId="330"/>
            <ac:spMk id="9" creationId="{2AE6ED48-D3C1-4640-8145-FF90923757ED}"/>
          </ac:spMkLst>
        </pc:spChg>
        <pc:spChg chg="mod">
          <ac:chgData name="Alberto Ruiz" userId="47fa91d207cfb014" providerId="LiveId" clId="{18923CA4-2A1E-4285-81FF-2717E4C88808}" dt="2024-10-29T18:40:44.539" v="123" actId="26606"/>
          <ac:spMkLst>
            <pc:docMk/>
            <pc:sldMk cId="1380981821" sldId="330"/>
            <ac:spMk id="21" creationId="{A408FE3B-4335-46D6-9BE6-2B94BBD190FB}"/>
          </ac:spMkLst>
        </pc:spChg>
        <pc:spChg chg="add">
          <ac:chgData name="Alberto Ruiz" userId="47fa91d207cfb014" providerId="LiveId" clId="{18923CA4-2A1E-4285-81FF-2717E4C88808}" dt="2024-10-29T18:40:44.539" v="123" actId="26606"/>
          <ac:spMkLst>
            <pc:docMk/>
            <pc:sldMk cId="1380981821" sldId="330"/>
            <ac:spMk id="27" creationId="{45D37F4E-DDB4-456B-97E0-9937730A039F}"/>
          </ac:spMkLst>
        </pc:spChg>
        <pc:spChg chg="add">
          <ac:chgData name="Alberto Ruiz" userId="47fa91d207cfb014" providerId="LiveId" clId="{18923CA4-2A1E-4285-81FF-2717E4C88808}" dt="2024-10-29T18:40:44.539" v="123" actId="26606"/>
          <ac:spMkLst>
            <pc:docMk/>
            <pc:sldMk cId="1380981821" sldId="330"/>
            <ac:spMk id="29" creationId="{B2DD41CD-8F47-4F56-AD12-4E2FF7696987}"/>
          </ac:spMkLst>
        </pc:spChg>
        <pc:picChg chg="mod">
          <ac:chgData name="Alberto Ruiz" userId="47fa91d207cfb014" providerId="LiveId" clId="{18923CA4-2A1E-4285-81FF-2717E4C88808}" dt="2024-10-29T18:40:44.539" v="123" actId="26606"/>
          <ac:picMkLst>
            <pc:docMk/>
            <pc:sldMk cId="1380981821" sldId="330"/>
            <ac:picMk id="3" creationId="{23E33769-EC2D-3238-7A9E-298F6AF34B80}"/>
          </ac:picMkLst>
        </pc:picChg>
        <pc:picChg chg="ord">
          <ac:chgData name="Alberto Ruiz" userId="47fa91d207cfb014" providerId="LiveId" clId="{18923CA4-2A1E-4285-81FF-2717E4C88808}" dt="2024-10-29T18:40:44.539" v="123" actId="26606"/>
          <ac:picMkLst>
            <pc:docMk/>
            <pc:sldMk cId="1380981821" sldId="330"/>
            <ac:picMk id="22" creationId="{F0C050AB-9288-4577-A6F6-36CB8CBC3CC9}"/>
          </ac:picMkLst>
        </pc:picChg>
      </pc:sldChg>
      <pc:sldChg chg="addSp modSp mod setBg setFolMasterObjs">
        <pc:chgData name="Alberto Ruiz" userId="47fa91d207cfb014" providerId="LiveId" clId="{18923CA4-2A1E-4285-81FF-2717E4C88808}" dt="2024-10-29T18:40:41.938" v="122" actId="26606"/>
        <pc:sldMkLst>
          <pc:docMk/>
          <pc:sldMk cId="0" sldId="332"/>
        </pc:sldMkLst>
        <pc:spChg chg="mod">
          <ac:chgData name="Alberto Ruiz" userId="47fa91d207cfb014" providerId="LiveId" clId="{18923CA4-2A1E-4285-81FF-2717E4C88808}" dt="2024-10-29T18:40:41.938" v="122" actId="26606"/>
          <ac:spMkLst>
            <pc:docMk/>
            <pc:sldMk cId="0" sldId="332"/>
            <ac:spMk id="389" creationId="{00000000-0000-0000-0000-000000000000}"/>
          </ac:spMkLst>
        </pc:spChg>
        <pc:spChg chg="mod">
          <ac:chgData name="Alberto Ruiz" userId="47fa91d207cfb014" providerId="LiveId" clId="{18923CA4-2A1E-4285-81FF-2717E4C88808}" dt="2024-10-29T18:40:41.938" v="122" actId="26606"/>
          <ac:spMkLst>
            <pc:docMk/>
            <pc:sldMk cId="0" sldId="332"/>
            <ac:spMk id="390" creationId="{00000000-0000-0000-0000-000000000000}"/>
          </ac:spMkLst>
        </pc:spChg>
        <pc:spChg chg="add">
          <ac:chgData name="Alberto Ruiz" userId="47fa91d207cfb014" providerId="LiveId" clId="{18923CA4-2A1E-4285-81FF-2717E4C88808}" dt="2024-10-29T18:40:41.938" v="122" actId="26606"/>
          <ac:spMkLst>
            <pc:docMk/>
            <pc:sldMk cId="0" sldId="332"/>
            <ac:spMk id="396" creationId="{352BEC0E-22F8-46D0-9632-375DB541B06C}"/>
          </ac:spMkLst>
        </pc:spChg>
        <pc:spChg chg="add">
          <ac:chgData name="Alberto Ruiz" userId="47fa91d207cfb014" providerId="LiveId" clId="{18923CA4-2A1E-4285-81FF-2717E4C88808}" dt="2024-10-29T18:40:41.938" v="122" actId="26606"/>
          <ac:spMkLst>
            <pc:docMk/>
            <pc:sldMk cId="0" sldId="332"/>
            <ac:spMk id="398" creationId="{3FCFB1DE-0B7E-48CC-BA90-B2AB0889F9D6}"/>
          </ac:spMkLst>
        </pc:spChg>
        <pc:picChg chg="mod">
          <ac:chgData name="Alberto Ruiz" userId="47fa91d207cfb014" providerId="LiveId" clId="{18923CA4-2A1E-4285-81FF-2717E4C88808}" dt="2024-10-29T18:40:41.938" v="122" actId="26606"/>
          <ac:picMkLst>
            <pc:docMk/>
            <pc:sldMk cId="0" sldId="332"/>
            <ac:picMk id="7" creationId="{25273BDD-62A4-4643-A48B-E6E67B34EC3B}"/>
          </ac:picMkLst>
        </pc:picChg>
        <pc:picChg chg="mod">
          <ac:chgData name="Alberto Ruiz" userId="47fa91d207cfb014" providerId="LiveId" clId="{18923CA4-2A1E-4285-81FF-2717E4C88808}" dt="2024-10-29T18:40:41.938" v="122" actId="26606"/>
          <ac:picMkLst>
            <pc:docMk/>
            <pc:sldMk cId="0" sldId="332"/>
            <ac:picMk id="391" creationId="{00000000-0000-0000-0000-000000000000}"/>
          </ac:picMkLst>
        </pc:picChg>
      </pc:sldChg>
      <pc:sldChg chg="modSp mod">
        <pc:chgData name="Alberto Ruiz" userId="47fa91d207cfb014" providerId="LiveId" clId="{18923CA4-2A1E-4285-81FF-2717E4C88808}" dt="2024-10-29T18:36:37.658" v="70" actId="27636"/>
        <pc:sldMkLst>
          <pc:docMk/>
          <pc:sldMk cId="1110415036" sldId="333"/>
        </pc:sldMkLst>
        <pc:spChg chg="mod">
          <ac:chgData name="Alberto Ruiz" userId="47fa91d207cfb014" providerId="LiveId" clId="{18923CA4-2A1E-4285-81FF-2717E4C88808}" dt="2024-10-29T18:36:37.658" v="70" actId="27636"/>
          <ac:spMkLst>
            <pc:docMk/>
            <pc:sldMk cId="1110415036" sldId="333"/>
            <ac:spMk id="397" creationId="{00000000-0000-0000-0000-000000000000}"/>
          </ac:spMkLst>
        </pc:spChg>
      </pc:sldChg>
      <pc:sldChg chg="addSp delSp modSp mod">
        <pc:chgData name="Alberto Ruiz" userId="47fa91d207cfb014" providerId="LiveId" clId="{18923CA4-2A1E-4285-81FF-2717E4C88808}" dt="2024-10-29T18:40:53.962" v="125" actId="26606"/>
        <pc:sldMkLst>
          <pc:docMk/>
          <pc:sldMk cId="663413420" sldId="334"/>
        </pc:sldMkLst>
        <pc:spChg chg="add del mod">
          <ac:chgData name="Alberto Ruiz" userId="47fa91d207cfb014" providerId="LiveId" clId="{18923CA4-2A1E-4285-81FF-2717E4C88808}" dt="2024-10-29T18:40:53.962" v="125" actId="26606"/>
          <ac:spMkLst>
            <pc:docMk/>
            <pc:sldMk cId="663413420" sldId="334"/>
            <ac:spMk id="404" creationId="{00000000-0000-0000-0000-000000000000}"/>
          </ac:spMkLst>
        </pc:spChg>
        <pc:graphicFrameChg chg="add del">
          <ac:chgData name="Alberto Ruiz" userId="47fa91d207cfb014" providerId="LiveId" clId="{18923CA4-2A1E-4285-81FF-2717E4C88808}" dt="2024-10-29T18:40:53.962" v="125" actId="26606"/>
          <ac:graphicFrameMkLst>
            <pc:docMk/>
            <pc:sldMk cId="663413420" sldId="334"/>
            <ac:graphicFrameMk id="407" creationId="{345810CE-0B8B-3192-6C19-C7FB78248037}"/>
          </ac:graphicFrameMkLst>
        </pc:graphicFrameChg>
      </pc:sldChg>
      <pc:sldChg chg="modSp mod">
        <pc:chgData name="Alberto Ruiz" userId="47fa91d207cfb014" providerId="LiveId" clId="{18923CA4-2A1E-4285-81FF-2717E4C88808}" dt="2024-10-29T18:41:05.642" v="127" actId="207"/>
        <pc:sldMkLst>
          <pc:docMk/>
          <pc:sldMk cId="91505634" sldId="335"/>
        </pc:sldMkLst>
        <pc:spChg chg="mod">
          <ac:chgData name="Alberto Ruiz" userId="47fa91d207cfb014" providerId="LiveId" clId="{18923CA4-2A1E-4285-81FF-2717E4C88808}" dt="2024-10-29T18:41:05.642" v="127" actId="207"/>
          <ac:spMkLst>
            <pc:docMk/>
            <pc:sldMk cId="91505634" sldId="335"/>
            <ac:spMk id="411" creationId="{00000000-0000-0000-0000-000000000000}"/>
          </ac:spMkLst>
        </pc:spChg>
      </pc:sldChg>
      <pc:sldChg chg="modSp mod">
        <pc:chgData name="Alberto Ruiz" userId="47fa91d207cfb014" providerId="LiveId" clId="{18923CA4-2A1E-4285-81FF-2717E4C88808}" dt="2024-10-29T18:41:17.151" v="129" actId="207"/>
        <pc:sldMkLst>
          <pc:docMk/>
          <pc:sldMk cId="2740416133" sldId="338"/>
        </pc:sldMkLst>
        <pc:spChg chg="mod">
          <ac:chgData name="Alberto Ruiz" userId="47fa91d207cfb014" providerId="LiveId" clId="{18923CA4-2A1E-4285-81FF-2717E4C88808}" dt="2024-10-29T18:36:37.675" v="75" actId="27636"/>
          <ac:spMkLst>
            <pc:docMk/>
            <pc:sldMk cId="2740416133" sldId="338"/>
            <ac:spMk id="434" creationId="{00000000-0000-0000-0000-000000000000}"/>
          </ac:spMkLst>
        </pc:spChg>
        <pc:spChg chg="mod">
          <ac:chgData name="Alberto Ruiz" userId="47fa91d207cfb014" providerId="LiveId" clId="{18923CA4-2A1E-4285-81FF-2717E4C88808}" dt="2024-10-29T18:41:17.151" v="129" actId="207"/>
          <ac:spMkLst>
            <pc:docMk/>
            <pc:sldMk cId="2740416133" sldId="338"/>
            <ac:spMk id="435" creationId="{00000000-0000-0000-0000-000000000000}"/>
          </ac:spMkLst>
        </pc:spChg>
      </pc:sldChg>
      <pc:sldChg chg="addSp modSp mod setBg setFolMasterObjs">
        <pc:chgData name="Alberto Ruiz" userId="47fa91d207cfb014" providerId="LiveId" clId="{18923CA4-2A1E-4285-81FF-2717E4C88808}" dt="2024-10-29T18:41:28.846" v="131" actId="26606"/>
        <pc:sldMkLst>
          <pc:docMk/>
          <pc:sldMk cId="3032256588" sldId="340"/>
        </pc:sldMkLst>
        <pc:spChg chg="mod">
          <ac:chgData name="Alberto Ruiz" userId="47fa91d207cfb014" providerId="LiveId" clId="{18923CA4-2A1E-4285-81FF-2717E4C88808}" dt="2024-10-29T18:41:28.846" v="131" actId="26606"/>
          <ac:spMkLst>
            <pc:docMk/>
            <pc:sldMk cId="3032256588" sldId="340"/>
            <ac:spMk id="2" creationId="{F6EDA0DF-7AC0-4013-82F0-52F1B78F8058}"/>
          </ac:spMkLst>
        </pc:spChg>
        <pc:spChg chg="mod">
          <ac:chgData name="Alberto Ruiz" userId="47fa91d207cfb014" providerId="LiveId" clId="{18923CA4-2A1E-4285-81FF-2717E4C88808}" dt="2024-10-29T18:41:28.846" v="131" actId="26606"/>
          <ac:spMkLst>
            <pc:docMk/>
            <pc:sldMk cId="3032256588" sldId="340"/>
            <ac:spMk id="3" creationId="{9657432A-F1DD-D69C-D8A4-0F9FDDEA8529}"/>
          </ac:spMkLst>
        </pc:spChg>
        <pc:spChg chg="add">
          <ac:chgData name="Alberto Ruiz" userId="47fa91d207cfb014" providerId="LiveId" clId="{18923CA4-2A1E-4285-81FF-2717E4C88808}" dt="2024-10-29T18:41:28.846" v="131" actId="26606"/>
          <ac:spMkLst>
            <pc:docMk/>
            <pc:sldMk cId="3032256588" sldId="340"/>
            <ac:spMk id="454" creationId="{352BEC0E-22F8-46D0-9632-375DB541B06C}"/>
          </ac:spMkLst>
        </pc:spChg>
        <pc:spChg chg="add">
          <ac:chgData name="Alberto Ruiz" userId="47fa91d207cfb014" providerId="LiveId" clId="{18923CA4-2A1E-4285-81FF-2717E4C88808}" dt="2024-10-29T18:41:28.846" v="131" actId="26606"/>
          <ac:spMkLst>
            <pc:docMk/>
            <pc:sldMk cId="3032256588" sldId="340"/>
            <ac:spMk id="456" creationId="{3FCFB1DE-0B7E-48CC-BA90-B2AB0889F9D6}"/>
          </ac:spMkLst>
        </pc:spChg>
        <pc:picChg chg="mod">
          <ac:chgData name="Alberto Ruiz" userId="47fa91d207cfb014" providerId="LiveId" clId="{18923CA4-2A1E-4285-81FF-2717E4C88808}" dt="2024-10-29T18:41:28.846" v="131" actId="26606"/>
          <ac:picMkLst>
            <pc:docMk/>
            <pc:sldMk cId="3032256588" sldId="340"/>
            <ac:picMk id="4" creationId="{AA490D8C-0124-FF24-6141-20058BF6E7BA}"/>
          </ac:picMkLst>
        </pc:picChg>
        <pc:picChg chg="mod ord">
          <ac:chgData name="Alberto Ruiz" userId="47fa91d207cfb014" providerId="LiveId" clId="{18923CA4-2A1E-4285-81FF-2717E4C88808}" dt="2024-10-29T18:41:28.846" v="131" actId="26606"/>
          <ac:picMkLst>
            <pc:docMk/>
            <pc:sldMk cId="3032256588" sldId="340"/>
            <ac:picMk id="449" creationId="{00000000-0000-0000-0000-000000000000}"/>
          </ac:picMkLst>
        </pc:picChg>
      </pc:sldChg>
      <pc:sldChg chg="addSp modSp mod setBg setFolMasterObjs">
        <pc:chgData name="Alberto Ruiz" userId="47fa91d207cfb014" providerId="LiveId" clId="{18923CA4-2A1E-4285-81FF-2717E4C88808}" dt="2024-10-29T18:41:50.091" v="140" actId="26606"/>
        <pc:sldMkLst>
          <pc:docMk/>
          <pc:sldMk cId="903548199" sldId="342"/>
        </pc:sldMkLst>
        <pc:spChg chg="mod">
          <ac:chgData name="Alberto Ruiz" userId="47fa91d207cfb014" providerId="LiveId" clId="{18923CA4-2A1E-4285-81FF-2717E4C88808}" dt="2024-10-29T18:41:50.091" v="140" actId="26606"/>
          <ac:spMkLst>
            <pc:docMk/>
            <pc:sldMk cId="903548199" sldId="342"/>
            <ac:spMk id="461" creationId="{00000000-0000-0000-0000-000000000000}"/>
          </ac:spMkLst>
        </pc:spChg>
        <pc:spChg chg="mod">
          <ac:chgData name="Alberto Ruiz" userId="47fa91d207cfb014" providerId="LiveId" clId="{18923CA4-2A1E-4285-81FF-2717E4C88808}" dt="2024-10-29T18:41:50.091" v="140" actId="26606"/>
          <ac:spMkLst>
            <pc:docMk/>
            <pc:sldMk cId="903548199" sldId="342"/>
            <ac:spMk id="462" creationId="{00000000-0000-0000-0000-000000000000}"/>
          </ac:spMkLst>
        </pc:spChg>
        <pc:spChg chg="add">
          <ac:chgData name="Alberto Ruiz" userId="47fa91d207cfb014" providerId="LiveId" clId="{18923CA4-2A1E-4285-81FF-2717E4C88808}" dt="2024-10-29T18:41:50.091" v="140" actId="26606"/>
          <ac:spMkLst>
            <pc:docMk/>
            <pc:sldMk cId="903548199" sldId="342"/>
            <ac:spMk id="468" creationId="{352BEC0E-22F8-46D0-9632-375DB541B06C}"/>
          </ac:spMkLst>
        </pc:spChg>
        <pc:spChg chg="add">
          <ac:chgData name="Alberto Ruiz" userId="47fa91d207cfb014" providerId="LiveId" clId="{18923CA4-2A1E-4285-81FF-2717E4C88808}" dt="2024-10-29T18:41:50.091" v="140" actId="26606"/>
          <ac:spMkLst>
            <pc:docMk/>
            <pc:sldMk cId="903548199" sldId="342"/>
            <ac:spMk id="470" creationId="{3FCFB1DE-0B7E-48CC-BA90-B2AB0889F9D6}"/>
          </ac:spMkLst>
        </pc:spChg>
        <pc:picChg chg="mod">
          <ac:chgData name="Alberto Ruiz" userId="47fa91d207cfb014" providerId="LiveId" clId="{18923CA4-2A1E-4285-81FF-2717E4C88808}" dt="2024-10-29T18:41:50.091" v="140" actId="26606"/>
          <ac:picMkLst>
            <pc:docMk/>
            <pc:sldMk cId="903548199" sldId="342"/>
            <ac:picMk id="2" creationId="{E2849E70-F716-9143-14A8-4D64E6DB0677}"/>
          </ac:picMkLst>
        </pc:picChg>
        <pc:picChg chg="mod ord">
          <ac:chgData name="Alberto Ruiz" userId="47fa91d207cfb014" providerId="LiveId" clId="{18923CA4-2A1E-4285-81FF-2717E4C88808}" dt="2024-10-29T18:41:50.091" v="140" actId="26606"/>
          <ac:picMkLst>
            <pc:docMk/>
            <pc:sldMk cId="903548199" sldId="342"/>
            <ac:picMk id="463" creationId="{00000000-0000-0000-0000-000000000000}"/>
          </ac:picMkLst>
        </pc:picChg>
      </pc:sldChg>
      <pc:sldChg chg="addSp modSp mod setBg setFolMasterObjs">
        <pc:chgData name="Alberto Ruiz" userId="47fa91d207cfb014" providerId="LiveId" clId="{18923CA4-2A1E-4285-81FF-2717E4C88808}" dt="2024-10-29T18:41:52.868" v="141" actId="26606"/>
        <pc:sldMkLst>
          <pc:docMk/>
          <pc:sldMk cId="716793366" sldId="349"/>
        </pc:sldMkLst>
        <pc:spChg chg="mod">
          <ac:chgData name="Alberto Ruiz" userId="47fa91d207cfb014" providerId="LiveId" clId="{18923CA4-2A1E-4285-81FF-2717E4C88808}" dt="2024-10-29T18:41:52.868" v="141" actId="26606"/>
          <ac:spMkLst>
            <pc:docMk/>
            <pc:sldMk cId="716793366" sldId="349"/>
            <ac:spMk id="507" creationId="{00000000-0000-0000-0000-000000000000}"/>
          </ac:spMkLst>
        </pc:spChg>
        <pc:spChg chg="mod">
          <ac:chgData name="Alberto Ruiz" userId="47fa91d207cfb014" providerId="LiveId" clId="{18923CA4-2A1E-4285-81FF-2717E4C88808}" dt="2024-10-29T18:41:52.868" v="141" actId="26606"/>
          <ac:spMkLst>
            <pc:docMk/>
            <pc:sldMk cId="716793366" sldId="349"/>
            <ac:spMk id="508" creationId="{00000000-0000-0000-0000-000000000000}"/>
          </ac:spMkLst>
        </pc:spChg>
        <pc:spChg chg="add">
          <ac:chgData name="Alberto Ruiz" userId="47fa91d207cfb014" providerId="LiveId" clId="{18923CA4-2A1E-4285-81FF-2717E4C88808}" dt="2024-10-29T18:41:52.868" v="141" actId="26606"/>
          <ac:spMkLst>
            <pc:docMk/>
            <pc:sldMk cId="716793366" sldId="349"/>
            <ac:spMk id="514" creationId="{352BEC0E-22F8-46D0-9632-375DB541B06C}"/>
          </ac:spMkLst>
        </pc:spChg>
        <pc:spChg chg="add">
          <ac:chgData name="Alberto Ruiz" userId="47fa91d207cfb014" providerId="LiveId" clId="{18923CA4-2A1E-4285-81FF-2717E4C88808}" dt="2024-10-29T18:41:52.868" v="141" actId="26606"/>
          <ac:spMkLst>
            <pc:docMk/>
            <pc:sldMk cId="716793366" sldId="349"/>
            <ac:spMk id="516" creationId="{3FCFB1DE-0B7E-48CC-BA90-B2AB0889F9D6}"/>
          </ac:spMkLst>
        </pc:spChg>
        <pc:picChg chg="mod">
          <ac:chgData name="Alberto Ruiz" userId="47fa91d207cfb014" providerId="LiveId" clId="{18923CA4-2A1E-4285-81FF-2717E4C88808}" dt="2024-10-29T18:41:52.868" v="141" actId="26606"/>
          <ac:picMkLst>
            <pc:docMk/>
            <pc:sldMk cId="716793366" sldId="349"/>
            <ac:picMk id="2" creationId="{64E3F6FD-69F2-0B07-8E5E-48AECD5DF54D}"/>
          </ac:picMkLst>
        </pc:picChg>
        <pc:picChg chg="mod ord">
          <ac:chgData name="Alberto Ruiz" userId="47fa91d207cfb014" providerId="LiveId" clId="{18923CA4-2A1E-4285-81FF-2717E4C88808}" dt="2024-10-29T18:41:52.868" v="141" actId="26606"/>
          <ac:picMkLst>
            <pc:docMk/>
            <pc:sldMk cId="716793366" sldId="349"/>
            <ac:picMk id="509" creationId="{00000000-0000-0000-0000-000000000000}"/>
          </ac:picMkLst>
        </pc:picChg>
      </pc:sldChg>
      <pc:sldChg chg="addSp modSp mod setBg setFolMasterObjs">
        <pc:chgData name="Alberto Ruiz" userId="47fa91d207cfb014" providerId="LiveId" clId="{18923CA4-2A1E-4285-81FF-2717E4C88808}" dt="2024-10-29T18:45:13.909" v="183" actId="26606"/>
        <pc:sldMkLst>
          <pc:docMk/>
          <pc:sldMk cId="0" sldId="383"/>
        </pc:sldMkLst>
        <pc:spChg chg="mod">
          <ac:chgData name="Alberto Ruiz" userId="47fa91d207cfb014" providerId="LiveId" clId="{18923CA4-2A1E-4285-81FF-2717E4C88808}" dt="2024-10-29T18:45:13.909" v="183" actId="26606"/>
          <ac:spMkLst>
            <pc:docMk/>
            <pc:sldMk cId="0" sldId="383"/>
            <ac:spMk id="1124" creationId="{00000000-0000-0000-0000-000000000000}"/>
          </ac:spMkLst>
        </pc:spChg>
        <pc:spChg chg="mod">
          <ac:chgData name="Alberto Ruiz" userId="47fa91d207cfb014" providerId="LiveId" clId="{18923CA4-2A1E-4285-81FF-2717E4C88808}" dt="2024-10-29T18:45:13.909" v="183" actId="26606"/>
          <ac:spMkLst>
            <pc:docMk/>
            <pc:sldMk cId="0" sldId="383"/>
            <ac:spMk id="1125" creationId="{00000000-0000-0000-0000-000000000000}"/>
          </ac:spMkLst>
        </pc:spChg>
        <pc:spChg chg="add">
          <ac:chgData name="Alberto Ruiz" userId="47fa91d207cfb014" providerId="LiveId" clId="{18923CA4-2A1E-4285-81FF-2717E4C88808}" dt="2024-10-29T18:45:13.909" v="183" actId="26606"/>
          <ac:spMkLst>
            <pc:docMk/>
            <pc:sldMk cId="0" sldId="383"/>
            <ac:spMk id="1130" creationId="{45D37F4E-DDB4-456B-97E0-9937730A039F}"/>
          </ac:spMkLst>
        </pc:spChg>
        <pc:spChg chg="add">
          <ac:chgData name="Alberto Ruiz" userId="47fa91d207cfb014" providerId="LiveId" clId="{18923CA4-2A1E-4285-81FF-2717E4C88808}" dt="2024-10-29T18:45:13.909" v="183" actId="26606"/>
          <ac:spMkLst>
            <pc:docMk/>
            <pc:sldMk cId="0" sldId="383"/>
            <ac:spMk id="1132" creationId="{B2DD41CD-8F47-4F56-AD12-4E2FF7696987}"/>
          </ac:spMkLst>
        </pc:spChg>
        <pc:picChg chg="mod">
          <ac:chgData name="Alberto Ruiz" userId="47fa91d207cfb014" providerId="LiveId" clId="{18923CA4-2A1E-4285-81FF-2717E4C88808}" dt="2024-10-29T18:45:13.909" v="183" actId="26606"/>
          <ac:picMkLst>
            <pc:docMk/>
            <pc:sldMk cId="0" sldId="383"/>
            <ac:picMk id="2" creationId="{264CCDBC-4B4F-476A-B423-EB5295CC43A0}"/>
          </ac:picMkLst>
        </pc:picChg>
      </pc:sldChg>
      <pc:sldChg chg="addSp modSp mod setBg setFolMasterObjs">
        <pc:chgData name="Alberto Ruiz" userId="47fa91d207cfb014" providerId="LiveId" clId="{18923CA4-2A1E-4285-81FF-2717E4C88808}" dt="2024-10-29T18:40:18.864" v="119" actId="26606"/>
        <pc:sldMkLst>
          <pc:docMk/>
          <pc:sldMk cId="3106580257" sldId="440"/>
        </pc:sldMkLst>
        <pc:spChg chg="mod">
          <ac:chgData name="Alberto Ruiz" userId="47fa91d207cfb014" providerId="LiveId" clId="{18923CA4-2A1E-4285-81FF-2717E4C88808}" dt="2024-10-29T18:40:18.864" v="119" actId="26606"/>
          <ac:spMkLst>
            <pc:docMk/>
            <pc:sldMk cId="3106580257" sldId="440"/>
            <ac:spMk id="2" creationId="{A69A537B-6343-4E4C-8BD2-475DF778C3E8}"/>
          </ac:spMkLst>
        </pc:spChg>
        <pc:spChg chg="mod">
          <ac:chgData name="Alberto Ruiz" userId="47fa91d207cfb014" providerId="LiveId" clId="{18923CA4-2A1E-4285-81FF-2717E4C88808}" dt="2024-10-29T18:40:18.864" v="119" actId="26606"/>
          <ac:spMkLst>
            <pc:docMk/>
            <pc:sldMk cId="3106580257" sldId="440"/>
            <ac:spMk id="3" creationId="{6B08A1DC-8B45-41C0-A143-B9EC202F476D}"/>
          </ac:spMkLst>
        </pc:spChg>
        <pc:spChg chg="add">
          <ac:chgData name="Alberto Ruiz" userId="47fa91d207cfb014" providerId="LiveId" clId="{18923CA4-2A1E-4285-81FF-2717E4C88808}" dt="2024-10-29T18:40:18.864" v="119" actId="26606"/>
          <ac:spMkLst>
            <pc:docMk/>
            <pc:sldMk cId="3106580257" sldId="440"/>
            <ac:spMk id="11" creationId="{352BEC0E-22F8-46D0-9632-375DB541B06C}"/>
          </ac:spMkLst>
        </pc:spChg>
        <pc:spChg chg="add">
          <ac:chgData name="Alberto Ruiz" userId="47fa91d207cfb014" providerId="LiveId" clId="{18923CA4-2A1E-4285-81FF-2717E4C88808}" dt="2024-10-29T18:40:18.864" v="119" actId="26606"/>
          <ac:spMkLst>
            <pc:docMk/>
            <pc:sldMk cId="3106580257" sldId="440"/>
            <ac:spMk id="13" creationId="{3FCFB1DE-0B7E-48CC-BA90-B2AB0889F9D6}"/>
          </ac:spMkLst>
        </pc:spChg>
        <pc:picChg chg="mod">
          <ac:chgData name="Alberto Ruiz" userId="47fa91d207cfb014" providerId="LiveId" clId="{18923CA4-2A1E-4285-81FF-2717E4C88808}" dt="2024-10-29T18:40:18.864" v="119" actId="26606"/>
          <ac:picMkLst>
            <pc:docMk/>
            <pc:sldMk cId="3106580257" sldId="440"/>
            <ac:picMk id="4" creationId="{366C8850-A7F1-4424-95E4-AC7E857958BF}"/>
          </ac:picMkLst>
        </pc:picChg>
        <pc:picChg chg="mod">
          <ac:chgData name="Alberto Ruiz" userId="47fa91d207cfb014" providerId="LiveId" clId="{18923CA4-2A1E-4285-81FF-2717E4C88808}" dt="2024-10-29T18:40:18.864" v="119" actId="26606"/>
          <ac:picMkLst>
            <pc:docMk/>
            <pc:sldMk cId="3106580257" sldId="440"/>
            <ac:picMk id="6" creationId="{CE5EDA96-BEA1-66BC-A6D2-925D7189C6CA}"/>
          </ac:picMkLst>
        </pc:picChg>
      </pc:sldChg>
      <pc:sldChg chg="modSp mod">
        <pc:chgData name="Alberto Ruiz" userId="47fa91d207cfb014" providerId="LiveId" clId="{18923CA4-2A1E-4285-81FF-2717E4C88808}" dt="2024-10-29T18:43:19.159" v="156" actId="1076"/>
        <pc:sldMkLst>
          <pc:docMk/>
          <pc:sldMk cId="2731839407" sldId="448"/>
        </pc:sldMkLst>
        <pc:spChg chg="mod">
          <ac:chgData name="Alberto Ruiz" userId="47fa91d207cfb014" providerId="LiveId" clId="{18923CA4-2A1E-4285-81FF-2717E4C88808}" dt="2024-10-29T18:43:17.344" v="155" actId="14100"/>
          <ac:spMkLst>
            <pc:docMk/>
            <pc:sldMk cId="2731839407" sldId="448"/>
            <ac:spMk id="3" creationId="{F5507007-80D6-489B-8E5F-1377885D350F}"/>
          </ac:spMkLst>
        </pc:spChg>
        <pc:picChg chg="mod">
          <ac:chgData name="Alberto Ruiz" userId="47fa91d207cfb014" providerId="LiveId" clId="{18923CA4-2A1E-4285-81FF-2717E4C88808}" dt="2024-10-29T18:43:19.159" v="156" actId="1076"/>
          <ac:picMkLst>
            <pc:docMk/>
            <pc:sldMk cId="2731839407" sldId="448"/>
            <ac:picMk id="4100" creationId="{6A2E9A5E-D9CE-4602-ADF7-A56DDFF241AC}"/>
          </ac:picMkLst>
        </pc:picChg>
      </pc:sldChg>
      <pc:sldChg chg="addSp modSp mod setBg setFolMasterObjs">
        <pc:chgData name="Alberto Ruiz" userId="47fa91d207cfb014" providerId="LiveId" clId="{18923CA4-2A1E-4285-81FF-2717E4C88808}" dt="2024-10-29T18:43:41.016" v="159" actId="26606"/>
        <pc:sldMkLst>
          <pc:docMk/>
          <pc:sldMk cId="2037125093" sldId="449"/>
        </pc:sldMkLst>
        <pc:spChg chg="mod">
          <ac:chgData name="Alberto Ruiz" userId="47fa91d207cfb014" providerId="LiveId" clId="{18923CA4-2A1E-4285-81FF-2717E4C88808}" dt="2024-10-29T18:43:41.016" v="159" actId="26606"/>
          <ac:spMkLst>
            <pc:docMk/>
            <pc:sldMk cId="2037125093" sldId="449"/>
            <ac:spMk id="2" creationId="{35AFD52F-49DC-4892-B594-A4E70CA08E79}"/>
          </ac:spMkLst>
        </pc:spChg>
        <pc:spChg chg="mod">
          <ac:chgData name="Alberto Ruiz" userId="47fa91d207cfb014" providerId="LiveId" clId="{18923CA4-2A1E-4285-81FF-2717E4C88808}" dt="2024-10-29T18:43:41.016" v="159" actId="26606"/>
          <ac:spMkLst>
            <pc:docMk/>
            <pc:sldMk cId="2037125093" sldId="449"/>
            <ac:spMk id="3" creationId="{0B428EDC-5A66-4CF8-9545-6CC054B8EBF4}"/>
          </ac:spMkLst>
        </pc:spChg>
        <pc:spChg chg="add">
          <ac:chgData name="Alberto Ruiz" userId="47fa91d207cfb014" providerId="LiveId" clId="{18923CA4-2A1E-4285-81FF-2717E4C88808}" dt="2024-10-29T18:43:41.016" v="159" actId="26606"/>
          <ac:spMkLst>
            <pc:docMk/>
            <pc:sldMk cId="2037125093" sldId="449"/>
            <ac:spMk id="20487" creationId="{352BEC0E-22F8-46D0-9632-375DB541B06C}"/>
          </ac:spMkLst>
        </pc:spChg>
        <pc:spChg chg="add">
          <ac:chgData name="Alberto Ruiz" userId="47fa91d207cfb014" providerId="LiveId" clId="{18923CA4-2A1E-4285-81FF-2717E4C88808}" dt="2024-10-29T18:43:41.016" v="159" actId="26606"/>
          <ac:spMkLst>
            <pc:docMk/>
            <pc:sldMk cId="2037125093" sldId="449"/>
            <ac:spMk id="20489" creationId="{3FCFB1DE-0B7E-48CC-BA90-B2AB0889F9D6}"/>
          </ac:spMkLst>
        </pc:spChg>
        <pc:picChg chg="mod">
          <ac:chgData name="Alberto Ruiz" userId="47fa91d207cfb014" providerId="LiveId" clId="{18923CA4-2A1E-4285-81FF-2717E4C88808}" dt="2024-10-29T18:43:41.016" v="159" actId="26606"/>
          <ac:picMkLst>
            <pc:docMk/>
            <pc:sldMk cId="2037125093" sldId="449"/>
            <ac:picMk id="4" creationId="{B8D4ADFD-1A79-EF57-58CE-950223B7DD98}"/>
          </ac:picMkLst>
        </pc:picChg>
        <pc:picChg chg="mod ord">
          <ac:chgData name="Alberto Ruiz" userId="47fa91d207cfb014" providerId="LiveId" clId="{18923CA4-2A1E-4285-81FF-2717E4C88808}" dt="2024-10-29T18:43:41.016" v="159" actId="26606"/>
          <ac:picMkLst>
            <pc:docMk/>
            <pc:sldMk cId="2037125093" sldId="449"/>
            <ac:picMk id="20482" creationId="{FDB1EF1C-1040-48E9-BEF7-75C9A4969308}"/>
          </ac:picMkLst>
        </pc:picChg>
      </pc:sldChg>
      <pc:sldChg chg="modSp mod">
        <pc:chgData name="Alberto Ruiz" userId="47fa91d207cfb014" providerId="LiveId" clId="{18923CA4-2A1E-4285-81FF-2717E4C88808}" dt="2024-10-29T18:36:37.704" v="79" actId="27636"/>
        <pc:sldMkLst>
          <pc:docMk/>
          <pc:sldMk cId="4128076309" sldId="451"/>
        </pc:sldMkLst>
        <pc:spChg chg="mod">
          <ac:chgData name="Alberto Ruiz" userId="47fa91d207cfb014" providerId="LiveId" clId="{18923CA4-2A1E-4285-81FF-2717E4C88808}" dt="2024-10-29T18:36:37.704" v="79" actId="27636"/>
          <ac:spMkLst>
            <pc:docMk/>
            <pc:sldMk cId="4128076309" sldId="451"/>
            <ac:spMk id="3" creationId="{C9260157-94BF-4806-B3CA-661E27E4B3C7}"/>
          </ac:spMkLst>
        </pc:spChg>
      </pc:sldChg>
      <pc:sldChg chg="addSp modSp mod setBg setFolMasterObjs">
        <pc:chgData name="Alberto Ruiz" userId="47fa91d207cfb014" providerId="LiveId" clId="{18923CA4-2A1E-4285-81FF-2717E4C88808}" dt="2024-10-29T18:44:31.312" v="172" actId="26606"/>
        <pc:sldMkLst>
          <pc:docMk/>
          <pc:sldMk cId="1335672613" sldId="452"/>
        </pc:sldMkLst>
        <pc:spChg chg="mod">
          <ac:chgData name="Alberto Ruiz" userId="47fa91d207cfb014" providerId="LiveId" clId="{18923CA4-2A1E-4285-81FF-2717E4C88808}" dt="2024-10-29T18:44:31.312" v="172" actId="26606"/>
          <ac:spMkLst>
            <pc:docMk/>
            <pc:sldMk cId="1335672613" sldId="452"/>
            <ac:spMk id="2" creationId="{23389BEE-2603-472B-A582-A58ABE9E2EBB}"/>
          </ac:spMkLst>
        </pc:spChg>
        <pc:spChg chg="mod">
          <ac:chgData name="Alberto Ruiz" userId="47fa91d207cfb014" providerId="LiveId" clId="{18923CA4-2A1E-4285-81FF-2717E4C88808}" dt="2024-10-29T18:44:31.312" v="172" actId="26606"/>
          <ac:spMkLst>
            <pc:docMk/>
            <pc:sldMk cId="1335672613" sldId="452"/>
            <ac:spMk id="6" creationId="{F81E0422-D502-4710-A6B6-67DB9F8A6446}"/>
          </ac:spMkLst>
        </pc:spChg>
        <pc:spChg chg="add">
          <ac:chgData name="Alberto Ruiz" userId="47fa91d207cfb014" providerId="LiveId" clId="{18923CA4-2A1E-4285-81FF-2717E4C88808}" dt="2024-10-29T18:44:31.312" v="172" actId="26606"/>
          <ac:spMkLst>
            <pc:docMk/>
            <pc:sldMk cId="1335672613" sldId="452"/>
            <ac:spMk id="13" creationId="{D75A5B51-0925-4835-8511-A0DD17EAA97C}"/>
          </ac:spMkLst>
        </pc:spChg>
        <pc:spChg chg="add">
          <ac:chgData name="Alberto Ruiz" userId="47fa91d207cfb014" providerId="LiveId" clId="{18923CA4-2A1E-4285-81FF-2717E4C88808}" dt="2024-10-29T18:44:31.312" v="172" actId="26606"/>
          <ac:spMkLst>
            <pc:docMk/>
            <pc:sldMk cId="1335672613" sldId="452"/>
            <ac:spMk id="15" creationId="{5CDFD20D-8E4F-4E3A-AF87-93F23E0DBFB3}"/>
          </ac:spMkLst>
        </pc:spChg>
        <pc:picChg chg="mod">
          <ac:chgData name="Alberto Ruiz" userId="47fa91d207cfb014" providerId="LiveId" clId="{18923CA4-2A1E-4285-81FF-2717E4C88808}" dt="2024-10-29T18:44:31.312" v="172" actId="26606"/>
          <ac:picMkLst>
            <pc:docMk/>
            <pc:sldMk cId="1335672613" sldId="452"/>
            <ac:picMk id="3" creationId="{E21AA518-B971-3412-8BF3-3922BBDEEAD4}"/>
          </ac:picMkLst>
        </pc:picChg>
        <pc:picChg chg="mod ord">
          <ac:chgData name="Alberto Ruiz" userId="47fa91d207cfb014" providerId="LiveId" clId="{18923CA4-2A1E-4285-81FF-2717E4C88808}" dt="2024-10-29T18:44:31.312" v="172" actId="26606"/>
          <ac:picMkLst>
            <pc:docMk/>
            <pc:sldMk cId="1335672613" sldId="452"/>
            <ac:picMk id="5" creationId="{C4DC0EFA-FD1D-4152-B660-34008E855E09}"/>
          </ac:picMkLst>
        </pc:picChg>
        <pc:picChg chg="mod">
          <ac:chgData name="Alberto Ruiz" userId="47fa91d207cfb014" providerId="LiveId" clId="{18923CA4-2A1E-4285-81FF-2717E4C88808}" dt="2024-10-29T18:44:31.312" v="172" actId="26606"/>
          <ac:picMkLst>
            <pc:docMk/>
            <pc:sldMk cId="1335672613" sldId="452"/>
            <ac:picMk id="8" creationId="{0862CB94-CEC7-4088-ABC2-A6ADC95C4223}"/>
          </ac:picMkLst>
        </pc:picChg>
      </pc:sldChg>
      <pc:sldChg chg="addSp modSp mod setBg setFolMasterObjs">
        <pc:chgData name="Alberto Ruiz" userId="47fa91d207cfb014" providerId="LiveId" clId="{18923CA4-2A1E-4285-81FF-2717E4C88808}" dt="2024-10-29T18:44:35.743" v="173" actId="26606"/>
        <pc:sldMkLst>
          <pc:docMk/>
          <pc:sldMk cId="3146894615" sldId="453"/>
        </pc:sldMkLst>
        <pc:spChg chg="mod">
          <ac:chgData name="Alberto Ruiz" userId="47fa91d207cfb014" providerId="LiveId" clId="{18923CA4-2A1E-4285-81FF-2717E4C88808}" dt="2024-10-29T18:44:35.743" v="173" actId="26606"/>
          <ac:spMkLst>
            <pc:docMk/>
            <pc:sldMk cId="3146894615" sldId="453"/>
            <ac:spMk id="2" creationId="{1C4754A6-4FA2-4B09-A4D5-B0C4ED96722E}"/>
          </ac:spMkLst>
        </pc:spChg>
        <pc:spChg chg="mod">
          <ac:chgData name="Alberto Ruiz" userId="47fa91d207cfb014" providerId="LiveId" clId="{18923CA4-2A1E-4285-81FF-2717E4C88808}" dt="2024-10-29T18:44:35.743" v="173" actId="26606"/>
          <ac:spMkLst>
            <pc:docMk/>
            <pc:sldMk cId="3146894615" sldId="453"/>
            <ac:spMk id="3" creationId="{3C2D2213-1939-47A0-8E65-CF31BB024301}"/>
          </ac:spMkLst>
        </pc:spChg>
        <pc:spChg chg="add">
          <ac:chgData name="Alberto Ruiz" userId="47fa91d207cfb014" providerId="LiveId" clId="{18923CA4-2A1E-4285-81FF-2717E4C88808}" dt="2024-10-29T18:44:35.743" v="173" actId="26606"/>
          <ac:spMkLst>
            <pc:docMk/>
            <pc:sldMk cId="3146894615" sldId="453"/>
            <ac:spMk id="10" creationId="{394842B0-684D-44CC-B4BC-D13331CFD290}"/>
          </ac:spMkLst>
        </pc:spChg>
        <pc:spChg chg="add">
          <ac:chgData name="Alberto Ruiz" userId="47fa91d207cfb014" providerId="LiveId" clId="{18923CA4-2A1E-4285-81FF-2717E4C88808}" dt="2024-10-29T18:44:35.743" v="173" actId="26606"/>
          <ac:spMkLst>
            <pc:docMk/>
            <pc:sldMk cId="3146894615" sldId="453"/>
            <ac:spMk id="12" creationId="{4C2A3DC3-F495-4B99-9FF3-3FB30D63235E}"/>
          </ac:spMkLst>
        </pc:spChg>
        <pc:picChg chg="mod">
          <ac:chgData name="Alberto Ruiz" userId="47fa91d207cfb014" providerId="LiveId" clId="{18923CA4-2A1E-4285-81FF-2717E4C88808}" dt="2024-10-29T18:44:35.743" v="173" actId="26606"/>
          <ac:picMkLst>
            <pc:docMk/>
            <pc:sldMk cId="3146894615" sldId="453"/>
            <ac:picMk id="4" creationId="{F79F04D1-C1C3-4B0D-BF27-53825CD2D980}"/>
          </ac:picMkLst>
        </pc:picChg>
        <pc:picChg chg="mod">
          <ac:chgData name="Alberto Ruiz" userId="47fa91d207cfb014" providerId="LiveId" clId="{18923CA4-2A1E-4285-81FF-2717E4C88808}" dt="2024-10-29T18:44:35.743" v="173" actId="26606"/>
          <ac:picMkLst>
            <pc:docMk/>
            <pc:sldMk cId="3146894615" sldId="453"/>
            <ac:picMk id="5" creationId="{6BCD9E7C-38BA-15D3-8807-C7C484033AC9}"/>
          </ac:picMkLst>
        </pc:picChg>
      </pc:sldChg>
      <pc:sldChg chg="modSp mod">
        <pc:chgData name="Alberto Ruiz" userId="47fa91d207cfb014" providerId="LiveId" clId="{18923CA4-2A1E-4285-81FF-2717E4C88808}" dt="2024-10-29T18:36:37.706" v="80" actId="27636"/>
        <pc:sldMkLst>
          <pc:docMk/>
          <pc:sldMk cId="2113033082" sldId="458"/>
        </pc:sldMkLst>
        <pc:spChg chg="mod">
          <ac:chgData name="Alberto Ruiz" userId="47fa91d207cfb014" providerId="LiveId" clId="{18923CA4-2A1E-4285-81FF-2717E4C88808}" dt="2024-10-29T18:36:37.706" v="80" actId="27636"/>
          <ac:spMkLst>
            <pc:docMk/>
            <pc:sldMk cId="2113033082" sldId="458"/>
            <ac:spMk id="2" creationId="{33771059-5D05-4B5B-90EF-F049129B344C}"/>
          </ac:spMkLst>
        </pc:spChg>
      </pc:sldChg>
      <pc:sldChg chg="addSp modSp mod setBg setFolMasterObjs">
        <pc:chgData name="Alberto Ruiz" userId="47fa91d207cfb014" providerId="LiveId" clId="{18923CA4-2A1E-4285-81FF-2717E4C88808}" dt="2024-10-29T18:41:25.785" v="130" actId="26606"/>
        <pc:sldMkLst>
          <pc:docMk/>
          <pc:sldMk cId="2554697881" sldId="515"/>
        </pc:sldMkLst>
        <pc:spChg chg="mod">
          <ac:chgData name="Alberto Ruiz" userId="47fa91d207cfb014" providerId="LiveId" clId="{18923CA4-2A1E-4285-81FF-2717E4C88808}" dt="2024-10-29T18:41:25.785" v="130" actId="26606"/>
          <ac:spMkLst>
            <pc:docMk/>
            <pc:sldMk cId="2554697881" sldId="515"/>
            <ac:spMk id="2" creationId="{F6E235F8-9DCD-4928-9A67-B54FEDFE8DD1}"/>
          </ac:spMkLst>
        </pc:spChg>
        <pc:spChg chg="mod">
          <ac:chgData name="Alberto Ruiz" userId="47fa91d207cfb014" providerId="LiveId" clId="{18923CA4-2A1E-4285-81FF-2717E4C88808}" dt="2024-10-29T18:41:25.785" v="130" actId="26606"/>
          <ac:spMkLst>
            <pc:docMk/>
            <pc:sldMk cId="2554697881" sldId="515"/>
            <ac:spMk id="3" creationId="{F3AB3834-21B7-4BCA-9C5A-C7411FE82D4A}"/>
          </ac:spMkLst>
        </pc:spChg>
        <pc:spChg chg="add">
          <ac:chgData name="Alberto Ruiz" userId="47fa91d207cfb014" providerId="LiveId" clId="{18923CA4-2A1E-4285-81FF-2717E4C88808}" dt="2024-10-29T18:41:25.785" v="130" actId="26606"/>
          <ac:spMkLst>
            <pc:docMk/>
            <pc:sldMk cId="2554697881" sldId="515"/>
            <ac:spMk id="2055" creationId="{352BEC0E-22F8-46D0-9632-375DB541B06C}"/>
          </ac:spMkLst>
        </pc:spChg>
        <pc:spChg chg="add">
          <ac:chgData name="Alberto Ruiz" userId="47fa91d207cfb014" providerId="LiveId" clId="{18923CA4-2A1E-4285-81FF-2717E4C88808}" dt="2024-10-29T18:41:25.785" v="130" actId="26606"/>
          <ac:spMkLst>
            <pc:docMk/>
            <pc:sldMk cId="2554697881" sldId="515"/>
            <ac:spMk id="2057" creationId="{3FCFB1DE-0B7E-48CC-BA90-B2AB0889F9D6}"/>
          </ac:spMkLst>
        </pc:spChg>
        <pc:picChg chg="mod">
          <ac:chgData name="Alberto Ruiz" userId="47fa91d207cfb014" providerId="LiveId" clId="{18923CA4-2A1E-4285-81FF-2717E4C88808}" dt="2024-10-29T18:41:25.785" v="130" actId="26606"/>
          <ac:picMkLst>
            <pc:docMk/>
            <pc:sldMk cId="2554697881" sldId="515"/>
            <ac:picMk id="5" creationId="{22989642-417B-36F6-D3F2-21082B10B033}"/>
          </ac:picMkLst>
        </pc:picChg>
        <pc:picChg chg="mod">
          <ac:chgData name="Alberto Ruiz" userId="47fa91d207cfb014" providerId="LiveId" clId="{18923CA4-2A1E-4285-81FF-2717E4C88808}" dt="2024-10-29T18:41:25.785" v="130" actId="26606"/>
          <ac:picMkLst>
            <pc:docMk/>
            <pc:sldMk cId="2554697881" sldId="515"/>
            <ac:picMk id="2050" creationId="{D3835908-EAC6-4215-BCD3-5341DCE05D5D}"/>
          </ac:picMkLst>
        </pc:picChg>
      </pc:sldChg>
      <pc:sldChg chg="modSp mod">
        <pc:chgData name="Alberto Ruiz" userId="47fa91d207cfb014" providerId="LiveId" clId="{18923CA4-2A1E-4285-81FF-2717E4C88808}" dt="2024-10-29T18:36:37.710" v="82" actId="27636"/>
        <pc:sldMkLst>
          <pc:docMk/>
          <pc:sldMk cId="1312065236" sldId="531"/>
        </pc:sldMkLst>
        <pc:spChg chg="mod">
          <ac:chgData name="Alberto Ruiz" userId="47fa91d207cfb014" providerId="LiveId" clId="{18923CA4-2A1E-4285-81FF-2717E4C88808}" dt="2024-10-29T18:36:37.710" v="82" actId="27636"/>
          <ac:spMkLst>
            <pc:docMk/>
            <pc:sldMk cId="1312065236" sldId="531"/>
            <ac:spMk id="2" creationId="{EAC2962D-65A5-40AC-9B7F-9ABB9F4837AA}"/>
          </ac:spMkLst>
        </pc:spChg>
      </pc:sldChg>
      <pc:sldChg chg="modSp mod">
        <pc:chgData name="Alberto Ruiz" userId="47fa91d207cfb014" providerId="LiveId" clId="{18923CA4-2A1E-4285-81FF-2717E4C88808}" dt="2024-10-29T18:36:37.708" v="81" actId="27636"/>
        <pc:sldMkLst>
          <pc:docMk/>
          <pc:sldMk cId="2639867688" sldId="536"/>
        </pc:sldMkLst>
        <pc:spChg chg="mod">
          <ac:chgData name="Alberto Ruiz" userId="47fa91d207cfb014" providerId="LiveId" clId="{18923CA4-2A1E-4285-81FF-2717E4C88808}" dt="2024-10-29T18:36:36.131" v="58"/>
          <ac:spMkLst>
            <pc:docMk/>
            <pc:sldMk cId="2639867688" sldId="536"/>
            <ac:spMk id="2" creationId="{1167028D-A666-0F0A-E2F0-A0D98464159C}"/>
          </ac:spMkLst>
        </pc:spChg>
        <pc:spChg chg="mod">
          <ac:chgData name="Alberto Ruiz" userId="47fa91d207cfb014" providerId="LiveId" clId="{18923CA4-2A1E-4285-81FF-2717E4C88808}" dt="2024-10-29T18:36:37.708" v="81" actId="27636"/>
          <ac:spMkLst>
            <pc:docMk/>
            <pc:sldMk cId="2639867688" sldId="536"/>
            <ac:spMk id="3" creationId="{71F996CB-80DB-A207-FDCE-0E0B141762D2}"/>
          </ac:spMkLst>
        </pc:spChg>
      </pc:sldChg>
      <pc:sldChg chg="addSp delSp modSp del mod setBg">
        <pc:chgData name="Alberto Ruiz" userId="47fa91d207cfb014" providerId="LiveId" clId="{18923CA4-2A1E-4285-81FF-2717E4C88808}" dt="2024-10-29T18:36:01.845" v="56" actId="47"/>
        <pc:sldMkLst>
          <pc:docMk/>
          <pc:sldMk cId="3355626832" sldId="537"/>
        </pc:sldMkLst>
        <pc:spChg chg="mod">
          <ac:chgData name="Alberto Ruiz" userId="47fa91d207cfb014" providerId="LiveId" clId="{18923CA4-2A1E-4285-81FF-2717E4C88808}" dt="2024-10-29T18:35:46.441" v="55"/>
          <ac:spMkLst>
            <pc:docMk/>
            <pc:sldMk cId="3355626832" sldId="537"/>
            <ac:spMk id="2" creationId="{ECDABDFC-A8D7-AF3A-C643-380E27B5AD7C}"/>
          </ac:spMkLst>
        </pc:spChg>
        <pc:spChg chg="mod">
          <ac:chgData name="Alberto Ruiz" userId="47fa91d207cfb014" providerId="LiveId" clId="{18923CA4-2A1E-4285-81FF-2717E4C88808}" dt="2024-10-29T18:35:43.689" v="50" actId="26606"/>
          <ac:spMkLst>
            <pc:docMk/>
            <pc:sldMk cId="3355626832" sldId="537"/>
            <ac:spMk id="3" creationId="{0E43DE47-52B6-C0D2-24B0-3FEBF08B5433}"/>
          </ac:spMkLst>
        </pc:spChg>
        <pc:spChg chg="add del">
          <ac:chgData name="Alberto Ruiz" userId="47fa91d207cfb014" providerId="LiveId" clId="{18923CA4-2A1E-4285-81FF-2717E4C88808}" dt="2024-10-29T18:35:43.689" v="50" actId="26606"/>
          <ac:spMkLst>
            <pc:docMk/>
            <pc:sldMk cId="3355626832" sldId="537"/>
            <ac:spMk id="11" creationId="{39E4C68A-A4A9-48A4-9FF2-D2896B1EA01F}"/>
          </ac:spMkLst>
        </pc:spChg>
        <pc:spChg chg="add del">
          <ac:chgData name="Alberto Ruiz" userId="47fa91d207cfb014" providerId="LiveId" clId="{18923CA4-2A1E-4285-81FF-2717E4C88808}" dt="2024-10-29T18:35:43.689" v="50" actId="26606"/>
          <ac:spMkLst>
            <pc:docMk/>
            <pc:sldMk cId="3355626832" sldId="537"/>
            <ac:spMk id="13" creationId="{E2B9AEA5-52CB-49A6-AF8A-33502F291B91}"/>
          </ac:spMkLst>
        </pc:spChg>
        <pc:cxnChg chg="add del">
          <ac:chgData name="Alberto Ruiz" userId="47fa91d207cfb014" providerId="LiveId" clId="{18923CA4-2A1E-4285-81FF-2717E4C88808}" dt="2024-10-29T18:35:43.689" v="50" actId="26606"/>
          <ac:cxnSpMkLst>
            <pc:docMk/>
            <pc:sldMk cId="3355626832" sldId="537"/>
            <ac:cxnSpMk id="9" creationId="{B821C225-5C4D-4168-90AF-3D263D72CBA2}"/>
          </ac:cxnSpMkLst>
        </pc:cxnChg>
      </pc:sldChg>
      <pc:sldChg chg="addSp modSp mod setBg setFolMasterObjs">
        <pc:chgData name="Alberto Ruiz" userId="47fa91d207cfb014" providerId="LiveId" clId="{18923CA4-2A1E-4285-81FF-2717E4C88808}" dt="2024-10-29T18:39:04.038" v="105" actId="26606"/>
        <pc:sldMkLst>
          <pc:docMk/>
          <pc:sldMk cId="1756750174" sldId="538"/>
        </pc:sldMkLst>
        <pc:spChg chg="mod">
          <ac:chgData name="Alberto Ruiz" userId="47fa91d207cfb014" providerId="LiveId" clId="{18923CA4-2A1E-4285-81FF-2717E4C88808}" dt="2024-10-29T18:39:04.038" v="105" actId="26606"/>
          <ac:spMkLst>
            <pc:docMk/>
            <pc:sldMk cId="1756750174" sldId="538"/>
            <ac:spMk id="2" creationId="{494BA8CF-2339-627F-F8A0-3999E23E4508}"/>
          </ac:spMkLst>
        </pc:spChg>
        <pc:spChg chg="mod">
          <ac:chgData name="Alberto Ruiz" userId="47fa91d207cfb014" providerId="LiveId" clId="{18923CA4-2A1E-4285-81FF-2717E4C88808}" dt="2024-10-29T18:39:04.038" v="105" actId="26606"/>
          <ac:spMkLst>
            <pc:docMk/>
            <pc:sldMk cId="1756750174" sldId="538"/>
            <ac:spMk id="3" creationId="{D124532A-3822-CD62-525C-0607E28ADE53}"/>
          </ac:spMkLst>
        </pc:spChg>
        <pc:spChg chg="add">
          <ac:chgData name="Alberto Ruiz" userId="47fa91d207cfb014" providerId="LiveId" clId="{18923CA4-2A1E-4285-81FF-2717E4C88808}" dt="2024-10-29T18:39:04.038" v="105" actId="26606"/>
          <ac:spMkLst>
            <pc:docMk/>
            <pc:sldMk cId="1756750174" sldId="538"/>
            <ac:spMk id="11" creationId="{45D37F4E-DDB4-456B-97E0-9937730A039F}"/>
          </ac:spMkLst>
        </pc:spChg>
        <pc:spChg chg="add">
          <ac:chgData name="Alberto Ruiz" userId="47fa91d207cfb014" providerId="LiveId" clId="{18923CA4-2A1E-4285-81FF-2717E4C88808}" dt="2024-10-29T18:39:04.038" v="105" actId="26606"/>
          <ac:spMkLst>
            <pc:docMk/>
            <pc:sldMk cId="1756750174" sldId="538"/>
            <ac:spMk id="13" creationId="{B2DD41CD-8F47-4F56-AD12-4E2FF7696987}"/>
          </ac:spMkLst>
        </pc:spChg>
        <pc:picChg chg="mod">
          <ac:chgData name="Alberto Ruiz" userId="47fa91d207cfb014" providerId="LiveId" clId="{18923CA4-2A1E-4285-81FF-2717E4C88808}" dt="2024-10-29T18:39:04.038" v="105" actId="26606"/>
          <ac:picMkLst>
            <pc:docMk/>
            <pc:sldMk cId="1756750174" sldId="538"/>
            <ac:picMk id="6" creationId="{AAD900DA-2A9E-F2C8-FDB1-0085C61A75D2}"/>
          </ac:picMkLst>
        </pc:picChg>
      </pc:sldChg>
      <pc:sldChg chg="addSp modSp mod setBg setFolMasterObjs">
        <pc:chgData name="Alberto Ruiz" userId="47fa91d207cfb014" providerId="LiveId" clId="{18923CA4-2A1E-4285-81FF-2717E4C88808}" dt="2024-10-29T18:40:04.571" v="116" actId="26606"/>
        <pc:sldMkLst>
          <pc:docMk/>
          <pc:sldMk cId="1928980248" sldId="540"/>
        </pc:sldMkLst>
        <pc:spChg chg="mod">
          <ac:chgData name="Alberto Ruiz" userId="47fa91d207cfb014" providerId="LiveId" clId="{18923CA4-2A1E-4285-81FF-2717E4C88808}" dt="2024-10-29T18:40:04.571" v="116" actId="26606"/>
          <ac:spMkLst>
            <pc:docMk/>
            <pc:sldMk cId="1928980248" sldId="540"/>
            <ac:spMk id="2" creationId="{81673AA9-254A-0A24-9CF3-8D68A330112E}"/>
          </ac:spMkLst>
        </pc:spChg>
        <pc:spChg chg="mod">
          <ac:chgData name="Alberto Ruiz" userId="47fa91d207cfb014" providerId="LiveId" clId="{18923CA4-2A1E-4285-81FF-2717E4C88808}" dt="2024-10-29T18:40:04.571" v="116" actId="26606"/>
          <ac:spMkLst>
            <pc:docMk/>
            <pc:sldMk cId="1928980248" sldId="540"/>
            <ac:spMk id="3" creationId="{596EA7F4-1C27-8396-2209-EDC9429EF059}"/>
          </ac:spMkLst>
        </pc:spChg>
        <pc:spChg chg="add">
          <ac:chgData name="Alberto Ruiz" userId="47fa91d207cfb014" providerId="LiveId" clId="{18923CA4-2A1E-4285-81FF-2717E4C88808}" dt="2024-10-29T18:40:04.571" v="116" actId="26606"/>
          <ac:spMkLst>
            <pc:docMk/>
            <pc:sldMk cId="1928980248" sldId="540"/>
            <ac:spMk id="9" creationId="{DB304A14-32D0-4873-B914-423ED7B8DAFD}"/>
          </ac:spMkLst>
        </pc:spChg>
        <pc:spChg chg="add">
          <ac:chgData name="Alberto Ruiz" userId="47fa91d207cfb014" providerId="LiveId" clId="{18923CA4-2A1E-4285-81FF-2717E4C88808}" dt="2024-10-29T18:40:04.571" v="116" actId="26606"/>
          <ac:spMkLst>
            <pc:docMk/>
            <pc:sldMk cId="1928980248" sldId="540"/>
            <ac:spMk id="11" creationId="{1D460C86-854F-4FB3-ABC2-E823D8FEB9DB}"/>
          </ac:spMkLst>
        </pc:spChg>
        <pc:spChg chg="add">
          <ac:chgData name="Alberto Ruiz" userId="47fa91d207cfb014" providerId="LiveId" clId="{18923CA4-2A1E-4285-81FF-2717E4C88808}" dt="2024-10-29T18:40:04.571" v="116" actId="26606"/>
          <ac:spMkLst>
            <pc:docMk/>
            <pc:sldMk cId="1928980248" sldId="540"/>
            <ac:spMk id="13" creationId="{BB48116A-278A-4CC5-89D3-9DE8E8FF1245}"/>
          </ac:spMkLst>
        </pc:spChg>
        <pc:picChg chg="mod">
          <ac:chgData name="Alberto Ruiz" userId="47fa91d207cfb014" providerId="LiveId" clId="{18923CA4-2A1E-4285-81FF-2717E4C88808}" dt="2024-10-29T18:40:04.571" v="116" actId="26606"/>
          <ac:picMkLst>
            <pc:docMk/>
            <pc:sldMk cId="1928980248" sldId="540"/>
            <ac:picMk id="4" creationId="{D5B5FD6D-9F7C-1560-B48E-3DC09EEFAA2D}"/>
          </ac:picMkLst>
        </pc:picChg>
      </pc:sldChg>
      <pc:sldChg chg="addSp modSp mod setBg setFolMasterObjs">
        <pc:chgData name="Alberto Ruiz" userId="47fa91d207cfb014" providerId="LiveId" clId="{18923CA4-2A1E-4285-81FF-2717E4C88808}" dt="2024-10-29T18:40:10.355" v="117" actId="26606"/>
        <pc:sldMkLst>
          <pc:docMk/>
          <pc:sldMk cId="2554448059" sldId="545"/>
        </pc:sldMkLst>
        <pc:spChg chg="mod">
          <ac:chgData name="Alberto Ruiz" userId="47fa91d207cfb014" providerId="LiveId" clId="{18923CA4-2A1E-4285-81FF-2717E4C88808}" dt="2024-10-29T18:40:10.355" v="117" actId="26606"/>
          <ac:spMkLst>
            <pc:docMk/>
            <pc:sldMk cId="2554448059" sldId="545"/>
            <ac:spMk id="2" creationId="{C2A6F42D-023E-AC05-AAF4-244939468097}"/>
          </ac:spMkLst>
        </pc:spChg>
        <pc:spChg chg="mod">
          <ac:chgData name="Alberto Ruiz" userId="47fa91d207cfb014" providerId="LiveId" clId="{18923CA4-2A1E-4285-81FF-2717E4C88808}" dt="2024-10-29T18:40:10.355" v="117" actId="26606"/>
          <ac:spMkLst>
            <pc:docMk/>
            <pc:sldMk cId="2554448059" sldId="545"/>
            <ac:spMk id="7" creationId="{DFF9BC7E-67D7-00EC-EAB2-8032C8FE437E}"/>
          </ac:spMkLst>
        </pc:spChg>
        <pc:spChg chg="add">
          <ac:chgData name="Alberto Ruiz" userId="47fa91d207cfb014" providerId="LiveId" clId="{18923CA4-2A1E-4285-81FF-2717E4C88808}" dt="2024-10-29T18:40:10.355" v="117" actId="26606"/>
          <ac:spMkLst>
            <pc:docMk/>
            <pc:sldMk cId="2554448059" sldId="545"/>
            <ac:spMk id="13" creationId="{394842B0-684D-44CC-B4BC-D13331CFD290}"/>
          </ac:spMkLst>
        </pc:spChg>
        <pc:spChg chg="add">
          <ac:chgData name="Alberto Ruiz" userId="47fa91d207cfb014" providerId="LiveId" clId="{18923CA4-2A1E-4285-81FF-2717E4C88808}" dt="2024-10-29T18:40:10.355" v="117" actId="26606"/>
          <ac:spMkLst>
            <pc:docMk/>
            <pc:sldMk cId="2554448059" sldId="545"/>
            <ac:spMk id="15" creationId="{4C2A3DC3-F495-4B99-9FF3-3FB30D63235E}"/>
          </ac:spMkLst>
        </pc:spChg>
        <pc:picChg chg="mod ord">
          <ac:chgData name="Alberto Ruiz" userId="47fa91d207cfb014" providerId="LiveId" clId="{18923CA4-2A1E-4285-81FF-2717E4C88808}" dt="2024-10-29T18:40:10.355" v="117" actId="26606"/>
          <ac:picMkLst>
            <pc:docMk/>
            <pc:sldMk cId="2554448059" sldId="545"/>
            <ac:picMk id="5" creationId="{D606C140-A514-3596-1D25-3E7597D58BF5}"/>
          </ac:picMkLst>
        </pc:picChg>
        <pc:picChg chg="mod">
          <ac:chgData name="Alberto Ruiz" userId="47fa91d207cfb014" providerId="LiveId" clId="{18923CA4-2A1E-4285-81FF-2717E4C88808}" dt="2024-10-29T18:40:10.355" v="117" actId="26606"/>
          <ac:picMkLst>
            <pc:docMk/>
            <pc:sldMk cId="2554448059" sldId="545"/>
            <ac:picMk id="8" creationId="{5A7005C6-85DC-5818-A7AB-D3B4DB4A3387}"/>
          </ac:picMkLst>
        </pc:picChg>
      </pc:sldChg>
      <pc:sldChg chg="modSp mod">
        <pc:chgData name="Alberto Ruiz" userId="47fa91d207cfb014" providerId="LiveId" clId="{18923CA4-2A1E-4285-81FF-2717E4C88808}" dt="2024-10-29T18:40:33.863" v="121" actId="207"/>
        <pc:sldMkLst>
          <pc:docMk/>
          <pc:sldMk cId="0" sldId="546"/>
        </pc:sldMkLst>
        <pc:spChg chg="mod">
          <ac:chgData name="Alberto Ruiz" userId="47fa91d207cfb014" providerId="LiveId" clId="{18923CA4-2A1E-4285-81FF-2717E4C88808}" dt="2024-10-29T18:40:33.863" v="121" actId="207"/>
          <ac:spMkLst>
            <pc:docMk/>
            <pc:sldMk cId="0" sldId="546"/>
            <ac:spMk id="2" creationId="{6C168FCD-FDFA-4AFA-A1F4-ACA130BF4537}"/>
          </ac:spMkLst>
        </pc:spChg>
        <pc:spChg chg="mod">
          <ac:chgData name="Alberto Ruiz" userId="47fa91d207cfb014" providerId="LiveId" clId="{18923CA4-2A1E-4285-81FF-2717E4C88808}" dt="2024-10-29T18:40:33.863" v="121" actId="207"/>
          <ac:spMkLst>
            <pc:docMk/>
            <pc:sldMk cId="0" sldId="546"/>
            <ac:spMk id="7" creationId="{40CD3B38-32F7-4DD3-B951-D269896B0CDF}"/>
          </ac:spMkLst>
        </pc:spChg>
        <pc:spChg chg="mod">
          <ac:chgData name="Alberto Ruiz" userId="47fa91d207cfb014" providerId="LiveId" clId="{18923CA4-2A1E-4285-81FF-2717E4C88808}" dt="2024-10-29T18:40:33.863" v="121" actId="207"/>
          <ac:spMkLst>
            <pc:docMk/>
            <pc:sldMk cId="0" sldId="546"/>
            <ac:spMk id="8" creationId="{D3EDA24F-BCB8-4903-A447-7F61A7FDED02}"/>
          </ac:spMkLst>
        </pc:spChg>
        <pc:spChg chg="mod">
          <ac:chgData name="Alberto Ruiz" userId="47fa91d207cfb014" providerId="LiveId" clId="{18923CA4-2A1E-4285-81FF-2717E4C88808}" dt="2024-10-29T18:40:33.863" v="121" actId="207"/>
          <ac:spMkLst>
            <pc:docMk/>
            <pc:sldMk cId="0" sldId="546"/>
            <ac:spMk id="9" creationId="{6260E80F-1184-4D65-BC83-7E371F01FEDF}"/>
          </ac:spMkLst>
        </pc:spChg>
        <pc:spChg chg="mod">
          <ac:chgData name="Alberto Ruiz" userId="47fa91d207cfb014" providerId="LiveId" clId="{18923CA4-2A1E-4285-81FF-2717E4C88808}" dt="2024-10-29T18:40:33.863" v="121" actId="207"/>
          <ac:spMkLst>
            <pc:docMk/>
            <pc:sldMk cId="0" sldId="546"/>
            <ac:spMk id="13" creationId="{49B14A5C-E120-42D2-96FF-12BD1A0B5709}"/>
          </ac:spMkLst>
        </pc:spChg>
        <pc:spChg chg="mod">
          <ac:chgData name="Alberto Ruiz" userId="47fa91d207cfb014" providerId="LiveId" clId="{18923CA4-2A1E-4285-81FF-2717E4C88808}" dt="2024-10-29T18:40:33.863" v="121" actId="207"/>
          <ac:spMkLst>
            <pc:docMk/>
            <pc:sldMk cId="0" sldId="546"/>
            <ac:spMk id="15" creationId="{79CA1302-9380-4053-9519-89BD499ED995}"/>
          </ac:spMkLst>
        </pc:spChg>
        <pc:spChg chg="mod">
          <ac:chgData name="Alberto Ruiz" userId="47fa91d207cfb014" providerId="LiveId" clId="{18923CA4-2A1E-4285-81FF-2717E4C88808}" dt="2024-10-29T18:40:33.863" v="121" actId="207"/>
          <ac:spMkLst>
            <pc:docMk/>
            <pc:sldMk cId="0" sldId="546"/>
            <ac:spMk id="141" creationId="{00000000-0000-0000-0000-000000000000}"/>
          </ac:spMkLst>
        </pc:spChg>
        <pc:spChg chg="mod">
          <ac:chgData name="Alberto Ruiz" userId="47fa91d207cfb014" providerId="LiveId" clId="{18923CA4-2A1E-4285-81FF-2717E4C88808}" dt="2024-10-29T18:40:26.265" v="120" actId="207"/>
          <ac:spMkLst>
            <pc:docMk/>
            <pc:sldMk cId="0" sldId="546"/>
            <ac:spMk id="142" creationId="{00000000-0000-0000-0000-000000000000}"/>
          </ac:spMkLst>
        </pc:spChg>
      </pc:sldChg>
      <pc:sldChg chg="addSp modSp mod setBg setFolMasterObjs">
        <pc:chgData name="Alberto Ruiz" userId="47fa91d207cfb014" providerId="LiveId" clId="{18923CA4-2A1E-4285-81FF-2717E4C88808}" dt="2024-10-29T18:44:47.627" v="177" actId="26606"/>
        <pc:sldMkLst>
          <pc:docMk/>
          <pc:sldMk cId="3281515691" sldId="548"/>
        </pc:sldMkLst>
        <pc:spChg chg="mod">
          <ac:chgData name="Alberto Ruiz" userId="47fa91d207cfb014" providerId="LiveId" clId="{18923CA4-2A1E-4285-81FF-2717E4C88808}" dt="2024-10-29T18:44:47.627" v="177" actId="26606"/>
          <ac:spMkLst>
            <pc:docMk/>
            <pc:sldMk cId="3281515691" sldId="548"/>
            <ac:spMk id="2" creationId="{FDD82CAC-0A16-274D-008A-379F2E82DE64}"/>
          </ac:spMkLst>
        </pc:spChg>
        <pc:spChg chg="mod">
          <ac:chgData name="Alberto Ruiz" userId="47fa91d207cfb014" providerId="LiveId" clId="{18923CA4-2A1E-4285-81FF-2717E4C88808}" dt="2024-10-29T18:44:47.627" v="177" actId="26606"/>
          <ac:spMkLst>
            <pc:docMk/>
            <pc:sldMk cId="3281515691" sldId="548"/>
            <ac:spMk id="5" creationId="{488CC3F4-4D6A-6B4F-E15D-46160FD6E0B1}"/>
          </ac:spMkLst>
        </pc:spChg>
        <pc:spChg chg="add">
          <ac:chgData name="Alberto Ruiz" userId="47fa91d207cfb014" providerId="LiveId" clId="{18923CA4-2A1E-4285-81FF-2717E4C88808}" dt="2024-10-29T18:44:47.627" v="177" actId="26606"/>
          <ac:spMkLst>
            <pc:docMk/>
            <pc:sldMk cId="3281515691" sldId="548"/>
            <ac:spMk id="1031" creationId="{352BEC0E-22F8-46D0-9632-375DB541B06C}"/>
          </ac:spMkLst>
        </pc:spChg>
        <pc:spChg chg="add">
          <ac:chgData name="Alberto Ruiz" userId="47fa91d207cfb014" providerId="LiveId" clId="{18923CA4-2A1E-4285-81FF-2717E4C88808}" dt="2024-10-29T18:44:47.627" v="177" actId="26606"/>
          <ac:spMkLst>
            <pc:docMk/>
            <pc:sldMk cId="3281515691" sldId="548"/>
            <ac:spMk id="1033" creationId="{3FCFB1DE-0B7E-48CC-BA90-B2AB0889F9D6}"/>
          </ac:spMkLst>
        </pc:spChg>
        <pc:picChg chg="mod ord">
          <ac:chgData name="Alberto Ruiz" userId="47fa91d207cfb014" providerId="LiveId" clId="{18923CA4-2A1E-4285-81FF-2717E4C88808}" dt="2024-10-29T18:44:47.627" v="177" actId="26606"/>
          <ac:picMkLst>
            <pc:docMk/>
            <pc:sldMk cId="3281515691" sldId="548"/>
            <ac:picMk id="3" creationId="{B6F86F9B-5736-57C2-5EDC-072BD13AD715}"/>
          </ac:picMkLst>
        </pc:picChg>
        <pc:picChg chg="mod ord">
          <ac:chgData name="Alberto Ruiz" userId="47fa91d207cfb014" providerId="LiveId" clId="{18923CA4-2A1E-4285-81FF-2717E4C88808}" dt="2024-10-29T18:44:47.627" v="177" actId="26606"/>
          <ac:picMkLst>
            <pc:docMk/>
            <pc:sldMk cId="3281515691" sldId="548"/>
            <ac:picMk id="1026" creationId="{9CD0EAB3-0F93-F064-74E3-F0A6DE8A7864}"/>
          </ac:picMkLst>
        </pc:picChg>
      </pc:sldChg>
      <pc:sldChg chg="addSp modSp mod setBg setFolMasterObjs addAnim">
        <pc:chgData name="Alberto Ruiz" userId="47fa91d207cfb014" providerId="LiveId" clId="{18923CA4-2A1E-4285-81FF-2717E4C88808}" dt="2024-10-29T18:45:17.603" v="186" actId="27636"/>
        <pc:sldMkLst>
          <pc:docMk/>
          <pc:sldMk cId="1775215732" sldId="549"/>
        </pc:sldMkLst>
        <pc:spChg chg="mod">
          <ac:chgData name="Alberto Ruiz" userId="47fa91d207cfb014" providerId="LiveId" clId="{18923CA4-2A1E-4285-81FF-2717E4C88808}" dt="2024-10-29T18:45:17.603" v="186" actId="27636"/>
          <ac:spMkLst>
            <pc:docMk/>
            <pc:sldMk cId="1775215732" sldId="549"/>
            <ac:spMk id="2" creationId="{F09C9994-B581-3C66-B84E-B5313C139380}"/>
          </ac:spMkLst>
        </pc:spChg>
        <pc:spChg chg="add">
          <ac:chgData name="Alberto Ruiz" userId="47fa91d207cfb014" providerId="LiveId" clId="{18923CA4-2A1E-4285-81FF-2717E4C88808}" dt="2024-10-29T18:45:17.586" v="184" actId="26606"/>
          <ac:spMkLst>
            <pc:docMk/>
            <pc:sldMk cId="1775215732" sldId="549"/>
            <ac:spMk id="2055" creationId="{71199D26-7D8F-4A64-BDBB-73AFABE144A7}"/>
          </ac:spMkLst>
        </pc:spChg>
        <pc:spChg chg="add">
          <ac:chgData name="Alberto Ruiz" userId="47fa91d207cfb014" providerId="LiveId" clId="{18923CA4-2A1E-4285-81FF-2717E4C88808}" dt="2024-10-29T18:45:17.586" v="184" actId="26606"/>
          <ac:spMkLst>
            <pc:docMk/>
            <pc:sldMk cId="1775215732" sldId="549"/>
            <ac:spMk id="2057" creationId="{D7F2FAFA-4D50-41E7-9480-5BABA64EE9F4}"/>
          </ac:spMkLst>
        </pc:spChg>
        <pc:picChg chg="mod ord">
          <ac:chgData name="Alberto Ruiz" userId="47fa91d207cfb014" providerId="LiveId" clId="{18923CA4-2A1E-4285-81FF-2717E4C88808}" dt="2024-10-29T18:45:17.586" v="184" actId="26606"/>
          <ac:picMkLst>
            <pc:docMk/>
            <pc:sldMk cId="1775215732" sldId="549"/>
            <ac:picMk id="4" creationId="{538B39F0-9EB7-F6AD-0228-A0476D1F44F8}"/>
          </ac:picMkLst>
        </pc:picChg>
        <pc:picChg chg="mod">
          <ac:chgData name="Alberto Ruiz" userId="47fa91d207cfb014" providerId="LiveId" clId="{18923CA4-2A1E-4285-81FF-2717E4C88808}" dt="2024-10-29T18:45:17.586" v="184" actId="26606"/>
          <ac:picMkLst>
            <pc:docMk/>
            <pc:sldMk cId="1775215732" sldId="549"/>
            <ac:picMk id="2050" creationId="{55B27DAF-E894-CBAC-AD42-192A936B19B9}"/>
          </ac:picMkLst>
        </pc:picChg>
      </pc:sldChg>
      <pc:sldChg chg="addSp modSp mod setBg setFolMasterObjs">
        <pc:chgData name="Alberto Ruiz" userId="47fa91d207cfb014" providerId="LiveId" clId="{18923CA4-2A1E-4285-81FF-2717E4C88808}" dt="2024-10-29T18:46:46.121" v="220" actId="26606"/>
        <pc:sldMkLst>
          <pc:docMk/>
          <pc:sldMk cId="2484519897" sldId="552"/>
        </pc:sldMkLst>
        <pc:spChg chg="mod">
          <ac:chgData name="Alberto Ruiz" userId="47fa91d207cfb014" providerId="LiveId" clId="{18923CA4-2A1E-4285-81FF-2717E4C88808}" dt="2024-10-29T18:46:46.121" v="220" actId="26606"/>
          <ac:spMkLst>
            <pc:docMk/>
            <pc:sldMk cId="2484519897" sldId="552"/>
            <ac:spMk id="2" creationId="{D90D8878-32A3-3F86-206F-54EBBA560194}"/>
          </ac:spMkLst>
        </pc:spChg>
        <pc:spChg chg="mod">
          <ac:chgData name="Alberto Ruiz" userId="47fa91d207cfb014" providerId="LiveId" clId="{18923CA4-2A1E-4285-81FF-2717E4C88808}" dt="2024-10-29T18:46:46.121" v="220" actId="26606"/>
          <ac:spMkLst>
            <pc:docMk/>
            <pc:sldMk cId="2484519897" sldId="552"/>
            <ac:spMk id="3" creationId="{A919EB75-C665-02C1-F3D7-888C11106646}"/>
          </ac:spMkLst>
        </pc:spChg>
        <pc:spChg chg="add">
          <ac:chgData name="Alberto Ruiz" userId="47fa91d207cfb014" providerId="LiveId" clId="{18923CA4-2A1E-4285-81FF-2717E4C88808}" dt="2024-10-29T18:46:46.121" v="220" actId="26606"/>
          <ac:spMkLst>
            <pc:docMk/>
            <pc:sldMk cId="2484519897" sldId="552"/>
            <ac:spMk id="9" creationId="{45D37F4E-DDB4-456B-97E0-9937730A039F}"/>
          </ac:spMkLst>
        </pc:spChg>
        <pc:spChg chg="add">
          <ac:chgData name="Alberto Ruiz" userId="47fa91d207cfb014" providerId="LiveId" clId="{18923CA4-2A1E-4285-81FF-2717E4C88808}" dt="2024-10-29T18:46:46.121" v="220" actId="26606"/>
          <ac:spMkLst>
            <pc:docMk/>
            <pc:sldMk cId="2484519897" sldId="552"/>
            <ac:spMk id="11" creationId="{B2DD41CD-8F47-4F56-AD12-4E2FF7696987}"/>
          </ac:spMkLst>
        </pc:spChg>
        <pc:picChg chg="mod">
          <ac:chgData name="Alberto Ruiz" userId="47fa91d207cfb014" providerId="LiveId" clId="{18923CA4-2A1E-4285-81FF-2717E4C88808}" dt="2024-10-29T18:46:46.121" v="220" actId="26606"/>
          <ac:picMkLst>
            <pc:docMk/>
            <pc:sldMk cId="2484519897" sldId="552"/>
            <ac:picMk id="4" creationId="{B1457986-329C-F567-06C8-38FBE4B4B740}"/>
          </ac:picMkLst>
        </pc:picChg>
      </pc:sldChg>
      <pc:sldChg chg="addSp modSp mod setBg setFolMasterObjs">
        <pc:chgData name="Alberto Ruiz" userId="47fa91d207cfb014" providerId="LiveId" clId="{18923CA4-2A1E-4285-81FF-2717E4C88808}" dt="2024-10-29T18:46:50.063" v="222" actId="27636"/>
        <pc:sldMkLst>
          <pc:docMk/>
          <pc:sldMk cId="2035228697" sldId="553"/>
        </pc:sldMkLst>
        <pc:spChg chg="mod">
          <ac:chgData name="Alberto Ruiz" userId="47fa91d207cfb014" providerId="LiveId" clId="{18923CA4-2A1E-4285-81FF-2717E4C88808}" dt="2024-10-29T18:46:50.063" v="222" actId="27636"/>
          <ac:spMkLst>
            <pc:docMk/>
            <pc:sldMk cId="2035228697" sldId="553"/>
            <ac:spMk id="2" creationId="{B508EAC3-BE7D-807C-B8BB-289550534D10}"/>
          </ac:spMkLst>
        </pc:spChg>
        <pc:spChg chg="add">
          <ac:chgData name="Alberto Ruiz" userId="47fa91d207cfb014" providerId="LiveId" clId="{18923CA4-2A1E-4285-81FF-2717E4C88808}" dt="2024-10-29T18:46:50.048" v="221" actId="26606"/>
          <ac:spMkLst>
            <pc:docMk/>
            <pc:sldMk cId="2035228697" sldId="553"/>
            <ac:spMk id="15" creationId="{B87C619C-EBAB-488E-96B9-153AA4C9B440}"/>
          </ac:spMkLst>
        </pc:spChg>
        <pc:spChg chg="add">
          <ac:chgData name="Alberto Ruiz" userId="47fa91d207cfb014" providerId="LiveId" clId="{18923CA4-2A1E-4285-81FF-2717E4C88808}" dt="2024-10-29T18:46:50.048" v="221" actId="26606"/>
          <ac:spMkLst>
            <pc:docMk/>
            <pc:sldMk cId="2035228697" sldId="553"/>
            <ac:spMk id="17" creationId="{130DA1C1-36FD-41D8-9826-EE797BF39BAB}"/>
          </ac:spMkLst>
        </pc:spChg>
        <pc:spChg chg="add">
          <ac:chgData name="Alberto Ruiz" userId="47fa91d207cfb014" providerId="LiveId" clId="{18923CA4-2A1E-4285-81FF-2717E4C88808}" dt="2024-10-29T18:46:50.048" v="221" actId="26606"/>
          <ac:spMkLst>
            <pc:docMk/>
            <pc:sldMk cId="2035228697" sldId="553"/>
            <ac:spMk id="19" creationId="{35BC54F7-1315-4D6C-9420-A5BF0CDDBC04}"/>
          </ac:spMkLst>
        </pc:spChg>
        <pc:picChg chg="mod ord">
          <ac:chgData name="Alberto Ruiz" userId="47fa91d207cfb014" providerId="LiveId" clId="{18923CA4-2A1E-4285-81FF-2717E4C88808}" dt="2024-10-29T18:46:50.048" v="221" actId="26606"/>
          <ac:picMkLst>
            <pc:docMk/>
            <pc:sldMk cId="2035228697" sldId="553"/>
            <ac:picMk id="4" creationId="{A9B928FF-C27C-31FC-1076-13273CC2C478}"/>
          </ac:picMkLst>
        </pc:picChg>
        <pc:picChg chg="mod">
          <ac:chgData name="Alberto Ruiz" userId="47fa91d207cfb014" providerId="LiveId" clId="{18923CA4-2A1E-4285-81FF-2717E4C88808}" dt="2024-10-29T18:46:50.048" v="221" actId="26606"/>
          <ac:picMkLst>
            <pc:docMk/>
            <pc:sldMk cId="2035228697" sldId="553"/>
            <ac:picMk id="10" creationId="{EBFE7254-A62E-522F-739A-F041EB53938F}"/>
          </ac:picMkLst>
        </pc:picChg>
      </pc:sldChg>
      <pc:sldChg chg="addSp modSp mod setBg setFolMasterObjs">
        <pc:chgData name="Alberto Ruiz" userId="47fa91d207cfb014" providerId="LiveId" clId="{18923CA4-2A1E-4285-81FF-2717E4C88808}" dt="2024-10-29T18:46:53.063" v="223" actId="26606"/>
        <pc:sldMkLst>
          <pc:docMk/>
          <pc:sldMk cId="949881224" sldId="554"/>
        </pc:sldMkLst>
        <pc:spChg chg="mod">
          <ac:chgData name="Alberto Ruiz" userId="47fa91d207cfb014" providerId="LiveId" clId="{18923CA4-2A1E-4285-81FF-2717E4C88808}" dt="2024-10-29T18:46:53.063" v="223" actId="26606"/>
          <ac:spMkLst>
            <pc:docMk/>
            <pc:sldMk cId="949881224" sldId="554"/>
            <ac:spMk id="2" creationId="{C53D9F04-C9B6-D10B-57EA-040FD020C7BE}"/>
          </ac:spMkLst>
        </pc:spChg>
        <pc:spChg chg="mod">
          <ac:chgData name="Alberto Ruiz" userId="47fa91d207cfb014" providerId="LiveId" clId="{18923CA4-2A1E-4285-81FF-2717E4C88808}" dt="2024-10-29T18:46:53.063" v="223" actId="26606"/>
          <ac:spMkLst>
            <pc:docMk/>
            <pc:sldMk cId="949881224" sldId="554"/>
            <ac:spMk id="3" creationId="{5DCD7514-5865-E163-B40A-E6E55067C0EF}"/>
          </ac:spMkLst>
        </pc:spChg>
        <pc:spChg chg="add">
          <ac:chgData name="Alberto Ruiz" userId="47fa91d207cfb014" providerId="LiveId" clId="{18923CA4-2A1E-4285-81FF-2717E4C88808}" dt="2024-10-29T18:46:53.063" v="223" actId="26606"/>
          <ac:spMkLst>
            <pc:docMk/>
            <pc:sldMk cId="949881224" sldId="554"/>
            <ac:spMk id="11" creationId="{352BEC0E-22F8-46D0-9632-375DB541B06C}"/>
          </ac:spMkLst>
        </pc:spChg>
        <pc:spChg chg="add">
          <ac:chgData name="Alberto Ruiz" userId="47fa91d207cfb014" providerId="LiveId" clId="{18923CA4-2A1E-4285-81FF-2717E4C88808}" dt="2024-10-29T18:46:53.063" v="223" actId="26606"/>
          <ac:spMkLst>
            <pc:docMk/>
            <pc:sldMk cId="949881224" sldId="554"/>
            <ac:spMk id="13" creationId="{3FCFB1DE-0B7E-48CC-BA90-B2AB0889F9D6}"/>
          </ac:spMkLst>
        </pc:spChg>
        <pc:picChg chg="mod">
          <ac:chgData name="Alberto Ruiz" userId="47fa91d207cfb014" providerId="LiveId" clId="{18923CA4-2A1E-4285-81FF-2717E4C88808}" dt="2024-10-29T18:46:53.063" v="223" actId="26606"/>
          <ac:picMkLst>
            <pc:docMk/>
            <pc:sldMk cId="949881224" sldId="554"/>
            <ac:picMk id="4" creationId="{3C1722C2-F8F1-FB6C-88A0-92AEEAB5CF9E}"/>
          </ac:picMkLst>
        </pc:picChg>
        <pc:picChg chg="mod">
          <ac:chgData name="Alberto Ruiz" userId="47fa91d207cfb014" providerId="LiveId" clId="{18923CA4-2A1E-4285-81FF-2717E4C88808}" dt="2024-10-29T18:46:53.063" v="223" actId="26606"/>
          <ac:picMkLst>
            <pc:docMk/>
            <pc:sldMk cId="949881224" sldId="554"/>
            <ac:picMk id="6" creationId="{5F9BFC79-0E4A-CD12-526C-56D93511EE1B}"/>
          </ac:picMkLst>
        </pc:picChg>
      </pc:sldChg>
      <pc:sldChg chg="addSp modSp mod setBg setFolMasterObjs">
        <pc:chgData name="Alberto Ruiz" userId="47fa91d207cfb014" providerId="LiveId" clId="{18923CA4-2A1E-4285-81FF-2717E4C88808}" dt="2024-10-29T18:46:55.907" v="224" actId="26606"/>
        <pc:sldMkLst>
          <pc:docMk/>
          <pc:sldMk cId="2845295628" sldId="556"/>
        </pc:sldMkLst>
        <pc:spChg chg="mod">
          <ac:chgData name="Alberto Ruiz" userId="47fa91d207cfb014" providerId="LiveId" clId="{18923CA4-2A1E-4285-81FF-2717E4C88808}" dt="2024-10-29T18:46:55.907" v="224" actId="26606"/>
          <ac:spMkLst>
            <pc:docMk/>
            <pc:sldMk cId="2845295628" sldId="556"/>
            <ac:spMk id="2" creationId="{C7C5F45B-8021-C3FF-328F-F03BAE733CD9}"/>
          </ac:spMkLst>
        </pc:spChg>
        <pc:spChg chg="mod">
          <ac:chgData name="Alberto Ruiz" userId="47fa91d207cfb014" providerId="LiveId" clId="{18923CA4-2A1E-4285-81FF-2717E4C88808}" dt="2024-10-29T18:46:55.907" v="224" actId="26606"/>
          <ac:spMkLst>
            <pc:docMk/>
            <pc:sldMk cId="2845295628" sldId="556"/>
            <ac:spMk id="4" creationId="{1C4A8853-9A43-6750-7C54-BD14F3788F33}"/>
          </ac:spMkLst>
        </pc:spChg>
        <pc:spChg chg="add">
          <ac:chgData name="Alberto Ruiz" userId="47fa91d207cfb014" providerId="LiveId" clId="{18923CA4-2A1E-4285-81FF-2717E4C88808}" dt="2024-10-29T18:46:55.907" v="224" actId="26606"/>
          <ac:spMkLst>
            <pc:docMk/>
            <pc:sldMk cId="2845295628" sldId="556"/>
            <ac:spMk id="11" creationId="{352BEC0E-22F8-46D0-9632-375DB541B06C}"/>
          </ac:spMkLst>
        </pc:spChg>
        <pc:spChg chg="add">
          <ac:chgData name="Alberto Ruiz" userId="47fa91d207cfb014" providerId="LiveId" clId="{18923CA4-2A1E-4285-81FF-2717E4C88808}" dt="2024-10-29T18:46:55.907" v="224" actId="26606"/>
          <ac:spMkLst>
            <pc:docMk/>
            <pc:sldMk cId="2845295628" sldId="556"/>
            <ac:spMk id="13" creationId="{3FCFB1DE-0B7E-48CC-BA90-B2AB0889F9D6}"/>
          </ac:spMkLst>
        </pc:spChg>
        <pc:picChg chg="mod">
          <ac:chgData name="Alberto Ruiz" userId="47fa91d207cfb014" providerId="LiveId" clId="{18923CA4-2A1E-4285-81FF-2717E4C88808}" dt="2024-10-29T18:46:55.907" v="224" actId="26606"/>
          <ac:picMkLst>
            <pc:docMk/>
            <pc:sldMk cId="2845295628" sldId="556"/>
            <ac:picMk id="3" creationId="{825DA8E9-09E5-5DCE-9490-AB1731D82B45}"/>
          </ac:picMkLst>
        </pc:picChg>
        <pc:picChg chg="mod">
          <ac:chgData name="Alberto Ruiz" userId="47fa91d207cfb014" providerId="LiveId" clId="{18923CA4-2A1E-4285-81FF-2717E4C88808}" dt="2024-10-29T18:46:55.907" v="224" actId="26606"/>
          <ac:picMkLst>
            <pc:docMk/>
            <pc:sldMk cId="2845295628" sldId="556"/>
            <ac:picMk id="6" creationId="{D08E996F-51E0-EF20-0D0A-000EB324E24D}"/>
          </ac:picMkLst>
        </pc:picChg>
      </pc:sldChg>
      <pc:sldChg chg="addSp modSp mod setBg setFolMasterObjs">
        <pc:chgData name="Alberto Ruiz" userId="47fa91d207cfb014" providerId="LiveId" clId="{18923CA4-2A1E-4285-81FF-2717E4C88808}" dt="2024-10-29T18:47:16.009" v="230" actId="26606"/>
        <pc:sldMkLst>
          <pc:docMk/>
          <pc:sldMk cId="376023604" sldId="557"/>
        </pc:sldMkLst>
        <pc:spChg chg="mod">
          <ac:chgData name="Alberto Ruiz" userId="47fa91d207cfb014" providerId="LiveId" clId="{18923CA4-2A1E-4285-81FF-2717E4C88808}" dt="2024-10-29T18:47:16.009" v="230" actId="26606"/>
          <ac:spMkLst>
            <pc:docMk/>
            <pc:sldMk cId="376023604" sldId="557"/>
            <ac:spMk id="2" creationId="{124A1829-04A2-D94C-CBCD-12BE74F293AB}"/>
          </ac:spMkLst>
        </pc:spChg>
        <pc:spChg chg="mod">
          <ac:chgData name="Alberto Ruiz" userId="47fa91d207cfb014" providerId="LiveId" clId="{18923CA4-2A1E-4285-81FF-2717E4C88808}" dt="2024-10-29T18:47:16.009" v="230" actId="26606"/>
          <ac:spMkLst>
            <pc:docMk/>
            <pc:sldMk cId="376023604" sldId="557"/>
            <ac:spMk id="3" creationId="{F51B3873-CBD0-68FB-030E-7E4EC5031520}"/>
          </ac:spMkLst>
        </pc:spChg>
        <pc:spChg chg="add">
          <ac:chgData name="Alberto Ruiz" userId="47fa91d207cfb014" providerId="LiveId" clId="{18923CA4-2A1E-4285-81FF-2717E4C88808}" dt="2024-10-29T18:47:16.009" v="230" actId="26606"/>
          <ac:spMkLst>
            <pc:docMk/>
            <pc:sldMk cId="376023604" sldId="557"/>
            <ac:spMk id="9" creationId="{45D37F4E-DDB4-456B-97E0-9937730A039F}"/>
          </ac:spMkLst>
        </pc:spChg>
        <pc:spChg chg="add">
          <ac:chgData name="Alberto Ruiz" userId="47fa91d207cfb014" providerId="LiveId" clId="{18923CA4-2A1E-4285-81FF-2717E4C88808}" dt="2024-10-29T18:47:16.009" v="230" actId="26606"/>
          <ac:spMkLst>
            <pc:docMk/>
            <pc:sldMk cId="376023604" sldId="557"/>
            <ac:spMk id="11" creationId="{B2DD41CD-8F47-4F56-AD12-4E2FF7696987}"/>
          </ac:spMkLst>
        </pc:spChg>
        <pc:picChg chg="mod">
          <ac:chgData name="Alberto Ruiz" userId="47fa91d207cfb014" providerId="LiveId" clId="{18923CA4-2A1E-4285-81FF-2717E4C88808}" dt="2024-10-29T18:47:16.009" v="230" actId="26606"/>
          <ac:picMkLst>
            <pc:docMk/>
            <pc:sldMk cId="376023604" sldId="557"/>
            <ac:picMk id="4" creationId="{6B3941C3-82E6-7B2A-A544-E6069301ECCF}"/>
          </ac:picMkLst>
        </pc:picChg>
      </pc:sldChg>
      <pc:sldChg chg="addSp modSp mod setBg setFolMasterObjs">
        <pc:chgData name="Alberto Ruiz" userId="47fa91d207cfb014" providerId="LiveId" clId="{18923CA4-2A1E-4285-81FF-2717E4C88808}" dt="2024-10-29T18:47:20.899" v="232" actId="26606"/>
        <pc:sldMkLst>
          <pc:docMk/>
          <pc:sldMk cId="1415839754" sldId="558"/>
        </pc:sldMkLst>
        <pc:spChg chg="mod">
          <ac:chgData name="Alberto Ruiz" userId="47fa91d207cfb014" providerId="LiveId" clId="{18923CA4-2A1E-4285-81FF-2717E4C88808}" dt="2024-10-29T18:47:20.899" v="232" actId="26606"/>
          <ac:spMkLst>
            <pc:docMk/>
            <pc:sldMk cId="1415839754" sldId="558"/>
            <ac:spMk id="2" creationId="{A49C084B-69AE-016C-BDFB-E6F16E0E9B36}"/>
          </ac:spMkLst>
        </pc:spChg>
        <pc:spChg chg="mod ord">
          <ac:chgData name="Alberto Ruiz" userId="47fa91d207cfb014" providerId="LiveId" clId="{18923CA4-2A1E-4285-81FF-2717E4C88808}" dt="2024-10-29T18:47:20.899" v="232" actId="26606"/>
          <ac:spMkLst>
            <pc:docMk/>
            <pc:sldMk cId="1415839754" sldId="558"/>
            <ac:spMk id="3" creationId="{7B263BE4-854F-5A47-D50F-F0186CD28047}"/>
          </ac:spMkLst>
        </pc:spChg>
        <pc:spChg chg="add">
          <ac:chgData name="Alberto Ruiz" userId="47fa91d207cfb014" providerId="LiveId" clId="{18923CA4-2A1E-4285-81FF-2717E4C88808}" dt="2024-10-29T18:47:20.899" v="232" actId="26606"/>
          <ac:spMkLst>
            <pc:docMk/>
            <pc:sldMk cId="1415839754" sldId="558"/>
            <ac:spMk id="8201" creationId="{53B475F8-50AE-46A0-9943-B2B63183D50C}"/>
          </ac:spMkLst>
        </pc:spChg>
        <pc:spChg chg="add">
          <ac:chgData name="Alberto Ruiz" userId="47fa91d207cfb014" providerId="LiveId" clId="{18923CA4-2A1E-4285-81FF-2717E4C88808}" dt="2024-10-29T18:47:20.899" v="232" actId="26606"/>
          <ac:spMkLst>
            <pc:docMk/>
            <pc:sldMk cId="1415839754" sldId="558"/>
            <ac:spMk id="8203" creationId="{75F6FDB4-2351-48C2-A863-2364A02343C0}"/>
          </ac:spMkLst>
        </pc:spChg>
        <pc:picChg chg="mod ord">
          <ac:chgData name="Alberto Ruiz" userId="47fa91d207cfb014" providerId="LiveId" clId="{18923CA4-2A1E-4285-81FF-2717E4C88808}" dt="2024-10-29T18:47:20.899" v="232" actId="26606"/>
          <ac:picMkLst>
            <pc:docMk/>
            <pc:sldMk cId="1415839754" sldId="558"/>
            <ac:picMk id="4" creationId="{9EFD8925-AAF9-F192-BF1A-805B7A526963}"/>
          </ac:picMkLst>
        </pc:picChg>
        <pc:picChg chg="mod">
          <ac:chgData name="Alberto Ruiz" userId="47fa91d207cfb014" providerId="LiveId" clId="{18923CA4-2A1E-4285-81FF-2717E4C88808}" dt="2024-10-29T18:47:20.899" v="232" actId="26606"/>
          <ac:picMkLst>
            <pc:docMk/>
            <pc:sldMk cId="1415839754" sldId="558"/>
            <ac:picMk id="8194" creationId="{10541DEA-6D2B-F218-3387-604021DA7792}"/>
          </ac:picMkLst>
        </pc:picChg>
        <pc:picChg chg="mod">
          <ac:chgData name="Alberto Ruiz" userId="47fa91d207cfb014" providerId="LiveId" clId="{18923CA4-2A1E-4285-81FF-2717E4C88808}" dt="2024-10-29T18:47:20.899" v="232" actId="26606"/>
          <ac:picMkLst>
            <pc:docMk/>
            <pc:sldMk cId="1415839754" sldId="558"/>
            <ac:picMk id="8196" creationId="{A0D6626B-3312-0D20-D700-1C919467B1D6}"/>
          </ac:picMkLst>
        </pc:picChg>
      </pc:sldChg>
      <pc:sldChg chg="addSp modSp mod setBg setFolMasterObjs">
        <pc:chgData name="Alberto Ruiz" userId="47fa91d207cfb014" providerId="LiveId" clId="{18923CA4-2A1E-4285-81FF-2717E4C88808}" dt="2024-10-29T18:47:24.306" v="233" actId="26606"/>
        <pc:sldMkLst>
          <pc:docMk/>
          <pc:sldMk cId="355847485" sldId="559"/>
        </pc:sldMkLst>
        <pc:spChg chg="mod">
          <ac:chgData name="Alberto Ruiz" userId="47fa91d207cfb014" providerId="LiveId" clId="{18923CA4-2A1E-4285-81FF-2717E4C88808}" dt="2024-10-29T18:47:24.306" v="233" actId="26606"/>
          <ac:spMkLst>
            <pc:docMk/>
            <pc:sldMk cId="355847485" sldId="559"/>
            <ac:spMk id="2" creationId="{6D4055EE-9576-EE22-81E8-613F3EBB32C2}"/>
          </ac:spMkLst>
        </pc:spChg>
        <pc:spChg chg="mod">
          <ac:chgData name="Alberto Ruiz" userId="47fa91d207cfb014" providerId="LiveId" clId="{18923CA4-2A1E-4285-81FF-2717E4C88808}" dt="2024-10-29T18:47:24.306" v="233" actId="26606"/>
          <ac:spMkLst>
            <pc:docMk/>
            <pc:sldMk cId="355847485" sldId="559"/>
            <ac:spMk id="3" creationId="{7149AFD8-FA8D-2AB3-6A16-B4B84C75A9EE}"/>
          </ac:spMkLst>
        </pc:spChg>
        <pc:spChg chg="add">
          <ac:chgData name="Alberto Ruiz" userId="47fa91d207cfb014" providerId="LiveId" clId="{18923CA4-2A1E-4285-81FF-2717E4C88808}" dt="2024-10-29T18:47:24.306" v="233" actId="26606"/>
          <ac:spMkLst>
            <pc:docMk/>
            <pc:sldMk cId="355847485" sldId="559"/>
            <ac:spMk id="11" creationId="{45D37F4E-DDB4-456B-97E0-9937730A039F}"/>
          </ac:spMkLst>
        </pc:spChg>
        <pc:spChg chg="add">
          <ac:chgData name="Alberto Ruiz" userId="47fa91d207cfb014" providerId="LiveId" clId="{18923CA4-2A1E-4285-81FF-2717E4C88808}" dt="2024-10-29T18:47:24.306" v="233" actId="26606"/>
          <ac:spMkLst>
            <pc:docMk/>
            <pc:sldMk cId="355847485" sldId="559"/>
            <ac:spMk id="13" creationId="{B2DD41CD-8F47-4F56-AD12-4E2FF7696987}"/>
          </ac:spMkLst>
        </pc:spChg>
        <pc:picChg chg="mod">
          <ac:chgData name="Alberto Ruiz" userId="47fa91d207cfb014" providerId="LiveId" clId="{18923CA4-2A1E-4285-81FF-2717E4C88808}" dt="2024-10-29T18:47:24.306" v="233" actId="26606"/>
          <ac:picMkLst>
            <pc:docMk/>
            <pc:sldMk cId="355847485" sldId="559"/>
            <ac:picMk id="4" creationId="{19671B8A-6885-173D-B431-4ACEB1F44484}"/>
          </ac:picMkLst>
        </pc:picChg>
      </pc:sldChg>
      <pc:sldChg chg="modSp mod">
        <pc:chgData name="Alberto Ruiz" userId="47fa91d207cfb014" providerId="LiveId" clId="{18923CA4-2A1E-4285-81FF-2717E4C88808}" dt="2024-10-29T18:39:54.155" v="115" actId="207"/>
        <pc:sldMkLst>
          <pc:docMk/>
          <pc:sldMk cId="4023351115" sldId="561"/>
        </pc:sldMkLst>
        <pc:spChg chg="mod">
          <ac:chgData name="Alberto Ruiz" userId="47fa91d207cfb014" providerId="LiveId" clId="{18923CA4-2A1E-4285-81FF-2717E4C88808}" dt="2024-10-29T18:36:37.639" v="65" actId="27636"/>
          <ac:spMkLst>
            <pc:docMk/>
            <pc:sldMk cId="4023351115" sldId="561"/>
            <ac:spMk id="2" creationId="{7EDA018C-4981-A035-F52E-532641B6BED0}"/>
          </ac:spMkLst>
        </pc:spChg>
        <pc:graphicFrameChg chg="modGraphic">
          <ac:chgData name="Alberto Ruiz" userId="47fa91d207cfb014" providerId="LiveId" clId="{18923CA4-2A1E-4285-81FF-2717E4C88808}" dt="2024-10-29T18:39:54.155" v="115" actId="207"/>
          <ac:graphicFrameMkLst>
            <pc:docMk/>
            <pc:sldMk cId="4023351115" sldId="561"/>
            <ac:graphicFrameMk id="7" creationId="{80406B7E-4263-77FA-497A-E170057100C6}"/>
          </ac:graphicFrameMkLst>
        </pc:graphicFrameChg>
      </pc:sldChg>
      <pc:sldChg chg="addSp modSp mod setBg setFolMasterObjs">
        <pc:chgData name="Alberto Ruiz" userId="47fa91d207cfb014" providerId="LiveId" clId="{18923CA4-2A1E-4285-81FF-2717E4C88808}" dt="2024-10-29T18:39:43.288" v="113" actId="26606"/>
        <pc:sldMkLst>
          <pc:docMk/>
          <pc:sldMk cId="893528446" sldId="563"/>
        </pc:sldMkLst>
        <pc:spChg chg="mod">
          <ac:chgData name="Alberto Ruiz" userId="47fa91d207cfb014" providerId="LiveId" clId="{18923CA4-2A1E-4285-81FF-2717E4C88808}" dt="2024-10-29T18:39:43.288" v="113" actId="26606"/>
          <ac:spMkLst>
            <pc:docMk/>
            <pc:sldMk cId="893528446" sldId="563"/>
            <ac:spMk id="2" creationId="{A4506E06-E527-EE53-A512-82CCECB5388E}"/>
          </ac:spMkLst>
        </pc:spChg>
        <pc:spChg chg="mod">
          <ac:chgData name="Alberto Ruiz" userId="47fa91d207cfb014" providerId="LiveId" clId="{18923CA4-2A1E-4285-81FF-2717E4C88808}" dt="2024-10-29T18:39:43.288" v="113" actId="26606"/>
          <ac:spMkLst>
            <pc:docMk/>
            <pc:sldMk cId="893528446" sldId="563"/>
            <ac:spMk id="3" creationId="{C145EBB0-F5E0-ACAA-052A-16ABA7536E6E}"/>
          </ac:spMkLst>
        </pc:spChg>
        <pc:spChg chg="add">
          <ac:chgData name="Alberto Ruiz" userId="47fa91d207cfb014" providerId="LiveId" clId="{18923CA4-2A1E-4285-81FF-2717E4C88808}" dt="2024-10-29T18:39:43.288" v="113" actId="26606"/>
          <ac:spMkLst>
            <pc:docMk/>
            <pc:sldMk cId="893528446" sldId="563"/>
            <ac:spMk id="11" creationId="{394842B0-684D-44CC-B4BC-D13331CFD290}"/>
          </ac:spMkLst>
        </pc:spChg>
        <pc:spChg chg="add">
          <ac:chgData name="Alberto Ruiz" userId="47fa91d207cfb014" providerId="LiveId" clId="{18923CA4-2A1E-4285-81FF-2717E4C88808}" dt="2024-10-29T18:39:43.288" v="113" actId="26606"/>
          <ac:spMkLst>
            <pc:docMk/>
            <pc:sldMk cId="893528446" sldId="563"/>
            <ac:spMk id="13" creationId="{4C2A3DC3-F495-4B99-9FF3-3FB30D63235E}"/>
          </ac:spMkLst>
        </pc:spChg>
        <pc:picChg chg="mod ord">
          <ac:chgData name="Alberto Ruiz" userId="47fa91d207cfb014" providerId="LiveId" clId="{18923CA4-2A1E-4285-81FF-2717E4C88808}" dt="2024-10-29T18:39:43.288" v="113" actId="26606"/>
          <ac:picMkLst>
            <pc:docMk/>
            <pc:sldMk cId="893528446" sldId="563"/>
            <ac:picMk id="5" creationId="{BB2A1D54-68D3-5A51-7C44-81C21871FAB7}"/>
          </ac:picMkLst>
        </pc:picChg>
        <pc:picChg chg="mod">
          <ac:chgData name="Alberto Ruiz" userId="47fa91d207cfb014" providerId="LiveId" clId="{18923CA4-2A1E-4285-81FF-2717E4C88808}" dt="2024-10-29T18:39:43.288" v="113" actId="26606"/>
          <ac:picMkLst>
            <pc:docMk/>
            <pc:sldMk cId="893528446" sldId="563"/>
            <ac:picMk id="6" creationId="{61E02719-9371-38B9-4F43-5E00E92CAF22}"/>
          </ac:picMkLst>
        </pc:picChg>
      </pc:sldChg>
      <pc:sldChg chg="addSp modSp mod setBg setFolMasterObjs">
        <pc:chgData name="Alberto Ruiz" userId="47fa91d207cfb014" providerId="LiveId" clId="{18923CA4-2A1E-4285-81FF-2717E4C88808}" dt="2024-10-29T18:39:24.561" v="106" actId="26606"/>
        <pc:sldMkLst>
          <pc:docMk/>
          <pc:sldMk cId="1430832641" sldId="564"/>
        </pc:sldMkLst>
        <pc:spChg chg="mod">
          <ac:chgData name="Alberto Ruiz" userId="47fa91d207cfb014" providerId="LiveId" clId="{18923CA4-2A1E-4285-81FF-2717E4C88808}" dt="2024-10-29T18:39:24.561" v="106" actId="26606"/>
          <ac:spMkLst>
            <pc:docMk/>
            <pc:sldMk cId="1430832641" sldId="564"/>
            <ac:spMk id="2" creationId="{D1332C85-520E-139E-C409-DE6D3B1BFB49}"/>
          </ac:spMkLst>
        </pc:spChg>
        <pc:spChg chg="mod">
          <ac:chgData name="Alberto Ruiz" userId="47fa91d207cfb014" providerId="LiveId" clId="{18923CA4-2A1E-4285-81FF-2717E4C88808}" dt="2024-10-29T18:39:24.561" v="106" actId="26606"/>
          <ac:spMkLst>
            <pc:docMk/>
            <pc:sldMk cId="1430832641" sldId="564"/>
            <ac:spMk id="3" creationId="{CEB7BFBF-0E32-BAF7-2D92-1224F59933D7}"/>
          </ac:spMkLst>
        </pc:spChg>
        <pc:spChg chg="add">
          <ac:chgData name="Alberto Ruiz" userId="47fa91d207cfb014" providerId="LiveId" clId="{18923CA4-2A1E-4285-81FF-2717E4C88808}" dt="2024-10-29T18:39:24.561" v="106" actId="26606"/>
          <ac:spMkLst>
            <pc:docMk/>
            <pc:sldMk cId="1430832641" sldId="564"/>
            <ac:spMk id="8" creationId="{907EF6B7-1338-4443-8C46-6A318D952DFD}"/>
          </ac:spMkLst>
        </pc:spChg>
        <pc:spChg chg="add">
          <ac:chgData name="Alberto Ruiz" userId="47fa91d207cfb014" providerId="LiveId" clId="{18923CA4-2A1E-4285-81FF-2717E4C88808}" dt="2024-10-29T18:39:24.561" v="106" actId="26606"/>
          <ac:spMkLst>
            <pc:docMk/>
            <pc:sldMk cId="1430832641" sldId="564"/>
            <ac:spMk id="10" creationId="{DAAE4CDD-124C-4DCF-9584-B6033B545DD5}"/>
          </ac:spMkLst>
        </pc:spChg>
        <pc:spChg chg="add">
          <ac:chgData name="Alberto Ruiz" userId="47fa91d207cfb014" providerId="LiveId" clId="{18923CA4-2A1E-4285-81FF-2717E4C88808}" dt="2024-10-29T18:39:24.561" v="106" actId="26606"/>
          <ac:spMkLst>
            <pc:docMk/>
            <pc:sldMk cId="1430832641" sldId="564"/>
            <ac:spMk id="12" creationId="{081E4A58-353D-44AE-B2FC-2A74E2E400F7}"/>
          </ac:spMkLst>
        </pc:spChg>
      </pc:sldChg>
      <pc:sldChg chg="addSp modSp mod setBg setFolMasterObjs">
        <pc:chgData name="Alberto Ruiz" userId="47fa91d207cfb014" providerId="LiveId" clId="{18923CA4-2A1E-4285-81FF-2717E4C88808}" dt="2024-10-29T18:40:57.642" v="126" actId="26606"/>
        <pc:sldMkLst>
          <pc:docMk/>
          <pc:sldMk cId="3232265757" sldId="566"/>
        </pc:sldMkLst>
        <pc:spChg chg="mod">
          <ac:chgData name="Alberto Ruiz" userId="47fa91d207cfb014" providerId="LiveId" clId="{18923CA4-2A1E-4285-81FF-2717E4C88808}" dt="2024-10-29T18:40:57.642" v="126" actId="26606"/>
          <ac:spMkLst>
            <pc:docMk/>
            <pc:sldMk cId="3232265757" sldId="566"/>
            <ac:spMk id="2" creationId="{D74DF793-7762-B993-BCDD-49525BEC4FDC}"/>
          </ac:spMkLst>
        </pc:spChg>
        <pc:spChg chg="mod">
          <ac:chgData name="Alberto Ruiz" userId="47fa91d207cfb014" providerId="LiveId" clId="{18923CA4-2A1E-4285-81FF-2717E4C88808}" dt="2024-10-29T18:40:57.642" v="126" actId="26606"/>
          <ac:spMkLst>
            <pc:docMk/>
            <pc:sldMk cId="3232265757" sldId="566"/>
            <ac:spMk id="3" creationId="{93F2F1C4-4D92-62FD-ADB2-F811DCCDC67B}"/>
          </ac:spMkLst>
        </pc:spChg>
        <pc:spChg chg="add">
          <ac:chgData name="Alberto Ruiz" userId="47fa91d207cfb014" providerId="LiveId" clId="{18923CA4-2A1E-4285-81FF-2717E4C88808}" dt="2024-10-29T18:40:57.642" v="126" actId="26606"/>
          <ac:spMkLst>
            <pc:docMk/>
            <pc:sldMk cId="3232265757" sldId="566"/>
            <ac:spMk id="9" creationId="{45D37F4E-DDB4-456B-97E0-9937730A039F}"/>
          </ac:spMkLst>
        </pc:spChg>
        <pc:spChg chg="add">
          <ac:chgData name="Alberto Ruiz" userId="47fa91d207cfb014" providerId="LiveId" clId="{18923CA4-2A1E-4285-81FF-2717E4C88808}" dt="2024-10-29T18:40:57.642" v="126" actId="26606"/>
          <ac:spMkLst>
            <pc:docMk/>
            <pc:sldMk cId="3232265757" sldId="566"/>
            <ac:spMk id="11" creationId="{B2DD41CD-8F47-4F56-AD12-4E2FF7696987}"/>
          </ac:spMkLst>
        </pc:spChg>
        <pc:picChg chg="mod">
          <ac:chgData name="Alberto Ruiz" userId="47fa91d207cfb014" providerId="LiveId" clId="{18923CA4-2A1E-4285-81FF-2717E4C88808}" dt="2024-10-29T18:40:57.642" v="126" actId="26606"/>
          <ac:picMkLst>
            <pc:docMk/>
            <pc:sldMk cId="3232265757" sldId="566"/>
            <ac:picMk id="4" creationId="{65CD8972-D992-B11F-7AC6-AAC8807A4780}"/>
          </ac:picMkLst>
        </pc:picChg>
      </pc:sldChg>
      <pc:sldChg chg="addSp modSp mod setBg setFolMasterObjs">
        <pc:chgData name="Alberto Ruiz" userId="47fa91d207cfb014" providerId="LiveId" clId="{18923CA4-2A1E-4285-81FF-2717E4C88808}" dt="2024-10-29T18:39:39.064" v="112" actId="26606"/>
        <pc:sldMkLst>
          <pc:docMk/>
          <pc:sldMk cId="341105690" sldId="567"/>
        </pc:sldMkLst>
        <pc:spChg chg="mod">
          <ac:chgData name="Alberto Ruiz" userId="47fa91d207cfb014" providerId="LiveId" clId="{18923CA4-2A1E-4285-81FF-2717E4C88808}" dt="2024-10-29T18:39:39.064" v="112" actId="26606"/>
          <ac:spMkLst>
            <pc:docMk/>
            <pc:sldMk cId="341105690" sldId="567"/>
            <ac:spMk id="2" creationId="{31FD5F52-42DF-DE4B-D0D5-6BFBE2E31E5F}"/>
          </ac:spMkLst>
        </pc:spChg>
        <pc:spChg chg="mod">
          <ac:chgData name="Alberto Ruiz" userId="47fa91d207cfb014" providerId="LiveId" clId="{18923CA4-2A1E-4285-81FF-2717E4C88808}" dt="2024-10-29T18:39:39.064" v="112" actId="26606"/>
          <ac:spMkLst>
            <pc:docMk/>
            <pc:sldMk cId="341105690" sldId="567"/>
            <ac:spMk id="3" creationId="{E905A6D8-D013-98AE-5633-ABD3883E3A68}"/>
          </ac:spMkLst>
        </pc:spChg>
        <pc:spChg chg="add">
          <ac:chgData name="Alberto Ruiz" userId="47fa91d207cfb014" providerId="LiveId" clId="{18923CA4-2A1E-4285-81FF-2717E4C88808}" dt="2024-10-29T18:39:39.064" v="112" actId="26606"/>
          <ac:spMkLst>
            <pc:docMk/>
            <pc:sldMk cId="341105690" sldId="567"/>
            <ac:spMk id="10" creationId="{394842B0-684D-44CC-B4BC-D13331CFD290}"/>
          </ac:spMkLst>
        </pc:spChg>
        <pc:spChg chg="add">
          <ac:chgData name="Alberto Ruiz" userId="47fa91d207cfb014" providerId="LiveId" clId="{18923CA4-2A1E-4285-81FF-2717E4C88808}" dt="2024-10-29T18:39:39.064" v="112" actId="26606"/>
          <ac:spMkLst>
            <pc:docMk/>
            <pc:sldMk cId="341105690" sldId="567"/>
            <ac:spMk id="12" creationId="{4C2A3DC3-F495-4B99-9FF3-3FB30D63235E}"/>
          </ac:spMkLst>
        </pc:spChg>
        <pc:picChg chg="mod">
          <ac:chgData name="Alberto Ruiz" userId="47fa91d207cfb014" providerId="LiveId" clId="{18923CA4-2A1E-4285-81FF-2717E4C88808}" dt="2024-10-29T18:39:39.064" v="112" actId="26606"/>
          <ac:picMkLst>
            <pc:docMk/>
            <pc:sldMk cId="341105690" sldId="567"/>
            <ac:picMk id="4" creationId="{D1842663-C60C-D5D8-C376-C2072A5F1DD0}"/>
          </ac:picMkLst>
        </pc:picChg>
        <pc:picChg chg="mod">
          <ac:chgData name="Alberto Ruiz" userId="47fa91d207cfb014" providerId="LiveId" clId="{18923CA4-2A1E-4285-81FF-2717E4C88808}" dt="2024-10-29T18:39:39.064" v="112" actId="26606"/>
          <ac:picMkLst>
            <pc:docMk/>
            <pc:sldMk cId="341105690" sldId="567"/>
            <ac:picMk id="5" creationId="{493CA6B6-4345-DCF4-10F9-6D101E70D73B}"/>
          </ac:picMkLst>
        </pc:picChg>
      </pc:sldChg>
      <pc:sldChg chg="addSp modSp mod setBg setFolMasterObjs">
        <pc:chgData name="Alberto Ruiz" userId="47fa91d207cfb014" providerId="LiveId" clId="{18923CA4-2A1E-4285-81FF-2717E4C88808}" dt="2024-10-29T18:39:35.540" v="111" actId="403"/>
        <pc:sldMkLst>
          <pc:docMk/>
          <pc:sldMk cId="307766856" sldId="568"/>
        </pc:sldMkLst>
        <pc:spChg chg="mod">
          <ac:chgData name="Alberto Ruiz" userId="47fa91d207cfb014" providerId="LiveId" clId="{18923CA4-2A1E-4285-81FF-2717E4C88808}" dt="2024-10-29T18:39:28.250" v="107" actId="26606"/>
          <ac:spMkLst>
            <pc:docMk/>
            <pc:sldMk cId="307766856" sldId="568"/>
            <ac:spMk id="2" creationId="{63679B04-1E8F-9018-D468-5AE2F07A3311}"/>
          </ac:spMkLst>
        </pc:spChg>
        <pc:spChg chg="mod">
          <ac:chgData name="Alberto Ruiz" userId="47fa91d207cfb014" providerId="LiveId" clId="{18923CA4-2A1E-4285-81FF-2717E4C88808}" dt="2024-10-29T18:39:35.540" v="111" actId="403"/>
          <ac:spMkLst>
            <pc:docMk/>
            <pc:sldMk cId="307766856" sldId="568"/>
            <ac:spMk id="3" creationId="{2A0A75AB-8713-4622-F7A8-790BDD17D369}"/>
          </ac:spMkLst>
        </pc:spChg>
        <pc:spChg chg="add">
          <ac:chgData name="Alberto Ruiz" userId="47fa91d207cfb014" providerId="LiveId" clId="{18923CA4-2A1E-4285-81FF-2717E4C88808}" dt="2024-10-29T18:39:28.250" v="107" actId="26606"/>
          <ac:spMkLst>
            <pc:docMk/>
            <pc:sldMk cId="307766856" sldId="568"/>
            <ac:spMk id="10" creationId="{D2B783EE-0239-4717-BBEA-8C9EAC61C824}"/>
          </ac:spMkLst>
        </pc:spChg>
        <pc:spChg chg="add">
          <ac:chgData name="Alberto Ruiz" userId="47fa91d207cfb014" providerId="LiveId" clId="{18923CA4-2A1E-4285-81FF-2717E4C88808}" dt="2024-10-29T18:39:28.250" v="107" actId="26606"/>
          <ac:spMkLst>
            <pc:docMk/>
            <pc:sldMk cId="307766856" sldId="568"/>
            <ac:spMk id="12" creationId="{A7B99495-F43F-4D80-A44F-2CB4764EB90B}"/>
          </ac:spMkLst>
        </pc:spChg>
        <pc:spChg chg="add">
          <ac:chgData name="Alberto Ruiz" userId="47fa91d207cfb014" providerId="LiveId" clId="{18923CA4-2A1E-4285-81FF-2717E4C88808}" dt="2024-10-29T18:39:28.250" v="107" actId="26606"/>
          <ac:spMkLst>
            <pc:docMk/>
            <pc:sldMk cId="307766856" sldId="568"/>
            <ac:spMk id="14" creationId="{70BEB1E7-2F88-40BC-B73D-42E5B6F80BFC}"/>
          </ac:spMkLst>
        </pc:spChg>
        <pc:picChg chg="mod">
          <ac:chgData name="Alberto Ruiz" userId="47fa91d207cfb014" providerId="LiveId" clId="{18923CA4-2A1E-4285-81FF-2717E4C88808}" dt="2024-10-29T18:39:28.250" v="107" actId="26606"/>
          <ac:picMkLst>
            <pc:docMk/>
            <pc:sldMk cId="307766856" sldId="568"/>
            <ac:picMk id="4" creationId="{E9BD00CC-A6D9-0512-18F7-00F19B58E4A1}"/>
          </ac:picMkLst>
        </pc:picChg>
        <pc:picChg chg="mod">
          <ac:chgData name="Alberto Ruiz" userId="47fa91d207cfb014" providerId="LiveId" clId="{18923CA4-2A1E-4285-81FF-2717E4C88808}" dt="2024-10-29T18:39:28.250" v="107" actId="26606"/>
          <ac:picMkLst>
            <pc:docMk/>
            <pc:sldMk cId="307766856" sldId="568"/>
            <ac:picMk id="5" creationId="{A0CDB486-0AC2-775F-2A9E-F72731428FB0}"/>
          </ac:picMkLst>
        </pc:picChg>
      </pc:sldChg>
      <pc:sldChg chg="addSp delSp modSp mod">
        <pc:chgData name="Alberto Ruiz" userId="47fa91d207cfb014" providerId="LiveId" clId="{18923CA4-2A1E-4285-81FF-2717E4C88808}" dt="2024-10-29T18:50:20.215" v="272" actId="20577"/>
        <pc:sldMkLst>
          <pc:docMk/>
          <pc:sldMk cId="533214260" sldId="569"/>
        </pc:sldMkLst>
        <pc:spChg chg="del mod">
          <ac:chgData name="Alberto Ruiz" userId="47fa91d207cfb014" providerId="LiveId" clId="{18923CA4-2A1E-4285-81FF-2717E4C88808}" dt="2024-10-29T18:38:43.260" v="103" actId="26606"/>
          <ac:spMkLst>
            <pc:docMk/>
            <pc:sldMk cId="533214260" sldId="569"/>
            <ac:spMk id="2" creationId="{428D6CBF-0BFE-EBEC-9261-B66792E91C86}"/>
          </ac:spMkLst>
        </pc:spChg>
        <pc:graphicFrameChg chg="add mod">
          <ac:chgData name="Alberto Ruiz" userId="47fa91d207cfb014" providerId="LiveId" clId="{18923CA4-2A1E-4285-81FF-2717E4C88808}" dt="2024-10-29T18:50:20.215" v="272" actId="20577"/>
          <ac:graphicFrameMkLst>
            <pc:docMk/>
            <pc:sldMk cId="533214260" sldId="569"/>
            <ac:graphicFrameMk id="5" creationId="{FEB75D8E-FAA1-DABD-8BA0-2960A9020B6E}"/>
          </ac:graphicFrameMkLst>
        </pc:graphicFrameChg>
        <pc:picChg chg="mod ord">
          <ac:chgData name="Alberto Ruiz" userId="47fa91d207cfb014" providerId="LiveId" clId="{18923CA4-2A1E-4285-81FF-2717E4C88808}" dt="2024-10-29T18:37:42.300" v="97" actId="167"/>
          <ac:picMkLst>
            <pc:docMk/>
            <pc:sldMk cId="533214260" sldId="569"/>
            <ac:picMk id="3" creationId="{08C1A82D-FB68-FB6A-5677-3E23660D15C7}"/>
          </ac:picMkLst>
        </pc:picChg>
      </pc:sldChg>
      <pc:sldChg chg="addSp delSp modSp mod setBg setFolMasterObjs">
        <pc:chgData name="Alberto Ruiz" userId="47fa91d207cfb014" providerId="LiveId" clId="{18923CA4-2A1E-4285-81FF-2717E4C88808}" dt="2024-10-29T18:52:18.890" v="293" actId="26606"/>
        <pc:sldMkLst>
          <pc:docMk/>
          <pc:sldMk cId="1523495115" sldId="570"/>
        </pc:sldMkLst>
        <pc:spChg chg="mod">
          <ac:chgData name="Alberto Ruiz" userId="47fa91d207cfb014" providerId="LiveId" clId="{18923CA4-2A1E-4285-81FF-2717E4C88808}" dt="2024-10-29T18:52:18.890" v="293" actId="26606"/>
          <ac:spMkLst>
            <pc:docMk/>
            <pc:sldMk cId="1523495115" sldId="570"/>
            <ac:spMk id="3" creationId="{F753E759-6EDE-24A3-8D5F-EE1ADDECE1AE}"/>
          </ac:spMkLst>
        </pc:spChg>
        <pc:spChg chg="add">
          <ac:chgData name="Alberto Ruiz" userId="47fa91d207cfb014" providerId="LiveId" clId="{18923CA4-2A1E-4285-81FF-2717E4C88808}" dt="2024-10-29T18:52:18.890" v="293" actId="26606"/>
          <ac:spMkLst>
            <pc:docMk/>
            <pc:sldMk cId="1523495115" sldId="570"/>
            <ac:spMk id="9" creationId="{EF666E30-6F0A-449A-BEC2-DF59127354DF}"/>
          </ac:spMkLst>
        </pc:spChg>
        <pc:spChg chg="add">
          <ac:chgData name="Alberto Ruiz" userId="47fa91d207cfb014" providerId="LiveId" clId="{18923CA4-2A1E-4285-81FF-2717E4C88808}" dt="2024-10-29T18:52:18.890" v="293" actId="26606"/>
          <ac:spMkLst>
            <pc:docMk/>
            <pc:sldMk cId="1523495115" sldId="570"/>
            <ac:spMk id="11" creationId="{CE3C5560-7A9C-489F-9148-18C5E1D0F0B2}"/>
          </ac:spMkLst>
        </pc:spChg>
        <pc:spChg chg="add">
          <ac:chgData name="Alberto Ruiz" userId="47fa91d207cfb014" providerId="LiveId" clId="{18923CA4-2A1E-4285-81FF-2717E4C88808}" dt="2024-10-29T18:52:18.890" v="293" actId="26606"/>
          <ac:spMkLst>
            <pc:docMk/>
            <pc:sldMk cId="1523495115" sldId="570"/>
            <ac:spMk id="13" creationId="{C5CB530E-515E-412C-9DF1-5F8FFBD6F383}"/>
          </ac:spMkLst>
        </pc:spChg>
        <pc:spChg chg="add">
          <ac:chgData name="Alberto Ruiz" userId="47fa91d207cfb014" providerId="LiveId" clId="{18923CA4-2A1E-4285-81FF-2717E4C88808}" dt="2024-10-29T18:52:18.890" v="293" actId="26606"/>
          <ac:spMkLst>
            <pc:docMk/>
            <pc:sldMk cId="1523495115" sldId="570"/>
            <ac:spMk id="15" creationId="{712D4376-A578-4FF1-94FC-245E7A6A489F}"/>
          </ac:spMkLst>
        </pc:spChg>
        <pc:spChg chg="add">
          <ac:chgData name="Alberto Ruiz" userId="47fa91d207cfb014" providerId="LiveId" clId="{18923CA4-2A1E-4285-81FF-2717E4C88808}" dt="2024-10-29T18:52:18.890" v="293" actId="26606"/>
          <ac:spMkLst>
            <pc:docMk/>
            <pc:sldMk cId="1523495115" sldId="570"/>
            <ac:spMk id="17" creationId="{AEA7509D-F04F-40CB-A0B3-EEF16499CC9F}"/>
          </ac:spMkLst>
        </pc:spChg>
        <pc:picChg chg="mod ord">
          <ac:chgData name="Alberto Ruiz" userId="47fa91d207cfb014" providerId="LiveId" clId="{18923CA4-2A1E-4285-81FF-2717E4C88808}" dt="2024-10-29T18:52:18.890" v="293" actId="26606"/>
          <ac:picMkLst>
            <pc:docMk/>
            <pc:sldMk cId="1523495115" sldId="570"/>
            <ac:picMk id="4" creationId="{27E304D8-744E-DE01-701F-744B4619D523}"/>
          </ac:picMkLst>
        </pc:picChg>
        <pc:picChg chg="del">
          <ac:chgData name="Alberto Ruiz" userId="47fa91d207cfb014" providerId="LiveId" clId="{18923CA4-2A1E-4285-81FF-2717E4C88808}" dt="2024-10-29T18:36:33.951" v="57" actId="478"/>
          <ac:picMkLst>
            <pc:docMk/>
            <pc:sldMk cId="1523495115" sldId="570"/>
            <ac:picMk id="6" creationId="{DF6CF5EE-79F9-A1B3-880F-61A2704A189C}"/>
          </ac:picMkLst>
        </pc:picChg>
        <pc:cxnChg chg="add">
          <ac:chgData name="Alberto Ruiz" userId="47fa91d207cfb014" providerId="LiveId" clId="{18923CA4-2A1E-4285-81FF-2717E4C88808}" dt="2024-10-29T18:52:18.890" v="293" actId="26606"/>
          <ac:cxnSpMkLst>
            <pc:docMk/>
            <pc:sldMk cId="1523495115" sldId="570"/>
            <ac:cxnSpMk id="19" creationId="{56020367-4FD5-4596-8E10-C5F095CD8DBF}"/>
          </ac:cxnSpMkLst>
        </pc:cxnChg>
      </pc:sldChg>
      <pc:sldChg chg="addSp delSp modSp mod setBg setFolMasterObjs">
        <pc:chgData name="Alberto Ruiz" userId="47fa91d207cfb014" providerId="LiveId" clId="{18923CA4-2A1E-4285-81FF-2717E4C88808}" dt="2024-10-29T18:52:06.962" v="292" actId="26606"/>
        <pc:sldMkLst>
          <pc:docMk/>
          <pc:sldMk cId="3302339970" sldId="571"/>
        </pc:sldMkLst>
        <pc:spChg chg="mod">
          <ac:chgData name="Alberto Ruiz" userId="47fa91d207cfb014" providerId="LiveId" clId="{18923CA4-2A1E-4285-81FF-2717E4C88808}" dt="2024-10-29T18:52:06.962" v="292" actId="26606"/>
          <ac:spMkLst>
            <pc:docMk/>
            <pc:sldMk cId="3302339970" sldId="571"/>
            <ac:spMk id="3" creationId="{F753E759-6EDE-24A3-8D5F-EE1ADDECE1AE}"/>
          </ac:spMkLst>
        </pc:spChg>
        <pc:spChg chg="add del">
          <ac:chgData name="Alberto Ruiz" userId="47fa91d207cfb014" providerId="LiveId" clId="{18923CA4-2A1E-4285-81FF-2717E4C88808}" dt="2024-10-29T18:52:06.962" v="292" actId="26606"/>
          <ac:spMkLst>
            <pc:docMk/>
            <pc:sldMk cId="3302339970" sldId="571"/>
            <ac:spMk id="9" creationId="{665DBBEF-238B-476B-96AB-8AAC3224ECEA}"/>
          </ac:spMkLst>
        </pc:spChg>
        <pc:spChg chg="add del">
          <ac:chgData name="Alberto Ruiz" userId="47fa91d207cfb014" providerId="LiveId" clId="{18923CA4-2A1E-4285-81FF-2717E4C88808}" dt="2024-10-29T18:52:06.962" v="292" actId="26606"/>
          <ac:spMkLst>
            <pc:docMk/>
            <pc:sldMk cId="3302339970" sldId="571"/>
            <ac:spMk id="11" creationId="{3FCFB1DE-0B7E-48CC-BA90-B2AB0889F9D6}"/>
          </ac:spMkLst>
        </pc:spChg>
        <pc:spChg chg="add">
          <ac:chgData name="Alberto Ruiz" userId="47fa91d207cfb014" providerId="LiveId" clId="{18923CA4-2A1E-4285-81FF-2717E4C88808}" dt="2024-10-29T18:52:06.962" v="292" actId="26606"/>
          <ac:spMkLst>
            <pc:docMk/>
            <pc:sldMk cId="3302339970" sldId="571"/>
            <ac:spMk id="16" creationId="{EF666E30-6F0A-449A-BEC2-DF59127354DF}"/>
          </ac:spMkLst>
        </pc:spChg>
        <pc:spChg chg="add">
          <ac:chgData name="Alberto Ruiz" userId="47fa91d207cfb014" providerId="LiveId" clId="{18923CA4-2A1E-4285-81FF-2717E4C88808}" dt="2024-10-29T18:52:06.962" v="292" actId="26606"/>
          <ac:spMkLst>
            <pc:docMk/>
            <pc:sldMk cId="3302339970" sldId="571"/>
            <ac:spMk id="18" creationId="{CE3C5560-7A9C-489F-9148-18C5E1D0F0B2}"/>
          </ac:spMkLst>
        </pc:spChg>
        <pc:spChg chg="add">
          <ac:chgData name="Alberto Ruiz" userId="47fa91d207cfb014" providerId="LiveId" clId="{18923CA4-2A1E-4285-81FF-2717E4C88808}" dt="2024-10-29T18:52:06.962" v="292" actId="26606"/>
          <ac:spMkLst>
            <pc:docMk/>
            <pc:sldMk cId="3302339970" sldId="571"/>
            <ac:spMk id="20" creationId="{C5CB530E-515E-412C-9DF1-5F8FFBD6F383}"/>
          </ac:spMkLst>
        </pc:spChg>
        <pc:spChg chg="add">
          <ac:chgData name="Alberto Ruiz" userId="47fa91d207cfb014" providerId="LiveId" clId="{18923CA4-2A1E-4285-81FF-2717E4C88808}" dt="2024-10-29T18:52:06.962" v="292" actId="26606"/>
          <ac:spMkLst>
            <pc:docMk/>
            <pc:sldMk cId="3302339970" sldId="571"/>
            <ac:spMk id="22" creationId="{712D4376-A578-4FF1-94FC-245E7A6A489F}"/>
          </ac:spMkLst>
        </pc:spChg>
        <pc:spChg chg="add">
          <ac:chgData name="Alberto Ruiz" userId="47fa91d207cfb014" providerId="LiveId" clId="{18923CA4-2A1E-4285-81FF-2717E4C88808}" dt="2024-10-29T18:52:06.962" v="292" actId="26606"/>
          <ac:spMkLst>
            <pc:docMk/>
            <pc:sldMk cId="3302339970" sldId="571"/>
            <ac:spMk id="24" creationId="{AEA7509D-F04F-40CB-A0B3-EEF16499CC9F}"/>
          </ac:spMkLst>
        </pc:spChg>
        <pc:picChg chg="mod ord">
          <ac:chgData name="Alberto Ruiz" userId="47fa91d207cfb014" providerId="LiveId" clId="{18923CA4-2A1E-4285-81FF-2717E4C88808}" dt="2024-10-29T18:52:06.962" v="292" actId="26606"/>
          <ac:picMkLst>
            <pc:docMk/>
            <pc:sldMk cId="3302339970" sldId="571"/>
            <ac:picMk id="4" creationId="{27E304D8-744E-DE01-701F-744B4619D523}"/>
          </ac:picMkLst>
        </pc:picChg>
        <pc:picChg chg="del">
          <ac:chgData name="Alberto Ruiz" userId="47fa91d207cfb014" providerId="LiveId" clId="{18923CA4-2A1E-4285-81FF-2717E4C88808}" dt="2024-10-29T18:37:19.783" v="95" actId="478"/>
          <ac:picMkLst>
            <pc:docMk/>
            <pc:sldMk cId="3302339970" sldId="571"/>
            <ac:picMk id="6" creationId="{DF6CF5EE-79F9-A1B3-880F-61A2704A189C}"/>
          </ac:picMkLst>
        </pc:picChg>
        <pc:cxnChg chg="add">
          <ac:chgData name="Alberto Ruiz" userId="47fa91d207cfb014" providerId="LiveId" clId="{18923CA4-2A1E-4285-81FF-2717E4C88808}" dt="2024-10-29T18:52:06.962" v="292" actId="26606"/>
          <ac:cxnSpMkLst>
            <pc:docMk/>
            <pc:sldMk cId="3302339970" sldId="571"/>
            <ac:cxnSpMk id="26" creationId="{56020367-4FD5-4596-8E10-C5F095CD8DBF}"/>
          </ac:cxnSpMkLst>
        </pc:cxnChg>
      </pc:sldChg>
      <pc:sldChg chg="addSp delSp modSp mod setBg setFolMasterObjs">
        <pc:chgData name="Alberto Ruiz" userId="47fa91d207cfb014" providerId="LiveId" clId="{18923CA4-2A1E-4285-81FF-2717E4C88808}" dt="2024-10-29T18:52:51.140" v="294" actId="26606"/>
        <pc:sldMkLst>
          <pc:docMk/>
          <pc:sldMk cId="2054898929" sldId="572"/>
        </pc:sldMkLst>
        <pc:spChg chg="mod">
          <ac:chgData name="Alberto Ruiz" userId="47fa91d207cfb014" providerId="LiveId" clId="{18923CA4-2A1E-4285-81FF-2717E4C88808}" dt="2024-10-29T18:52:51.140" v="294" actId="26606"/>
          <ac:spMkLst>
            <pc:docMk/>
            <pc:sldMk cId="2054898929" sldId="572"/>
            <ac:spMk id="3" creationId="{F753E759-6EDE-24A3-8D5F-EE1ADDECE1AE}"/>
          </ac:spMkLst>
        </pc:spChg>
        <pc:spChg chg="add">
          <ac:chgData name="Alberto Ruiz" userId="47fa91d207cfb014" providerId="LiveId" clId="{18923CA4-2A1E-4285-81FF-2717E4C88808}" dt="2024-10-29T18:52:51.140" v="294" actId="26606"/>
          <ac:spMkLst>
            <pc:docMk/>
            <pc:sldMk cId="2054898929" sldId="572"/>
            <ac:spMk id="9" creationId="{EF666E30-6F0A-449A-BEC2-DF59127354DF}"/>
          </ac:spMkLst>
        </pc:spChg>
        <pc:spChg chg="add">
          <ac:chgData name="Alberto Ruiz" userId="47fa91d207cfb014" providerId="LiveId" clId="{18923CA4-2A1E-4285-81FF-2717E4C88808}" dt="2024-10-29T18:52:51.140" v="294" actId="26606"/>
          <ac:spMkLst>
            <pc:docMk/>
            <pc:sldMk cId="2054898929" sldId="572"/>
            <ac:spMk id="11" creationId="{CE3C5560-7A9C-489F-9148-18C5E1D0F0B2}"/>
          </ac:spMkLst>
        </pc:spChg>
        <pc:spChg chg="add">
          <ac:chgData name="Alberto Ruiz" userId="47fa91d207cfb014" providerId="LiveId" clId="{18923CA4-2A1E-4285-81FF-2717E4C88808}" dt="2024-10-29T18:52:51.140" v="294" actId="26606"/>
          <ac:spMkLst>
            <pc:docMk/>
            <pc:sldMk cId="2054898929" sldId="572"/>
            <ac:spMk id="13" creationId="{C5CB530E-515E-412C-9DF1-5F8FFBD6F383}"/>
          </ac:spMkLst>
        </pc:spChg>
        <pc:spChg chg="add">
          <ac:chgData name="Alberto Ruiz" userId="47fa91d207cfb014" providerId="LiveId" clId="{18923CA4-2A1E-4285-81FF-2717E4C88808}" dt="2024-10-29T18:52:51.140" v="294" actId="26606"/>
          <ac:spMkLst>
            <pc:docMk/>
            <pc:sldMk cId="2054898929" sldId="572"/>
            <ac:spMk id="15" creationId="{712D4376-A578-4FF1-94FC-245E7A6A489F}"/>
          </ac:spMkLst>
        </pc:spChg>
        <pc:spChg chg="add">
          <ac:chgData name="Alberto Ruiz" userId="47fa91d207cfb014" providerId="LiveId" clId="{18923CA4-2A1E-4285-81FF-2717E4C88808}" dt="2024-10-29T18:52:51.140" v="294" actId="26606"/>
          <ac:spMkLst>
            <pc:docMk/>
            <pc:sldMk cId="2054898929" sldId="572"/>
            <ac:spMk id="17" creationId="{AEA7509D-F04F-40CB-A0B3-EEF16499CC9F}"/>
          </ac:spMkLst>
        </pc:spChg>
        <pc:picChg chg="mod">
          <ac:chgData name="Alberto Ruiz" userId="47fa91d207cfb014" providerId="LiveId" clId="{18923CA4-2A1E-4285-81FF-2717E4C88808}" dt="2024-10-29T18:52:51.140" v="294" actId="26606"/>
          <ac:picMkLst>
            <pc:docMk/>
            <pc:sldMk cId="2054898929" sldId="572"/>
            <ac:picMk id="4" creationId="{27E304D8-744E-DE01-701F-744B4619D523}"/>
          </ac:picMkLst>
        </pc:picChg>
        <pc:picChg chg="del">
          <ac:chgData name="Alberto Ruiz" userId="47fa91d207cfb014" providerId="LiveId" clId="{18923CA4-2A1E-4285-81FF-2717E4C88808}" dt="2024-10-29T18:37:02.071" v="94" actId="478"/>
          <ac:picMkLst>
            <pc:docMk/>
            <pc:sldMk cId="2054898929" sldId="572"/>
            <ac:picMk id="6" creationId="{DF6CF5EE-79F9-A1B3-880F-61A2704A189C}"/>
          </ac:picMkLst>
        </pc:picChg>
        <pc:cxnChg chg="add">
          <ac:chgData name="Alberto Ruiz" userId="47fa91d207cfb014" providerId="LiveId" clId="{18923CA4-2A1E-4285-81FF-2717E4C88808}" dt="2024-10-29T18:52:51.140" v="294" actId="26606"/>
          <ac:cxnSpMkLst>
            <pc:docMk/>
            <pc:sldMk cId="2054898929" sldId="572"/>
            <ac:cxnSpMk id="19" creationId="{56020367-4FD5-4596-8E10-C5F095CD8DBF}"/>
          </ac:cxnSpMkLst>
        </pc:cxnChg>
      </pc:sldChg>
      <pc:sldChg chg="addSp modSp mod setBg setFolMasterObjs">
        <pc:chgData name="Alberto Ruiz" userId="47fa91d207cfb014" providerId="LiveId" clId="{18923CA4-2A1E-4285-81FF-2717E4C88808}" dt="2024-10-29T18:41:36.126" v="136" actId="27636"/>
        <pc:sldMkLst>
          <pc:docMk/>
          <pc:sldMk cId="345934498" sldId="573"/>
        </pc:sldMkLst>
        <pc:spChg chg="mod">
          <ac:chgData name="Alberto Ruiz" userId="47fa91d207cfb014" providerId="LiveId" clId="{18923CA4-2A1E-4285-81FF-2717E4C88808}" dt="2024-10-29T18:41:31.313" v="132" actId="26606"/>
          <ac:spMkLst>
            <pc:docMk/>
            <pc:sldMk cId="345934498" sldId="573"/>
            <ac:spMk id="2" creationId="{75DBB797-C1A3-D5C0-8897-99EDDDBEF68D}"/>
          </ac:spMkLst>
        </pc:spChg>
        <pc:spChg chg="mod">
          <ac:chgData name="Alberto Ruiz" userId="47fa91d207cfb014" providerId="LiveId" clId="{18923CA4-2A1E-4285-81FF-2717E4C88808}" dt="2024-10-29T18:41:36.126" v="136" actId="27636"/>
          <ac:spMkLst>
            <pc:docMk/>
            <pc:sldMk cId="345934498" sldId="573"/>
            <ac:spMk id="3" creationId="{E7438B4D-D74F-D73B-1A99-AEB3459E9977}"/>
          </ac:spMkLst>
        </pc:spChg>
        <pc:spChg chg="add">
          <ac:chgData name="Alberto Ruiz" userId="47fa91d207cfb014" providerId="LiveId" clId="{18923CA4-2A1E-4285-81FF-2717E4C88808}" dt="2024-10-29T18:41:31.313" v="132" actId="26606"/>
          <ac:spMkLst>
            <pc:docMk/>
            <pc:sldMk cId="345934498" sldId="573"/>
            <ac:spMk id="11" creationId="{352BEC0E-22F8-46D0-9632-375DB541B06C}"/>
          </ac:spMkLst>
        </pc:spChg>
        <pc:spChg chg="add">
          <ac:chgData name="Alberto Ruiz" userId="47fa91d207cfb014" providerId="LiveId" clId="{18923CA4-2A1E-4285-81FF-2717E4C88808}" dt="2024-10-29T18:41:31.313" v="132" actId="26606"/>
          <ac:spMkLst>
            <pc:docMk/>
            <pc:sldMk cId="345934498" sldId="573"/>
            <ac:spMk id="13" creationId="{3FCFB1DE-0B7E-48CC-BA90-B2AB0889F9D6}"/>
          </ac:spMkLst>
        </pc:spChg>
        <pc:picChg chg="mod ord">
          <ac:chgData name="Alberto Ruiz" userId="47fa91d207cfb014" providerId="LiveId" clId="{18923CA4-2A1E-4285-81FF-2717E4C88808}" dt="2024-10-29T18:41:31.313" v="132" actId="26606"/>
          <ac:picMkLst>
            <pc:docMk/>
            <pc:sldMk cId="345934498" sldId="573"/>
            <ac:picMk id="5" creationId="{3B7BBE4E-D482-6B96-E3EF-69B30EB48817}"/>
          </ac:picMkLst>
        </pc:picChg>
        <pc:picChg chg="mod">
          <ac:chgData name="Alberto Ruiz" userId="47fa91d207cfb014" providerId="LiveId" clId="{18923CA4-2A1E-4285-81FF-2717E4C88808}" dt="2024-10-29T18:41:31.313" v="132" actId="26606"/>
          <ac:picMkLst>
            <pc:docMk/>
            <pc:sldMk cId="345934498" sldId="573"/>
            <ac:picMk id="6" creationId="{CBDA63E0-E435-F587-0C69-2BD50736D54D}"/>
          </ac:picMkLst>
        </pc:picChg>
      </pc:sldChg>
      <pc:sldChg chg="addSp modSp mod setBg setFolMasterObjs">
        <pc:chgData name="Alberto Ruiz" userId="47fa91d207cfb014" providerId="LiveId" clId="{18923CA4-2A1E-4285-81FF-2717E4C88808}" dt="2024-10-29T18:41:44.055" v="139" actId="403"/>
        <pc:sldMkLst>
          <pc:docMk/>
          <pc:sldMk cId="3564113682" sldId="574"/>
        </pc:sldMkLst>
        <pc:spChg chg="mod">
          <ac:chgData name="Alberto Ruiz" userId="47fa91d207cfb014" providerId="LiveId" clId="{18923CA4-2A1E-4285-81FF-2717E4C88808}" dt="2024-10-29T18:41:39.376" v="137" actId="26606"/>
          <ac:spMkLst>
            <pc:docMk/>
            <pc:sldMk cId="3564113682" sldId="574"/>
            <ac:spMk id="2" creationId="{4F07D643-CBCC-E675-D01B-2D360684976F}"/>
          </ac:spMkLst>
        </pc:spChg>
        <pc:spChg chg="mod">
          <ac:chgData name="Alberto Ruiz" userId="47fa91d207cfb014" providerId="LiveId" clId="{18923CA4-2A1E-4285-81FF-2717E4C88808}" dt="2024-10-29T18:41:44.055" v="139" actId="403"/>
          <ac:spMkLst>
            <pc:docMk/>
            <pc:sldMk cId="3564113682" sldId="574"/>
            <ac:spMk id="3" creationId="{77F19251-E5AB-A4C0-140C-9ABD9A60F21B}"/>
          </ac:spMkLst>
        </pc:spChg>
        <pc:spChg chg="add">
          <ac:chgData name="Alberto Ruiz" userId="47fa91d207cfb014" providerId="LiveId" clId="{18923CA4-2A1E-4285-81FF-2717E4C88808}" dt="2024-10-29T18:41:39.376" v="137" actId="26606"/>
          <ac:spMkLst>
            <pc:docMk/>
            <pc:sldMk cId="3564113682" sldId="574"/>
            <ac:spMk id="11" creationId="{352BEC0E-22F8-46D0-9632-375DB541B06C}"/>
          </ac:spMkLst>
        </pc:spChg>
        <pc:spChg chg="add">
          <ac:chgData name="Alberto Ruiz" userId="47fa91d207cfb014" providerId="LiveId" clId="{18923CA4-2A1E-4285-81FF-2717E4C88808}" dt="2024-10-29T18:41:39.376" v="137" actId="26606"/>
          <ac:spMkLst>
            <pc:docMk/>
            <pc:sldMk cId="3564113682" sldId="574"/>
            <ac:spMk id="13" creationId="{3FCFB1DE-0B7E-48CC-BA90-B2AB0889F9D6}"/>
          </ac:spMkLst>
        </pc:spChg>
        <pc:picChg chg="mod ord">
          <ac:chgData name="Alberto Ruiz" userId="47fa91d207cfb014" providerId="LiveId" clId="{18923CA4-2A1E-4285-81FF-2717E4C88808}" dt="2024-10-29T18:41:39.376" v="137" actId="26606"/>
          <ac:picMkLst>
            <pc:docMk/>
            <pc:sldMk cId="3564113682" sldId="574"/>
            <ac:picMk id="5" creationId="{3272C343-F56A-F58C-E247-A3D4DDF358AF}"/>
          </ac:picMkLst>
        </pc:picChg>
        <pc:picChg chg="mod">
          <ac:chgData name="Alberto Ruiz" userId="47fa91d207cfb014" providerId="LiveId" clId="{18923CA4-2A1E-4285-81FF-2717E4C88808}" dt="2024-10-29T18:41:39.376" v="137" actId="26606"/>
          <ac:picMkLst>
            <pc:docMk/>
            <pc:sldMk cId="3564113682" sldId="574"/>
            <ac:picMk id="6" creationId="{7975E51E-6312-89D5-7A52-4DD7E493EDC7}"/>
          </ac:picMkLst>
        </pc:picChg>
      </pc:sldChg>
      <pc:sldChg chg="addSp modSp mod setBg setFolMasterObjs">
        <pc:chgData name="Alberto Ruiz" userId="47fa91d207cfb014" providerId="LiveId" clId="{18923CA4-2A1E-4285-81FF-2717E4C88808}" dt="2024-10-29T18:42:04.211" v="143" actId="26606"/>
        <pc:sldMkLst>
          <pc:docMk/>
          <pc:sldMk cId="2915301925" sldId="576"/>
        </pc:sldMkLst>
        <pc:spChg chg="add mod">
          <ac:chgData name="Alberto Ruiz" userId="47fa91d207cfb014" providerId="LiveId" clId="{18923CA4-2A1E-4285-81FF-2717E4C88808}" dt="2024-10-29T18:42:04.211" v="143" actId="26606"/>
          <ac:spMkLst>
            <pc:docMk/>
            <pc:sldMk cId="2915301925" sldId="576"/>
            <ac:spMk id="2" creationId="{7696EA87-EE9A-9E84-538F-32D48116D5B5}"/>
          </ac:spMkLst>
        </pc:spChg>
        <pc:spChg chg="mod">
          <ac:chgData name="Alberto Ruiz" userId="47fa91d207cfb014" providerId="LiveId" clId="{18923CA4-2A1E-4285-81FF-2717E4C88808}" dt="2024-10-29T18:42:04.211" v="143" actId="26606"/>
          <ac:spMkLst>
            <pc:docMk/>
            <pc:sldMk cId="2915301925" sldId="576"/>
            <ac:spMk id="4" creationId="{5D8F7130-DC2B-2B8A-719B-8F802F487A86}"/>
          </ac:spMkLst>
        </pc:spChg>
        <pc:spChg chg="add">
          <ac:chgData name="Alberto Ruiz" userId="47fa91d207cfb014" providerId="LiveId" clId="{18923CA4-2A1E-4285-81FF-2717E4C88808}" dt="2024-10-29T18:42:04.211" v="143" actId="26606"/>
          <ac:spMkLst>
            <pc:docMk/>
            <pc:sldMk cId="2915301925" sldId="576"/>
            <ac:spMk id="12" creationId="{45D37F4E-DDB4-456B-97E0-9937730A039F}"/>
          </ac:spMkLst>
        </pc:spChg>
        <pc:spChg chg="add">
          <ac:chgData name="Alberto Ruiz" userId="47fa91d207cfb014" providerId="LiveId" clId="{18923CA4-2A1E-4285-81FF-2717E4C88808}" dt="2024-10-29T18:42:04.211" v="143" actId="26606"/>
          <ac:spMkLst>
            <pc:docMk/>
            <pc:sldMk cId="2915301925" sldId="576"/>
            <ac:spMk id="14" creationId="{B2DD41CD-8F47-4F56-AD12-4E2FF7696987}"/>
          </ac:spMkLst>
        </pc:spChg>
        <pc:picChg chg="mod">
          <ac:chgData name="Alberto Ruiz" userId="47fa91d207cfb014" providerId="LiveId" clId="{18923CA4-2A1E-4285-81FF-2717E4C88808}" dt="2024-10-29T18:42:04.211" v="143" actId="26606"/>
          <ac:picMkLst>
            <pc:docMk/>
            <pc:sldMk cId="2915301925" sldId="576"/>
            <ac:picMk id="7" creationId="{36945EC5-83BF-E79A-D1B3-DB4777A269AF}"/>
          </ac:picMkLst>
        </pc:picChg>
      </pc:sldChg>
      <pc:sldChg chg="addSp modSp mod setBg setFolMasterObjs">
        <pc:chgData name="Alberto Ruiz" userId="47fa91d207cfb014" providerId="LiveId" clId="{18923CA4-2A1E-4285-81FF-2717E4C88808}" dt="2024-10-29T18:43:44.208" v="160" actId="26606"/>
        <pc:sldMkLst>
          <pc:docMk/>
          <pc:sldMk cId="2227637997" sldId="578"/>
        </pc:sldMkLst>
        <pc:spChg chg="mod">
          <ac:chgData name="Alberto Ruiz" userId="47fa91d207cfb014" providerId="LiveId" clId="{18923CA4-2A1E-4285-81FF-2717E4C88808}" dt="2024-10-29T18:43:44.208" v="160" actId="26606"/>
          <ac:spMkLst>
            <pc:docMk/>
            <pc:sldMk cId="2227637997" sldId="578"/>
            <ac:spMk id="2" creationId="{DDE294E5-0985-9622-64B9-7BFCE89E52E8}"/>
          </ac:spMkLst>
        </pc:spChg>
        <pc:spChg chg="mod">
          <ac:chgData name="Alberto Ruiz" userId="47fa91d207cfb014" providerId="LiveId" clId="{18923CA4-2A1E-4285-81FF-2717E4C88808}" dt="2024-10-29T18:43:44.208" v="160" actId="26606"/>
          <ac:spMkLst>
            <pc:docMk/>
            <pc:sldMk cId="2227637997" sldId="578"/>
            <ac:spMk id="3" creationId="{E0C2A246-77B6-3277-5E4D-30BB4AEA5926}"/>
          </ac:spMkLst>
        </pc:spChg>
        <pc:spChg chg="add">
          <ac:chgData name="Alberto Ruiz" userId="47fa91d207cfb014" providerId="LiveId" clId="{18923CA4-2A1E-4285-81FF-2717E4C88808}" dt="2024-10-29T18:43:44.208" v="160" actId="26606"/>
          <ac:spMkLst>
            <pc:docMk/>
            <pc:sldMk cId="2227637997" sldId="578"/>
            <ac:spMk id="12" creationId="{352BEC0E-22F8-46D0-9632-375DB541B06C}"/>
          </ac:spMkLst>
        </pc:spChg>
        <pc:spChg chg="add">
          <ac:chgData name="Alberto Ruiz" userId="47fa91d207cfb014" providerId="LiveId" clId="{18923CA4-2A1E-4285-81FF-2717E4C88808}" dt="2024-10-29T18:43:44.208" v="160" actId="26606"/>
          <ac:spMkLst>
            <pc:docMk/>
            <pc:sldMk cId="2227637997" sldId="578"/>
            <ac:spMk id="14" creationId="{3FCFB1DE-0B7E-48CC-BA90-B2AB0889F9D6}"/>
          </ac:spMkLst>
        </pc:spChg>
        <pc:picChg chg="mod">
          <ac:chgData name="Alberto Ruiz" userId="47fa91d207cfb014" providerId="LiveId" clId="{18923CA4-2A1E-4285-81FF-2717E4C88808}" dt="2024-10-29T18:43:44.208" v="160" actId="26606"/>
          <ac:picMkLst>
            <pc:docMk/>
            <pc:sldMk cId="2227637997" sldId="578"/>
            <ac:picMk id="4" creationId="{1237C5F8-EFDC-F31F-D6B7-0F1AA13AFD8B}"/>
          </ac:picMkLst>
        </pc:picChg>
        <pc:picChg chg="mod">
          <ac:chgData name="Alberto Ruiz" userId="47fa91d207cfb014" providerId="LiveId" clId="{18923CA4-2A1E-4285-81FF-2717E4C88808}" dt="2024-10-29T18:43:44.208" v="160" actId="26606"/>
          <ac:picMkLst>
            <pc:docMk/>
            <pc:sldMk cId="2227637997" sldId="578"/>
            <ac:picMk id="7" creationId="{9FBC8D52-0AB5-D30F-745D-5F4593CD7249}"/>
          </ac:picMkLst>
        </pc:picChg>
      </pc:sldChg>
      <pc:sldChg chg="addSp modSp mod setBg setFolMasterObjs">
        <pc:chgData name="Alberto Ruiz" userId="47fa91d207cfb014" providerId="LiveId" clId="{18923CA4-2A1E-4285-81FF-2717E4C88808}" dt="2024-10-29T18:43:53.169" v="163" actId="26606"/>
        <pc:sldMkLst>
          <pc:docMk/>
          <pc:sldMk cId="129221624" sldId="579"/>
        </pc:sldMkLst>
        <pc:spChg chg="mod">
          <ac:chgData name="Alberto Ruiz" userId="47fa91d207cfb014" providerId="LiveId" clId="{18923CA4-2A1E-4285-81FF-2717E4C88808}" dt="2024-10-29T18:43:53.169" v="163" actId="26606"/>
          <ac:spMkLst>
            <pc:docMk/>
            <pc:sldMk cId="129221624" sldId="579"/>
            <ac:spMk id="2" creationId="{EBC0E012-26C0-09BF-BA2D-D165B96BC147}"/>
          </ac:spMkLst>
        </pc:spChg>
        <pc:spChg chg="mod">
          <ac:chgData name="Alberto Ruiz" userId="47fa91d207cfb014" providerId="LiveId" clId="{18923CA4-2A1E-4285-81FF-2717E4C88808}" dt="2024-10-29T18:43:53.169" v="163" actId="26606"/>
          <ac:spMkLst>
            <pc:docMk/>
            <pc:sldMk cId="129221624" sldId="579"/>
            <ac:spMk id="3" creationId="{D531175F-0216-7420-1EEA-F7BE834854A5}"/>
          </ac:spMkLst>
        </pc:spChg>
        <pc:spChg chg="add">
          <ac:chgData name="Alberto Ruiz" userId="47fa91d207cfb014" providerId="LiveId" clId="{18923CA4-2A1E-4285-81FF-2717E4C88808}" dt="2024-10-29T18:43:53.169" v="163" actId="26606"/>
          <ac:spMkLst>
            <pc:docMk/>
            <pc:sldMk cId="129221624" sldId="579"/>
            <ac:spMk id="9" creationId="{100EDD19-6802-4EC3-95CE-CFFAB042CFD6}"/>
          </ac:spMkLst>
        </pc:spChg>
        <pc:spChg chg="add">
          <ac:chgData name="Alberto Ruiz" userId="47fa91d207cfb014" providerId="LiveId" clId="{18923CA4-2A1E-4285-81FF-2717E4C88808}" dt="2024-10-29T18:43:53.169" v="163" actId="26606"/>
          <ac:spMkLst>
            <pc:docMk/>
            <pc:sldMk cId="129221624" sldId="579"/>
            <ac:spMk id="11" creationId="{DB17E863-922E-4C26-BD64-E8FD41D28661}"/>
          </ac:spMkLst>
        </pc:spChg>
      </pc:sldChg>
      <pc:sldChg chg="addSp modSp mod setBg setFolMasterObjs">
        <pc:chgData name="Alberto Ruiz" userId="47fa91d207cfb014" providerId="LiveId" clId="{18923CA4-2A1E-4285-81FF-2717E4C88808}" dt="2024-10-29T18:43:37.424" v="158" actId="26606"/>
        <pc:sldMkLst>
          <pc:docMk/>
          <pc:sldMk cId="27613757" sldId="581"/>
        </pc:sldMkLst>
        <pc:spChg chg="mod">
          <ac:chgData name="Alberto Ruiz" userId="47fa91d207cfb014" providerId="LiveId" clId="{18923CA4-2A1E-4285-81FF-2717E4C88808}" dt="2024-10-29T18:43:37.424" v="158" actId="26606"/>
          <ac:spMkLst>
            <pc:docMk/>
            <pc:sldMk cId="27613757" sldId="581"/>
            <ac:spMk id="2" creationId="{B4A165A5-88B1-75E0-9C17-09BA0FCF4FB2}"/>
          </ac:spMkLst>
        </pc:spChg>
        <pc:spChg chg="mod">
          <ac:chgData name="Alberto Ruiz" userId="47fa91d207cfb014" providerId="LiveId" clId="{18923CA4-2A1E-4285-81FF-2717E4C88808}" dt="2024-10-29T18:43:37.424" v="158" actId="26606"/>
          <ac:spMkLst>
            <pc:docMk/>
            <pc:sldMk cId="27613757" sldId="581"/>
            <ac:spMk id="3" creationId="{4E176928-664D-43A3-8D86-992D663F05A3}"/>
          </ac:spMkLst>
        </pc:spChg>
        <pc:spChg chg="add">
          <ac:chgData name="Alberto Ruiz" userId="47fa91d207cfb014" providerId="LiveId" clId="{18923CA4-2A1E-4285-81FF-2717E4C88808}" dt="2024-10-29T18:43:37.424" v="158" actId="26606"/>
          <ac:spMkLst>
            <pc:docMk/>
            <pc:sldMk cId="27613757" sldId="581"/>
            <ac:spMk id="9" creationId="{45D37F4E-DDB4-456B-97E0-9937730A039F}"/>
          </ac:spMkLst>
        </pc:spChg>
        <pc:spChg chg="add">
          <ac:chgData name="Alberto Ruiz" userId="47fa91d207cfb014" providerId="LiveId" clId="{18923CA4-2A1E-4285-81FF-2717E4C88808}" dt="2024-10-29T18:43:37.424" v="158" actId="26606"/>
          <ac:spMkLst>
            <pc:docMk/>
            <pc:sldMk cId="27613757" sldId="581"/>
            <ac:spMk id="11" creationId="{B2DD41CD-8F47-4F56-AD12-4E2FF7696987}"/>
          </ac:spMkLst>
        </pc:spChg>
        <pc:picChg chg="mod">
          <ac:chgData name="Alberto Ruiz" userId="47fa91d207cfb014" providerId="LiveId" clId="{18923CA4-2A1E-4285-81FF-2717E4C88808}" dt="2024-10-29T18:43:37.424" v="158" actId="26606"/>
          <ac:picMkLst>
            <pc:docMk/>
            <pc:sldMk cId="27613757" sldId="581"/>
            <ac:picMk id="4" creationId="{E2A6A9D4-29FD-FCF2-9DAE-D3729CA07E13}"/>
          </ac:picMkLst>
        </pc:picChg>
      </pc:sldChg>
      <pc:sldChg chg="addSp modSp mod setBg setFolMasterObjs">
        <pc:chgData name="Alberto Ruiz" userId="47fa91d207cfb014" providerId="LiveId" clId="{18923CA4-2A1E-4285-81FF-2717E4C88808}" dt="2024-10-29T18:43:49.705" v="162" actId="26606"/>
        <pc:sldMkLst>
          <pc:docMk/>
          <pc:sldMk cId="2902526706" sldId="582"/>
        </pc:sldMkLst>
        <pc:spChg chg="mod">
          <ac:chgData name="Alberto Ruiz" userId="47fa91d207cfb014" providerId="LiveId" clId="{18923CA4-2A1E-4285-81FF-2717E4C88808}" dt="2024-10-29T18:43:49.705" v="162" actId="26606"/>
          <ac:spMkLst>
            <pc:docMk/>
            <pc:sldMk cId="2902526706" sldId="582"/>
            <ac:spMk id="2" creationId="{DDE294E5-0985-9622-64B9-7BFCE89E52E8}"/>
          </ac:spMkLst>
        </pc:spChg>
        <pc:spChg chg="mod ord">
          <ac:chgData name="Alberto Ruiz" userId="47fa91d207cfb014" providerId="LiveId" clId="{18923CA4-2A1E-4285-81FF-2717E4C88808}" dt="2024-10-29T18:43:49.705" v="162" actId="26606"/>
          <ac:spMkLst>
            <pc:docMk/>
            <pc:sldMk cId="2902526706" sldId="582"/>
            <ac:spMk id="3" creationId="{E0C2A246-77B6-3277-5E4D-30BB4AEA5926}"/>
          </ac:spMkLst>
        </pc:spChg>
        <pc:spChg chg="add">
          <ac:chgData name="Alberto Ruiz" userId="47fa91d207cfb014" providerId="LiveId" clId="{18923CA4-2A1E-4285-81FF-2717E4C88808}" dt="2024-10-29T18:43:49.705" v="162" actId="26606"/>
          <ac:spMkLst>
            <pc:docMk/>
            <pc:sldMk cId="2902526706" sldId="582"/>
            <ac:spMk id="14" creationId="{53B475F8-50AE-46A0-9943-B2B63183D50C}"/>
          </ac:spMkLst>
        </pc:spChg>
        <pc:spChg chg="add">
          <ac:chgData name="Alberto Ruiz" userId="47fa91d207cfb014" providerId="LiveId" clId="{18923CA4-2A1E-4285-81FF-2717E4C88808}" dt="2024-10-29T18:43:49.705" v="162" actId="26606"/>
          <ac:spMkLst>
            <pc:docMk/>
            <pc:sldMk cId="2902526706" sldId="582"/>
            <ac:spMk id="16" creationId="{75F6FDB4-2351-48C2-A863-2364A02343C0}"/>
          </ac:spMkLst>
        </pc:spChg>
        <pc:picChg chg="mod ord">
          <ac:chgData name="Alberto Ruiz" userId="47fa91d207cfb014" providerId="LiveId" clId="{18923CA4-2A1E-4285-81FF-2717E4C88808}" dt="2024-10-29T18:43:49.705" v="162" actId="26606"/>
          <ac:picMkLst>
            <pc:docMk/>
            <pc:sldMk cId="2902526706" sldId="582"/>
            <ac:picMk id="4" creationId="{1237C5F8-EFDC-F31F-D6B7-0F1AA13AFD8B}"/>
          </ac:picMkLst>
        </pc:picChg>
        <pc:picChg chg="mod">
          <ac:chgData name="Alberto Ruiz" userId="47fa91d207cfb014" providerId="LiveId" clId="{18923CA4-2A1E-4285-81FF-2717E4C88808}" dt="2024-10-29T18:43:49.705" v="162" actId="26606"/>
          <ac:picMkLst>
            <pc:docMk/>
            <pc:sldMk cId="2902526706" sldId="582"/>
            <ac:picMk id="5" creationId="{AFCA5F38-BAB7-4431-7833-8B9FEC8ADCA6}"/>
          </ac:picMkLst>
        </pc:picChg>
        <pc:picChg chg="mod">
          <ac:chgData name="Alberto Ruiz" userId="47fa91d207cfb014" providerId="LiveId" clId="{18923CA4-2A1E-4285-81FF-2717E4C88808}" dt="2024-10-29T18:43:49.705" v="162" actId="26606"/>
          <ac:picMkLst>
            <pc:docMk/>
            <pc:sldMk cId="2902526706" sldId="582"/>
            <ac:picMk id="9" creationId="{88A1092B-E314-4E71-0ADC-5CA5699D43FF}"/>
          </ac:picMkLst>
        </pc:picChg>
      </pc:sldChg>
      <pc:sldChg chg="addSp modSp mod setBg setFolMasterObjs">
        <pc:chgData name="Alberto Ruiz" userId="47fa91d207cfb014" providerId="LiveId" clId="{18923CA4-2A1E-4285-81FF-2717E4C88808}" dt="2024-10-29T18:43:47.024" v="161" actId="26606"/>
        <pc:sldMkLst>
          <pc:docMk/>
          <pc:sldMk cId="1376069043" sldId="583"/>
        </pc:sldMkLst>
        <pc:spChg chg="mod">
          <ac:chgData name="Alberto Ruiz" userId="47fa91d207cfb014" providerId="LiveId" clId="{18923CA4-2A1E-4285-81FF-2717E4C88808}" dt="2024-10-29T18:43:47.024" v="161" actId="26606"/>
          <ac:spMkLst>
            <pc:docMk/>
            <pc:sldMk cId="1376069043" sldId="583"/>
            <ac:spMk id="2" creationId="{DDE294E5-0985-9622-64B9-7BFCE89E52E8}"/>
          </ac:spMkLst>
        </pc:spChg>
        <pc:spChg chg="mod">
          <ac:chgData name="Alberto Ruiz" userId="47fa91d207cfb014" providerId="LiveId" clId="{18923CA4-2A1E-4285-81FF-2717E4C88808}" dt="2024-10-29T18:43:47.024" v="161" actId="26606"/>
          <ac:spMkLst>
            <pc:docMk/>
            <pc:sldMk cId="1376069043" sldId="583"/>
            <ac:spMk id="3" creationId="{E0C2A246-77B6-3277-5E4D-30BB4AEA5926}"/>
          </ac:spMkLst>
        </pc:spChg>
        <pc:spChg chg="add">
          <ac:chgData name="Alberto Ruiz" userId="47fa91d207cfb014" providerId="LiveId" clId="{18923CA4-2A1E-4285-81FF-2717E4C88808}" dt="2024-10-29T18:43:47.024" v="161" actId="26606"/>
          <ac:spMkLst>
            <pc:docMk/>
            <pc:sldMk cId="1376069043" sldId="583"/>
            <ac:spMk id="9" creationId="{45D37F4E-DDB4-456B-97E0-9937730A039F}"/>
          </ac:spMkLst>
        </pc:spChg>
        <pc:spChg chg="add">
          <ac:chgData name="Alberto Ruiz" userId="47fa91d207cfb014" providerId="LiveId" clId="{18923CA4-2A1E-4285-81FF-2717E4C88808}" dt="2024-10-29T18:43:47.024" v="161" actId="26606"/>
          <ac:spMkLst>
            <pc:docMk/>
            <pc:sldMk cId="1376069043" sldId="583"/>
            <ac:spMk id="11" creationId="{B2DD41CD-8F47-4F56-AD12-4E2FF7696987}"/>
          </ac:spMkLst>
        </pc:spChg>
        <pc:picChg chg="mod">
          <ac:chgData name="Alberto Ruiz" userId="47fa91d207cfb014" providerId="LiveId" clId="{18923CA4-2A1E-4285-81FF-2717E4C88808}" dt="2024-10-29T18:43:47.024" v="161" actId="26606"/>
          <ac:picMkLst>
            <pc:docMk/>
            <pc:sldMk cId="1376069043" sldId="583"/>
            <ac:picMk id="4" creationId="{1237C5F8-EFDC-F31F-D6B7-0F1AA13AFD8B}"/>
          </ac:picMkLst>
        </pc:picChg>
      </pc:sldChg>
      <pc:sldChg chg="modSp mod">
        <pc:chgData name="Alberto Ruiz" userId="47fa91d207cfb014" providerId="LiveId" clId="{18923CA4-2A1E-4285-81FF-2717E4C88808}" dt="2024-10-29T18:44:26.121" v="171" actId="207"/>
        <pc:sldMkLst>
          <pc:docMk/>
          <pc:sldMk cId="2089531037" sldId="584"/>
        </pc:sldMkLst>
        <pc:spChg chg="mod">
          <ac:chgData name="Alberto Ruiz" userId="47fa91d207cfb014" providerId="LiveId" clId="{18923CA4-2A1E-4285-81FF-2717E4C88808}" dt="2024-10-29T18:44:26.121" v="171" actId="207"/>
          <ac:spMkLst>
            <pc:docMk/>
            <pc:sldMk cId="2089531037" sldId="584"/>
            <ac:spMk id="2" creationId="{8DD660DE-A585-484F-8396-5B13AA9630D8}"/>
          </ac:spMkLst>
        </pc:spChg>
        <pc:spChg chg="mod">
          <ac:chgData name="Alberto Ruiz" userId="47fa91d207cfb014" providerId="LiveId" clId="{18923CA4-2A1E-4285-81FF-2717E4C88808}" dt="2024-10-29T18:44:23.648" v="170" actId="207"/>
          <ac:spMkLst>
            <pc:docMk/>
            <pc:sldMk cId="2089531037" sldId="584"/>
            <ac:spMk id="17" creationId="{C8C25DCA-F8F9-4840-9DBC-EA887FA17B4D}"/>
          </ac:spMkLst>
        </pc:spChg>
        <pc:spChg chg="mod">
          <ac:chgData name="Alberto Ruiz" userId="47fa91d207cfb014" providerId="LiveId" clId="{18923CA4-2A1E-4285-81FF-2717E4C88808}" dt="2024-10-29T18:44:12.103" v="165" actId="1076"/>
          <ac:spMkLst>
            <pc:docMk/>
            <pc:sldMk cId="2089531037" sldId="584"/>
            <ac:spMk id="267" creationId="{00000000-0000-0000-0000-000000000000}"/>
          </ac:spMkLst>
        </pc:spChg>
        <pc:spChg chg="mod">
          <ac:chgData name="Alberto Ruiz" userId="47fa91d207cfb014" providerId="LiveId" clId="{18923CA4-2A1E-4285-81FF-2717E4C88808}" dt="2024-10-29T18:44:20.014" v="169" actId="207"/>
          <ac:spMkLst>
            <pc:docMk/>
            <pc:sldMk cId="2089531037" sldId="584"/>
            <ac:spMk id="269" creationId="{00000000-0000-0000-0000-000000000000}"/>
          </ac:spMkLst>
        </pc:spChg>
        <pc:spChg chg="mod">
          <ac:chgData name="Alberto Ruiz" userId="47fa91d207cfb014" providerId="LiveId" clId="{18923CA4-2A1E-4285-81FF-2717E4C88808}" dt="2024-10-29T18:44:20.014" v="169" actId="207"/>
          <ac:spMkLst>
            <pc:docMk/>
            <pc:sldMk cId="2089531037" sldId="584"/>
            <ac:spMk id="270" creationId="{00000000-0000-0000-0000-000000000000}"/>
          </ac:spMkLst>
        </pc:spChg>
        <pc:spChg chg="mod">
          <ac:chgData name="Alberto Ruiz" userId="47fa91d207cfb014" providerId="LiveId" clId="{18923CA4-2A1E-4285-81FF-2717E4C88808}" dt="2024-10-29T18:44:20.014" v="169" actId="207"/>
          <ac:spMkLst>
            <pc:docMk/>
            <pc:sldMk cId="2089531037" sldId="584"/>
            <ac:spMk id="271" creationId="{00000000-0000-0000-0000-000000000000}"/>
          </ac:spMkLst>
        </pc:spChg>
        <pc:spChg chg="mod">
          <ac:chgData name="Alberto Ruiz" userId="47fa91d207cfb014" providerId="LiveId" clId="{18923CA4-2A1E-4285-81FF-2717E4C88808}" dt="2024-10-29T18:44:20.014" v="169" actId="207"/>
          <ac:spMkLst>
            <pc:docMk/>
            <pc:sldMk cId="2089531037" sldId="584"/>
            <ac:spMk id="272" creationId="{00000000-0000-0000-0000-000000000000}"/>
          </ac:spMkLst>
        </pc:spChg>
        <pc:spChg chg="mod">
          <ac:chgData name="Alberto Ruiz" userId="47fa91d207cfb014" providerId="LiveId" clId="{18923CA4-2A1E-4285-81FF-2717E4C88808}" dt="2024-10-29T18:44:20.014" v="169" actId="207"/>
          <ac:spMkLst>
            <pc:docMk/>
            <pc:sldMk cId="2089531037" sldId="584"/>
            <ac:spMk id="273" creationId="{00000000-0000-0000-0000-000000000000}"/>
          </ac:spMkLst>
        </pc:spChg>
        <pc:spChg chg="mod">
          <ac:chgData name="Alberto Ruiz" userId="47fa91d207cfb014" providerId="LiveId" clId="{18923CA4-2A1E-4285-81FF-2717E4C88808}" dt="2024-10-29T18:44:20.014" v="169" actId="207"/>
          <ac:spMkLst>
            <pc:docMk/>
            <pc:sldMk cId="2089531037" sldId="584"/>
            <ac:spMk id="274" creationId="{00000000-0000-0000-0000-000000000000}"/>
          </ac:spMkLst>
        </pc:spChg>
        <pc:spChg chg="mod">
          <ac:chgData name="Alberto Ruiz" userId="47fa91d207cfb014" providerId="LiveId" clId="{18923CA4-2A1E-4285-81FF-2717E4C88808}" dt="2024-10-29T18:44:20.014" v="169" actId="207"/>
          <ac:spMkLst>
            <pc:docMk/>
            <pc:sldMk cId="2089531037" sldId="584"/>
            <ac:spMk id="275" creationId="{00000000-0000-0000-0000-000000000000}"/>
          </ac:spMkLst>
        </pc:spChg>
        <pc:spChg chg="mod">
          <ac:chgData name="Alberto Ruiz" userId="47fa91d207cfb014" providerId="LiveId" clId="{18923CA4-2A1E-4285-81FF-2717E4C88808}" dt="2024-10-29T18:44:20.014" v="169" actId="207"/>
          <ac:spMkLst>
            <pc:docMk/>
            <pc:sldMk cId="2089531037" sldId="584"/>
            <ac:spMk id="276" creationId="{00000000-0000-0000-0000-000000000000}"/>
          </ac:spMkLst>
        </pc:spChg>
        <pc:spChg chg="mod">
          <ac:chgData name="Alberto Ruiz" userId="47fa91d207cfb014" providerId="LiveId" clId="{18923CA4-2A1E-4285-81FF-2717E4C88808}" dt="2024-10-29T18:44:20.014" v="169" actId="207"/>
          <ac:spMkLst>
            <pc:docMk/>
            <pc:sldMk cId="2089531037" sldId="584"/>
            <ac:spMk id="277" creationId="{00000000-0000-0000-0000-000000000000}"/>
          </ac:spMkLst>
        </pc:spChg>
        <pc:spChg chg="mod">
          <ac:chgData name="Alberto Ruiz" userId="47fa91d207cfb014" providerId="LiveId" clId="{18923CA4-2A1E-4285-81FF-2717E4C88808}" dt="2024-10-29T18:44:20.014" v="169" actId="207"/>
          <ac:spMkLst>
            <pc:docMk/>
            <pc:sldMk cId="2089531037" sldId="584"/>
            <ac:spMk id="278" creationId="{00000000-0000-0000-0000-000000000000}"/>
          </ac:spMkLst>
        </pc:spChg>
        <pc:spChg chg="mod">
          <ac:chgData name="Alberto Ruiz" userId="47fa91d207cfb014" providerId="LiveId" clId="{18923CA4-2A1E-4285-81FF-2717E4C88808}" dt="2024-10-29T18:44:20.014" v="169" actId="207"/>
          <ac:spMkLst>
            <pc:docMk/>
            <pc:sldMk cId="2089531037" sldId="584"/>
            <ac:spMk id="279" creationId="{00000000-0000-0000-0000-000000000000}"/>
          </ac:spMkLst>
        </pc:spChg>
        <pc:spChg chg="mod">
          <ac:chgData name="Alberto Ruiz" userId="47fa91d207cfb014" providerId="LiveId" clId="{18923CA4-2A1E-4285-81FF-2717E4C88808}" dt="2024-10-29T18:44:20.014" v="169" actId="207"/>
          <ac:spMkLst>
            <pc:docMk/>
            <pc:sldMk cId="2089531037" sldId="584"/>
            <ac:spMk id="280" creationId="{00000000-0000-0000-0000-000000000000}"/>
          </ac:spMkLst>
        </pc:spChg>
        <pc:grpChg chg="mod">
          <ac:chgData name="Alberto Ruiz" userId="47fa91d207cfb014" providerId="LiveId" clId="{18923CA4-2A1E-4285-81FF-2717E4C88808}" dt="2024-10-29T18:44:14.664" v="166" actId="14100"/>
          <ac:grpSpMkLst>
            <pc:docMk/>
            <pc:sldMk cId="2089531037" sldId="584"/>
            <ac:grpSpMk id="268" creationId="{00000000-0000-0000-0000-000000000000}"/>
          </ac:grpSpMkLst>
        </pc:grpChg>
      </pc:sldChg>
      <pc:sldChg chg="addSp modSp mod setBg setFolMasterObjs">
        <pc:chgData name="Alberto Ruiz" userId="47fa91d207cfb014" providerId="LiveId" clId="{18923CA4-2A1E-4285-81FF-2717E4C88808}" dt="2024-10-29T18:44:44.119" v="176" actId="1076"/>
        <pc:sldMkLst>
          <pc:docMk/>
          <pc:sldMk cId="3170896681" sldId="585"/>
        </pc:sldMkLst>
        <pc:spChg chg="mod">
          <ac:chgData name="Alberto Ruiz" userId="47fa91d207cfb014" providerId="LiveId" clId="{18923CA4-2A1E-4285-81FF-2717E4C88808}" dt="2024-10-29T18:44:44.119" v="176" actId="1076"/>
          <ac:spMkLst>
            <pc:docMk/>
            <pc:sldMk cId="3170896681" sldId="585"/>
            <ac:spMk id="267" creationId="{00000000-0000-0000-0000-000000000000}"/>
          </ac:spMkLst>
        </pc:spChg>
        <pc:spChg chg="add">
          <ac:chgData name="Alberto Ruiz" userId="47fa91d207cfb014" providerId="LiveId" clId="{18923CA4-2A1E-4285-81FF-2717E4C88808}" dt="2024-10-29T18:44:39.432" v="174" actId="26606"/>
          <ac:spMkLst>
            <pc:docMk/>
            <pc:sldMk cId="3170896681" sldId="585"/>
            <ac:spMk id="272" creationId="{665DBBEF-238B-476B-96AB-8AAC3224ECEA}"/>
          </ac:spMkLst>
        </pc:spChg>
        <pc:spChg chg="add">
          <ac:chgData name="Alberto Ruiz" userId="47fa91d207cfb014" providerId="LiveId" clId="{18923CA4-2A1E-4285-81FF-2717E4C88808}" dt="2024-10-29T18:44:39.432" v="174" actId="26606"/>
          <ac:spMkLst>
            <pc:docMk/>
            <pc:sldMk cId="3170896681" sldId="585"/>
            <ac:spMk id="274" creationId="{3FCFB1DE-0B7E-48CC-BA90-B2AB0889F9D6}"/>
          </ac:spMkLst>
        </pc:spChg>
        <pc:picChg chg="mod">
          <ac:chgData name="Alberto Ruiz" userId="47fa91d207cfb014" providerId="LiveId" clId="{18923CA4-2A1E-4285-81FF-2717E4C88808}" dt="2024-10-29T18:44:39.432" v="174" actId="26606"/>
          <ac:picMkLst>
            <pc:docMk/>
            <pc:sldMk cId="3170896681" sldId="585"/>
            <ac:picMk id="3" creationId="{3FA7985C-4B6D-C71E-9935-7D5A408B1C0F}"/>
          </ac:picMkLst>
        </pc:picChg>
      </pc:sldChg>
      <pc:sldChg chg="addSp modSp mod setBg setFolMasterObjs">
        <pc:chgData name="Alberto Ruiz" userId="47fa91d207cfb014" providerId="LiveId" clId="{18923CA4-2A1E-4285-81FF-2717E4C88808}" dt="2024-10-29T18:45:27.651" v="189" actId="26606"/>
        <pc:sldMkLst>
          <pc:docMk/>
          <pc:sldMk cId="1995026671" sldId="588"/>
        </pc:sldMkLst>
        <pc:spChg chg="mod">
          <ac:chgData name="Alberto Ruiz" userId="47fa91d207cfb014" providerId="LiveId" clId="{18923CA4-2A1E-4285-81FF-2717E4C88808}" dt="2024-10-29T18:45:27.651" v="189" actId="26606"/>
          <ac:spMkLst>
            <pc:docMk/>
            <pc:sldMk cId="1995026671" sldId="588"/>
            <ac:spMk id="2" creationId="{F09C9994-B581-3C66-B84E-B5313C139380}"/>
          </ac:spMkLst>
        </pc:spChg>
        <pc:spChg chg="mod ord">
          <ac:chgData name="Alberto Ruiz" userId="47fa91d207cfb014" providerId="LiveId" clId="{18923CA4-2A1E-4285-81FF-2717E4C88808}" dt="2024-10-29T18:45:27.651" v="189" actId="26606"/>
          <ac:spMkLst>
            <pc:docMk/>
            <pc:sldMk cId="1995026671" sldId="588"/>
            <ac:spMk id="5" creationId="{2236D0D3-B176-4B3F-DD02-4B4EBDF16250}"/>
          </ac:spMkLst>
        </pc:spChg>
        <pc:spChg chg="add">
          <ac:chgData name="Alberto Ruiz" userId="47fa91d207cfb014" providerId="LiveId" clId="{18923CA4-2A1E-4285-81FF-2717E4C88808}" dt="2024-10-29T18:45:27.651" v="189" actId="26606"/>
          <ac:spMkLst>
            <pc:docMk/>
            <pc:sldMk cId="1995026671" sldId="588"/>
            <ac:spMk id="3081" creationId="{CA4BD6EE-7B51-447C-AAB3-028B7A3E515D}"/>
          </ac:spMkLst>
        </pc:spChg>
        <pc:spChg chg="add">
          <ac:chgData name="Alberto Ruiz" userId="47fa91d207cfb014" providerId="LiveId" clId="{18923CA4-2A1E-4285-81FF-2717E4C88808}" dt="2024-10-29T18:45:27.651" v="189" actId="26606"/>
          <ac:spMkLst>
            <pc:docMk/>
            <pc:sldMk cId="1995026671" sldId="588"/>
            <ac:spMk id="3083" creationId="{6B5FF7CD-712E-4187-BFF5-B192FFB33A49}"/>
          </ac:spMkLst>
        </pc:spChg>
        <pc:picChg chg="mod ord">
          <ac:chgData name="Alberto Ruiz" userId="47fa91d207cfb014" providerId="LiveId" clId="{18923CA4-2A1E-4285-81FF-2717E4C88808}" dt="2024-10-29T18:45:27.651" v="189" actId="26606"/>
          <ac:picMkLst>
            <pc:docMk/>
            <pc:sldMk cId="1995026671" sldId="588"/>
            <ac:picMk id="4" creationId="{538B39F0-9EB7-F6AD-0228-A0476D1F44F8}"/>
          </ac:picMkLst>
        </pc:picChg>
        <pc:picChg chg="mod">
          <ac:chgData name="Alberto Ruiz" userId="47fa91d207cfb014" providerId="LiveId" clId="{18923CA4-2A1E-4285-81FF-2717E4C88808}" dt="2024-10-29T18:45:27.651" v="189" actId="26606"/>
          <ac:picMkLst>
            <pc:docMk/>
            <pc:sldMk cId="1995026671" sldId="588"/>
            <ac:picMk id="3074" creationId="{16456A48-2859-141F-7CD9-26A5A74B5017}"/>
          </ac:picMkLst>
        </pc:picChg>
        <pc:picChg chg="mod">
          <ac:chgData name="Alberto Ruiz" userId="47fa91d207cfb014" providerId="LiveId" clId="{18923CA4-2A1E-4285-81FF-2717E4C88808}" dt="2024-10-29T18:45:27.651" v="189" actId="26606"/>
          <ac:picMkLst>
            <pc:docMk/>
            <pc:sldMk cId="1995026671" sldId="588"/>
            <ac:picMk id="3076" creationId="{9AADB8E7-E58F-077F-A91C-76F65D2AE272}"/>
          </ac:picMkLst>
        </pc:picChg>
      </pc:sldChg>
      <pc:sldChg chg="addSp delSp modSp mod">
        <pc:chgData name="Alberto Ruiz" userId="47fa91d207cfb014" providerId="LiveId" clId="{18923CA4-2A1E-4285-81FF-2717E4C88808}" dt="2024-10-29T18:46:34.156" v="215" actId="1076"/>
        <pc:sldMkLst>
          <pc:docMk/>
          <pc:sldMk cId="410237710" sldId="589"/>
        </pc:sldMkLst>
        <pc:spChg chg="mod">
          <ac:chgData name="Alberto Ruiz" userId="47fa91d207cfb014" providerId="LiveId" clId="{18923CA4-2A1E-4285-81FF-2717E4C88808}" dt="2024-10-29T18:46:11.215" v="207" actId="1076"/>
          <ac:spMkLst>
            <pc:docMk/>
            <pc:sldMk cId="410237710" sldId="589"/>
            <ac:spMk id="2" creationId="{F09C9994-B581-3C66-B84E-B5313C139380}"/>
          </ac:spMkLst>
        </pc:spChg>
        <pc:spChg chg="mod">
          <ac:chgData name="Alberto Ruiz" userId="47fa91d207cfb014" providerId="LiveId" clId="{18923CA4-2A1E-4285-81FF-2717E4C88808}" dt="2024-10-29T18:45:59.648" v="201" actId="1076"/>
          <ac:spMkLst>
            <pc:docMk/>
            <pc:sldMk cId="410237710" sldId="589"/>
            <ac:spMk id="3" creationId="{C463536F-3226-C318-73BD-3AE10B3D8DE9}"/>
          </ac:spMkLst>
        </pc:spChg>
        <pc:spChg chg="add del mod">
          <ac:chgData name="Alberto Ruiz" userId="47fa91d207cfb014" providerId="LiveId" clId="{18923CA4-2A1E-4285-81FF-2717E4C88808}" dt="2024-10-29T18:45:59.176" v="200" actId="26606"/>
          <ac:spMkLst>
            <pc:docMk/>
            <pc:sldMk cId="410237710" sldId="589"/>
            <ac:spMk id="7" creationId="{A8241ABA-C326-6AEE-98F3-EC8B15C387F6}"/>
          </ac:spMkLst>
        </pc:spChg>
        <pc:graphicFrameChg chg="add del">
          <ac:chgData name="Alberto Ruiz" userId="47fa91d207cfb014" providerId="LiveId" clId="{18923CA4-2A1E-4285-81FF-2717E4C88808}" dt="2024-10-29T18:45:56.373" v="196" actId="26606"/>
          <ac:graphicFrameMkLst>
            <pc:docMk/>
            <pc:sldMk cId="410237710" sldId="589"/>
            <ac:graphicFrameMk id="9" creationId="{2BB307D7-B385-39DA-6829-B26592A320A7}"/>
          </ac:graphicFrameMkLst>
        </pc:graphicFrameChg>
        <pc:graphicFrameChg chg="add del">
          <ac:chgData name="Alberto Ruiz" userId="47fa91d207cfb014" providerId="LiveId" clId="{18923CA4-2A1E-4285-81FF-2717E4C88808}" dt="2024-10-29T18:45:57.381" v="198" actId="26606"/>
          <ac:graphicFrameMkLst>
            <pc:docMk/>
            <pc:sldMk cId="410237710" sldId="589"/>
            <ac:graphicFrameMk id="11" creationId="{14FF2DCC-B0F5-E2C6-D01A-8CB448C9F343}"/>
          </ac:graphicFrameMkLst>
        </pc:graphicFrameChg>
        <pc:graphicFrameChg chg="add del">
          <ac:chgData name="Alberto Ruiz" userId="47fa91d207cfb014" providerId="LiveId" clId="{18923CA4-2A1E-4285-81FF-2717E4C88808}" dt="2024-10-29T18:45:59.176" v="200" actId="26606"/>
          <ac:graphicFrameMkLst>
            <pc:docMk/>
            <pc:sldMk cId="410237710" sldId="589"/>
            <ac:graphicFrameMk id="13" creationId="{4626D656-4205-740B-F6C2-814C4E8DAC2F}"/>
          </ac:graphicFrameMkLst>
        </pc:graphicFrameChg>
        <pc:picChg chg="mod">
          <ac:chgData name="Alberto Ruiz" userId="47fa91d207cfb014" providerId="LiveId" clId="{18923CA4-2A1E-4285-81FF-2717E4C88808}" dt="2024-10-29T18:46:34.156" v="215" actId="1076"/>
          <ac:picMkLst>
            <pc:docMk/>
            <pc:sldMk cId="410237710" sldId="589"/>
            <ac:picMk id="5" creationId="{67F1A73A-FCC8-2630-D5BE-7F5005AE9289}"/>
          </ac:picMkLst>
        </pc:picChg>
      </pc:sldChg>
      <pc:sldChg chg="addSp modSp mod setBg setFolMasterObjs">
        <pc:chgData name="Alberto Ruiz" userId="47fa91d207cfb014" providerId="LiveId" clId="{18923CA4-2A1E-4285-81FF-2717E4C88808}" dt="2024-10-29T18:45:21.948" v="187" actId="26606"/>
        <pc:sldMkLst>
          <pc:docMk/>
          <pc:sldMk cId="104525576" sldId="590"/>
        </pc:sldMkLst>
        <pc:spChg chg="mod">
          <ac:chgData name="Alberto Ruiz" userId="47fa91d207cfb014" providerId="LiveId" clId="{18923CA4-2A1E-4285-81FF-2717E4C88808}" dt="2024-10-29T18:45:21.948" v="187" actId="26606"/>
          <ac:spMkLst>
            <pc:docMk/>
            <pc:sldMk cId="104525576" sldId="590"/>
            <ac:spMk id="3" creationId="{B2DCBE4E-F055-2B44-8A5A-BAD197113EF6}"/>
          </ac:spMkLst>
        </pc:spChg>
        <pc:spChg chg="mod">
          <ac:chgData name="Alberto Ruiz" userId="47fa91d207cfb014" providerId="LiveId" clId="{18923CA4-2A1E-4285-81FF-2717E4C88808}" dt="2024-10-29T18:45:21.948" v="187" actId="26606"/>
          <ac:spMkLst>
            <pc:docMk/>
            <pc:sldMk cId="104525576" sldId="590"/>
            <ac:spMk id="5" creationId="{AC216A5F-FB6F-E1F2-3F4A-832170686DD9}"/>
          </ac:spMkLst>
        </pc:spChg>
        <pc:spChg chg="add">
          <ac:chgData name="Alberto Ruiz" userId="47fa91d207cfb014" providerId="LiveId" clId="{18923CA4-2A1E-4285-81FF-2717E4C88808}" dt="2024-10-29T18:45:21.948" v="187" actId="26606"/>
          <ac:spMkLst>
            <pc:docMk/>
            <pc:sldMk cId="104525576" sldId="590"/>
            <ac:spMk id="11" creationId="{45D37F4E-DDB4-456B-97E0-9937730A039F}"/>
          </ac:spMkLst>
        </pc:spChg>
        <pc:spChg chg="add">
          <ac:chgData name="Alberto Ruiz" userId="47fa91d207cfb014" providerId="LiveId" clId="{18923CA4-2A1E-4285-81FF-2717E4C88808}" dt="2024-10-29T18:45:21.948" v="187" actId="26606"/>
          <ac:spMkLst>
            <pc:docMk/>
            <pc:sldMk cId="104525576" sldId="590"/>
            <ac:spMk id="13" creationId="{B2DD41CD-8F47-4F56-AD12-4E2FF7696987}"/>
          </ac:spMkLst>
        </pc:spChg>
        <pc:picChg chg="mod">
          <ac:chgData name="Alberto Ruiz" userId="47fa91d207cfb014" providerId="LiveId" clId="{18923CA4-2A1E-4285-81FF-2717E4C88808}" dt="2024-10-29T18:45:21.948" v="187" actId="26606"/>
          <ac:picMkLst>
            <pc:docMk/>
            <pc:sldMk cId="104525576" sldId="590"/>
            <ac:picMk id="6" creationId="{51A9DC2C-B54A-C16B-8C80-6ABA59C08237}"/>
          </ac:picMkLst>
        </pc:picChg>
      </pc:sldChg>
      <pc:sldChg chg="addSp modSp mod setBg setFolMasterObjs">
        <pc:chgData name="Alberto Ruiz" userId="47fa91d207cfb014" providerId="LiveId" clId="{18923CA4-2A1E-4285-81FF-2717E4C88808}" dt="2024-10-29T18:45:24.409" v="188" actId="26606"/>
        <pc:sldMkLst>
          <pc:docMk/>
          <pc:sldMk cId="2323823623" sldId="591"/>
        </pc:sldMkLst>
        <pc:spChg chg="mod ord">
          <ac:chgData name="Alberto Ruiz" userId="47fa91d207cfb014" providerId="LiveId" clId="{18923CA4-2A1E-4285-81FF-2717E4C88808}" dt="2024-10-29T18:45:24.409" v="188" actId="26606"/>
          <ac:spMkLst>
            <pc:docMk/>
            <pc:sldMk cId="2323823623" sldId="591"/>
            <ac:spMk id="3" creationId="{ABDDB0A0-1F63-88A8-6CF5-736B1EDD8161}"/>
          </ac:spMkLst>
        </pc:spChg>
        <pc:spChg chg="mod">
          <ac:chgData name="Alberto Ruiz" userId="47fa91d207cfb014" providerId="LiveId" clId="{18923CA4-2A1E-4285-81FF-2717E4C88808}" dt="2024-10-29T18:45:24.409" v="188" actId="26606"/>
          <ac:spMkLst>
            <pc:docMk/>
            <pc:sldMk cId="2323823623" sldId="591"/>
            <ac:spMk id="4" creationId="{F916743A-E985-4A11-AB96-F1BEBB9669EC}"/>
          </ac:spMkLst>
        </pc:spChg>
        <pc:spChg chg="add">
          <ac:chgData name="Alberto Ruiz" userId="47fa91d207cfb014" providerId="LiveId" clId="{18923CA4-2A1E-4285-81FF-2717E4C88808}" dt="2024-10-29T18:45:24.409" v="188" actId="26606"/>
          <ac:spMkLst>
            <pc:docMk/>
            <pc:sldMk cId="2323823623" sldId="591"/>
            <ac:spMk id="10" creationId="{45D37F4E-DDB4-456B-97E0-9937730A039F}"/>
          </ac:spMkLst>
        </pc:spChg>
        <pc:spChg chg="add">
          <ac:chgData name="Alberto Ruiz" userId="47fa91d207cfb014" providerId="LiveId" clId="{18923CA4-2A1E-4285-81FF-2717E4C88808}" dt="2024-10-29T18:45:24.409" v="188" actId="26606"/>
          <ac:spMkLst>
            <pc:docMk/>
            <pc:sldMk cId="2323823623" sldId="591"/>
            <ac:spMk id="12" creationId="{B2DD41CD-8F47-4F56-AD12-4E2FF7696987}"/>
          </ac:spMkLst>
        </pc:spChg>
        <pc:picChg chg="mod">
          <ac:chgData name="Alberto Ruiz" userId="47fa91d207cfb014" providerId="LiveId" clId="{18923CA4-2A1E-4285-81FF-2717E4C88808}" dt="2024-10-29T18:45:24.409" v="188" actId="26606"/>
          <ac:picMkLst>
            <pc:docMk/>
            <pc:sldMk cId="2323823623" sldId="591"/>
            <ac:picMk id="5" creationId="{CD585561-1F9C-3F5F-8495-0E352C57818D}"/>
          </ac:picMkLst>
        </pc:picChg>
      </pc:sldChg>
      <pc:sldChg chg="addSp delSp modSp mod">
        <pc:chgData name="Alberto Ruiz" userId="47fa91d207cfb014" providerId="LiveId" clId="{18923CA4-2A1E-4285-81FF-2717E4C88808}" dt="2024-10-29T18:46:43.335" v="219" actId="1076"/>
        <pc:sldMkLst>
          <pc:docMk/>
          <pc:sldMk cId="3261567285" sldId="592"/>
        </pc:sldMkLst>
        <pc:spChg chg="add del">
          <ac:chgData name="Alberto Ruiz" userId="47fa91d207cfb014" providerId="LiveId" clId="{18923CA4-2A1E-4285-81FF-2717E4C88808}" dt="2024-10-29T18:46:33.721" v="214" actId="26606"/>
          <ac:spMkLst>
            <pc:docMk/>
            <pc:sldMk cId="3261567285" sldId="592"/>
            <ac:spMk id="4" creationId="{1892AE02-652B-6BAC-D7A9-642A9D39F473}"/>
          </ac:spMkLst>
        </pc:spChg>
        <pc:spChg chg="mod">
          <ac:chgData name="Alberto Ruiz" userId="47fa91d207cfb014" providerId="LiveId" clId="{18923CA4-2A1E-4285-81FF-2717E4C88808}" dt="2024-10-29T18:46:37.742" v="216" actId="14100"/>
          <ac:spMkLst>
            <pc:docMk/>
            <pc:sldMk cId="3261567285" sldId="592"/>
            <ac:spMk id="9" creationId="{CA51BB64-2E50-7101-3FBB-882B1352E2C4}"/>
          </ac:spMkLst>
        </pc:spChg>
        <pc:graphicFrameChg chg="add del">
          <ac:chgData name="Alberto Ruiz" userId="47fa91d207cfb014" providerId="LiveId" clId="{18923CA4-2A1E-4285-81FF-2717E4C88808}" dt="2024-10-29T18:46:31.037" v="212" actId="26606"/>
          <ac:graphicFrameMkLst>
            <pc:docMk/>
            <pc:sldMk cId="3261567285" sldId="592"/>
            <ac:graphicFrameMk id="12" creationId="{C98B5321-D42F-C747-F399-1C087AEAF970}"/>
          </ac:graphicFrameMkLst>
        </pc:graphicFrameChg>
        <pc:graphicFrameChg chg="add del">
          <ac:chgData name="Alberto Ruiz" userId="47fa91d207cfb014" providerId="LiveId" clId="{18923CA4-2A1E-4285-81FF-2717E4C88808}" dt="2024-10-29T18:46:33.721" v="214" actId="26606"/>
          <ac:graphicFrameMkLst>
            <pc:docMk/>
            <pc:sldMk cId="3261567285" sldId="592"/>
            <ac:graphicFrameMk id="14" creationId="{4D36C44A-C26F-9DC8-A81B-8DE0498EAC26}"/>
          </ac:graphicFrameMkLst>
        </pc:graphicFrameChg>
        <pc:picChg chg="mod">
          <ac:chgData name="Alberto Ruiz" userId="47fa91d207cfb014" providerId="LiveId" clId="{18923CA4-2A1E-4285-81FF-2717E4C88808}" dt="2024-10-29T18:46:43.335" v="219" actId="1076"/>
          <ac:picMkLst>
            <pc:docMk/>
            <pc:sldMk cId="3261567285" sldId="592"/>
            <ac:picMk id="10" creationId="{4AD47B5A-0288-4D52-74BC-005B1FBB1DF4}"/>
          </ac:picMkLst>
        </pc:picChg>
      </pc:sldChg>
      <pc:sldChg chg="addSp delSp modSp mod">
        <pc:chgData name="Alberto Ruiz" userId="47fa91d207cfb014" providerId="LiveId" clId="{18923CA4-2A1E-4285-81FF-2717E4C88808}" dt="2024-10-29T18:47:13.559" v="229" actId="1076"/>
        <pc:sldMkLst>
          <pc:docMk/>
          <pc:sldMk cId="402932058" sldId="593"/>
        </pc:sldMkLst>
        <pc:spChg chg="add mod">
          <ac:chgData name="Alberto Ruiz" userId="47fa91d207cfb014" providerId="LiveId" clId="{18923CA4-2A1E-4285-81FF-2717E4C88808}" dt="2024-10-29T18:46:59.970" v="225" actId="26606"/>
          <ac:spMkLst>
            <pc:docMk/>
            <pc:sldMk cId="402932058" sldId="593"/>
            <ac:spMk id="2" creationId="{DF1D73F0-4164-1F22-ACBA-67B4B2C43E6E}"/>
          </ac:spMkLst>
        </pc:spChg>
        <pc:spChg chg="del">
          <ac:chgData name="Alberto Ruiz" userId="47fa91d207cfb014" providerId="LiveId" clId="{18923CA4-2A1E-4285-81FF-2717E4C88808}" dt="2024-10-29T18:46:59.970" v="225" actId="26606"/>
          <ac:spMkLst>
            <pc:docMk/>
            <pc:sldMk cId="402932058" sldId="593"/>
            <ac:spMk id="9" creationId="{EB05EE64-5AAF-7320-45C6-9E37051B8568}"/>
          </ac:spMkLst>
        </pc:spChg>
        <pc:graphicFrameChg chg="add mod">
          <ac:chgData name="Alberto Ruiz" userId="47fa91d207cfb014" providerId="LiveId" clId="{18923CA4-2A1E-4285-81FF-2717E4C88808}" dt="2024-10-29T18:47:08.888" v="228" actId="14100"/>
          <ac:graphicFrameMkLst>
            <pc:docMk/>
            <pc:sldMk cId="402932058" sldId="593"/>
            <ac:graphicFrameMk id="12" creationId="{0561ED06-06CD-27AA-5998-5597E7A7014A}"/>
          </ac:graphicFrameMkLst>
        </pc:graphicFrameChg>
        <pc:picChg chg="mod">
          <ac:chgData name="Alberto Ruiz" userId="47fa91d207cfb014" providerId="LiveId" clId="{18923CA4-2A1E-4285-81FF-2717E4C88808}" dt="2024-10-29T18:47:13.559" v="229" actId="1076"/>
          <ac:picMkLst>
            <pc:docMk/>
            <pc:sldMk cId="402932058" sldId="593"/>
            <ac:picMk id="10" creationId="{8C6E6FA5-08CD-891C-D506-944D21CD466D}"/>
          </ac:picMkLst>
        </pc:picChg>
      </pc:sldChg>
      <pc:sldChg chg="addSp modSp mod setBg setFolMasterObjs">
        <pc:chgData name="Alberto Ruiz" userId="47fa91d207cfb014" providerId="LiveId" clId="{18923CA4-2A1E-4285-81FF-2717E4C88808}" dt="2024-10-29T18:47:27.491" v="234" actId="26606"/>
        <pc:sldMkLst>
          <pc:docMk/>
          <pc:sldMk cId="2734045285" sldId="594"/>
        </pc:sldMkLst>
        <pc:spChg chg="mod">
          <ac:chgData name="Alberto Ruiz" userId="47fa91d207cfb014" providerId="LiveId" clId="{18923CA4-2A1E-4285-81FF-2717E4C88808}" dt="2024-10-29T18:47:27.491" v="234" actId="26606"/>
          <ac:spMkLst>
            <pc:docMk/>
            <pc:sldMk cId="2734045285" sldId="594"/>
            <ac:spMk id="2" creationId="{45B2B746-00B8-D99E-30D8-D88F7561F02E}"/>
          </ac:spMkLst>
        </pc:spChg>
        <pc:spChg chg="mod">
          <ac:chgData name="Alberto Ruiz" userId="47fa91d207cfb014" providerId="LiveId" clId="{18923CA4-2A1E-4285-81FF-2717E4C88808}" dt="2024-10-29T18:47:27.491" v="234" actId="26606"/>
          <ac:spMkLst>
            <pc:docMk/>
            <pc:sldMk cId="2734045285" sldId="594"/>
            <ac:spMk id="4" creationId="{488A7B65-F71F-3983-2CF2-A1506A59A011}"/>
          </ac:spMkLst>
        </pc:spChg>
        <pc:spChg chg="add">
          <ac:chgData name="Alberto Ruiz" userId="47fa91d207cfb014" providerId="LiveId" clId="{18923CA4-2A1E-4285-81FF-2717E4C88808}" dt="2024-10-29T18:47:27.491" v="234" actId="26606"/>
          <ac:spMkLst>
            <pc:docMk/>
            <pc:sldMk cId="2734045285" sldId="594"/>
            <ac:spMk id="10" creationId="{45D37F4E-DDB4-456B-97E0-9937730A039F}"/>
          </ac:spMkLst>
        </pc:spChg>
        <pc:spChg chg="add">
          <ac:chgData name="Alberto Ruiz" userId="47fa91d207cfb014" providerId="LiveId" clId="{18923CA4-2A1E-4285-81FF-2717E4C88808}" dt="2024-10-29T18:47:27.491" v="234" actId="26606"/>
          <ac:spMkLst>
            <pc:docMk/>
            <pc:sldMk cId="2734045285" sldId="594"/>
            <ac:spMk id="12" creationId="{B2DD41CD-8F47-4F56-AD12-4E2FF7696987}"/>
          </ac:spMkLst>
        </pc:spChg>
        <pc:picChg chg="mod">
          <ac:chgData name="Alberto Ruiz" userId="47fa91d207cfb014" providerId="LiveId" clId="{18923CA4-2A1E-4285-81FF-2717E4C88808}" dt="2024-10-29T18:47:27.491" v="234" actId="26606"/>
          <ac:picMkLst>
            <pc:docMk/>
            <pc:sldMk cId="2734045285" sldId="594"/>
            <ac:picMk id="5" creationId="{E8359D11-32C6-4650-B2E8-F444D2380473}"/>
          </ac:picMkLst>
        </pc:picChg>
      </pc:sldChg>
      <pc:sldChg chg="addSp delSp modSp mod setBg setFolMasterObjs">
        <pc:chgData name="Alberto Ruiz" userId="47fa91d207cfb014" providerId="LiveId" clId="{18923CA4-2A1E-4285-81FF-2717E4C88808}" dt="2024-10-29T18:47:38.976" v="244" actId="27636"/>
        <pc:sldMkLst>
          <pc:docMk/>
          <pc:sldMk cId="2580498415" sldId="595"/>
        </pc:sldMkLst>
        <pc:spChg chg="mod">
          <ac:chgData name="Alberto Ruiz" userId="47fa91d207cfb014" providerId="LiveId" clId="{18923CA4-2A1E-4285-81FF-2717E4C88808}" dt="2024-10-29T18:47:31.821" v="237" actId="26606"/>
          <ac:spMkLst>
            <pc:docMk/>
            <pc:sldMk cId="2580498415" sldId="595"/>
            <ac:spMk id="3" creationId="{208CAA56-F276-3455-8D3B-53CE4276C5DA}"/>
          </ac:spMkLst>
        </pc:spChg>
        <pc:spChg chg="mod">
          <ac:chgData name="Alberto Ruiz" userId="47fa91d207cfb014" providerId="LiveId" clId="{18923CA4-2A1E-4285-81FF-2717E4C88808}" dt="2024-10-29T18:47:38.976" v="244" actId="27636"/>
          <ac:spMkLst>
            <pc:docMk/>
            <pc:sldMk cId="2580498415" sldId="595"/>
            <ac:spMk id="5" creationId="{7A02C764-B757-A58C-28A8-2FA52488DD7B}"/>
          </ac:spMkLst>
        </pc:spChg>
        <pc:spChg chg="add del">
          <ac:chgData name="Alberto Ruiz" userId="47fa91d207cfb014" providerId="LiveId" clId="{18923CA4-2A1E-4285-81FF-2717E4C88808}" dt="2024-10-29T18:47:31.814" v="236" actId="26606"/>
          <ac:spMkLst>
            <pc:docMk/>
            <pc:sldMk cId="2580498415" sldId="595"/>
            <ac:spMk id="11" creationId="{45D37F4E-DDB4-456B-97E0-9937730A039F}"/>
          </ac:spMkLst>
        </pc:spChg>
        <pc:spChg chg="add del">
          <ac:chgData name="Alberto Ruiz" userId="47fa91d207cfb014" providerId="LiveId" clId="{18923CA4-2A1E-4285-81FF-2717E4C88808}" dt="2024-10-29T18:47:31.814" v="236" actId="26606"/>
          <ac:spMkLst>
            <pc:docMk/>
            <pc:sldMk cId="2580498415" sldId="595"/>
            <ac:spMk id="13" creationId="{B2DD41CD-8F47-4F56-AD12-4E2FF7696987}"/>
          </ac:spMkLst>
        </pc:spChg>
        <pc:spChg chg="add">
          <ac:chgData name="Alberto Ruiz" userId="47fa91d207cfb014" providerId="LiveId" clId="{18923CA4-2A1E-4285-81FF-2717E4C88808}" dt="2024-10-29T18:47:31.821" v="237" actId="26606"/>
          <ac:spMkLst>
            <pc:docMk/>
            <pc:sldMk cId="2580498415" sldId="595"/>
            <ac:spMk id="15" creationId="{BB48116A-278A-4CC5-89D3-9DE8E8FF1245}"/>
          </ac:spMkLst>
        </pc:spChg>
        <pc:spChg chg="add">
          <ac:chgData name="Alberto Ruiz" userId="47fa91d207cfb014" providerId="LiveId" clId="{18923CA4-2A1E-4285-81FF-2717E4C88808}" dt="2024-10-29T18:47:31.821" v="237" actId="26606"/>
          <ac:spMkLst>
            <pc:docMk/>
            <pc:sldMk cId="2580498415" sldId="595"/>
            <ac:spMk id="16" creationId="{DB304A14-32D0-4873-B914-423ED7B8DAFD}"/>
          </ac:spMkLst>
        </pc:spChg>
        <pc:spChg chg="add">
          <ac:chgData name="Alberto Ruiz" userId="47fa91d207cfb014" providerId="LiveId" clId="{18923CA4-2A1E-4285-81FF-2717E4C88808}" dt="2024-10-29T18:47:31.821" v="237" actId="26606"/>
          <ac:spMkLst>
            <pc:docMk/>
            <pc:sldMk cId="2580498415" sldId="595"/>
            <ac:spMk id="17" creationId="{1D460C86-854F-4FB3-ABC2-E823D8FEB9DB}"/>
          </ac:spMkLst>
        </pc:spChg>
        <pc:picChg chg="mod">
          <ac:chgData name="Alberto Ruiz" userId="47fa91d207cfb014" providerId="LiveId" clId="{18923CA4-2A1E-4285-81FF-2717E4C88808}" dt="2024-10-29T18:47:31.821" v="237" actId="26606"/>
          <ac:picMkLst>
            <pc:docMk/>
            <pc:sldMk cId="2580498415" sldId="595"/>
            <ac:picMk id="6" creationId="{A3C26C03-5128-F566-7D2D-AD42A6B209F1}"/>
          </ac:picMkLst>
        </pc:picChg>
      </pc:sldChg>
      <pc:sldChg chg="addSp modSp mod setBg setFolMasterObjs">
        <pc:chgData name="Alberto Ruiz" userId="47fa91d207cfb014" providerId="LiveId" clId="{18923CA4-2A1E-4285-81FF-2717E4C88808}" dt="2024-10-29T18:47:18.259" v="231" actId="26606"/>
        <pc:sldMkLst>
          <pc:docMk/>
          <pc:sldMk cId="2921019998" sldId="596"/>
        </pc:sldMkLst>
        <pc:spChg chg="mod">
          <ac:chgData name="Alberto Ruiz" userId="47fa91d207cfb014" providerId="LiveId" clId="{18923CA4-2A1E-4285-81FF-2717E4C88808}" dt="2024-10-29T18:47:18.259" v="231" actId="26606"/>
          <ac:spMkLst>
            <pc:docMk/>
            <pc:sldMk cId="2921019998" sldId="596"/>
            <ac:spMk id="2" creationId="{C4F7C8F6-2CA4-3311-16D2-82EB0001059C}"/>
          </ac:spMkLst>
        </pc:spChg>
        <pc:spChg chg="mod">
          <ac:chgData name="Alberto Ruiz" userId="47fa91d207cfb014" providerId="LiveId" clId="{18923CA4-2A1E-4285-81FF-2717E4C88808}" dt="2024-10-29T18:47:18.259" v="231" actId="26606"/>
          <ac:spMkLst>
            <pc:docMk/>
            <pc:sldMk cId="2921019998" sldId="596"/>
            <ac:spMk id="4" creationId="{E754A937-2122-E2CD-7A3F-3C03AF3C3BCD}"/>
          </ac:spMkLst>
        </pc:spChg>
        <pc:spChg chg="add">
          <ac:chgData name="Alberto Ruiz" userId="47fa91d207cfb014" providerId="LiveId" clId="{18923CA4-2A1E-4285-81FF-2717E4C88808}" dt="2024-10-29T18:47:18.259" v="231" actId="26606"/>
          <ac:spMkLst>
            <pc:docMk/>
            <pc:sldMk cId="2921019998" sldId="596"/>
            <ac:spMk id="10" creationId="{45D37F4E-DDB4-456B-97E0-9937730A039F}"/>
          </ac:spMkLst>
        </pc:spChg>
        <pc:spChg chg="add">
          <ac:chgData name="Alberto Ruiz" userId="47fa91d207cfb014" providerId="LiveId" clId="{18923CA4-2A1E-4285-81FF-2717E4C88808}" dt="2024-10-29T18:47:18.259" v="231" actId="26606"/>
          <ac:spMkLst>
            <pc:docMk/>
            <pc:sldMk cId="2921019998" sldId="596"/>
            <ac:spMk id="12" creationId="{B2DD41CD-8F47-4F56-AD12-4E2FF7696987}"/>
          </ac:spMkLst>
        </pc:spChg>
        <pc:picChg chg="mod">
          <ac:chgData name="Alberto Ruiz" userId="47fa91d207cfb014" providerId="LiveId" clId="{18923CA4-2A1E-4285-81FF-2717E4C88808}" dt="2024-10-29T18:47:18.259" v="231" actId="26606"/>
          <ac:picMkLst>
            <pc:docMk/>
            <pc:sldMk cId="2921019998" sldId="596"/>
            <ac:picMk id="5" creationId="{5549ABF3-0DC5-E074-2734-15454B3BC989}"/>
          </ac:picMkLst>
        </pc:picChg>
      </pc:sldChg>
      <pc:sldMasterChg chg="addSp modSldLayout">
        <pc:chgData name="Alberto Ruiz" userId="47fa91d207cfb014" providerId="LiveId" clId="{18923CA4-2A1E-4285-81FF-2717E4C88808}" dt="2024-10-29T18:36:37.426" v="59"/>
        <pc:sldMasterMkLst>
          <pc:docMk/>
          <pc:sldMasterMk cId="758938726" sldId="2147483688"/>
        </pc:sldMasterMkLst>
        <pc:picChg chg="add">
          <ac:chgData name="Alberto Ruiz" userId="47fa91d207cfb014" providerId="LiveId" clId="{18923CA4-2A1E-4285-81FF-2717E4C88808}" dt="2024-10-29T18:36:37.426" v="59"/>
          <ac:picMkLst>
            <pc:docMk/>
            <pc:sldMasterMk cId="758938726" sldId="2147483688"/>
            <ac:picMk id="7" creationId="{E7C0AA1B-40B3-0CDB-EE11-F83818EAEF90}"/>
          </ac:picMkLst>
        </pc:picChg>
        <pc:sldLayoutChg chg="modTransition">
          <pc:chgData name="Alberto Ruiz" userId="47fa91d207cfb014" providerId="LiveId" clId="{18923CA4-2A1E-4285-81FF-2717E4C88808}" dt="2024-10-29T18:36:37.426" v="59"/>
          <pc:sldLayoutMkLst>
            <pc:docMk/>
            <pc:sldMasterMk cId="758938726" sldId="2147483688"/>
            <pc:sldLayoutMk cId="0" sldId="2147483678"/>
          </pc:sldLayoutMkLst>
        </pc:sldLayoutChg>
        <pc:sldLayoutChg chg="modTransition">
          <pc:chgData name="Alberto Ruiz" userId="47fa91d207cfb014" providerId="LiveId" clId="{18923CA4-2A1E-4285-81FF-2717E4C88808}" dt="2024-10-29T18:36:37.426" v="59"/>
          <pc:sldLayoutMkLst>
            <pc:docMk/>
            <pc:sldMasterMk cId="758938726" sldId="2147483688"/>
            <pc:sldLayoutMk cId="0" sldId="2147483679"/>
          </pc:sldLayoutMkLst>
        </pc:sldLayoutChg>
        <pc:sldLayoutChg chg="modTransition">
          <pc:chgData name="Alberto Ruiz" userId="47fa91d207cfb014" providerId="LiveId" clId="{18923CA4-2A1E-4285-81FF-2717E4C88808}" dt="2024-10-29T18:36:37.426" v="59"/>
          <pc:sldLayoutMkLst>
            <pc:docMk/>
            <pc:sldMasterMk cId="758938726" sldId="2147483688"/>
            <pc:sldLayoutMk cId="0" sldId="2147483680"/>
          </pc:sldLayoutMkLst>
        </pc:sldLayoutChg>
        <pc:sldLayoutChg chg="modTransition">
          <pc:chgData name="Alberto Ruiz" userId="47fa91d207cfb014" providerId="LiveId" clId="{18923CA4-2A1E-4285-81FF-2717E4C88808}" dt="2024-10-29T18:36:37.426" v="59"/>
          <pc:sldLayoutMkLst>
            <pc:docMk/>
            <pc:sldMasterMk cId="758938726" sldId="2147483688"/>
            <pc:sldLayoutMk cId="0" sldId="2147483681"/>
          </pc:sldLayoutMkLst>
        </pc:sldLayoutChg>
        <pc:sldLayoutChg chg="modTransition">
          <pc:chgData name="Alberto Ruiz" userId="47fa91d207cfb014" providerId="LiveId" clId="{18923CA4-2A1E-4285-81FF-2717E4C88808}" dt="2024-10-29T18:36:37.426" v="59"/>
          <pc:sldLayoutMkLst>
            <pc:docMk/>
            <pc:sldMasterMk cId="758938726" sldId="2147483688"/>
            <pc:sldLayoutMk cId="0" sldId="2147483682"/>
          </pc:sldLayoutMkLst>
        </pc:sldLayoutChg>
      </pc:sldMasterChg>
      <pc:sldMasterChg chg="addSp modSldLayout">
        <pc:chgData name="Alberto Ruiz" userId="47fa91d207cfb014" providerId="LiveId" clId="{18923CA4-2A1E-4285-81FF-2717E4C88808}" dt="2024-10-29T18:35:46.441" v="55"/>
        <pc:sldMasterMkLst>
          <pc:docMk/>
          <pc:sldMasterMk cId="1454171346" sldId="2147483688"/>
        </pc:sldMasterMkLst>
        <pc:picChg chg="add">
          <ac:chgData name="Alberto Ruiz" userId="47fa91d207cfb014" providerId="LiveId" clId="{18923CA4-2A1E-4285-81FF-2717E4C88808}" dt="2024-10-29T18:35:25.916" v="4"/>
          <ac:picMkLst>
            <pc:docMk/>
            <pc:sldMasterMk cId="1454171346" sldId="2147483688"/>
            <ac:picMk id="9" creationId="{09A0E403-7500-55FB-5B82-58834F06A588}"/>
          </ac:picMkLst>
        </pc:picChg>
        <pc:sldLayoutChg chg="modTransition">
          <pc:chgData name="Alberto Ruiz" userId="47fa91d207cfb014" providerId="LiveId" clId="{18923CA4-2A1E-4285-81FF-2717E4C88808}" dt="2024-10-29T18:35:46.441" v="55"/>
          <pc:sldLayoutMkLst>
            <pc:docMk/>
            <pc:sldMasterMk cId="758938726" sldId="2147483688"/>
            <pc:sldLayoutMk cId="0" sldId="2147483678"/>
          </pc:sldLayoutMkLst>
        </pc:sldLayoutChg>
        <pc:sldLayoutChg chg="modTransition">
          <pc:chgData name="Alberto Ruiz" userId="47fa91d207cfb014" providerId="LiveId" clId="{18923CA4-2A1E-4285-81FF-2717E4C88808}" dt="2024-10-29T18:35:46.441" v="55"/>
          <pc:sldLayoutMkLst>
            <pc:docMk/>
            <pc:sldMasterMk cId="758938726" sldId="2147483688"/>
            <pc:sldLayoutMk cId="0" sldId="2147483679"/>
          </pc:sldLayoutMkLst>
        </pc:sldLayoutChg>
        <pc:sldLayoutChg chg="modTransition">
          <pc:chgData name="Alberto Ruiz" userId="47fa91d207cfb014" providerId="LiveId" clId="{18923CA4-2A1E-4285-81FF-2717E4C88808}" dt="2024-10-29T18:35:46.441" v="55"/>
          <pc:sldLayoutMkLst>
            <pc:docMk/>
            <pc:sldMasterMk cId="758938726" sldId="2147483688"/>
            <pc:sldLayoutMk cId="0" sldId="2147483680"/>
          </pc:sldLayoutMkLst>
        </pc:sldLayoutChg>
        <pc:sldLayoutChg chg="modTransition">
          <pc:chgData name="Alberto Ruiz" userId="47fa91d207cfb014" providerId="LiveId" clId="{18923CA4-2A1E-4285-81FF-2717E4C88808}" dt="2024-10-29T18:35:46.441" v="55"/>
          <pc:sldLayoutMkLst>
            <pc:docMk/>
            <pc:sldMasterMk cId="758938726" sldId="2147483688"/>
            <pc:sldLayoutMk cId="0" sldId="2147483681"/>
          </pc:sldLayoutMkLst>
        </pc:sldLayoutChg>
        <pc:sldLayoutChg chg="modTransition">
          <pc:chgData name="Alberto Ruiz" userId="47fa91d207cfb014" providerId="LiveId" clId="{18923CA4-2A1E-4285-81FF-2717E4C88808}" dt="2024-10-29T18:35:46.441" v="55"/>
          <pc:sldLayoutMkLst>
            <pc:docMk/>
            <pc:sldMasterMk cId="758938726" sldId="2147483688"/>
            <pc:sldLayoutMk cId="0" sldId="2147483682"/>
          </pc:sldLayoutMkLst>
        </pc:sldLayoutChg>
      </pc:sldMasterChg>
      <pc:sldMasterChg chg="addSp">
        <pc:chgData name="Alberto Ruiz" userId="47fa91d207cfb014" providerId="LiveId" clId="{18923CA4-2A1E-4285-81FF-2717E4C88808}" dt="2024-10-29T18:35:27.161" v="24"/>
        <pc:sldMasterMkLst>
          <pc:docMk/>
          <pc:sldMasterMk cId="555257620" sldId="2147483703"/>
        </pc:sldMasterMkLst>
        <pc:picChg chg="add">
          <ac:chgData name="Alberto Ruiz" userId="47fa91d207cfb014" providerId="LiveId" clId="{18923CA4-2A1E-4285-81FF-2717E4C88808}" dt="2024-10-29T18:35:27.161" v="24"/>
          <ac:picMkLst>
            <pc:docMk/>
            <pc:sldMasterMk cId="555257620" sldId="2147483703"/>
            <ac:picMk id="8" creationId="{DEDD9D69-E6F7-DEC1-D79B-8DC36406EF93}"/>
          </ac:picMkLst>
        </pc:picChg>
      </pc:sldMasterChg>
    </pc:docChg>
  </pc:docChgLst>
  <pc:docChgLst>
    <pc:chgData name="Alberto Ruiz" userId="47fa91d207cfb014" providerId="LiveId" clId="{A044C5BB-CE47-4891-9CF4-40B45B73A78A}"/>
    <pc:docChg chg="undo custSel delSld modSld">
      <pc:chgData name="Alberto Ruiz" userId="47fa91d207cfb014" providerId="LiveId" clId="{A044C5BB-CE47-4891-9CF4-40B45B73A78A}" dt="2024-11-16T07:41:29.295" v="162" actId="1076"/>
      <pc:docMkLst>
        <pc:docMk/>
      </pc:docMkLst>
      <pc:sldChg chg="del">
        <pc:chgData name="Alberto Ruiz" userId="47fa91d207cfb014" providerId="LiveId" clId="{A044C5BB-CE47-4891-9CF4-40B45B73A78A}" dt="2024-10-29T18:54:55.410" v="1" actId="47"/>
        <pc:sldMkLst>
          <pc:docMk/>
          <pc:sldMk cId="3956474913" sldId="263"/>
        </pc:sldMkLst>
      </pc:sldChg>
      <pc:sldChg chg="del">
        <pc:chgData name="Alberto Ruiz" userId="47fa91d207cfb014" providerId="LiveId" clId="{A044C5BB-CE47-4891-9CF4-40B45B73A78A}" dt="2024-10-29T18:54:59.212" v="8" actId="47"/>
        <pc:sldMkLst>
          <pc:docMk/>
          <pc:sldMk cId="0" sldId="307"/>
        </pc:sldMkLst>
      </pc:sldChg>
      <pc:sldChg chg="delSp modSp mod">
        <pc:chgData name="Alberto Ruiz" userId="47fa91d207cfb014" providerId="LiveId" clId="{A044C5BB-CE47-4891-9CF4-40B45B73A78A}" dt="2024-11-16T07:27:40.842" v="143" actId="122"/>
        <pc:sldMkLst>
          <pc:docMk/>
          <pc:sldMk cId="0" sldId="311"/>
        </pc:sldMkLst>
        <pc:spChg chg="mod">
          <ac:chgData name="Alberto Ruiz" userId="47fa91d207cfb014" providerId="LiveId" clId="{A044C5BB-CE47-4891-9CF4-40B45B73A78A}" dt="2024-11-16T07:27:40.842" v="143" actId="122"/>
          <ac:spMkLst>
            <pc:docMk/>
            <pc:sldMk cId="0" sldId="311"/>
            <ac:spMk id="6" creationId="{63A73509-34BC-4622-87DE-CEF4E5794B0A}"/>
          </ac:spMkLst>
        </pc:spChg>
        <pc:spChg chg="mod">
          <ac:chgData name="Alberto Ruiz" userId="47fa91d207cfb014" providerId="LiveId" clId="{A044C5BB-CE47-4891-9CF4-40B45B73A78A}" dt="2024-11-16T07:27:19.175" v="136" actId="108"/>
          <ac:spMkLst>
            <pc:docMk/>
            <pc:sldMk cId="0" sldId="311"/>
            <ac:spMk id="8" creationId="{7202368C-0CA7-41F1-9DA4-68BACF471A04}"/>
          </ac:spMkLst>
        </pc:spChg>
        <pc:spChg chg="del mod">
          <ac:chgData name="Alberto Ruiz" userId="47fa91d207cfb014" providerId="LiveId" clId="{A044C5BB-CE47-4891-9CF4-40B45B73A78A}" dt="2024-11-16T07:25:09.373" v="96"/>
          <ac:spMkLst>
            <pc:docMk/>
            <pc:sldMk cId="0" sldId="311"/>
            <ac:spMk id="9" creationId="{E7EE256C-8600-42DA-8E8B-77FDB7D1A7B2}"/>
          </ac:spMkLst>
        </pc:spChg>
        <pc:spChg chg="mod">
          <ac:chgData name="Alberto Ruiz" userId="47fa91d207cfb014" providerId="LiveId" clId="{A044C5BB-CE47-4891-9CF4-40B45B73A78A}" dt="2024-11-16T07:27:23.128" v="137" actId="108"/>
          <ac:spMkLst>
            <pc:docMk/>
            <pc:sldMk cId="0" sldId="311"/>
            <ac:spMk id="10" creationId="{0F3B3460-4D31-4411-8C7C-E86001F78643}"/>
          </ac:spMkLst>
        </pc:spChg>
        <pc:spChg chg="del mod">
          <ac:chgData name="Alberto Ruiz" userId="47fa91d207cfb014" providerId="LiveId" clId="{A044C5BB-CE47-4891-9CF4-40B45B73A78A}" dt="2024-11-16T07:25:09.375" v="98"/>
          <ac:spMkLst>
            <pc:docMk/>
            <pc:sldMk cId="0" sldId="311"/>
            <ac:spMk id="11" creationId="{C183610E-1F98-4251-B538-EFF72758D63E}"/>
          </ac:spMkLst>
        </pc:spChg>
        <pc:spChg chg="del mod">
          <ac:chgData name="Alberto Ruiz" userId="47fa91d207cfb014" providerId="LiveId" clId="{A044C5BB-CE47-4891-9CF4-40B45B73A78A}" dt="2024-11-16T07:25:46.241" v="109" actId="478"/>
          <ac:spMkLst>
            <pc:docMk/>
            <pc:sldMk cId="0" sldId="311"/>
            <ac:spMk id="13" creationId="{0C2A0CD6-4B7B-4D4A-87F9-D7918B84383B}"/>
          </ac:spMkLst>
        </pc:spChg>
        <pc:spChg chg="mod">
          <ac:chgData name="Alberto Ruiz" userId="47fa91d207cfb014" providerId="LiveId" clId="{A044C5BB-CE47-4891-9CF4-40B45B73A78A}" dt="2024-11-16T07:27:27.035" v="139" actId="27636"/>
          <ac:spMkLst>
            <pc:docMk/>
            <pc:sldMk cId="0" sldId="311"/>
            <ac:spMk id="163" creationId="{00000000-0000-0000-0000-000000000000}"/>
          </ac:spMkLst>
        </pc:spChg>
        <pc:picChg chg="del">
          <ac:chgData name="Alberto Ruiz" userId="47fa91d207cfb014" providerId="LiveId" clId="{A044C5BB-CE47-4891-9CF4-40B45B73A78A}" dt="2024-11-16T07:25:09.371" v="94" actId="478"/>
          <ac:picMkLst>
            <pc:docMk/>
            <pc:sldMk cId="0" sldId="311"/>
            <ac:picMk id="2" creationId="{2ACCCE53-AC37-0492-0371-77A07DE1372E}"/>
          </ac:picMkLst>
        </pc:picChg>
      </pc:sldChg>
      <pc:sldChg chg="del">
        <pc:chgData name="Alberto Ruiz" userId="47fa91d207cfb014" providerId="LiveId" clId="{A044C5BB-CE47-4891-9CF4-40B45B73A78A}" dt="2024-10-29T18:54:57.073" v="4" actId="47"/>
        <pc:sldMkLst>
          <pc:docMk/>
          <pc:sldMk cId="0" sldId="312"/>
        </pc:sldMkLst>
      </pc:sldChg>
      <pc:sldChg chg="del">
        <pc:chgData name="Alberto Ruiz" userId="47fa91d207cfb014" providerId="LiveId" clId="{A044C5BB-CE47-4891-9CF4-40B45B73A78A}" dt="2024-10-29T18:54:58.122" v="6" actId="47"/>
        <pc:sldMkLst>
          <pc:docMk/>
          <pc:sldMk cId="0" sldId="314"/>
        </pc:sldMkLst>
      </pc:sldChg>
      <pc:sldChg chg="del">
        <pc:chgData name="Alberto Ruiz" userId="47fa91d207cfb014" providerId="LiveId" clId="{A044C5BB-CE47-4891-9CF4-40B45B73A78A}" dt="2024-10-29T18:54:58.689" v="7" actId="47"/>
        <pc:sldMkLst>
          <pc:docMk/>
          <pc:sldMk cId="0" sldId="315"/>
        </pc:sldMkLst>
      </pc:sldChg>
      <pc:sldChg chg="del">
        <pc:chgData name="Alberto Ruiz" userId="47fa91d207cfb014" providerId="LiveId" clId="{A044C5BB-CE47-4891-9CF4-40B45B73A78A}" dt="2024-10-29T18:55:27.631" v="43" actId="47"/>
        <pc:sldMkLst>
          <pc:docMk/>
          <pc:sldMk cId="0" sldId="321"/>
        </pc:sldMkLst>
      </pc:sldChg>
      <pc:sldChg chg="modSp mod">
        <pc:chgData name="Alberto Ruiz" userId="47fa91d207cfb014" providerId="LiveId" clId="{A044C5BB-CE47-4891-9CF4-40B45B73A78A}" dt="2024-11-16T07:41:29.295" v="162" actId="1076"/>
        <pc:sldMkLst>
          <pc:docMk/>
          <pc:sldMk cId="0" sldId="323"/>
        </pc:sldMkLst>
        <pc:spChg chg="mod">
          <ac:chgData name="Alberto Ruiz" userId="47fa91d207cfb014" providerId="LiveId" clId="{A044C5BB-CE47-4891-9CF4-40B45B73A78A}" dt="2024-11-16T07:41:29.295" v="162" actId="1076"/>
          <ac:spMkLst>
            <pc:docMk/>
            <pc:sldMk cId="0" sldId="323"/>
            <ac:spMk id="4" creationId="{10174CCE-AFDA-7365-4C76-C6567F565A46}"/>
          </ac:spMkLst>
        </pc:spChg>
      </pc:sldChg>
      <pc:sldChg chg="del">
        <pc:chgData name="Alberto Ruiz" userId="47fa91d207cfb014" providerId="LiveId" clId="{A044C5BB-CE47-4891-9CF4-40B45B73A78A}" dt="2024-10-29T18:55:24.113" v="37" actId="47"/>
        <pc:sldMkLst>
          <pc:docMk/>
          <pc:sldMk cId="0" sldId="326"/>
        </pc:sldMkLst>
      </pc:sldChg>
      <pc:sldChg chg="del">
        <pc:chgData name="Alberto Ruiz" userId="47fa91d207cfb014" providerId="LiveId" clId="{A044C5BB-CE47-4891-9CF4-40B45B73A78A}" dt="2024-10-29T18:55:23.580" v="36" actId="47"/>
        <pc:sldMkLst>
          <pc:docMk/>
          <pc:sldMk cId="0" sldId="327"/>
        </pc:sldMkLst>
      </pc:sldChg>
      <pc:sldChg chg="modSp mod">
        <pc:chgData name="Alberto Ruiz" userId="47fa91d207cfb014" providerId="LiveId" clId="{A044C5BB-CE47-4891-9CF4-40B45B73A78A}" dt="2024-11-16T07:29:04.712" v="146" actId="1076"/>
        <pc:sldMkLst>
          <pc:docMk/>
          <pc:sldMk cId="2493786939" sldId="329"/>
        </pc:sldMkLst>
        <pc:spChg chg="mod">
          <ac:chgData name="Alberto Ruiz" userId="47fa91d207cfb014" providerId="LiveId" clId="{A044C5BB-CE47-4891-9CF4-40B45B73A78A}" dt="2024-11-16T07:28:59.129" v="145" actId="13822"/>
          <ac:spMkLst>
            <pc:docMk/>
            <pc:sldMk cId="2493786939" sldId="329"/>
            <ac:spMk id="8" creationId="{166F7F39-9167-1C53-7042-3F00EF00A6F4}"/>
          </ac:spMkLst>
        </pc:spChg>
        <pc:spChg chg="mod">
          <ac:chgData name="Alberto Ruiz" userId="47fa91d207cfb014" providerId="LiveId" clId="{A044C5BB-CE47-4891-9CF4-40B45B73A78A}" dt="2024-11-16T07:28:54.882" v="144" actId="13822"/>
          <ac:spMkLst>
            <pc:docMk/>
            <pc:sldMk cId="2493786939" sldId="329"/>
            <ac:spMk id="349" creationId="{00000000-0000-0000-0000-000000000000}"/>
          </ac:spMkLst>
        </pc:spChg>
        <pc:spChg chg="mod">
          <ac:chgData name="Alberto Ruiz" userId="47fa91d207cfb014" providerId="LiveId" clId="{A044C5BB-CE47-4891-9CF4-40B45B73A78A}" dt="2024-11-16T07:28:54.882" v="144" actId="13822"/>
          <ac:spMkLst>
            <pc:docMk/>
            <pc:sldMk cId="2493786939" sldId="329"/>
            <ac:spMk id="351" creationId="{00000000-0000-0000-0000-000000000000}"/>
          </ac:spMkLst>
        </pc:spChg>
        <pc:spChg chg="mod">
          <ac:chgData name="Alberto Ruiz" userId="47fa91d207cfb014" providerId="LiveId" clId="{A044C5BB-CE47-4891-9CF4-40B45B73A78A}" dt="2024-11-16T07:28:54.882" v="144" actId="13822"/>
          <ac:spMkLst>
            <pc:docMk/>
            <pc:sldMk cId="2493786939" sldId="329"/>
            <ac:spMk id="353" creationId="{00000000-0000-0000-0000-000000000000}"/>
          </ac:spMkLst>
        </pc:spChg>
        <pc:spChg chg="mod">
          <ac:chgData name="Alberto Ruiz" userId="47fa91d207cfb014" providerId="LiveId" clId="{A044C5BB-CE47-4891-9CF4-40B45B73A78A}" dt="2024-11-16T07:28:54.882" v="144" actId="13822"/>
          <ac:spMkLst>
            <pc:docMk/>
            <pc:sldMk cId="2493786939" sldId="329"/>
            <ac:spMk id="355" creationId="{00000000-0000-0000-0000-000000000000}"/>
          </ac:spMkLst>
        </pc:spChg>
        <pc:spChg chg="mod">
          <ac:chgData name="Alberto Ruiz" userId="47fa91d207cfb014" providerId="LiveId" clId="{A044C5BB-CE47-4891-9CF4-40B45B73A78A}" dt="2024-11-16T07:28:54.882" v="144" actId="13822"/>
          <ac:spMkLst>
            <pc:docMk/>
            <pc:sldMk cId="2493786939" sldId="329"/>
            <ac:spMk id="357" creationId="{00000000-0000-0000-0000-000000000000}"/>
          </ac:spMkLst>
        </pc:spChg>
        <pc:grpChg chg="mod">
          <ac:chgData name="Alberto Ruiz" userId="47fa91d207cfb014" providerId="LiveId" clId="{A044C5BB-CE47-4891-9CF4-40B45B73A78A}" dt="2024-11-16T07:29:04.712" v="146" actId="1076"/>
          <ac:grpSpMkLst>
            <pc:docMk/>
            <pc:sldMk cId="2493786939" sldId="329"/>
            <ac:grpSpMk id="347" creationId="{00000000-0000-0000-0000-000000000000}"/>
          </ac:grpSpMkLst>
        </pc:grpChg>
      </pc:sldChg>
      <pc:sldChg chg="modSp mod">
        <pc:chgData name="Alberto Ruiz" userId="47fa91d207cfb014" providerId="LiveId" clId="{A044C5BB-CE47-4891-9CF4-40B45B73A78A}" dt="2024-11-16T07:33:13.334" v="154" actId="1076"/>
        <pc:sldMkLst>
          <pc:docMk/>
          <pc:sldMk cId="2411018337" sldId="336"/>
        </pc:sldMkLst>
        <pc:spChg chg="mod">
          <ac:chgData name="Alberto Ruiz" userId="47fa91d207cfb014" providerId="LiveId" clId="{A044C5BB-CE47-4891-9CF4-40B45B73A78A}" dt="2024-11-16T07:32:42.632" v="147" actId="207"/>
          <ac:spMkLst>
            <pc:docMk/>
            <pc:sldMk cId="2411018337" sldId="336"/>
            <ac:spMk id="12" creationId="{E6A852E5-2060-428A-A24A-4EFEDE1F95A9}"/>
          </ac:spMkLst>
        </pc:spChg>
        <pc:spChg chg="mod">
          <ac:chgData name="Alberto Ruiz" userId="47fa91d207cfb014" providerId="LiveId" clId="{A044C5BB-CE47-4891-9CF4-40B45B73A78A}" dt="2024-11-16T07:32:56.426" v="151" actId="207"/>
          <ac:spMkLst>
            <pc:docMk/>
            <pc:sldMk cId="2411018337" sldId="336"/>
            <ac:spMk id="14" creationId="{429E49CC-84BB-4CB2-A5B3-9FFEC947D497}"/>
          </ac:spMkLst>
        </pc:spChg>
        <pc:spChg chg="mod">
          <ac:chgData name="Alberto Ruiz" userId="47fa91d207cfb014" providerId="LiveId" clId="{A044C5BB-CE47-4891-9CF4-40B45B73A78A}" dt="2024-11-16T07:33:08.064" v="153" actId="1076"/>
          <ac:spMkLst>
            <pc:docMk/>
            <pc:sldMk cId="2411018337" sldId="336"/>
            <ac:spMk id="15" creationId="{0593CE35-163A-411A-B13F-36ED081D066F}"/>
          </ac:spMkLst>
        </pc:spChg>
        <pc:spChg chg="mod">
          <ac:chgData name="Alberto Ruiz" userId="47fa91d207cfb014" providerId="LiveId" clId="{A044C5BB-CE47-4891-9CF4-40B45B73A78A}" dt="2024-11-16T07:32:47.472" v="148" actId="207"/>
          <ac:spMkLst>
            <pc:docMk/>
            <pc:sldMk cId="2411018337" sldId="336"/>
            <ac:spMk id="16" creationId="{B69EFE95-717D-4882-8555-3DDE39643722}"/>
          </ac:spMkLst>
        </pc:spChg>
        <pc:spChg chg="mod">
          <ac:chgData name="Alberto Ruiz" userId="47fa91d207cfb014" providerId="LiveId" clId="{A044C5BB-CE47-4891-9CF4-40B45B73A78A}" dt="2024-11-16T07:32:50.513" v="149" actId="207"/>
          <ac:spMkLst>
            <pc:docMk/>
            <pc:sldMk cId="2411018337" sldId="336"/>
            <ac:spMk id="18" creationId="{8E55A88C-529B-4308-8EDC-9BE8D1F32B04}"/>
          </ac:spMkLst>
        </pc:spChg>
        <pc:spChg chg="mod">
          <ac:chgData name="Alberto Ruiz" userId="47fa91d207cfb014" providerId="LiveId" clId="{A044C5BB-CE47-4891-9CF4-40B45B73A78A}" dt="2024-11-16T07:33:04.488" v="152" actId="207"/>
          <ac:spMkLst>
            <pc:docMk/>
            <pc:sldMk cId="2411018337" sldId="336"/>
            <ac:spMk id="19" creationId="{AFD8A4DA-EF73-48BC-B700-E67E80E96588}"/>
          </ac:spMkLst>
        </pc:spChg>
        <pc:picChg chg="mod">
          <ac:chgData name="Alberto Ruiz" userId="47fa91d207cfb014" providerId="LiveId" clId="{A044C5BB-CE47-4891-9CF4-40B45B73A78A}" dt="2024-11-16T07:33:13.334" v="154" actId="1076"/>
          <ac:picMkLst>
            <pc:docMk/>
            <pc:sldMk cId="2411018337" sldId="336"/>
            <ac:picMk id="6" creationId="{2D9DB711-66B8-D009-23DC-29EC34681489}"/>
          </ac:picMkLst>
        </pc:picChg>
      </pc:sldChg>
      <pc:sldChg chg="modSp mod">
        <pc:chgData name="Alberto Ruiz" userId="47fa91d207cfb014" providerId="LiveId" clId="{A044C5BB-CE47-4891-9CF4-40B45B73A78A}" dt="2024-11-16T07:34:39.881" v="161" actId="1076"/>
        <pc:sldMkLst>
          <pc:docMk/>
          <pc:sldMk cId="2840731365" sldId="339"/>
        </pc:sldMkLst>
        <pc:spChg chg="mod">
          <ac:chgData name="Alberto Ruiz" userId="47fa91d207cfb014" providerId="LiveId" clId="{A044C5BB-CE47-4891-9CF4-40B45B73A78A}" dt="2024-11-16T07:34:31.647" v="159" actId="207"/>
          <ac:spMkLst>
            <pc:docMk/>
            <pc:sldMk cId="2840731365" sldId="339"/>
            <ac:spMk id="8" creationId="{782C8EB1-8492-46F8-8E61-1085CDE1D645}"/>
          </ac:spMkLst>
        </pc:spChg>
        <pc:spChg chg="mod">
          <ac:chgData name="Alberto Ruiz" userId="47fa91d207cfb014" providerId="LiveId" clId="{A044C5BB-CE47-4891-9CF4-40B45B73A78A}" dt="2024-11-16T07:34:01.413" v="155" actId="207"/>
          <ac:spMkLst>
            <pc:docMk/>
            <pc:sldMk cId="2840731365" sldId="339"/>
            <ac:spMk id="12" creationId="{B52CCEC5-697F-49E6-8F07-69A024191439}"/>
          </ac:spMkLst>
        </pc:spChg>
        <pc:spChg chg="mod">
          <ac:chgData name="Alberto Ruiz" userId="47fa91d207cfb014" providerId="LiveId" clId="{A044C5BB-CE47-4891-9CF4-40B45B73A78A}" dt="2024-11-16T07:34:05.276" v="156" actId="207"/>
          <ac:spMkLst>
            <pc:docMk/>
            <pc:sldMk cId="2840731365" sldId="339"/>
            <ac:spMk id="14" creationId="{2EE0DC77-A26C-4984-B788-88B6D4B8B3FA}"/>
          </ac:spMkLst>
        </pc:spChg>
        <pc:spChg chg="mod">
          <ac:chgData name="Alberto Ruiz" userId="47fa91d207cfb014" providerId="LiveId" clId="{A044C5BB-CE47-4891-9CF4-40B45B73A78A}" dt="2024-11-16T07:34:31.647" v="159" actId="207"/>
          <ac:spMkLst>
            <pc:docMk/>
            <pc:sldMk cId="2840731365" sldId="339"/>
            <ac:spMk id="16" creationId="{A8EE4654-A730-4769-924E-E2C9BB1E2321}"/>
          </ac:spMkLst>
        </pc:spChg>
        <pc:spChg chg="mod">
          <ac:chgData name="Alberto Ruiz" userId="47fa91d207cfb014" providerId="LiveId" clId="{A044C5BB-CE47-4891-9CF4-40B45B73A78A}" dt="2024-11-16T07:34:09.311" v="157" actId="207"/>
          <ac:spMkLst>
            <pc:docMk/>
            <pc:sldMk cId="2840731365" sldId="339"/>
            <ac:spMk id="17" creationId="{38E4CC3C-D5FF-4237-8D15-2D234FFF868C}"/>
          </ac:spMkLst>
        </pc:spChg>
        <pc:spChg chg="mod">
          <ac:chgData name="Alberto Ruiz" userId="47fa91d207cfb014" providerId="LiveId" clId="{A044C5BB-CE47-4891-9CF4-40B45B73A78A}" dt="2024-11-16T07:34:31.647" v="159" actId="207"/>
          <ac:spMkLst>
            <pc:docMk/>
            <pc:sldMk cId="2840731365" sldId="339"/>
            <ac:spMk id="18" creationId="{CD8177B5-1FE0-46D0-BB2F-03A5A789BE6D}"/>
          </ac:spMkLst>
        </pc:spChg>
        <pc:spChg chg="mod">
          <ac:chgData name="Alberto Ruiz" userId="47fa91d207cfb014" providerId="LiveId" clId="{A044C5BB-CE47-4891-9CF4-40B45B73A78A}" dt="2024-11-16T07:34:31.647" v="159" actId="207"/>
          <ac:spMkLst>
            <pc:docMk/>
            <pc:sldMk cId="2840731365" sldId="339"/>
            <ac:spMk id="20" creationId="{230DAD71-84F3-4F80-9632-7A441C4BD6AD}"/>
          </ac:spMkLst>
        </pc:spChg>
        <pc:spChg chg="mod">
          <ac:chgData name="Alberto Ruiz" userId="47fa91d207cfb014" providerId="LiveId" clId="{A044C5BB-CE47-4891-9CF4-40B45B73A78A}" dt="2024-11-16T07:34:16.789" v="158" actId="207"/>
          <ac:spMkLst>
            <pc:docMk/>
            <pc:sldMk cId="2840731365" sldId="339"/>
            <ac:spMk id="22" creationId="{263A7A8F-7C93-4AFF-B006-CFD25A404E46}"/>
          </ac:spMkLst>
        </pc:spChg>
        <pc:spChg chg="mod">
          <ac:chgData name="Alberto Ruiz" userId="47fa91d207cfb014" providerId="LiveId" clId="{A044C5BB-CE47-4891-9CF4-40B45B73A78A}" dt="2024-11-16T07:34:31.647" v="159" actId="207"/>
          <ac:spMkLst>
            <pc:docMk/>
            <pc:sldMk cId="2840731365" sldId="339"/>
            <ac:spMk id="443" creationId="{00000000-0000-0000-0000-000000000000}"/>
          </ac:spMkLst>
        </pc:spChg>
        <pc:picChg chg="mod">
          <ac:chgData name="Alberto Ruiz" userId="47fa91d207cfb014" providerId="LiveId" clId="{A044C5BB-CE47-4891-9CF4-40B45B73A78A}" dt="2024-11-16T07:34:39.881" v="161" actId="1076"/>
          <ac:picMkLst>
            <pc:docMk/>
            <pc:sldMk cId="2840731365" sldId="339"/>
            <ac:picMk id="15" creationId="{12DBEE61-3967-3B8F-DF79-E3451F4B3284}"/>
          </ac:picMkLst>
        </pc:picChg>
      </pc:sldChg>
      <pc:sldChg chg="del">
        <pc:chgData name="Alberto Ruiz" userId="47fa91d207cfb014" providerId="LiveId" clId="{A044C5BB-CE47-4891-9CF4-40B45B73A78A}" dt="2024-10-29T18:55:23.043" v="35" actId="47"/>
        <pc:sldMkLst>
          <pc:docMk/>
          <pc:sldMk cId="0" sldId="383"/>
        </pc:sldMkLst>
      </pc:sldChg>
      <pc:sldChg chg="del">
        <pc:chgData name="Alberto Ruiz" userId="47fa91d207cfb014" providerId="LiveId" clId="{A044C5BB-CE47-4891-9CF4-40B45B73A78A}" dt="2024-10-29T18:54:56.530" v="3" actId="47"/>
        <pc:sldMkLst>
          <pc:docMk/>
          <pc:sldMk cId="3028706013" sldId="438"/>
        </pc:sldMkLst>
      </pc:sldChg>
      <pc:sldChg chg="del">
        <pc:chgData name="Alberto Ruiz" userId="47fa91d207cfb014" providerId="LiveId" clId="{A044C5BB-CE47-4891-9CF4-40B45B73A78A}" dt="2024-10-29T18:55:26.540" v="41" actId="47"/>
        <pc:sldMkLst>
          <pc:docMk/>
          <pc:sldMk cId="1335672613" sldId="452"/>
        </pc:sldMkLst>
      </pc:sldChg>
      <pc:sldChg chg="del">
        <pc:chgData name="Alberto Ruiz" userId="47fa91d207cfb014" providerId="LiveId" clId="{A044C5BB-CE47-4891-9CF4-40B45B73A78A}" dt="2024-10-29T18:55:26.001" v="40" actId="47"/>
        <pc:sldMkLst>
          <pc:docMk/>
          <pc:sldMk cId="3146894615" sldId="453"/>
        </pc:sldMkLst>
      </pc:sldChg>
      <pc:sldChg chg="del">
        <pc:chgData name="Alberto Ruiz" userId="47fa91d207cfb014" providerId="LiveId" clId="{A044C5BB-CE47-4891-9CF4-40B45B73A78A}" dt="2024-10-29T18:54:56.010" v="2" actId="47"/>
        <pc:sldMkLst>
          <pc:docMk/>
          <pc:sldMk cId="1756750174" sldId="538"/>
        </pc:sldMkLst>
      </pc:sldChg>
      <pc:sldChg chg="del">
        <pc:chgData name="Alberto Ruiz" userId="47fa91d207cfb014" providerId="LiveId" clId="{A044C5BB-CE47-4891-9CF4-40B45B73A78A}" dt="2024-10-29T18:55:02.826" v="15" actId="47"/>
        <pc:sldMkLst>
          <pc:docMk/>
          <pc:sldMk cId="1928980248" sldId="540"/>
        </pc:sldMkLst>
      </pc:sldChg>
      <pc:sldChg chg="del">
        <pc:chgData name="Alberto Ruiz" userId="47fa91d207cfb014" providerId="LiveId" clId="{A044C5BB-CE47-4891-9CF4-40B45B73A78A}" dt="2024-10-29T18:55:03.323" v="16" actId="47"/>
        <pc:sldMkLst>
          <pc:docMk/>
          <pc:sldMk cId="2480757181" sldId="542"/>
        </pc:sldMkLst>
      </pc:sldChg>
      <pc:sldChg chg="del">
        <pc:chgData name="Alberto Ruiz" userId="47fa91d207cfb014" providerId="LiveId" clId="{A044C5BB-CE47-4891-9CF4-40B45B73A78A}" dt="2024-10-29T18:55:04.195" v="17" actId="47"/>
        <pc:sldMkLst>
          <pc:docMk/>
          <pc:sldMk cId="2554448059" sldId="545"/>
        </pc:sldMkLst>
      </pc:sldChg>
      <pc:sldChg chg="modSp mod">
        <pc:chgData name="Alberto Ruiz" userId="47fa91d207cfb014" providerId="LiveId" clId="{A044C5BB-CE47-4891-9CF4-40B45B73A78A}" dt="2024-11-16T07:22:43.143" v="71" actId="14100"/>
        <pc:sldMkLst>
          <pc:docMk/>
          <pc:sldMk cId="0" sldId="546"/>
        </pc:sldMkLst>
        <pc:spChg chg="mod">
          <ac:chgData name="Alberto Ruiz" userId="47fa91d207cfb014" providerId="LiveId" clId="{A044C5BB-CE47-4891-9CF4-40B45B73A78A}" dt="2024-11-16T07:22:01.695" v="61" actId="1076"/>
          <ac:spMkLst>
            <pc:docMk/>
            <pc:sldMk cId="0" sldId="546"/>
            <ac:spMk id="2" creationId="{6C168FCD-FDFA-4AFA-A1F4-ACA130BF4537}"/>
          </ac:spMkLst>
        </pc:spChg>
        <pc:spChg chg="mod">
          <ac:chgData name="Alberto Ruiz" userId="47fa91d207cfb014" providerId="LiveId" clId="{A044C5BB-CE47-4891-9CF4-40B45B73A78A}" dt="2024-11-16T07:21:11.586" v="47" actId="207"/>
          <ac:spMkLst>
            <pc:docMk/>
            <pc:sldMk cId="0" sldId="546"/>
            <ac:spMk id="3" creationId="{2D7205AC-7226-4761-ADA1-0B14D72F0931}"/>
          </ac:spMkLst>
        </pc:spChg>
        <pc:spChg chg="mod">
          <ac:chgData name="Alberto Ruiz" userId="47fa91d207cfb014" providerId="LiveId" clId="{A044C5BB-CE47-4891-9CF4-40B45B73A78A}" dt="2024-11-16T07:21:33.992" v="54" actId="1076"/>
          <ac:spMkLst>
            <pc:docMk/>
            <pc:sldMk cId="0" sldId="546"/>
            <ac:spMk id="4" creationId="{7A188C6D-B07E-F08B-6515-190D873C1D30}"/>
          </ac:spMkLst>
        </pc:spChg>
        <pc:spChg chg="mod">
          <ac:chgData name="Alberto Ruiz" userId="47fa91d207cfb014" providerId="LiveId" clId="{A044C5BB-CE47-4891-9CF4-40B45B73A78A}" dt="2024-11-16T07:22:15.328" v="64" actId="1076"/>
          <ac:spMkLst>
            <pc:docMk/>
            <pc:sldMk cId="0" sldId="546"/>
            <ac:spMk id="5" creationId="{1FEBA453-1961-8701-7E5B-909CF8D826A9}"/>
          </ac:spMkLst>
        </pc:spChg>
        <pc:spChg chg="mod">
          <ac:chgData name="Alberto Ruiz" userId="47fa91d207cfb014" providerId="LiveId" clId="{A044C5BB-CE47-4891-9CF4-40B45B73A78A}" dt="2024-11-16T07:22:29.815" v="67" actId="1076"/>
          <ac:spMkLst>
            <pc:docMk/>
            <pc:sldMk cId="0" sldId="546"/>
            <ac:spMk id="6" creationId="{BAB7D775-5642-D2E4-5008-312A479ED774}"/>
          </ac:spMkLst>
        </pc:spChg>
        <pc:spChg chg="mod">
          <ac:chgData name="Alberto Ruiz" userId="47fa91d207cfb014" providerId="LiveId" clId="{A044C5BB-CE47-4891-9CF4-40B45B73A78A}" dt="2024-11-16T07:21:52.880" v="59" actId="14100"/>
          <ac:spMkLst>
            <pc:docMk/>
            <pc:sldMk cId="0" sldId="546"/>
            <ac:spMk id="7" creationId="{40CD3B38-32F7-4DD3-B951-D269896B0CDF}"/>
          </ac:spMkLst>
        </pc:spChg>
        <pc:spChg chg="mod">
          <ac:chgData name="Alberto Ruiz" userId="47fa91d207cfb014" providerId="LiveId" clId="{A044C5BB-CE47-4891-9CF4-40B45B73A78A}" dt="2024-11-16T07:21:38.992" v="55" actId="1076"/>
          <ac:spMkLst>
            <pc:docMk/>
            <pc:sldMk cId="0" sldId="546"/>
            <ac:spMk id="8" creationId="{D3EDA24F-BCB8-4903-A447-7F61A7FDED02}"/>
          </ac:spMkLst>
        </pc:spChg>
        <pc:spChg chg="mod">
          <ac:chgData name="Alberto Ruiz" userId="47fa91d207cfb014" providerId="LiveId" clId="{A044C5BB-CE47-4891-9CF4-40B45B73A78A}" dt="2024-11-16T07:22:27.432" v="66" actId="1076"/>
          <ac:spMkLst>
            <pc:docMk/>
            <pc:sldMk cId="0" sldId="546"/>
            <ac:spMk id="9" creationId="{6260E80F-1184-4D65-BC83-7E371F01FEDF}"/>
          </ac:spMkLst>
        </pc:spChg>
        <pc:spChg chg="mod">
          <ac:chgData name="Alberto Ruiz" userId="47fa91d207cfb014" providerId="LiveId" clId="{A044C5BB-CE47-4891-9CF4-40B45B73A78A}" dt="2024-11-16T07:22:40.248" v="70" actId="14100"/>
          <ac:spMkLst>
            <pc:docMk/>
            <pc:sldMk cId="0" sldId="546"/>
            <ac:spMk id="13" creationId="{49B14A5C-E120-42D2-96FF-12BD1A0B5709}"/>
          </ac:spMkLst>
        </pc:spChg>
        <pc:spChg chg="mod">
          <ac:chgData name="Alberto Ruiz" userId="47fa91d207cfb014" providerId="LiveId" clId="{A044C5BB-CE47-4891-9CF4-40B45B73A78A}" dt="2024-11-16T07:22:43.143" v="71" actId="14100"/>
          <ac:spMkLst>
            <pc:docMk/>
            <pc:sldMk cId="0" sldId="546"/>
            <ac:spMk id="15" creationId="{79CA1302-9380-4053-9519-89BD499ED995}"/>
          </ac:spMkLst>
        </pc:spChg>
        <pc:spChg chg="mod">
          <ac:chgData name="Alberto Ruiz" userId="47fa91d207cfb014" providerId="LiveId" clId="{A044C5BB-CE47-4891-9CF4-40B45B73A78A}" dt="2024-11-16T07:20:58.023" v="46" actId="27636"/>
          <ac:spMkLst>
            <pc:docMk/>
            <pc:sldMk cId="0" sldId="546"/>
            <ac:spMk id="140" creationId="{00000000-0000-0000-0000-000000000000}"/>
          </ac:spMkLst>
        </pc:spChg>
        <pc:spChg chg="mod">
          <ac:chgData name="Alberto Ruiz" userId="47fa91d207cfb014" providerId="LiveId" clId="{A044C5BB-CE47-4891-9CF4-40B45B73A78A}" dt="2024-11-16T07:22:37.415" v="69" actId="14100"/>
          <ac:spMkLst>
            <pc:docMk/>
            <pc:sldMk cId="0" sldId="546"/>
            <ac:spMk id="141" creationId="{00000000-0000-0000-0000-000000000000}"/>
          </ac:spMkLst>
        </pc:spChg>
        <pc:spChg chg="mod">
          <ac:chgData name="Alberto Ruiz" userId="47fa91d207cfb014" providerId="LiveId" clId="{A044C5BB-CE47-4891-9CF4-40B45B73A78A}" dt="2024-11-16T07:21:54.800" v="60" actId="14100"/>
          <ac:spMkLst>
            <pc:docMk/>
            <pc:sldMk cId="0" sldId="546"/>
            <ac:spMk id="142" creationId="{00000000-0000-0000-0000-000000000000}"/>
          </ac:spMkLst>
        </pc:spChg>
        <pc:picChg chg="mod">
          <ac:chgData name="Alberto Ruiz" userId="47fa91d207cfb014" providerId="LiveId" clId="{A044C5BB-CE47-4891-9CF4-40B45B73A78A}" dt="2024-11-16T07:21:23.329" v="51" actId="1076"/>
          <ac:picMkLst>
            <pc:docMk/>
            <pc:sldMk cId="0" sldId="546"/>
            <ac:picMk id="10" creationId="{AB914536-5FF8-4F41-8688-05C3D2B39CFB}"/>
          </ac:picMkLst>
        </pc:picChg>
      </pc:sldChg>
      <pc:sldChg chg="del">
        <pc:chgData name="Alberto Ruiz" userId="47fa91d207cfb014" providerId="LiveId" clId="{A044C5BB-CE47-4891-9CF4-40B45B73A78A}" dt="2024-10-29T18:55:24.899" v="38" actId="47"/>
        <pc:sldMkLst>
          <pc:docMk/>
          <pc:sldMk cId="3281515691" sldId="548"/>
        </pc:sldMkLst>
      </pc:sldChg>
      <pc:sldChg chg="del">
        <pc:chgData name="Alberto Ruiz" userId="47fa91d207cfb014" providerId="LiveId" clId="{A044C5BB-CE47-4891-9CF4-40B45B73A78A}" dt="2024-10-29T18:55:22.516" v="34" actId="47"/>
        <pc:sldMkLst>
          <pc:docMk/>
          <pc:sldMk cId="1775215732" sldId="549"/>
        </pc:sldMkLst>
      </pc:sldChg>
      <pc:sldChg chg="del">
        <pc:chgData name="Alberto Ruiz" userId="47fa91d207cfb014" providerId="LiveId" clId="{A044C5BB-CE47-4891-9CF4-40B45B73A78A}" dt="2024-10-29T18:55:18.587" v="28" actId="47"/>
        <pc:sldMkLst>
          <pc:docMk/>
          <pc:sldMk cId="2484519897" sldId="552"/>
        </pc:sldMkLst>
      </pc:sldChg>
      <pc:sldChg chg="del">
        <pc:chgData name="Alberto Ruiz" userId="47fa91d207cfb014" providerId="LiveId" clId="{A044C5BB-CE47-4891-9CF4-40B45B73A78A}" dt="2024-10-29T18:55:18.027" v="27" actId="47"/>
        <pc:sldMkLst>
          <pc:docMk/>
          <pc:sldMk cId="2035228697" sldId="553"/>
        </pc:sldMkLst>
      </pc:sldChg>
      <pc:sldChg chg="del">
        <pc:chgData name="Alberto Ruiz" userId="47fa91d207cfb014" providerId="LiveId" clId="{A044C5BB-CE47-4891-9CF4-40B45B73A78A}" dt="2024-10-29T18:55:17.450" v="26" actId="47"/>
        <pc:sldMkLst>
          <pc:docMk/>
          <pc:sldMk cId="949881224" sldId="554"/>
        </pc:sldMkLst>
      </pc:sldChg>
      <pc:sldChg chg="del">
        <pc:chgData name="Alberto Ruiz" userId="47fa91d207cfb014" providerId="LiveId" clId="{A044C5BB-CE47-4891-9CF4-40B45B73A78A}" dt="2024-10-29T18:55:16.866" v="25" actId="47"/>
        <pc:sldMkLst>
          <pc:docMk/>
          <pc:sldMk cId="2845295628" sldId="556"/>
        </pc:sldMkLst>
      </pc:sldChg>
      <pc:sldChg chg="del">
        <pc:chgData name="Alberto Ruiz" userId="47fa91d207cfb014" providerId="LiveId" clId="{A044C5BB-CE47-4891-9CF4-40B45B73A78A}" dt="2024-10-29T18:55:15.591" v="23" actId="47"/>
        <pc:sldMkLst>
          <pc:docMk/>
          <pc:sldMk cId="376023604" sldId="557"/>
        </pc:sldMkLst>
      </pc:sldChg>
      <pc:sldChg chg="del">
        <pc:chgData name="Alberto Ruiz" userId="47fa91d207cfb014" providerId="LiveId" clId="{A044C5BB-CE47-4891-9CF4-40B45B73A78A}" dt="2024-10-29T18:55:14.196" v="21" actId="47"/>
        <pc:sldMkLst>
          <pc:docMk/>
          <pc:sldMk cId="1415839754" sldId="558"/>
        </pc:sldMkLst>
      </pc:sldChg>
      <pc:sldChg chg="del">
        <pc:chgData name="Alberto Ruiz" userId="47fa91d207cfb014" providerId="LiveId" clId="{A044C5BB-CE47-4891-9CF4-40B45B73A78A}" dt="2024-10-29T18:55:12.701" v="20" actId="47"/>
        <pc:sldMkLst>
          <pc:docMk/>
          <pc:sldMk cId="355847485" sldId="559"/>
        </pc:sldMkLst>
      </pc:sldChg>
      <pc:sldChg chg="del">
        <pc:chgData name="Alberto Ruiz" userId="47fa91d207cfb014" providerId="LiveId" clId="{A044C5BB-CE47-4891-9CF4-40B45B73A78A}" dt="2024-10-29T18:54:57.617" v="5" actId="47"/>
        <pc:sldMkLst>
          <pc:docMk/>
          <pc:sldMk cId="3863567333" sldId="560"/>
        </pc:sldMkLst>
      </pc:sldChg>
      <pc:sldChg chg="del">
        <pc:chgData name="Alberto Ruiz" userId="47fa91d207cfb014" providerId="LiveId" clId="{A044C5BB-CE47-4891-9CF4-40B45B73A78A}" dt="2024-10-29T18:55:01.818" v="13" actId="47"/>
        <pc:sldMkLst>
          <pc:docMk/>
          <pc:sldMk cId="4023351115" sldId="561"/>
        </pc:sldMkLst>
      </pc:sldChg>
      <pc:sldChg chg="del">
        <pc:chgData name="Alberto Ruiz" userId="47fa91d207cfb014" providerId="LiveId" clId="{A044C5BB-CE47-4891-9CF4-40B45B73A78A}" dt="2024-10-29T18:55:02.315" v="14" actId="47"/>
        <pc:sldMkLst>
          <pc:docMk/>
          <pc:sldMk cId="951799070" sldId="562"/>
        </pc:sldMkLst>
      </pc:sldChg>
      <pc:sldChg chg="del">
        <pc:chgData name="Alberto Ruiz" userId="47fa91d207cfb014" providerId="LiveId" clId="{A044C5BB-CE47-4891-9CF4-40B45B73A78A}" dt="2024-10-29T18:55:01.310" v="12" actId="47"/>
        <pc:sldMkLst>
          <pc:docMk/>
          <pc:sldMk cId="893528446" sldId="563"/>
        </pc:sldMkLst>
      </pc:sldChg>
      <pc:sldChg chg="del">
        <pc:chgData name="Alberto Ruiz" userId="47fa91d207cfb014" providerId="LiveId" clId="{A044C5BB-CE47-4891-9CF4-40B45B73A78A}" dt="2024-10-29T18:54:59.752" v="9" actId="47"/>
        <pc:sldMkLst>
          <pc:docMk/>
          <pc:sldMk cId="1430832641" sldId="564"/>
        </pc:sldMkLst>
      </pc:sldChg>
      <pc:sldChg chg="del">
        <pc:chgData name="Alberto Ruiz" userId="47fa91d207cfb014" providerId="LiveId" clId="{A044C5BB-CE47-4891-9CF4-40B45B73A78A}" dt="2024-10-29T18:55:00.787" v="11" actId="47"/>
        <pc:sldMkLst>
          <pc:docMk/>
          <pc:sldMk cId="341105690" sldId="567"/>
        </pc:sldMkLst>
      </pc:sldChg>
      <pc:sldChg chg="del">
        <pc:chgData name="Alberto Ruiz" userId="47fa91d207cfb014" providerId="LiveId" clId="{A044C5BB-CE47-4891-9CF4-40B45B73A78A}" dt="2024-10-29T18:55:00.252" v="10" actId="47"/>
        <pc:sldMkLst>
          <pc:docMk/>
          <pc:sldMk cId="307766856" sldId="568"/>
        </pc:sldMkLst>
      </pc:sldChg>
      <pc:sldChg chg="del">
        <pc:chgData name="Alberto Ruiz" userId="47fa91d207cfb014" providerId="LiveId" clId="{A044C5BB-CE47-4891-9CF4-40B45B73A78A}" dt="2024-10-29T18:54:54.580" v="0" actId="47"/>
        <pc:sldMkLst>
          <pc:docMk/>
          <pc:sldMk cId="1523495115" sldId="570"/>
        </pc:sldMkLst>
      </pc:sldChg>
      <pc:sldChg chg="del">
        <pc:chgData name="Alberto Ruiz" userId="47fa91d207cfb014" providerId="LiveId" clId="{A044C5BB-CE47-4891-9CF4-40B45B73A78A}" dt="2024-10-29T18:55:29.153" v="44" actId="47"/>
        <pc:sldMkLst>
          <pc:docMk/>
          <pc:sldMk cId="2054898929" sldId="572"/>
        </pc:sldMkLst>
      </pc:sldChg>
      <pc:sldChg chg="del">
        <pc:chgData name="Alberto Ruiz" userId="47fa91d207cfb014" providerId="LiveId" clId="{A044C5BB-CE47-4891-9CF4-40B45B73A78A}" dt="2024-10-29T18:55:27.097" v="42" actId="47"/>
        <pc:sldMkLst>
          <pc:docMk/>
          <pc:sldMk cId="2089531037" sldId="584"/>
        </pc:sldMkLst>
      </pc:sldChg>
      <pc:sldChg chg="del">
        <pc:chgData name="Alberto Ruiz" userId="47fa91d207cfb014" providerId="LiveId" clId="{A044C5BB-CE47-4891-9CF4-40B45B73A78A}" dt="2024-10-29T18:55:25.469" v="39" actId="47"/>
        <pc:sldMkLst>
          <pc:docMk/>
          <pc:sldMk cId="3170896681" sldId="585"/>
        </pc:sldMkLst>
      </pc:sldChg>
      <pc:sldChg chg="del">
        <pc:chgData name="Alberto Ruiz" userId="47fa91d207cfb014" providerId="LiveId" clId="{A044C5BB-CE47-4891-9CF4-40B45B73A78A}" dt="2024-10-29T18:55:20.841" v="31" actId="47"/>
        <pc:sldMkLst>
          <pc:docMk/>
          <pc:sldMk cId="1995026671" sldId="588"/>
        </pc:sldMkLst>
      </pc:sldChg>
      <pc:sldChg chg="del">
        <pc:chgData name="Alberto Ruiz" userId="47fa91d207cfb014" providerId="LiveId" clId="{A044C5BB-CE47-4891-9CF4-40B45B73A78A}" dt="2024-10-29T18:55:19.778" v="30" actId="47"/>
        <pc:sldMkLst>
          <pc:docMk/>
          <pc:sldMk cId="410237710" sldId="589"/>
        </pc:sldMkLst>
      </pc:sldChg>
      <pc:sldChg chg="del">
        <pc:chgData name="Alberto Ruiz" userId="47fa91d207cfb014" providerId="LiveId" clId="{A044C5BB-CE47-4891-9CF4-40B45B73A78A}" dt="2024-10-29T18:55:21.937" v="33" actId="47"/>
        <pc:sldMkLst>
          <pc:docMk/>
          <pc:sldMk cId="104525576" sldId="590"/>
        </pc:sldMkLst>
      </pc:sldChg>
      <pc:sldChg chg="del">
        <pc:chgData name="Alberto Ruiz" userId="47fa91d207cfb014" providerId="LiveId" clId="{A044C5BB-CE47-4891-9CF4-40B45B73A78A}" dt="2024-10-29T18:55:21.402" v="32" actId="47"/>
        <pc:sldMkLst>
          <pc:docMk/>
          <pc:sldMk cId="2323823623" sldId="591"/>
        </pc:sldMkLst>
      </pc:sldChg>
      <pc:sldChg chg="del">
        <pc:chgData name="Alberto Ruiz" userId="47fa91d207cfb014" providerId="LiveId" clId="{A044C5BB-CE47-4891-9CF4-40B45B73A78A}" dt="2024-10-29T18:55:19.161" v="29" actId="47"/>
        <pc:sldMkLst>
          <pc:docMk/>
          <pc:sldMk cId="3261567285" sldId="592"/>
        </pc:sldMkLst>
      </pc:sldChg>
      <pc:sldChg chg="del">
        <pc:chgData name="Alberto Ruiz" userId="47fa91d207cfb014" providerId="LiveId" clId="{A044C5BB-CE47-4891-9CF4-40B45B73A78A}" dt="2024-10-29T18:55:16.254" v="24" actId="47"/>
        <pc:sldMkLst>
          <pc:docMk/>
          <pc:sldMk cId="402932058" sldId="593"/>
        </pc:sldMkLst>
      </pc:sldChg>
      <pc:sldChg chg="del">
        <pc:chgData name="Alberto Ruiz" userId="47fa91d207cfb014" providerId="LiveId" clId="{A044C5BB-CE47-4891-9CF4-40B45B73A78A}" dt="2024-10-29T18:55:11.859" v="19" actId="47"/>
        <pc:sldMkLst>
          <pc:docMk/>
          <pc:sldMk cId="2734045285" sldId="594"/>
        </pc:sldMkLst>
      </pc:sldChg>
      <pc:sldChg chg="del">
        <pc:chgData name="Alberto Ruiz" userId="47fa91d207cfb014" providerId="LiveId" clId="{A044C5BB-CE47-4891-9CF4-40B45B73A78A}" dt="2024-10-29T18:55:11.213" v="18" actId="47"/>
        <pc:sldMkLst>
          <pc:docMk/>
          <pc:sldMk cId="2580498415" sldId="595"/>
        </pc:sldMkLst>
      </pc:sldChg>
      <pc:sldChg chg="del">
        <pc:chgData name="Alberto Ruiz" userId="47fa91d207cfb014" providerId="LiveId" clId="{A044C5BB-CE47-4891-9CF4-40B45B73A78A}" dt="2024-10-29T18:55:14.925" v="22" actId="47"/>
        <pc:sldMkLst>
          <pc:docMk/>
          <pc:sldMk cId="2921019998" sldId="59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5F6D74-F639-4965-866C-CA3E0BB7F532}"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73AD2564-D5BE-42E9-AC18-55B13960B3C8}">
      <dgm:prSet/>
      <dgm:spPr/>
      <dgm:t>
        <a:bodyPr/>
        <a:lstStyle/>
        <a:p>
          <a:r>
            <a:rPr lang="es-ES"/>
            <a:t>INDICE</a:t>
          </a:r>
          <a:endParaRPr lang="en-US"/>
        </a:p>
      </dgm:t>
    </dgm:pt>
    <dgm:pt modelId="{DA1A6914-9307-4FDA-A851-679E7CC1931A}" type="parTrans" cxnId="{91C57FC4-8D8F-40C9-AF2C-62F5C6E958CF}">
      <dgm:prSet/>
      <dgm:spPr/>
      <dgm:t>
        <a:bodyPr/>
        <a:lstStyle/>
        <a:p>
          <a:endParaRPr lang="en-US"/>
        </a:p>
      </dgm:t>
    </dgm:pt>
    <dgm:pt modelId="{B113A47B-9F24-45F4-9442-144BFA9F811F}" type="sibTrans" cxnId="{91C57FC4-8D8F-40C9-AF2C-62F5C6E958CF}">
      <dgm:prSet/>
      <dgm:spPr/>
      <dgm:t>
        <a:bodyPr/>
        <a:lstStyle/>
        <a:p>
          <a:endParaRPr lang="en-US"/>
        </a:p>
      </dgm:t>
    </dgm:pt>
    <dgm:pt modelId="{F9616D4C-F958-44F4-9C03-61E2D7B5F108}">
      <dgm:prSet/>
      <dgm:spPr/>
      <dgm:t>
        <a:bodyPr/>
        <a:lstStyle/>
        <a:p>
          <a:r>
            <a:rPr lang="es-ES" dirty="0"/>
            <a:t>Primera parte: Que es una vulnerabilidad, quienes son los que nos atacan y porque lo hacen. </a:t>
          </a:r>
          <a:endParaRPr lang="en-US" dirty="0"/>
        </a:p>
      </dgm:t>
    </dgm:pt>
    <dgm:pt modelId="{253697BC-E26F-49A9-A9C0-93CD4C13EC23}" type="parTrans" cxnId="{7D345187-387A-42ED-8FA9-49D7AFEB9F08}">
      <dgm:prSet/>
      <dgm:spPr/>
      <dgm:t>
        <a:bodyPr/>
        <a:lstStyle/>
        <a:p>
          <a:endParaRPr lang="en-US"/>
        </a:p>
      </dgm:t>
    </dgm:pt>
    <dgm:pt modelId="{28A0699E-3B0E-4F55-B26E-439AE08410C3}" type="sibTrans" cxnId="{7D345187-387A-42ED-8FA9-49D7AFEB9F08}">
      <dgm:prSet/>
      <dgm:spPr/>
      <dgm:t>
        <a:bodyPr/>
        <a:lstStyle/>
        <a:p>
          <a:endParaRPr lang="en-US"/>
        </a:p>
      </dgm:t>
    </dgm:pt>
    <dgm:pt modelId="{56841C89-7229-4DFF-A3E6-B66B607E6CD5}">
      <dgm:prSet/>
      <dgm:spPr/>
      <dgm:t>
        <a:bodyPr/>
        <a:lstStyle/>
        <a:p>
          <a:r>
            <a:rPr lang="es-ES"/>
            <a:t>Segunda parte: Como actúan los ciberdelincuentes.</a:t>
          </a:r>
          <a:endParaRPr lang="en-US"/>
        </a:p>
      </dgm:t>
    </dgm:pt>
    <dgm:pt modelId="{60C10FE2-DE0A-4066-8ADA-6FEDB55AA615}" type="parTrans" cxnId="{6B4E1B24-840C-4494-898E-3F4E45BCD6F8}">
      <dgm:prSet/>
      <dgm:spPr/>
      <dgm:t>
        <a:bodyPr/>
        <a:lstStyle/>
        <a:p>
          <a:endParaRPr lang="en-US"/>
        </a:p>
      </dgm:t>
    </dgm:pt>
    <dgm:pt modelId="{C0A07A64-C061-40A0-95AC-C6EC750C2156}" type="sibTrans" cxnId="{6B4E1B24-840C-4494-898E-3F4E45BCD6F8}">
      <dgm:prSet/>
      <dgm:spPr/>
      <dgm:t>
        <a:bodyPr/>
        <a:lstStyle/>
        <a:p>
          <a:endParaRPr lang="en-US"/>
        </a:p>
      </dgm:t>
    </dgm:pt>
    <dgm:pt modelId="{E5E223B4-1106-41B7-9749-72B3C5856E05}">
      <dgm:prSet/>
      <dgm:spPr/>
      <dgm:t>
        <a:bodyPr/>
        <a:lstStyle/>
        <a:p>
          <a:r>
            <a:rPr lang="es-ES"/>
            <a:t>Tercera parte: Como podemos protegernos.</a:t>
          </a:r>
          <a:endParaRPr lang="en-US"/>
        </a:p>
      </dgm:t>
    </dgm:pt>
    <dgm:pt modelId="{F1C238EE-01F0-4793-936B-51F300A0EC47}" type="parTrans" cxnId="{822A9765-97F9-4BE2-85EA-343DD59D7011}">
      <dgm:prSet/>
      <dgm:spPr/>
      <dgm:t>
        <a:bodyPr/>
        <a:lstStyle/>
        <a:p>
          <a:endParaRPr lang="en-US"/>
        </a:p>
      </dgm:t>
    </dgm:pt>
    <dgm:pt modelId="{990C827E-254F-4B2E-9577-7847D2B7BA6B}" type="sibTrans" cxnId="{822A9765-97F9-4BE2-85EA-343DD59D7011}">
      <dgm:prSet/>
      <dgm:spPr/>
      <dgm:t>
        <a:bodyPr/>
        <a:lstStyle/>
        <a:p>
          <a:endParaRPr lang="en-US"/>
        </a:p>
      </dgm:t>
    </dgm:pt>
    <dgm:pt modelId="{269F6214-A364-4FDE-88F7-AD0BAEFAC50E}" type="pres">
      <dgm:prSet presAssocID="{6B5F6D74-F639-4965-866C-CA3E0BB7F532}" presName="outerComposite" presStyleCnt="0">
        <dgm:presLayoutVars>
          <dgm:chMax val="5"/>
          <dgm:dir/>
          <dgm:resizeHandles val="exact"/>
        </dgm:presLayoutVars>
      </dgm:prSet>
      <dgm:spPr/>
    </dgm:pt>
    <dgm:pt modelId="{E8A277FB-3CCA-4896-BEC0-727A834D5CB1}" type="pres">
      <dgm:prSet presAssocID="{6B5F6D74-F639-4965-866C-CA3E0BB7F532}" presName="dummyMaxCanvas" presStyleCnt="0">
        <dgm:presLayoutVars/>
      </dgm:prSet>
      <dgm:spPr/>
    </dgm:pt>
    <dgm:pt modelId="{B10D6154-3513-4CA4-863A-38CFE5D61A09}" type="pres">
      <dgm:prSet presAssocID="{6B5F6D74-F639-4965-866C-CA3E0BB7F532}" presName="OneNode_1" presStyleLbl="node1" presStyleIdx="0" presStyleCnt="1">
        <dgm:presLayoutVars>
          <dgm:bulletEnabled val="1"/>
        </dgm:presLayoutVars>
      </dgm:prSet>
      <dgm:spPr/>
    </dgm:pt>
  </dgm:ptLst>
  <dgm:cxnLst>
    <dgm:cxn modelId="{6B4E1B24-840C-4494-898E-3F4E45BCD6F8}" srcId="{73AD2564-D5BE-42E9-AC18-55B13960B3C8}" destId="{56841C89-7229-4DFF-A3E6-B66B607E6CD5}" srcOrd="1" destOrd="0" parTransId="{60C10FE2-DE0A-4066-8ADA-6FEDB55AA615}" sibTransId="{C0A07A64-C061-40A0-95AC-C6EC750C2156}"/>
    <dgm:cxn modelId="{DE619030-2203-449E-B3CC-3E1C47EC0FB5}" type="presOf" srcId="{6B5F6D74-F639-4965-866C-CA3E0BB7F532}" destId="{269F6214-A364-4FDE-88F7-AD0BAEFAC50E}" srcOrd="0" destOrd="0" presId="urn:microsoft.com/office/officeart/2005/8/layout/vProcess5"/>
    <dgm:cxn modelId="{F69C9634-767A-47AA-9A33-EBE06D466282}" type="presOf" srcId="{F9616D4C-F958-44F4-9C03-61E2D7B5F108}" destId="{B10D6154-3513-4CA4-863A-38CFE5D61A09}" srcOrd="0" destOrd="1" presId="urn:microsoft.com/office/officeart/2005/8/layout/vProcess5"/>
    <dgm:cxn modelId="{822A9765-97F9-4BE2-85EA-343DD59D7011}" srcId="{73AD2564-D5BE-42E9-AC18-55B13960B3C8}" destId="{E5E223B4-1106-41B7-9749-72B3C5856E05}" srcOrd="2" destOrd="0" parTransId="{F1C238EE-01F0-4793-936B-51F300A0EC47}" sibTransId="{990C827E-254F-4B2E-9577-7847D2B7BA6B}"/>
    <dgm:cxn modelId="{7D345187-387A-42ED-8FA9-49D7AFEB9F08}" srcId="{73AD2564-D5BE-42E9-AC18-55B13960B3C8}" destId="{F9616D4C-F958-44F4-9C03-61E2D7B5F108}" srcOrd="0" destOrd="0" parTransId="{253697BC-E26F-49A9-A9C0-93CD4C13EC23}" sibTransId="{28A0699E-3B0E-4F55-B26E-439AE08410C3}"/>
    <dgm:cxn modelId="{3F3E01AE-3596-4377-8C84-DDE8DF541130}" type="presOf" srcId="{56841C89-7229-4DFF-A3E6-B66B607E6CD5}" destId="{B10D6154-3513-4CA4-863A-38CFE5D61A09}" srcOrd="0" destOrd="2" presId="urn:microsoft.com/office/officeart/2005/8/layout/vProcess5"/>
    <dgm:cxn modelId="{91C57FC4-8D8F-40C9-AF2C-62F5C6E958CF}" srcId="{6B5F6D74-F639-4965-866C-CA3E0BB7F532}" destId="{73AD2564-D5BE-42E9-AC18-55B13960B3C8}" srcOrd="0" destOrd="0" parTransId="{DA1A6914-9307-4FDA-A851-679E7CC1931A}" sibTransId="{B113A47B-9F24-45F4-9442-144BFA9F811F}"/>
    <dgm:cxn modelId="{E6FE8DE2-6477-4E3C-8ECA-D5ADC2626699}" type="presOf" srcId="{73AD2564-D5BE-42E9-AC18-55B13960B3C8}" destId="{B10D6154-3513-4CA4-863A-38CFE5D61A09}" srcOrd="0" destOrd="0" presId="urn:microsoft.com/office/officeart/2005/8/layout/vProcess5"/>
    <dgm:cxn modelId="{3669C4E5-7C0D-4994-BEBB-311E318C9451}" type="presOf" srcId="{E5E223B4-1106-41B7-9749-72B3C5856E05}" destId="{B10D6154-3513-4CA4-863A-38CFE5D61A09}" srcOrd="0" destOrd="3" presId="urn:microsoft.com/office/officeart/2005/8/layout/vProcess5"/>
    <dgm:cxn modelId="{2388AE1F-F0F0-478C-8104-B65704B5031F}" type="presParOf" srcId="{269F6214-A364-4FDE-88F7-AD0BAEFAC50E}" destId="{E8A277FB-3CCA-4896-BEC0-727A834D5CB1}" srcOrd="0" destOrd="0" presId="urn:microsoft.com/office/officeart/2005/8/layout/vProcess5"/>
    <dgm:cxn modelId="{26BD67AB-EE7D-43D6-A38A-0EAF30E2ADA7}" type="presParOf" srcId="{269F6214-A364-4FDE-88F7-AD0BAEFAC50E}" destId="{B10D6154-3513-4CA4-863A-38CFE5D61A09}" srcOrd="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0D6154-3513-4CA4-863A-38CFE5D61A09}">
      <dsp:nvSpPr>
        <dsp:cNvPr id="0" name=""/>
        <dsp:cNvSpPr/>
      </dsp:nvSpPr>
      <dsp:spPr>
        <a:xfrm>
          <a:off x="0" y="2499013"/>
          <a:ext cx="21696218" cy="499802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0030" tIns="240030" rIns="240030" bIns="240030" numCol="1" spcCol="1270" anchor="t" anchorCtr="0">
          <a:noAutofit/>
        </a:bodyPr>
        <a:lstStyle/>
        <a:p>
          <a:pPr marL="0" lvl="0" indent="0" algn="l" defTabSz="2800350">
            <a:lnSpc>
              <a:spcPct val="90000"/>
            </a:lnSpc>
            <a:spcBef>
              <a:spcPct val="0"/>
            </a:spcBef>
            <a:spcAft>
              <a:spcPct val="35000"/>
            </a:spcAft>
            <a:buNone/>
          </a:pPr>
          <a:r>
            <a:rPr lang="es-ES" sz="6300" kern="1200"/>
            <a:t>INDICE</a:t>
          </a:r>
          <a:endParaRPr lang="en-US" sz="6300" kern="1200"/>
        </a:p>
        <a:p>
          <a:pPr marL="285750" lvl="1" indent="-285750" algn="l" defTabSz="2178050">
            <a:lnSpc>
              <a:spcPct val="90000"/>
            </a:lnSpc>
            <a:spcBef>
              <a:spcPct val="0"/>
            </a:spcBef>
            <a:spcAft>
              <a:spcPct val="15000"/>
            </a:spcAft>
            <a:buChar char="•"/>
          </a:pPr>
          <a:r>
            <a:rPr lang="es-ES" sz="4900" kern="1200" dirty="0"/>
            <a:t>Primera parte: Que es una vulnerabilidad, quienes son los que nos atacan y porque lo hacen. </a:t>
          </a:r>
          <a:endParaRPr lang="en-US" sz="4900" kern="1200" dirty="0"/>
        </a:p>
        <a:p>
          <a:pPr marL="285750" lvl="1" indent="-285750" algn="l" defTabSz="2178050">
            <a:lnSpc>
              <a:spcPct val="90000"/>
            </a:lnSpc>
            <a:spcBef>
              <a:spcPct val="0"/>
            </a:spcBef>
            <a:spcAft>
              <a:spcPct val="15000"/>
            </a:spcAft>
            <a:buChar char="•"/>
          </a:pPr>
          <a:r>
            <a:rPr lang="es-ES" sz="4900" kern="1200"/>
            <a:t>Segunda parte: Como actúan los ciberdelincuentes.</a:t>
          </a:r>
          <a:endParaRPr lang="en-US" sz="4900" kern="1200"/>
        </a:p>
        <a:p>
          <a:pPr marL="285750" lvl="1" indent="-285750" algn="l" defTabSz="2178050">
            <a:lnSpc>
              <a:spcPct val="90000"/>
            </a:lnSpc>
            <a:spcBef>
              <a:spcPct val="0"/>
            </a:spcBef>
            <a:spcAft>
              <a:spcPct val="15000"/>
            </a:spcAft>
            <a:buChar char="•"/>
          </a:pPr>
          <a:r>
            <a:rPr lang="es-ES" sz="4900" kern="1200"/>
            <a:t>Tercera parte: Como podemos protegernos.</a:t>
          </a:r>
          <a:endParaRPr lang="en-US" sz="4900" kern="1200"/>
        </a:p>
      </dsp:txBody>
      <dsp:txXfrm>
        <a:off x="146387" y="2645400"/>
        <a:ext cx="21403444" cy="4705253"/>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6" name="Shape 346"/>
          <p:cNvSpPr>
            <a:spLocks noGrp="1" noRot="1" noChangeAspect="1"/>
          </p:cNvSpPr>
          <p:nvPr>
            <p:ph type="sldImg"/>
          </p:nvPr>
        </p:nvSpPr>
        <p:spPr>
          <a:xfrm>
            <a:off x="1143000" y="685800"/>
            <a:ext cx="4572000" cy="3429000"/>
          </a:xfrm>
          <a:prstGeom prst="rect">
            <a:avLst/>
          </a:prstGeom>
        </p:spPr>
        <p:txBody>
          <a:bodyPr/>
          <a:lstStyle/>
          <a:p>
            <a:endParaRPr/>
          </a:p>
        </p:txBody>
      </p:sp>
      <p:sp>
        <p:nvSpPr>
          <p:cNvPr id="347" name="Shape 34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4610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3909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b="0" i="0">
                <a:solidFill>
                  <a:srgbClr val="202124"/>
                </a:solidFill>
                <a:latin typeface="arial"/>
                <a:ea typeface="arial"/>
                <a:cs typeface="arial"/>
                <a:sym typeface="arial"/>
              </a:rPr>
              <a:t>Un </a:t>
            </a:r>
            <a:r>
              <a:rPr lang="es-ES" b="1" i="0">
                <a:solidFill>
                  <a:srgbClr val="202124"/>
                </a:solidFill>
                <a:latin typeface="arial"/>
                <a:ea typeface="arial"/>
                <a:cs typeface="arial"/>
                <a:sym typeface="arial"/>
              </a:rPr>
              <a:t>Sniffer</a:t>
            </a:r>
            <a:r>
              <a:rPr lang="es-ES" b="0" i="0">
                <a:solidFill>
                  <a:srgbClr val="202124"/>
                </a:solidFill>
                <a:latin typeface="arial"/>
                <a:ea typeface="arial"/>
                <a:cs typeface="arial"/>
                <a:sym typeface="arial"/>
              </a:rPr>
              <a:t> es una aplicación especial para redes informáticas (un software) que se encarga de capturar y analizar paquetes en tránsito (entrada y/o salida) en una red de comunicaciones entre dispositivos.</a:t>
            </a:r>
            <a:endParaRPr/>
          </a:p>
          <a:p>
            <a:pPr marL="0" lvl="0" indent="-76200" algn="l" rtl="0">
              <a:spcBef>
                <a:spcPts val="0"/>
              </a:spcBef>
              <a:spcAft>
                <a:spcPts val="0"/>
              </a:spcAft>
              <a:buClr>
                <a:srgbClr val="202124"/>
              </a:buClr>
              <a:buSzPts val="1200"/>
              <a:buFont typeface="Calibri"/>
              <a:buAutoNum type="arabicPeriod"/>
            </a:pPr>
            <a:r>
              <a:rPr lang="es-ES" b="0" i="0">
                <a:solidFill>
                  <a:srgbClr val="202124"/>
                </a:solidFill>
                <a:latin typeface="arial"/>
                <a:ea typeface="arial"/>
                <a:cs typeface="arial"/>
                <a:sym typeface="arial"/>
              </a:rPr>
              <a:t>Wireshark. ...</a:t>
            </a:r>
            <a:endParaRPr/>
          </a:p>
          <a:p>
            <a:pPr marL="0" lvl="0" indent="-76200" algn="l" rtl="0">
              <a:spcBef>
                <a:spcPts val="0"/>
              </a:spcBef>
              <a:spcAft>
                <a:spcPts val="0"/>
              </a:spcAft>
              <a:buClr>
                <a:srgbClr val="202124"/>
              </a:buClr>
              <a:buSzPts val="1200"/>
              <a:buFont typeface="Calibri"/>
              <a:buAutoNum type="arabicPeriod"/>
            </a:pPr>
            <a:r>
              <a:rPr lang="es-ES" b="0" i="0">
                <a:solidFill>
                  <a:srgbClr val="202124"/>
                </a:solidFill>
                <a:latin typeface="arial"/>
                <a:ea typeface="arial"/>
                <a:cs typeface="arial"/>
                <a:sym typeface="arial"/>
              </a:rPr>
              <a:t>Microsoft Message Analyzer. ...</a:t>
            </a:r>
            <a:endParaRPr/>
          </a:p>
          <a:p>
            <a:pPr marL="0" lvl="0" indent="-76200" algn="l" rtl="0">
              <a:spcBef>
                <a:spcPts val="0"/>
              </a:spcBef>
              <a:spcAft>
                <a:spcPts val="0"/>
              </a:spcAft>
              <a:buClr>
                <a:srgbClr val="202124"/>
              </a:buClr>
              <a:buSzPts val="1200"/>
              <a:buFont typeface="Calibri"/>
              <a:buAutoNum type="arabicPeriod"/>
            </a:pPr>
            <a:r>
              <a:rPr lang="es-ES" b="0" i="0">
                <a:solidFill>
                  <a:srgbClr val="202124"/>
                </a:solidFill>
                <a:latin typeface="arial"/>
                <a:ea typeface="arial"/>
                <a:cs typeface="arial"/>
                <a:sym typeface="arial"/>
              </a:rPr>
              <a:t>Tcpdump. ...</a:t>
            </a:r>
            <a:endParaRPr/>
          </a:p>
          <a:p>
            <a:pPr marL="0" lvl="0" indent="-76200" algn="l" rtl="0">
              <a:spcBef>
                <a:spcPts val="0"/>
              </a:spcBef>
              <a:spcAft>
                <a:spcPts val="0"/>
              </a:spcAft>
              <a:buClr>
                <a:srgbClr val="202124"/>
              </a:buClr>
              <a:buSzPts val="1200"/>
              <a:buFont typeface="Calibri"/>
              <a:buAutoNum type="arabicPeriod"/>
            </a:pPr>
            <a:r>
              <a:rPr lang="es-ES" b="0" i="0">
                <a:solidFill>
                  <a:srgbClr val="202124"/>
                </a:solidFill>
                <a:latin typeface="arial"/>
                <a:ea typeface="arial"/>
                <a:cs typeface="arial"/>
                <a:sym typeface="arial"/>
              </a:rPr>
              <a:t>Windump.</a:t>
            </a:r>
            <a:endParaRPr/>
          </a:p>
          <a:p>
            <a:pPr marL="0" lvl="0" indent="0" algn="l" rtl="0">
              <a:spcBef>
                <a:spcPts val="0"/>
              </a:spcBef>
              <a:spcAft>
                <a:spcPts val="0"/>
              </a:spcAft>
              <a:buNone/>
            </a:pPr>
            <a:endParaRPr b="0" i="0">
              <a:solidFill>
                <a:srgbClr val="202124"/>
              </a:solidFill>
              <a:latin typeface="arial"/>
              <a:ea typeface="arial"/>
              <a:cs typeface="arial"/>
              <a:sym typeface="arial"/>
            </a:endParaRPr>
          </a:p>
          <a:p>
            <a:pPr marL="0" lvl="0" indent="0" algn="l" rtl="0">
              <a:spcBef>
                <a:spcPts val="0"/>
              </a:spcBef>
              <a:spcAft>
                <a:spcPts val="0"/>
              </a:spcAft>
              <a:buNone/>
            </a:pPr>
            <a:endParaRPr/>
          </a:p>
        </p:txBody>
      </p:sp>
      <p:sp>
        <p:nvSpPr>
          <p:cNvPr id="363" name="Google Shape;363;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8</a:t>
            </a:fld>
            <a:endParaRPr/>
          </a:p>
        </p:txBody>
      </p:sp>
    </p:spTree>
    <p:extLst>
      <p:ext uri="{BB962C8B-B14F-4D97-AF65-F5344CB8AC3E}">
        <p14:creationId xmlns:p14="http://schemas.microsoft.com/office/powerpoint/2010/main" val="2989780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6702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5751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Recomendación el libro sobre la historia de la ciberdelincuencia</a:t>
            </a:r>
          </a:p>
        </p:txBody>
      </p:sp>
    </p:spTree>
    <p:extLst>
      <p:ext uri="{BB962C8B-B14F-4D97-AF65-F5344CB8AC3E}">
        <p14:creationId xmlns:p14="http://schemas.microsoft.com/office/powerpoint/2010/main" val="4033598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5157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8139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717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0" name="Google Shape;440;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76514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7" name="Google Shape;44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49809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9" name="Google Shape;459;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8052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5" name="Google Shape;505;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96588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s-ES" dirty="0" err="1"/>
              <a:t>Whaling</a:t>
            </a:r>
            <a:r>
              <a:rPr lang="es-ES" dirty="0"/>
              <a:t>- ballenero</a:t>
            </a:r>
          </a:p>
          <a:p>
            <a:pPr marL="0" lvl="0" indent="0" algn="l" rtl="0">
              <a:spcBef>
                <a:spcPts val="0"/>
              </a:spcBef>
              <a:spcAft>
                <a:spcPts val="0"/>
              </a:spcAft>
              <a:buNone/>
            </a:pPr>
            <a:endParaRPr dirty="0"/>
          </a:p>
        </p:txBody>
      </p:sp>
      <p:sp>
        <p:nvSpPr>
          <p:cNvPr id="310" name="Google Shape;31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8DA151-F1F8-9E86-4DEF-CA80CD069853}"/>
              </a:ext>
            </a:extLst>
          </p:cNvPr>
          <p:cNvSpPr>
            <a:spLocks noGrp="1"/>
          </p:cNvSpPr>
          <p:nvPr>
            <p:ph type="ctrTitle"/>
          </p:nvPr>
        </p:nvSpPr>
        <p:spPr>
          <a:xfrm>
            <a:off x="3048000" y="2244726"/>
            <a:ext cx="18288000" cy="4775200"/>
          </a:xfrm>
        </p:spPr>
        <p:txBody>
          <a:bodyPr anchor="b"/>
          <a:lstStyle>
            <a:lvl1pPr algn="ctr">
              <a:defRPr sz="12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B9EE4419-F90D-4DB9-7186-F4FC1EE3E718}"/>
              </a:ext>
            </a:extLst>
          </p:cNvPr>
          <p:cNvSpPr>
            <a:spLocks noGrp="1"/>
          </p:cNvSpPr>
          <p:nvPr>
            <p:ph type="subTitle" idx="1"/>
          </p:nvPr>
        </p:nvSpPr>
        <p:spPr>
          <a:xfrm>
            <a:off x="3048000" y="7204076"/>
            <a:ext cx="18288000"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63ADA172-9628-2F51-EDF8-3D3A44A6DE4D}"/>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5" name="Marcador de pie de página 4">
            <a:extLst>
              <a:ext uri="{FF2B5EF4-FFF2-40B4-BE49-F238E27FC236}">
                <a16:creationId xmlns:a16="http://schemas.microsoft.com/office/drawing/2014/main" id="{FDEE6DA8-AC7C-1D92-0740-10CCF07F88B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5A26080-CE84-0836-3197-1C47485A02BF}"/>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3868887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7D4417-3127-86DA-CC72-089D73D1E953}"/>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378392E-04CF-3DBA-C565-F0B8947A32D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1E6AD9E-AAAF-A4A9-07C1-DC9AA555B1BF}"/>
              </a:ext>
            </a:extLst>
          </p:cNvPr>
          <p:cNvSpPr>
            <a:spLocks noGrp="1"/>
          </p:cNvSpPr>
          <p:nvPr>
            <p:ph type="dt" sz="half" idx="10"/>
          </p:nvPr>
        </p:nvSpPr>
        <p:spPr/>
        <p:txBody>
          <a:bodyPr/>
          <a:lstStyle/>
          <a:p>
            <a:fld id="{9CC31C36-5ACE-4987-AE80-0E19C513200A}" type="datetimeFigureOut">
              <a:rPr lang="es-ES" smtClean="0"/>
              <a:t>16/11/2024</a:t>
            </a:fld>
            <a:endParaRPr lang="es-ES"/>
          </a:p>
        </p:txBody>
      </p:sp>
      <p:sp>
        <p:nvSpPr>
          <p:cNvPr id="5" name="Marcador de pie de página 4">
            <a:extLst>
              <a:ext uri="{FF2B5EF4-FFF2-40B4-BE49-F238E27FC236}">
                <a16:creationId xmlns:a16="http://schemas.microsoft.com/office/drawing/2014/main" id="{BA0C3313-8063-6B24-D8D3-A42DC67EA69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E2DE19D-6A31-85DB-FFCD-00A24F1F68D5}"/>
              </a:ext>
            </a:extLst>
          </p:cNvPr>
          <p:cNvSpPr>
            <a:spLocks noGrp="1"/>
          </p:cNvSpPr>
          <p:nvPr>
            <p:ph type="sldNum" sz="quarter" idx="12"/>
          </p:nvPr>
        </p:nvSpPr>
        <p:spPr/>
        <p:txBody>
          <a:bodyPr/>
          <a:lstStyle/>
          <a:p>
            <a:fld id="{F4F7D0BF-A977-4FD1-80FE-B58EDF529A6C}" type="slidenum">
              <a:rPr lang="es-ES" smtClean="0"/>
              <a:t>‹Nº›</a:t>
            </a:fld>
            <a:endParaRPr lang="es-ES"/>
          </a:p>
        </p:txBody>
      </p:sp>
    </p:spTree>
    <p:extLst>
      <p:ext uri="{BB962C8B-B14F-4D97-AF65-F5344CB8AC3E}">
        <p14:creationId xmlns:p14="http://schemas.microsoft.com/office/powerpoint/2010/main" val="3607540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10B7D1-7B02-C0B1-D9DD-20CAA54DBC0B}"/>
              </a:ext>
            </a:extLst>
          </p:cNvPr>
          <p:cNvSpPr>
            <a:spLocks noGrp="1"/>
          </p:cNvSpPr>
          <p:nvPr>
            <p:ph type="title"/>
          </p:nvPr>
        </p:nvSpPr>
        <p:spPr>
          <a:xfrm>
            <a:off x="1663700" y="3419477"/>
            <a:ext cx="21031200" cy="5705474"/>
          </a:xfrm>
        </p:spPr>
        <p:txBody>
          <a:bodyPr anchor="b"/>
          <a:lstStyle>
            <a:lvl1pPr>
              <a:defRPr sz="12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D8ABD662-86C0-7816-BA61-E5F072CF202D}"/>
              </a:ext>
            </a:extLst>
          </p:cNvPr>
          <p:cNvSpPr>
            <a:spLocks noGrp="1"/>
          </p:cNvSpPr>
          <p:nvPr>
            <p:ph type="body" idx="1"/>
          </p:nvPr>
        </p:nvSpPr>
        <p:spPr>
          <a:xfrm>
            <a:off x="1663700" y="9178927"/>
            <a:ext cx="21031200" cy="3000374"/>
          </a:xfrm>
        </p:spPr>
        <p:txBody>
          <a:bodyPr/>
          <a:lstStyle>
            <a:lvl1pPr marL="0" indent="0">
              <a:buNone/>
              <a:defRPr sz="4800">
                <a:solidFill>
                  <a:schemeClr val="tx1">
                    <a:tint val="82000"/>
                  </a:schemeClr>
                </a:solidFill>
              </a:defRPr>
            </a:lvl1pPr>
            <a:lvl2pPr marL="914400" indent="0">
              <a:buNone/>
              <a:defRPr sz="4000">
                <a:solidFill>
                  <a:schemeClr val="tx1">
                    <a:tint val="82000"/>
                  </a:schemeClr>
                </a:solidFill>
              </a:defRPr>
            </a:lvl2pPr>
            <a:lvl3pPr marL="1828800" indent="0">
              <a:buNone/>
              <a:defRPr sz="3600">
                <a:solidFill>
                  <a:schemeClr val="tx1">
                    <a:tint val="82000"/>
                  </a:schemeClr>
                </a:solidFill>
              </a:defRPr>
            </a:lvl3pPr>
            <a:lvl4pPr marL="2743200" indent="0">
              <a:buNone/>
              <a:defRPr sz="3200">
                <a:solidFill>
                  <a:schemeClr val="tx1">
                    <a:tint val="82000"/>
                  </a:schemeClr>
                </a:solidFill>
              </a:defRPr>
            </a:lvl4pPr>
            <a:lvl5pPr marL="3657600" indent="0">
              <a:buNone/>
              <a:defRPr sz="3200">
                <a:solidFill>
                  <a:schemeClr val="tx1">
                    <a:tint val="82000"/>
                  </a:schemeClr>
                </a:solidFill>
              </a:defRPr>
            </a:lvl5pPr>
            <a:lvl6pPr marL="4572000" indent="0">
              <a:buNone/>
              <a:defRPr sz="3200">
                <a:solidFill>
                  <a:schemeClr val="tx1">
                    <a:tint val="82000"/>
                  </a:schemeClr>
                </a:solidFill>
              </a:defRPr>
            </a:lvl6pPr>
            <a:lvl7pPr marL="5486400" indent="0">
              <a:buNone/>
              <a:defRPr sz="3200">
                <a:solidFill>
                  <a:schemeClr val="tx1">
                    <a:tint val="82000"/>
                  </a:schemeClr>
                </a:solidFill>
              </a:defRPr>
            </a:lvl7pPr>
            <a:lvl8pPr marL="6400800" indent="0">
              <a:buNone/>
              <a:defRPr sz="3200">
                <a:solidFill>
                  <a:schemeClr val="tx1">
                    <a:tint val="82000"/>
                  </a:schemeClr>
                </a:solidFill>
              </a:defRPr>
            </a:lvl8pPr>
            <a:lvl9pPr marL="7315200" indent="0">
              <a:buNone/>
              <a:defRPr sz="32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229D426-1A26-63B5-03DE-60F96DF9104B}"/>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5" name="Marcador de pie de página 4">
            <a:extLst>
              <a:ext uri="{FF2B5EF4-FFF2-40B4-BE49-F238E27FC236}">
                <a16:creationId xmlns:a16="http://schemas.microsoft.com/office/drawing/2014/main" id="{B8F1C54E-4271-2F32-5DCB-2AE27E5DE86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07A1B40-DDD8-A5C5-3133-60F72D17C75B}"/>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774589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140504-6F2B-3D40-8EDD-4ABE960FA88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72BB033-20E6-CEBA-9979-FDC117B58746}"/>
              </a:ext>
            </a:extLst>
          </p:cNvPr>
          <p:cNvSpPr>
            <a:spLocks noGrp="1"/>
          </p:cNvSpPr>
          <p:nvPr>
            <p:ph sz="half" idx="1"/>
          </p:nvPr>
        </p:nvSpPr>
        <p:spPr>
          <a:xfrm>
            <a:off x="1676400" y="3651250"/>
            <a:ext cx="10363200" cy="87026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4E5FFCF-A66D-1304-0ACF-4F649B340638}"/>
              </a:ext>
            </a:extLst>
          </p:cNvPr>
          <p:cNvSpPr>
            <a:spLocks noGrp="1"/>
          </p:cNvSpPr>
          <p:nvPr>
            <p:ph sz="half" idx="2"/>
          </p:nvPr>
        </p:nvSpPr>
        <p:spPr>
          <a:xfrm>
            <a:off x="12344400" y="3651250"/>
            <a:ext cx="10363200" cy="87026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8355B6EE-266B-8F1C-959D-B15C7AE62863}"/>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6" name="Marcador de pie de página 5">
            <a:extLst>
              <a:ext uri="{FF2B5EF4-FFF2-40B4-BE49-F238E27FC236}">
                <a16:creationId xmlns:a16="http://schemas.microsoft.com/office/drawing/2014/main" id="{36F2F03B-AC90-9CBE-810A-EEA090062E8C}"/>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6511C358-78A2-C9BA-8348-3FCA3BEF68BC}"/>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3187898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53846F-1DFF-6F5D-0708-BADB4ACEB309}"/>
              </a:ext>
            </a:extLst>
          </p:cNvPr>
          <p:cNvSpPr>
            <a:spLocks noGrp="1"/>
          </p:cNvSpPr>
          <p:nvPr>
            <p:ph type="title"/>
          </p:nvPr>
        </p:nvSpPr>
        <p:spPr>
          <a:xfrm>
            <a:off x="1679576" y="730251"/>
            <a:ext cx="21031200" cy="2651126"/>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2385884-36B0-2391-B555-43A004FF291C}"/>
              </a:ext>
            </a:extLst>
          </p:cNvPr>
          <p:cNvSpPr>
            <a:spLocks noGrp="1"/>
          </p:cNvSpPr>
          <p:nvPr>
            <p:ph type="body" idx="1"/>
          </p:nvPr>
        </p:nvSpPr>
        <p:spPr>
          <a:xfrm>
            <a:off x="1679577" y="3362326"/>
            <a:ext cx="10315574"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AE34B09-ACDB-BFAD-D4AF-EA562E2CCE22}"/>
              </a:ext>
            </a:extLst>
          </p:cNvPr>
          <p:cNvSpPr>
            <a:spLocks noGrp="1"/>
          </p:cNvSpPr>
          <p:nvPr>
            <p:ph sz="half" idx="2"/>
          </p:nvPr>
        </p:nvSpPr>
        <p:spPr>
          <a:xfrm>
            <a:off x="1679577" y="5010150"/>
            <a:ext cx="10315574" cy="73691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3DE37BE7-39F6-8133-07B2-EF23BA72049B}"/>
              </a:ext>
            </a:extLst>
          </p:cNvPr>
          <p:cNvSpPr>
            <a:spLocks noGrp="1"/>
          </p:cNvSpPr>
          <p:nvPr>
            <p:ph type="body" sz="quarter" idx="3"/>
          </p:nvPr>
        </p:nvSpPr>
        <p:spPr>
          <a:xfrm>
            <a:off x="12344400" y="3362326"/>
            <a:ext cx="1036637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196EDA8-4541-B22E-BE39-DDF8F3C2337C}"/>
              </a:ext>
            </a:extLst>
          </p:cNvPr>
          <p:cNvSpPr>
            <a:spLocks noGrp="1"/>
          </p:cNvSpPr>
          <p:nvPr>
            <p:ph sz="quarter" idx="4"/>
          </p:nvPr>
        </p:nvSpPr>
        <p:spPr>
          <a:xfrm>
            <a:off x="12344400" y="5010150"/>
            <a:ext cx="10366376" cy="73691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603AE385-AFFD-1BE6-49B7-DB5D07AED626}"/>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8" name="Marcador de pie de página 7">
            <a:extLst>
              <a:ext uri="{FF2B5EF4-FFF2-40B4-BE49-F238E27FC236}">
                <a16:creationId xmlns:a16="http://schemas.microsoft.com/office/drawing/2014/main" id="{BF00EAF5-7B42-8553-32DA-053F358B467E}"/>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FF45F341-2978-E634-BB5E-0981432DA081}"/>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3598406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C30C94-DB8A-5086-8F8E-0CC57BB993EF}"/>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21EE7250-0842-9436-1097-8E9E7203A987}"/>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4" name="Marcador de pie de página 3">
            <a:extLst>
              <a:ext uri="{FF2B5EF4-FFF2-40B4-BE49-F238E27FC236}">
                <a16:creationId xmlns:a16="http://schemas.microsoft.com/office/drawing/2014/main" id="{C20B7BB6-5BFF-B1B0-392B-FD1CC7ED3895}"/>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AC205400-A096-F7DE-84AA-5050544826B9}"/>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3475770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82F426E-5A9A-95EA-7509-9C0EF51646AE}"/>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3" name="Marcador de pie de página 2">
            <a:extLst>
              <a:ext uri="{FF2B5EF4-FFF2-40B4-BE49-F238E27FC236}">
                <a16:creationId xmlns:a16="http://schemas.microsoft.com/office/drawing/2014/main" id="{0E7EDBB3-EE1F-9C9B-BBE7-A0C5DC1ECDCA}"/>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7A7A5765-35DC-109C-BFEC-C3DDA3F787FF}"/>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3173681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632BD7-031A-ABAB-64CA-38DBFA1D2A49}"/>
              </a:ext>
            </a:extLst>
          </p:cNvPr>
          <p:cNvSpPr>
            <a:spLocks noGrp="1"/>
          </p:cNvSpPr>
          <p:nvPr>
            <p:ph type="title"/>
          </p:nvPr>
        </p:nvSpPr>
        <p:spPr>
          <a:xfrm>
            <a:off x="1679577" y="914400"/>
            <a:ext cx="7864474" cy="3200400"/>
          </a:xfrm>
        </p:spPr>
        <p:txBody>
          <a:bodyPr anchor="b"/>
          <a:lstStyle>
            <a:lvl1pPr>
              <a:defRPr sz="64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396F7B0F-5133-1D97-CFFB-759637F2927F}"/>
              </a:ext>
            </a:extLst>
          </p:cNvPr>
          <p:cNvSpPr>
            <a:spLocks noGrp="1"/>
          </p:cNvSpPr>
          <p:nvPr>
            <p:ph idx="1"/>
          </p:nvPr>
        </p:nvSpPr>
        <p:spPr>
          <a:xfrm>
            <a:off x="10366376" y="1974851"/>
            <a:ext cx="12344400"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683BA785-4ED9-49A7-8C3A-EA5F43FBA208}"/>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6946648-EF33-FAC7-A054-8FAC8BBCBFE8}"/>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6" name="Marcador de pie de página 5">
            <a:extLst>
              <a:ext uri="{FF2B5EF4-FFF2-40B4-BE49-F238E27FC236}">
                <a16:creationId xmlns:a16="http://schemas.microsoft.com/office/drawing/2014/main" id="{22C85DC5-DBB8-DA7B-BC5C-393F3866504E}"/>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A675B3C-3EE0-5636-B300-8BE7ECE6EF82}"/>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1093386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782DE1-8B9D-960F-21A8-39DFD4219180}"/>
              </a:ext>
            </a:extLst>
          </p:cNvPr>
          <p:cNvSpPr>
            <a:spLocks noGrp="1"/>
          </p:cNvSpPr>
          <p:nvPr>
            <p:ph type="title"/>
          </p:nvPr>
        </p:nvSpPr>
        <p:spPr>
          <a:xfrm>
            <a:off x="1679577" y="914400"/>
            <a:ext cx="7864474" cy="3200400"/>
          </a:xfrm>
        </p:spPr>
        <p:txBody>
          <a:bodyPr anchor="b"/>
          <a:lstStyle>
            <a:lvl1pPr>
              <a:defRPr sz="64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37B24A09-3A7D-BA31-00E9-728C52D73200}"/>
              </a:ext>
            </a:extLst>
          </p:cNvPr>
          <p:cNvSpPr>
            <a:spLocks noGrp="1"/>
          </p:cNvSpPr>
          <p:nvPr>
            <p:ph type="pic" idx="1"/>
          </p:nvPr>
        </p:nvSpPr>
        <p:spPr>
          <a:xfrm>
            <a:off x="10366376" y="1974851"/>
            <a:ext cx="12344400" cy="9747250"/>
          </a:xfr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s-ES"/>
          </a:p>
        </p:txBody>
      </p:sp>
      <p:sp>
        <p:nvSpPr>
          <p:cNvPr id="4" name="Marcador de texto 3">
            <a:extLst>
              <a:ext uri="{FF2B5EF4-FFF2-40B4-BE49-F238E27FC236}">
                <a16:creationId xmlns:a16="http://schemas.microsoft.com/office/drawing/2014/main" id="{6FF81D9E-96AE-2B14-E370-6060147946E8}"/>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3F47C3D-4FA2-4552-0935-EB90CFFB0798}"/>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6" name="Marcador de pie de página 5">
            <a:extLst>
              <a:ext uri="{FF2B5EF4-FFF2-40B4-BE49-F238E27FC236}">
                <a16:creationId xmlns:a16="http://schemas.microsoft.com/office/drawing/2014/main" id="{07DB6473-FFF0-21B0-36B5-7D3E107665B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E418334-25BE-1249-DF4C-A34F602937D9}"/>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1220613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4EC87D-CA14-279F-A348-519B349A4807}"/>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0C8BF72E-3499-C81C-1666-7BA66F43F60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39C6C2C-5067-138D-6CE9-8B2043D2F62D}"/>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5" name="Marcador de pie de página 4">
            <a:extLst>
              <a:ext uri="{FF2B5EF4-FFF2-40B4-BE49-F238E27FC236}">
                <a16:creationId xmlns:a16="http://schemas.microsoft.com/office/drawing/2014/main" id="{776E197F-5317-C263-CEC7-C4AB9F215D9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A81506B-B262-D3CE-3E85-B1E3CB997308}"/>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3293684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95A7659-633E-54D0-C93D-4F5A348ED089}"/>
              </a:ext>
            </a:extLst>
          </p:cNvPr>
          <p:cNvSpPr>
            <a:spLocks noGrp="1"/>
          </p:cNvSpPr>
          <p:nvPr>
            <p:ph type="title" orient="vert"/>
          </p:nvPr>
        </p:nvSpPr>
        <p:spPr>
          <a:xfrm>
            <a:off x="17449800" y="730250"/>
            <a:ext cx="5257800" cy="11623676"/>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98C15AA8-B6E5-FA2D-6135-53CDEE2D4C06}"/>
              </a:ext>
            </a:extLst>
          </p:cNvPr>
          <p:cNvSpPr>
            <a:spLocks noGrp="1"/>
          </p:cNvSpPr>
          <p:nvPr>
            <p:ph type="body" orient="vert" idx="1"/>
          </p:nvPr>
        </p:nvSpPr>
        <p:spPr>
          <a:xfrm>
            <a:off x="1676400" y="730250"/>
            <a:ext cx="15468600" cy="11623676"/>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3C9619B-5F37-2E18-3E84-6CF52E023EF4}"/>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5" name="Marcador de pie de página 4">
            <a:extLst>
              <a:ext uri="{FF2B5EF4-FFF2-40B4-BE49-F238E27FC236}">
                <a16:creationId xmlns:a16="http://schemas.microsoft.com/office/drawing/2014/main" id="{41137DFD-1BD4-43AF-511B-772D28415EF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A35D935-5960-CF2A-7ACD-AC2E7AC2C3FE}"/>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33374953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1">
    <p:spTree>
      <p:nvGrpSpPr>
        <p:cNvPr id="1" name=""/>
        <p:cNvGrpSpPr/>
        <p:nvPr/>
      </p:nvGrpSpPr>
      <p:grpSpPr>
        <a:xfrm>
          <a:off x="0" y="0"/>
          <a:ext cx="0" cy="0"/>
          <a:chOff x="0" y="0"/>
          <a:chExt cx="0" cy="0"/>
        </a:xfrm>
      </p:grpSpPr>
      <p:sp>
        <p:nvSpPr>
          <p:cNvPr id="11" name="Image"/>
          <p:cNvSpPr>
            <a:spLocks noGrp="1"/>
          </p:cNvSpPr>
          <p:nvPr>
            <p:ph type="pic" idx="13"/>
          </p:nvPr>
        </p:nvSpPr>
        <p:spPr>
          <a:xfrm>
            <a:off x="-31725" y="-17873"/>
            <a:ext cx="24447276" cy="13751593"/>
          </a:xfrm>
          <a:prstGeom prst="rect">
            <a:avLst/>
          </a:prstGeom>
          <a:pattFill prst="pct10">
            <a:fgClr>
              <a:schemeClr val="accent6"/>
            </a:fgClr>
            <a:bgClr>
              <a:schemeClr val="accent1">
                <a:lumMod val="60000"/>
                <a:lumOff val="40000"/>
              </a:schemeClr>
            </a:bgClr>
          </a:pattFill>
        </p:spPr>
        <p:txBody>
          <a:bodyPr lIns="91439" tIns="45719" rIns="91439" bIns="45719" anchor="t">
            <a:noAutofit/>
          </a:bodyPr>
          <a:lstStyle/>
          <a:p>
            <a:endParaRPr/>
          </a:p>
        </p:txBody>
      </p:sp>
      <p:sp>
        <p:nvSpPr>
          <p:cNvPr id="12"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pic>
        <p:nvPicPr>
          <p:cNvPr id="3" name="Imagen 2">
            <a:extLst>
              <a:ext uri="{FF2B5EF4-FFF2-40B4-BE49-F238E27FC236}">
                <a16:creationId xmlns:a16="http://schemas.microsoft.com/office/drawing/2014/main" id="{08B4977D-2AAA-AE34-25DC-DABDC7F947A4}"/>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1983130" y="1030"/>
            <a:ext cx="1800000" cy="2011097"/>
          </a:xfrm>
          <a:prstGeom prst="rect">
            <a:avLst/>
          </a:prstGeom>
        </p:spPr>
      </p:pic>
    </p:spTree>
    <p:extLst>
      <p:ext uri="{BB962C8B-B14F-4D97-AF65-F5344CB8AC3E}">
        <p14:creationId xmlns:p14="http://schemas.microsoft.com/office/powerpoint/2010/main" val="289808398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MS 2">
    <p:spTree>
      <p:nvGrpSpPr>
        <p:cNvPr id="1" name=""/>
        <p:cNvGrpSpPr/>
        <p:nvPr/>
      </p:nvGrpSpPr>
      <p:grpSpPr>
        <a:xfrm>
          <a:off x="0" y="0"/>
          <a:ext cx="0" cy="0"/>
          <a:chOff x="0" y="0"/>
          <a:chExt cx="0" cy="0"/>
        </a:xfrm>
      </p:grpSpPr>
      <p:sp>
        <p:nvSpPr>
          <p:cNvPr id="273" name="Slide Number"/>
          <p:cNvSpPr txBox="1">
            <a:spLocks noGrp="1"/>
          </p:cNvSpPr>
          <p:nvPr>
            <p:ph type="sldNum" sz="quarter" idx="2"/>
          </p:nvPr>
        </p:nvSpPr>
        <p:spPr>
          <a:xfrm>
            <a:off x="1260802" y="12416549"/>
            <a:ext cx="501254" cy="558801"/>
          </a:xfrm>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207945898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31">
    <p:spTree>
      <p:nvGrpSpPr>
        <p:cNvPr id="1" name=""/>
        <p:cNvGrpSpPr/>
        <p:nvPr/>
      </p:nvGrpSpPr>
      <p:grpSpPr>
        <a:xfrm>
          <a:off x="0" y="0"/>
          <a:ext cx="0" cy="0"/>
          <a:chOff x="0" y="0"/>
          <a:chExt cx="0" cy="0"/>
        </a:xfrm>
      </p:grpSpPr>
      <p:sp>
        <p:nvSpPr>
          <p:cNvPr id="3" name="Rectangle">
            <a:extLst>
              <a:ext uri="{FF2B5EF4-FFF2-40B4-BE49-F238E27FC236}">
                <a16:creationId xmlns:a16="http://schemas.microsoft.com/office/drawing/2014/main" id="{8C0003CE-4280-E2C6-0CD7-236E8D5328A5}"/>
              </a:ext>
            </a:extLst>
          </p:cNvPr>
          <p:cNvSpPr/>
          <p:nvPr userDrawn="1"/>
        </p:nvSpPr>
        <p:spPr>
          <a:xfrm>
            <a:off x="-1" y="0"/>
            <a:ext cx="24384001" cy="13716001"/>
          </a:xfrm>
          <a:prstGeom prst="rect">
            <a:avLst/>
          </a:prstGeom>
          <a:solidFill>
            <a:srgbClr val="00B0F6"/>
          </a:solidFill>
          <a:ln w="12700">
            <a:miter lim="400000"/>
          </a:ln>
        </p:spPr>
        <p:txBody>
          <a:bodyPr lIns="0" tIns="0" rIns="0" bIns="0" anchor="t"/>
          <a:lstStyle/>
          <a:p>
            <a:pPr algn="ctr">
              <a:lnSpc>
                <a:spcPct val="100000"/>
              </a:lnSpc>
              <a:defRPr sz="3200">
                <a:solidFill>
                  <a:srgbClr val="FFFFFF"/>
                </a:solidFill>
              </a:defRPr>
            </a:pPr>
            <a:endParaRPr dirty="0"/>
          </a:p>
        </p:txBody>
      </p:sp>
      <p:sp>
        <p:nvSpPr>
          <p:cNvPr id="244" name="Slide Number"/>
          <p:cNvSpPr txBox="1">
            <a:spLocks noGrp="1"/>
          </p:cNvSpPr>
          <p:nvPr>
            <p:ph type="sldNum" sz="quarter" idx="2"/>
          </p:nvPr>
        </p:nvSpPr>
        <p:spPr>
          <a:xfrm>
            <a:off x="1010175" y="12416549"/>
            <a:ext cx="501254" cy="558801"/>
          </a:xfrm>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83296899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MS 4">
    <p:spTree>
      <p:nvGrpSpPr>
        <p:cNvPr id="1" name=""/>
        <p:cNvGrpSpPr/>
        <p:nvPr/>
      </p:nvGrpSpPr>
      <p:grpSpPr>
        <a:xfrm>
          <a:off x="0" y="0"/>
          <a:ext cx="0" cy="0"/>
          <a:chOff x="0" y="0"/>
          <a:chExt cx="0" cy="0"/>
        </a:xfrm>
      </p:grpSpPr>
      <p:sp>
        <p:nvSpPr>
          <p:cNvPr id="284" name="Slide Number"/>
          <p:cNvSpPr txBox="1">
            <a:spLocks noGrp="1"/>
          </p:cNvSpPr>
          <p:nvPr>
            <p:ph type="sldNum" sz="quarter" idx="2"/>
          </p:nvPr>
        </p:nvSpPr>
        <p:spPr>
          <a:xfrm>
            <a:off x="1232425" y="12416549"/>
            <a:ext cx="501254" cy="558801"/>
          </a:xfrm>
          <a:prstGeom prst="rect">
            <a:avLst/>
          </a:prstGeom>
        </p:spPr>
        <p:txBody>
          <a:bodyPr/>
          <a:lstStyle/>
          <a:p>
            <a:fld id="{86CB4B4D-7CA3-9044-876B-883B54F8677D}" type="slidenum">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MS 5">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B3FBF1-CD5E-4F3C-B466-0B18514BDF0C}"/>
              </a:ext>
            </a:extLst>
          </p:cNvPr>
          <p:cNvSpPr txBox="1">
            <a:spLocks noGrp="1"/>
          </p:cNvSpPr>
          <p:nvPr>
            <p:ph type="sldNum" sz="quarter" idx="2"/>
          </p:nvPr>
        </p:nvSpPr>
        <p:spPr>
          <a:xfrm>
            <a:off x="1260802" y="12399397"/>
            <a:ext cx="501254" cy="558801"/>
          </a:xfrm>
          <a:prstGeom prst="rect">
            <a:avLst/>
          </a:prstGeom>
        </p:spPr>
        <p:txBody>
          <a:bodyPr/>
          <a:lstStyle/>
          <a:p>
            <a:fld id="{86CB4B4D-7CA3-9044-876B-883B54F8677D}" type="slidenum">
              <a:t>‹Nº›</a:t>
            </a:fld>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MS 6">
    <p:spTree>
      <p:nvGrpSpPr>
        <p:cNvPr id="1" name=""/>
        <p:cNvGrpSpPr/>
        <p:nvPr/>
      </p:nvGrpSpPr>
      <p:grpSpPr>
        <a:xfrm>
          <a:off x="0" y="0"/>
          <a:ext cx="0" cy="0"/>
          <a:chOff x="0" y="0"/>
          <a:chExt cx="0" cy="0"/>
        </a:xfrm>
      </p:grpSpPr>
      <p:sp>
        <p:nvSpPr>
          <p:cNvPr id="304" name="Slide Number"/>
          <p:cNvSpPr txBox="1">
            <a:spLocks noGrp="1"/>
          </p:cNvSpPr>
          <p:nvPr>
            <p:ph type="sldNum" sz="quarter" idx="2"/>
          </p:nvPr>
        </p:nvSpPr>
        <p:spPr>
          <a:xfrm>
            <a:off x="1260802" y="12416549"/>
            <a:ext cx="501254" cy="558801"/>
          </a:xfrm>
          <a:prstGeom prst="rect">
            <a:avLst/>
          </a:prstGeom>
        </p:spPr>
        <p:txBody>
          <a:bodyPr/>
          <a:lstStyle/>
          <a:p>
            <a:fld id="{86CB4B4D-7CA3-9044-876B-883B54F8677D}" type="slidenum">
              <a:t>‹Nº›</a:t>
            </a:fld>
            <a:endParaRPr/>
          </a:p>
        </p:txBody>
      </p:sp>
      <p:sp>
        <p:nvSpPr>
          <p:cNvPr id="305" name="CONTACT">
            <a:hlinkClick r:id="" action="ppaction://noaction"/>
          </p:cNvPr>
          <p:cNvSpPr txBox="1">
            <a:spLocks noGrp="1"/>
          </p:cNvSpPr>
          <p:nvPr>
            <p:ph type="body" sz="quarter" idx="13"/>
          </p:nvPr>
        </p:nvSpPr>
        <p:spPr>
          <a:xfrm>
            <a:off x="18457825" y="976391"/>
            <a:ext cx="1201015" cy="292101"/>
          </a:xfrm>
          <a:prstGeom prst="rect">
            <a:avLst/>
          </a:prstGeom>
        </p:spPr>
        <p:txBody>
          <a:bodyPr>
            <a:spAutoFit/>
          </a:bodyPr>
          <a:lstStyle>
            <a:lvl1pPr marL="0" indent="0" algn="ctr">
              <a:lnSpc>
                <a:spcPct val="90000"/>
              </a:lnSpc>
              <a:spcBef>
                <a:spcPts val="0"/>
              </a:spcBef>
              <a:buSzTx/>
              <a:buNone/>
              <a:defRPr sz="1200" spc="300">
                <a:latin typeface="Lato Bold"/>
                <a:ea typeface="Lato Bold"/>
                <a:cs typeface="Lato Bold"/>
                <a:sym typeface="Lato Bold"/>
              </a:defRPr>
            </a:lvl1pPr>
          </a:lstStyle>
          <a:p>
            <a:r>
              <a:t>CONTACT</a:t>
            </a:r>
          </a:p>
        </p:txBody>
      </p:sp>
      <p:sp>
        <p:nvSpPr>
          <p:cNvPr id="306" name="SERVICE">
            <a:hlinkClick r:id="" action="ppaction://noaction"/>
          </p:cNvPr>
          <p:cNvSpPr txBox="1">
            <a:spLocks noGrp="1"/>
          </p:cNvSpPr>
          <p:nvPr>
            <p:ph type="body" sz="quarter" idx="14"/>
          </p:nvPr>
        </p:nvSpPr>
        <p:spPr>
          <a:xfrm>
            <a:off x="16933362" y="976391"/>
            <a:ext cx="1201014" cy="292101"/>
          </a:xfrm>
          <a:prstGeom prst="rect">
            <a:avLst/>
          </a:prstGeom>
        </p:spPr>
        <p:txBody>
          <a:bodyPr>
            <a:spAutoFit/>
          </a:bodyPr>
          <a:lstStyle>
            <a:lvl1pPr marL="0" indent="0" algn="ctr">
              <a:lnSpc>
                <a:spcPct val="90000"/>
              </a:lnSpc>
              <a:spcBef>
                <a:spcPts val="0"/>
              </a:spcBef>
              <a:buSzTx/>
              <a:buNone/>
              <a:defRPr sz="1200" spc="300">
                <a:latin typeface="Lato Bold"/>
                <a:ea typeface="Lato Bold"/>
                <a:cs typeface="Lato Bold"/>
                <a:sym typeface="Lato Bold"/>
              </a:defRPr>
            </a:lvl1pPr>
          </a:lstStyle>
          <a:p>
            <a:r>
              <a:t>SERVICE</a:t>
            </a:r>
          </a:p>
        </p:txBody>
      </p:sp>
      <p:sp>
        <p:nvSpPr>
          <p:cNvPr id="307" name="TEAM">
            <a:hlinkClick r:id="" action="ppaction://noaction"/>
          </p:cNvPr>
          <p:cNvSpPr txBox="1">
            <a:spLocks noGrp="1"/>
          </p:cNvSpPr>
          <p:nvPr>
            <p:ph type="body" sz="quarter" idx="15"/>
          </p:nvPr>
        </p:nvSpPr>
        <p:spPr>
          <a:xfrm>
            <a:off x="15408896" y="976391"/>
            <a:ext cx="1201015" cy="292101"/>
          </a:xfrm>
          <a:prstGeom prst="rect">
            <a:avLst/>
          </a:prstGeom>
        </p:spPr>
        <p:txBody>
          <a:bodyPr>
            <a:spAutoFit/>
          </a:bodyPr>
          <a:lstStyle>
            <a:lvl1pPr marL="0" indent="0" algn="ctr">
              <a:lnSpc>
                <a:spcPct val="90000"/>
              </a:lnSpc>
              <a:spcBef>
                <a:spcPts val="0"/>
              </a:spcBef>
              <a:buSzTx/>
              <a:buNone/>
              <a:defRPr sz="1200" spc="300">
                <a:latin typeface="Lato Bold"/>
                <a:ea typeface="Lato Bold"/>
                <a:cs typeface="Lato Bold"/>
                <a:sym typeface="Lato Bold"/>
              </a:defRPr>
            </a:lvl1pPr>
          </a:lstStyle>
          <a:p>
            <a:r>
              <a:t>TEAM</a:t>
            </a:r>
          </a:p>
        </p:txBody>
      </p:sp>
      <p:sp>
        <p:nvSpPr>
          <p:cNvPr id="308" name="ABOUT US">
            <a:hlinkClick r:id="" action="ppaction://noaction"/>
          </p:cNvPr>
          <p:cNvSpPr txBox="1">
            <a:spLocks noGrp="1"/>
          </p:cNvSpPr>
          <p:nvPr>
            <p:ph type="body" sz="quarter" idx="16"/>
          </p:nvPr>
        </p:nvSpPr>
        <p:spPr>
          <a:xfrm>
            <a:off x="13950961" y="976391"/>
            <a:ext cx="1201014" cy="292101"/>
          </a:xfrm>
          <a:prstGeom prst="rect">
            <a:avLst/>
          </a:prstGeom>
        </p:spPr>
        <p:txBody>
          <a:bodyPr>
            <a:spAutoFit/>
          </a:bodyPr>
          <a:lstStyle>
            <a:lvl1pPr marL="0" indent="0" algn="ctr">
              <a:lnSpc>
                <a:spcPct val="90000"/>
              </a:lnSpc>
              <a:spcBef>
                <a:spcPts val="0"/>
              </a:spcBef>
              <a:buSzTx/>
              <a:buNone/>
              <a:defRPr sz="1200" spc="300">
                <a:latin typeface="Lato Bold"/>
                <a:ea typeface="Lato Bold"/>
                <a:cs typeface="Lato Bold"/>
                <a:sym typeface="Lato Bold"/>
              </a:defRPr>
            </a:lvl1pPr>
          </a:lstStyle>
          <a:p>
            <a:r>
              <a:t>ABOUT US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MS 7">
    <p:spTree>
      <p:nvGrpSpPr>
        <p:cNvPr id="1" name=""/>
        <p:cNvGrpSpPr/>
        <p:nvPr/>
      </p:nvGrpSpPr>
      <p:grpSpPr>
        <a:xfrm>
          <a:off x="0" y="0"/>
          <a:ext cx="0" cy="0"/>
          <a:chOff x="0" y="0"/>
          <a:chExt cx="0" cy="0"/>
        </a:xfrm>
      </p:grpSpPr>
      <p:sp>
        <p:nvSpPr>
          <p:cNvPr id="318" name="Slide Number"/>
          <p:cNvSpPr txBox="1">
            <a:spLocks noGrp="1"/>
          </p:cNvSpPr>
          <p:nvPr>
            <p:ph type="sldNum" sz="quarter" idx="2"/>
          </p:nvPr>
        </p:nvSpPr>
        <p:spPr>
          <a:xfrm>
            <a:off x="1232425" y="12416549"/>
            <a:ext cx="501254" cy="558801"/>
          </a:xfrm>
          <a:prstGeom prst="rect">
            <a:avLst/>
          </a:prstGeom>
        </p:spPr>
        <p:txBody>
          <a:bodyPr/>
          <a:lstStyle/>
          <a:p>
            <a:fld id="{86CB4B4D-7CA3-9044-876B-883B54F8677D}" type="slidenum">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MS 8">
    <p:spTree>
      <p:nvGrpSpPr>
        <p:cNvPr id="1" name=""/>
        <p:cNvGrpSpPr/>
        <p:nvPr/>
      </p:nvGrpSpPr>
      <p:grpSpPr>
        <a:xfrm>
          <a:off x="0" y="0"/>
          <a:ext cx="0" cy="0"/>
          <a:chOff x="0" y="0"/>
          <a:chExt cx="0" cy="0"/>
        </a:xfrm>
      </p:grpSpPr>
      <p:sp>
        <p:nvSpPr>
          <p:cNvPr id="329" name="Slide Number"/>
          <p:cNvSpPr txBox="1">
            <a:spLocks noGrp="1"/>
          </p:cNvSpPr>
          <p:nvPr>
            <p:ph type="sldNum" sz="quarter" idx="2"/>
          </p:nvPr>
        </p:nvSpPr>
        <p:spPr>
          <a:xfrm>
            <a:off x="1260802" y="12416549"/>
            <a:ext cx="501254" cy="558801"/>
          </a:xfrm>
          <a:prstGeom prst="rect">
            <a:avLst/>
          </a:prstGeom>
        </p:spPr>
        <p:txBody>
          <a:bodyPr/>
          <a:lstStyle/>
          <a:p>
            <a:fld id="{86CB4B4D-7CA3-9044-876B-883B54F8677D}" type="slidenum">
              <a:t>‹Nº›</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9E082AC-3E74-7792-24F5-3912BD4250F0}"/>
              </a:ext>
            </a:extLst>
          </p:cNvPr>
          <p:cNvSpPr>
            <a:spLocks noGrp="1"/>
          </p:cNvSpPr>
          <p:nvPr>
            <p:ph type="title"/>
          </p:nvPr>
        </p:nvSpPr>
        <p:spPr>
          <a:xfrm>
            <a:off x="1676400" y="730251"/>
            <a:ext cx="21031200" cy="2651126"/>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79ED581-920D-1BF9-17CF-2A757A292F97}"/>
              </a:ext>
            </a:extLst>
          </p:cNvPr>
          <p:cNvSpPr>
            <a:spLocks noGrp="1"/>
          </p:cNvSpPr>
          <p:nvPr>
            <p:ph type="body" idx="1"/>
          </p:nvPr>
        </p:nvSpPr>
        <p:spPr>
          <a:xfrm>
            <a:off x="1676400" y="3651250"/>
            <a:ext cx="21031200" cy="870267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5400013-B98F-B2D8-2D83-4A259DBCE766}"/>
              </a:ext>
            </a:extLst>
          </p:cNvPr>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1D0ACFAC-9CCC-4A42-B210-50396F280E79}" type="datetimeFigureOut">
              <a:rPr lang="es-ES" smtClean="0"/>
              <a:t>16/11/2024</a:t>
            </a:fld>
            <a:endParaRPr lang="es-ES"/>
          </a:p>
        </p:txBody>
      </p:sp>
      <p:sp>
        <p:nvSpPr>
          <p:cNvPr id="5" name="Marcador de pie de página 4">
            <a:extLst>
              <a:ext uri="{FF2B5EF4-FFF2-40B4-BE49-F238E27FC236}">
                <a16:creationId xmlns:a16="http://schemas.microsoft.com/office/drawing/2014/main" id="{8EC2B3CE-F2C5-607D-1A7C-43ABC224579D}"/>
              </a:ext>
            </a:extLst>
          </p:cNvPr>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6ADC79AD-F459-ABD5-7E98-288A6F8638B6}"/>
              </a:ext>
            </a:extLst>
          </p:cNvPr>
          <p:cNvSpPr>
            <a:spLocks noGrp="1"/>
          </p:cNvSpPr>
          <p:nvPr>
            <p:ph type="sldNum" sz="quarter" idx="4"/>
          </p:nvPr>
        </p:nvSpPr>
        <p:spPr>
          <a:xfrm>
            <a:off x="17221200" y="12712701"/>
            <a:ext cx="5486400" cy="730250"/>
          </a:xfrm>
          <a:prstGeom prst="rect">
            <a:avLst/>
          </a:prstGeom>
        </p:spPr>
        <p:txBody>
          <a:bodyPr vert="horz" lIns="91440" tIns="45720" rIns="91440" bIns="45720" rtlCol="0" anchor="ctr"/>
          <a:lstStyle>
            <a:lvl1pPr algn="r">
              <a:defRPr sz="2400">
                <a:solidFill>
                  <a:schemeClr val="tx1">
                    <a:tint val="82000"/>
                  </a:schemeClr>
                </a:solidFill>
              </a:defRPr>
            </a:lvl1pPr>
          </a:lstStyle>
          <a:p>
            <a:fld id="{86CB4B4D-7CA3-9044-876B-883B54F8677D}" type="slidenum">
              <a:rPr lang="es-ES" smtClean="0"/>
              <a:t>‹Nº›</a:t>
            </a:fld>
            <a:endParaRPr lang="es-ES"/>
          </a:p>
        </p:txBody>
      </p:sp>
      <p:pic>
        <p:nvPicPr>
          <p:cNvPr id="7" name="Imagen 6">
            <a:extLst>
              <a:ext uri="{FF2B5EF4-FFF2-40B4-BE49-F238E27FC236}">
                <a16:creationId xmlns:a16="http://schemas.microsoft.com/office/drawing/2014/main" id="{E7C0AA1B-40B3-0CDB-EE11-F83818EAEF90}"/>
              </a:ext>
            </a:extLst>
          </p:cNvPr>
          <p:cNvPicPr>
            <a:picLocks noChangeAspect="1"/>
          </p:cNvPicPr>
          <p:nvPr userDrawn="1"/>
        </p:nvPicPr>
        <p:blipFill>
          <a:blip r:embed="rId21" cstate="print">
            <a:extLst>
              <a:ext uri="{28A0092B-C50C-407E-A947-70E740481C1C}">
                <a14:useLocalDpi xmlns:a14="http://schemas.microsoft.com/office/drawing/2010/main" val="0"/>
              </a:ext>
            </a:extLst>
          </a:blip>
          <a:srcRect/>
          <a:stretch/>
        </p:blipFill>
        <p:spPr>
          <a:xfrm>
            <a:off x="21997197" y="1033"/>
            <a:ext cx="1800000" cy="2011097"/>
          </a:xfrm>
          <a:prstGeom prst="rect">
            <a:avLst/>
          </a:prstGeom>
        </p:spPr>
      </p:pic>
    </p:spTree>
    <p:extLst>
      <p:ext uri="{BB962C8B-B14F-4D97-AF65-F5344CB8AC3E}">
        <p14:creationId xmlns:p14="http://schemas.microsoft.com/office/powerpoint/2010/main" val="758938726"/>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678" r:id="rId15"/>
    <p:sldLayoutId id="2147483679" r:id="rId16"/>
    <p:sldLayoutId id="2147483680" r:id="rId17"/>
    <p:sldLayoutId id="2147483681" r:id="rId18"/>
    <p:sldLayoutId id="2147483682" r:id="rId19"/>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s-E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3" Type="http://schemas.openxmlformats.org/officeDocument/2006/relationships/hyperlink" Target="https://es.wikipedia.org/wiki/Malware" TargetMode="External"/><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3.jpg"/><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hyperlink" Target="https://es.wikipedia.org/wiki/Virus_inform%C3%A1tico#cite_note-1" TargetMode="External"/><Relationship Id="rId7" Type="http://schemas.openxmlformats.org/officeDocument/2006/relationships/hyperlink" Target="https://es.wikipedia.org/wiki/Datos"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hyperlink" Target="https://es.wikipedia.org/wiki/C%C3%B3digo_objeto" TargetMode="External"/><Relationship Id="rId5" Type="http://schemas.openxmlformats.org/officeDocument/2006/relationships/hyperlink" Target="https://es.wikipedia.org/wiki/Ejecutable" TargetMode="External"/><Relationship Id="rId4" Type="http://schemas.openxmlformats.org/officeDocument/2006/relationships/hyperlink" Target="https://es.wikipedia.org/wiki/Software" TargetMode="External"/><Relationship Id="rId9"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3.jp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image" Target="../media/image12.png"/><Relationship Id="rId7"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15.jp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3.jp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3.jpeg"/></Relationships>
</file>

<file path=ppt/slides/_rels/slide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24.jpeg"/></Relationships>
</file>

<file path=ppt/slides/_rels/slide2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5.jp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3.jp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3.jpg"/></Relationships>
</file>

<file path=ppt/slides/_rels/slide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1.png"/><Relationship Id="rId1" Type="http://schemas.openxmlformats.org/officeDocument/2006/relationships/slideLayout" Target="../slideLayouts/slideLayout13.xml"/><Relationship Id="rId4" Type="http://schemas.openxmlformats.org/officeDocument/2006/relationships/image" Target="../media/image3.jpg"/></Relationships>
</file>

<file path=ppt/slides/_rels/slide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hyperlink" Target="https://www.osi.es/es/actualidad/blog/2021/02/05/suplantacion-de-identidad-y-secuestro-de-cuentas-como-actuar" TargetMode="External"/><Relationship Id="rId1" Type="http://schemas.openxmlformats.org/officeDocument/2006/relationships/slideLayout" Target="../slideLayouts/slideLayout13.xml"/><Relationship Id="rId4" Type="http://schemas.openxmlformats.org/officeDocument/2006/relationships/image" Target="../media/image3.jpg"/></Relationships>
</file>

<file path=ppt/slides/_rels/slide3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34.jp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hyperlink" Target="https://administracionelectronica.gob.es/pae_Home/pae_Actualidad/pae_Noticias/Anio2022/Noviembre/Noticia-2022-11-04-Informe-Panorama-Amenazas-ciberseguridad-2022.html#.ZDvje_ZBxD8" TargetMode="External"/><Relationship Id="rId2" Type="http://schemas.openxmlformats.org/officeDocument/2006/relationships/image" Target="../media/image35.jpg"/><Relationship Id="rId1" Type="http://schemas.openxmlformats.org/officeDocument/2006/relationships/slideLayout" Target="../slideLayouts/slideLayout13.xml"/><Relationship Id="rId4" Type="http://schemas.openxmlformats.org/officeDocument/2006/relationships/image" Target="../media/image3.jpg"/></Relationships>
</file>

<file path=ppt/slides/_rels/slide3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hyperlink" Target="https://cybermap.kaspersky.com/" TargetMode="External"/><Relationship Id="rId2" Type="http://schemas.openxmlformats.org/officeDocument/2006/relationships/image" Target="../media/image40.png"/><Relationship Id="rId1" Type="http://schemas.openxmlformats.org/officeDocument/2006/relationships/slideLayout" Target="../slideLayouts/slideLayout13.xml"/><Relationship Id="rId4" Type="http://schemas.openxmlformats.org/officeDocument/2006/relationships/image" Target="../media/image3.jpg"/></Relationships>
</file>

<file path=ppt/slides/_rels/slide4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Google Shape;135;p8" descr="Cómo protegerse de los virus, piratas informáticos y demás ataques? |  Tecnología - ComputerHoy.com">
            <a:extLst>
              <a:ext uri="{FF2B5EF4-FFF2-40B4-BE49-F238E27FC236}">
                <a16:creationId xmlns:a16="http://schemas.microsoft.com/office/drawing/2014/main" id="{3A387F75-C8A0-B96F-5701-A37BC92859C6}"/>
              </a:ext>
            </a:extLst>
          </p:cNvPr>
          <p:cNvPicPr preferRelativeResize="0"/>
          <p:nvPr/>
        </p:nvPicPr>
        <p:blipFill rotWithShape="1">
          <a:blip r:embed="rId3">
            <a:alphaModFix/>
          </a:blip>
          <a:srcRect/>
          <a:stretch/>
        </p:blipFill>
        <p:spPr>
          <a:xfrm>
            <a:off x="0" y="0"/>
            <a:ext cx="24384000" cy="13726003"/>
          </a:xfrm>
          <a:prstGeom prst="rect">
            <a:avLst/>
          </a:prstGeom>
          <a:noFill/>
          <a:ln>
            <a:noFill/>
          </a:ln>
        </p:spPr>
      </p:pic>
      <p:sp>
        <p:nvSpPr>
          <p:cNvPr id="351" name="Créatif."/>
          <p:cNvSpPr txBox="1"/>
          <p:nvPr/>
        </p:nvSpPr>
        <p:spPr>
          <a:xfrm>
            <a:off x="5196405" y="5448062"/>
            <a:ext cx="13550582" cy="2790957"/>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spAutoFit/>
          </a:bodyPr>
          <a:lstStyle>
            <a:lvl1pPr>
              <a:lnSpc>
                <a:spcPct val="70000"/>
              </a:lnSpc>
              <a:defRPr sz="17700" spc="-531">
                <a:solidFill>
                  <a:schemeClr val="accent6">
                    <a:hueOff val="-400000"/>
                    <a:satOff val="49285"/>
                    <a:lumOff val="5294"/>
                  </a:schemeClr>
                </a:solidFill>
                <a:latin typeface="+mj-lt"/>
                <a:ea typeface="+mj-ea"/>
                <a:cs typeface="+mj-cs"/>
                <a:sym typeface="Open Sans Bold"/>
              </a:defRPr>
            </a:lvl1pPr>
          </a:lstStyle>
          <a:p>
            <a:pPr algn="ctr"/>
            <a:r>
              <a:rPr lang="es-ES" sz="12000" dirty="0">
                <a:solidFill>
                  <a:schemeClr val="tx1"/>
                </a:solidFill>
              </a:rPr>
              <a:t>TALLER DE CIBERSEGURIDAD:</a:t>
            </a:r>
          </a:p>
        </p:txBody>
      </p:sp>
      <p:sp>
        <p:nvSpPr>
          <p:cNvPr id="5" name="© 2020 Créatif,…">
            <a:extLst>
              <a:ext uri="{FF2B5EF4-FFF2-40B4-BE49-F238E27FC236}">
                <a16:creationId xmlns:a16="http://schemas.microsoft.com/office/drawing/2014/main" id="{66B8E8E2-D4ED-8514-F760-9B91E7FE1C27}"/>
              </a:ext>
            </a:extLst>
          </p:cNvPr>
          <p:cNvSpPr txBox="1"/>
          <p:nvPr/>
        </p:nvSpPr>
        <p:spPr>
          <a:xfrm>
            <a:off x="2772808" y="7539877"/>
            <a:ext cx="14810653" cy="9335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t">
            <a:spAutoFit/>
          </a:bodyPr>
          <a:lstStyle/>
          <a:p>
            <a:pPr>
              <a:lnSpc>
                <a:spcPct val="100000"/>
              </a:lnSpc>
              <a:defRPr>
                <a:solidFill>
                  <a:schemeClr val="accent5">
                    <a:hueOff val="68066"/>
                    <a:satOff val="54029"/>
                    <a:lumOff val="16274"/>
                  </a:schemeClr>
                </a:solidFill>
              </a:defRPr>
            </a:pPr>
            <a:endParaRPr sz="54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Welcome Slide">
            <a:extLst>
              <a:ext uri="{FF2B5EF4-FFF2-40B4-BE49-F238E27FC236}">
                <a16:creationId xmlns:a16="http://schemas.microsoft.com/office/drawing/2014/main" id="{07E4E141-ADD2-6BE1-1B42-24436F5D8AA8}"/>
              </a:ext>
            </a:extLst>
          </p:cNvPr>
          <p:cNvSpPr txBox="1"/>
          <p:nvPr/>
        </p:nvSpPr>
        <p:spPr>
          <a:xfrm>
            <a:off x="5219700" y="11867611"/>
            <a:ext cx="13944600" cy="149829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b">
            <a:spAutoFit/>
          </a:bodyPr>
          <a:lstStyle>
            <a:defPPr>
              <a:defRPr lang="es-ES"/>
            </a:defPPr>
            <a:lvl1pPr algn="ctr">
              <a:lnSpc>
                <a:spcPct val="70000"/>
              </a:lnSpc>
              <a:defRPr sz="12000" spc="-531">
                <a:latin typeface="+mj-lt"/>
                <a:ea typeface="+mj-ea"/>
                <a:cs typeface="+mj-cs"/>
              </a:defRPr>
            </a:lvl1pPr>
          </a:lstStyle>
          <a:p>
            <a:r>
              <a:rPr lang="es-ES" dirty="0"/>
              <a:t>Alberto Ruiz Rodríguez</a:t>
            </a:r>
            <a:endParaRPr dirty="0"/>
          </a:p>
        </p:txBody>
      </p:sp>
    </p:spTree>
    <p:extLst>
      <p:ext uri="{BB962C8B-B14F-4D97-AF65-F5344CB8AC3E}">
        <p14:creationId xmlns:p14="http://schemas.microsoft.com/office/powerpoint/2010/main" val="139563449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Google Shape;135;p8" descr="Cómo protegerse de los virus, piratas informáticos y demás ataques? |  Tecnología - ComputerHoy.com">
            <a:extLst>
              <a:ext uri="{FF2B5EF4-FFF2-40B4-BE49-F238E27FC236}">
                <a16:creationId xmlns:a16="http://schemas.microsoft.com/office/drawing/2014/main" id="{08C1A82D-FB68-FB6A-5677-3E23660D15C7}"/>
              </a:ext>
            </a:extLst>
          </p:cNvPr>
          <p:cNvPicPr preferRelativeResize="0"/>
          <p:nvPr/>
        </p:nvPicPr>
        <p:blipFill rotWithShape="1">
          <a:blip r:embed="rId2">
            <a:alphaModFix/>
          </a:blip>
          <a:srcRect/>
          <a:stretch/>
        </p:blipFill>
        <p:spPr>
          <a:xfrm>
            <a:off x="0" y="0"/>
            <a:ext cx="24384000" cy="13726003"/>
          </a:xfrm>
          <a:prstGeom prst="rect">
            <a:avLst/>
          </a:prstGeom>
          <a:noFill/>
          <a:ln>
            <a:noFill/>
          </a:ln>
        </p:spPr>
      </p:pic>
      <p:graphicFrame>
        <p:nvGraphicFramePr>
          <p:cNvPr id="5" name="Título 1">
            <a:extLst>
              <a:ext uri="{FF2B5EF4-FFF2-40B4-BE49-F238E27FC236}">
                <a16:creationId xmlns:a16="http://schemas.microsoft.com/office/drawing/2014/main" id="{FEB75D8E-FAA1-DABD-8BA0-2960A9020B6E}"/>
              </a:ext>
            </a:extLst>
          </p:cNvPr>
          <p:cNvGraphicFramePr/>
          <p:nvPr>
            <p:extLst>
              <p:ext uri="{D42A27DB-BD31-4B8C-83A1-F6EECF244321}">
                <p14:modId xmlns:p14="http://schemas.microsoft.com/office/powerpoint/2010/main" val="413117531"/>
              </p:ext>
            </p:extLst>
          </p:nvPr>
        </p:nvGraphicFramePr>
        <p:xfrm>
          <a:off x="1433945" y="1808017"/>
          <a:ext cx="21696219" cy="99960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3321426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F666E30-6F0A-449A-BEC2-DF5912735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13716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E3C5560-7A9C-489F-9148-18C5E1D0F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13716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CuadroTexto 2">
            <a:extLst>
              <a:ext uri="{FF2B5EF4-FFF2-40B4-BE49-F238E27FC236}">
                <a16:creationId xmlns:a16="http://schemas.microsoft.com/office/drawing/2014/main" id="{F753E759-6EDE-24A3-8D5F-EE1ADDECE1AE}"/>
              </a:ext>
            </a:extLst>
          </p:cNvPr>
          <p:cNvSpPr txBox="1"/>
          <p:nvPr/>
        </p:nvSpPr>
        <p:spPr>
          <a:xfrm>
            <a:off x="3156086" y="1180124"/>
            <a:ext cx="10618280" cy="5677876"/>
          </a:xfrm>
          <a:prstGeom prst="rect">
            <a:avLst/>
          </a:prstGeom>
        </p:spPr>
        <p:style>
          <a:lnRef idx="0">
            <a:scrgbClr r="0" g="0" b="0"/>
          </a:lnRef>
          <a:fillRef idx="0">
            <a:scrgbClr r="0" g="0" b="0"/>
          </a:fillRef>
          <a:effectRef idx="0">
            <a:scrgbClr r="0" g="0" b="0"/>
          </a:effectRef>
          <a:fontRef idx="none"/>
        </p:style>
        <p:txBody>
          <a:bodyPr vert="horz" lIns="91440" tIns="45720" rIns="91440" bIns="45720" rtlCol="0" anchor="b">
            <a:normAutofit/>
          </a:bodyPr>
          <a:lstStyle/>
          <a:p>
            <a:pPr>
              <a:lnSpc>
                <a:spcPct val="90000"/>
              </a:lnSpc>
              <a:spcBef>
                <a:spcPct val="0"/>
              </a:spcBef>
              <a:spcAft>
                <a:spcPts val="600"/>
              </a:spcAft>
            </a:pPr>
            <a:r>
              <a:rPr lang="en-US" sz="9500" b="1" dirty="0">
                <a:solidFill>
                  <a:srgbClr val="FFFFFF"/>
                </a:solidFill>
                <a:latin typeface="+mj-lt"/>
                <a:ea typeface="+mj-ea"/>
                <a:cs typeface="+mj-cs"/>
              </a:rPr>
              <a:t>Segunda </a:t>
            </a:r>
            <a:r>
              <a:rPr lang="en-US" sz="9500" b="1" dirty="0" err="1">
                <a:solidFill>
                  <a:srgbClr val="FFFFFF"/>
                </a:solidFill>
                <a:latin typeface="+mj-lt"/>
                <a:ea typeface="+mj-ea"/>
                <a:cs typeface="+mj-cs"/>
              </a:rPr>
              <a:t>parte</a:t>
            </a:r>
            <a:r>
              <a:rPr lang="en-US" sz="9500" b="1" dirty="0">
                <a:solidFill>
                  <a:srgbClr val="FFFFFF"/>
                </a:solidFill>
                <a:latin typeface="+mj-lt"/>
                <a:ea typeface="+mj-ea"/>
                <a:cs typeface="+mj-cs"/>
              </a:rPr>
              <a:t>: </a:t>
            </a:r>
          </a:p>
          <a:p>
            <a:pPr>
              <a:lnSpc>
                <a:spcPct val="90000"/>
              </a:lnSpc>
              <a:spcBef>
                <a:spcPct val="0"/>
              </a:spcBef>
              <a:spcAft>
                <a:spcPts val="600"/>
              </a:spcAft>
            </a:pPr>
            <a:r>
              <a:rPr lang="en-US" sz="9500" b="1" dirty="0">
                <a:solidFill>
                  <a:srgbClr val="FFFFFF"/>
                </a:solidFill>
                <a:latin typeface="+mj-lt"/>
                <a:ea typeface="+mj-ea"/>
                <a:cs typeface="+mj-cs"/>
              </a:rPr>
              <a:t>Como </a:t>
            </a:r>
            <a:r>
              <a:rPr lang="en-US" sz="9500" b="1" dirty="0" err="1">
                <a:solidFill>
                  <a:srgbClr val="FFFFFF"/>
                </a:solidFill>
                <a:latin typeface="+mj-lt"/>
                <a:ea typeface="+mj-ea"/>
                <a:cs typeface="+mj-cs"/>
              </a:rPr>
              <a:t>actúan</a:t>
            </a:r>
            <a:r>
              <a:rPr lang="en-US" sz="9500" b="1" dirty="0">
                <a:solidFill>
                  <a:srgbClr val="FFFFFF"/>
                </a:solidFill>
                <a:latin typeface="+mj-lt"/>
                <a:ea typeface="+mj-ea"/>
                <a:cs typeface="+mj-cs"/>
              </a:rPr>
              <a:t> </a:t>
            </a:r>
            <a:r>
              <a:rPr lang="en-US" sz="9500" b="1" dirty="0" err="1">
                <a:solidFill>
                  <a:srgbClr val="FFFFFF"/>
                </a:solidFill>
                <a:latin typeface="+mj-lt"/>
                <a:ea typeface="+mj-ea"/>
                <a:cs typeface="+mj-cs"/>
              </a:rPr>
              <a:t>los</a:t>
            </a:r>
            <a:r>
              <a:rPr lang="en-US" sz="9500" b="1" dirty="0">
                <a:solidFill>
                  <a:srgbClr val="FFFFFF"/>
                </a:solidFill>
                <a:latin typeface="+mj-lt"/>
                <a:ea typeface="+mj-ea"/>
                <a:cs typeface="+mj-cs"/>
              </a:rPr>
              <a:t> </a:t>
            </a:r>
            <a:r>
              <a:rPr lang="en-US" sz="9500" b="1" dirty="0" err="1">
                <a:solidFill>
                  <a:srgbClr val="FFFFFF"/>
                </a:solidFill>
                <a:latin typeface="+mj-lt"/>
                <a:ea typeface="+mj-ea"/>
                <a:cs typeface="+mj-cs"/>
              </a:rPr>
              <a:t>ciberdelincuentes</a:t>
            </a:r>
            <a:r>
              <a:rPr lang="en-US" sz="9500" b="1" dirty="0">
                <a:solidFill>
                  <a:srgbClr val="FFFFFF"/>
                </a:solidFill>
                <a:latin typeface="+mj-lt"/>
                <a:ea typeface="+mj-ea"/>
                <a:cs typeface="+mj-cs"/>
              </a:rPr>
              <a:t>. </a:t>
            </a:r>
          </a:p>
        </p:txBody>
      </p:sp>
      <p:sp>
        <p:nvSpPr>
          <p:cNvPr id="20" name="!!plus graphic">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38472" y="3212822"/>
            <a:ext cx="278076" cy="278076"/>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22" name="!!dot graphic">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56028" y="3671410"/>
            <a:ext cx="182276" cy="182276"/>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24" name="!!circle graphic">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392" y="4120260"/>
            <a:ext cx="255426" cy="25542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26" name="!!Straight Connector">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02524" y="7010400"/>
            <a:ext cx="0" cy="67056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4" name="Google Shape;135;p8" descr="Cómo protegerse de los virus, piratas informáticos y demás ataques? |  Tecnología - ComputerHoy.com">
            <a:extLst>
              <a:ext uri="{FF2B5EF4-FFF2-40B4-BE49-F238E27FC236}">
                <a16:creationId xmlns:a16="http://schemas.microsoft.com/office/drawing/2014/main" id="{27E304D8-744E-DE01-701F-744B4619D523}"/>
              </a:ext>
            </a:extLst>
          </p:cNvPr>
          <p:cNvPicPr preferRelativeResize="0"/>
          <p:nvPr/>
        </p:nvPicPr>
        <p:blipFill rotWithShape="1">
          <a:blip r:embed="rId2"/>
          <a:srcRect l="17912" r="13007" b="-1"/>
          <a:stretch/>
        </p:blipFill>
        <p:spPr>
          <a:xfrm>
            <a:off x="13480716" y="3212822"/>
            <a:ext cx="10903284" cy="10503180"/>
          </a:xfrm>
          <a:custGeom>
            <a:avLst/>
            <a:gdLst/>
            <a:ahLst/>
            <a:cxnLst/>
            <a:rect l="l" t="t" r="r" b="b"/>
            <a:pathLst>
              <a:path w="5923214" h="5705857">
                <a:moveTo>
                  <a:pt x="3612238" y="0"/>
                </a:moveTo>
                <a:cubicBezTo>
                  <a:pt x="4485043" y="0"/>
                  <a:pt x="5285549" y="309553"/>
                  <a:pt x="5909957" y="824860"/>
                </a:cubicBezTo>
                <a:lnTo>
                  <a:pt x="5923214" y="836909"/>
                </a:lnTo>
                <a:lnTo>
                  <a:pt x="5923214" y="5705857"/>
                </a:lnTo>
                <a:lnTo>
                  <a:pt x="672237" y="5705857"/>
                </a:lnTo>
                <a:lnTo>
                  <a:pt x="616914" y="5631875"/>
                </a:lnTo>
                <a:cubicBezTo>
                  <a:pt x="227427" y="5055358"/>
                  <a:pt x="0" y="4360357"/>
                  <a:pt x="0" y="3612238"/>
                </a:cubicBezTo>
                <a:cubicBezTo>
                  <a:pt x="0" y="1617255"/>
                  <a:pt x="1617255" y="0"/>
                  <a:pt x="3612238" y="0"/>
                </a:cubicBezTo>
                <a:close/>
              </a:path>
            </a:pathLst>
          </a:custGeom>
          <a:noFill/>
        </p:spPr>
      </p:pic>
    </p:spTree>
    <p:extLst>
      <p:ext uri="{BB962C8B-B14F-4D97-AF65-F5344CB8AC3E}">
        <p14:creationId xmlns:p14="http://schemas.microsoft.com/office/powerpoint/2010/main" val="330233997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69A537B-6343-4E4C-8BD2-475DF778C3E8}"/>
              </a:ext>
            </a:extLst>
          </p:cNvPr>
          <p:cNvSpPr>
            <a:spLocks noGrp="1"/>
          </p:cNvSpPr>
          <p:nvPr>
            <p:ph type="title" idx="4294967295"/>
          </p:nvPr>
        </p:nvSpPr>
        <p:spPr>
          <a:xfrm>
            <a:off x="1280160" y="658368"/>
            <a:ext cx="13789152" cy="3566160"/>
          </a:xfrm>
        </p:spPr>
        <p:txBody>
          <a:bodyPr vert="horz" lIns="91440" tIns="45720" rIns="91440" bIns="45720" rtlCol="0" anchor="b">
            <a:normAutofit/>
          </a:bodyPr>
          <a:lstStyle/>
          <a:p>
            <a:pPr defTabSz="914400"/>
            <a:r>
              <a:rPr lang="en-US" sz="10800" b="1" dirty="0"/>
              <a:t>Virus </a:t>
            </a:r>
            <a:r>
              <a:rPr lang="en-US" sz="10800" b="1" dirty="0" err="1"/>
              <a:t>informáticos</a:t>
            </a:r>
            <a:r>
              <a:rPr lang="en-US" sz="10800" b="1" dirty="0"/>
              <a:t> y malware </a:t>
            </a:r>
            <a:r>
              <a:rPr lang="en-US" sz="10800" b="1" dirty="0" err="1"/>
              <a:t>en</a:t>
            </a:r>
            <a:r>
              <a:rPr lang="en-US" sz="10800" b="1" dirty="0"/>
              <a:t> general.</a:t>
            </a:r>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7904" y="4791456"/>
            <a:ext cx="8487178" cy="36576"/>
          </a:xfrm>
          <a:custGeom>
            <a:avLst/>
            <a:gdLst>
              <a:gd name="connsiteX0" fmla="*/ 0 w 8487178"/>
              <a:gd name="connsiteY0" fmla="*/ 0 h 36576"/>
              <a:gd name="connsiteX1" fmla="*/ 737732 w 8487178"/>
              <a:gd name="connsiteY1" fmla="*/ 0 h 36576"/>
              <a:gd name="connsiteX2" fmla="*/ 1560335 w 8487178"/>
              <a:gd name="connsiteY2" fmla="*/ 0 h 36576"/>
              <a:gd name="connsiteX3" fmla="*/ 1958580 w 8487178"/>
              <a:gd name="connsiteY3" fmla="*/ 0 h 36576"/>
              <a:gd name="connsiteX4" fmla="*/ 2526568 w 8487178"/>
              <a:gd name="connsiteY4" fmla="*/ 0 h 36576"/>
              <a:gd name="connsiteX5" fmla="*/ 2924812 w 8487178"/>
              <a:gd name="connsiteY5" fmla="*/ 0 h 36576"/>
              <a:gd name="connsiteX6" fmla="*/ 3577672 w 8487178"/>
              <a:gd name="connsiteY6" fmla="*/ 0 h 36576"/>
              <a:gd name="connsiteX7" fmla="*/ 4145660 w 8487178"/>
              <a:gd name="connsiteY7" fmla="*/ 0 h 36576"/>
              <a:gd name="connsiteX8" fmla="*/ 4883392 w 8487178"/>
              <a:gd name="connsiteY8" fmla="*/ 0 h 36576"/>
              <a:gd name="connsiteX9" fmla="*/ 5705995 w 8487178"/>
              <a:gd name="connsiteY9" fmla="*/ 0 h 36576"/>
              <a:gd name="connsiteX10" fmla="*/ 6358855 w 8487178"/>
              <a:gd name="connsiteY10" fmla="*/ 0 h 36576"/>
              <a:gd name="connsiteX11" fmla="*/ 7181458 w 8487178"/>
              <a:gd name="connsiteY11" fmla="*/ 0 h 36576"/>
              <a:gd name="connsiteX12" fmla="*/ 7834318 w 8487178"/>
              <a:gd name="connsiteY12" fmla="*/ 0 h 36576"/>
              <a:gd name="connsiteX13" fmla="*/ 8487178 w 8487178"/>
              <a:gd name="connsiteY13" fmla="*/ 0 h 36576"/>
              <a:gd name="connsiteX14" fmla="*/ 8487178 w 8487178"/>
              <a:gd name="connsiteY14" fmla="*/ 36576 h 36576"/>
              <a:gd name="connsiteX15" fmla="*/ 7834318 w 8487178"/>
              <a:gd name="connsiteY15" fmla="*/ 36576 h 36576"/>
              <a:gd name="connsiteX16" fmla="*/ 7351202 w 8487178"/>
              <a:gd name="connsiteY16" fmla="*/ 36576 h 36576"/>
              <a:gd name="connsiteX17" fmla="*/ 6952957 w 8487178"/>
              <a:gd name="connsiteY17" fmla="*/ 36576 h 36576"/>
              <a:gd name="connsiteX18" fmla="*/ 6384969 w 8487178"/>
              <a:gd name="connsiteY18" fmla="*/ 36576 h 36576"/>
              <a:gd name="connsiteX19" fmla="*/ 5732109 w 8487178"/>
              <a:gd name="connsiteY19" fmla="*/ 36576 h 36576"/>
              <a:gd name="connsiteX20" fmla="*/ 5164121 w 8487178"/>
              <a:gd name="connsiteY20" fmla="*/ 36576 h 36576"/>
              <a:gd name="connsiteX21" fmla="*/ 4681005 w 8487178"/>
              <a:gd name="connsiteY21" fmla="*/ 36576 h 36576"/>
              <a:gd name="connsiteX22" fmla="*/ 3858402 w 8487178"/>
              <a:gd name="connsiteY22" fmla="*/ 36576 h 36576"/>
              <a:gd name="connsiteX23" fmla="*/ 3205542 w 8487178"/>
              <a:gd name="connsiteY23" fmla="*/ 36576 h 36576"/>
              <a:gd name="connsiteX24" fmla="*/ 2467810 w 8487178"/>
              <a:gd name="connsiteY24" fmla="*/ 36576 h 36576"/>
              <a:gd name="connsiteX25" fmla="*/ 2069566 w 8487178"/>
              <a:gd name="connsiteY25" fmla="*/ 36576 h 36576"/>
              <a:gd name="connsiteX26" fmla="*/ 1586449 w 8487178"/>
              <a:gd name="connsiteY26" fmla="*/ 36576 h 36576"/>
              <a:gd name="connsiteX27" fmla="*/ 933590 w 8487178"/>
              <a:gd name="connsiteY27" fmla="*/ 36576 h 36576"/>
              <a:gd name="connsiteX28" fmla="*/ 0 w 8487178"/>
              <a:gd name="connsiteY28" fmla="*/ 36576 h 36576"/>
              <a:gd name="connsiteX29" fmla="*/ 0 w 8487178"/>
              <a:gd name="connsiteY29"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87178" h="36576" fill="none" extrusionOk="0">
                <a:moveTo>
                  <a:pt x="0" y="0"/>
                </a:moveTo>
                <a:cubicBezTo>
                  <a:pt x="158648" y="-23080"/>
                  <a:pt x="414015" y="33691"/>
                  <a:pt x="737732" y="0"/>
                </a:cubicBezTo>
                <a:cubicBezTo>
                  <a:pt x="1061449" y="-33691"/>
                  <a:pt x="1348785" y="-6923"/>
                  <a:pt x="1560335" y="0"/>
                </a:cubicBezTo>
                <a:cubicBezTo>
                  <a:pt x="1771885" y="6923"/>
                  <a:pt x="1874673" y="6083"/>
                  <a:pt x="1958580" y="0"/>
                </a:cubicBezTo>
                <a:cubicBezTo>
                  <a:pt x="2042488" y="-6083"/>
                  <a:pt x="2411773" y="5497"/>
                  <a:pt x="2526568" y="0"/>
                </a:cubicBezTo>
                <a:cubicBezTo>
                  <a:pt x="2641363" y="-5497"/>
                  <a:pt x="2769955" y="14545"/>
                  <a:pt x="2924812" y="0"/>
                </a:cubicBezTo>
                <a:cubicBezTo>
                  <a:pt x="3079669" y="-14545"/>
                  <a:pt x="3398796" y="-305"/>
                  <a:pt x="3577672" y="0"/>
                </a:cubicBezTo>
                <a:cubicBezTo>
                  <a:pt x="3756548" y="305"/>
                  <a:pt x="4010524" y="-19439"/>
                  <a:pt x="4145660" y="0"/>
                </a:cubicBezTo>
                <a:cubicBezTo>
                  <a:pt x="4280796" y="19439"/>
                  <a:pt x="4519168" y="18856"/>
                  <a:pt x="4883392" y="0"/>
                </a:cubicBezTo>
                <a:cubicBezTo>
                  <a:pt x="5247616" y="-18856"/>
                  <a:pt x="5354959" y="-20344"/>
                  <a:pt x="5705995" y="0"/>
                </a:cubicBezTo>
                <a:cubicBezTo>
                  <a:pt x="6057031" y="20344"/>
                  <a:pt x="6165300" y="31467"/>
                  <a:pt x="6358855" y="0"/>
                </a:cubicBezTo>
                <a:cubicBezTo>
                  <a:pt x="6552410" y="-31467"/>
                  <a:pt x="6791945" y="-470"/>
                  <a:pt x="7181458" y="0"/>
                </a:cubicBezTo>
                <a:cubicBezTo>
                  <a:pt x="7570971" y="470"/>
                  <a:pt x="7589420" y="-27923"/>
                  <a:pt x="7834318" y="0"/>
                </a:cubicBezTo>
                <a:cubicBezTo>
                  <a:pt x="8079216" y="27923"/>
                  <a:pt x="8244660" y="-28188"/>
                  <a:pt x="8487178" y="0"/>
                </a:cubicBezTo>
                <a:cubicBezTo>
                  <a:pt x="8487756" y="9299"/>
                  <a:pt x="8487778" y="26774"/>
                  <a:pt x="8487178" y="36576"/>
                </a:cubicBezTo>
                <a:cubicBezTo>
                  <a:pt x="8193354" y="68129"/>
                  <a:pt x="8121938" y="60994"/>
                  <a:pt x="7834318" y="36576"/>
                </a:cubicBezTo>
                <a:cubicBezTo>
                  <a:pt x="7546698" y="12158"/>
                  <a:pt x="7507615" y="29628"/>
                  <a:pt x="7351202" y="36576"/>
                </a:cubicBezTo>
                <a:cubicBezTo>
                  <a:pt x="7194789" y="43524"/>
                  <a:pt x="7096566" y="31598"/>
                  <a:pt x="6952957" y="36576"/>
                </a:cubicBezTo>
                <a:cubicBezTo>
                  <a:pt x="6809349" y="41554"/>
                  <a:pt x="6510534" y="54733"/>
                  <a:pt x="6384969" y="36576"/>
                </a:cubicBezTo>
                <a:cubicBezTo>
                  <a:pt x="6259404" y="18419"/>
                  <a:pt x="5956387" y="64521"/>
                  <a:pt x="5732109" y="36576"/>
                </a:cubicBezTo>
                <a:cubicBezTo>
                  <a:pt x="5507831" y="8631"/>
                  <a:pt x="5425540" y="32239"/>
                  <a:pt x="5164121" y="36576"/>
                </a:cubicBezTo>
                <a:cubicBezTo>
                  <a:pt x="4902702" y="40913"/>
                  <a:pt x="4815733" y="45661"/>
                  <a:pt x="4681005" y="36576"/>
                </a:cubicBezTo>
                <a:cubicBezTo>
                  <a:pt x="4546277" y="27491"/>
                  <a:pt x="4111650" y="24454"/>
                  <a:pt x="3858402" y="36576"/>
                </a:cubicBezTo>
                <a:cubicBezTo>
                  <a:pt x="3605154" y="48698"/>
                  <a:pt x="3355682" y="45487"/>
                  <a:pt x="3205542" y="36576"/>
                </a:cubicBezTo>
                <a:cubicBezTo>
                  <a:pt x="3055402" y="27665"/>
                  <a:pt x="2716580" y="64954"/>
                  <a:pt x="2467810" y="36576"/>
                </a:cubicBezTo>
                <a:cubicBezTo>
                  <a:pt x="2219040" y="8198"/>
                  <a:pt x="2149690" y="30867"/>
                  <a:pt x="2069566" y="36576"/>
                </a:cubicBezTo>
                <a:cubicBezTo>
                  <a:pt x="1989442" y="42285"/>
                  <a:pt x="1703335" y="42806"/>
                  <a:pt x="1586449" y="36576"/>
                </a:cubicBezTo>
                <a:cubicBezTo>
                  <a:pt x="1469563" y="30346"/>
                  <a:pt x="1212036" y="34821"/>
                  <a:pt x="933590" y="36576"/>
                </a:cubicBezTo>
                <a:cubicBezTo>
                  <a:pt x="655144" y="38331"/>
                  <a:pt x="215255" y="74183"/>
                  <a:pt x="0" y="36576"/>
                </a:cubicBezTo>
                <a:cubicBezTo>
                  <a:pt x="-516" y="20544"/>
                  <a:pt x="1802" y="17140"/>
                  <a:pt x="0" y="0"/>
                </a:cubicBezTo>
                <a:close/>
              </a:path>
              <a:path w="8487178" h="36576" stroke="0" extrusionOk="0">
                <a:moveTo>
                  <a:pt x="0" y="0"/>
                </a:moveTo>
                <a:cubicBezTo>
                  <a:pt x="141875" y="16416"/>
                  <a:pt x="317987" y="-14018"/>
                  <a:pt x="483116" y="0"/>
                </a:cubicBezTo>
                <a:cubicBezTo>
                  <a:pt x="648245" y="14018"/>
                  <a:pt x="704570" y="5647"/>
                  <a:pt x="881361" y="0"/>
                </a:cubicBezTo>
                <a:cubicBezTo>
                  <a:pt x="1058153" y="-5647"/>
                  <a:pt x="1211393" y="2543"/>
                  <a:pt x="1364477" y="0"/>
                </a:cubicBezTo>
                <a:cubicBezTo>
                  <a:pt x="1517561" y="-2543"/>
                  <a:pt x="1713772" y="-6752"/>
                  <a:pt x="2017337" y="0"/>
                </a:cubicBezTo>
                <a:cubicBezTo>
                  <a:pt x="2320902" y="6752"/>
                  <a:pt x="2535852" y="27273"/>
                  <a:pt x="2755069" y="0"/>
                </a:cubicBezTo>
                <a:cubicBezTo>
                  <a:pt x="2974286" y="-27273"/>
                  <a:pt x="3322220" y="-6972"/>
                  <a:pt x="3577672" y="0"/>
                </a:cubicBezTo>
                <a:cubicBezTo>
                  <a:pt x="3833124" y="6972"/>
                  <a:pt x="4082700" y="-30587"/>
                  <a:pt x="4400275" y="0"/>
                </a:cubicBezTo>
                <a:cubicBezTo>
                  <a:pt x="4717850" y="30587"/>
                  <a:pt x="4848568" y="-17249"/>
                  <a:pt x="4968263" y="0"/>
                </a:cubicBezTo>
                <a:cubicBezTo>
                  <a:pt x="5087958" y="17249"/>
                  <a:pt x="5447087" y="18553"/>
                  <a:pt x="5705995" y="0"/>
                </a:cubicBezTo>
                <a:cubicBezTo>
                  <a:pt x="5964903" y="-18553"/>
                  <a:pt x="6211105" y="-17498"/>
                  <a:pt x="6358855" y="0"/>
                </a:cubicBezTo>
                <a:cubicBezTo>
                  <a:pt x="6506605" y="17498"/>
                  <a:pt x="6655586" y="-15953"/>
                  <a:pt x="6926843" y="0"/>
                </a:cubicBezTo>
                <a:cubicBezTo>
                  <a:pt x="7198100" y="15953"/>
                  <a:pt x="7439942" y="-28058"/>
                  <a:pt x="7664575" y="0"/>
                </a:cubicBezTo>
                <a:cubicBezTo>
                  <a:pt x="7889208" y="28058"/>
                  <a:pt x="8244819" y="-11603"/>
                  <a:pt x="8487178" y="0"/>
                </a:cubicBezTo>
                <a:cubicBezTo>
                  <a:pt x="8486954" y="11559"/>
                  <a:pt x="8486570" y="21146"/>
                  <a:pt x="8487178" y="36576"/>
                </a:cubicBezTo>
                <a:cubicBezTo>
                  <a:pt x="8363638" y="18444"/>
                  <a:pt x="8225194" y="49967"/>
                  <a:pt x="8004062" y="36576"/>
                </a:cubicBezTo>
                <a:cubicBezTo>
                  <a:pt x="7782930" y="23185"/>
                  <a:pt x="7442338" y="64256"/>
                  <a:pt x="7181458" y="36576"/>
                </a:cubicBezTo>
                <a:cubicBezTo>
                  <a:pt x="6920578" y="8896"/>
                  <a:pt x="6812793" y="31551"/>
                  <a:pt x="6698342" y="36576"/>
                </a:cubicBezTo>
                <a:cubicBezTo>
                  <a:pt x="6583891" y="41601"/>
                  <a:pt x="6260356" y="9334"/>
                  <a:pt x="5960610" y="36576"/>
                </a:cubicBezTo>
                <a:cubicBezTo>
                  <a:pt x="5660864" y="63818"/>
                  <a:pt x="5663756" y="35872"/>
                  <a:pt x="5562366" y="36576"/>
                </a:cubicBezTo>
                <a:cubicBezTo>
                  <a:pt x="5460976" y="37280"/>
                  <a:pt x="5069820" y="22312"/>
                  <a:pt x="4909506" y="36576"/>
                </a:cubicBezTo>
                <a:cubicBezTo>
                  <a:pt x="4749192" y="50840"/>
                  <a:pt x="4551078" y="46187"/>
                  <a:pt x="4426390" y="36576"/>
                </a:cubicBezTo>
                <a:cubicBezTo>
                  <a:pt x="4301702" y="26965"/>
                  <a:pt x="3916782" y="59932"/>
                  <a:pt x="3603786" y="36576"/>
                </a:cubicBezTo>
                <a:cubicBezTo>
                  <a:pt x="3290790" y="13220"/>
                  <a:pt x="3382822" y="52886"/>
                  <a:pt x="3205542" y="36576"/>
                </a:cubicBezTo>
                <a:cubicBezTo>
                  <a:pt x="3028262" y="20266"/>
                  <a:pt x="2723637" y="9596"/>
                  <a:pt x="2552682" y="36576"/>
                </a:cubicBezTo>
                <a:cubicBezTo>
                  <a:pt x="2381727" y="63556"/>
                  <a:pt x="2306903" y="19145"/>
                  <a:pt x="2154437" y="36576"/>
                </a:cubicBezTo>
                <a:cubicBezTo>
                  <a:pt x="2001972" y="54007"/>
                  <a:pt x="1880716" y="55934"/>
                  <a:pt x="1671321" y="36576"/>
                </a:cubicBezTo>
                <a:cubicBezTo>
                  <a:pt x="1461926" y="17218"/>
                  <a:pt x="1116754" y="69031"/>
                  <a:pt x="933590" y="36576"/>
                </a:cubicBezTo>
                <a:cubicBezTo>
                  <a:pt x="750426" y="4121"/>
                  <a:pt x="234904" y="7568"/>
                  <a:pt x="0" y="36576"/>
                </a:cubicBezTo>
                <a:cubicBezTo>
                  <a:pt x="-299" y="20797"/>
                  <a:pt x="-1602" y="1003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B08A1DC-8B45-41C0-A143-B9EC202F476D}"/>
              </a:ext>
            </a:extLst>
          </p:cNvPr>
          <p:cNvSpPr>
            <a:spLocks noGrp="1"/>
          </p:cNvSpPr>
          <p:nvPr>
            <p:ph idx="4294967295"/>
          </p:nvPr>
        </p:nvSpPr>
        <p:spPr>
          <a:xfrm>
            <a:off x="1280160" y="5413248"/>
            <a:ext cx="13789152" cy="6967728"/>
          </a:xfrm>
        </p:spPr>
        <p:style>
          <a:lnRef idx="1">
            <a:schemeClr val="accent4"/>
          </a:lnRef>
          <a:fillRef idx="2">
            <a:schemeClr val="accent4"/>
          </a:fillRef>
          <a:effectRef idx="1">
            <a:schemeClr val="accent4"/>
          </a:effectRef>
          <a:fontRef idx="minor">
            <a:schemeClr val="dk1"/>
          </a:fontRef>
        </p:style>
        <p:txBody>
          <a:bodyPr vert="horz" lIns="91440" tIns="45720" rIns="91440" bIns="45720" rtlCol="0">
            <a:normAutofit/>
          </a:bodyPr>
          <a:lstStyle/>
          <a:p>
            <a:pPr marL="1028700" indent="-228600" defTabSz="914400"/>
            <a:r>
              <a:rPr lang="en-US" sz="4400" dirty="0">
                <a:solidFill>
                  <a:schemeClr val="tx1"/>
                </a:solidFill>
              </a:rPr>
              <a:t>Formas de </a:t>
            </a:r>
            <a:r>
              <a:rPr lang="en-US" sz="4400" dirty="0" err="1">
                <a:solidFill>
                  <a:schemeClr val="tx1"/>
                </a:solidFill>
              </a:rPr>
              <a:t>actuar</a:t>
            </a:r>
            <a:r>
              <a:rPr lang="en-US" sz="4400" dirty="0">
                <a:solidFill>
                  <a:schemeClr val="tx1"/>
                </a:solidFill>
              </a:rPr>
              <a:t> y </a:t>
            </a:r>
            <a:r>
              <a:rPr lang="en-US" sz="4400" dirty="0" err="1">
                <a:solidFill>
                  <a:schemeClr val="tx1"/>
                </a:solidFill>
              </a:rPr>
              <a:t>técnicas</a:t>
            </a:r>
            <a:r>
              <a:rPr lang="en-US" sz="4400" dirty="0">
                <a:solidFill>
                  <a:schemeClr val="tx1"/>
                </a:solidFill>
              </a:rPr>
              <a:t> de </a:t>
            </a:r>
            <a:r>
              <a:rPr lang="en-US" sz="4400" dirty="0" err="1">
                <a:solidFill>
                  <a:schemeClr val="tx1"/>
                </a:solidFill>
              </a:rPr>
              <a:t>los</a:t>
            </a:r>
            <a:r>
              <a:rPr lang="en-US" sz="4400" dirty="0">
                <a:solidFill>
                  <a:schemeClr val="tx1"/>
                </a:solidFill>
              </a:rPr>
              <a:t> </a:t>
            </a:r>
            <a:r>
              <a:rPr lang="en-US" sz="4400" dirty="0" err="1">
                <a:solidFill>
                  <a:schemeClr val="tx1"/>
                </a:solidFill>
              </a:rPr>
              <a:t>ciberdelincuentes</a:t>
            </a:r>
            <a:r>
              <a:rPr lang="en-US" sz="4400" dirty="0">
                <a:solidFill>
                  <a:schemeClr val="tx1"/>
                </a:solidFill>
              </a:rPr>
              <a:t> </a:t>
            </a:r>
          </a:p>
          <a:p>
            <a:pPr marL="1028700" indent="-228600" defTabSz="914400"/>
            <a:r>
              <a:rPr lang="en-US" sz="4400" dirty="0">
                <a:solidFill>
                  <a:schemeClr val="tx1"/>
                </a:solidFill>
              </a:rPr>
              <a:t>Malware. </a:t>
            </a:r>
          </a:p>
          <a:p>
            <a:pPr marL="1028700" indent="-228600" defTabSz="914400"/>
            <a:r>
              <a:rPr lang="en-US" sz="4400" dirty="0" err="1">
                <a:solidFill>
                  <a:schemeClr val="tx1"/>
                </a:solidFill>
              </a:rPr>
              <a:t>Patrones</a:t>
            </a:r>
            <a:r>
              <a:rPr lang="en-US" sz="4400" dirty="0">
                <a:solidFill>
                  <a:schemeClr val="tx1"/>
                </a:solidFill>
              </a:rPr>
              <a:t> de </a:t>
            </a:r>
            <a:r>
              <a:rPr lang="en-US" sz="4400" dirty="0" err="1">
                <a:solidFill>
                  <a:schemeClr val="tx1"/>
                </a:solidFill>
              </a:rPr>
              <a:t>ataques</a:t>
            </a:r>
            <a:r>
              <a:rPr lang="en-US" sz="4400" dirty="0">
                <a:solidFill>
                  <a:schemeClr val="tx1"/>
                </a:solidFill>
              </a:rPr>
              <a:t>.</a:t>
            </a:r>
          </a:p>
          <a:p>
            <a:pPr indent="-228600" defTabSz="914400"/>
            <a:endParaRPr lang="en-US" sz="4400" dirty="0">
              <a:solidFill>
                <a:schemeClr val="tx1"/>
              </a:solidFill>
            </a:endParaRPr>
          </a:p>
          <a:p>
            <a:pPr indent="-228600" defTabSz="914400"/>
            <a:endParaRPr lang="en-US" sz="4400" dirty="0">
              <a:solidFill>
                <a:schemeClr val="tx1"/>
              </a:solidFill>
            </a:endParaRPr>
          </a:p>
          <a:p>
            <a:pPr indent="-228600" defTabSz="914400"/>
            <a:endParaRPr lang="en-US" sz="4400" dirty="0">
              <a:solidFill>
                <a:schemeClr val="tx1"/>
              </a:solidFill>
            </a:endParaRPr>
          </a:p>
        </p:txBody>
      </p:sp>
      <p:pic>
        <p:nvPicPr>
          <p:cNvPr id="4" name="Google Shape;135;p8" descr="Cómo protegerse de los virus, piratas informáticos y demás ataques? |  Tecnología - ComputerHoy.com">
            <a:extLst>
              <a:ext uri="{FF2B5EF4-FFF2-40B4-BE49-F238E27FC236}">
                <a16:creationId xmlns:a16="http://schemas.microsoft.com/office/drawing/2014/main" id="{366C8850-A7F1-4424-95E4-AC7E857958BF}"/>
              </a:ext>
            </a:extLst>
          </p:cNvPr>
          <p:cNvPicPr preferRelativeResize="0"/>
          <p:nvPr/>
        </p:nvPicPr>
        <p:blipFill rotWithShape="1">
          <a:blip r:embed="rId2"/>
          <a:stretch/>
        </p:blipFill>
        <p:spPr>
          <a:xfrm>
            <a:off x="15727680" y="1417057"/>
            <a:ext cx="8028432" cy="5342556"/>
          </a:xfrm>
          <a:prstGeom prst="rect">
            <a:avLst/>
          </a:prstGeom>
          <a:noFill/>
        </p:spPr>
      </p:pic>
      <p:pic>
        <p:nvPicPr>
          <p:cNvPr id="6" name="Imagen 5" descr="Imagen que contiene dibujo, fruta&#10;&#10;Descripción generada automáticamente">
            <a:extLst>
              <a:ext uri="{FF2B5EF4-FFF2-40B4-BE49-F238E27FC236}">
                <a16:creationId xmlns:a16="http://schemas.microsoft.com/office/drawing/2014/main" id="{CE5EDA96-BEA1-66BC-A6D2-925D7189C6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75497" y="8158386"/>
            <a:ext cx="6696221" cy="4352544"/>
          </a:xfrm>
          <a:prstGeom prst="rect">
            <a:avLst/>
          </a:prstGeom>
        </p:spPr>
      </p:pic>
    </p:spTree>
    <p:extLst>
      <p:ext uri="{BB962C8B-B14F-4D97-AF65-F5344CB8AC3E}">
        <p14:creationId xmlns:p14="http://schemas.microsoft.com/office/powerpoint/2010/main" val="310658025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39"/>
        <p:cNvGrpSpPr/>
        <p:nvPr/>
      </p:nvGrpSpPr>
      <p:grpSpPr>
        <a:xfrm>
          <a:off x="0" y="0"/>
          <a:ext cx="0" cy="0"/>
          <a:chOff x="0" y="0"/>
          <a:chExt cx="0" cy="0"/>
        </a:xfrm>
      </p:grpSpPr>
      <p:sp>
        <p:nvSpPr>
          <p:cNvPr id="140" name="Google Shape;140;p9"/>
          <p:cNvSpPr txBox="1">
            <a:spLocks noGrp="1"/>
          </p:cNvSpPr>
          <p:nvPr>
            <p:ph type="title" idx="4294967295"/>
          </p:nvPr>
        </p:nvSpPr>
        <p:spPr>
          <a:xfrm>
            <a:off x="0" y="1"/>
            <a:ext cx="24384000" cy="940568"/>
          </a:xfrm>
          <a:prstGeom prst="rect">
            <a:avLst/>
          </a:prstGeom>
          <a:noFill/>
          <a:ln>
            <a:noFill/>
          </a:ln>
        </p:spPr>
        <p:txBody>
          <a:bodyPr spcFirstLastPara="1" wrap="square" lIns="182850" tIns="91400" rIns="182850" bIns="91400" anchor="ctr" anchorCtr="0">
            <a:normAutofit fontScale="90000"/>
          </a:bodyPr>
          <a:lstStyle/>
          <a:p>
            <a:pPr>
              <a:lnSpc>
                <a:spcPct val="90000"/>
              </a:lnSpc>
              <a:spcBef>
                <a:spcPts val="0"/>
              </a:spcBef>
              <a:buClr>
                <a:schemeClr val="dk1"/>
              </a:buClr>
              <a:buSzPts val="3600"/>
            </a:pPr>
            <a:r>
              <a:rPr lang="es-ES" sz="7200" dirty="0"/>
              <a:t>1. </a:t>
            </a:r>
            <a:r>
              <a:rPr lang="es-ES" sz="5400" dirty="0"/>
              <a:t>Formas de actuar y técnicas de los ciberdelincuentes:</a:t>
            </a:r>
            <a:endParaRPr dirty="0"/>
          </a:p>
        </p:txBody>
      </p:sp>
      <p:sp>
        <p:nvSpPr>
          <p:cNvPr id="141" name="Google Shape;141;p9"/>
          <p:cNvSpPr txBox="1">
            <a:spLocks noGrp="1"/>
          </p:cNvSpPr>
          <p:nvPr>
            <p:ph idx="4294967295"/>
          </p:nvPr>
        </p:nvSpPr>
        <p:spPr>
          <a:xfrm>
            <a:off x="5769772" y="2870585"/>
            <a:ext cx="18295574" cy="1938992"/>
          </a:xfrm>
          <a:prstGeom prst="rect">
            <a:avLst/>
          </a:prstGeom>
          <a:solidFill>
            <a:schemeClr val="bg1">
              <a:lumMod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0" indent="0" hangingPunct="0">
              <a:lnSpc>
                <a:spcPct val="100000"/>
              </a:lnSpc>
              <a:spcBef>
                <a:spcPts val="0"/>
              </a:spcBef>
              <a:buSzTx/>
              <a:buNone/>
            </a:pPr>
            <a:r>
              <a:rPr lang="es-ES" sz="4000" b="1" dirty="0">
                <a:solidFill>
                  <a:schemeClr val="bg1"/>
                </a:solidFill>
                <a:latin typeface="Calibri"/>
                <a:ea typeface="Calibri"/>
                <a:cs typeface="Calibri"/>
                <a:sym typeface="Calibri"/>
              </a:rPr>
              <a:t>Convierten tu dispositivo en un </a:t>
            </a:r>
            <a:r>
              <a:rPr lang="es-ES" sz="4000" b="1" dirty="0" err="1">
                <a:solidFill>
                  <a:schemeClr val="bg1"/>
                </a:solidFill>
                <a:latin typeface="Calibri"/>
                <a:ea typeface="Calibri"/>
                <a:cs typeface="Calibri"/>
                <a:sym typeface="Calibri"/>
              </a:rPr>
              <a:t>bouncer</a:t>
            </a:r>
            <a:r>
              <a:rPr lang="es-ES" sz="4000" b="1" dirty="0">
                <a:solidFill>
                  <a:schemeClr val="bg1"/>
                </a:solidFill>
                <a:latin typeface="Calibri"/>
                <a:ea typeface="Calibri"/>
                <a:cs typeface="Calibri"/>
                <a:sym typeface="Calibri"/>
              </a:rPr>
              <a:t> o equipo </a:t>
            </a:r>
            <a:r>
              <a:rPr lang="es-ES" sz="4000" b="1" dirty="0" err="1">
                <a:solidFill>
                  <a:schemeClr val="bg1"/>
                </a:solidFill>
                <a:latin typeface="Calibri"/>
                <a:ea typeface="Calibri"/>
                <a:cs typeface="Calibri"/>
                <a:sym typeface="Calibri"/>
              </a:rPr>
              <a:t>zombie</a:t>
            </a:r>
            <a:r>
              <a:rPr lang="es-ES" sz="4000" b="1" dirty="0">
                <a:solidFill>
                  <a:schemeClr val="bg1"/>
                </a:solidFill>
                <a:latin typeface="Calibri"/>
                <a:ea typeface="Calibri"/>
                <a:cs typeface="Calibri"/>
                <a:sym typeface="Calibri"/>
              </a:rPr>
              <a:t>, controlándolo sin que te des cuenta y lo usan para atacar a otros o para minería de Bitcoin Para ello usan un troyano.</a:t>
            </a:r>
          </a:p>
        </p:txBody>
      </p:sp>
      <p:sp>
        <p:nvSpPr>
          <p:cNvPr id="142" name="Google Shape;142;p9"/>
          <p:cNvSpPr txBox="1"/>
          <p:nvPr/>
        </p:nvSpPr>
        <p:spPr>
          <a:xfrm>
            <a:off x="0" y="1235150"/>
            <a:ext cx="4411791" cy="1501869"/>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182850" tIns="91400" rIns="182850" bIns="91400" anchor="t" anchorCtr="0">
            <a:spAutoFit/>
          </a:bodyPr>
          <a:lstStyle/>
          <a:p>
            <a:pPr algn="ctr">
              <a:lnSpc>
                <a:spcPct val="107000"/>
              </a:lnSpc>
              <a:buClr>
                <a:srgbClr val="003245"/>
              </a:buClr>
              <a:buSzPts val="1000"/>
            </a:pPr>
            <a:r>
              <a:rPr lang="es-ES" sz="8000" b="1" dirty="0">
                <a:solidFill>
                  <a:schemeClr val="bg1"/>
                </a:solidFill>
                <a:latin typeface="Calibri"/>
                <a:ea typeface="Calibri"/>
                <a:cs typeface="Calibri"/>
                <a:sym typeface="Calibri"/>
              </a:rPr>
              <a:t>1 </a:t>
            </a:r>
            <a:r>
              <a:rPr lang="es-ES" sz="4000" b="1" dirty="0">
                <a:solidFill>
                  <a:schemeClr val="bg1"/>
                </a:solidFill>
                <a:latin typeface="Calibri"/>
                <a:ea typeface="Calibri"/>
                <a:cs typeface="Calibri"/>
                <a:sym typeface="Calibri"/>
              </a:rPr>
              <a:t>Anonimato:</a:t>
            </a:r>
            <a:endParaRPr sz="4000" dirty="0">
              <a:solidFill>
                <a:schemeClr val="bg1"/>
              </a:solidFill>
              <a:latin typeface="Calibri"/>
              <a:ea typeface="Calibri"/>
              <a:cs typeface="Calibri"/>
              <a:sym typeface="Calibri"/>
            </a:endParaRPr>
          </a:p>
        </p:txBody>
      </p:sp>
      <p:sp>
        <p:nvSpPr>
          <p:cNvPr id="7" name="Google Shape;142;p9">
            <a:extLst>
              <a:ext uri="{FF2B5EF4-FFF2-40B4-BE49-F238E27FC236}">
                <a16:creationId xmlns:a16="http://schemas.microsoft.com/office/drawing/2014/main" id="{40CD3B38-32F7-4DD3-B951-D269896B0CDF}"/>
              </a:ext>
            </a:extLst>
          </p:cNvPr>
          <p:cNvSpPr txBox="1"/>
          <p:nvPr/>
        </p:nvSpPr>
        <p:spPr>
          <a:xfrm>
            <a:off x="-72280" y="2957075"/>
            <a:ext cx="4484071" cy="2160511"/>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182850" tIns="91400" rIns="182850" bIns="91400" anchor="t" anchorCtr="0">
            <a:spAutoFit/>
          </a:bodyPr>
          <a:lstStyle/>
          <a:p>
            <a:pPr algn="ctr">
              <a:lnSpc>
                <a:spcPct val="107000"/>
              </a:lnSpc>
              <a:buClr>
                <a:srgbClr val="003245"/>
              </a:buClr>
              <a:buSzPts val="1000"/>
            </a:pPr>
            <a:r>
              <a:rPr lang="es-ES" sz="8000" b="1" dirty="0">
                <a:solidFill>
                  <a:schemeClr val="bg1"/>
                </a:solidFill>
                <a:latin typeface="Calibri"/>
                <a:ea typeface="Calibri"/>
                <a:cs typeface="Calibri"/>
                <a:sym typeface="Calibri"/>
              </a:rPr>
              <a:t>2 </a:t>
            </a:r>
            <a:r>
              <a:rPr lang="es-ES" sz="4000" b="1" dirty="0">
                <a:solidFill>
                  <a:schemeClr val="bg1"/>
                </a:solidFill>
                <a:latin typeface="Calibri"/>
                <a:ea typeface="Calibri"/>
                <a:cs typeface="Calibri"/>
                <a:sym typeface="Calibri"/>
              </a:rPr>
              <a:t>Controlan remotamente:</a:t>
            </a:r>
          </a:p>
        </p:txBody>
      </p:sp>
      <p:sp>
        <p:nvSpPr>
          <p:cNvPr id="8" name="Google Shape;142;p9">
            <a:extLst>
              <a:ext uri="{FF2B5EF4-FFF2-40B4-BE49-F238E27FC236}">
                <a16:creationId xmlns:a16="http://schemas.microsoft.com/office/drawing/2014/main" id="{D3EDA24F-BCB8-4903-A447-7F61A7FDED02}"/>
              </a:ext>
            </a:extLst>
          </p:cNvPr>
          <p:cNvSpPr txBox="1"/>
          <p:nvPr/>
        </p:nvSpPr>
        <p:spPr>
          <a:xfrm>
            <a:off x="-50921" y="5315353"/>
            <a:ext cx="4462712" cy="281915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182850" tIns="91400" rIns="182850" bIns="91400" anchor="t" anchorCtr="0">
            <a:spAutoFit/>
          </a:bodyPr>
          <a:lstStyle/>
          <a:p>
            <a:pPr algn="ctr">
              <a:lnSpc>
                <a:spcPct val="107000"/>
              </a:lnSpc>
              <a:buClr>
                <a:srgbClr val="003245"/>
              </a:buClr>
              <a:buSzPts val="1000"/>
            </a:pPr>
            <a:r>
              <a:rPr lang="es-ES" sz="8000" b="1" dirty="0">
                <a:solidFill>
                  <a:schemeClr val="bg1"/>
                </a:solidFill>
                <a:latin typeface="Calibri"/>
                <a:ea typeface="Calibri"/>
                <a:cs typeface="Calibri"/>
                <a:sym typeface="Calibri"/>
              </a:rPr>
              <a:t>3 </a:t>
            </a:r>
            <a:r>
              <a:rPr lang="es-ES" sz="4000" b="1" dirty="0">
                <a:solidFill>
                  <a:schemeClr val="bg1"/>
                </a:solidFill>
                <a:latin typeface="Calibri"/>
                <a:ea typeface="Calibri"/>
                <a:cs typeface="Calibri"/>
                <a:sym typeface="Calibri"/>
              </a:rPr>
              <a:t>Utilizan un </a:t>
            </a:r>
          </a:p>
          <a:p>
            <a:pPr algn="ctr">
              <a:lnSpc>
                <a:spcPct val="107000"/>
              </a:lnSpc>
              <a:buClr>
                <a:srgbClr val="003245"/>
              </a:buClr>
              <a:buSzPts val="1000"/>
            </a:pPr>
            <a:r>
              <a:rPr lang="es-ES" sz="4000" b="1" dirty="0">
                <a:solidFill>
                  <a:schemeClr val="bg1"/>
                </a:solidFill>
                <a:latin typeface="Calibri"/>
                <a:ea typeface="Calibri"/>
                <a:cs typeface="Calibri"/>
                <a:sym typeface="Calibri"/>
              </a:rPr>
              <a:t>proxy o una red VPN  :</a:t>
            </a:r>
          </a:p>
        </p:txBody>
      </p:sp>
      <p:sp>
        <p:nvSpPr>
          <p:cNvPr id="9" name="Google Shape;142;p9">
            <a:extLst>
              <a:ext uri="{FF2B5EF4-FFF2-40B4-BE49-F238E27FC236}">
                <a16:creationId xmlns:a16="http://schemas.microsoft.com/office/drawing/2014/main" id="{6260E80F-1184-4D65-BC83-7E371F01FEDF}"/>
              </a:ext>
            </a:extLst>
          </p:cNvPr>
          <p:cNvSpPr txBox="1"/>
          <p:nvPr/>
        </p:nvSpPr>
        <p:spPr>
          <a:xfrm>
            <a:off x="-72280" y="8374214"/>
            <a:ext cx="4526469" cy="20374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182850" tIns="91400" rIns="182850" bIns="91400" anchor="t" anchorCtr="0">
            <a:spAutoFit/>
          </a:bodyPr>
          <a:lstStyle/>
          <a:p>
            <a:pPr algn="ctr">
              <a:lnSpc>
                <a:spcPct val="107000"/>
              </a:lnSpc>
              <a:buClr>
                <a:srgbClr val="003245"/>
              </a:buClr>
              <a:buSzPts val="1000"/>
            </a:pPr>
            <a:r>
              <a:rPr lang="es-ES" sz="8000" b="1" dirty="0">
                <a:solidFill>
                  <a:schemeClr val="bg1"/>
                </a:solidFill>
                <a:latin typeface="Calibri"/>
                <a:ea typeface="Calibri"/>
                <a:cs typeface="Calibri"/>
                <a:sym typeface="Calibri"/>
              </a:rPr>
              <a:t>4</a:t>
            </a:r>
          </a:p>
          <a:p>
            <a:pPr algn="ctr">
              <a:lnSpc>
                <a:spcPct val="87000"/>
              </a:lnSpc>
              <a:buClr>
                <a:schemeClr val="lt1"/>
              </a:buClr>
              <a:buSzPts val="1700"/>
            </a:pPr>
            <a:r>
              <a:rPr lang="es-ES" sz="4000" b="1" dirty="0">
                <a:solidFill>
                  <a:schemeClr val="bg1"/>
                </a:solidFill>
                <a:latin typeface="Calibri"/>
                <a:ea typeface="Calibri"/>
                <a:cs typeface="Calibri"/>
                <a:sym typeface="Calibri"/>
              </a:rPr>
              <a:t>Uso de la </a:t>
            </a:r>
            <a:r>
              <a:rPr lang="es-ES" sz="4000" b="1" dirty="0" err="1">
                <a:solidFill>
                  <a:schemeClr val="bg1"/>
                </a:solidFill>
                <a:latin typeface="Calibri"/>
                <a:ea typeface="Calibri"/>
                <a:cs typeface="Calibri"/>
                <a:sym typeface="Calibri"/>
              </a:rPr>
              <a:t>deep</a:t>
            </a:r>
            <a:r>
              <a:rPr lang="es-ES" sz="4000" b="1" dirty="0">
                <a:solidFill>
                  <a:schemeClr val="bg1"/>
                </a:solidFill>
                <a:latin typeface="Calibri"/>
                <a:ea typeface="Calibri"/>
                <a:cs typeface="Calibri"/>
                <a:sym typeface="Calibri"/>
              </a:rPr>
              <a:t> web</a:t>
            </a:r>
            <a:endParaRPr sz="2800" dirty="0">
              <a:solidFill>
                <a:schemeClr val="bg1"/>
              </a:solidFill>
              <a:latin typeface="Calibri"/>
              <a:ea typeface="Calibri"/>
              <a:cs typeface="Calibri"/>
              <a:sym typeface="Calibri"/>
            </a:endParaRPr>
          </a:p>
        </p:txBody>
      </p:sp>
      <p:sp>
        <p:nvSpPr>
          <p:cNvPr id="2" name="CuadroTexto 1">
            <a:extLst>
              <a:ext uri="{FF2B5EF4-FFF2-40B4-BE49-F238E27FC236}">
                <a16:creationId xmlns:a16="http://schemas.microsoft.com/office/drawing/2014/main" id="{6C168FCD-FDFA-4AFA-A1F4-ACA130BF4537}"/>
              </a:ext>
            </a:extLst>
          </p:cNvPr>
          <p:cNvSpPr txBox="1"/>
          <p:nvPr/>
        </p:nvSpPr>
        <p:spPr>
          <a:xfrm>
            <a:off x="5769771" y="1649361"/>
            <a:ext cx="18614229" cy="707886"/>
          </a:xfrm>
          <a:prstGeom prst="rect">
            <a:avLst/>
          </a:prstGeom>
          <a:solidFill>
            <a:schemeClr val="bg1">
              <a:lumMod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s-ES" sz="4000" b="1" dirty="0">
                <a:solidFill>
                  <a:schemeClr val="bg1"/>
                </a:solidFill>
                <a:latin typeface="Calibri"/>
                <a:ea typeface="Calibri"/>
                <a:cs typeface="Calibri"/>
                <a:sym typeface="Calibri"/>
              </a:rPr>
              <a:t>Ocultan su identidad. Borran las huellas.</a:t>
            </a:r>
            <a:endParaRPr lang="es-ES" sz="4000" dirty="0">
              <a:solidFill>
                <a:schemeClr val="bg1"/>
              </a:solidFill>
            </a:endParaRPr>
          </a:p>
        </p:txBody>
      </p:sp>
      <p:sp>
        <p:nvSpPr>
          <p:cNvPr id="3" name="Flecha: hacia abajo 2">
            <a:extLst>
              <a:ext uri="{FF2B5EF4-FFF2-40B4-BE49-F238E27FC236}">
                <a16:creationId xmlns:a16="http://schemas.microsoft.com/office/drawing/2014/main" id="{2D7205AC-7226-4761-ADA1-0B14D72F0931}"/>
              </a:ext>
            </a:extLst>
          </p:cNvPr>
          <p:cNvSpPr/>
          <p:nvPr/>
        </p:nvSpPr>
        <p:spPr>
          <a:xfrm rot="16200000">
            <a:off x="4564293" y="1511088"/>
            <a:ext cx="804672" cy="1036768"/>
          </a:xfrm>
          <a:prstGeom prst="downArrow">
            <a:avLst/>
          </a:prstGeom>
          <a:solidFill>
            <a:srgbClr val="FF0000"/>
          </a:solidFill>
        </p:spPr>
        <p:style>
          <a:lnRef idx="2">
            <a:schemeClr val="accent2"/>
          </a:lnRef>
          <a:fillRef idx="1">
            <a:schemeClr val="lt1"/>
          </a:fillRef>
          <a:effectRef idx="0">
            <a:schemeClr val="accent2"/>
          </a:effectRef>
          <a:fontRef idx="minor">
            <a:schemeClr val="dk1"/>
          </a:fontRef>
        </p:style>
        <p:txBody>
          <a:bodyPr rtlCol="0" anchor="ctr"/>
          <a:lstStyle/>
          <a:p>
            <a:pPr algn="ctr"/>
            <a:endParaRPr lang="es-ES" sz="3600"/>
          </a:p>
        </p:txBody>
      </p:sp>
      <p:sp>
        <p:nvSpPr>
          <p:cNvPr id="13" name="CuadroTexto 12">
            <a:extLst>
              <a:ext uri="{FF2B5EF4-FFF2-40B4-BE49-F238E27FC236}">
                <a16:creationId xmlns:a16="http://schemas.microsoft.com/office/drawing/2014/main" id="{49B14A5C-E120-42D2-96FF-12BD1A0B5709}"/>
              </a:ext>
            </a:extLst>
          </p:cNvPr>
          <p:cNvSpPr txBox="1"/>
          <p:nvPr/>
        </p:nvSpPr>
        <p:spPr>
          <a:xfrm>
            <a:off x="5808279" y="5322915"/>
            <a:ext cx="18257067" cy="2554545"/>
          </a:xfrm>
          <a:prstGeom prst="rect">
            <a:avLst/>
          </a:prstGeom>
          <a:solidFill>
            <a:schemeClr val="bg1">
              <a:lumMod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4000" b="1">
                <a:solidFill>
                  <a:schemeClr val="accent6"/>
                </a:solidFill>
                <a:latin typeface="Calibri"/>
                <a:ea typeface="Calibri"/>
                <a:cs typeface="Calibri"/>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ES" dirty="0">
                <a:solidFill>
                  <a:schemeClr val="bg1"/>
                </a:solidFill>
                <a:sym typeface="Calibri"/>
              </a:rPr>
              <a:t>Para esconder la identidad del atacante. (</a:t>
            </a:r>
            <a:r>
              <a:rPr lang="es-ES" dirty="0">
                <a:solidFill>
                  <a:schemeClr val="bg1"/>
                </a:solidFill>
              </a:rPr>
              <a:t>Un proxy es un equipo informático que hace de intermediario entre las conexiones de un cliente y un servidor de destino, filtrando todos los paquetes entre ambos) O el uso de redes privadas virtuales o VPN. Que hacen difícil el rastreo</a:t>
            </a:r>
            <a:endParaRPr lang="es-ES" dirty="0">
              <a:solidFill>
                <a:schemeClr val="bg1"/>
              </a:solidFill>
              <a:sym typeface="Calibri"/>
            </a:endParaRPr>
          </a:p>
        </p:txBody>
      </p:sp>
      <p:sp>
        <p:nvSpPr>
          <p:cNvPr id="4" name="Flecha: hacia abajo 3">
            <a:extLst>
              <a:ext uri="{FF2B5EF4-FFF2-40B4-BE49-F238E27FC236}">
                <a16:creationId xmlns:a16="http://schemas.microsoft.com/office/drawing/2014/main" id="{7A188C6D-B07E-F08B-6515-190D873C1D30}"/>
              </a:ext>
            </a:extLst>
          </p:cNvPr>
          <p:cNvSpPr/>
          <p:nvPr/>
        </p:nvSpPr>
        <p:spPr>
          <a:xfrm rot="16200000">
            <a:off x="4598930" y="3269823"/>
            <a:ext cx="804672" cy="1036768"/>
          </a:xfrm>
          <a:prstGeom prst="downArrow">
            <a:avLst/>
          </a:prstGeom>
          <a:solidFill>
            <a:srgbClr val="FF0000"/>
          </a:solidFill>
        </p:spPr>
        <p:style>
          <a:lnRef idx="2">
            <a:schemeClr val="accent2"/>
          </a:lnRef>
          <a:fillRef idx="1">
            <a:schemeClr val="lt1"/>
          </a:fillRef>
          <a:effectRef idx="0">
            <a:schemeClr val="accent2"/>
          </a:effectRef>
          <a:fontRef idx="minor">
            <a:schemeClr val="dk1"/>
          </a:fontRef>
        </p:style>
        <p:txBody>
          <a:bodyPr rtlCol="0" anchor="ctr"/>
          <a:lstStyle/>
          <a:p>
            <a:pPr algn="ctr"/>
            <a:endParaRPr lang="es-ES" sz="3600"/>
          </a:p>
        </p:txBody>
      </p:sp>
      <p:sp>
        <p:nvSpPr>
          <p:cNvPr id="5" name="Flecha: hacia abajo 4">
            <a:extLst>
              <a:ext uri="{FF2B5EF4-FFF2-40B4-BE49-F238E27FC236}">
                <a16:creationId xmlns:a16="http://schemas.microsoft.com/office/drawing/2014/main" id="{1FEBA453-1961-8701-7E5B-909CF8D826A9}"/>
              </a:ext>
            </a:extLst>
          </p:cNvPr>
          <p:cNvSpPr/>
          <p:nvPr/>
        </p:nvSpPr>
        <p:spPr>
          <a:xfrm rot="16200000">
            <a:off x="4693758" y="6059222"/>
            <a:ext cx="804672" cy="1036768"/>
          </a:xfrm>
          <a:prstGeom prst="downArrow">
            <a:avLst/>
          </a:prstGeom>
          <a:solidFill>
            <a:srgbClr val="FF0000"/>
          </a:solidFill>
        </p:spPr>
        <p:style>
          <a:lnRef idx="2">
            <a:schemeClr val="accent2"/>
          </a:lnRef>
          <a:fillRef idx="1">
            <a:schemeClr val="lt1"/>
          </a:fillRef>
          <a:effectRef idx="0">
            <a:schemeClr val="accent2"/>
          </a:effectRef>
          <a:fontRef idx="minor">
            <a:schemeClr val="dk1"/>
          </a:fontRef>
        </p:style>
        <p:txBody>
          <a:bodyPr rtlCol="0" anchor="ctr"/>
          <a:lstStyle/>
          <a:p>
            <a:pPr algn="ctr"/>
            <a:endParaRPr lang="es-ES" sz="3600"/>
          </a:p>
        </p:txBody>
      </p:sp>
      <p:sp>
        <p:nvSpPr>
          <p:cNvPr id="6" name="Flecha: hacia abajo 5">
            <a:extLst>
              <a:ext uri="{FF2B5EF4-FFF2-40B4-BE49-F238E27FC236}">
                <a16:creationId xmlns:a16="http://schemas.microsoft.com/office/drawing/2014/main" id="{BAB7D775-5642-D2E4-5008-312A479ED774}"/>
              </a:ext>
            </a:extLst>
          </p:cNvPr>
          <p:cNvSpPr/>
          <p:nvPr/>
        </p:nvSpPr>
        <p:spPr>
          <a:xfrm rot="16200000">
            <a:off x="4631639" y="8830358"/>
            <a:ext cx="804672" cy="1036768"/>
          </a:xfrm>
          <a:prstGeom prst="downArrow">
            <a:avLst/>
          </a:prstGeom>
          <a:solidFill>
            <a:srgbClr val="FF0000"/>
          </a:solidFill>
        </p:spPr>
        <p:style>
          <a:lnRef idx="2">
            <a:schemeClr val="accent2"/>
          </a:lnRef>
          <a:fillRef idx="1">
            <a:schemeClr val="lt1"/>
          </a:fillRef>
          <a:effectRef idx="0">
            <a:schemeClr val="accent2"/>
          </a:effectRef>
          <a:fontRef idx="minor">
            <a:schemeClr val="dk1"/>
          </a:fontRef>
        </p:style>
        <p:txBody>
          <a:bodyPr rtlCol="0" anchor="ctr"/>
          <a:lstStyle/>
          <a:p>
            <a:pPr algn="ctr"/>
            <a:endParaRPr lang="es-ES" sz="3600"/>
          </a:p>
        </p:txBody>
      </p:sp>
      <p:sp>
        <p:nvSpPr>
          <p:cNvPr id="15" name="CuadroTexto 14">
            <a:extLst>
              <a:ext uri="{FF2B5EF4-FFF2-40B4-BE49-F238E27FC236}">
                <a16:creationId xmlns:a16="http://schemas.microsoft.com/office/drawing/2014/main" id="{79CA1302-9380-4053-9519-89BD499ED995}"/>
              </a:ext>
            </a:extLst>
          </p:cNvPr>
          <p:cNvSpPr txBox="1"/>
          <p:nvPr/>
        </p:nvSpPr>
        <p:spPr>
          <a:xfrm>
            <a:off x="5769772" y="8423418"/>
            <a:ext cx="18257068" cy="1938992"/>
          </a:xfrm>
          <a:prstGeom prst="rect">
            <a:avLst/>
          </a:prstGeom>
          <a:solidFill>
            <a:schemeClr val="bg1">
              <a:lumMod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4000" b="1">
                <a:solidFill>
                  <a:schemeClr val="accent6"/>
                </a:solidFill>
                <a:latin typeface="Calibri"/>
                <a:ea typeface="Calibri"/>
                <a:cs typeface="Calibri"/>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ES" dirty="0">
                <a:solidFill>
                  <a:schemeClr val="bg1"/>
                </a:solidFill>
                <a:sym typeface="Calibri"/>
              </a:rPr>
              <a:t>También denominada o Internet Profunda, gracias a proyectos como TOR, que garantiza también el anonimato. También se usa una red servidores TOR que son servidores anónimos y que ocultan la identidad e IP del atacante.</a:t>
            </a:r>
            <a:endParaRPr lang="es-ES" dirty="0">
              <a:solidFill>
                <a:schemeClr val="bg1"/>
              </a:solidFill>
            </a:endParaRPr>
          </a:p>
        </p:txBody>
      </p:sp>
      <p:pic>
        <p:nvPicPr>
          <p:cNvPr id="10" name="Google Shape;135;p8" descr="Cómo protegerse de los virus, piratas informáticos y demás ataques? |  Tecnología - ComputerHoy.com">
            <a:extLst>
              <a:ext uri="{FF2B5EF4-FFF2-40B4-BE49-F238E27FC236}">
                <a16:creationId xmlns:a16="http://schemas.microsoft.com/office/drawing/2014/main" id="{AB914536-5FF8-4F41-8688-05C3D2B39CFB}"/>
              </a:ext>
            </a:extLst>
          </p:cNvPr>
          <p:cNvPicPr preferRelativeResize="0"/>
          <p:nvPr/>
        </p:nvPicPr>
        <p:blipFill rotWithShape="1">
          <a:blip r:embed="rId3">
            <a:alphaModFix/>
          </a:blip>
          <a:srcRect/>
          <a:stretch/>
        </p:blipFill>
        <p:spPr>
          <a:xfrm>
            <a:off x="22117050" y="12863944"/>
            <a:ext cx="2266950" cy="1381603"/>
          </a:xfrm>
          <a:prstGeom prst="rect">
            <a:avLst/>
          </a:prstGeom>
          <a:noFill/>
          <a:ln>
            <a:noFill/>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61"/>
        <p:cNvGrpSpPr/>
        <p:nvPr/>
      </p:nvGrpSpPr>
      <p:grpSpPr>
        <a:xfrm>
          <a:off x="0" y="0"/>
          <a:ext cx="0" cy="0"/>
          <a:chOff x="0" y="0"/>
          <a:chExt cx="0" cy="0"/>
        </a:xfrm>
      </p:grpSpPr>
      <p:sp>
        <p:nvSpPr>
          <p:cNvPr id="162" name="Google Shape;162;p12"/>
          <p:cNvSpPr txBox="1">
            <a:spLocks noGrp="1"/>
          </p:cNvSpPr>
          <p:nvPr>
            <p:ph type="title"/>
          </p:nvPr>
        </p:nvSpPr>
        <p:spPr>
          <a:xfrm>
            <a:off x="1548384" y="208662"/>
            <a:ext cx="21031200" cy="849988"/>
          </a:xfrm>
          <a:prstGeom prst="rect">
            <a:avLst/>
          </a:prstGeom>
          <a:noFill/>
          <a:ln>
            <a:noFill/>
          </a:ln>
        </p:spPr>
        <p:txBody>
          <a:bodyPr spcFirstLastPara="1" wrap="square" lIns="182850" tIns="91400" rIns="182850" bIns="91400" anchor="ctr" anchorCtr="0">
            <a:noAutofit/>
          </a:bodyPr>
          <a:lstStyle/>
          <a:p>
            <a:pPr>
              <a:lnSpc>
                <a:spcPct val="90000"/>
              </a:lnSpc>
              <a:spcBef>
                <a:spcPts val="0"/>
              </a:spcBef>
              <a:buClr>
                <a:schemeClr val="dk1"/>
              </a:buClr>
              <a:buSzPts val="3959"/>
            </a:pPr>
            <a:r>
              <a:rPr lang="es-ES" sz="6400" b="1" dirty="0"/>
              <a:t>Tipos de ataques</a:t>
            </a:r>
            <a:endParaRPr sz="7200" b="1" dirty="0"/>
          </a:p>
        </p:txBody>
      </p:sp>
      <p:sp>
        <p:nvSpPr>
          <p:cNvPr id="163" name="Google Shape;163;p12"/>
          <p:cNvSpPr txBox="1">
            <a:spLocks noGrp="1"/>
          </p:cNvSpPr>
          <p:nvPr>
            <p:ph idx="1"/>
          </p:nvPr>
        </p:nvSpPr>
        <p:spPr>
          <a:xfrm>
            <a:off x="118493" y="10868890"/>
            <a:ext cx="24147014" cy="2638447"/>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182850" tIns="91400" rIns="182850" bIns="91400" anchor="t" anchorCtr="0">
            <a:normAutofit fontScale="85000" lnSpcReduction="20000"/>
          </a:bodyPr>
          <a:lstStyle/>
          <a:p>
            <a:pPr marL="0" indent="0" algn="ctr">
              <a:lnSpc>
                <a:spcPct val="120000"/>
              </a:lnSpc>
              <a:spcBef>
                <a:spcPts val="2000"/>
              </a:spcBef>
              <a:buClr>
                <a:srgbClr val="222222"/>
              </a:buClr>
              <a:buSzPts val="2590"/>
              <a:buNone/>
            </a:pPr>
            <a:r>
              <a:rPr lang="es-ES" sz="6600" b="1" dirty="0">
                <a:solidFill>
                  <a:schemeClr val="accent6"/>
                </a:solidFill>
                <a:latin typeface="Open Sans"/>
                <a:ea typeface="Open Sans"/>
                <a:cs typeface="Open Sans"/>
                <a:sym typeface="Open Sans"/>
              </a:rPr>
              <a:t>4. Intercepción: </a:t>
            </a:r>
          </a:p>
          <a:p>
            <a:pPr marL="0" indent="0">
              <a:lnSpc>
                <a:spcPct val="120000"/>
              </a:lnSpc>
              <a:spcBef>
                <a:spcPts val="2000"/>
              </a:spcBef>
              <a:buClr>
                <a:srgbClr val="222222"/>
              </a:buClr>
              <a:buSzPts val="2590"/>
              <a:buNone/>
            </a:pPr>
            <a:r>
              <a:rPr lang="es-ES" sz="3600" dirty="0">
                <a:solidFill>
                  <a:schemeClr val="tx1"/>
                </a:solidFill>
                <a:latin typeface="Open Sans"/>
                <a:ea typeface="Open Sans"/>
                <a:cs typeface="Open Sans"/>
                <a:sym typeface="Open Sans"/>
              </a:rPr>
              <a:t>El intruso accede a la información de nuestros equipos</a:t>
            </a:r>
            <a:r>
              <a:rPr lang="es-ES" sz="3900" dirty="0">
                <a:solidFill>
                  <a:schemeClr val="tx1"/>
                </a:solidFill>
                <a:latin typeface="Open Sans"/>
                <a:ea typeface="Open Sans"/>
                <a:cs typeface="Open Sans"/>
                <a:sym typeface="Open Sans"/>
              </a:rPr>
              <a:t>, o a la información que enviamos por la red.  Consiguen nuestros datos de correo y el atacante puede ver todos nuestros correos sin que nos percatemos de ello.</a:t>
            </a:r>
            <a:endParaRPr sz="3900" dirty="0">
              <a:solidFill>
                <a:schemeClr val="tx1"/>
              </a:solidFill>
              <a:latin typeface="Open Sans"/>
              <a:ea typeface="Open Sans"/>
              <a:cs typeface="Open Sans"/>
            </a:endParaRPr>
          </a:p>
          <a:p>
            <a:pPr marL="0" indent="0">
              <a:lnSpc>
                <a:spcPct val="120000"/>
              </a:lnSpc>
              <a:spcBef>
                <a:spcPts val="2000"/>
              </a:spcBef>
              <a:buClr>
                <a:schemeClr val="dk1"/>
              </a:buClr>
              <a:buSzPts val="2590"/>
              <a:buNone/>
            </a:pPr>
            <a:endParaRPr sz="3900" dirty="0">
              <a:solidFill>
                <a:schemeClr val="tx1"/>
              </a:solidFill>
              <a:latin typeface="Open Sans"/>
              <a:ea typeface="Open Sans"/>
              <a:cs typeface="Open Sans"/>
              <a:sym typeface="Open Sans"/>
            </a:endParaRPr>
          </a:p>
          <a:p>
            <a:pPr marL="457200" indent="-128270">
              <a:lnSpc>
                <a:spcPct val="120000"/>
              </a:lnSpc>
              <a:spcBef>
                <a:spcPts val="2000"/>
              </a:spcBef>
              <a:buClr>
                <a:schemeClr val="dk1"/>
              </a:buClr>
              <a:buSzPts val="2590"/>
              <a:buNone/>
            </a:pPr>
            <a:endParaRPr sz="3600" dirty="0">
              <a:solidFill>
                <a:schemeClr val="accent6"/>
              </a:solidFill>
            </a:endParaRPr>
          </a:p>
        </p:txBody>
      </p:sp>
      <p:sp>
        <p:nvSpPr>
          <p:cNvPr id="6" name="CuadroTexto 5">
            <a:extLst>
              <a:ext uri="{FF2B5EF4-FFF2-40B4-BE49-F238E27FC236}">
                <a16:creationId xmlns:a16="http://schemas.microsoft.com/office/drawing/2014/main" id="{63A73509-34BC-4622-87DE-CEF4E5794B0A}"/>
              </a:ext>
            </a:extLst>
          </p:cNvPr>
          <p:cNvSpPr txBox="1"/>
          <p:nvPr/>
        </p:nvSpPr>
        <p:spPr>
          <a:xfrm>
            <a:off x="84584" y="1765517"/>
            <a:ext cx="24231598" cy="2550057"/>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gn="ctr">
              <a:lnSpc>
                <a:spcPct val="70000"/>
              </a:lnSpc>
              <a:buClr>
                <a:srgbClr val="222222"/>
              </a:buClr>
              <a:buSzPts val="2590"/>
            </a:pPr>
            <a:r>
              <a:rPr lang="es-ES" sz="7200" b="1" dirty="0">
                <a:solidFill>
                  <a:schemeClr val="accent6"/>
                </a:solidFill>
                <a:latin typeface="Open Sans"/>
                <a:ea typeface="Open Sans"/>
                <a:cs typeface="Open Sans"/>
                <a:sym typeface="Open Sans"/>
              </a:rPr>
              <a:t>1. Interrupción: </a:t>
            </a:r>
          </a:p>
          <a:p>
            <a:pPr defTabSz="1828800">
              <a:spcBef>
                <a:spcPts val="2000"/>
              </a:spcBef>
              <a:buClr>
                <a:srgbClr val="222222"/>
              </a:buClr>
              <a:buSzPts val="2590"/>
            </a:pPr>
            <a:r>
              <a:rPr lang="es-ES" sz="3300" dirty="0">
                <a:solidFill>
                  <a:schemeClr val="tx1"/>
                </a:solidFill>
                <a:latin typeface="Open Sans"/>
                <a:ea typeface="Open Sans"/>
                <a:cs typeface="Open Sans"/>
                <a:sym typeface="Open Sans"/>
              </a:rPr>
              <a:t>Un recurso del sistema o de la red, deja de estar disponible debido al ataque. Por ejemplo, no podemos acceder a internet provocado por un virus o Malware.</a:t>
            </a:r>
            <a:endParaRPr lang="es-ES" sz="3300" dirty="0">
              <a:solidFill>
                <a:schemeClr val="tx1"/>
              </a:solidFill>
              <a:latin typeface="Open Sans"/>
              <a:ea typeface="Open Sans"/>
              <a:cs typeface="Open Sans"/>
            </a:endParaRPr>
          </a:p>
          <a:p>
            <a:pPr>
              <a:lnSpc>
                <a:spcPct val="70000"/>
              </a:lnSpc>
              <a:buClr>
                <a:srgbClr val="222222"/>
              </a:buClr>
              <a:buSzPts val="2590"/>
            </a:pPr>
            <a:r>
              <a:rPr lang="es-ES" sz="3600" dirty="0">
                <a:solidFill>
                  <a:schemeClr val="accent6"/>
                </a:solidFill>
                <a:latin typeface="Open Sans"/>
                <a:ea typeface="Open Sans"/>
                <a:cs typeface="Open Sans"/>
                <a:sym typeface="Open Sans"/>
              </a:rPr>
              <a:t> </a:t>
            </a:r>
          </a:p>
        </p:txBody>
      </p:sp>
      <p:sp>
        <p:nvSpPr>
          <p:cNvPr id="8" name="CuadroTexto 7">
            <a:extLst>
              <a:ext uri="{FF2B5EF4-FFF2-40B4-BE49-F238E27FC236}">
                <a16:creationId xmlns:a16="http://schemas.microsoft.com/office/drawing/2014/main" id="{7202368C-0CA7-41F1-9DA4-68BACF471A04}"/>
              </a:ext>
            </a:extLst>
          </p:cNvPr>
          <p:cNvSpPr txBox="1"/>
          <p:nvPr/>
        </p:nvSpPr>
        <p:spPr>
          <a:xfrm>
            <a:off x="118493" y="4472623"/>
            <a:ext cx="24147012" cy="2995692"/>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p>
            <a:pPr algn="ctr">
              <a:spcBef>
                <a:spcPts val="2000"/>
              </a:spcBef>
              <a:buClr>
                <a:srgbClr val="222222"/>
              </a:buClr>
              <a:buSzPts val="2590"/>
            </a:pPr>
            <a:r>
              <a:rPr lang="es-ES" sz="6400" b="1" dirty="0">
                <a:solidFill>
                  <a:schemeClr val="accent6"/>
                </a:solidFill>
                <a:latin typeface="Open Sans"/>
                <a:ea typeface="Open Sans"/>
                <a:cs typeface="Open Sans"/>
                <a:sym typeface="Open Sans"/>
              </a:rPr>
              <a:t>2. Modificación:</a:t>
            </a:r>
            <a:r>
              <a:rPr lang="es-ES" sz="6400" dirty="0">
                <a:solidFill>
                  <a:schemeClr val="accent6"/>
                </a:solidFill>
                <a:latin typeface="Open Sans"/>
                <a:ea typeface="Open Sans"/>
                <a:cs typeface="Open Sans"/>
                <a:sym typeface="Open Sans"/>
              </a:rPr>
              <a:t> </a:t>
            </a:r>
          </a:p>
          <a:p>
            <a:pPr>
              <a:spcBef>
                <a:spcPts val="2000"/>
              </a:spcBef>
              <a:buClr>
                <a:srgbClr val="222222"/>
              </a:buClr>
              <a:buSzPts val="2590"/>
            </a:pPr>
            <a:r>
              <a:rPr lang="es-ES" sz="3600" dirty="0">
                <a:solidFill>
                  <a:schemeClr val="tx1"/>
                </a:solidFill>
                <a:latin typeface="Open Sans"/>
                <a:ea typeface="Open Sans"/>
                <a:cs typeface="Open Sans"/>
                <a:sym typeface="Open Sans"/>
              </a:rPr>
              <a:t>La información de la que se dispone es modificada sin autorización y por lo tanto deja de ser válida. Roban nuestras credenciales, estas son modificadas y no podemos entrar en un sistema</a:t>
            </a:r>
            <a:r>
              <a:rPr lang="es-ES" sz="3600" dirty="0">
                <a:solidFill>
                  <a:schemeClr val="accent6"/>
                </a:solidFill>
                <a:latin typeface="Open Sans"/>
                <a:ea typeface="Open Sans"/>
                <a:cs typeface="Open Sans"/>
                <a:sym typeface="Open Sans"/>
              </a:rPr>
              <a:t>. </a:t>
            </a:r>
            <a:r>
              <a:rPr lang="es-ES" sz="3600" dirty="0">
                <a:solidFill>
                  <a:schemeClr val="tx1"/>
                </a:solidFill>
                <a:latin typeface="Open Sans"/>
                <a:ea typeface="Open Sans"/>
                <a:cs typeface="Open Sans"/>
                <a:sym typeface="Open Sans"/>
              </a:rPr>
              <a:t>Por ejemplo, roban nuestro acceso a programas de gestión de la empresa.</a:t>
            </a:r>
            <a:endParaRPr lang="es-ES" sz="3600" dirty="0">
              <a:solidFill>
                <a:schemeClr val="tx1"/>
              </a:solidFill>
              <a:latin typeface="Open Sans"/>
              <a:ea typeface="Open Sans"/>
              <a:cs typeface="Open Sans"/>
            </a:endParaRPr>
          </a:p>
        </p:txBody>
      </p:sp>
      <p:sp>
        <p:nvSpPr>
          <p:cNvPr id="10" name="CuadroTexto 9">
            <a:extLst>
              <a:ext uri="{FF2B5EF4-FFF2-40B4-BE49-F238E27FC236}">
                <a16:creationId xmlns:a16="http://schemas.microsoft.com/office/drawing/2014/main" id="{0F3B3460-4D31-4411-8C7C-E86001F78643}"/>
              </a:ext>
            </a:extLst>
          </p:cNvPr>
          <p:cNvSpPr txBox="1"/>
          <p:nvPr/>
        </p:nvSpPr>
        <p:spPr>
          <a:xfrm>
            <a:off x="84584" y="7621363"/>
            <a:ext cx="24147013" cy="3118803"/>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p>
            <a:pPr algn="ctr">
              <a:spcBef>
                <a:spcPts val="2000"/>
              </a:spcBef>
              <a:buClr>
                <a:srgbClr val="222222"/>
              </a:buClr>
              <a:buSzPts val="2590"/>
            </a:pPr>
            <a:r>
              <a:rPr lang="es-ES" sz="7200" b="1" dirty="0">
                <a:solidFill>
                  <a:schemeClr val="accent6"/>
                </a:solidFill>
                <a:latin typeface="Open Sans"/>
                <a:ea typeface="Open Sans"/>
                <a:cs typeface="Open Sans"/>
                <a:sym typeface="Open Sans"/>
              </a:rPr>
              <a:t>3. Fabricación: </a:t>
            </a:r>
          </a:p>
          <a:p>
            <a:pPr>
              <a:spcBef>
                <a:spcPts val="2000"/>
              </a:spcBef>
              <a:buClr>
                <a:srgbClr val="222222"/>
              </a:buClr>
              <a:buSzPts val="2590"/>
            </a:pPr>
            <a:r>
              <a:rPr lang="es-ES" sz="3600" dirty="0">
                <a:solidFill>
                  <a:schemeClr val="tx1"/>
                </a:solidFill>
                <a:latin typeface="Open Sans"/>
                <a:ea typeface="Open Sans"/>
                <a:cs typeface="Open Sans"/>
                <a:sym typeface="Open Sans"/>
              </a:rPr>
              <a:t>Consiste en crear un producto que sea difícil de distinguir del auténtico y que es utilizado para hacerse con la información confidencial de los usuarios. Por ejemplo, nos envían un email haciéndose pasar por un banco para robar nuestros datos</a:t>
            </a:r>
          </a:p>
        </p:txBody>
      </p:sp>
      <p:pic>
        <p:nvPicPr>
          <p:cNvPr id="7" name="Google Shape;135;p8" descr="Cómo protegerse de los virus, piratas informáticos y demás ataques? |  Tecnología - ComputerHoy.com">
            <a:extLst>
              <a:ext uri="{FF2B5EF4-FFF2-40B4-BE49-F238E27FC236}">
                <a16:creationId xmlns:a16="http://schemas.microsoft.com/office/drawing/2014/main" id="{29088CDB-A088-4251-BFFC-2B05604F4BE0}"/>
              </a:ext>
            </a:extLst>
          </p:cNvPr>
          <p:cNvPicPr preferRelativeResize="0"/>
          <p:nvPr/>
        </p:nvPicPr>
        <p:blipFill rotWithShape="1">
          <a:blip r:embed="rId3">
            <a:alphaModFix/>
          </a:blip>
          <a:srcRect/>
          <a:stretch/>
        </p:blipFill>
        <p:spPr>
          <a:xfrm>
            <a:off x="22256496" y="-17160"/>
            <a:ext cx="2127504" cy="122455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344"/>
        <p:cNvGrpSpPr/>
        <p:nvPr/>
      </p:nvGrpSpPr>
      <p:grpSpPr>
        <a:xfrm>
          <a:off x="0" y="0"/>
          <a:ext cx="0" cy="0"/>
          <a:chOff x="0" y="0"/>
          <a:chExt cx="0" cy="0"/>
        </a:xfrm>
      </p:grpSpPr>
      <p:sp>
        <p:nvSpPr>
          <p:cNvPr id="345" name="Google Shape;345;p30"/>
          <p:cNvSpPr txBox="1">
            <a:spLocks noGrp="1"/>
          </p:cNvSpPr>
          <p:nvPr>
            <p:ph type="title" idx="4294967295"/>
          </p:nvPr>
        </p:nvSpPr>
        <p:spPr>
          <a:xfrm>
            <a:off x="0" y="0"/>
            <a:ext cx="21031200" cy="969963"/>
          </a:xfrm>
          <a:prstGeom prst="rect">
            <a:avLst/>
          </a:prstGeom>
          <a:noFill/>
          <a:ln>
            <a:noFill/>
          </a:ln>
        </p:spPr>
        <p:txBody>
          <a:bodyPr spcFirstLastPara="1" wrap="square" lIns="182850" tIns="91400" rIns="182850" bIns="91400" anchor="ctr" anchorCtr="0">
            <a:normAutofit/>
          </a:bodyPr>
          <a:lstStyle/>
          <a:p>
            <a:pPr>
              <a:lnSpc>
                <a:spcPct val="90000"/>
              </a:lnSpc>
              <a:spcBef>
                <a:spcPts val="0"/>
              </a:spcBef>
              <a:buClr>
                <a:schemeClr val="dk1"/>
              </a:buClr>
              <a:buSzPts val="2800"/>
            </a:pPr>
            <a:r>
              <a:rPr lang="es-ES" sz="5600" dirty="0"/>
              <a:t>Eventos-ataques e incidentes de seguridad</a:t>
            </a:r>
            <a:endParaRPr dirty="0"/>
          </a:p>
        </p:txBody>
      </p:sp>
      <p:sp>
        <p:nvSpPr>
          <p:cNvPr id="346" name="Google Shape;346;p30"/>
          <p:cNvSpPr txBox="1"/>
          <p:nvPr/>
        </p:nvSpPr>
        <p:spPr>
          <a:xfrm>
            <a:off x="19591020" y="-7091464"/>
            <a:ext cx="18155412" cy="777376"/>
          </a:xfrm>
          <a:prstGeom prst="rect">
            <a:avLst/>
          </a:prstGeom>
          <a:noFill/>
          <a:ln>
            <a:noFill/>
          </a:ln>
        </p:spPr>
        <p:txBody>
          <a:bodyPr spcFirstLastPara="1" wrap="square" lIns="182850" tIns="91400" rIns="182850" bIns="91400" anchor="t" anchorCtr="0">
            <a:spAutoFit/>
          </a:bodyPr>
          <a:lstStyle/>
          <a:p>
            <a:pPr>
              <a:lnSpc>
                <a:spcPct val="107000"/>
              </a:lnSpc>
            </a:pPr>
            <a:r>
              <a:rPr lang="es-ES" sz="3600">
                <a:solidFill>
                  <a:srgbClr val="003245"/>
                </a:solidFill>
                <a:latin typeface="Times New Roman"/>
                <a:ea typeface="Times New Roman"/>
                <a:cs typeface="Times New Roman"/>
                <a:sym typeface="Times New Roman"/>
              </a:rPr>
              <a:t> </a:t>
            </a:r>
            <a:endParaRPr sz="3200">
              <a:solidFill>
                <a:schemeClr val="dk1"/>
              </a:solidFill>
              <a:latin typeface="Calibri"/>
              <a:ea typeface="Calibri"/>
              <a:cs typeface="Calibri"/>
              <a:sym typeface="Calibri"/>
            </a:endParaRPr>
          </a:p>
        </p:txBody>
      </p:sp>
      <p:grpSp>
        <p:nvGrpSpPr>
          <p:cNvPr id="347" name="Google Shape;347;p30"/>
          <p:cNvGrpSpPr/>
          <p:nvPr/>
        </p:nvGrpSpPr>
        <p:grpSpPr>
          <a:xfrm>
            <a:off x="-46450" y="1344486"/>
            <a:ext cx="24325807" cy="9773736"/>
            <a:chOff x="127902" y="-1026164"/>
            <a:chExt cx="11810976" cy="5258861"/>
          </a:xfrm>
        </p:grpSpPr>
        <p:sp>
          <p:nvSpPr>
            <p:cNvPr id="349" name="Google Shape;349;p30"/>
            <p:cNvSpPr txBox="1"/>
            <p:nvPr/>
          </p:nvSpPr>
          <p:spPr>
            <a:xfrm>
              <a:off x="127902" y="-1026164"/>
              <a:ext cx="3573511" cy="576000"/>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284450" tIns="162550" rIns="284450" bIns="162550" anchor="ctr" anchorCtr="0">
              <a:noAutofit/>
            </a:bodyPr>
            <a:lstStyle/>
            <a:p>
              <a:pPr>
                <a:lnSpc>
                  <a:spcPct val="90000"/>
                </a:lnSpc>
                <a:buClr>
                  <a:schemeClr val="lt1"/>
                </a:buClr>
                <a:buSzPts val="2000"/>
              </a:pPr>
              <a:r>
                <a:rPr lang="es-ES" sz="4800" b="1" dirty="0">
                  <a:solidFill>
                    <a:schemeClr val="accent6"/>
                  </a:solidFill>
                  <a:latin typeface="Calibri"/>
                  <a:ea typeface="Calibri"/>
                  <a:cs typeface="Calibri"/>
                  <a:sym typeface="Calibri"/>
                </a:rPr>
                <a:t>1. Evento de seguridad</a:t>
              </a:r>
              <a:r>
                <a:rPr lang="es-ES" sz="4800" dirty="0">
                  <a:solidFill>
                    <a:schemeClr val="accent6"/>
                  </a:solidFill>
                  <a:latin typeface="Calibri"/>
                  <a:ea typeface="Calibri"/>
                  <a:cs typeface="Calibri"/>
                  <a:sym typeface="Calibri"/>
                </a:rPr>
                <a:t> </a:t>
              </a:r>
              <a:endParaRPr sz="4800" dirty="0">
                <a:solidFill>
                  <a:schemeClr val="accent6"/>
                </a:solidFill>
                <a:latin typeface="Calibri"/>
                <a:ea typeface="Calibri"/>
                <a:cs typeface="Calibri"/>
                <a:sym typeface="Calibri"/>
              </a:endParaRPr>
            </a:p>
          </p:txBody>
        </p:sp>
        <p:sp>
          <p:nvSpPr>
            <p:cNvPr id="351" name="Google Shape;351;p30"/>
            <p:cNvSpPr txBox="1"/>
            <p:nvPr/>
          </p:nvSpPr>
          <p:spPr>
            <a:xfrm>
              <a:off x="4489189" y="-855894"/>
              <a:ext cx="7449689" cy="1609568"/>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213350" tIns="213350" rIns="284450" bIns="320000" anchor="t" anchorCtr="0">
              <a:noAutofit/>
            </a:bodyPr>
            <a:lstStyle/>
            <a:p>
              <a:pPr lvl="1">
                <a:lnSpc>
                  <a:spcPct val="90000"/>
                </a:lnSpc>
                <a:buClr>
                  <a:srgbClr val="003245"/>
                </a:buClr>
                <a:buSzPts val="2000"/>
              </a:pPr>
              <a:r>
                <a:rPr lang="es-ES" sz="4000" dirty="0">
                  <a:solidFill>
                    <a:schemeClr val="accent6"/>
                  </a:solidFill>
                  <a:latin typeface="Calibri"/>
                  <a:ea typeface="Calibri"/>
                  <a:cs typeface="Calibri"/>
                  <a:sym typeface="Calibri"/>
                </a:rPr>
                <a:t>Un evento de seguridad de la información indica que el sistema, la seguridad o los servicios de red y de infraestructura han sido comprometidos o vulnerados. Esto indica que los controles implementados han fallado y/o que no se ha seguido la política de seguridad de la información de la organización.</a:t>
              </a:r>
              <a:endParaRPr sz="4000" dirty="0">
                <a:solidFill>
                  <a:schemeClr val="accent6"/>
                </a:solidFill>
                <a:latin typeface="Calibri"/>
                <a:ea typeface="Calibri"/>
                <a:cs typeface="Calibri"/>
                <a:sym typeface="Calibri"/>
              </a:endParaRPr>
            </a:p>
          </p:txBody>
        </p:sp>
        <p:sp>
          <p:nvSpPr>
            <p:cNvPr id="353" name="Google Shape;353;p30"/>
            <p:cNvSpPr txBox="1"/>
            <p:nvPr/>
          </p:nvSpPr>
          <p:spPr>
            <a:xfrm>
              <a:off x="233045" y="1352750"/>
              <a:ext cx="3503416" cy="576000"/>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284450" tIns="162550" rIns="284450" bIns="162550" anchor="ctr" anchorCtr="0">
              <a:noAutofit/>
            </a:bodyPr>
            <a:lstStyle/>
            <a:p>
              <a:pPr>
                <a:lnSpc>
                  <a:spcPct val="90000"/>
                </a:lnSpc>
                <a:buClr>
                  <a:schemeClr val="lt1"/>
                </a:buClr>
                <a:buSzPts val="2000"/>
              </a:pPr>
              <a:r>
                <a:rPr lang="es-ES" sz="4800" dirty="0">
                  <a:solidFill>
                    <a:schemeClr val="accent6"/>
                  </a:solidFill>
                  <a:latin typeface="Calibri"/>
                  <a:ea typeface="Calibri"/>
                  <a:cs typeface="Calibri"/>
                  <a:sym typeface="Calibri"/>
                </a:rPr>
                <a:t>2. Ataque</a:t>
              </a:r>
              <a:endParaRPr sz="4800" dirty="0">
                <a:solidFill>
                  <a:schemeClr val="accent6"/>
                </a:solidFill>
                <a:latin typeface="Calibri"/>
                <a:ea typeface="Calibri"/>
                <a:cs typeface="Calibri"/>
                <a:sym typeface="Calibri"/>
              </a:endParaRPr>
            </a:p>
          </p:txBody>
        </p:sp>
        <p:sp>
          <p:nvSpPr>
            <p:cNvPr id="355" name="Google Shape;355;p30"/>
            <p:cNvSpPr txBox="1"/>
            <p:nvPr/>
          </p:nvSpPr>
          <p:spPr>
            <a:xfrm>
              <a:off x="4489188" y="1160671"/>
              <a:ext cx="7449689" cy="1059899"/>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213350" tIns="213350" rIns="284450" bIns="320000" anchor="t" anchorCtr="0">
              <a:noAutofit/>
            </a:bodyPr>
            <a:lstStyle/>
            <a:p>
              <a:pPr lvl="1">
                <a:lnSpc>
                  <a:spcPct val="90000"/>
                </a:lnSpc>
                <a:buClr>
                  <a:srgbClr val="003245"/>
                </a:buClr>
                <a:buSzPts val="2000"/>
              </a:pPr>
              <a:r>
                <a:rPr lang="es-ES" sz="3600" dirty="0">
                  <a:solidFill>
                    <a:schemeClr val="accent6"/>
                  </a:solidFill>
                  <a:latin typeface="Calibri"/>
                  <a:ea typeface="Calibri"/>
                  <a:cs typeface="Calibri"/>
                  <a:sym typeface="Calibri"/>
                </a:rPr>
                <a:t>El </a:t>
              </a:r>
              <a:r>
                <a:rPr lang="es-ES" sz="3600" b="1" dirty="0">
                  <a:solidFill>
                    <a:schemeClr val="accent6"/>
                  </a:solidFill>
                  <a:latin typeface="Calibri"/>
                  <a:ea typeface="Calibri"/>
                  <a:cs typeface="Calibri"/>
                  <a:sym typeface="Calibri"/>
                </a:rPr>
                <a:t>ataque</a:t>
              </a:r>
              <a:r>
                <a:rPr lang="es-ES" sz="3600" dirty="0">
                  <a:solidFill>
                    <a:schemeClr val="accent6"/>
                  </a:solidFill>
                  <a:latin typeface="Calibri"/>
                  <a:ea typeface="Calibri"/>
                  <a:cs typeface="Calibri"/>
                  <a:sym typeface="Calibri"/>
                </a:rPr>
                <a:t> empieza antes, cuando se utiliza algún tipo de herramienta para explotar una vulnerabilidad y termina un poco más tarde, cuando gracias a la acción realizada sobre el objetivo se produce un resultado concreto. </a:t>
              </a:r>
            </a:p>
            <a:p>
              <a:pPr marL="457200" lvl="1" indent="-457200">
                <a:lnSpc>
                  <a:spcPct val="90000"/>
                </a:lnSpc>
                <a:buClr>
                  <a:srgbClr val="003245"/>
                </a:buClr>
                <a:buSzPts val="2000"/>
                <a:buFont typeface="Calibri"/>
                <a:buChar char="•"/>
              </a:pPr>
              <a:endParaRPr sz="3600" dirty="0">
                <a:solidFill>
                  <a:schemeClr val="accent6"/>
                </a:solidFill>
                <a:latin typeface="Calibri"/>
                <a:ea typeface="Calibri"/>
                <a:cs typeface="Calibri"/>
                <a:sym typeface="Calibri"/>
              </a:endParaRPr>
            </a:p>
          </p:txBody>
        </p:sp>
        <p:sp>
          <p:nvSpPr>
            <p:cNvPr id="357" name="Google Shape;357;p30"/>
            <p:cNvSpPr txBox="1"/>
            <p:nvPr/>
          </p:nvSpPr>
          <p:spPr>
            <a:xfrm>
              <a:off x="197997" y="3656697"/>
              <a:ext cx="3503416" cy="576000"/>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284450" tIns="162550" rIns="284450" bIns="162550" anchor="ctr" anchorCtr="0">
              <a:noAutofit/>
            </a:bodyPr>
            <a:lstStyle/>
            <a:p>
              <a:pPr algn="ctr">
                <a:lnSpc>
                  <a:spcPct val="90000"/>
                </a:lnSpc>
                <a:buClr>
                  <a:schemeClr val="lt1"/>
                </a:buClr>
                <a:buSzPts val="2000"/>
              </a:pPr>
              <a:r>
                <a:rPr lang="es-ES" sz="4800" dirty="0">
                  <a:solidFill>
                    <a:schemeClr val="accent6"/>
                  </a:solidFill>
                  <a:latin typeface="Calibri"/>
                  <a:ea typeface="Calibri"/>
                  <a:cs typeface="Calibri"/>
                  <a:sym typeface="Calibri"/>
                </a:rPr>
                <a:t>3. Incidente de seguridad</a:t>
              </a:r>
              <a:endParaRPr sz="4000" dirty="0">
                <a:solidFill>
                  <a:schemeClr val="accent6"/>
                </a:solidFill>
              </a:endParaRPr>
            </a:p>
          </p:txBody>
        </p:sp>
      </p:grpSp>
      <p:sp>
        <p:nvSpPr>
          <p:cNvPr id="21" name="CuadroTexto 20">
            <a:extLst>
              <a:ext uri="{FF2B5EF4-FFF2-40B4-BE49-F238E27FC236}">
                <a16:creationId xmlns:a16="http://schemas.microsoft.com/office/drawing/2014/main" id="{383C022C-F524-4B7C-9865-F3F9E03E241C}"/>
              </a:ext>
            </a:extLst>
          </p:cNvPr>
          <p:cNvSpPr txBox="1"/>
          <p:nvPr/>
        </p:nvSpPr>
        <p:spPr>
          <a:xfrm>
            <a:off x="104643" y="6858000"/>
            <a:ext cx="8574480" cy="30839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a:solidFill>
                  <a:schemeClr val="accent3">
                    <a:hueOff val="-130908"/>
                    <a:satOff val="-22167"/>
                    <a:lumOff val="-7843"/>
                  </a:schemeClr>
                </a:solidFill>
                <a:latin typeface="Lato Regular"/>
                <a:ea typeface="Lato Regular"/>
                <a:cs typeface="Lato Regular"/>
              </a:defRPr>
            </a:lvl1pPr>
            <a:lvl2pPr lvl="1">
              <a:lnSpc>
                <a:spcPct val="90000"/>
              </a:lnSpc>
              <a:buClr>
                <a:srgbClr val="003245"/>
              </a:buClr>
              <a:buSzPts val="2000"/>
              <a:defRPr sz="2400">
                <a:solidFill>
                  <a:schemeClr val="bg1">
                    <a:lumMod val="50000"/>
                  </a:schemeClr>
                </a:solidFill>
                <a:latin typeface="Calibri"/>
                <a:ea typeface="Calibri"/>
                <a:cs typeface="Calibri"/>
              </a:defRPr>
            </a:lvl2pPr>
            <a:lvl3pPr>
              <a:defRPr>
                <a:solidFill>
                  <a:schemeClr val="accent3">
                    <a:hueOff val="-130908"/>
                    <a:satOff val="-22167"/>
                    <a:lumOff val="-7843"/>
                  </a:schemeClr>
                </a:solidFill>
                <a:latin typeface="Lato Regular"/>
                <a:ea typeface="Lato Regular"/>
                <a:cs typeface="Lato Regular"/>
              </a:defRPr>
            </a:lvl3pPr>
            <a:lvl4pPr>
              <a:defRPr>
                <a:solidFill>
                  <a:schemeClr val="accent3">
                    <a:hueOff val="-130908"/>
                    <a:satOff val="-22167"/>
                    <a:lumOff val="-7843"/>
                  </a:schemeClr>
                </a:solidFill>
                <a:latin typeface="Lato Regular"/>
                <a:ea typeface="Lato Regular"/>
                <a:cs typeface="Lato Regular"/>
              </a:defRPr>
            </a:lvl4pPr>
            <a:lvl5pPr>
              <a:defRPr>
                <a:solidFill>
                  <a:schemeClr val="accent3">
                    <a:hueOff val="-130908"/>
                    <a:satOff val="-22167"/>
                    <a:lumOff val="-7843"/>
                  </a:schemeClr>
                </a:solidFill>
                <a:latin typeface="Lato Regular"/>
                <a:ea typeface="Lato Regular"/>
                <a:cs typeface="Lato Regular"/>
              </a:defRPr>
            </a:lvl5pPr>
            <a:lvl6pPr>
              <a:defRPr>
                <a:solidFill>
                  <a:schemeClr val="accent3">
                    <a:hueOff val="-130908"/>
                    <a:satOff val="-22167"/>
                    <a:lumOff val="-7843"/>
                  </a:schemeClr>
                </a:solidFill>
                <a:latin typeface="Lato Regular"/>
                <a:ea typeface="Lato Regular"/>
                <a:cs typeface="Lato Regular"/>
              </a:defRPr>
            </a:lvl6pPr>
            <a:lvl7pPr>
              <a:defRPr>
                <a:solidFill>
                  <a:schemeClr val="accent3">
                    <a:hueOff val="-130908"/>
                    <a:satOff val="-22167"/>
                    <a:lumOff val="-7843"/>
                  </a:schemeClr>
                </a:solidFill>
                <a:latin typeface="Lato Regular"/>
                <a:ea typeface="Lato Regular"/>
                <a:cs typeface="Lato Regular"/>
              </a:defRPr>
            </a:lvl7pPr>
            <a:lvl8pPr>
              <a:defRPr>
                <a:solidFill>
                  <a:schemeClr val="accent3">
                    <a:hueOff val="-130908"/>
                    <a:satOff val="-22167"/>
                    <a:lumOff val="-7843"/>
                  </a:schemeClr>
                </a:solidFill>
                <a:latin typeface="Lato Regular"/>
                <a:ea typeface="Lato Regular"/>
                <a:cs typeface="Lato Regular"/>
              </a:defRPr>
            </a:lvl8pPr>
            <a:lvl9pPr>
              <a:defRPr>
                <a:solidFill>
                  <a:schemeClr val="accent3">
                    <a:hueOff val="-130908"/>
                    <a:satOff val="-22167"/>
                    <a:lumOff val="-7843"/>
                  </a:schemeClr>
                </a:solidFill>
                <a:latin typeface="Lato Regular"/>
                <a:ea typeface="Lato Regular"/>
                <a:cs typeface="Lato Regular"/>
              </a:defRPr>
            </a:lvl9pPr>
          </a:lstStyle>
          <a:p>
            <a:pPr lvl="1"/>
            <a:r>
              <a:rPr lang="es-ES" dirty="0">
                <a:sym typeface="Calibri"/>
              </a:rPr>
              <a:t>Ejemplos:</a:t>
            </a:r>
          </a:p>
          <a:p>
            <a:pPr lvl="1"/>
            <a:r>
              <a:rPr lang="es-ES" dirty="0">
                <a:sym typeface="Calibri"/>
              </a:rPr>
              <a:t>Una vulnerabilidad de un sistema operativo es empleada para que un malware escale privilegios y se ejecute con permisos de administrador.</a:t>
            </a:r>
          </a:p>
          <a:p>
            <a:pPr lvl="1"/>
            <a:r>
              <a:rPr lang="es-ES" dirty="0">
                <a:sym typeface="Calibri"/>
              </a:rPr>
              <a:t>Un </a:t>
            </a:r>
            <a:r>
              <a:rPr lang="es-ES" dirty="0" err="1">
                <a:sym typeface="Calibri"/>
              </a:rPr>
              <a:t>sniffer</a:t>
            </a:r>
            <a:r>
              <a:rPr lang="es-ES" dirty="0">
                <a:sym typeface="Calibri"/>
              </a:rPr>
              <a:t> de red es empleado para espiar el tráfico y obtener la contraseña de un usuario.</a:t>
            </a:r>
          </a:p>
          <a:p>
            <a:pPr lvl="1"/>
            <a:r>
              <a:rPr lang="es-ES" dirty="0">
                <a:sym typeface="Calibri"/>
              </a:rPr>
              <a:t>Un campo de un formulario web es empleado para realizar una consulta SQL en una base de datos y descargar un fichero sin autorización.</a:t>
            </a:r>
          </a:p>
        </p:txBody>
      </p:sp>
      <p:sp>
        <p:nvSpPr>
          <p:cNvPr id="23" name="CuadroTexto 22">
            <a:extLst>
              <a:ext uri="{FF2B5EF4-FFF2-40B4-BE49-F238E27FC236}">
                <a16:creationId xmlns:a16="http://schemas.microsoft.com/office/drawing/2014/main" id="{254860B1-77F4-4763-AB6B-CAC4A24F9CBB}"/>
              </a:ext>
            </a:extLst>
          </p:cNvPr>
          <p:cNvSpPr txBox="1"/>
          <p:nvPr/>
        </p:nvSpPr>
        <p:spPr>
          <a:xfrm>
            <a:off x="-78910" y="11518666"/>
            <a:ext cx="8686777" cy="20867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a:solidFill>
                  <a:schemeClr val="accent3">
                    <a:hueOff val="-130908"/>
                    <a:satOff val="-22167"/>
                    <a:lumOff val="-7843"/>
                  </a:schemeClr>
                </a:solidFill>
                <a:latin typeface="Lato Regular"/>
                <a:ea typeface="Lato Regular"/>
                <a:cs typeface="Lato Regular"/>
              </a:defRPr>
            </a:lvl1pPr>
            <a:lvl2pPr lvl="1">
              <a:lnSpc>
                <a:spcPct val="90000"/>
              </a:lnSpc>
              <a:buClr>
                <a:srgbClr val="003245"/>
              </a:buClr>
              <a:buSzPts val="2000"/>
              <a:defRPr sz="2400">
                <a:solidFill>
                  <a:schemeClr val="bg1">
                    <a:lumMod val="50000"/>
                  </a:schemeClr>
                </a:solidFill>
                <a:latin typeface="Calibri"/>
                <a:ea typeface="Calibri"/>
                <a:cs typeface="Calibri"/>
              </a:defRPr>
            </a:lvl2pPr>
            <a:lvl3pPr>
              <a:defRPr>
                <a:solidFill>
                  <a:schemeClr val="accent3">
                    <a:hueOff val="-130908"/>
                    <a:satOff val="-22167"/>
                    <a:lumOff val="-7843"/>
                  </a:schemeClr>
                </a:solidFill>
                <a:latin typeface="Lato Regular"/>
                <a:ea typeface="Lato Regular"/>
                <a:cs typeface="Lato Regular"/>
              </a:defRPr>
            </a:lvl3pPr>
            <a:lvl4pPr>
              <a:defRPr>
                <a:solidFill>
                  <a:schemeClr val="accent3">
                    <a:hueOff val="-130908"/>
                    <a:satOff val="-22167"/>
                    <a:lumOff val="-7843"/>
                  </a:schemeClr>
                </a:solidFill>
                <a:latin typeface="Lato Regular"/>
                <a:ea typeface="Lato Regular"/>
                <a:cs typeface="Lato Regular"/>
              </a:defRPr>
            </a:lvl4pPr>
            <a:lvl5pPr>
              <a:defRPr>
                <a:solidFill>
                  <a:schemeClr val="accent3">
                    <a:hueOff val="-130908"/>
                    <a:satOff val="-22167"/>
                    <a:lumOff val="-7843"/>
                  </a:schemeClr>
                </a:solidFill>
                <a:latin typeface="Lato Regular"/>
                <a:ea typeface="Lato Regular"/>
                <a:cs typeface="Lato Regular"/>
              </a:defRPr>
            </a:lvl5pPr>
            <a:lvl6pPr>
              <a:defRPr>
                <a:solidFill>
                  <a:schemeClr val="accent3">
                    <a:hueOff val="-130908"/>
                    <a:satOff val="-22167"/>
                    <a:lumOff val="-7843"/>
                  </a:schemeClr>
                </a:solidFill>
                <a:latin typeface="Lato Regular"/>
                <a:ea typeface="Lato Regular"/>
                <a:cs typeface="Lato Regular"/>
              </a:defRPr>
            </a:lvl6pPr>
            <a:lvl7pPr>
              <a:defRPr>
                <a:solidFill>
                  <a:schemeClr val="accent3">
                    <a:hueOff val="-130908"/>
                    <a:satOff val="-22167"/>
                    <a:lumOff val="-7843"/>
                  </a:schemeClr>
                </a:solidFill>
                <a:latin typeface="Lato Regular"/>
                <a:ea typeface="Lato Regular"/>
                <a:cs typeface="Lato Regular"/>
              </a:defRPr>
            </a:lvl7pPr>
            <a:lvl8pPr>
              <a:defRPr>
                <a:solidFill>
                  <a:schemeClr val="accent3">
                    <a:hueOff val="-130908"/>
                    <a:satOff val="-22167"/>
                    <a:lumOff val="-7843"/>
                  </a:schemeClr>
                </a:solidFill>
                <a:latin typeface="Lato Regular"/>
                <a:ea typeface="Lato Regular"/>
                <a:cs typeface="Lato Regular"/>
              </a:defRPr>
            </a:lvl8pPr>
            <a:lvl9pPr>
              <a:defRPr>
                <a:solidFill>
                  <a:schemeClr val="accent3">
                    <a:hueOff val="-130908"/>
                    <a:satOff val="-22167"/>
                    <a:lumOff val="-7843"/>
                  </a:schemeClr>
                </a:solidFill>
                <a:latin typeface="Lato Regular"/>
                <a:ea typeface="Lato Regular"/>
                <a:cs typeface="Lato Regular"/>
              </a:defRPr>
            </a:lvl9pPr>
          </a:lstStyle>
          <a:p>
            <a:pPr lvl="1"/>
            <a:r>
              <a:rPr lang="es-ES" dirty="0">
                <a:sym typeface="Calibri"/>
              </a:rPr>
              <a:t>Ejemplos:</a:t>
            </a:r>
          </a:p>
          <a:p>
            <a:pPr lvl="1"/>
            <a:r>
              <a:rPr lang="es-ES" dirty="0">
                <a:sym typeface="Calibri"/>
              </a:rPr>
              <a:t>Un terrorista manipula el sistema de control de un pozo petrolífero y genera un desastre medioambiental.</a:t>
            </a:r>
          </a:p>
          <a:p>
            <a:pPr lvl="1"/>
            <a:r>
              <a:rPr lang="es-ES" dirty="0">
                <a:sym typeface="Calibri"/>
              </a:rPr>
              <a:t>Un estudiante de informática se descarga un kit de exploits e intenta realizar una denegación de servicio en la página web de su universidad.</a:t>
            </a:r>
          </a:p>
        </p:txBody>
      </p:sp>
      <p:sp>
        <p:nvSpPr>
          <p:cNvPr id="2" name="Flecha: hacia abajo 1">
            <a:extLst>
              <a:ext uri="{FF2B5EF4-FFF2-40B4-BE49-F238E27FC236}">
                <a16:creationId xmlns:a16="http://schemas.microsoft.com/office/drawing/2014/main" id="{1C1C0590-E300-0908-D77B-454989E5BC1D}"/>
              </a:ext>
            </a:extLst>
          </p:cNvPr>
          <p:cNvSpPr/>
          <p:nvPr/>
        </p:nvSpPr>
        <p:spPr>
          <a:xfrm rot="16200000">
            <a:off x="7293761" y="1589842"/>
            <a:ext cx="804672" cy="1036768"/>
          </a:xfrm>
          <a:prstGeom prst="down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s-ES" sz="3600"/>
          </a:p>
        </p:txBody>
      </p:sp>
      <p:sp>
        <p:nvSpPr>
          <p:cNvPr id="3" name="Flecha: hacia abajo 2">
            <a:extLst>
              <a:ext uri="{FF2B5EF4-FFF2-40B4-BE49-F238E27FC236}">
                <a16:creationId xmlns:a16="http://schemas.microsoft.com/office/drawing/2014/main" id="{954BCADD-1DA1-7549-F933-BFBD2402749A}"/>
              </a:ext>
            </a:extLst>
          </p:cNvPr>
          <p:cNvSpPr/>
          <p:nvPr/>
        </p:nvSpPr>
        <p:spPr>
          <a:xfrm rot="16200000">
            <a:off x="7436303" y="6135739"/>
            <a:ext cx="804672" cy="1036768"/>
          </a:xfrm>
          <a:prstGeom prst="down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s-ES" sz="3600"/>
          </a:p>
        </p:txBody>
      </p:sp>
      <p:sp>
        <p:nvSpPr>
          <p:cNvPr id="5" name="CuadroTexto 4">
            <a:extLst>
              <a:ext uri="{FF2B5EF4-FFF2-40B4-BE49-F238E27FC236}">
                <a16:creationId xmlns:a16="http://schemas.microsoft.com/office/drawing/2014/main" id="{77973150-4F1A-7A04-1D77-2BBBD006AA72}"/>
              </a:ext>
            </a:extLst>
          </p:cNvPr>
          <p:cNvSpPr txBox="1"/>
          <p:nvPr/>
        </p:nvSpPr>
        <p:spPr>
          <a:xfrm>
            <a:off x="209288" y="3087839"/>
            <a:ext cx="8365191" cy="22790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1">
              <a:lnSpc>
                <a:spcPct val="90000"/>
              </a:lnSpc>
              <a:buClr>
                <a:srgbClr val="003245"/>
              </a:buClr>
              <a:buSzPts val="2000"/>
            </a:pPr>
            <a:r>
              <a:rPr lang="es-ES" sz="2400" dirty="0">
                <a:solidFill>
                  <a:schemeClr val="bg1">
                    <a:lumMod val="50000"/>
                  </a:schemeClr>
                </a:solidFill>
                <a:latin typeface="Calibri"/>
                <a:ea typeface="Calibri"/>
                <a:cs typeface="Calibri"/>
                <a:sym typeface="Calibri"/>
              </a:rPr>
              <a:t>Ejemplo:</a:t>
            </a:r>
          </a:p>
          <a:p>
            <a:pPr marL="342900" lvl="1" indent="-342900">
              <a:lnSpc>
                <a:spcPct val="90000"/>
              </a:lnSpc>
              <a:buClr>
                <a:schemeClr val="dk1"/>
              </a:buClr>
              <a:buSzPts val="1600"/>
              <a:buFont typeface="Calibri"/>
              <a:buChar char="•"/>
            </a:pPr>
            <a:r>
              <a:rPr lang="es-ES" sz="2400" dirty="0">
                <a:solidFill>
                  <a:schemeClr val="bg1">
                    <a:lumMod val="50000"/>
                  </a:schemeClr>
                </a:solidFill>
                <a:latin typeface="Calibri"/>
                <a:ea typeface="Calibri"/>
                <a:cs typeface="Calibri"/>
                <a:sym typeface="Calibri"/>
              </a:rPr>
              <a:t>Un servidor es escaneado para encontrar sus vulnerabilidades.</a:t>
            </a:r>
          </a:p>
          <a:p>
            <a:pPr marL="342900" lvl="1" indent="-342900">
              <a:lnSpc>
                <a:spcPct val="90000"/>
              </a:lnSpc>
              <a:spcBef>
                <a:spcPts val="480"/>
              </a:spcBef>
              <a:buClr>
                <a:schemeClr val="dk1"/>
              </a:buClr>
              <a:buSzPts val="1600"/>
              <a:buFont typeface="Calibri"/>
              <a:buChar char="•"/>
            </a:pPr>
            <a:r>
              <a:rPr lang="es-ES" sz="2400" dirty="0">
                <a:solidFill>
                  <a:schemeClr val="bg1">
                    <a:lumMod val="50000"/>
                  </a:schemeClr>
                </a:solidFill>
                <a:latin typeface="Calibri"/>
                <a:ea typeface="Calibri"/>
                <a:cs typeface="Calibri"/>
                <a:sym typeface="Calibri"/>
              </a:rPr>
              <a:t>Los datos de un cliente son modificados sin autorización.</a:t>
            </a:r>
          </a:p>
          <a:p>
            <a:pPr marL="342900" lvl="1" indent="-342900">
              <a:lnSpc>
                <a:spcPct val="90000"/>
              </a:lnSpc>
              <a:spcBef>
                <a:spcPts val="480"/>
              </a:spcBef>
              <a:buClr>
                <a:schemeClr val="dk1"/>
              </a:buClr>
              <a:buSzPts val="1600"/>
              <a:buFont typeface="Calibri"/>
              <a:buChar char="•"/>
            </a:pPr>
            <a:r>
              <a:rPr lang="es-ES" sz="2400" dirty="0">
                <a:solidFill>
                  <a:schemeClr val="bg1">
                    <a:lumMod val="50000"/>
                  </a:schemeClr>
                </a:solidFill>
                <a:latin typeface="Calibri"/>
                <a:ea typeface="Calibri"/>
                <a:cs typeface="Calibri"/>
                <a:sym typeface="Calibri"/>
              </a:rPr>
              <a:t>Un usuario es suplantado en una red social.</a:t>
            </a:r>
          </a:p>
          <a:p>
            <a:pPr marL="342900" lvl="1" indent="-342900">
              <a:lnSpc>
                <a:spcPct val="90000"/>
              </a:lnSpc>
              <a:spcBef>
                <a:spcPts val="480"/>
              </a:spcBef>
              <a:buClr>
                <a:schemeClr val="dk1"/>
              </a:buClr>
              <a:buSzPts val="1600"/>
              <a:buFont typeface="Calibri"/>
              <a:buChar char="•"/>
            </a:pPr>
            <a:r>
              <a:rPr lang="es-ES" sz="2400" dirty="0">
                <a:solidFill>
                  <a:schemeClr val="bg1">
                    <a:lumMod val="50000"/>
                  </a:schemeClr>
                </a:solidFill>
                <a:latin typeface="Calibri"/>
                <a:ea typeface="Calibri"/>
                <a:cs typeface="Calibri"/>
                <a:sym typeface="Calibri"/>
              </a:rPr>
              <a:t>Un proceso industrial (fabricación de un medicamento) es interrumpido.</a:t>
            </a:r>
          </a:p>
        </p:txBody>
      </p:sp>
      <p:sp>
        <p:nvSpPr>
          <p:cNvPr id="6" name="Flecha: hacia abajo 5">
            <a:extLst>
              <a:ext uri="{FF2B5EF4-FFF2-40B4-BE49-F238E27FC236}">
                <a16:creationId xmlns:a16="http://schemas.microsoft.com/office/drawing/2014/main" id="{61959267-D79D-0160-C3D1-3314E2D983EC}"/>
              </a:ext>
            </a:extLst>
          </p:cNvPr>
          <p:cNvSpPr/>
          <p:nvPr/>
        </p:nvSpPr>
        <p:spPr>
          <a:xfrm rot="16200000">
            <a:off x="7236509" y="10197502"/>
            <a:ext cx="804672" cy="1036768"/>
          </a:xfrm>
          <a:prstGeom prst="down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s-ES" sz="3600"/>
          </a:p>
        </p:txBody>
      </p:sp>
      <p:sp>
        <p:nvSpPr>
          <p:cNvPr id="8" name="CuadroTexto 7">
            <a:extLst>
              <a:ext uri="{FF2B5EF4-FFF2-40B4-BE49-F238E27FC236}">
                <a16:creationId xmlns:a16="http://schemas.microsoft.com/office/drawing/2014/main" id="{166F7F39-9167-1C53-7042-3F00EF00A6F4}"/>
              </a:ext>
            </a:extLst>
          </p:cNvPr>
          <p:cNvSpPr txBox="1"/>
          <p:nvPr/>
        </p:nvSpPr>
        <p:spPr>
          <a:xfrm>
            <a:off x="8908268" y="9928514"/>
            <a:ext cx="15475731" cy="1490921"/>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p>
            <a:r>
              <a:rPr lang="es-ES" sz="3200" b="1" dirty="0">
                <a:solidFill>
                  <a:schemeClr val="accent6"/>
                </a:solidFill>
                <a:latin typeface="Calibri" panose="020F0502020204030204" pitchFamily="34" charset="0"/>
                <a:ea typeface="Calibri" panose="020F0502020204030204" pitchFamily="34" charset="0"/>
                <a:cs typeface="Calibri" panose="020F0502020204030204" pitchFamily="34" charset="0"/>
              </a:rPr>
              <a:t>El incidente es cuando la seguridad de un sistema ha sido comprometida, y ha resultado en robo de información o pérdida de datos.</a:t>
            </a:r>
          </a:p>
        </p:txBody>
      </p:sp>
      <p:pic>
        <p:nvPicPr>
          <p:cNvPr id="9" name="Google Shape;135;p8" descr="Cómo protegerse de los virus, piratas informáticos y demás ataques? |  Tecnología - ComputerHoy.com">
            <a:extLst>
              <a:ext uri="{FF2B5EF4-FFF2-40B4-BE49-F238E27FC236}">
                <a16:creationId xmlns:a16="http://schemas.microsoft.com/office/drawing/2014/main" id="{F3023ECD-7F36-7DAD-62CA-09071247AFA6}"/>
              </a:ext>
            </a:extLst>
          </p:cNvPr>
          <p:cNvPicPr preferRelativeResize="0"/>
          <p:nvPr/>
        </p:nvPicPr>
        <p:blipFill rotWithShape="1">
          <a:blip r:embed="rId3">
            <a:alphaModFix/>
          </a:blip>
          <a:srcRect/>
          <a:stretch/>
        </p:blipFill>
        <p:spPr>
          <a:xfrm>
            <a:off x="21666200" y="11897201"/>
            <a:ext cx="2717800" cy="1828802"/>
          </a:xfrm>
          <a:prstGeom prst="rect">
            <a:avLst/>
          </a:prstGeom>
          <a:noFill/>
          <a:ln>
            <a:noFill/>
          </a:ln>
        </p:spPr>
      </p:pic>
    </p:spTree>
    <p:extLst>
      <p:ext uri="{BB962C8B-B14F-4D97-AF65-F5344CB8AC3E}">
        <p14:creationId xmlns:p14="http://schemas.microsoft.com/office/powerpoint/2010/main" val="249378693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64"/>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Google Shape;345;p30">
            <a:extLst>
              <a:ext uri="{FF2B5EF4-FFF2-40B4-BE49-F238E27FC236}">
                <a16:creationId xmlns:a16="http://schemas.microsoft.com/office/drawing/2014/main" id="{A408FE3B-4335-46D6-9BE6-2B94BBD190FB}"/>
              </a:ext>
            </a:extLst>
          </p:cNvPr>
          <p:cNvSpPr txBox="1">
            <a:spLocks noGrp="1"/>
          </p:cNvSpPr>
          <p:nvPr>
            <p:ph type="title" idx="4294967295"/>
          </p:nvPr>
        </p:nvSpPr>
        <p:spPr>
          <a:xfrm>
            <a:off x="1144986" y="477078"/>
            <a:ext cx="22037040" cy="2868830"/>
          </a:xfrm>
          <a:prstGeom prst="rect">
            <a:avLst/>
          </a:prstGeom>
        </p:spPr>
        <p:txBody>
          <a:bodyPr spcFirstLastPara="1" vert="horz" lIns="91440" tIns="45720" rIns="91440" bIns="45720" rtlCol="0" anchor="b" anchorCtr="0">
            <a:normAutofit/>
          </a:bodyPr>
          <a:lstStyle/>
          <a:p>
            <a:pPr defTabSz="914400"/>
            <a:r>
              <a:rPr lang="en-US" sz="10000" b="1" dirty="0" err="1"/>
              <a:t>Cómo</a:t>
            </a:r>
            <a:r>
              <a:rPr lang="en-US" sz="10000" b="1" dirty="0"/>
              <a:t> </a:t>
            </a:r>
            <a:r>
              <a:rPr lang="en-US" sz="10000" b="1" dirty="0" err="1"/>
              <a:t>detectar</a:t>
            </a:r>
            <a:r>
              <a:rPr lang="en-US" sz="10000" b="1" dirty="0"/>
              <a:t> </a:t>
            </a:r>
            <a:r>
              <a:rPr lang="en-US" sz="10000" b="1" dirty="0" err="1"/>
              <a:t>incidentes</a:t>
            </a:r>
            <a:r>
              <a:rPr lang="en-US" sz="10000" b="1" dirty="0"/>
              <a:t> de </a:t>
            </a:r>
            <a:r>
              <a:rPr lang="en-US" sz="10000" b="1" dirty="0" err="1"/>
              <a:t>seguridad</a:t>
            </a:r>
            <a:endParaRPr lang="en-US" sz="10000" dirty="0"/>
          </a:p>
        </p:txBody>
      </p:sp>
      <p:sp>
        <p:nvSpPr>
          <p:cNvPr id="29"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4986" y="3363088"/>
            <a:ext cx="21945600" cy="36576"/>
          </a:xfrm>
          <a:custGeom>
            <a:avLst/>
            <a:gdLst>
              <a:gd name="connsiteX0" fmla="*/ 0 w 21945600"/>
              <a:gd name="connsiteY0" fmla="*/ 0 h 36576"/>
              <a:gd name="connsiteX1" fmla="*/ 905256 w 21945600"/>
              <a:gd name="connsiteY1" fmla="*/ 0 h 36576"/>
              <a:gd name="connsiteX2" fmla="*/ 1810512 w 21945600"/>
              <a:gd name="connsiteY2" fmla="*/ 0 h 36576"/>
              <a:gd name="connsiteX3" fmla="*/ 2057400 w 21945600"/>
              <a:gd name="connsiteY3" fmla="*/ 0 h 36576"/>
              <a:gd name="connsiteX4" fmla="*/ 2743200 w 21945600"/>
              <a:gd name="connsiteY4" fmla="*/ 0 h 36576"/>
              <a:gd name="connsiteX5" fmla="*/ 3867912 w 21945600"/>
              <a:gd name="connsiteY5" fmla="*/ 0 h 36576"/>
              <a:gd name="connsiteX6" fmla="*/ 4114800 w 21945600"/>
              <a:gd name="connsiteY6" fmla="*/ 0 h 36576"/>
              <a:gd name="connsiteX7" fmla="*/ 4800600 w 21945600"/>
              <a:gd name="connsiteY7" fmla="*/ 0 h 36576"/>
              <a:gd name="connsiteX8" fmla="*/ 5486400 w 21945600"/>
              <a:gd name="connsiteY8" fmla="*/ 0 h 36576"/>
              <a:gd name="connsiteX9" fmla="*/ 5513832 w 21945600"/>
              <a:gd name="connsiteY9" fmla="*/ 0 h 36576"/>
              <a:gd name="connsiteX10" fmla="*/ 5760720 w 21945600"/>
              <a:gd name="connsiteY10" fmla="*/ 0 h 36576"/>
              <a:gd name="connsiteX11" fmla="*/ 6007608 w 21945600"/>
              <a:gd name="connsiteY11" fmla="*/ 0 h 36576"/>
              <a:gd name="connsiteX12" fmla="*/ 6693408 w 21945600"/>
              <a:gd name="connsiteY12" fmla="*/ 0 h 36576"/>
              <a:gd name="connsiteX13" fmla="*/ 7818120 w 21945600"/>
              <a:gd name="connsiteY13" fmla="*/ 0 h 36576"/>
              <a:gd name="connsiteX14" fmla="*/ 8065008 w 21945600"/>
              <a:gd name="connsiteY14" fmla="*/ 0 h 36576"/>
              <a:gd name="connsiteX15" fmla="*/ 9189720 w 21945600"/>
              <a:gd name="connsiteY15" fmla="*/ 0 h 36576"/>
              <a:gd name="connsiteX16" fmla="*/ 9436608 w 21945600"/>
              <a:gd name="connsiteY16" fmla="*/ 0 h 36576"/>
              <a:gd name="connsiteX17" fmla="*/ 10122408 w 21945600"/>
              <a:gd name="connsiteY17" fmla="*/ 0 h 36576"/>
              <a:gd name="connsiteX18" fmla="*/ 10369296 w 21945600"/>
              <a:gd name="connsiteY18" fmla="*/ 0 h 36576"/>
              <a:gd name="connsiteX19" fmla="*/ 10835640 w 21945600"/>
              <a:gd name="connsiteY19" fmla="*/ 0 h 36576"/>
              <a:gd name="connsiteX20" fmla="*/ 11521440 w 21945600"/>
              <a:gd name="connsiteY20" fmla="*/ 0 h 36576"/>
              <a:gd name="connsiteX21" fmla="*/ 12646152 w 21945600"/>
              <a:gd name="connsiteY21" fmla="*/ 0 h 36576"/>
              <a:gd name="connsiteX22" fmla="*/ 13551408 w 21945600"/>
              <a:gd name="connsiteY22" fmla="*/ 0 h 36576"/>
              <a:gd name="connsiteX23" fmla="*/ 14017752 w 21945600"/>
              <a:gd name="connsiteY23" fmla="*/ 0 h 36576"/>
              <a:gd name="connsiteX24" fmla="*/ 14264640 w 21945600"/>
              <a:gd name="connsiteY24" fmla="*/ 0 h 36576"/>
              <a:gd name="connsiteX25" fmla="*/ 15169896 w 21945600"/>
              <a:gd name="connsiteY25" fmla="*/ 0 h 36576"/>
              <a:gd name="connsiteX26" fmla="*/ 15636240 w 21945600"/>
              <a:gd name="connsiteY26" fmla="*/ 0 h 36576"/>
              <a:gd name="connsiteX27" fmla="*/ 16102584 w 21945600"/>
              <a:gd name="connsiteY27" fmla="*/ 0 h 36576"/>
              <a:gd name="connsiteX28" fmla="*/ 16130016 w 21945600"/>
              <a:gd name="connsiteY28" fmla="*/ 0 h 36576"/>
              <a:gd name="connsiteX29" fmla="*/ 17254728 w 21945600"/>
              <a:gd name="connsiteY29" fmla="*/ 0 h 36576"/>
              <a:gd name="connsiteX30" fmla="*/ 18159984 w 21945600"/>
              <a:gd name="connsiteY30" fmla="*/ 0 h 36576"/>
              <a:gd name="connsiteX31" fmla="*/ 19065240 w 21945600"/>
              <a:gd name="connsiteY31" fmla="*/ 0 h 36576"/>
              <a:gd name="connsiteX32" fmla="*/ 19092672 w 21945600"/>
              <a:gd name="connsiteY32" fmla="*/ 0 h 36576"/>
              <a:gd name="connsiteX33" fmla="*/ 19120104 w 21945600"/>
              <a:gd name="connsiteY33" fmla="*/ 0 h 36576"/>
              <a:gd name="connsiteX34" fmla="*/ 19147536 w 21945600"/>
              <a:gd name="connsiteY34" fmla="*/ 0 h 36576"/>
              <a:gd name="connsiteX35" fmla="*/ 19833336 w 21945600"/>
              <a:gd name="connsiteY35" fmla="*/ 0 h 36576"/>
              <a:gd name="connsiteX36" fmla="*/ 20738592 w 21945600"/>
              <a:gd name="connsiteY36" fmla="*/ 0 h 36576"/>
              <a:gd name="connsiteX37" fmla="*/ 21945600 w 21945600"/>
              <a:gd name="connsiteY37" fmla="*/ 0 h 36576"/>
              <a:gd name="connsiteX38" fmla="*/ 21945600 w 21945600"/>
              <a:gd name="connsiteY38" fmla="*/ 36576 h 36576"/>
              <a:gd name="connsiteX39" fmla="*/ 20820888 w 21945600"/>
              <a:gd name="connsiteY39" fmla="*/ 36576 h 36576"/>
              <a:gd name="connsiteX40" fmla="*/ 20354544 w 21945600"/>
              <a:gd name="connsiteY40" fmla="*/ 36576 h 36576"/>
              <a:gd name="connsiteX41" fmla="*/ 20327112 w 21945600"/>
              <a:gd name="connsiteY41" fmla="*/ 36576 h 36576"/>
              <a:gd name="connsiteX42" fmla="*/ 19421856 w 21945600"/>
              <a:gd name="connsiteY42" fmla="*/ 36576 h 36576"/>
              <a:gd name="connsiteX43" fmla="*/ 18516600 w 21945600"/>
              <a:gd name="connsiteY43" fmla="*/ 36576 h 36576"/>
              <a:gd name="connsiteX44" fmla="*/ 17830800 w 21945600"/>
              <a:gd name="connsiteY44" fmla="*/ 36576 h 36576"/>
              <a:gd name="connsiteX45" fmla="*/ 17583912 w 21945600"/>
              <a:gd name="connsiteY45" fmla="*/ 36576 h 36576"/>
              <a:gd name="connsiteX46" fmla="*/ 16898112 w 21945600"/>
              <a:gd name="connsiteY46" fmla="*/ 36576 h 36576"/>
              <a:gd name="connsiteX47" fmla="*/ 15992856 w 21945600"/>
              <a:gd name="connsiteY47" fmla="*/ 36576 h 36576"/>
              <a:gd name="connsiteX48" fmla="*/ 15087600 w 21945600"/>
              <a:gd name="connsiteY48" fmla="*/ 36576 h 36576"/>
              <a:gd name="connsiteX49" fmla="*/ 14840712 w 21945600"/>
              <a:gd name="connsiteY49" fmla="*/ 36576 h 36576"/>
              <a:gd name="connsiteX50" fmla="*/ 13716000 w 21945600"/>
              <a:gd name="connsiteY50" fmla="*/ 36576 h 36576"/>
              <a:gd name="connsiteX51" fmla="*/ 13688568 w 21945600"/>
              <a:gd name="connsiteY51" fmla="*/ 36576 h 36576"/>
              <a:gd name="connsiteX52" fmla="*/ 13441680 w 21945600"/>
              <a:gd name="connsiteY52" fmla="*/ 36576 h 36576"/>
              <a:gd name="connsiteX53" fmla="*/ 12975336 w 21945600"/>
              <a:gd name="connsiteY53" fmla="*/ 36576 h 36576"/>
              <a:gd name="connsiteX54" fmla="*/ 12070080 w 21945600"/>
              <a:gd name="connsiteY54" fmla="*/ 36576 h 36576"/>
              <a:gd name="connsiteX55" fmla="*/ 11164824 w 21945600"/>
              <a:gd name="connsiteY55" fmla="*/ 36576 h 36576"/>
              <a:gd name="connsiteX56" fmla="*/ 10040112 w 21945600"/>
              <a:gd name="connsiteY56" fmla="*/ 36576 h 36576"/>
              <a:gd name="connsiteX57" fmla="*/ 8915400 w 21945600"/>
              <a:gd name="connsiteY57" fmla="*/ 36576 h 36576"/>
              <a:gd name="connsiteX58" fmla="*/ 8010144 w 21945600"/>
              <a:gd name="connsiteY58" fmla="*/ 36576 h 36576"/>
              <a:gd name="connsiteX59" fmla="*/ 7324344 w 21945600"/>
              <a:gd name="connsiteY59" fmla="*/ 36576 h 36576"/>
              <a:gd name="connsiteX60" fmla="*/ 7077456 w 21945600"/>
              <a:gd name="connsiteY60" fmla="*/ 36576 h 36576"/>
              <a:gd name="connsiteX61" fmla="*/ 6172200 w 21945600"/>
              <a:gd name="connsiteY61" fmla="*/ 36576 h 36576"/>
              <a:gd name="connsiteX62" fmla="*/ 5266944 w 21945600"/>
              <a:gd name="connsiteY62" fmla="*/ 36576 h 36576"/>
              <a:gd name="connsiteX63" fmla="*/ 5020056 w 21945600"/>
              <a:gd name="connsiteY63" fmla="*/ 36576 h 36576"/>
              <a:gd name="connsiteX64" fmla="*/ 4553712 w 21945600"/>
              <a:gd name="connsiteY64" fmla="*/ 36576 h 36576"/>
              <a:gd name="connsiteX65" fmla="*/ 4087368 w 21945600"/>
              <a:gd name="connsiteY65" fmla="*/ 36576 h 36576"/>
              <a:gd name="connsiteX66" fmla="*/ 3621024 w 21945600"/>
              <a:gd name="connsiteY66" fmla="*/ 36576 h 36576"/>
              <a:gd name="connsiteX67" fmla="*/ 2715768 w 21945600"/>
              <a:gd name="connsiteY67" fmla="*/ 36576 h 36576"/>
              <a:gd name="connsiteX68" fmla="*/ 2249424 w 21945600"/>
              <a:gd name="connsiteY68" fmla="*/ 36576 h 36576"/>
              <a:gd name="connsiteX69" fmla="*/ 1124712 w 21945600"/>
              <a:gd name="connsiteY69" fmla="*/ 36576 h 36576"/>
              <a:gd name="connsiteX70" fmla="*/ 0 w 21945600"/>
              <a:gd name="connsiteY70" fmla="*/ 36576 h 36576"/>
              <a:gd name="connsiteX71" fmla="*/ 0 w 21945600"/>
              <a:gd name="connsiteY7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1945600" h="36576" fill="none" extrusionOk="0">
                <a:moveTo>
                  <a:pt x="0" y="0"/>
                </a:moveTo>
                <a:cubicBezTo>
                  <a:pt x="421743" y="26373"/>
                  <a:pt x="546320" y="15739"/>
                  <a:pt x="905256" y="0"/>
                </a:cubicBezTo>
                <a:cubicBezTo>
                  <a:pt x="1264192" y="-15739"/>
                  <a:pt x="1386536" y="-15656"/>
                  <a:pt x="1810512" y="0"/>
                </a:cubicBezTo>
                <a:cubicBezTo>
                  <a:pt x="2234488" y="15656"/>
                  <a:pt x="1998624" y="3590"/>
                  <a:pt x="2057400" y="0"/>
                </a:cubicBezTo>
                <a:cubicBezTo>
                  <a:pt x="2116176" y="-3590"/>
                  <a:pt x="2603764" y="-6151"/>
                  <a:pt x="2743200" y="0"/>
                </a:cubicBezTo>
                <a:cubicBezTo>
                  <a:pt x="2882636" y="6151"/>
                  <a:pt x="3353150" y="46913"/>
                  <a:pt x="3867912" y="0"/>
                </a:cubicBezTo>
                <a:cubicBezTo>
                  <a:pt x="4382674" y="-46913"/>
                  <a:pt x="4060330" y="5314"/>
                  <a:pt x="4114800" y="0"/>
                </a:cubicBezTo>
                <a:cubicBezTo>
                  <a:pt x="4169270" y="-5314"/>
                  <a:pt x="4534246" y="-31393"/>
                  <a:pt x="4800600" y="0"/>
                </a:cubicBezTo>
                <a:cubicBezTo>
                  <a:pt x="5066954" y="31393"/>
                  <a:pt x="5323745" y="3319"/>
                  <a:pt x="5486400" y="0"/>
                </a:cubicBezTo>
                <a:cubicBezTo>
                  <a:pt x="5649055" y="-3319"/>
                  <a:pt x="5502934" y="-1313"/>
                  <a:pt x="5513832" y="0"/>
                </a:cubicBezTo>
                <a:cubicBezTo>
                  <a:pt x="5524730" y="1313"/>
                  <a:pt x="5659978" y="-12316"/>
                  <a:pt x="5760720" y="0"/>
                </a:cubicBezTo>
                <a:cubicBezTo>
                  <a:pt x="5861462" y="12316"/>
                  <a:pt x="5898932" y="2721"/>
                  <a:pt x="6007608" y="0"/>
                </a:cubicBezTo>
                <a:cubicBezTo>
                  <a:pt x="6116284" y="-2721"/>
                  <a:pt x="6483483" y="-4819"/>
                  <a:pt x="6693408" y="0"/>
                </a:cubicBezTo>
                <a:cubicBezTo>
                  <a:pt x="6903333" y="4819"/>
                  <a:pt x="7588959" y="10934"/>
                  <a:pt x="7818120" y="0"/>
                </a:cubicBezTo>
                <a:cubicBezTo>
                  <a:pt x="8047281" y="-10934"/>
                  <a:pt x="7993804" y="5221"/>
                  <a:pt x="8065008" y="0"/>
                </a:cubicBezTo>
                <a:cubicBezTo>
                  <a:pt x="8136212" y="-5221"/>
                  <a:pt x="8852325" y="51539"/>
                  <a:pt x="9189720" y="0"/>
                </a:cubicBezTo>
                <a:cubicBezTo>
                  <a:pt x="9527115" y="-51539"/>
                  <a:pt x="9324727" y="-6372"/>
                  <a:pt x="9436608" y="0"/>
                </a:cubicBezTo>
                <a:cubicBezTo>
                  <a:pt x="9548489" y="6372"/>
                  <a:pt x="9796505" y="23327"/>
                  <a:pt x="10122408" y="0"/>
                </a:cubicBezTo>
                <a:cubicBezTo>
                  <a:pt x="10448311" y="-23327"/>
                  <a:pt x="10318828" y="6963"/>
                  <a:pt x="10369296" y="0"/>
                </a:cubicBezTo>
                <a:cubicBezTo>
                  <a:pt x="10419764" y="-6963"/>
                  <a:pt x="10716126" y="-4982"/>
                  <a:pt x="10835640" y="0"/>
                </a:cubicBezTo>
                <a:cubicBezTo>
                  <a:pt x="10955154" y="4982"/>
                  <a:pt x="11219367" y="17886"/>
                  <a:pt x="11521440" y="0"/>
                </a:cubicBezTo>
                <a:cubicBezTo>
                  <a:pt x="11823513" y="-17886"/>
                  <a:pt x="12367047" y="-46479"/>
                  <a:pt x="12646152" y="0"/>
                </a:cubicBezTo>
                <a:cubicBezTo>
                  <a:pt x="12925257" y="46479"/>
                  <a:pt x="13338284" y="-26830"/>
                  <a:pt x="13551408" y="0"/>
                </a:cubicBezTo>
                <a:cubicBezTo>
                  <a:pt x="13764532" y="26830"/>
                  <a:pt x="13846967" y="12769"/>
                  <a:pt x="14017752" y="0"/>
                </a:cubicBezTo>
                <a:cubicBezTo>
                  <a:pt x="14188537" y="-12769"/>
                  <a:pt x="14162126" y="4714"/>
                  <a:pt x="14264640" y="0"/>
                </a:cubicBezTo>
                <a:cubicBezTo>
                  <a:pt x="14367154" y="-4714"/>
                  <a:pt x="14751879" y="36146"/>
                  <a:pt x="15169896" y="0"/>
                </a:cubicBezTo>
                <a:cubicBezTo>
                  <a:pt x="15587913" y="-36146"/>
                  <a:pt x="15406707" y="17941"/>
                  <a:pt x="15636240" y="0"/>
                </a:cubicBezTo>
                <a:cubicBezTo>
                  <a:pt x="15865773" y="-17941"/>
                  <a:pt x="15889022" y="-14655"/>
                  <a:pt x="16102584" y="0"/>
                </a:cubicBezTo>
                <a:cubicBezTo>
                  <a:pt x="16316146" y="14655"/>
                  <a:pt x="16124510" y="870"/>
                  <a:pt x="16130016" y="0"/>
                </a:cubicBezTo>
                <a:cubicBezTo>
                  <a:pt x="16135522" y="-870"/>
                  <a:pt x="16815084" y="42640"/>
                  <a:pt x="17254728" y="0"/>
                </a:cubicBezTo>
                <a:cubicBezTo>
                  <a:pt x="17694372" y="-42640"/>
                  <a:pt x="17737816" y="21051"/>
                  <a:pt x="18159984" y="0"/>
                </a:cubicBezTo>
                <a:cubicBezTo>
                  <a:pt x="18582152" y="-21051"/>
                  <a:pt x="18719883" y="-27879"/>
                  <a:pt x="19065240" y="0"/>
                </a:cubicBezTo>
                <a:cubicBezTo>
                  <a:pt x="19410597" y="27879"/>
                  <a:pt x="19085806" y="974"/>
                  <a:pt x="19092672" y="0"/>
                </a:cubicBezTo>
                <a:cubicBezTo>
                  <a:pt x="19099538" y="-974"/>
                  <a:pt x="19107856" y="-640"/>
                  <a:pt x="19120104" y="0"/>
                </a:cubicBezTo>
                <a:cubicBezTo>
                  <a:pt x="19132352" y="640"/>
                  <a:pt x="19142037" y="-152"/>
                  <a:pt x="19147536" y="0"/>
                </a:cubicBezTo>
                <a:cubicBezTo>
                  <a:pt x="19153035" y="152"/>
                  <a:pt x="19534636" y="-13012"/>
                  <a:pt x="19833336" y="0"/>
                </a:cubicBezTo>
                <a:cubicBezTo>
                  <a:pt x="20132036" y="13012"/>
                  <a:pt x="20306411" y="18934"/>
                  <a:pt x="20738592" y="0"/>
                </a:cubicBezTo>
                <a:cubicBezTo>
                  <a:pt x="21170773" y="-18934"/>
                  <a:pt x="21426379" y="57975"/>
                  <a:pt x="21945600" y="0"/>
                </a:cubicBezTo>
                <a:cubicBezTo>
                  <a:pt x="21944920" y="15182"/>
                  <a:pt x="21945031" y="28240"/>
                  <a:pt x="21945600" y="36576"/>
                </a:cubicBezTo>
                <a:cubicBezTo>
                  <a:pt x="21720449" y="-15473"/>
                  <a:pt x="21092984" y="17470"/>
                  <a:pt x="20820888" y="36576"/>
                </a:cubicBezTo>
                <a:cubicBezTo>
                  <a:pt x="20548792" y="55682"/>
                  <a:pt x="20467037" y="21195"/>
                  <a:pt x="20354544" y="36576"/>
                </a:cubicBezTo>
                <a:cubicBezTo>
                  <a:pt x="20242051" y="51957"/>
                  <a:pt x="20337363" y="36164"/>
                  <a:pt x="20327112" y="36576"/>
                </a:cubicBezTo>
                <a:cubicBezTo>
                  <a:pt x="20316861" y="36988"/>
                  <a:pt x="19714624" y="67514"/>
                  <a:pt x="19421856" y="36576"/>
                </a:cubicBezTo>
                <a:cubicBezTo>
                  <a:pt x="19129088" y="5638"/>
                  <a:pt x="18900022" y="28604"/>
                  <a:pt x="18516600" y="36576"/>
                </a:cubicBezTo>
                <a:cubicBezTo>
                  <a:pt x="18133178" y="44548"/>
                  <a:pt x="17998183" y="54905"/>
                  <a:pt x="17830800" y="36576"/>
                </a:cubicBezTo>
                <a:cubicBezTo>
                  <a:pt x="17663417" y="18247"/>
                  <a:pt x="17647160" y="31655"/>
                  <a:pt x="17583912" y="36576"/>
                </a:cubicBezTo>
                <a:cubicBezTo>
                  <a:pt x="17520664" y="41497"/>
                  <a:pt x="17113969" y="48000"/>
                  <a:pt x="16898112" y="36576"/>
                </a:cubicBezTo>
                <a:cubicBezTo>
                  <a:pt x="16682255" y="25152"/>
                  <a:pt x="16396179" y="46024"/>
                  <a:pt x="15992856" y="36576"/>
                </a:cubicBezTo>
                <a:cubicBezTo>
                  <a:pt x="15589533" y="27128"/>
                  <a:pt x="15453003" y="2006"/>
                  <a:pt x="15087600" y="36576"/>
                </a:cubicBezTo>
                <a:cubicBezTo>
                  <a:pt x="14722197" y="71146"/>
                  <a:pt x="14962139" y="43983"/>
                  <a:pt x="14840712" y="36576"/>
                </a:cubicBezTo>
                <a:cubicBezTo>
                  <a:pt x="14719285" y="29169"/>
                  <a:pt x="14031206" y="3235"/>
                  <a:pt x="13716000" y="36576"/>
                </a:cubicBezTo>
                <a:cubicBezTo>
                  <a:pt x="13400794" y="69917"/>
                  <a:pt x="13699702" y="36784"/>
                  <a:pt x="13688568" y="36576"/>
                </a:cubicBezTo>
                <a:cubicBezTo>
                  <a:pt x="13677434" y="36368"/>
                  <a:pt x="13549601" y="44218"/>
                  <a:pt x="13441680" y="36576"/>
                </a:cubicBezTo>
                <a:cubicBezTo>
                  <a:pt x="13333759" y="28934"/>
                  <a:pt x="13194403" y="43582"/>
                  <a:pt x="12975336" y="36576"/>
                </a:cubicBezTo>
                <a:cubicBezTo>
                  <a:pt x="12756269" y="29570"/>
                  <a:pt x="12496698" y="13112"/>
                  <a:pt x="12070080" y="36576"/>
                </a:cubicBezTo>
                <a:cubicBezTo>
                  <a:pt x="11643462" y="60040"/>
                  <a:pt x="11494515" y="20795"/>
                  <a:pt x="11164824" y="36576"/>
                </a:cubicBezTo>
                <a:cubicBezTo>
                  <a:pt x="10835133" y="52357"/>
                  <a:pt x="10303956" y="87952"/>
                  <a:pt x="10040112" y="36576"/>
                </a:cubicBezTo>
                <a:cubicBezTo>
                  <a:pt x="9776268" y="-14800"/>
                  <a:pt x="9309125" y="40826"/>
                  <a:pt x="8915400" y="36576"/>
                </a:cubicBezTo>
                <a:cubicBezTo>
                  <a:pt x="8521675" y="32326"/>
                  <a:pt x="8235592" y="37410"/>
                  <a:pt x="8010144" y="36576"/>
                </a:cubicBezTo>
                <a:cubicBezTo>
                  <a:pt x="7784696" y="35742"/>
                  <a:pt x="7556705" y="26838"/>
                  <a:pt x="7324344" y="36576"/>
                </a:cubicBezTo>
                <a:cubicBezTo>
                  <a:pt x="7091983" y="46314"/>
                  <a:pt x="7169873" y="40000"/>
                  <a:pt x="7077456" y="36576"/>
                </a:cubicBezTo>
                <a:cubicBezTo>
                  <a:pt x="6985039" y="33152"/>
                  <a:pt x="6395767" y="49824"/>
                  <a:pt x="6172200" y="36576"/>
                </a:cubicBezTo>
                <a:cubicBezTo>
                  <a:pt x="5948633" y="23328"/>
                  <a:pt x="5614848" y="11374"/>
                  <a:pt x="5266944" y="36576"/>
                </a:cubicBezTo>
                <a:cubicBezTo>
                  <a:pt x="4919040" y="61778"/>
                  <a:pt x="5134821" y="40448"/>
                  <a:pt x="5020056" y="36576"/>
                </a:cubicBezTo>
                <a:cubicBezTo>
                  <a:pt x="4905291" y="32704"/>
                  <a:pt x="4664972" y="17908"/>
                  <a:pt x="4553712" y="36576"/>
                </a:cubicBezTo>
                <a:cubicBezTo>
                  <a:pt x="4442452" y="55244"/>
                  <a:pt x="4307490" y="36849"/>
                  <a:pt x="4087368" y="36576"/>
                </a:cubicBezTo>
                <a:cubicBezTo>
                  <a:pt x="3867246" y="36303"/>
                  <a:pt x="3812769" y="37964"/>
                  <a:pt x="3621024" y="36576"/>
                </a:cubicBezTo>
                <a:cubicBezTo>
                  <a:pt x="3429279" y="35188"/>
                  <a:pt x="3130207" y="-2472"/>
                  <a:pt x="2715768" y="36576"/>
                </a:cubicBezTo>
                <a:cubicBezTo>
                  <a:pt x="2301329" y="75624"/>
                  <a:pt x="2368981" y="46863"/>
                  <a:pt x="2249424" y="36576"/>
                </a:cubicBezTo>
                <a:cubicBezTo>
                  <a:pt x="2129867" y="26289"/>
                  <a:pt x="1617980" y="52425"/>
                  <a:pt x="1124712" y="36576"/>
                </a:cubicBezTo>
                <a:cubicBezTo>
                  <a:pt x="631444" y="20727"/>
                  <a:pt x="353459" y="68932"/>
                  <a:pt x="0" y="36576"/>
                </a:cubicBezTo>
                <a:cubicBezTo>
                  <a:pt x="-389" y="28441"/>
                  <a:pt x="988" y="11614"/>
                  <a:pt x="0" y="0"/>
                </a:cubicBezTo>
                <a:close/>
              </a:path>
              <a:path w="21945600" h="36576" stroke="0" extrusionOk="0">
                <a:moveTo>
                  <a:pt x="0" y="0"/>
                </a:moveTo>
                <a:cubicBezTo>
                  <a:pt x="78738" y="-6702"/>
                  <a:pt x="124882" y="4427"/>
                  <a:pt x="246888" y="0"/>
                </a:cubicBezTo>
                <a:cubicBezTo>
                  <a:pt x="368894" y="-4427"/>
                  <a:pt x="264772" y="-808"/>
                  <a:pt x="274320" y="0"/>
                </a:cubicBezTo>
                <a:cubicBezTo>
                  <a:pt x="283868" y="808"/>
                  <a:pt x="425686" y="-10995"/>
                  <a:pt x="521208" y="0"/>
                </a:cubicBezTo>
                <a:cubicBezTo>
                  <a:pt x="616730" y="10995"/>
                  <a:pt x="925127" y="26161"/>
                  <a:pt x="1207008" y="0"/>
                </a:cubicBezTo>
                <a:cubicBezTo>
                  <a:pt x="1488889" y="-26161"/>
                  <a:pt x="1863629" y="25804"/>
                  <a:pt x="2112264" y="0"/>
                </a:cubicBezTo>
                <a:cubicBezTo>
                  <a:pt x="2360899" y="-25804"/>
                  <a:pt x="2856157" y="-38525"/>
                  <a:pt x="3236976" y="0"/>
                </a:cubicBezTo>
                <a:cubicBezTo>
                  <a:pt x="3617795" y="38525"/>
                  <a:pt x="4108532" y="-15185"/>
                  <a:pt x="4361688" y="0"/>
                </a:cubicBezTo>
                <a:cubicBezTo>
                  <a:pt x="4614844" y="15185"/>
                  <a:pt x="4684381" y="-14633"/>
                  <a:pt x="4828032" y="0"/>
                </a:cubicBezTo>
                <a:cubicBezTo>
                  <a:pt x="4971683" y="14633"/>
                  <a:pt x="5329982" y="15220"/>
                  <a:pt x="5733288" y="0"/>
                </a:cubicBezTo>
                <a:cubicBezTo>
                  <a:pt x="6136594" y="-15220"/>
                  <a:pt x="6133637" y="-11909"/>
                  <a:pt x="6419088" y="0"/>
                </a:cubicBezTo>
                <a:cubicBezTo>
                  <a:pt x="6704539" y="11909"/>
                  <a:pt x="6686287" y="21630"/>
                  <a:pt x="6885432" y="0"/>
                </a:cubicBezTo>
                <a:cubicBezTo>
                  <a:pt x="7084577" y="-21630"/>
                  <a:pt x="7368157" y="20345"/>
                  <a:pt x="7790688" y="0"/>
                </a:cubicBezTo>
                <a:cubicBezTo>
                  <a:pt x="8213219" y="-20345"/>
                  <a:pt x="7805774" y="-451"/>
                  <a:pt x="7818120" y="0"/>
                </a:cubicBezTo>
                <a:cubicBezTo>
                  <a:pt x="7830466" y="451"/>
                  <a:pt x="8108732" y="-16692"/>
                  <a:pt x="8284464" y="0"/>
                </a:cubicBezTo>
                <a:cubicBezTo>
                  <a:pt x="8460196" y="16692"/>
                  <a:pt x="8710069" y="20479"/>
                  <a:pt x="8970264" y="0"/>
                </a:cubicBezTo>
                <a:cubicBezTo>
                  <a:pt x="9230459" y="-20479"/>
                  <a:pt x="9654070" y="-23489"/>
                  <a:pt x="9875520" y="0"/>
                </a:cubicBezTo>
                <a:cubicBezTo>
                  <a:pt x="10096970" y="23489"/>
                  <a:pt x="10230055" y="14787"/>
                  <a:pt x="10561320" y="0"/>
                </a:cubicBezTo>
                <a:cubicBezTo>
                  <a:pt x="10892585" y="-14787"/>
                  <a:pt x="11355400" y="42062"/>
                  <a:pt x="11686032" y="0"/>
                </a:cubicBezTo>
                <a:cubicBezTo>
                  <a:pt x="12016664" y="-42062"/>
                  <a:pt x="11707139" y="-1040"/>
                  <a:pt x="11713464" y="0"/>
                </a:cubicBezTo>
                <a:cubicBezTo>
                  <a:pt x="11719789" y="1040"/>
                  <a:pt x="12097394" y="2532"/>
                  <a:pt x="12399264" y="0"/>
                </a:cubicBezTo>
                <a:cubicBezTo>
                  <a:pt x="12701134" y="-2532"/>
                  <a:pt x="12419541" y="1081"/>
                  <a:pt x="12426696" y="0"/>
                </a:cubicBezTo>
                <a:cubicBezTo>
                  <a:pt x="12433851" y="-1081"/>
                  <a:pt x="13203091" y="32097"/>
                  <a:pt x="13551408" y="0"/>
                </a:cubicBezTo>
                <a:cubicBezTo>
                  <a:pt x="13899725" y="-32097"/>
                  <a:pt x="13704994" y="4050"/>
                  <a:pt x="13798296" y="0"/>
                </a:cubicBezTo>
                <a:cubicBezTo>
                  <a:pt x="13891598" y="-4050"/>
                  <a:pt x="13819194" y="591"/>
                  <a:pt x="13825728" y="0"/>
                </a:cubicBezTo>
                <a:cubicBezTo>
                  <a:pt x="13832262" y="-591"/>
                  <a:pt x="14247058" y="-30068"/>
                  <a:pt x="14511528" y="0"/>
                </a:cubicBezTo>
                <a:cubicBezTo>
                  <a:pt x="14775998" y="30068"/>
                  <a:pt x="14668616" y="6993"/>
                  <a:pt x="14758416" y="0"/>
                </a:cubicBezTo>
                <a:cubicBezTo>
                  <a:pt x="14848216" y="-6993"/>
                  <a:pt x="15386840" y="3019"/>
                  <a:pt x="15663672" y="0"/>
                </a:cubicBezTo>
                <a:cubicBezTo>
                  <a:pt x="15940504" y="-3019"/>
                  <a:pt x="15823667" y="2894"/>
                  <a:pt x="15910560" y="0"/>
                </a:cubicBezTo>
                <a:cubicBezTo>
                  <a:pt x="15997453" y="-2894"/>
                  <a:pt x="16588125" y="-8530"/>
                  <a:pt x="17035272" y="0"/>
                </a:cubicBezTo>
                <a:cubicBezTo>
                  <a:pt x="17482419" y="8530"/>
                  <a:pt x="17188794" y="6706"/>
                  <a:pt x="17282160" y="0"/>
                </a:cubicBezTo>
                <a:cubicBezTo>
                  <a:pt x="17375526" y="-6706"/>
                  <a:pt x="17472317" y="-5717"/>
                  <a:pt x="17529048" y="0"/>
                </a:cubicBezTo>
                <a:cubicBezTo>
                  <a:pt x="17585779" y="5717"/>
                  <a:pt x="18174415" y="31621"/>
                  <a:pt x="18434304" y="0"/>
                </a:cubicBezTo>
                <a:cubicBezTo>
                  <a:pt x="18694193" y="-31621"/>
                  <a:pt x="19301918" y="29693"/>
                  <a:pt x="19559016" y="0"/>
                </a:cubicBezTo>
                <a:cubicBezTo>
                  <a:pt x="19816114" y="-29693"/>
                  <a:pt x="19574042" y="702"/>
                  <a:pt x="19586448" y="0"/>
                </a:cubicBezTo>
                <a:cubicBezTo>
                  <a:pt x="19598854" y="-702"/>
                  <a:pt x="20049547" y="-22820"/>
                  <a:pt x="20491704" y="0"/>
                </a:cubicBezTo>
                <a:cubicBezTo>
                  <a:pt x="20933861" y="22820"/>
                  <a:pt x="20755106" y="6629"/>
                  <a:pt x="20958048" y="0"/>
                </a:cubicBezTo>
                <a:cubicBezTo>
                  <a:pt x="21160990" y="-6629"/>
                  <a:pt x="21663188" y="-27211"/>
                  <a:pt x="21945600" y="0"/>
                </a:cubicBezTo>
                <a:cubicBezTo>
                  <a:pt x="21944964" y="7863"/>
                  <a:pt x="21943820" y="25698"/>
                  <a:pt x="21945600" y="36576"/>
                </a:cubicBezTo>
                <a:cubicBezTo>
                  <a:pt x="21738864" y="-5974"/>
                  <a:pt x="21483832" y="56357"/>
                  <a:pt x="21040344" y="36576"/>
                </a:cubicBezTo>
                <a:cubicBezTo>
                  <a:pt x="20596856" y="16795"/>
                  <a:pt x="20741173" y="55968"/>
                  <a:pt x="20574000" y="36576"/>
                </a:cubicBezTo>
                <a:cubicBezTo>
                  <a:pt x="20406827" y="17184"/>
                  <a:pt x="20560204" y="36526"/>
                  <a:pt x="20546568" y="36576"/>
                </a:cubicBezTo>
                <a:cubicBezTo>
                  <a:pt x="20532932" y="36626"/>
                  <a:pt x="20530490" y="36880"/>
                  <a:pt x="20519136" y="36576"/>
                </a:cubicBezTo>
                <a:cubicBezTo>
                  <a:pt x="20507782" y="36272"/>
                  <a:pt x="19823262" y="37799"/>
                  <a:pt x="19613880" y="36576"/>
                </a:cubicBezTo>
                <a:cubicBezTo>
                  <a:pt x="19404498" y="35353"/>
                  <a:pt x="19223151" y="67241"/>
                  <a:pt x="18928080" y="36576"/>
                </a:cubicBezTo>
                <a:cubicBezTo>
                  <a:pt x="18633009" y="5911"/>
                  <a:pt x="18160671" y="-11744"/>
                  <a:pt x="17803368" y="36576"/>
                </a:cubicBezTo>
                <a:cubicBezTo>
                  <a:pt x="17446065" y="84896"/>
                  <a:pt x="17412412" y="14966"/>
                  <a:pt x="17117568" y="36576"/>
                </a:cubicBezTo>
                <a:cubicBezTo>
                  <a:pt x="16822724" y="58186"/>
                  <a:pt x="16494673" y="2337"/>
                  <a:pt x="16212312" y="36576"/>
                </a:cubicBezTo>
                <a:cubicBezTo>
                  <a:pt x="15929951" y="70815"/>
                  <a:pt x="15826333" y="11046"/>
                  <a:pt x="15526512" y="36576"/>
                </a:cubicBezTo>
                <a:cubicBezTo>
                  <a:pt x="15226691" y="62106"/>
                  <a:pt x="15082025" y="15118"/>
                  <a:pt x="14840712" y="36576"/>
                </a:cubicBezTo>
                <a:cubicBezTo>
                  <a:pt x="14599399" y="58034"/>
                  <a:pt x="14517430" y="19609"/>
                  <a:pt x="14374368" y="36576"/>
                </a:cubicBezTo>
                <a:cubicBezTo>
                  <a:pt x="14231306" y="53543"/>
                  <a:pt x="13854278" y="2480"/>
                  <a:pt x="13469112" y="36576"/>
                </a:cubicBezTo>
                <a:cubicBezTo>
                  <a:pt x="13083946" y="70672"/>
                  <a:pt x="13086505" y="29507"/>
                  <a:pt x="12783312" y="36576"/>
                </a:cubicBezTo>
                <a:cubicBezTo>
                  <a:pt x="12480119" y="43645"/>
                  <a:pt x="12228847" y="-3513"/>
                  <a:pt x="11878056" y="36576"/>
                </a:cubicBezTo>
                <a:cubicBezTo>
                  <a:pt x="11527265" y="76665"/>
                  <a:pt x="11722541" y="34421"/>
                  <a:pt x="11631168" y="36576"/>
                </a:cubicBezTo>
                <a:cubicBezTo>
                  <a:pt x="11539795" y="38731"/>
                  <a:pt x="11328250" y="26850"/>
                  <a:pt x="11164824" y="36576"/>
                </a:cubicBezTo>
                <a:cubicBezTo>
                  <a:pt x="11001398" y="46302"/>
                  <a:pt x="10673541" y="78959"/>
                  <a:pt x="10259568" y="36576"/>
                </a:cubicBezTo>
                <a:cubicBezTo>
                  <a:pt x="9845595" y="-5807"/>
                  <a:pt x="9733074" y="59393"/>
                  <a:pt x="9573768" y="36576"/>
                </a:cubicBezTo>
                <a:cubicBezTo>
                  <a:pt x="9414462" y="13759"/>
                  <a:pt x="9555544" y="36473"/>
                  <a:pt x="9546336" y="36576"/>
                </a:cubicBezTo>
                <a:cubicBezTo>
                  <a:pt x="9537128" y="36679"/>
                  <a:pt x="8966343" y="25197"/>
                  <a:pt x="8641080" y="36576"/>
                </a:cubicBezTo>
                <a:cubicBezTo>
                  <a:pt x="8315817" y="47955"/>
                  <a:pt x="8340016" y="17323"/>
                  <a:pt x="8174736" y="36576"/>
                </a:cubicBezTo>
                <a:cubicBezTo>
                  <a:pt x="8009456" y="55829"/>
                  <a:pt x="7277736" y="27510"/>
                  <a:pt x="7050024" y="36576"/>
                </a:cubicBezTo>
                <a:cubicBezTo>
                  <a:pt x="6822312" y="45642"/>
                  <a:pt x="7033761" y="37384"/>
                  <a:pt x="7022592" y="36576"/>
                </a:cubicBezTo>
                <a:cubicBezTo>
                  <a:pt x="7011423" y="35768"/>
                  <a:pt x="6523471" y="22547"/>
                  <a:pt x="6117336" y="36576"/>
                </a:cubicBezTo>
                <a:cubicBezTo>
                  <a:pt x="5711201" y="50605"/>
                  <a:pt x="5866816" y="21657"/>
                  <a:pt x="5650992" y="36576"/>
                </a:cubicBezTo>
                <a:cubicBezTo>
                  <a:pt x="5435168" y="51495"/>
                  <a:pt x="5142184" y="50113"/>
                  <a:pt x="4745736" y="36576"/>
                </a:cubicBezTo>
                <a:cubicBezTo>
                  <a:pt x="4349288" y="23039"/>
                  <a:pt x="4567465" y="35506"/>
                  <a:pt x="4498848" y="36576"/>
                </a:cubicBezTo>
                <a:cubicBezTo>
                  <a:pt x="4430231" y="37646"/>
                  <a:pt x="4316854" y="42140"/>
                  <a:pt x="4251960" y="36576"/>
                </a:cubicBezTo>
                <a:cubicBezTo>
                  <a:pt x="4187066" y="31012"/>
                  <a:pt x="4006963" y="35461"/>
                  <a:pt x="3785616" y="36576"/>
                </a:cubicBezTo>
                <a:cubicBezTo>
                  <a:pt x="3564269" y="37691"/>
                  <a:pt x="3513429" y="13694"/>
                  <a:pt x="3319272" y="36576"/>
                </a:cubicBezTo>
                <a:cubicBezTo>
                  <a:pt x="3125115" y="59458"/>
                  <a:pt x="2634641" y="25517"/>
                  <a:pt x="2414016" y="36576"/>
                </a:cubicBezTo>
                <a:cubicBezTo>
                  <a:pt x="2193391" y="47635"/>
                  <a:pt x="2395840" y="37250"/>
                  <a:pt x="2386584" y="36576"/>
                </a:cubicBezTo>
                <a:cubicBezTo>
                  <a:pt x="2377328" y="35902"/>
                  <a:pt x="1545536" y="28507"/>
                  <a:pt x="1261872" y="36576"/>
                </a:cubicBezTo>
                <a:cubicBezTo>
                  <a:pt x="978208" y="44645"/>
                  <a:pt x="1242837" y="35250"/>
                  <a:pt x="1234440" y="36576"/>
                </a:cubicBezTo>
                <a:cubicBezTo>
                  <a:pt x="1226043" y="37902"/>
                  <a:pt x="282424" y="83210"/>
                  <a:pt x="0" y="36576"/>
                </a:cubicBezTo>
                <a:cubicBezTo>
                  <a:pt x="476" y="24480"/>
                  <a:pt x="-366" y="10102"/>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AE6ED48-D3C1-4640-8145-FF90923757ED}"/>
              </a:ext>
            </a:extLst>
          </p:cNvPr>
          <p:cNvSpPr txBox="1"/>
          <p:nvPr/>
        </p:nvSpPr>
        <p:spPr>
          <a:xfrm>
            <a:off x="1144986" y="4142632"/>
            <a:ext cx="13427104" cy="8238344"/>
          </a:xfrm>
          <a:prstGeom prst="rect">
            <a:avLst/>
          </a:prstGeom>
        </p:spPr>
        <p:txBody>
          <a:bodyPr vert="horz" lIns="91440" tIns="45720" rIns="91440" bIns="45720" rtlCol="0" anchor="t">
            <a:normAutofit/>
          </a:bodyPr>
          <a:lstStyle/>
          <a:p>
            <a:pPr marL="685800" indent="-228600">
              <a:lnSpc>
                <a:spcPct val="90000"/>
              </a:lnSpc>
              <a:spcAft>
                <a:spcPts val="600"/>
              </a:spcAft>
              <a:buFont typeface="Arial" panose="020B0604020202020204" pitchFamily="34" charset="0"/>
              <a:buChar char="•"/>
            </a:pPr>
            <a:r>
              <a:rPr lang="en-US" sz="4400" b="1" dirty="0" err="1"/>
              <a:t>Comportamiento</a:t>
            </a:r>
            <a:r>
              <a:rPr lang="en-US" sz="4400" b="1" dirty="0"/>
              <a:t> </a:t>
            </a:r>
            <a:r>
              <a:rPr lang="en-US" sz="4400" b="1" dirty="0" err="1"/>
              <a:t>inusual</a:t>
            </a:r>
            <a:r>
              <a:rPr lang="en-US" sz="4400" b="1" dirty="0"/>
              <a:t> de </a:t>
            </a:r>
            <a:r>
              <a:rPr lang="en-US" sz="4400" b="1" dirty="0" err="1"/>
              <a:t>cuentas</a:t>
            </a:r>
            <a:r>
              <a:rPr lang="en-US" sz="4400" b="1" dirty="0"/>
              <a:t> de </a:t>
            </a:r>
            <a:r>
              <a:rPr lang="en-US" sz="4400" b="1" dirty="0" err="1"/>
              <a:t>usuario</a:t>
            </a:r>
            <a:r>
              <a:rPr lang="en-US" sz="4400" b="1" dirty="0"/>
              <a:t> </a:t>
            </a:r>
            <a:r>
              <a:rPr lang="en-US" sz="4400" b="1" dirty="0" err="1"/>
              <a:t>privilegiadas</a:t>
            </a:r>
            <a:r>
              <a:rPr lang="en-US" sz="4400" b="1" dirty="0"/>
              <a:t>. ...</a:t>
            </a:r>
          </a:p>
          <a:p>
            <a:pPr indent="-228600">
              <a:lnSpc>
                <a:spcPct val="90000"/>
              </a:lnSpc>
              <a:spcAft>
                <a:spcPts val="600"/>
              </a:spcAft>
              <a:buFont typeface="Arial" panose="020B0604020202020204" pitchFamily="34" charset="0"/>
              <a:buChar char="•"/>
            </a:pPr>
            <a:r>
              <a:rPr lang="en-US" sz="4400" b="1" dirty="0" err="1"/>
              <a:t>Empleados</a:t>
            </a:r>
            <a:r>
              <a:rPr lang="en-US" sz="4400" b="1" dirty="0"/>
              <a:t> no </a:t>
            </a:r>
            <a:r>
              <a:rPr lang="en-US" sz="4400" b="1" dirty="0" err="1"/>
              <a:t>autorizados</a:t>
            </a:r>
            <a:r>
              <a:rPr lang="en-US" sz="4400" b="1" dirty="0"/>
              <a:t> que </a:t>
            </a:r>
            <a:r>
              <a:rPr lang="en-US" sz="4400" b="1" dirty="0" err="1"/>
              <a:t>intentan</a:t>
            </a:r>
            <a:r>
              <a:rPr lang="en-US" sz="4400" b="1" dirty="0"/>
              <a:t> acceder a </a:t>
            </a:r>
            <a:r>
              <a:rPr lang="en-US" sz="4400" b="1" dirty="0" err="1"/>
              <a:t>servidores</a:t>
            </a:r>
            <a:r>
              <a:rPr lang="en-US" sz="4400" b="1" dirty="0"/>
              <a:t> y </a:t>
            </a:r>
            <a:r>
              <a:rPr lang="en-US" sz="4400" b="1" dirty="0" err="1"/>
              <a:t>datos</a:t>
            </a:r>
            <a:r>
              <a:rPr lang="en-US" sz="4400" b="1" dirty="0"/>
              <a:t>. ...</a:t>
            </a:r>
          </a:p>
          <a:p>
            <a:pPr indent="-228600">
              <a:lnSpc>
                <a:spcPct val="90000"/>
              </a:lnSpc>
              <a:spcAft>
                <a:spcPts val="600"/>
              </a:spcAft>
              <a:buFont typeface="Arial" panose="020B0604020202020204" pitchFamily="34" charset="0"/>
              <a:buChar char="•"/>
            </a:pPr>
            <a:r>
              <a:rPr lang="en-US" sz="4400" b="1" dirty="0" err="1"/>
              <a:t>Anomalías</a:t>
            </a:r>
            <a:r>
              <a:rPr lang="en-US" sz="4400" b="1" dirty="0"/>
              <a:t> </a:t>
            </a:r>
            <a:r>
              <a:rPr lang="en-US" sz="4400" b="1" dirty="0" err="1"/>
              <a:t>en</a:t>
            </a:r>
            <a:r>
              <a:rPr lang="en-US" sz="4400" b="1" dirty="0"/>
              <a:t> </a:t>
            </a:r>
            <a:r>
              <a:rPr lang="en-US" sz="4400" b="1" dirty="0" err="1"/>
              <a:t>el</a:t>
            </a:r>
            <a:r>
              <a:rPr lang="en-US" sz="4400" b="1" dirty="0"/>
              <a:t> </a:t>
            </a:r>
            <a:r>
              <a:rPr lang="en-US" sz="4400" b="1" dirty="0" err="1"/>
              <a:t>tráfico</a:t>
            </a:r>
            <a:r>
              <a:rPr lang="en-US" sz="4400" b="1" dirty="0"/>
              <a:t> de la red de </a:t>
            </a:r>
            <a:r>
              <a:rPr lang="en-US" sz="4400" b="1" dirty="0" err="1"/>
              <a:t>salida</a:t>
            </a:r>
            <a:r>
              <a:rPr lang="en-US" sz="4400" b="1" dirty="0"/>
              <a:t>. ...</a:t>
            </a:r>
          </a:p>
          <a:p>
            <a:pPr indent="-228600">
              <a:lnSpc>
                <a:spcPct val="90000"/>
              </a:lnSpc>
              <a:spcAft>
                <a:spcPts val="600"/>
              </a:spcAft>
              <a:buFont typeface="Arial" panose="020B0604020202020204" pitchFamily="34" charset="0"/>
              <a:buChar char="•"/>
            </a:pPr>
            <a:r>
              <a:rPr lang="en-US" sz="4400" b="1" dirty="0" err="1"/>
              <a:t>Tráfico</a:t>
            </a:r>
            <a:r>
              <a:rPr lang="en-US" sz="4400" b="1" dirty="0"/>
              <a:t> </a:t>
            </a:r>
            <a:r>
              <a:rPr lang="en-US" sz="4400" b="1" dirty="0" err="1"/>
              <a:t>enviado</a:t>
            </a:r>
            <a:r>
              <a:rPr lang="en-US" sz="4400" b="1" dirty="0"/>
              <a:t> </a:t>
            </a:r>
            <a:r>
              <a:rPr lang="en-US" sz="4400" b="1" dirty="0" err="1"/>
              <a:t>hacia</a:t>
            </a:r>
            <a:r>
              <a:rPr lang="en-US" sz="4400" b="1" dirty="0"/>
              <a:t> o </a:t>
            </a:r>
            <a:r>
              <a:rPr lang="en-US" sz="4400" b="1" dirty="0" err="1"/>
              <a:t>desde</a:t>
            </a:r>
            <a:r>
              <a:rPr lang="en-US" sz="4400" b="1" dirty="0"/>
              <a:t> </a:t>
            </a:r>
            <a:r>
              <a:rPr lang="en-US" sz="4400" b="1" dirty="0" err="1"/>
              <a:t>lugares</a:t>
            </a:r>
            <a:r>
              <a:rPr lang="en-US" sz="4400" b="1" dirty="0"/>
              <a:t> </a:t>
            </a:r>
            <a:r>
              <a:rPr lang="en-US" sz="4400" b="1" dirty="0" err="1"/>
              <a:t>desconocidos</a:t>
            </a:r>
            <a:r>
              <a:rPr lang="en-US" sz="4400" b="1" dirty="0"/>
              <a:t>. ...</a:t>
            </a:r>
          </a:p>
          <a:p>
            <a:pPr indent="-228600">
              <a:lnSpc>
                <a:spcPct val="90000"/>
              </a:lnSpc>
              <a:spcAft>
                <a:spcPts val="600"/>
              </a:spcAft>
              <a:buFont typeface="Arial" panose="020B0604020202020204" pitchFamily="34" charset="0"/>
              <a:buChar char="•"/>
            </a:pPr>
            <a:r>
              <a:rPr lang="en-US" sz="4400" b="1" dirty="0" err="1"/>
              <a:t>Consumo</a:t>
            </a:r>
            <a:r>
              <a:rPr lang="en-US" sz="4400" b="1" dirty="0"/>
              <a:t> </a:t>
            </a:r>
            <a:r>
              <a:rPr lang="en-US" sz="4400" b="1" dirty="0" err="1"/>
              <a:t>excesivo</a:t>
            </a:r>
            <a:r>
              <a:rPr lang="en-US" sz="4400" b="1" dirty="0"/>
              <a:t>. ...</a:t>
            </a:r>
          </a:p>
          <a:p>
            <a:pPr indent="-228600">
              <a:lnSpc>
                <a:spcPct val="90000"/>
              </a:lnSpc>
              <a:spcAft>
                <a:spcPts val="600"/>
              </a:spcAft>
              <a:buFont typeface="Arial" panose="020B0604020202020204" pitchFamily="34" charset="0"/>
              <a:buChar char="•"/>
            </a:pPr>
            <a:r>
              <a:rPr lang="en-US" sz="4400" b="1" dirty="0" err="1"/>
              <a:t>Cambios</a:t>
            </a:r>
            <a:r>
              <a:rPr lang="en-US" sz="4400" b="1" dirty="0"/>
              <a:t> </a:t>
            </a:r>
            <a:r>
              <a:rPr lang="en-US" sz="4400" b="1" dirty="0" err="1"/>
              <a:t>en</a:t>
            </a:r>
            <a:r>
              <a:rPr lang="en-US" sz="4400" b="1" dirty="0"/>
              <a:t> la </a:t>
            </a:r>
            <a:r>
              <a:rPr lang="en-US" sz="4400" b="1" dirty="0" err="1"/>
              <a:t>configuración</a:t>
            </a:r>
            <a:r>
              <a:rPr lang="en-US" sz="4400" b="1" dirty="0"/>
              <a:t>.</a:t>
            </a:r>
          </a:p>
        </p:txBody>
      </p:sp>
      <p:pic>
        <p:nvPicPr>
          <p:cNvPr id="3" name="Imagen 2" descr="Imagen que contiene Icono&#10;&#10;Descripción generada automáticamente">
            <a:extLst>
              <a:ext uri="{FF2B5EF4-FFF2-40B4-BE49-F238E27FC236}">
                <a16:creationId xmlns:a16="http://schemas.microsoft.com/office/drawing/2014/main" id="{23E33769-EC2D-3238-7A9E-298F6AF34B80}"/>
              </a:ext>
            </a:extLst>
          </p:cNvPr>
          <p:cNvPicPr>
            <a:picLocks noChangeAspect="1"/>
          </p:cNvPicPr>
          <p:nvPr/>
        </p:nvPicPr>
        <p:blipFill>
          <a:blip r:embed="rId3">
            <a:extLst>
              <a:ext uri="{28A0092B-C50C-407E-A947-70E740481C1C}">
                <a14:useLocalDpi xmlns:a14="http://schemas.microsoft.com/office/drawing/2010/main" val="0"/>
              </a:ext>
            </a:extLst>
          </a:blip>
          <a:srcRect l="1678" r="1147" b="2"/>
          <a:stretch/>
        </p:blipFill>
        <p:spPr>
          <a:xfrm>
            <a:off x="15351316" y="4187952"/>
            <a:ext cx="7882128" cy="8193024"/>
          </a:xfrm>
          <a:prstGeom prst="rect">
            <a:avLst/>
          </a:prstGeom>
        </p:spPr>
      </p:pic>
      <p:pic>
        <p:nvPicPr>
          <p:cNvPr id="22" name="Google Shape;135;p8" descr="Cómo protegerse de los virus, piratas informáticos y demás ataques? |  Tecnología - ComputerHoy.com">
            <a:extLst>
              <a:ext uri="{FF2B5EF4-FFF2-40B4-BE49-F238E27FC236}">
                <a16:creationId xmlns:a16="http://schemas.microsoft.com/office/drawing/2014/main" id="{F0C050AB-9288-4577-A6F6-36CB8CBC3CC9}"/>
              </a:ext>
            </a:extLst>
          </p:cNvPr>
          <p:cNvPicPr preferRelativeResize="0"/>
          <p:nvPr/>
        </p:nvPicPr>
        <p:blipFill rotWithShape="1">
          <a:blip r:embed="rId4">
            <a:alphaModFix/>
          </a:blip>
          <a:srcRect/>
          <a:stretch/>
        </p:blipFill>
        <p:spPr>
          <a:xfrm>
            <a:off x="21869400" y="12191999"/>
            <a:ext cx="2514600" cy="1507145"/>
          </a:xfrm>
          <a:prstGeom prst="rect">
            <a:avLst/>
          </a:prstGeom>
          <a:noFill/>
          <a:ln>
            <a:noFill/>
          </a:ln>
        </p:spPr>
      </p:pic>
    </p:spTree>
    <p:extLst>
      <p:ext uri="{BB962C8B-B14F-4D97-AF65-F5344CB8AC3E}">
        <p14:creationId xmlns:p14="http://schemas.microsoft.com/office/powerpoint/2010/main" val="138098182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88"/>
        <p:cNvGrpSpPr/>
        <p:nvPr/>
      </p:nvGrpSpPr>
      <p:grpSpPr>
        <a:xfrm>
          <a:off x="0" y="0"/>
          <a:ext cx="0" cy="0"/>
          <a:chOff x="0" y="0"/>
          <a:chExt cx="0" cy="0"/>
        </a:xfrm>
      </p:grpSpPr>
      <p:sp useBgFill="1">
        <p:nvSpPr>
          <p:cNvPr id="396" name="Rectangle 395">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Google Shape;389;p33"/>
          <p:cNvSpPr txBox="1">
            <a:spLocks noGrp="1"/>
          </p:cNvSpPr>
          <p:nvPr>
            <p:ph type="title" idx="4294967295"/>
          </p:nvPr>
        </p:nvSpPr>
        <p:spPr>
          <a:xfrm>
            <a:off x="1280160" y="658368"/>
            <a:ext cx="13789152" cy="3566160"/>
          </a:xfrm>
          <a:prstGeom prst="rect">
            <a:avLst/>
          </a:prstGeom>
        </p:spPr>
        <p:txBody>
          <a:bodyPr spcFirstLastPara="1" vert="horz" lIns="91440" tIns="45720" rIns="91440" bIns="45720" rtlCol="0" anchor="b" anchorCtr="0">
            <a:normAutofit/>
          </a:bodyPr>
          <a:lstStyle/>
          <a:p>
            <a:pPr lvl="1" algn="l" rtl="0">
              <a:lnSpc>
                <a:spcPct val="90000"/>
              </a:lnSpc>
              <a:spcBef>
                <a:spcPct val="0"/>
              </a:spcBef>
            </a:pPr>
            <a:r>
              <a:rPr lang="en-US" sz="10800" kern="1200" dirty="0">
                <a:solidFill>
                  <a:schemeClr val="tx1"/>
                </a:solidFill>
                <a:latin typeface="+mj-lt"/>
                <a:ea typeface="+mj-ea"/>
                <a:cs typeface="+mj-cs"/>
              </a:rPr>
              <a:t>¿QUE ES UN MALWARE?</a:t>
            </a:r>
          </a:p>
        </p:txBody>
      </p:sp>
      <p:sp>
        <p:nvSpPr>
          <p:cNvPr id="398"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7904" y="4791456"/>
            <a:ext cx="8487178" cy="36576"/>
          </a:xfrm>
          <a:custGeom>
            <a:avLst/>
            <a:gdLst>
              <a:gd name="connsiteX0" fmla="*/ 0 w 8487178"/>
              <a:gd name="connsiteY0" fmla="*/ 0 h 36576"/>
              <a:gd name="connsiteX1" fmla="*/ 737732 w 8487178"/>
              <a:gd name="connsiteY1" fmla="*/ 0 h 36576"/>
              <a:gd name="connsiteX2" fmla="*/ 1560335 w 8487178"/>
              <a:gd name="connsiteY2" fmla="*/ 0 h 36576"/>
              <a:gd name="connsiteX3" fmla="*/ 1958580 w 8487178"/>
              <a:gd name="connsiteY3" fmla="*/ 0 h 36576"/>
              <a:gd name="connsiteX4" fmla="*/ 2526568 w 8487178"/>
              <a:gd name="connsiteY4" fmla="*/ 0 h 36576"/>
              <a:gd name="connsiteX5" fmla="*/ 2924812 w 8487178"/>
              <a:gd name="connsiteY5" fmla="*/ 0 h 36576"/>
              <a:gd name="connsiteX6" fmla="*/ 3577672 w 8487178"/>
              <a:gd name="connsiteY6" fmla="*/ 0 h 36576"/>
              <a:gd name="connsiteX7" fmla="*/ 4145660 w 8487178"/>
              <a:gd name="connsiteY7" fmla="*/ 0 h 36576"/>
              <a:gd name="connsiteX8" fmla="*/ 4883392 w 8487178"/>
              <a:gd name="connsiteY8" fmla="*/ 0 h 36576"/>
              <a:gd name="connsiteX9" fmla="*/ 5705995 w 8487178"/>
              <a:gd name="connsiteY9" fmla="*/ 0 h 36576"/>
              <a:gd name="connsiteX10" fmla="*/ 6358855 w 8487178"/>
              <a:gd name="connsiteY10" fmla="*/ 0 h 36576"/>
              <a:gd name="connsiteX11" fmla="*/ 7181458 w 8487178"/>
              <a:gd name="connsiteY11" fmla="*/ 0 h 36576"/>
              <a:gd name="connsiteX12" fmla="*/ 7834318 w 8487178"/>
              <a:gd name="connsiteY12" fmla="*/ 0 h 36576"/>
              <a:gd name="connsiteX13" fmla="*/ 8487178 w 8487178"/>
              <a:gd name="connsiteY13" fmla="*/ 0 h 36576"/>
              <a:gd name="connsiteX14" fmla="*/ 8487178 w 8487178"/>
              <a:gd name="connsiteY14" fmla="*/ 36576 h 36576"/>
              <a:gd name="connsiteX15" fmla="*/ 7834318 w 8487178"/>
              <a:gd name="connsiteY15" fmla="*/ 36576 h 36576"/>
              <a:gd name="connsiteX16" fmla="*/ 7351202 w 8487178"/>
              <a:gd name="connsiteY16" fmla="*/ 36576 h 36576"/>
              <a:gd name="connsiteX17" fmla="*/ 6952957 w 8487178"/>
              <a:gd name="connsiteY17" fmla="*/ 36576 h 36576"/>
              <a:gd name="connsiteX18" fmla="*/ 6384969 w 8487178"/>
              <a:gd name="connsiteY18" fmla="*/ 36576 h 36576"/>
              <a:gd name="connsiteX19" fmla="*/ 5732109 w 8487178"/>
              <a:gd name="connsiteY19" fmla="*/ 36576 h 36576"/>
              <a:gd name="connsiteX20" fmla="*/ 5164121 w 8487178"/>
              <a:gd name="connsiteY20" fmla="*/ 36576 h 36576"/>
              <a:gd name="connsiteX21" fmla="*/ 4681005 w 8487178"/>
              <a:gd name="connsiteY21" fmla="*/ 36576 h 36576"/>
              <a:gd name="connsiteX22" fmla="*/ 3858402 w 8487178"/>
              <a:gd name="connsiteY22" fmla="*/ 36576 h 36576"/>
              <a:gd name="connsiteX23" fmla="*/ 3205542 w 8487178"/>
              <a:gd name="connsiteY23" fmla="*/ 36576 h 36576"/>
              <a:gd name="connsiteX24" fmla="*/ 2467810 w 8487178"/>
              <a:gd name="connsiteY24" fmla="*/ 36576 h 36576"/>
              <a:gd name="connsiteX25" fmla="*/ 2069566 w 8487178"/>
              <a:gd name="connsiteY25" fmla="*/ 36576 h 36576"/>
              <a:gd name="connsiteX26" fmla="*/ 1586449 w 8487178"/>
              <a:gd name="connsiteY26" fmla="*/ 36576 h 36576"/>
              <a:gd name="connsiteX27" fmla="*/ 933590 w 8487178"/>
              <a:gd name="connsiteY27" fmla="*/ 36576 h 36576"/>
              <a:gd name="connsiteX28" fmla="*/ 0 w 8487178"/>
              <a:gd name="connsiteY28" fmla="*/ 36576 h 36576"/>
              <a:gd name="connsiteX29" fmla="*/ 0 w 8487178"/>
              <a:gd name="connsiteY29"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87178" h="36576" fill="none" extrusionOk="0">
                <a:moveTo>
                  <a:pt x="0" y="0"/>
                </a:moveTo>
                <a:cubicBezTo>
                  <a:pt x="158648" y="-23080"/>
                  <a:pt x="414015" y="33691"/>
                  <a:pt x="737732" y="0"/>
                </a:cubicBezTo>
                <a:cubicBezTo>
                  <a:pt x="1061449" y="-33691"/>
                  <a:pt x="1348785" y="-6923"/>
                  <a:pt x="1560335" y="0"/>
                </a:cubicBezTo>
                <a:cubicBezTo>
                  <a:pt x="1771885" y="6923"/>
                  <a:pt x="1874673" y="6083"/>
                  <a:pt x="1958580" y="0"/>
                </a:cubicBezTo>
                <a:cubicBezTo>
                  <a:pt x="2042488" y="-6083"/>
                  <a:pt x="2411773" y="5497"/>
                  <a:pt x="2526568" y="0"/>
                </a:cubicBezTo>
                <a:cubicBezTo>
                  <a:pt x="2641363" y="-5497"/>
                  <a:pt x="2769955" y="14545"/>
                  <a:pt x="2924812" y="0"/>
                </a:cubicBezTo>
                <a:cubicBezTo>
                  <a:pt x="3079669" y="-14545"/>
                  <a:pt x="3398796" y="-305"/>
                  <a:pt x="3577672" y="0"/>
                </a:cubicBezTo>
                <a:cubicBezTo>
                  <a:pt x="3756548" y="305"/>
                  <a:pt x="4010524" y="-19439"/>
                  <a:pt x="4145660" y="0"/>
                </a:cubicBezTo>
                <a:cubicBezTo>
                  <a:pt x="4280796" y="19439"/>
                  <a:pt x="4519168" y="18856"/>
                  <a:pt x="4883392" y="0"/>
                </a:cubicBezTo>
                <a:cubicBezTo>
                  <a:pt x="5247616" y="-18856"/>
                  <a:pt x="5354959" y="-20344"/>
                  <a:pt x="5705995" y="0"/>
                </a:cubicBezTo>
                <a:cubicBezTo>
                  <a:pt x="6057031" y="20344"/>
                  <a:pt x="6165300" y="31467"/>
                  <a:pt x="6358855" y="0"/>
                </a:cubicBezTo>
                <a:cubicBezTo>
                  <a:pt x="6552410" y="-31467"/>
                  <a:pt x="6791945" y="-470"/>
                  <a:pt x="7181458" y="0"/>
                </a:cubicBezTo>
                <a:cubicBezTo>
                  <a:pt x="7570971" y="470"/>
                  <a:pt x="7589420" y="-27923"/>
                  <a:pt x="7834318" y="0"/>
                </a:cubicBezTo>
                <a:cubicBezTo>
                  <a:pt x="8079216" y="27923"/>
                  <a:pt x="8244660" y="-28188"/>
                  <a:pt x="8487178" y="0"/>
                </a:cubicBezTo>
                <a:cubicBezTo>
                  <a:pt x="8487756" y="9299"/>
                  <a:pt x="8487778" y="26774"/>
                  <a:pt x="8487178" y="36576"/>
                </a:cubicBezTo>
                <a:cubicBezTo>
                  <a:pt x="8193354" y="68129"/>
                  <a:pt x="8121938" y="60994"/>
                  <a:pt x="7834318" y="36576"/>
                </a:cubicBezTo>
                <a:cubicBezTo>
                  <a:pt x="7546698" y="12158"/>
                  <a:pt x="7507615" y="29628"/>
                  <a:pt x="7351202" y="36576"/>
                </a:cubicBezTo>
                <a:cubicBezTo>
                  <a:pt x="7194789" y="43524"/>
                  <a:pt x="7096566" y="31598"/>
                  <a:pt x="6952957" y="36576"/>
                </a:cubicBezTo>
                <a:cubicBezTo>
                  <a:pt x="6809349" y="41554"/>
                  <a:pt x="6510534" y="54733"/>
                  <a:pt x="6384969" y="36576"/>
                </a:cubicBezTo>
                <a:cubicBezTo>
                  <a:pt x="6259404" y="18419"/>
                  <a:pt x="5956387" y="64521"/>
                  <a:pt x="5732109" y="36576"/>
                </a:cubicBezTo>
                <a:cubicBezTo>
                  <a:pt x="5507831" y="8631"/>
                  <a:pt x="5425540" y="32239"/>
                  <a:pt x="5164121" y="36576"/>
                </a:cubicBezTo>
                <a:cubicBezTo>
                  <a:pt x="4902702" y="40913"/>
                  <a:pt x="4815733" y="45661"/>
                  <a:pt x="4681005" y="36576"/>
                </a:cubicBezTo>
                <a:cubicBezTo>
                  <a:pt x="4546277" y="27491"/>
                  <a:pt x="4111650" y="24454"/>
                  <a:pt x="3858402" y="36576"/>
                </a:cubicBezTo>
                <a:cubicBezTo>
                  <a:pt x="3605154" y="48698"/>
                  <a:pt x="3355682" y="45487"/>
                  <a:pt x="3205542" y="36576"/>
                </a:cubicBezTo>
                <a:cubicBezTo>
                  <a:pt x="3055402" y="27665"/>
                  <a:pt x="2716580" y="64954"/>
                  <a:pt x="2467810" y="36576"/>
                </a:cubicBezTo>
                <a:cubicBezTo>
                  <a:pt x="2219040" y="8198"/>
                  <a:pt x="2149690" y="30867"/>
                  <a:pt x="2069566" y="36576"/>
                </a:cubicBezTo>
                <a:cubicBezTo>
                  <a:pt x="1989442" y="42285"/>
                  <a:pt x="1703335" y="42806"/>
                  <a:pt x="1586449" y="36576"/>
                </a:cubicBezTo>
                <a:cubicBezTo>
                  <a:pt x="1469563" y="30346"/>
                  <a:pt x="1212036" y="34821"/>
                  <a:pt x="933590" y="36576"/>
                </a:cubicBezTo>
                <a:cubicBezTo>
                  <a:pt x="655144" y="38331"/>
                  <a:pt x="215255" y="74183"/>
                  <a:pt x="0" y="36576"/>
                </a:cubicBezTo>
                <a:cubicBezTo>
                  <a:pt x="-516" y="20544"/>
                  <a:pt x="1802" y="17140"/>
                  <a:pt x="0" y="0"/>
                </a:cubicBezTo>
                <a:close/>
              </a:path>
              <a:path w="8487178" h="36576" stroke="0" extrusionOk="0">
                <a:moveTo>
                  <a:pt x="0" y="0"/>
                </a:moveTo>
                <a:cubicBezTo>
                  <a:pt x="141875" y="16416"/>
                  <a:pt x="317987" y="-14018"/>
                  <a:pt x="483116" y="0"/>
                </a:cubicBezTo>
                <a:cubicBezTo>
                  <a:pt x="648245" y="14018"/>
                  <a:pt x="704570" y="5647"/>
                  <a:pt x="881361" y="0"/>
                </a:cubicBezTo>
                <a:cubicBezTo>
                  <a:pt x="1058153" y="-5647"/>
                  <a:pt x="1211393" y="2543"/>
                  <a:pt x="1364477" y="0"/>
                </a:cubicBezTo>
                <a:cubicBezTo>
                  <a:pt x="1517561" y="-2543"/>
                  <a:pt x="1713772" y="-6752"/>
                  <a:pt x="2017337" y="0"/>
                </a:cubicBezTo>
                <a:cubicBezTo>
                  <a:pt x="2320902" y="6752"/>
                  <a:pt x="2535852" y="27273"/>
                  <a:pt x="2755069" y="0"/>
                </a:cubicBezTo>
                <a:cubicBezTo>
                  <a:pt x="2974286" y="-27273"/>
                  <a:pt x="3322220" y="-6972"/>
                  <a:pt x="3577672" y="0"/>
                </a:cubicBezTo>
                <a:cubicBezTo>
                  <a:pt x="3833124" y="6972"/>
                  <a:pt x="4082700" y="-30587"/>
                  <a:pt x="4400275" y="0"/>
                </a:cubicBezTo>
                <a:cubicBezTo>
                  <a:pt x="4717850" y="30587"/>
                  <a:pt x="4848568" y="-17249"/>
                  <a:pt x="4968263" y="0"/>
                </a:cubicBezTo>
                <a:cubicBezTo>
                  <a:pt x="5087958" y="17249"/>
                  <a:pt x="5447087" y="18553"/>
                  <a:pt x="5705995" y="0"/>
                </a:cubicBezTo>
                <a:cubicBezTo>
                  <a:pt x="5964903" y="-18553"/>
                  <a:pt x="6211105" y="-17498"/>
                  <a:pt x="6358855" y="0"/>
                </a:cubicBezTo>
                <a:cubicBezTo>
                  <a:pt x="6506605" y="17498"/>
                  <a:pt x="6655586" y="-15953"/>
                  <a:pt x="6926843" y="0"/>
                </a:cubicBezTo>
                <a:cubicBezTo>
                  <a:pt x="7198100" y="15953"/>
                  <a:pt x="7439942" y="-28058"/>
                  <a:pt x="7664575" y="0"/>
                </a:cubicBezTo>
                <a:cubicBezTo>
                  <a:pt x="7889208" y="28058"/>
                  <a:pt x="8244819" y="-11603"/>
                  <a:pt x="8487178" y="0"/>
                </a:cubicBezTo>
                <a:cubicBezTo>
                  <a:pt x="8486954" y="11559"/>
                  <a:pt x="8486570" y="21146"/>
                  <a:pt x="8487178" y="36576"/>
                </a:cubicBezTo>
                <a:cubicBezTo>
                  <a:pt x="8363638" y="18444"/>
                  <a:pt x="8225194" y="49967"/>
                  <a:pt x="8004062" y="36576"/>
                </a:cubicBezTo>
                <a:cubicBezTo>
                  <a:pt x="7782930" y="23185"/>
                  <a:pt x="7442338" y="64256"/>
                  <a:pt x="7181458" y="36576"/>
                </a:cubicBezTo>
                <a:cubicBezTo>
                  <a:pt x="6920578" y="8896"/>
                  <a:pt x="6812793" y="31551"/>
                  <a:pt x="6698342" y="36576"/>
                </a:cubicBezTo>
                <a:cubicBezTo>
                  <a:pt x="6583891" y="41601"/>
                  <a:pt x="6260356" y="9334"/>
                  <a:pt x="5960610" y="36576"/>
                </a:cubicBezTo>
                <a:cubicBezTo>
                  <a:pt x="5660864" y="63818"/>
                  <a:pt x="5663756" y="35872"/>
                  <a:pt x="5562366" y="36576"/>
                </a:cubicBezTo>
                <a:cubicBezTo>
                  <a:pt x="5460976" y="37280"/>
                  <a:pt x="5069820" y="22312"/>
                  <a:pt x="4909506" y="36576"/>
                </a:cubicBezTo>
                <a:cubicBezTo>
                  <a:pt x="4749192" y="50840"/>
                  <a:pt x="4551078" y="46187"/>
                  <a:pt x="4426390" y="36576"/>
                </a:cubicBezTo>
                <a:cubicBezTo>
                  <a:pt x="4301702" y="26965"/>
                  <a:pt x="3916782" y="59932"/>
                  <a:pt x="3603786" y="36576"/>
                </a:cubicBezTo>
                <a:cubicBezTo>
                  <a:pt x="3290790" y="13220"/>
                  <a:pt x="3382822" y="52886"/>
                  <a:pt x="3205542" y="36576"/>
                </a:cubicBezTo>
                <a:cubicBezTo>
                  <a:pt x="3028262" y="20266"/>
                  <a:pt x="2723637" y="9596"/>
                  <a:pt x="2552682" y="36576"/>
                </a:cubicBezTo>
                <a:cubicBezTo>
                  <a:pt x="2381727" y="63556"/>
                  <a:pt x="2306903" y="19145"/>
                  <a:pt x="2154437" y="36576"/>
                </a:cubicBezTo>
                <a:cubicBezTo>
                  <a:pt x="2001972" y="54007"/>
                  <a:pt x="1880716" y="55934"/>
                  <a:pt x="1671321" y="36576"/>
                </a:cubicBezTo>
                <a:cubicBezTo>
                  <a:pt x="1461926" y="17218"/>
                  <a:pt x="1116754" y="69031"/>
                  <a:pt x="933590" y="36576"/>
                </a:cubicBezTo>
                <a:cubicBezTo>
                  <a:pt x="750426" y="4121"/>
                  <a:pt x="234904" y="7568"/>
                  <a:pt x="0" y="36576"/>
                </a:cubicBezTo>
                <a:cubicBezTo>
                  <a:pt x="-299" y="20797"/>
                  <a:pt x="-1602" y="1003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Google Shape;390;p33"/>
          <p:cNvSpPr txBox="1">
            <a:spLocks noGrp="1"/>
          </p:cNvSpPr>
          <p:nvPr>
            <p:ph idx="4294967295"/>
          </p:nvPr>
        </p:nvSpPr>
        <p:spPr>
          <a:xfrm>
            <a:off x="1280160" y="5413248"/>
            <a:ext cx="13789152" cy="6967728"/>
          </a:xfrm>
          <a:prstGeom prst="rect">
            <a:avLst/>
          </a:prstGeom>
        </p:spPr>
        <p:style>
          <a:lnRef idx="2">
            <a:schemeClr val="accent5"/>
          </a:lnRef>
          <a:fillRef idx="1">
            <a:schemeClr val="lt1"/>
          </a:fillRef>
          <a:effectRef idx="0">
            <a:schemeClr val="accent5"/>
          </a:effectRef>
          <a:fontRef idx="minor">
            <a:schemeClr val="dk1"/>
          </a:fontRef>
        </p:style>
        <p:txBody>
          <a:bodyPr spcFirstLastPara="1" vert="horz" lIns="91440" tIns="45720" rIns="91440" bIns="45720" rtlCol="0" anchorCtr="0">
            <a:normAutofit/>
          </a:bodyPr>
          <a:lstStyle/>
          <a:p>
            <a:pPr marL="0" indent="-228600" defTabSz="914400">
              <a:spcBef>
                <a:spcPts val="0"/>
              </a:spcBef>
              <a:spcAft>
                <a:spcPts val="600"/>
              </a:spcAft>
              <a:buClr>
                <a:srgbClr val="4D5156"/>
              </a:buClr>
              <a:buSzPts val="2800"/>
            </a:pPr>
            <a:r>
              <a:rPr lang="en-US" sz="4400" b="1" i="0" dirty="0">
                <a:solidFill>
                  <a:schemeClr val="tx1"/>
                </a:solidFill>
                <a:sym typeface="arial"/>
              </a:rPr>
              <a:t>Se llama malware, del </a:t>
            </a:r>
            <a:r>
              <a:rPr lang="en-US" sz="4400" b="1" i="0" dirty="0" err="1">
                <a:solidFill>
                  <a:schemeClr val="tx1"/>
                </a:solidFill>
                <a:sym typeface="arial"/>
              </a:rPr>
              <a:t>inglés</a:t>
            </a:r>
            <a:r>
              <a:rPr lang="en-US" sz="4400" b="1" i="0" dirty="0">
                <a:solidFill>
                  <a:schemeClr val="tx1"/>
                </a:solidFill>
                <a:sym typeface="arial"/>
              </a:rPr>
              <a:t> malicious software, </a:t>
            </a:r>
            <a:r>
              <a:rPr lang="en-US" sz="4400" b="1" i="0" dirty="0" err="1">
                <a:solidFill>
                  <a:schemeClr val="tx1"/>
                </a:solidFill>
                <a:sym typeface="arial"/>
              </a:rPr>
              <a:t>programa</a:t>
            </a:r>
            <a:r>
              <a:rPr lang="en-US" sz="4400" b="1" i="0" dirty="0">
                <a:solidFill>
                  <a:schemeClr val="tx1"/>
                </a:solidFill>
                <a:sym typeface="arial"/>
              </a:rPr>
              <a:t> </a:t>
            </a:r>
            <a:r>
              <a:rPr lang="en-US" sz="4400" b="1" i="0" dirty="0" err="1">
                <a:solidFill>
                  <a:schemeClr val="tx1"/>
                </a:solidFill>
                <a:sym typeface="arial"/>
              </a:rPr>
              <a:t>malicioso</a:t>
            </a:r>
            <a:r>
              <a:rPr lang="en-US" sz="4400" b="1" i="0" dirty="0">
                <a:solidFill>
                  <a:schemeClr val="tx1"/>
                </a:solidFill>
                <a:sym typeface="arial"/>
              </a:rPr>
              <a:t>, </a:t>
            </a:r>
            <a:r>
              <a:rPr lang="en-US" sz="4400" b="1" i="0" dirty="0" err="1">
                <a:solidFill>
                  <a:schemeClr val="tx1"/>
                </a:solidFill>
                <a:sym typeface="arial"/>
              </a:rPr>
              <a:t>programa</a:t>
            </a:r>
            <a:r>
              <a:rPr lang="en-US" sz="4400" b="1" i="0" dirty="0">
                <a:solidFill>
                  <a:schemeClr val="tx1"/>
                </a:solidFill>
                <a:sym typeface="arial"/>
              </a:rPr>
              <a:t> </a:t>
            </a:r>
            <a:r>
              <a:rPr lang="en-US" sz="4400" b="1" i="0" dirty="0" err="1">
                <a:solidFill>
                  <a:schemeClr val="tx1"/>
                </a:solidFill>
                <a:sym typeface="arial"/>
              </a:rPr>
              <a:t>maligno</a:t>
            </a:r>
            <a:r>
              <a:rPr lang="en-US" sz="4400" b="1" i="0" dirty="0">
                <a:solidFill>
                  <a:schemeClr val="tx1"/>
                </a:solidFill>
                <a:sym typeface="arial"/>
              </a:rPr>
              <a:t>, </a:t>
            </a:r>
            <a:r>
              <a:rPr lang="en-US" sz="4400" b="1" i="0" dirty="0" err="1">
                <a:solidFill>
                  <a:schemeClr val="tx1"/>
                </a:solidFill>
                <a:sym typeface="arial"/>
              </a:rPr>
              <a:t>badware</a:t>
            </a:r>
            <a:r>
              <a:rPr lang="en-US" sz="4400" b="1" i="0" dirty="0">
                <a:solidFill>
                  <a:schemeClr val="tx1"/>
                </a:solidFill>
                <a:sym typeface="arial"/>
              </a:rPr>
              <a:t>, </a:t>
            </a:r>
            <a:r>
              <a:rPr lang="en-US" sz="4400" b="1" i="0" dirty="0" err="1">
                <a:solidFill>
                  <a:schemeClr val="tx1"/>
                </a:solidFill>
                <a:sym typeface="arial"/>
              </a:rPr>
              <a:t>código</a:t>
            </a:r>
            <a:r>
              <a:rPr lang="en-US" sz="4400" b="1" i="0" dirty="0">
                <a:solidFill>
                  <a:schemeClr val="tx1"/>
                </a:solidFill>
                <a:sym typeface="arial"/>
              </a:rPr>
              <a:t> </a:t>
            </a:r>
            <a:r>
              <a:rPr lang="en-US" sz="4400" b="1" i="0" dirty="0" err="1">
                <a:solidFill>
                  <a:schemeClr val="tx1"/>
                </a:solidFill>
                <a:sym typeface="arial"/>
              </a:rPr>
              <a:t>maligno</a:t>
            </a:r>
            <a:r>
              <a:rPr lang="en-US" sz="4400" b="1" i="0" dirty="0">
                <a:solidFill>
                  <a:schemeClr val="tx1"/>
                </a:solidFill>
                <a:sym typeface="arial"/>
              </a:rPr>
              <a:t>, software </a:t>
            </a:r>
            <a:r>
              <a:rPr lang="en-US" sz="4400" b="1" i="0" dirty="0" err="1">
                <a:solidFill>
                  <a:schemeClr val="tx1"/>
                </a:solidFill>
                <a:sym typeface="arial"/>
              </a:rPr>
              <a:t>maligno</a:t>
            </a:r>
            <a:r>
              <a:rPr lang="en-US" sz="4400" b="1" i="0" dirty="0">
                <a:solidFill>
                  <a:schemeClr val="tx1"/>
                </a:solidFill>
                <a:sym typeface="arial"/>
              </a:rPr>
              <a:t>, software </a:t>
            </a:r>
            <a:r>
              <a:rPr lang="en-US" sz="4400" b="1" i="0" dirty="0" err="1">
                <a:solidFill>
                  <a:schemeClr val="tx1"/>
                </a:solidFill>
                <a:sym typeface="arial"/>
              </a:rPr>
              <a:t>dañino</a:t>
            </a:r>
            <a:r>
              <a:rPr lang="en-US" sz="4400" b="1" i="0" dirty="0">
                <a:solidFill>
                  <a:schemeClr val="tx1"/>
                </a:solidFill>
                <a:sym typeface="arial"/>
              </a:rPr>
              <a:t> o software </a:t>
            </a:r>
            <a:r>
              <a:rPr lang="en-US" sz="4400" b="1" i="0" dirty="0" err="1">
                <a:solidFill>
                  <a:schemeClr val="tx1"/>
                </a:solidFill>
                <a:sym typeface="arial"/>
              </a:rPr>
              <a:t>malintencionado</a:t>
            </a:r>
            <a:r>
              <a:rPr lang="en-US" sz="4400" b="1" i="0" dirty="0">
                <a:solidFill>
                  <a:schemeClr val="tx1"/>
                </a:solidFill>
                <a:sym typeface="arial"/>
              </a:rPr>
              <a:t> a </a:t>
            </a:r>
            <a:r>
              <a:rPr lang="en-US" sz="4400" b="1" i="0" dirty="0" err="1">
                <a:solidFill>
                  <a:schemeClr val="tx1"/>
                </a:solidFill>
                <a:sym typeface="arial"/>
              </a:rPr>
              <a:t>cualquier</a:t>
            </a:r>
            <a:r>
              <a:rPr lang="en-US" sz="4400" b="1" i="0" dirty="0">
                <a:solidFill>
                  <a:schemeClr val="tx1"/>
                </a:solidFill>
                <a:sym typeface="arial"/>
              </a:rPr>
              <a:t> </a:t>
            </a:r>
            <a:r>
              <a:rPr lang="en-US" sz="4400" b="1" i="0" dirty="0" err="1">
                <a:solidFill>
                  <a:schemeClr val="tx1"/>
                </a:solidFill>
                <a:sym typeface="arial"/>
              </a:rPr>
              <a:t>tipo</a:t>
            </a:r>
            <a:r>
              <a:rPr lang="en-US" sz="4400" b="1" i="0" dirty="0">
                <a:solidFill>
                  <a:schemeClr val="tx1"/>
                </a:solidFill>
                <a:sym typeface="arial"/>
              </a:rPr>
              <a:t> de software que </a:t>
            </a:r>
            <a:r>
              <a:rPr lang="en-US" sz="4400" b="1" i="0" dirty="0" err="1">
                <a:solidFill>
                  <a:schemeClr val="tx1"/>
                </a:solidFill>
                <a:sym typeface="arial"/>
              </a:rPr>
              <a:t>realiza</a:t>
            </a:r>
            <a:r>
              <a:rPr lang="en-US" sz="4400" b="1" i="0" dirty="0">
                <a:solidFill>
                  <a:schemeClr val="tx1"/>
                </a:solidFill>
                <a:sym typeface="arial"/>
              </a:rPr>
              <a:t> </a:t>
            </a:r>
            <a:r>
              <a:rPr lang="en-US" sz="4400" b="1" i="0" dirty="0" err="1">
                <a:solidFill>
                  <a:schemeClr val="tx1"/>
                </a:solidFill>
                <a:sym typeface="arial"/>
              </a:rPr>
              <a:t>acciones</a:t>
            </a:r>
            <a:r>
              <a:rPr lang="en-US" sz="4400" b="1" i="0" dirty="0">
                <a:solidFill>
                  <a:schemeClr val="tx1"/>
                </a:solidFill>
                <a:sym typeface="arial"/>
              </a:rPr>
              <a:t> </a:t>
            </a:r>
            <a:r>
              <a:rPr lang="en-US" sz="4400" b="1" i="0" dirty="0" err="1">
                <a:solidFill>
                  <a:schemeClr val="tx1"/>
                </a:solidFill>
                <a:sym typeface="arial"/>
              </a:rPr>
              <a:t>dañinas</a:t>
            </a:r>
            <a:r>
              <a:rPr lang="en-US" sz="4400" b="1" i="0" dirty="0">
                <a:solidFill>
                  <a:schemeClr val="tx1"/>
                </a:solidFill>
                <a:sym typeface="arial"/>
              </a:rPr>
              <a:t> </a:t>
            </a:r>
            <a:r>
              <a:rPr lang="en-US" sz="4400" b="1" i="0" dirty="0" err="1">
                <a:solidFill>
                  <a:schemeClr val="tx1"/>
                </a:solidFill>
                <a:sym typeface="arial"/>
              </a:rPr>
              <a:t>en</a:t>
            </a:r>
            <a:r>
              <a:rPr lang="en-US" sz="4400" b="1" i="0" dirty="0">
                <a:solidFill>
                  <a:schemeClr val="tx1"/>
                </a:solidFill>
                <a:sym typeface="arial"/>
              </a:rPr>
              <a:t> un </a:t>
            </a:r>
            <a:r>
              <a:rPr lang="en-US" sz="4400" b="1" i="0" dirty="0" err="1">
                <a:solidFill>
                  <a:schemeClr val="tx1"/>
                </a:solidFill>
                <a:sym typeface="arial"/>
              </a:rPr>
              <a:t>sistema</a:t>
            </a:r>
            <a:r>
              <a:rPr lang="en-US" sz="4400" b="1" i="0" dirty="0">
                <a:solidFill>
                  <a:schemeClr val="tx1"/>
                </a:solidFill>
                <a:sym typeface="arial"/>
              </a:rPr>
              <a:t> </a:t>
            </a:r>
            <a:r>
              <a:rPr lang="en-US" sz="4400" b="1" i="0" dirty="0" err="1">
                <a:solidFill>
                  <a:schemeClr val="tx1"/>
                </a:solidFill>
                <a:sym typeface="arial"/>
              </a:rPr>
              <a:t>informático</a:t>
            </a:r>
            <a:r>
              <a:rPr lang="en-US" sz="4400" b="1" i="0" dirty="0">
                <a:solidFill>
                  <a:schemeClr val="tx1"/>
                </a:solidFill>
                <a:sym typeface="arial"/>
              </a:rPr>
              <a:t> de forma </a:t>
            </a:r>
            <a:r>
              <a:rPr lang="en-US" sz="4400" b="1" i="0" dirty="0" err="1">
                <a:solidFill>
                  <a:schemeClr val="tx1"/>
                </a:solidFill>
                <a:sym typeface="arial"/>
              </a:rPr>
              <a:t>intencionada</a:t>
            </a:r>
            <a:r>
              <a:rPr lang="en-US" sz="4400" b="1" i="0" dirty="0">
                <a:solidFill>
                  <a:schemeClr val="tx1"/>
                </a:solidFill>
                <a:sym typeface="arial"/>
              </a:rPr>
              <a:t> y sin </a:t>
            </a:r>
            <a:r>
              <a:rPr lang="en-US" sz="4400" b="1" i="0" dirty="0" err="1">
                <a:solidFill>
                  <a:schemeClr val="tx1"/>
                </a:solidFill>
                <a:sym typeface="arial"/>
              </a:rPr>
              <a:t>el</a:t>
            </a:r>
            <a:r>
              <a:rPr lang="en-US" sz="4400" b="1" i="0" dirty="0">
                <a:solidFill>
                  <a:schemeClr val="tx1"/>
                </a:solidFill>
                <a:sym typeface="arial"/>
              </a:rPr>
              <a:t> </a:t>
            </a:r>
            <a:r>
              <a:rPr lang="en-US" sz="4400" b="1" i="0" dirty="0" err="1">
                <a:solidFill>
                  <a:schemeClr val="tx1"/>
                </a:solidFill>
                <a:sym typeface="arial"/>
              </a:rPr>
              <a:t>conocimiento</a:t>
            </a:r>
            <a:r>
              <a:rPr lang="en-US" sz="4400" b="1" i="0" dirty="0">
                <a:solidFill>
                  <a:schemeClr val="tx1"/>
                </a:solidFill>
                <a:sym typeface="arial"/>
              </a:rPr>
              <a:t> del </a:t>
            </a:r>
            <a:r>
              <a:rPr lang="en-US" sz="4400" b="1" i="0" dirty="0" err="1">
                <a:solidFill>
                  <a:schemeClr val="tx1"/>
                </a:solidFill>
                <a:sym typeface="arial"/>
              </a:rPr>
              <a:t>usuario</a:t>
            </a:r>
            <a:r>
              <a:rPr lang="en-US" sz="4400" b="1" i="0" dirty="0">
                <a:solidFill>
                  <a:schemeClr val="tx1"/>
                </a:solidFill>
                <a:sym typeface="arial"/>
              </a:rPr>
              <a:t>.​ </a:t>
            </a:r>
            <a:r>
              <a:rPr lang="en-US" sz="4400" b="1" i="0" u="sng" strike="noStrike" dirty="0">
                <a:solidFill>
                  <a:schemeClr val="tx1"/>
                </a:solidFill>
                <a:sym typeface="arial"/>
                <a:hlinkClick r:id="rId3">
                  <a:extLst>
                    <a:ext uri="{A12FA001-AC4F-418D-AE19-62706E023703}">
                      <ahyp:hlinkClr xmlns:ahyp="http://schemas.microsoft.com/office/drawing/2018/hyperlinkcolor" val="tx"/>
                    </a:ext>
                  </a:extLst>
                </a:hlinkClick>
              </a:rPr>
              <a:t>Wikipedia</a:t>
            </a:r>
            <a:endParaRPr lang="en-US" sz="4400" b="1" dirty="0">
              <a:solidFill>
                <a:schemeClr val="tx1"/>
              </a:solidFill>
            </a:endParaRPr>
          </a:p>
        </p:txBody>
      </p:sp>
      <p:pic>
        <p:nvPicPr>
          <p:cNvPr id="391" name="Google Shape;391;p33" descr="Monstruo, Azul, Internet, Ataque"/>
          <p:cNvPicPr preferRelativeResize="0"/>
          <p:nvPr/>
        </p:nvPicPr>
        <p:blipFill rotWithShape="1">
          <a:blip r:embed="rId4"/>
          <a:stretch/>
        </p:blipFill>
        <p:spPr>
          <a:xfrm>
            <a:off x="15727680" y="1077673"/>
            <a:ext cx="8028432" cy="6021324"/>
          </a:xfrm>
          <a:prstGeom prst="rect">
            <a:avLst/>
          </a:prstGeom>
          <a:noFill/>
        </p:spPr>
      </p:pic>
      <p:pic>
        <p:nvPicPr>
          <p:cNvPr id="7" name="Google Shape;135;p8" descr="Cómo protegerse de los virus, piratas informáticos y demás ataques? |  Tecnología - ComputerHoy.com">
            <a:extLst>
              <a:ext uri="{FF2B5EF4-FFF2-40B4-BE49-F238E27FC236}">
                <a16:creationId xmlns:a16="http://schemas.microsoft.com/office/drawing/2014/main" id="{25273BDD-62A4-4643-A48B-E6E67B34EC3B}"/>
              </a:ext>
            </a:extLst>
          </p:cNvPr>
          <p:cNvPicPr preferRelativeResize="0"/>
          <p:nvPr/>
        </p:nvPicPr>
        <p:blipFill rotWithShape="1">
          <a:blip r:embed="rId5"/>
          <a:stretch/>
        </p:blipFill>
        <p:spPr>
          <a:xfrm>
            <a:off x="16453254" y="8158386"/>
            <a:ext cx="6540708" cy="4352544"/>
          </a:xfrm>
          <a:prstGeom prst="rect">
            <a:avLst/>
          </a:prstGeom>
          <a:noFill/>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395"/>
        <p:cNvGrpSpPr/>
        <p:nvPr/>
      </p:nvGrpSpPr>
      <p:grpSpPr>
        <a:xfrm>
          <a:off x="0" y="0"/>
          <a:ext cx="0" cy="0"/>
          <a:chOff x="0" y="0"/>
          <a:chExt cx="0" cy="0"/>
        </a:xfrm>
      </p:grpSpPr>
      <p:sp>
        <p:nvSpPr>
          <p:cNvPr id="396" name="Google Shape;396;p34"/>
          <p:cNvSpPr txBox="1">
            <a:spLocks noGrp="1"/>
          </p:cNvSpPr>
          <p:nvPr>
            <p:ph type="title" idx="4294967295"/>
          </p:nvPr>
        </p:nvSpPr>
        <p:spPr>
          <a:xfrm>
            <a:off x="0" y="344488"/>
            <a:ext cx="21031200" cy="1233487"/>
          </a:xfrm>
          <a:prstGeom prst="rect">
            <a:avLst/>
          </a:prstGeom>
          <a:noFill/>
          <a:ln>
            <a:noFill/>
          </a:ln>
        </p:spPr>
        <p:txBody>
          <a:bodyPr spcFirstLastPara="1" wrap="square" lIns="182850" tIns="91400" rIns="182850" bIns="91400" anchor="ctr" anchorCtr="0">
            <a:normAutofit fontScale="90000"/>
          </a:bodyPr>
          <a:lstStyle/>
          <a:p>
            <a:pPr>
              <a:lnSpc>
                <a:spcPct val="90000"/>
              </a:lnSpc>
              <a:spcBef>
                <a:spcPts val="0"/>
              </a:spcBef>
              <a:buClr>
                <a:schemeClr val="dk1"/>
              </a:buClr>
              <a:buSzPts val="3959"/>
            </a:pPr>
            <a:r>
              <a:rPr lang="es-ES" sz="7918" dirty="0"/>
              <a:t>Algunos tipos de malware</a:t>
            </a:r>
            <a:endParaRPr dirty="0"/>
          </a:p>
        </p:txBody>
      </p:sp>
      <p:sp>
        <p:nvSpPr>
          <p:cNvPr id="397" name="Google Shape;397;p34"/>
          <p:cNvSpPr txBox="1">
            <a:spLocks noGrp="1"/>
          </p:cNvSpPr>
          <p:nvPr>
            <p:ph idx="4294967295"/>
          </p:nvPr>
        </p:nvSpPr>
        <p:spPr>
          <a:xfrm>
            <a:off x="0" y="1714500"/>
            <a:ext cx="21005800" cy="7181850"/>
          </a:xfrm>
          <a:prstGeom prst="rect">
            <a:avLst/>
          </a:prstGeom>
          <a:solidFill>
            <a:schemeClr val="accent6">
              <a:lumMod val="10000"/>
            </a:schemeClr>
          </a:solidFill>
          <a:ln w="12700" cap="flat" cmpd="sng">
            <a:solidFill>
              <a:schemeClr val="dk1"/>
            </a:solidFill>
            <a:prstDash val="solid"/>
            <a:miter lim="800000"/>
            <a:headEnd type="none" w="sm" len="sm"/>
            <a:tailEnd type="none" w="sm" len="sm"/>
          </a:ln>
        </p:spPr>
        <p:txBody>
          <a:bodyPr spcFirstLastPara="1" wrap="square" lIns="182850" tIns="91400" rIns="182850" bIns="91400" anchor="t" anchorCtr="0">
            <a:normAutofit fontScale="92500" lnSpcReduction="10000"/>
          </a:bodyPr>
          <a:lstStyle/>
          <a:p>
            <a:pPr marL="457200" indent="-457200">
              <a:lnSpc>
                <a:spcPct val="80000"/>
              </a:lnSpc>
              <a:spcBef>
                <a:spcPts val="0"/>
              </a:spcBef>
              <a:buClr>
                <a:schemeClr val="lt1"/>
              </a:buClr>
              <a:buSzPts val="2800"/>
              <a:buFont typeface="Arial"/>
              <a:buChar char="•"/>
            </a:pPr>
            <a:r>
              <a:rPr lang="es-ES" b="1" i="0" dirty="0">
                <a:solidFill>
                  <a:schemeClr val="accent6"/>
                </a:solidFill>
                <a:latin typeface="arial"/>
                <a:ea typeface="arial"/>
                <a:cs typeface="arial"/>
                <a:sym typeface="arial"/>
              </a:rPr>
              <a:t>Virus. Se incorporan a los programas existentes y se activan cuando el usuario abre el programa. ...</a:t>
            </a:r>
            <a:endParaRPr dirty="0">
              <a:solidFill>
                <a:schemeClr val="accent6"/>
              </a:solidFill>
            </a:endParaRPr>
          </a:p>
          <a:p>
            <a:pPr marL="457200" indent="-457200">
              <a:lnSpc>
                <a:spcPct val="80000"/>
              </a:lnSpc>
              <a:spcBef>
                <a:spcPts val="2000"/>
              </a:spcBef>
              <a:buClr>
                <a:schemeClr val="lt1"/>
              </a:buClr>
              <a:buSzPts val="2800"/>
              <a:buFont typeface="Arial"/>
              <a:buChar char="•"/>
            </a:pPr>
            <a:r>
              <a:rPr lang="es-ES" b="1" i="0" dirty="0">
                <a:solidFill>
                  <a:schemeClr val="accent6"/>
                </a:solidFill>
                <a:latin typeface="arial"/>
                <a:ea typeface="arial"/>
                <a:cs typeface="arial"/>
                <a:sym typeface="arial"/>
              </a:rPr>
              <a:t>Gusanos. ...</a:t>
            </a:r>
            <a:endParaRPr dirty="0">
              <a:solidFill>
                <a:schemeClr val="accent6"/>
              </a:solidFill>
            </a:endParaRPr>
          </a:p>
          <a:p>
            <a:pPr marL="457200" indent="-457200">
              <a:lnSpc>
                <a:spcPct val="80000"/>
              </a:lnSpc>
              <a:spcBef>
                <a:spcPts val="2000"/>
              </a:spcBef>
              <a:buClr>
                <a:schemeClr val="lt1"/>
              </a:buClr>
              <a:buSzPts val="2800"/>
              <a:buFont typeface="Arial"/>
              <a:buChar char="•"/>
            </a:pPr>
            <a:r>
              <a:rPr lang="es-ES" b="1" i="0" dirty="0">
                <a:solidFill>
                  <a:schemeClr val="accent6"/>
                </a:solidFill>
                <a:latin typeface="arial"/>
                <a:ea typeface="arial"/>
                <a:cs typeface="arial"/>
                <a:sym typeface="arial"/>
              </a:rPr>
              <a:t>Troyanos. ...</a:t>
            </a:r>
            <a:endParaRPr dirty="0">
              <a:solidFill>
                <a:schemeClr val="accent6"/>
              </a:solidFill>
            </a:endParaRPr>
          </a:p>
          <a:p>
            <a:pPr marL="457200" indent="-457200">
              <a:lnSpc>
                <a:spcPct val="80000"/>
              </a:lnSpc>
              <a:spcBef>
                <a:spcPts val="2000"/>
              </a:spcBef>
              <a:buClr>
                <a:schemeClr val="lt1"/>
              </a:buClr>
              <a:buSzPts val="2800"/>
              <a:buFont typeface="Arial"/>
              <a:buChar char="•"/>
            </a:pPr>
            <a:r>
              <a:rPr lang="es-ES" b="1" i="0" dirty="0">
                <a:solidFill>
                  <a:schemeClr val="accent6"/>
                </a:solidFill>
                <a:latin typeface="arial"/>
                <a:ea typeface="arial"/>
                <a:cs typeface="arial"/>
                <a:sym typeface="arial"/>
              </a:rPr>
              <a:t>Spyware. ...</a:t>
            </a:r>
            <a:endParaRPr dirty="0">
              <a:solidFill>
                <a:schemeClr val="accent6"/>
              </a:solidFill>
            </a:endParaRPr>
          </a:p>
          <a:p>
            <a:pPr marL="457200" indent="-457200">
              <a:lnSpc>
                <a:spcPct val="80000"/>
              </a:lnSpc>
              <a:spcBef>
                <a:spcPts val="2000"/>
              </a:spcBef>
              <a:buClr>
                <a:schemeClr val="lt1"/>
              </a:buClr>
              <a:buSzPts val="2800"/>
              <a:buFont typeface="Arial"/>
              <a:buChar char="•"/>
            </a:pPr>
            <a:r>
              <a:rPr lang="es-ES" b="1" i="0" dirty="0">
                <a:solidFill>
                  <a:schemeClr val="accent6"/>
                </a:solidFill>
                <a:latin typeface="arial"/>
                <a:ea typeface="arial"/>
                <a:cs typeface="arial"/>
                <a:sym typeface="arial"/>
              </a:rPr>
              <a:t>Herramientas de administración remota (RAT) ...</a:t>
            </a:r>
            <a:endParaRPr dirty="0">
              <a:solidFill>
                <a:schemeClr val="accent6"/>
              </a:solidFill>
            </a:endParaRPr>
          </a:p>
          <a:p>
            <a:pPr marL="457200" indent="-457200">
              <a:lnSpc>
                <a:spcPct val="80000"/>
              </a:lnSpc>
              <a:spcBef>
                <a:spcPts val="2000"/>
              </a:spcBef>
              <a:buClr>
                <a:schemeClr val="lt1"/>
              </a:buClr>
              <a:buSzPts val="2800"/>
              <a:buFont typeface="Arial"/>
              <a:buChar char="•"/>
            </a:pPr>
            <a:r>
              <a:rPr lang="es-ES" b="1" i="0" dirty="0" err="1">
                <a:solidFill>
                  <a:schemeClr val="accent6"/>
                </a:solidFill>
                <a:latin typeface="arial"/>
                <a:ea typeface="arial"/>
                <a:cs typeface="arial"/>
                <a:sym typeface="arial"/>
              </a:rPr>
              <a:t>Ransomware</a:t>
            </a:r>
            <a:r>
              <a:rPr lang="es-ES" b="1" i="0" dirty="0">
                <a:solidFill>
                  <a:schemeClr val="accent6"/>
                </a:solidFill>
                <a:latin typeface="arial"/>
                <a:ea typeface="arial"/>
                <a:cs typeface="arial"/>
                <a:sym typeface="arial"/>
              </a:rPr>
              <a:t>. ...</a:t>
            </a:r>
            <a:endParaRPr dirty="0">
              <a:solidFill>
                <a:schemeClr val="accent6"/>
              </a:solidFill>
            </a:endParaRPr>
          </a:p>
          <a:p>
            <a:pPr marL="457200" indent="-457200">
              <a:lnSpc>
                <a:spcPct val="80000"/>
              </a:lnSpc>
              <a:spcBef>
                <a:spcPts val="2000"/>
              </a:spcBef>
              <a:buClr>
                <a:schemeClr val="lt1"/>
              </a:buClr>
              <a:buSzPts val="2800"/>
              <a:buFont typeface="Arial"/>
              <a:buChar char="•"/>
            </a:pPr>
            <a:r>
              <a:rPr lang="es-ES" b="1" i="0" dirty="0" err="1">
                <a:solidFill>
                  <a:schemeClr val="accent6"/>
                </a:solidFill>
                <a:latin typeface="arial"/>
                <a:ea typeface="arial"/>
                <a:cs typeface="arial"/>
                <a:sym typeface="arial"/>
              </a:rPr>
              <a:t>Rogueware</a:t>
            </a:r>
            <a:r>
              <a:rPr lang="es-ES" b="1" i="0" dirty="0">
                <a:solidFill>
                  <a:schemeClr val="accent6"/>
                </a:solidFill>
                <a:latin typeface="arial"/>
                <a:ea typeface="arial"/>
                <a:cs typeface="arial"/>
                <a:sym typeface="arial"/>
              </a:rPr>
              <a:t>. ...</a:t>
            </a:r>
            <a:endParaRPr dirty="0">
              <a:solidFill>
                <a:schemeClr val="accent6"/>
              </a:solidFill>
            </a:endParaRPr>
          </a:p>
          <a:p>
            <a:pPr marL="457200" indent="-457200">
              <a:lnSpc>
                <a:spcPct val="80000"/>
              </a:lnSpc>
              <a:spcBef>
                <a:spcPts val="2000"/>
              </a:spcBef>
              <a:buClr>
                <a:schemeClr val="lt1"/>
              </a:buClr>
              <a:buSzPts val="2800"/>
              <a:buFont typeface="Arial"/>
              <a:buChar char="•"/>
            </a:pPr>
            <a:r>
              <a:rPr lang="es-ES" b="1" i="0" dirty="0">
                <a:solidFill>
                  <a:schemeClr val="accent6"/>
                </a:solidFill>
                <a:latin typeface="arial"/>
                <a:ea typeface="arial"/>
                <a:cs typeface="arial"/>
                <a:sym typeface="arial"/>
              </a:rPr>
              <a:t>Malware polimórfico.</a:t>
            </a:r>
            <a:endParaRPr dirty="0">
              <a:solidFill>
                <a:schemeClr val="accent6"/>
              </a:solidFill>
            </a:endParaRPr>
          </a:p>
          <a:p>
            <a:pPr marL="457200" indent="-101600">
              <a:lnSpc>
                <a:spcPct val="80000"/>
              </a:lnSpc>
              <a:spcBef>
                <a:spcPts val="2000"/>
              </a:spcBef>
              <a:buClr>
                <a:schemeClr val="dk1"/>
              </a:buClr>
              <a:buSzPts val="2800"/>
              <a:buNone/>
            </a:pPr>
            <a:endParaRPr b="1" dirty="0">
              <a:solidFill>
                <a:schemeClr val="accent6"/>
              </a:solidFill>
            </a:endParaRPr>
          </a:p>
        </p:txBody>
      </p:sp>
      <p:pic>
        <p:nvPicPr>
          <p:cNvPr id="2" name="Google Shape;135;p8" descr="Cómo protegerse de los virus, piratas informáticos y demás ataques? |  Tecnología - ComputerHoy.com">
            <a:extLst>
              <a:ext uri="{FF2B5EF4-FFF2-40B4-BE49-F238E27FC236}">
                <a16:creationId xmlns:a16="http://schemas.microsoft.com/office/drawing/2014/main" id="{F1FE24CF-6854-190E-EE38-2E26AEC89C65}"/>
              </a:ext>
            </a:extLst>
          </p:cNvPr>
          <p:cNvPicPr preferRelativeResize="0"/>
          <p:nvPr/>
        </p:nvPicPr>
        <p:blipFill rotWithShape="1">
          <a:blip r:embed="rId3">
            <a:alphaModFix/>
          </a:blip>
          <a:srcRect/>
          <a:stretch/>
        </p:blipFill>
        <p:spPr>
          <a:xfrm>
            <a:off x="21666200" y="11897201"/>
            <a:ext cx="2717800" cy="1828802"/>
          </a:xfrm>
          <a:prstGeom prst="rect">
            <a:avLst/>
          </a:prstGeom>
          <a:noFill/>
          <a:ln>
            <a:noFill/>
          </a:ln>
        </p:spPr>
      </p:pic>
      <p:sp>
        <p:nvSpPr>
          <p:cNvPr id="3" name="CuadroTexto 2">
            <a:extLst>
              <a:ext uri="{FF2B5EF4-FFF2-40B4-BE49-F238E27FC236}">
                <a16:creationId xmlns:a16="http://schemas.microsoft.com/office/drawing/2014/main" id="{FAC2628B-87F7-7B7E-EC4C-CBEC25CB2E7C}"/>
              </a:ext>
            </a:extLst>
          </p:cNvPr>
          <p:cNvSpPr txBox="1"/>
          <p:nvPr/>
        </p:nvSpPr>
        <p:spPr>
          <a:xfrm>
            <a:off x="285750" y="10030023"/>
            <a:ext cx="10318530"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825500" rtl="0" fontAlgn="auto" latinLnBrk="0" hangingPunct="0">
              <a:lnSpc>
                <a:spcPct val="150000"/>
              </a:lnSpc>
              <a:spcBef>
                <a:spcPts val="0"/>
              </a:spcBef>
              <a:spcAft>
                <a:spcPts val="0"/>
              </a:spcAft>
              <a:buClrTx/>
              <a:buSzTx/>
              <a:buFontTx/>
              <a:buNone/>
              <a:tabLst/>
            </a:pPr>
            <a:r>
              <a:rPr lang="es-ES" sz="3600" b="1" dirty="0"/>
              <a:t>¿U</a:t>
            </a:r>
            <a:r>
              <a:rPr kumimoji="0" lang="es-ES" sz="3600" b="1" i="0" u="none" strike="noStrike" cap="none" spc="0" normalizeH="0" baseline="0" dirty="0">
                <a:ln>
                  <a:noFill/>
                </a:ln>
                <a:solidFill>
                  <a:schemeClr val="accent3">
                    <a:hueOff val="-130908"/>
                    <a:satOff val="-22167"/>
                    <a:lumOff val="-7843"/>
                  </a:schemeClr>
                </a:solidFill>
                <a:effectLst/>
                <a:uFillTx/>
                <a:latin typeface="Lato Regular"/>
                <a:ea typeface="Lato Regular"/>
                <a:cs typeface="Lato Regular"/>
                <a:sym typeface="Lato Regular"/>
              </a:rPr>
              <a:t>n virus informático puede afectar al ser humano?</a:t>
            </a:r>
          </a:p>
        </p:txBody>
      </p:sp>
      <p:sp>
        <p:nvSpPr>
          <p:cNvPr id="4" name="CuadroTexto 3">
            <a:extLst>
              <a:ext uri="{FF2B5EF4-FFF2-40B4-BE49-F238E27FC236}">
                <a16:creationId xmlns:a16="http://schemas.microsoft.com/office/drawing/2014/main" id="{331E1735-FCAA-C434-D355-8504521A042C}"/>
              </a:ext>
            </a:extLst>
          </p:cNvPr>
          <p:cNvSpPr txBox="1"/>
          <p:nvPr/>
        </p:nvSpPr>
        <p:spPr>
          <a:xfrm>
            <a:off x="320565" y="11430406"/>
            <a:ext cx="11265905"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825500" rtl="0" fontAlgn="auto" latinLnBrk="0" hangingPunct="0">
              <a:lnSpc>
                <a:spcPct val="150000"/>
              </a:lnSpc>
              <a:spcBef>
                <a:spcPts val="0"/>
              </a:spcBef>
              <a:spcAft>
                <a:spcPts val="0"/>
              </a:spcAft>
              <a:buClrTx/>
              <a:buSzTx/>
              <a:buFontTx/>
              <a:buNone/>
              <a:tabLst/>
            </a:pPr>
            <a:r>
              <a:rPr kumimoji="0" lang="es-ES" sz="3600" b="1" i="0" u="none" strike="noStrike" cap="none" spc="0" normalizeH="0" baseline="0" dirty="0">
                <a:ln>
                  <a:noFill/>
                </a:ln>
                <a:solidFill>
                  <a:schemeClr val="accent3">
                    <a:hueOff val="-130908"/>
                    <a:satOff val="-22167"/>
                    <a:lumOff val="-7843"/>
                  </a:schemeClr>
                </a:solidFill>
                <a:effectLst/>
                <a:uFillTx/>
                <a:latin typeface="Lato Regular"/>
                <a:ea typeface="Lato Regular"/>
                <a:cs typeface="Lato Regular"/>
                <a:sym typeface="Lato Regular"/>
              </a:rPr>
              <a:t>Por supuesto… que NOOOOOOOOOOOOOOOOOOO</a:t>
            </a:r>
          </a:p>
        </p:txBody>
      </p:sp>
      <p:sp>
        <p:nvSpPr>
          <p:cNvPr id="5" name="CuadroTexto 4">
            <a:extLst>
              <a:ext uri="{FF2B5EF4-FFF2-40B4-BE49-F238E27FC236}">
                <a16:creationId xmlns:a16="http://schemas.microsoft.com/office/drawing/2014/main" id="{26CED6E6-6598-C968-8E04-BAC00E64D315}"/>
              </a:ext>
            </a:extLst>
          </p:cNvPr>
          <p:cNvSpPr txBox="1"/>
          <p:nvPr/>
        </p:nvSpPr>
        <p:spPr>
          <a:xfrm>
            <a:off x="285750" y="8896350"/>
            <a:ext cx="4124527"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825500" rtl="0" fontAlgn="auto" latinLnBrk="0" hangingPunct="0">
              <a:lnSpc>
                <a:spcPct val="150000"/>
              </a:lnSpc>
              <a:spcBef>
                <a:spcPts val="0"/>
              </a:spcBef>
              <a:spcAft>
                <a:spcPts val="0"/>
              </a:spcAft>
              <a:buClrTx/>
              <a:buSzTx/>
              <a:buFontTx/>
              <a:buNone/>
              <a:tabLst/>
            </a:pPr>
            <a:r>
              <a:rPr kumimoji="0" lang="es-ES" sz="3600" b="1" i="0" u="none" strike="noStrike" cap="none" spc="0" normalizeH="0" baseline="0" dirty="0">
                <a:ln>
                  <a:noFill/>
                </a:ln>
                <a:solidFill>
                  <a:schemeClr val="accent3">
                    <a:hueOff val="-130908"/>
                    <a:satOff val="-22167"/>
                    <a:lumOff val="-7843"/>
                  </a:schemeClr>
                </a:solidFill>
                <a:effectLst/>
                <a:uFillTx/>
                <a:latin typeface="Lato Regular"/>
                <a:ea typeface="Lato Regular"/>
                <a:cs typeface="Lato Regular"/>
                <a:sym typeface="Lato Regular"/>
              </a:rPr>
              <a:t>Desmontando mitos</a:t>
            </a:r>
          </a:p>
        </p:txBody>
      </p:sp>
      <p:pic>
        <p:nvPicPr>
          <p:cNvPr id="6" name="Imagen 5" descr="Texto, Pizarra&#10;&#10;Descripción generada automáticamente">
            <a:extLst>
              <a:ext uri="{FF2B5EF4-FFF2-40B4-BE49-F238E27FC236}">
                <a16:creationId xmlns:a16="http://schemas.microsoft.com/office/drawing/2014/main" id="{9AA6F238-7EDF-29BD-2087-158024E0FC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39575" y="9211012"/>
            <a:ext cx="2609850" cy="1752600"/>
          </a:xfrm>
          <a:prstGeom prst="rect">
            <a:avLst/>
          </a:prstGeom>
        </p:spPr>
      </p:pic>
    </p:spTree>
    <p:extLst>
      <p:ext uri="{BB962C8B-B14F-4D97-AF65-F5344CB8AC3E}">
        <p14:creationId xmlns:p14="http://schemas.microsoft.com/office/powerpoint/2010/main" val="111041503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402"/>
        <p:cNvGrpSpPr/>
        <p:nvPr/>
      </p:nvGrpSpPr>
      <p:grpSpPr>
        <a:xfrm>
          <a:off x="0" y="0"/>
          <a:ext cx="0" cy="0"/>
          <a:chOff x="0" y="0"/>
          <a:chExt cx="0" cy="0"/>
        </a:xfrm>
      </p:grpSpPr>
      <p:sp>
        <p:nvSpPr>
          <p:cNvPr id="403" name="Google Shape;403;p35"/>
          <p:cNvSpPr txBox="1">
            <a:spLocks noGrp="1"/>
          </p:cNvSpPr>
          <p:nvPr>
            <p:ph type="title" idx="4294967295"/>
          </p:nvPr>
        </p:nvSpPr>
        <p:spPr>
          <a:xfrm>
            <a:off x="0" y="71438"/>
            <a:ext cx="21031200" cy="1290637"/>
          </a:xfrm>
          <a:prstGeom prst="rect">
            <a:avLst/>
          </a:prstGeom>
          <a:noFill/>
          <a:ln>
            <a:noFill/>
          </a:ln>
        </p:spPr>
        <p:txBody>
          <a:bodyPr spcFirstLastPara="1" wrap="square" lIns="182850" tIns="91400" rIns="182850" bIns="91400" anchor="ctr" anchorCtr="0">
            <a:normAutofit/>
          </a:bodyPr>
          <a:lstStyle/>
          <a:p>
            <a:pPr>
              <a:lnSpc>
                <a:spcPct val="90000"/>
              </a:lnSpc>
              <a:spcBef>
                <a:spcPts val="0"/>
              </a:spcBef>
              <a:buClr>
                <a:schemeClr val="dk1"/>
              </a:buClr>
              <a:buSzPts val="3959"/>
            </a:pPr>
            <a:r>
              <a:rPr lang="es-ES" sz="7918" dirty="0"/>
              <a:t>VIRUS</a:t>
            </a:r>
            <a:endParaRPr dirty="0"/>
          </a:p>
        </p:txBody>
      </p:sp>
      <p:sp>
        <p:nvSpPr>
          <p:cNvPr id="404" name="Google Shape;404;p35"/>
          <p:cNvSpPr txBox="1">
            <a:spLocks noGrp="1"/>
          </p:cNvSpPr>
          <p:nvPr>
            <p:ph idx="4294967295"/>
          </p:nvPr>
        </p:nvSpPr>
        <p:spPr>
          <a:xfrm>
            <a:off x="0" y="1362075"/>
            <a:ext cx="24139525" cy="4351338"/>
          </a:xfrm>
          <a:prstGeom prst="rect">
            <a:avLst/>
          </a:prstGeom>
          <a:ln/>
        </p:spPr>
        <p:style>
          <a:lnRef idx="2">
            <a:schemeClr val="accent5"/>
          </a:lnRef>
          <a:fillRef idx="1">
            <a:schemeClr val="lt1"/>
          </a:fillRef>
          <a:effectRef idx="0">
            <a:schemeClr val="accent5"/>
          </a:effectRef>
          <a:fontRef idx="minor">
            <a:schemeClr val="dk1"/>
          </a:fontRef>
        </p:style>
        <p:txBody>
          <a:bodyPr spcFirstLastPara="1" wrap="square" lIns="182850" tIns="91400" rIns="182850" bIns="91400" anchor="t" anchorCtr="0">
            <a:normAutofit fontScale="85000" lnSpcReduction="10000"/>
          </a:bodyPr>
          <a:lstStyle/>
          <a:p>
            <a:pPr marL="457200" indent="-457200">
              <a:spcBef>
                <a:spcPts val="0"/>
              </a:spcBef>
              <a:buClr>
                <a:schemeClr val="dk1"/>
              </a:buClr>
              <a:buSzPts val="1995"/>
            </a:pPr>
            <a:r>
              <a:rPr lang="es-ES" i="0" dirty="0">
                <a:solidFill>
                  <a:schemeClr val="accent6"/>
                </a:solidFill>
                <a:latin typeface="Calibri"/>
                <a:ea typeface="Calibri"/>
                <a:cs typeface="Calibri"/>
                <a:sym typeface="Calibri"/>
              </a:rPr>
              <a:t>Un virus o virus informático</a:t>
            </a:r>
            <a:r>
              <a:rPr lang="es-ES" i="0" u="sng" strike="noStrike" baseline="30000" dirty="0">
                <a:solidFill>
                  <a:schemeClr val="accent6"/>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 1</a:t>
            </a:r>
            <a:r>
              <a:rPr lang="es-ES" i="0" dirty="0">
                <a:solidFill>
                  <a:schemeClr val="accent6"/>
                </a:solidFill>
                <a:latin typeface="Calibri"/>
                <a:ea typeface="Calibri"/>
                <a:cs typeface="Calibri"/>
                <a:sym typeface="Calibri"/>
              </a:rPr>
              <a:t>​ es un </a:t>
            </a:r>
            <a:r>
              <a:rPr lang="es-ES" i="1" u="sng" strike="noStrike" dirty="0">
                <a:solidFill>
                  <a:schemeClr val="accent6"/>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software</a:t>
            </a:r>
            <a:r>
              <a:rPr lang="es-ES" i="0" dirty="0">
                <a:solidFill>
                  <a:schemeClr val="accent6"/>
                </a:solidFill>
                <a:latin typeface="Calibri"/>
                <a:ea typeface="Calibri"/>
                <a:cs typeface="Calibri"/>
                <a:sym typeface="Calibri"/>
              </a:rPr>
              <a:t> que tiene por objetivo alterar el funcionamiento normal de cualquier tipo de dispositivo informático, sin el permiso o el conocimiento del usuario principalmente para lograr fines maliciosos sobre el dispositivo. </a:t>
            </a:r>
          </a:p>
          <a:p>
            <a:pPr marL="457200" indent="-457200">
              <a:spcBef>
                <a:spcPts val="0"/>
              </a:spcBef>
              <a:buClr>
                <a:schemeClr val="dk1"/>
              </a:buClr>
              <a:buSzPts val="1995"/>
            </a:pPr>
            <a:r>
              <a:rPr lang="es-ES" i="0" dirty="0">
                <a:solidFill>
                  <a:schemeClr val="accent6"/>
                </a:solidFill>
                <a:latin typeface="Calibri"/>
                <a:ea typeface="Calibri"/>
                <a:cs typeface="Calibri"/>
                <a:sym typeface="Calibri"/>
              </a:rPr>
              <a:t>Los virus, habitualmente, reemplazan </a:t>
            </a:r>
            <a:r>
              <a:rPr lang="es-ES" i="0" u="sng" strike="noStrike" dirty="0">
                <a:solidFill>
                  <a:schemeClr val="accent6"/>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archivos ejecutables</a:t>
            </a:r>
            <a:r>
              <a:rPr lang="es-ES" i="0" dirty="0">
                <a:solidFill>
                  <a:schemeClr val="accent6"/>
                </a:solidFill>
                <a:latin typeface="Calibri"/>
                <a:ea typeface="Calibri"/>
                <a:cs typeface="Calibri"/>
                <a:sym typeface="Calibri"/>
              </a:rPr>
              <a:t> por otros infectados con el </a:t>
            </a:r>
            <a:r>
              <a:rPr lang="es-ES" i="0" u="sng" strike="noStrike" dirty="0">
                <a:solidFill>
                  <a:schemeClr val="accent6"/>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código</a:t>
            </a:r>
            <a:r>
              <a:rPr lang="es-ES" i="0" dirty="0">
                <a:solidFill>
                  <a:schemeClr val="accent6"/>
                </a:solidFill>
                <a:latin typeface="Calibri"/>
                <a:ea typeface="Calibri"/>
                <a:cs typeface="Calibri"/>
                <a:sym typeface="Calibri"/>
              </a:rPr>
              <a:t> de este. Los virus pueden destruir, de manera intencionada, los </a:t>
            </a:r>
            <a:r>
              <a:rPr lang="es-ES" i="0" u="sng" strike="noStrike" dirty="0">
                <a:solidFill>
                  <a:schemeClr val="accent6"/>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datos</a:t>
            </a:r>
            <a:r>
              <a:rPr lang="es-ES" i="0" dirty="0">
                <a:solidFill>
                  <a:schemeClr val="accent6"/>
                </a:solidFill>
                <a:latin typeface="Calibri"/>
                <a:ea typeface="Calibri"/>
                <a:cs typeface="Calibri"/>
                <a:sym typeface="Calibri"/>
              </a:rPr>
              <a:t> almacenados en una computadora, aunque también existen otros más inofensivos, que solo producen molestias o imprevistos.</a:t>
            </a:r>
            <a:endParaRPr sz="8000" dirty="0">
              <a:solidFill>
                <a:schemeClr val="accent6"/>
              </a:solidFill>
            </a:endParaRPr>
          </a:p>
          <a:p>
            <a:pPr marL="457200" indent="-336550">
              <a:spcBef>
                <a:spcPts val="2000"/>
              </a:spcBef>
              <a:buClr>
                <a:schemeClr val="dk1"/>
              </a:buClr>
              <a:buSzPts val="950"/>
              <a:buNone/>
            </a:pPr>
            <a:endParaRPr sz="2400" dirty="0">
              <a:solidFill>
                <a:schemeClr val="accent6"/>
              </a:solidFill>
            </a:endParaRPr>
          </a:p>
        </p:txBody>
      </p:sp>
      <p:pic>
        <p:nvPicPr>
          <p:cNvPr id="405" name="Google Shape;405;p35" descr="Monstruo, Azul, Internet, Ataque"/>
          <p:cNvPicPr preferRelativeResize="0"/>
          <p:nvPr/>
        </p:nvPicPr>
        <p:blipFill rotWithShape="1">
          <a:blip r:embed="rId8">
            <a:alphaModFix/>
          </a:blip>
          <a:srcRect/>
          <a:stretch/>
        </p:blipFill>
        <p:spPr>
          <a:xfrm>
            <a:off x="9083686" y="5828000"/>
            <a:ext cx="6483328" cy="4350618"/>
          </a:xfrm>
          <a:prstGeom prst="rect">
            <a:avLst/>
          </a:prstGeom>
          <a:noFill/>
          <a:ln>
            <a:noFill/>
          </a:ln>
        </p:spPr>
      </p:pic>
      <p:sp>
        <p:nvSpPr>
          <p:cNvPr id="2" name="CuadroTexto 1">
            <a:extLst>
              <a:ext uri="{FF2B5EF4-FFF2-40B4-BE49-F238E27FC236}">
                <a16:creationId xmlns:a16="http://schemas.microsoft.com/office/drawing/2014/main" id="{06C13686-1DF1-6796-3A12-F61D31347968}"/>
              </a:ext>
            </a:extLst>
          </p:cNvPr>
          <p:cNvSpPr txBox="1"/>
          <p:nvPr/>
        </p:nvSpPr>
        <p:spPr>
          <a:xfrm>
            <a:off x="2400357" y="10882854"/>
            <a:ext cx="19849986"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825500" rtl="0" fontAlgn="auto" latinLnBrk="0" hangingPunct="0">
              <a:lnSpc>
                <a:spcPct val="150000"/>
              </a:lnSpc>
              <a:spcBef>
                <a:spcPts val="0"/>
              </a:spcBef>
              <a:spcAft>
                <a:spcPts val="0"/>
              </a:spcAft>
              <a:buClrTx/>
              <a:buSzTx/>
              <a:buFontTx/>
              <a:buNone/>
              <a:tabLst/>
            </a:pPr>
            <a:r>
              <a:rPr lang="es-ES" sz="4000" b="1" dirty="0">
                <a:solidFill>
                  <a:srgbClr val="FF0000"/>
                </a:solidFill>
              </a:rPr>
              <a:t>¡¡¡¡</a:t>
            </a:r>
            <a:r>
              <a:rPr kumimoji="0" lang="es-ES" sz="4000" b="1" i="0" u="none" strike="noStrike" cap="none" spc="0" normalizeH="0" baseline="0" dirty="0">
                <a:ln>
                  <a:noFill/>
                </a:ln>
                <a:solidFill>
                  <a:srgbClr val="FF0000"/>
                </a:solidFill>
                <a:effectLst/>
                <a:uFillTx/>
                <a:latin typeface="Lato Regular"/>
                <a:ea typeface="Lato Regular"/>
                <a:cs typeface="Lato Regular"/>
                <a:sym typeface="Lato Regular"/>
              </a:rPr>
              <a:t>El término correcto es Malware no hablar solo de virus, virus es un tipo de MALWARE!!!</a:t>
            </a:r>
          </a:p>
        </p:txBody>
      </p:sp>
      <p:pic>
        <p:nvPicPr>
          <p:cNvPr id="3" name="Google Shape;135;p8" descr="Cómo protegerse de los virus, piratas informáticos y demás ataques? |  Tecnología - ComputerHoy.com">
            <a:extLst>
              <a:ext uri="{FF2B5EF4-FFF2-40B4-BE49-F238E27FC236}">
                <a16:creationId xmlns:a16="http://schemas.microsoft.com/office/drawing/2014/main" id="{6BB5D4F4-B6C7-81AC-28AA-F93898EDFAE3}"/>
              </a:ext>
            </a:extLst>
          </p:cNvPr>
          <p:cNvPicPr preferRelativeResize="0"/>
          <p:nvPr/>
        </p:nvPicPr>
        <p:blipFill rotWithShape="1">
          <a:blip r:embed="rId9">
            <a:alphaModFix/>
          </a:blip>
          <a:srcRect/>
          <a:stretch/>
        </p:blipFill>
        <p:spPr>
          <a:xfrm>
            <a:off x="21666200" y="11897201"/>
            <a:ext cx="2717800" cy="1828802"/>
          </a:xfrm>
          <a:prstGeom prst="rect">
            <a:avLst/>
          </a:prstGeom>
          <a:noFill/>
          <a:ln>
            <a:noFill/>
          </a:ln>
        </p:spPr>
      </p:pic>
    </p:spTree>
    <p:extLst>
      <p:ext uri="{BB962C8B-B14F-4D97-AF65-F5344CB8AC3E}">
        <p14:creationId xmlns:p14="http://schemas.microsoft.com/office/powerpoint/2010/main" val="66341342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74DF793-7762-B993-BCDD-49525BEC4FDC}"/>
              </a:ext>
            </a:extLst>
          </p:cNvPr>
          <p:cNvSpPr>
            <a:spLocks noGrp="1"/>
          </p:cNvSpPr>
          <p:nvPr>
            <p:ph type="title" idx="4294967295"/>
          </p:nvPr>
        </p:nvSpPr>
        <p:spPr>
          <a:xfrm>
            <a:off x="1144986" y="477078"/>
            <a:ext cx="22037040" cy="2868830"/>
          </a:xfrm>
        </p:spPr>
        <p:txBody>
          <a:bodyPr vert="horz" lIns="91440" tIns="45720" rIns="91440" bIns="45720" rtlCol="0" anchor="b">
            <a:normAutofit/>
          </a:bodyPr>
          <a:lstStyle/>
          <a:p>
            <a:pPr defTabSz="914400"/>
            <a:r>
              <a:rPr lang="en-US" sz="10800" dirty="0"/>
              <a:t>Historia de </a:t>
            </a:r>
            <a:r>
              <a:rPr lang="en-US" sz="10800" dirty="0" err="1"/>
              <a:t>los</a:t>
            </a:r>
            <a:r>
              <a:rPr lang="en-US" sz="10800" dirty="0"/>
              <a:t> virus para </a:t>
            </a:r>
            <a:r>
              <a:rPr lang="en-US" sz="10800" dirty="0" err="1"/>
              <a:t>escépticos</a:t>
            </a:r>
            <a:r>
              <a:rPr lang="en-US" sz="10800" dirty="0"/>
              <a:t>. </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4986" y="3363088"/>
            <a:ext cx="21945600" cy="36576"/>
          </a:xfrm>
          <a:custGeom>
            <a:avLst/>
            <a:gdLst>
              <a:gd name="connsiteX0" fmla="*/ 0 w 21945600"/>
              <a:gd name="connsiteY0" fmla="*/ 0 h 36576"/>
              <a:gd name="connsiteX1" fmla="*/ 905256 w 21945600"/>
              <a:gd name="connsiteY1" fmla="*/ 0 h 36576"/>
              <a:gd name="connsiteX2" fmla="*/ 1810512 w 21945600"/>
              <a:gd name="connsiteY2" fmla="*/ 0 h 36576"/>
              <a:gd name="connsiteX3" fmla="*/ 2057400 w 21945600"/>
              <a:gd name="connsiteY3" fmla="*/ 0 h 36576"/>
              <a:gd name="connsiteX4" fmla="*/ 2743200 w 21945600"/>
              <a:gd name="connsiteY4" fmla="*/ 0 h 36576"/>
              <a:gd name="connsiteX5" fmla="*/ 3867912 w 21945600"/>
              <a:gd name="connsiteY5" fmla="*/ 0 h 36576"/>
              <a:gd name="connsiteX6" fmla="*/ 4114800 w 21945600"/>
              <a:gd name="connsiteY6" fmla="*/ 0 h 36576"/>
              <a:gd name="connsiteX7" fmla="*/ 4800600 w 21945600"/>
              <a:gd name="connsiteY7" fmla="*/ 0 h 36576"/>
              <a:gd name="connsiteX8" fmla="*/ 5486400 w 21945600"/>
              <a:gd name="connsiteY8" fmla="*/ 0 h 36576"/>
              <a:gd name="connsiteX9" fmla="*/ 5513832 w 21945600"/>
              <a:gd name="connsiteY9" fmla="*/ 0 h 36576"/>
              <a:gd name="connsiteX10" fmla="*/ 5760720 w 21945600"/>
              <a:gd name="connsiteY10" fmla="*/ 0 h 36576"/>
              <a:gd name="connsiteX11" fmla="*/ 6007608 w 21945600"/>
              <a:gd name="connsiteY11" fmla="*/ 0 h 36576"/>
              <a:gd name="connsiteX12" fmla="*/ 6693408 w 21945600"/>
              <a:gd name="connsiteY12" fmla="*/ 0 h 36576"/>
              <a:gd name="connsiteX13" fmla="*/ 7818120 w 21945600"/>
              <a:gd name="connsiteY13" fmla="*/ 0 h 36576"/>
              <a:gd name="connsiteX14" fmla="*/ 8065008 w 21945600"/>
              <a:gd name="connsiteY14" fmla="*/ 0 h 36576"/>
              <a:gd name="connsiteX15" fmla="*/ 9189720 w 21945600"/>
              <a:gd name="connsiteY15" fmla="*/ 0 h 36576"/>
              <a:gd name="connsiteX16" fmla="*/ 9436608 w 21945600"/>
              <a:gd name="connsiteY16" fmla="*/ 0 h 36576"/>
              <a:gd name="connsiteX17" fmla="*/ 10122408 w 21945600"/>
              <a:gd name="connsiteY17" fmla="*/ 0 h 36576"/>
              <a:gd name="connsiteX18" fmla="*/ 10369296 w 21945600"/>
              <a:gd name="connsiteY18" fmla="*/ 0 h 36576"/>
              <a:gd name="connsiteX19" fmla="*/ 10835640 w 21945600"/>
              <a:gd name="connsiteY19" fmla="*/ 0 h 36576"/>
              <a:gd name="connsiteX20" fmla="*/ 11521440 w 21945600"/>
              <a:gd name="connsiteY20" fmla="*/ 0 h 36576"/>
              <a:gd name="connsiteX21" fmla="*/ 12646152 w 21945600"/>
              <a:gd name="connsiteY21" fmla="*/ 0 h 36576"/>
              <a:gd name="connsiteX22" fmla="*/ 13551408 w 21945600"/>
              <a:gd name="connsiteY22" fmla="*/ 0 h 36576"/>
              <a:gd name="connsiteX23" fmla="*/ 14017752 w 21945600"/>
              <a:gd name="connsiteY23" fmla="*/ 0 h 36576"/>
              <a:gd name="connsiteX24" fmla="*/ 14264640 w 21945600"/>
              <a:gd name="connsiteY24" fmla="*/ 0 h 36576"/>
              <a:gd name="connsiteX25" fmla="*/ 15169896 w 21945600"/>
              <a:gd name="connsiteY25" fmla="*/ 0 h 36576"/>
              <a:gd name="connsiteX26" fmla="*/ 15636240 w 21945600"/>
              <a:gd name="connsiteY26" fmla="*/ 0 h 36576"/>
              <a:gd name="connsiteX27" fmla="*/ 16102584 w 21945600"/>
              <a:gd name="connsiteY27" fmla="*/ 0 h 36576"/>
              <a:gd name="connsiteX28" fmla="*/ 16130016 w 21945600"/>
              <a:gd name="connsiteY28" fmla="*/ 0 h 36576"/>
              <a:gd name="connsiteX29" fmla="*/ 17254728 w 21945600"/>
              <a:gd name="connsiteY29" fmla="*/ 0 h 36576"/>
              <a:gd name="connsiteX30" fmla="*/ 18159984 w 21945600"/>
              <a:gd name="connsiteY30" fmla="*/ 0 h 36576"/>
              <a:gd name="connsiteX31" fmla="*/ 19065240 w 21945600"/>
              <a:gd name="connsiteY31" fmla="*/ 0 h 36576"/>
              <a:gd name="connsiteX32" fmla="*/ 19092672 w 21945600"/>
              <a:gd name="connsiteY32" fmla="*/ 0 h 36576"/>
              <a:gd name="connsiteX33" fmla="*/ 19120104 w 21945600"/>
              <a:gd name="connsiteY33" fmla="*/ 0 h 36576"/>
              <a:gd name="connsiteX34" fmla="*/ 19147536 w 21945600"/>
              <a:gd name="connsiteY34" fmla="*/ 0 h 36576"/>
              <a:gd name="connsiteX35" fmla="*/ 19833336 w 21945600"/>
              <a:gd name="connsiteY35" fmla="*/ 0 h 36576"/>
              <a:gd name="connsiteX36" fmla="*/ 20738592 w 21945600"/>
              <a:gd name="connsiteY36" fmla="*/ 0 h 36576"/>
              <a:gd name="connsiteX37" fmla="*/ 21945600 w 21945600"/>
              <a:gd name="connsiteY37" fmla="*/ 0 h 36576"/>
              <a:gd name="connsiteX38" fmla="*/ 21945600 w 21945600"/>
              <a:gd name="connsiteY38" fmla="*/ 36576 h 36576"/>
              <a:gd name="connsiteX39" fmla="*/ 20820888 w 21945600"/>
              <a:gd name="connsiteY39" fmla="*/ 36576 h 36576"/>
              <a:gd name="connsiteX40" fmla="*/ 20354544 w 21945600"/>
              <a:gd name="connsiteY40" fmla="*/ 36576 h 36576"/>
              <a:gd name="connsiteX41" fmla="*/ 20327112 w 21945600"/>
              <a:gd name="connsiteY41" fmla="*/ 36576 h 36576"/>
              <a:gd name="connsiteX42" fmla="*/ 19421856 w 21945600"/>
              <a:gd name="connsiteY42" fmla="*/ 36576 h 36576"/>
              <a:gd name="connsiteX43" fmla="*/ 18516600 w 21945600"/>
              <a:gd name="connsiteY43" fmla="*/ 36576 h 36576"/>
              <a:gd name="connsiteX44" fmla="*/ 17830800 w 21945600"/>
              <a:gd name="connsiteY44" fmla="*/ 36576 h 36576"/>
              <a:gd name="connsiteX45" fmla="*/ 17583912 w 21945600"/>
              <a:gd name="connsiteY45" fmla="*/ 36576 h 36576"/>
              <a:gd name="connsiteX46" fmla="*/ 16898112 w 21945600"/>
              <a:gd name="connsiteY46" fmla="*/ 36576 h 36576"/>
              <a:gd name="connsiteX47" fmla="*/ 15992856 w 21945600"/>
              <a:gd name="connsiteY47" fmla="*/ 36576 h 36576"/>
              <a:gd name="connsiteX48" fmla="*/ 15087600 w 21945600"/>
              <a:gd name="connsiteY48" fmla="*/ 36576 h 36576"/>
              <a:gd name="connsiteX49" fmla="*/ 14840712 w 21945600"/>
              <a:gd name="connsiteY49" fmla="*/ 36576 h 36576"/>
              <a:gd name="connsiteX50" fmla="*/ 13716000 w 21945600"/>
              <a:gd name="connsiteY50" fmla="*/ 36576 h 36576"/>
              <a:gd name="connsiteX51" fmla="*/ 13688568 w 21945600"/>
              <a:gd name="connsiteY51" fmla="*/ 36576 h 36576"/>
              <a:gd name="connsiteX52" fmla="*/ 13441680 w 21945600"/>
              <a:gd name="connsiteY52" fmla="*/ 36576 h 36576"/>
              <a:gd name="connsiteX53" fmla="*/ 12975336 w 21945600"/>
              <a:gd name="connsiteY53" fmla="*/ 36576 h 36576"/>
              <a:gd name="connsiteX54" fmla="*/ 12070080 w 21945600"/>
              <a:gd name="connsiteY54" fmla="*/ 36576 h 36576"/>
              <a:gd name="connsiteX55" fmla="*/ 11164824 w 21945600"/>
              <a:gd name="connsiteY55" fmla="*/ 36576 h 36576"/>
              <a:gd name="connsiteX56" fmla="*/ 10040112 w 21945600"/>
              <a:gd name="connsiteY56" fmla="*/ 36576 h 36576"/>
              <a:gd name="connsiteX57" fmla="*/ 8915400 w 21945600"/>
              <a:gd name="connsiteY57" fmla="*/ 36576 h 36576"/>
              <a:gd name="connsiteX58" fmla="*/ 8010144 w 21945600"/>
              <a:gd name="connsiteY58" fmla="*/ 36576 h 36576"/>
              <a:gd name="connsiteX59" fmla="*/ 7324344 w 21945600"/>
              <a:gd name="connsiteY59" fmla="*/ 36576 h 36576"/>
              <a:gd name="connsiteX60" fmla="*/ 7077456 w 21945600"/>
              <a:gd name="connsiteY60" fmla="*/ 36576 h 36576"/>
              <a:gd name="connsiteX61" fmla="*/ 6172200 w 21945600"/>
              <a:gd name="connsiteY61" fmla="*/ 36576 h 36576"/>
              <a:gd name="connsiteX62" fmla="*/ 5266944 w 21945600"/>
              <a:gd name="connsiteY62" fmla="*/ 36576 h 36576"/>
              <a:gd name="connsiteX63" fmla="*/ 5020056 w 21945600"/>
              <a:gd name="connsiteY63" fmla="*/ 36576 h 36576"/>
              <a:gd name="connsiteX64" fmla="*/ 4553712 w 21945600"/>
              <a:gd name="connsiteY64" fmla="*/ 36576 h 36576"/>
              <a:gd name="connsiteX65" fmla="*/ 4087368 w 21945600"/>
              <a:gd name="connsiteY65" fmla="*/ 36576 h 36576"/>
              <a:gd name="connsiteX66" fmla="*/ 3621024 w 21945600"/>
              <a:gd name="connsiteY66" fmla="*/ 36576 h 36576"/>
              <a:gd name="connsiteX67" fmla="*/ 2715768 w 21945600"/>
              <a:gd name="connsiteY67" fmla="*/ 36576 h 36576"/>
              <a:gd name="connsiteX68" fmla="*/ 2249424 w 21945600"/>
              <a:gd name="connsiteY68" fmla="*/ 36576 h 36576"/>
              <a:gd name="connsiteX69" fmla="*/ 1124712 w 21945600"/>
              <a:gd name="connsiteY69" fmla="*/ 36576 h 36576"/>
              <a:gd name="connsiteX70" fmla="*/ 0 w 21945600"/>
              <a:gd name="connsiteY70" fmla="*/ 36576 h 36576"/>
              <a:gd name="connsiteX71" fmla="*/ 0 w 21945600"/>
              <a:gd name="connsiteY7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1945600" h="36576" fill="none" extrusionOk="0">
                <a:moveTo>
                  <a:pt x="0" y="0"/>
                </a:moveTo>
                <a:cubicBezTo>
                  <a:pt x="421743" y="26373"/>
                  <a:pt x="546320" y="15739"/>
                  <a:pt x="905256" y="0"/>
                </a:cubicBezTo>
                <a:cubicBezTo>
                  <a:pt x="1264192" y="-15739"/>
                  <a:pt x="1386536" y="-15656"/>
                  <a:pt x="1810512" y="0"/>
                </a:cubicBezTo>
                <a:cubicBezTo>
                  <a:pt x="2234488" y="15656"/>
                  <a:pt x="1998624" y="3590"/>
                  <a:pt x="2057400" y="0"/>
                </a:cubicBezTo>
                <a:cubicBezTo>
                  <a:pt x="2116176" y="-3590"/>
                  <a:pt x="2603764" y="-6151"/>
                  <a:pt x="2743200" y="0"/>
                </a:cubicBezTo>
                <a:cubicBezTo>
                  <a:pt x="2882636" y="6151"/>
                  <a:pt x="3353150" y="46913"/>
                  <a:pt x="3867912" y="0"/>
                </a:cubicBezTo>
                <a:cubicBezTo>
                  <a:pt x="4382674" y="-46913"/>
                  <a:pt x="4060330" y="5314"/>
                  <a:pt x="4114800" y="0"/>
                </a:cubicBezTo>
                <a:cubicBezTo>
                  <a:pt x="4169270" y="-5314"/>
                  <a:pt x="4534246" y="-31393"/>
                  <a:pt x="4800600" y="0"/>
                </a:cubicBezTo>
                <a:cubicBezTo>
                  <a:pt x="5066954" y="31393"/>
                  <a:pt x="5323745" y="3319"/>
                  <a:pt x="5486400" y="0"/>
                </a:cubicBezTo>
                <a:cubicBezTo>
                  <a:pt x="5649055" y="-3319"/>
                  <a:pt x="5502934" y="-1313"/>
                  <a:pt x="5513832" y="0"/>
                </a:cubicBezTo>
                <a:cubicBezTo>
                  <a:pt x="5524730" y="1313"/>
                  <a:pt x="5659978" y="-12316"/>
                  <a:pt x="5760720" y="0"/>
                </a:cubicBezTo>
                <a:cubicBezTo>
                  <a:pt x="5861462" y="12316"/>
                  <a:pt x="5898932" y="2721"/>
                  <a:pt x="6007608" y="0"/>
                </a:cubicBezTo>
                <a:cubicBezTo>
                  <a:pt x="6116284" y="-2721"/>
                  <a:pt x="6483483" y="-4819"/>
                  <a:pt x="6693408" y="0"/>
                </a:cubicBezTo>
                <a:cubicBezTo>
                  <a:pt x="6903333" y="4819"/>
                  <a:pt x="7588959" y="10934"/>
                  <a:pt x="7818120" y="0"/>
                </a:cubicBezTo>
                <a:cubicBezTo>
                  <a:pt x="8047281" y="-10934"/>
                  <a:pt x="7993804" y="5221"/>
                  <a:pt x="8065008" y="0"/>
                </a:cubicBezTo>
                <a:cubicBezTo>
                  <a:pt x="8136212" y="-5221"/>
                  <a:pt x="8852325" y="51539"/>
                  <a:pt x="9189720" y="0"/>
                </a:cubicBezTo>
                <a:cubicBezTo>
                  <a:pt x="9527115" y="-51539"/>
                  <a:pt x="9324727" y="-6372"/>
                  <a:pt x="9436608" y="0"/>
                </a:cubicBezTo>
                <a:cubicBezTo>
                  <a:pt x="9548489" y="6372"/>
                  <a:pt x="9796505" y="23327"/>
                  <a:pt x="10122408" y="0"/>
                </a:cubicBezTo>
                <a:cubicBezTo>
                  <a:pt x="10448311" y="-23327"/>
                  <a:pt x="10318828" y="6963"/>
                  <a:pt x="10369296" y="0"/>
                </a:cubicBezTo>
                <a:cubicBezTo>
                  <a:pt x="10419764" y="-6963"/>
                  <a:pt x="10716126" y="-4982"/>
                  <a:pt x="10835640" y="0"/>
                </a:cubicBezTo>
                <a:cubicBezTo>
                  <a:pt x="10955154" y="4982"/>
                  <a:pt x="11219367" y="17886"/>
                  <a:pt x="11521440" y="0"/>
                </a:cubicBezTo>
                <a:cubicBezTo>
                  <a:pt x="11823513" y="-17886"/>
                  <a:pt x="12367047" y="-46479"/>
                  <a:pt x="12646152" y="0"/>
                </a:cubicBezTo>
                <a:cubicBezTo>
                  <a:pt x="12925257" y="46479"/>
                  <a:pt x="13338284" y="-26830"/>
                  <a:pt x="13551408" y="0"/>
                </a:cubicBezTo>
                <a:cubicBezTo>
                  <a:pt x="13764532" y="26830"/>
                  <a:pt x="13846967" y="12769"/>
                  <a:pt x="14017752" y="0"/>
                </a:cubicBezTo>
                <a:cubicBezTo>
                  <a:pt x="14188537" y="-12769"/>
                  <a:pt x="14162126" y="4714"/>
                  <a:pt x="14264640" y="0"/>
                </a:cubicBezTo>
                <a:cubicBezTo>
                  <a:pt x="14367154" y="-4714"/>
                  <a:pt x="14751879" y="36146"/>
                  <a:pt x="15169896" y="0"/>
                </a:cubicBezTo>
                <a:cubicBezTo>
                  <a:pt x="15587913" y="-36146"/>
                  <a:pt x="15406707" y="17941"/>
                  <a:pt x="15636240" y="0"/>
                </a:cubicBezTo>
                <a:cubicBezTo>
                  <a:pt x="15865773" y="-17941"/>
                  <a:pt x="15889022" y="-14655"/>
                  <a:pt x="16102584" y="0"/>
                </a:cubicBezTo>
                <a:cubicBezTo>
                  <a:pt x="16316146" y="14655"/>
                  <a:pt x="16124510" y="870"/>
                  <a:pt x="16130016" y="0"/>
                </a:cubicBezTo>
                <a:cubicBezTo>
                  <a:pt x="16135522" y="-870"/>
                  <a:pt x="16815084" y="42640"/>
                  <a:pt x="17254728" y="0"/>
                </a:cubicBezTo>
                <a:cubicBezTo>
                  <a:pt x="17694372" y="-42640"/>
                  <a:pt x="17737816" y="21051"/>
                  <a:pt x="18159984" y="0"/>
                </a:cubicBezTo>
                <a:cubicBezTo>
                  <a:pt x="18582152" y="-21051"/>
                  <a:pt x="18719883" y="-27879"/>
                  <a:pt x="19065240" y="0"/>
                </a:cubicBezTo>
                <a:cubicBezTo>
                  <a:pt x="19410597" y="27879"/>
                  <a:pt x="19085806" y="974"/>
                  <a:pt x="19092672" y="0"/>
                </a:cubicBezTo>
                <a:cubicBezTo>
                  <a:pt x="19099538" y="-974"/>
                  <a:pt x="19107856" y="-640"/>
                  <a:pt x="19120104" y="0"/>
                </a:cubicBezTo>
                <a:cubicBezTo>
                  <a:pt x="19132352" y="640"/>
                  <a:pt x="19142037" y="-152"/>
                  <a:pt x="19147536" y="0"/>
                </a:cubicBezTo>
                <a:cubicBezTo>
                  <a:pt x="19153035" y="152"/>
                  <a:pt x="19534636" y="-13012"/>
                  <a:pt x="19833336" y="0"/>
                </a:cubicBezTo>
                <a:cubicBezTo>
                  <a:pt x="20132036" y="13012"/>
                  <a:pt x="20306411" y="18934"/>
                  <a:pt x="20738592" y="0"/>
                </a:cubicBezTo>
                <a:cubicBezTo>
                  <a:pt x="21170773" y="-18934"/>
                  <a:pt x="21426379" y="57975"/>
                  <a:pt x="21945600" y="0"/>
                </a:cubicBezTo>
                <a:cubicBezTo>
                  <a:pt x="21944920" y="15182"/>
                  <a:pt x="21945031" y="28240"/>
                  <a:pt x="21945600" y="36576"/>
                </a:cubicBezTo>
                <a:cubicBezTo>
                  <a:pt x="21720449" y="-15473"/>
                  <a:pt x="21092984" y="17470"/>
                  <a:pt x="20820888" y="36576"/>
                </a:cubicBezTo>
                <a:cubicBezTo>
                  <a:pt x="20548792" y="55682"/>
                  <a:pt x="20467037" y="21195"/>
                  <a:pt x="20354544" y="36576"/>
                </a:cubicBezTo>
                <a:cubicBezTo>
                  <a:pt x="20242051" y="51957"/>
                  <a:pt x="20337363" y="36164"/>
                  <a:pt x="20327112" y="36576"/>
                </a:cubicBezTo>
                <a:cubicBezTo>
                  <a:pt x="20316861" y="36988"/>
                  <a:pt x="19714624" y="67514"/>
                  <a:pt x="19421856" y="36576"/>
                </a:cubicBezTo>
                <a:cubicBezTo>
                  <a:pt x="19129088" y="5638"/>
                  <a:pt x="18900022" y="28604"/>
                  <a:pt x="18516600" y="36576"/>
                </a:cubicBezTo>
                <a:cubicBezTo>
                  <a:pt x="18133178" y="44548"/>
                  <a:pt x="17998183" y="54905"/>
                  <a:pt x="17830800" y="36576"/>
                </a:cubicBezTo>
                <a:cubicBezTo>
                  <a:pt x="17663417" y="18247"/>
                  <a:pt x="17647160" y="31655"/>
                  <a:pt x="17583912" y="36576"/>
                </a:cubicBezTo>
                <a:cubicBezTo>
                  <a:pt x="17520664" y="41497"/>
                  <a:pt x="17113969" y="48000"/>
                  <a:pt x="16898112" y="36576"/>
                </a:cubicBezTo>
                <a:cubicBezTo>
                  <a:pt x="16682255" y="25152"/>
                  <a:pt x="16396179" y="46024"/>
                  <a:pt x="15992856" y="36576"/>
                </a:cubicBezTo>
                <a:cubicBezTo>
                  <a:pt x="15589533" y="27128"/>
                  <a:pt x="15453003" y="2006"/>
                  <a:pt x="15087600" y="36576"/>
                </a:cubicBezTo>
                <a:cubicBezTo>
                  <a:pt x="14722197" y="71146"/>
                  <a:pt x="14962139" y="43983"/>
                  <a:pt x="14840712" y="36576"/>
                </a:cubicBezTo>
                <a:cubicBezTo>
                  <a:pt x="14719285" y="29169"/>
                  <a:pt x="14031206" y="3235"/>
                  <a:pt x="13716000" y="36576"/>
                </a:cubicBezTo>
                <a:cubicBezTo>
                  <a:pt x="13400794" y="69917"/>
                  <a:pt x="13699702" y="36784"/>
                  <a:pt x="13688568" y="36576"/>
                </a:cubicBezTo>
                <a:cubicBezTo>
                  <a:pt x="13677434" y="36368"/>
                  <a:pt x="13549601" y="44218"/>
                  <a:pt x="13441680" y="36576"/>
                </a:cubicBezTo>
                <a:cubicBezTo>
                  <a:pt x="13333759" y="28934"/>
                  <a:pt x="13194403" y="43582"/>
                  <a:pt x="12975336" y="36576"/>
                </a:cubicBezTo>
                <a:cubicBezTo>
                  <a:pt x="12756269" y="29570"/>
                  <a:pt x="12496698" y="13112"/>
                  <a:pt x="12070080" y="36576"/>
                </a:cubicBezTo>
                <a:cubicBezTo>
                  <a:pt x="11643462" y="60040"/>
                  <a:pt x="11494515" y="20795"/>
                  <a:pt x="11164824" y="36576"/>
                </a:cubicBezTo>
                <a:cubicBezTo>
                  <a:pt x="10835133" y="52357"/>
                  <a:pt x="10303956" y="87952"/>
                  <a:pt x="10040112" y="36576"/>
                </a:cubicBezTo>
                <a:cubicBezTo>
                  <a:pt x="9776268" y="-14800"/>
                  <a:pt x="9309125" y="40826"/>
                  <a:pt x="8915400" y="36576"/>
                </a:cubicBezTo>
                <a:cubicBezTo>
                  <a:pt x="8521675" y="32326"/>
                  <a:pt x="8235592" y="37410"/>
                  <a:pt x="8010144" y="36576"/>
                </a:cubicBezTo>
                <a:cubicBezTo>
                  <a:pt x="7784696" y="35742"/>
                  <a:pt x="7556705" y="26838"/>
                  <a:pt x="7324344" y="36576"/>
                </a:cubicBezTo>
                <a:cubicBezTo>
                  <a:pt x="7091983" y="46314"/>
                  <a:pt x="7169873" y="40000"/>
                  <a:pt x="7077456" y="36576"/>
                </a:cubicBezTo>
                <a:cubicBezTo>
                  <a:pt x="6985039" y="33152"/>
                  <a:pt x="6395767" y="49824"/>
                  <a:pt x="6172200" y="36576"/>
                </a:cubicBezTo>
                <a:cubicBezTo>
                  <a:pt x="5948633" y="23328"/>
                  <a:pt x="5614848" y="11374"/>
                  <a:pt x="5266944" y="36576"/>
                </a:cubicBezTo>
                <a:cubicBezTo>
                  <a:pt x="4919040" y="61778"/>
                  <a:pt x="5134821" y="40448"/>
                  <a:pt x="5020056" y="36576"/>
                </a:cubicBezTo>
                <a:cubicBezTo>
                  <a:pt x="4905291" y="32704"/>
                  <a:pt x="4664972" y="17908"/>
                  <a:pt x="4553712" y="36576"/>
                </a:cubicBezTo>
                <a:cubicBezTo>
                  <a:pt x="4442452" y="55244"/>
                  <a:pt x="4307490" y="36849"/>
                  <a:pt x="4087368" y="36576"/>
                </a:cubicBezTo>
                <a:cubicBezTo>
                  <a:pt x="3867246" y="36303"/>
                  <a:pt x="3812769" y="37964"/>
                  <a:pt x="3621024" y="36576"/>
                </a:cubicBezTo>
                <a:cubicBezTo>
                  <a:pt x="3429279" y="35188"/>
                  <a:pt x="3130207" y="-2472"/>
                  <a:pt x="2715768" y="36576"/>
                </a:cubicBezTo>
                <a:cubicBezTo>
                  <a:pt x="2301329" y="75624"/>
                  <a:pt x="2368981" y="46863"/>
                  <a:pt x="2249424" y="36576"/>
                </a:cubicBezTo>
                <a:cubicBezTo>
                  <a:pt x="2129867" y="26289"/>
                  <a:pt x="1617980" y="52425"/>
                  <a:pt x="1124712" y="36576"/>
                </a:cubicBezTo>
                <a:cubicBezTo>
                  <a:pt x="631444" y="20727"/>
                  <a:pt x="353459" y="68932"/>
                  <a:pt x="0" y="36576"/>
                </a:cubicBezTo>
                <a:cubicBezTo>
                  <a:pt x="-389" y="28441"/>
                  <a:pt x="988" y="11614"/>
                  <a:pt x="0" y="0"/>
                </a:cubicBezTo>
                <a:close/>
              </a:path>
              <a:path w="21945600" h="36576" stroke="0" extrusionOk="0">
                <a:moveTo>
                  <a:pt x="0" y="0"/>
                </a:moveTo>
                <a:cubicBezTo>
                  <a:pt x="78738" y="-6702"/>
                  <a:pt x="124882" y="4427"/>
                  <a:pt x="246888" y="0"/>
                </a:cubicBezTo>
                <a:cubicBezTo>
                  <a:pt x="368894" y="-4427"/>
                  <a:pt x="264772" y="-808"/>
                  <a:pt x="274320" y="0"/>
                </a:cubicBezTo>
                <a:cubicBezTo>
                  <a:pt x="283868" y="808"/>
                  <a:pt x="425686" y="-10995"/>
                  <a:pt x="521208" y="0"/>
                </a:cubicBezTo>
                <a:cubicBezTo>
                  <a:pt x="616730" y="10995"/>
                  <a:pt x="925127" y="26161"/>
                  <a:pt x="1207008" y="0"/>
                </a:cubicBezTo>
                <a:cubicBezTo>
                  <a:pt x="1488889" y="-26161"/>
                  <a:pt x="1863629" y="25804"/>
                  <a:pt x="2112264" y="0"/>
                </a:cubicBezTo>
                <a:cubicBezTo>
                  <a:pt x="2360899" y="-25804"/>
                  <a:pt x="2856157" y="-38525"/>
                  <a:pt x="3236976" y="0"/>
                </a:cubicBezTo>
                <a:cubicBezTo>
                  <a:pt x="3617795" y="38525"/>
                  <a:pt x="4108532" y="-15185"/>
                  <a:pt x="4361688" y="0"/>
                </a:cubicBezTo>
                <a:cubicBezTo>
                  <a:pt x="4614844" y="15185"/>
                  <a:pt x="4684381" y="-14633"/>
                  <a:pt x="4828032" y="0"/>
                </a:cubicBezTo>
                <a:cubicBezTo>
                  <a:pt x="4971683" y="14633"/>
                  <a:pt x="5329982" y="15220"/>
                  <a:pt x="5733288" y="0"/>
                </a:cubicBezTo>
                <a:cubicBezTo>
                  <a:pt x="6136594" y="-15220"/>
                  <a:pt x="6133637" y="-11909"/>
                  <a:pt x="6419088" y="0"/>
                </a:cubicBezTo>
                <a:cubicBezTo>
                  <a:pt x="6704539" y="11909"/>
                  <a:pt x="6686287" y="21630"/>
                  <a:pt x="6885432" y="0"/>
                </a:cubicBezTo>
                <a:cubicBezTo>
                  <a:pt x="7084577" y="-21630"/>
                  <a:pt x="7368157" y="20345"/>
                  <a:pt x="7790688" y="0"/>
                </a:cubicBezTo>
                <a:cubicBezTo>
                  <a:pt x="8213219" y="-20345"/>
                  <a:pt x="7805774" y="-451"/>
                  <a:pt x="7818120" y="0"/>
                </a:cubicBezTo>
                <a:cubicBezTo>
                  <a:pt x="7830466" y="451"/>
                  <a:pt x="8108732" y="-16692"/>
                  <a:pt x="8284464" y="0"/>
                </a:cubicBezTo>
                <a:cubicBezTo>
                  <a:pt x="8460196" y="16692"/>
                  <a:pt x="8710069" y="20479"/>
                  <a:pt x="8970264" y="0"/>
                </a:cubicBezTo>
                <a:cubicBezTo>
                  <a:pt x="9230459" y="-20479"/>
                  <a:pt x="9654070" y="-23489"/>
                  <a:pt x="9875520" y="0"/>
                </a:cubicBezTo>
                <a:cubicBezTo>
                  <a:pt x="10096970" y="23489"/>
                  <a:pt x="10230055" y="14787"/>
                  <a:pt x="10561320" y="0"/>
                </a:cubicBezTo>
                <a:cubicBezTo>
                  <a:pt x="10892585" y="-14787"/>
                  <a:pt x="11355400" y="42062"/>
                  <a:pt x="11686032" y="0"/>
                </a:cubicBezTo>
                <a:cubicBezTo>
                  <a:pt x="12016664" y="-42062"/>
                  <a:pt x="11707139" y="-1040"/>
                  <a:pt x="11713464" y="0"/>
                </a:cubicBezTo>
                <a:cubicBezTo>
                  <a:pt x="11719789" y="1040"/>
                  <a:pt x="12097394" y="2532"/>
                  <a:pt x="12399264" y="0"/>
                </a:cubicBezTo>
                <a:cubicBezTo>
                  <a:pt x="12701134" y="-2532"/>
                  <a:pt x="12419541" y="1081"/>
                  <a:pt x="12426696" y="0"/>
                </a:cubicBezTo>
                <a:cubicBezTo>
                  <a:pt x="12433851" y="-1081"/>
                  <a:pt x="13203091" y="32097"/>
                  <a:pt x="13551408" y="0"/>
                </a:cubicBezTo>
                <a:cubicBezTo>
                  <a:pt x="13899725" y="-32097"/>
                  <a:pt x="13704994" y="4050"/>
                  <a:pt x="13798296" y="0"/>
                </a:cubicBezTo>
                <a:cubicBezTo>
                  <a:pt x="13891598" y="-4050"/>
                  <a:pt x="13819194" y="591"/>
                  <a:pt x="13825728" y="0"/>
                </a:cubicBezTo>
                <a:cubicBezTo>
                  <a:pt x="13832262" y="-591"/>
                  <a:pt x="14247058" y="-30068"/>
                  <a:pt x="14511528" y="0"/>
                </a:cubicBezTo>
                <a:cubicBezTo>
                  <a:pt x="14775998" y="30068"/>
                  <a:pt x="14668616" y="6993"/>
                  <a:pt x="14758416" y="0"/>
                </a:cubicBezTo>
                <a:cubicBezTo>
                  <a:pt x="14848216" y="-6993"/>
                  <a:pt x="15386840" y="3019"/>
                  <a:pt x="15663672" y="0"/>
                </a:cubicBezTo>
                <a:cubicBezTo>
                  <a:pt x="15940504" y="-3019"/>
                  <a:pt x="15823667" y="2894"/>
                  <a:pt x="15910560" y="0"/>
                </a:cubicBezTo>
                <a:cubicBezTo>
                  <a:pt x="15997453" y="-2894"/>
                  <a:pt x="16588125" y="-8530"/>
                  <a:pt x="17035272" y="0"/>
                </a:cubicBezTo>
                <a:cubicBezTo>
                  <a:pt x="17482419" y="8530"/>
                  <a:pt x="17188794" y="6706"/>
                  <a:pt x="17282160" y="0"/>
                </a:cubicBezTo>
                <a:cubicBezTo>
                  <a:pt x="17375526" y="-6706"/>
                  <a:pt x="17472317" y="-5717"/>
                  <a:pt x="17529048" y="0"/>
                </a:cubicBezTo>
                <a:cubicBezTo>
                  <a:pt x="17585779" y="5717"/>
                  <a:pt x="18174415" y="31621"/>
                  <a:pt x="18434304" y="0"/>
                </a:cubicBezTo>
                <a:cubicBezTo>
                  <a:pt x="18694193" y="-31621"/>
                  <a:pt x="19301918" y="29693"/>
                  <a:pt x="19559016" y="0"/>
                </a:cubicBezTo>
                <a:cubicBezTo>
                  <a:pt x="19816114" y="-29693"/>
                  <a:pt x="19574042" y="702"/>
                  <a:pt x="19586448" y="0"/>
                </a:cubicBezTo>
                <a:cubicBezTo>
                  <a:pt x="19598854" y="-702"/>
                  <a:pt x="20049547" y="-22820"/>
                  <a:pt x="20491704" y="0"/>
                </a:cubicBezTo>
                <a:cubicBezTo>
                  <a:pt x="20933861" y="22820"/>
                  <a:pt x="20755106" y="6629"/>
                  <a:pt x="20958048" y="0"/>
                </a:cubicBezTo>
                <a:cubicBezTo>
                  <a:pt x="21160990" y="-6629"/>
                  <a:pt x="21663188" y="-27211"/>
                  <a:pt x="21945600" y="0"/>
                </a:cubicBezTo>
                <a:cubicBezTo>
                  <a:pt x="21944964" y="7863"/>
                  <a:pt x="21943820" y="25698"/>
                  <a:pt x="21945600" y="36576"/>
                </a:cubicBezTo>
                <a:cubicBezTo>
                  <a:pt x="21738864" y="-5974"/>
                  <a:pt x="21483832" y="56357"/>
                  <a:pt x="21040344" y="36576"/>
                </a:cubicBezTo>
                <a:cubicBezTo>
                  <a:pt x="20596856" y="16795"/>
                  <a:pt x="20741173" y="55968"/>
                  <a:pt x="20574000" y="36576"/>
                </a:cubicBezTo>
                <a:cubicBezTo>
                  <a:pt x="20406827" y="17184"/>
                  <a:pt x="20560204" y="36526"/>
                  <a:pt x="20546568" y="36576"/>
                </a:cubicBezTo>
                <a:cubicBezTo>
                  <a:pt x="20532932" y="36626"/>
                  <a:pt x="20530490" y="36880"/>
                  <a:pt x="20519136" y="36576"/>
                </a:cubicBezTo>
                <a:cubicBezTo>
                  <a:pt x="20507782" y="36272"/>
                  <a:pt x="19823262" y="37799"/>
                  <a:pt x="19613880" y="36576"/>
                </a:cubicBezTo>
                <a:cubicBezTo>
                  <a:pt x="19404498" y="35353"/>
                  <a:pt x="19223151" y="67241"/>
                  <a:pt x="18928080" y="36576"/>
                </a:cubicBezTo>
                <a:cubicBezTo>
                  <a:pt x="18633009" y="5911"/>
                  <a:pt x="18160671" y="-11744"/>
                  <a:pt x="17803368" y="36576"/>
                </a:cubicBezTo>
                <a:cubicBezTo>
                  <a:pt x="17446065" y="84896"/>
                  <a:pt x="17412412" y="14966"/>
                  <a:pt x="17117568" y="36576"/>
                </a:cubicBezTo>
                <a:cubicBezTo>
                  <a:pt x="16822724" y="58186"/>
                  <a:pt x="16494673" y="2337"/>
                  <a:pt x="16212312" y="36576"/>
                </a:cubicBezTo>
                <a:cubicBezTo>
                  <a:pt x="15929951" y="70815"/>
                  <a:pt x="15826333" y="11046"/>
                  <a:pt x="15526512" y="36576"/>
                </a:cubicBezTo>
                <a:cubicBezTo>
                  <a:pt x="15226691" y="62106"/>
                  <a:pt x="15082025" y="15118"/>
                  <a:pt x="14840712" y="36576"/>
                </a:cubicBezTo>
                <a:cubicBezTo>
                  <a:pt x="14599399" y="58034"/>
                  <a:pt x="14517430" y="19609"/>
                  <a:pt x="14374368" y="36576"/>
                </a:cubicBezTo>
                <a:cubicBezTo>
                  <a:pt x="14231306" y="53543"/>
                  <a:pt x="13854278" y="2480"/>
                  <a:pt x="13469112" y="36576"/>
                </a:cubicBezTo>
                <a:cubicBezTo>
                  <a:pt x="13083946" y="70672"/>
                  <a:pt x="13086505" y="29507"/>
                  <a:pt x="12783312" y="36576"/>
                </a:cubicBezTo>
                <a:cubicBezTo>
                  <a:pt x="12480119" y="43645"/>
                  <a:pt x="12228847" y="-3513"/>
                  <a:pt x="11878056" y="36576"/>
                </a:cubicBezTo>
                <a:cubicBezTo>
                  <a:pt x="11527265" y="76665"/>
                  <a:pt x="11722541" y="34421"/>
                  <a:pt x="11631168" y="36576"/>
                </a:cubicBezTo>
                <a:cubicBezTo>
                  <a:pt x="11539795" y="38731"/>
                  <a:pt x="11328250" y="26850"/>
                  <a:pt x="11164824" y="36576"/>
                </a:cubicBezTo>
                <a:cubicBezTo>
                  <a:pt x="11001398" y="46302"/>
                  <a:pt x="10673541" y="78959"/>
                  <a:pt x="10259568" y="36576"/>
                </a:cubicBezTo>
                <a:cubicBezTo>
                  <a:pt x="9845595" y="-5807"/>
                  <a:pt x="9733074" y="59393"/>
                  <a:pt x="9573768" y="36576"/>
                </a:cubicBezTo>
                <a:cubicBezTo>
                  <a:pt x="9414462" y="13759"/>
                  <a:pt x="9555544" y="36473"/>
                  <a:pt x="9546336" y="36576"/>
                </a:cubicBezTo>
                <a:cubicBezTo>
                  <a:pt x="9537128" y="36679"/>
                  <a:pt x="8966343" y="25197"/>
                  <a:pt x="8641080" y="36576"/>
                </a:cubicBezTo>
                <a:cubicBezTo>
                  <a:pt x="8315817" y="47955"/>
                  <a:pt x="8340016" y="17323"/>
                  <a:pt x="8174736" y="36576"/>
                </a:cubicBezTo>
                <a:cubicBezTo>
                  <a:pt x="8009456" y="55829"/>
                  <a:pt x="7277736" y="27510"/>
                  <a:pt x="7050024" y="36576"/>
                </a:cubicBezTo>
                <a:cubicBezTo>
                  <a:pt x="6822312" y="45642"/>
                  <a:pt x="7033761" y="37384"/>
                  <a:pt x="7022592" y="36576"/>
                </a:cubicBezTo>
                <a:cubicBezTo>
                  <a:pt x="7011423" y="35768"/>
                  <a:pt x="6523471" y="22547"/>
                  <a:pt x="6117336" y="36576"/>
                </a:cubicBezTo>
                <a:cubicBezTo>
                  <a:pt x="5711201" y="50605"/>
                  <a:pt x="5866816" y="21657"/>
                  <a:pt x="5650992" y="36576"/>
                </a:cubicBezTo>
                <a:cubicBezTo>
                  <a:pt x="5435168" y="51495"/>
                  <a:pt x="5142184" y="50113"/>
                  <a:pt x="4745736" y="36576"/>
                </a:cubicBezTo>
                <a:cubicBezTo>
                  <a:pt x="4349288" y="23039"/>
                  <a:pt x="4567465" y="35506"/>
                  <a:pt x="4498848" y="36576"/>
                </a:cubicBezTo>
                <a:cubicBezTo>
                  <a:pt x="4430231" y="37646"/>
                  <a:pt x="4316854" y="42140"/>
                  <a:pt x="4251960" y="36576"/>
                </a:cubicBezTo>
                <a:cubicBezTo>
                  <a:pt x="4187066" y="31012"/>
                  <a:pt x="4006963" y="35461"/>
                  <a:pt x="3785616" y="36576"/>
                </a:cubicBezTo>
                <a:cubicBezTo>
                  <a:pt x="3564269" y="37691"/>
                  <a:pt x="3513429" y="13694"/>
                  <a:pt x="3319272" y="36576"/>
                </a:cubicBezTo>
                <a:cubicBezTo>
                  <a:pt x="3125115" y="59458"/>
                  <a:pt x="2634641" y="25517"/>
                  <a:pt x="2414016" y="36576"/>
                </a:cubicBezTo>
                <a:cubicBezTo>
                  <a:pt x="2193391" y="47635"/>
                  <a:pt x="2395840" y="37250"/>
                  <a:pt x="2386584" y="36576"/>
                </a:cubicBezTo>
                <a:cubicBezTo>
                  <a:pt x="2377328" y="35902"/>
                  <a:pt x="1545536" y="28507"/>
                  <a:pt x="1261872" y="36576"/>
                </a:cubicBezTo>
                <a:cubicBezTo>
                  <a:pt x="978208" y="44645"/>
                  <a:pt x="1242837" y="35250"/>
                  <a:pt x="1234440" y="36576"/>
                </a:cubicBezTo>
                <a:cubicBezTo>
                  <a:pt x="1226043" y="37902"/>
                  <a:pt x="282424" y="83210"/>
                  <a:pt x="0" y="36576"/>
                </a:cubicBezTo>
                <a:cubicBezTo>
                  <a:pt x="476" y="24480"/>
                  <a:pt x="-366" y="10102"/>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3F2F1C4-4D92-62FD-ADB2-F811DCCDC67B}"/>
              </a:ext>
            </a:extLst>
          </p:cNvPr>
          <p:cNvSpPr>
            <a:spLocks noGrp="1"/>
          </p:cNvSpPr>
          <p:nvPr>
            <p:ph idx="4294967295"/>
          </p:nvPr>
        </p:nvSpPr>
        <p:spPr>
          <a:xfrm>
            <a:off x="1144986" y="4142632"/>
            <a:ext cx="13427104" cy="8238344"/>
          </a:xfrm>
        </p:spPr>
        <p:txBody>
          <a:bodyPr vert="horz" lIns="91440" tIns="45720" rIns="91440" bIns="45720" rtlCol="0" anchor="t">
            <a:normAutofit/>
          </a:bodyPr>
          <a:lstStyle/>
          <a:p>
            <a:pPr indent="-228600" defTabSz="914400"/>
            <a:r>
              <a:rPr lang="en-US" sz="1800" dirty="0"/>
              <a:t>Los virus </a:t>
            </a:r>
            <a:r>
              <a:rPr lang="en-US" sz="1800" dirty="0" err="1"/>
              <a:t>informáticos</a:t>
            </a:r>
            <a:r>
              <a:rPr lang="en-US" sz="1800" dirty="0"/>
              <a:t> son </a:t>
            </a:r>
            <a:r>
              <a:rPr lang="en-US" sz="1800" dirty="0" err="1"/>
              <a:t>programas</a:t>
            </a:r>
            <a:r>
              <a:rPr lang="en-US" sz="1800" dirty="0"/>
              <a:t> </a:t>
            </a:r>
            <a:r>
              <a:rPr lang="en-US" sz="1800" dirty="0" err="1"/>
              <a:t>maliciosos</a:t>
            </a:r>
            <a:r>
              <a:rPr lang="en-US" sz="1800" dirty="0"/>
              <a:t> que se </a:t>
            </a:r>
            <a:r>
              <a:rPr lang="en-US" sz="1800" dirty="0" err="1"/>
              <a:t>replican</a:t>
            </a:r>
            <a:r>
              <a:rPr lang="en-US" sz="1800" dirty="0"/>
              <a:t> y </a:t>
            </a:r>
            <a:r>
              <a:rPr lang="en-US" sz="1800" dirty="0" err="1"/>
              <a:t>propagan</a:t>
            </a:r>
            <a:r>
              <a:rPr lang="en-US" sz="1800" dirty="0"/>
              <a:t> </a:t>
            </a:r>
            <a:r>
              <a:rPr lang="en-US" sz="1800" dirty="0" err="1"/>
              <a:t>en</a:t>
            </a:r>
            <a:r>
              <a:rPr lang="en-US" sz="1800" dirty="0"/>
              <a:t> </a:t>
            </a:r>
            <a:r>
              <a:rPr lang="en-US" sz="1800" dirty="0" err="1"/>
              <a:t>sistemas</a:t>
            </a:r>
            <a:r>
              <a:rPr lang="en-US" sz="1800" dirty="0"/>
              <a:t> </a:t>
            </a:r>
            <a:r>
              <a:rPr lang="en-US" sz="1800" dirty="0" err="1"/>
              <a:t>informáticos</a:t>
            </a:r>
            <a:r>
              <a:rPr lang="en-US" sz="1800" dirty="0"/>
              <a:t> con </a:t>
            </a:r>
            <a:r>
              <a:rPr lang="en-US" sz="1800" dirty="0" err="1"/>
              <a:t>el</a:t>
            </a:r>
            <a:r>
              <a:rPr lang="en-US" sz="1800" dirty="0"/>
              <a:t> </a:t>
            </a:r>
            <a:r>
              <a:rPr lang="en-US" sz="1800" dirty="0" err="1"/>
              <a:t>objetivo</a:t>
            </a:r>
            <a:r>
              <a:rPr lang="en-US" sz="1800" dirty="0"/>
              <a:t> de </a:t>
            </a:r>
            <a:r>
              <a:rPr lang="en-US" sz="1800" dirty="0" err="1"/>
              <a:t>causar</a:t>
            </a:r>
            <a:r>
              <a:rPr lang="en-US" sz="1800" dirty="0"/>
              <a:t> </a:t>
            </a:r>
            <a:r>
              <a:rPr lang="en-US" sz="1800" dirty="0" err="1"/>
              <a:t>daño</a:t>
            </a:r>
            <a:r>
              <a:rPr lang="en-US" sz="1800" dirty="0"/>
              <a:t> o </a:t>
            </a:r>
            <a:r>
              <a:rPr lang="en-US" sz="1800" dirty="0" err="1"/>
              <a:t>robar</a:t>
            </a:r>
            <a:r>
              <a:rPr lang="en-US" sz="1800" dirty="0"/>
              <a:t> </a:t>
            </a:r>
            <a:r>
              <a:rPr lang="en-US" sz="1800" dirty="0" err="1"/>
              <a:t>información</a:t>
            </a:r>
            <a:r>
              <a:rPr lang="en-US" sz="1800" dirty="0"/>
              <a:t>. Los </a:t>
            </a:r>
            <a:r>
              <a:rPr lang="en-US" sz="1800" dirty="0" err="1"/>
              <a:t>primeros</a:t>
            </a:r>
            <a:r>
              <a:rPr lang="en-US" sz="1800" dirty="0"/>
              <a:t> virus </a:t>
            </a:r>
            <a:r>
              <a:rPr lang="en-US" sz="1800" dirty="0" err="1"/>
              <a:t>informáticos</a:t>
            </a:r>
            <a:r>
              <a:rPr lang="en-US" sz="1800" dirty="0"/>
              <a:t> se </a:t>
            </a:r>
            <a:r>
              <a:rPr lang="en-US" sz="1800" dirty="0" err="1"/>
              <a:t>desarrollaron</a:t>
            </a:r>
            <a:r>
              <a:rPr lang="en-US" sz="1800" dirty="0"/>
              <a:t> </a:t>
            </a:r>
            <a:r>
              <a:rPr lang="en-US" sz="1800" dirty="0" err="1"/>
              <a:t>en</a:t>
            </a:r>
            <a:r>
              <a:rPr lang="en-US" sz="1800" dirty="0"/>
              <a:t> la </a:t>
            </a:r>
            <a:r>
              <a:rPr lang="en-US" sz="1800" b="1" dirty="0" err="1"/>
              <a:t>década</a:t>
            </a:r>
            <a:r>
              <a:rPr lang="en-US" sz="1800" b="1" dirty="0"/>
              <a:t> de 1970 </a:t>
            </a:r>
            <a:r>
              <a:rPr lang="en-US" sz="1800" dirty="0"/>
              <a:t>y </a:t>
            </a:r>
            <a:r>
              <a:rPr lang="en-US" sz="1800" dirty="0" err="1"/>
              <a:t>eran</a:t>
            </a:r>
            <a:r>
              <a:rPr lang="en-US" sz="1800" dirty="0"/>
              <a:t> </a:t>
            </a:r>
            <a:r>
              <a:rPr lang="en-US" sz="1800" dirty="0" err="1"/>
              <a:t>relativamente</a:t>
            </a:r>
            <a:r>
              <a:rPr lang="en-US" sz="1800" dirty="0"/>
              <a:t> simples </a:t>
            </a:r>
            <a:r>
              <a:rPr lang="en-US" sz="1800" dirty="0" err="1"/>
              <a:t>en</a:t>
            </a:r>
            <a:r>
              <a:rPr lang="en-US" sz="1800" dirty="0"/>
              <a:t> </a:t>
            </a:r>
            <a:r>
              <a:rPr lang="en-US" sz="1800" dirty="0" err="1"/>
              <a:t>comparación</a:t>
            </a:r>
            <a:r>
              <a:rPr lang="en-US" sz="1800" dirty="0"/>
              <a:t> con </a:t>
            </a:r>
            <a:r>
              <a:rPr lang="en-US" sz="1800" dirty="0" err="1"/>
              <a:t>los</a:t>
            </a:r>
            <a:r>
              <a:rPr lang="en-US" sz="1800" dirty="0"/>
              <a:t> virus </a:t>
            </a:r>
            <a:r>
              <a:rPr lang="en-US" sz="1800" dirty="0" err="1"/>
              <a:t>modernos</a:t>
            </a:r>
            <a:r>
              <a:rPr lang="en-US" sz="1800" dirty="0"/>
              <a:t>. A </a:t>
            </a:r>
            <a:r>
              <a:rPr lang="en-US" sz="1800" dirty="0" err="1"/>
              <a:t>medida</a:t>
            </a:r>
            <a:r>
              <a:rPr lang="en-US" sz="1800" dirty="0"/>
              <a:t> que la </a:t>
            </a:r>
            <a:r>
              <a:rPr lang="en-US" sz="1800" dirty="0" err="1"/>
              <a:t>tecnología</a:t>
            </a:r>
            <a:r>
              <a:rPr lang="en-US" sz="1800" dirty="0"/>
              <a:t> </a:t>
            </a:r>
            <a:r>
              <a:rPr lang="en-US" sz="1800" dirty="0" err="1"/>
              <a:t>avanzó</a:t>
            </a:r>
            <a:r>
              <a:rPr lang="en-US" sz="1800" dirty="0"/>
              <a:t>, también lo </a:t>
            </a:r>
            <a:r>
              <a:rPr lang="en-US" sz="1800" dirty="0" err="1"/>
              <a:t>hicieron</a:t>
            </a:r>
            <a:r>
              <a:rPr lang="en-US" sz="1800" dirty="0"/>
              <a:t> </a:t>
            </a:r>
            <a:r>
              <a:rPr lang="en-US" sz="1800" dirty="0" err="1"/>
              <a:t>los</a:t>
            </a:r>
            <a:r>
              <a:rPr lang="en-US" sz="1800" dirty="0"/>
              <a:t> virus, y hoy </a:t>
            </a:r>
            <a:r>
              <a:rPr lang="en-US" sz="1800" dirty="0" err="1"/>
              <a:t>en</a:t>
            </a:r>
            <a:r>
              <a:rPr lang="en-US" sz="1800" dirty="0"/>
              <a:t> día </a:t>
            </a:r>
            <a:r>
              <a:rPr lang="en-US" sz="1800" dirty="0" err="1"/>
              <a:t>existen</a:t>
            </a:r>
            <a:r>
              <a:rPr lang="en-US" sz="1800" dirty="0"/>
              <a:t> </a:t>
            </a:r>
            <a:r>
              <a:rPr lang="en-US" sz="1800" dirty="0" err="1"/>
              <a:t>diversas</a:t>
            </a:r>
            <a:r>
              <a:rPr lang="en-US" sz="1800" dirty="0"/>
              <a:t> </a:t>
            </a:r>
            <a:r>
              <a:rPr lang="en-US" sz="1800" dirty="0" err="1"/>
              <a:t>formas</a:t>
            </a:r>
            <a:r>
              <a:rPr lang="en-US" sz="1800" dirty="0"/>
              <a:t> de malware que </a:t>
            </a:r>
            <a:r>
              <a:rPr lang="en-US" sz="1800" dirty="0" err="1"/>
              <a:t>pueden</a:t>
            </a:r>
            <a:r>
              <a:rPr lang="en-US" sz="1800" dirty="0"/>
              <a:t> </a:t>
            </a:r>
            <a:r>
              <a:rPr lang="en-US" sz="1800" dirty="0" err="1"/>
              <a:t>causar</a:t>
            </a:r>
            <a:r>
              <a:rPr lang="en-US" sz="1800" dirty="0"/>
              <a:t> </a:t>
            </a:r>
            <a:r>
              <a:rPr lang="en-US" sz="1800" dirty="0" err="1"/>
              <a:t>daño</a:t>
            </a:r>
            <a:r>
              <a:rPr lang="en-US" sz="1800" dirty="0"/>
              <a:t> a </a:t>
            </a:r>
            <a:r>
              <a:rPr lang="en-US" sz="1800" dirty="0" err="1"/>
              <a:t>los</a:t>
            </a:r>
            <a:r>
              <a:rPr lang="en-US" sz="1800" dirty="0"/>
              <a:t> </a:t>
            </a:r>
            <a:r>
              <a:rPr lang="en-US" sz="1800" dirty="0" err="1"/>
              <a:t>sistemas</a:t>
            </a:r>
            <a:r>
              <a:rPr lang="en-US" sz="1800" dirty="0"/>
              <a:t> </a:t>
            </a:r>
            <a:r>
              <a:rPr lang="en-US" sz="1800" dirty="0" err="1"/>
              <a:t>informáticos</a:t>
            </a:r>
            <a:r>
              <a:rPr lang="en-US" sz="1800" dirty="0"/>
              <a:t>.</a:t>
            </a:r>
          </a:p>
          <a:p>
            <a:pPr indent="-228600" defTabSz="914400"/>
            <a:r>
              <a:rPr lang="en-US" sz="1800" dirty="0"/>
              <a:t>El primer virus </a:t>
            </a:r>
            <a:r>
              <a:rPr lang="en-US" sz="1800" dirty="0" err="1"/>
              <a:t>informático</a:t>
            </a:r>
            <a:r>
              <a:rPr lang="en-US" sz="1800" dirty="0"/>
              <a:t> </a:t>
            </a:r>
            <a:r>
              <a:rPr lang="en-US" sz="1800" dirty="0" err="1"/>
              <a:t>conocido</a:t>
            </a:r>
            <a:r>
              <a:rPr lang="en-US" sz="1800" dirty="0"/>
              <a:t> </a:t>
            </a:r>
            <a:r>
              <a:rPr lang="en-US" sz="1800" dirty="0" err="1"/>
              <a:t>fue</a:t>
            </a:r>
            <a:r>
              <a:rPr lang="en-US" sz="1800" dirty="0"/>
              <a:t> </a:t>
            </a:r>
            <a:r>
              <a:rPr lang="en-US" sz="1800" dirty="0" err="1"/>
              <a:t>llamado</a:t>
            </a:r>
            <a:r>
              <a:rPr lang="en-US" sz="1800" dirty="0"/>
              <a:t> </a:t>
            </a:r>
            <a:r>
              <a:rPr lang="en-US" sz="1800" b="1" dirty="0"/>
              <a:t>"Creeper</a:t>
            </a:r>
            <a:r>
              <a:rPr lang="en-US" sz="1800" dirty="0"/>
              <a:t>" y se </a:t>
            </a:r>
            <a:r>
              <a:rPr lang="en-US" sz="1800" dirty="0" err="1"/>
              <a:t>desarrolló</a:t>
            </a:r>
            <a:r>
              <a:rPr lang="en-US" sz="1800" dirty="0"/>
              <a:t> </a:t>
            </a:r>
            <a:r>
              <a:rPr lang="en-US" sz="1800" dirty="0" err="1"/>
              <a:t>en</a:t>
            </a:r>
            <a:r>
              <a:rPr lang="en-US" sz="1800" dirty="0"/>
              <a:t> 1971. Este virus se </a:t>
            </a:r>
            <a:r>
              <a:rPr lang="en-US" sz="1800" dirty="0" err="1"/>
              <a:t>propagaba</a:t>
            </a:r>
            <a:r>
              <a:rPr lang="en-US" sz="1800" dirty="0"/>
              <a:t> a </a:t>
            </a:r>
            <a:r>
              <a:rPr lang="en-US" sz="1800" dirty="0" err="1"/>
              <a:t>través</a:t>
            </a:r>
            <a:r>
              <a:rPr lang="en-US" sz="1800" dirty="0"/>
              <a:t> de </a:t>
            </a:r>
            <a:r>
              <a:rPr lang="en-US" sz="1800" dirty="0" err="1"/>
              <a:t>una</a:t>
            </a:r>
            <a:r>
              <a:rPr lang="en-US" sz="1800" dirty="0"/>
              <a:t> red de </a:t>
            </a:r>
            <a:r>
              <a:rPr lang="en-US" sz="1800" dirty="0" err="1"/>
              <a:t>computadoras</a:t>
            </a:r>
            <a:r>
              <a:rPr lang="en-US" sz="1800" dirty="0"/>
              <a:t> ARPANET y </a:t>
            </a:r>
            <a:r>
              <a:rPr lang="en-US" sz="1800" dirty="0" err="1"/>
              <a:t>mostraba</a:t>
            </a:r>
            <a:r>
              <a:rPr lang="en-US" sz="1800" dirty="0"/>
              <a:t> </a:t>
            </a:r>
            <a:r>
              <a:rPr lang="en-US" sz="1800" dirty="0" err="1"/>
              <a:t>el</a:t>
            </a:r>
            <a:r>
              <a:rPr lang="en-US" sz="1800" dirty="0"/>
              <a:t> </a:t>
            </a:r>
            <a:r>
              <a:rPr lang="en-US" sz="1800" dirty="0" err="1"/>
              <a:t>mensaje</a:t>
            </a:r>
            <a:r>
              <a:rPr lang="en-US" sz="1800" dirty="0"/>
              <a:t> "Soy la </a:t>
            </a:r>
            <a:r>
              <a:rPr lang="en-US" sz="1800" dirty="0" err="1"/>
              <a:t>enredadera</a:t>
            </a:r>
            <a:r>
              <a:rPr lang="en-US" sz="1800" dirty="0"/>
              <a:t>, ¡</a:t>
            </a:r>
            <a:r>
              <a:rPr lang="en-US" sz="1800" dirty="0" err="1"/>
              <a:t>atrápame</a:t>
            </a:r>
            <a:r>
              <a:rPr lang="en-US" sz="1800" dirty="0"/>
              <a:t> </a:t>
            </a:r>
            <a:r>
              <a:rPr lang="en-US" sz="1800" dirty="0" err="1"/>
              <a:t>si</a:t>
            </a:r>
            <a:r>
              <a:rPr lang="en-US" sz="1800" dirty="0"/>
              <a:t> </a:t>
            </a:r>
            <a:r>
              <a:rPr lang="en-US" sz="1800" dirty="0" err="1"/>
              <a:t>puedes</a:t>
            </a:r>
            <a:r>
              <a:rPr lang="en-US" sz="1800" dirty="0"/>
              <a:t>!" </a:t>
            </a:r>
            <a:r>
              <a:rPr lang="en-US" sz="1800" dirty="0" err="1"/>
              <a:t>en</a:t>
            </a:r>
            <a:r>
              <a:rPr lang="en-US" sz="1800" dirty="0"/>
              <a:t> las </a:t>
            </a:r>
            <a:r>
              <a:rPr lang="en-US" sz="1800" dirty="0" err="1"/>
              <a:t>pantallas</a:t>
            </a:r>
            <a:r>
              <a:rPr lang="en-US" sz="1800" dirty="0"/>
              <a:t> de las </a:t>
            </a:r>
            <a:r>
              <a:rPr lang="en-US" sz="1800" dirty="0" err="1"/>
              <a:t>computadoras</a:t>
            </a:r>
            <a:r>
              <a:rPr lang="en-US" sz="1800" dirty="0"/>
              <a:t> </a:t>
            </a:r>
            <a:r>
              <a:rPr lang="en-US" sz="1800" dirty="0" err="1"/>
              <a:t>infectadas</a:t>
            </a:r>
            <a:r>
              <a:rPr lang="en-US" sz="1800" dirty="0"/>
              <a:t>. El primer virus que se </a:t>
            </a:r>
            <a:r>
              <a:rPr lang="en-US" sz="1800" dirty="0" err="1"/>
              <a:t>propagó</a:t>
            </a:r>
            <a:r>
              <a:rPr lang="en-US" sz="1800" dirty="0"/>
              <a:t> </a:t>
            </a:r>
            <a:r>
              <a:rPr lang="en-US" sz="1800" dirty="0" err="1"/>
              <a:t>ampliamente</a:t>
            </a:r>
            <a:r>
              <a:rPr lang="en-US" sz="1800" dirty="0"/>
              <a:t> a </a:t>
            </a:r>
            <a:r>
              <a:rPr lang="en-US" sz="1800" dirty="0" err="1"/>
              <a:t>través</a:t>
            </a:r>
            <a:r>
              <a:rPr lang="en-US" sz="1800" dirty="0"/>
              <a:t> de la red </a:t>
            </a:r>
            <a:r>
              <a:rPr lang="en-US" sz="1800" dirty="0" err="1"/>
              <a:t>fue</a:t>
            </a:r>
            <a:r>
              <a:rPr lang="en-US" sz="1800" dirty="0"/>
              <a:t> </a:t>
            </a:r>
            <a:r>
              <a:rPr lang="en-US" sz="1800" dirty="0" err="1"/>
              <a:t>el</a:t>
            </a:r>
            <a:r>
              <a:rPr lang="en-US" sz="1800" dirty="0"/>
              <a:t> virus "</a:t>
            </a:r>
            <a:r>
              <a:rPr lang="en-US" sz="1800" b="1" dirty="0"/>
              <a:t>Morris</a:t>
            </a:r>
            <a:r>
              <a:rPr lang="en-US" sz="1800" dirty="0"/>
              <a:t>" </a:t>
            </a:r>
            <a:r>
              <a:rPr lang="en-US" sz="1800" dirty="0" err="1"/>
              <a:t>en</a:t>
            </a:r>
            <a:r>
              <a:rPr lang="en-US" sz="1800" dirty="0"/>
              <a:t> 1988, que se </a:t>
            </a:r>
            <a:r>
              <a:rPr lang="en-US" sz="1800" dirty="0" err="1"/>
              <a:t>propagó</a:t>
            </a:r>
            <a:r>
              <a:rPr lang="en-US" sz="1800" dirty="0"/>
              <a:t> a </a:t>
            </a:r>
            <a:r>
              <a:rPr lang="en-US" sz="1800" dirty="0" err="1"/>
              <a:t>través</a:t>
            </a:r>
            <a:r>
              <a:rPr lang="en-US" sz="1800" dirty="0"/>
              <a:t> de la red ARPANET y </a:t>
            </a:r>
            <a:r>
              <a:rPr lang="en-US" sz="1800" dirty="0" err="1"/>
              <a:t>afectó</a:t>
            </a:r>
            <a:r>
              <a:rPr lang="en-US" sz="1800" dirty="0"/>
              <a:t> a miles de </a:t>
            </a:r>
            <a:r>
              <a:rPr lang="en-US" sz="1800" dirty="0" err="1"/>
              <a:t>computadoras</a:t>
            </a:r>
            <a:r>
              <a:rPr lang="en-US" sz="1800" dirty="0"/>
              <a:t> </a:t>
            </a:r>
            <a:r>
              <a:rPr lang="en-US" sz="1800" dirty="0" err="1"/>
              <a:t>en</a:t>
            </a:r>
            <a:r>
              <a:rPr lang="en-US" sz="1800" dirty="0"/>
              <a:t> </a:t>
            </a:r>
            <a:r>
              <a:rPr lang="en-US" sz="1800" dirty="0" err="1"/>
              <a:t>todo</a:t>
            </a:r>
            <a:r>
              <a:rPr lang="en-US" sz="1800" dirty="0"/>
              <a:t> </a:t>
            </a:r>
            <a:r>
              <a:rPr lang="en-US" sz="1800" dirty="0" err="1"/>
              <a:t>el</a:t>
            </a:r>
            <a:r>
              <a:rPr lang="en-US" sz="1800" dirty="0"/>
              <a:t> </a:t>
            </a:r>
            <a:r>
              <a:rPr lang="en-US" sz="1800" dirty="0" err="1"/>
              <a:t>mundo</a:t>
            </a:r>
            <a:r>
              <a:rPr lang="en-US" sz="1800" dirty="0"/>
              <a:t>.</a:t>
            </a:r>
          </a:p>
          <a:p>
            <a:pPr indent="-228600" defTabSz="914400"/>
            <a:r>
              <a:rPr lang="en-US" sz="1800" dirty="0"/>
              <a:t>A </a:t>
            </a:r>
            <a:r>
              <a:rPr lang="en-US" sz="1800" dirty="0" err="1"/>
              <a:t>medida</a:t>
            </a:r>
            <a:r>
              <a:rPr lang="en-US" sz="1800" dirty="0"/>
              <a:t> que las </a:t>
            </a:r>
            <a:r>
              <a:rPr lang="en-US" sz="1800" dirty="0" err="1"/>
              <a:t>computadoras</a:t>
            </a:r>
            <a:r>
              <a:rPr lang="en-US" sz="1800" dirty="0"/>
              <a:t> </a:t>
            </a:r>
            <a:r>
              <a:rPr lang="en-US" sz="1800" dirty="0" err="1"/>
              <a:t>personales</a:t>
            </a:r>
            <a:r>
              <a:rPr lang="en-US" sz="1800" dirty="0"/>
              <a:t> se </a:t>
            </a:r>
            <a:r>
              <a:rPr lang="en-US" sz="1800" dirty="0" err="1"/>
              <a:t>volvieron</a:t>
            </a:r>
            <a:r>
              <a:rPr lang="en-US" sz="1800" dirty="0"/>
              <a:t> </a:t>
            </a:r>
            <a:r>
              <a:rPr lang="en-US" sz="1800" dirty="0" err="1"/>
              <a:t>más</a:t>
            </a:r>
            <a:r>
              <a:rPr lang="en-US" sz="1800" dirty="0"/>
              <a:t> </a:t>
            </a:r>
            <a:r>
              <a:rPr lang="en-US" sz="1800" dirty="0" err="1"/>
              <a:t>populares</a:t>
            </a:r>
            <a:r>
              <a:rPr lang="en-US" sz="1800" dirty="0"/>
              <a:t> </a:t>
            </a:r>
            <a:r>
              <a:rPr lang="en-US" sz="1800" dirty="0" err="1"/>
              <a:t>en</a:t>
            </a:r>
            <a:r>
              <a:rPr lang="en-US" sz="1800" dirty="0"/>
              <a:t> la </a:t>
            </a:r>
            <a:r>
              <a:rPr lang="en-US" sz="1800" dirty="0" err="1"/>
              <a:t>década</a:t>
            </a:r>
            <a:r>
              <a:rPr lang="en-US" sz="1800" dirty="0"/>
              <a:t> de 1990, también lo </a:t>
            </a:r>
            <a:r>
              <a:rPr lang="en-US" sz="1800" dirty="0" err="1"/>
              <a:t>hicieron</a:t>
            </a:r>
            <a:r>
              <a:rPr lang="en-US" sz="1800" dirty="0"/>
              <a:t> </a:t>
            </a:r>
            <a:r>
              <a:rPr lang="en-US" sz="1800" dirty="0" err="1"/>
              <a:t>los</a:t>
            </a:r>
            <a:r>
              <a:rPr lang="en-US" sz="1800" dirty="0"/>
              <a:t> virus </a:t>
            </a:r>
            <a:r>
              <a:rPr lang="en-US" sz="1800" dirty="0" err="1"/>
              <a:t>informáticos</a:t>
            </a:r>
            <a:r>
              <a:rPr lang="en-US" sz="1800" dirty="0"/>
              <a:t>. Los virus se </a:t>
            </a:r>
            <a:r>
              <a:rPr lang="en-US" sz="1800" dirty="0" err="1"/>
              <a:t>propagaban</a:t>
            </a:r>
            <a:r>
              <a:rPr lang="en-US" sz="1800" dirty="0"/>
              <a:t> a </a:t>
            </a:r>
            <a:r>
              <a:rPr lang="en-US" sz="1800" dirty="0" err="1"/>
              <a:t>través</a:t>
            </a:r>
            <a:r>
              <a:rPr lang="en-US" sz="1800" dirty="0"/>
              <a:t> de discos </a:t>
            </a:r>
            <a:r>
              <a:rPr lang="en-US" sz="1800" dirty="0" err="1"/>
              <a:t>infectados</a:t>
            </a:r>
            <a:r>
              <a:rPr lang="en-US" sz="1800" dirty="0"/>
              <a:t>, </a:t>
            </a:r>
            <a:r>
              <a:rPr lang="en-US" sz="1800" dirty="0" err="1"/>
              <a:t>correos</a:t>
            </a:r>
            <a:r>
              <a:rPr lang="en-US" sz="1800" dirty="0"/>
              <a:t> </a:t>
            </a:r>
            <a:r>
              <a:rPr lang="en-US" sz="1800" dirty="0" err="1"/>
              <a:t>electrónicos</a:t>
            </a:r>
            <a:r>
              <a:rPr lang="en-US" sz="1800" dirty="0"/>
              <a:t> </a:t>
            </a:r>
            <a:r>
              <a:rPr lang="en-US" sz="1800" dirty="0" err="1"/>
              <a:t>maliciosos</a:t>
            </a:r>
            <a:r>
              <a:rPr lang="en-US" sz="1800" dirty="0"/>
              <a:t> y </a:t>
            </a:r>
            <a:r>
              <a:rPr lang="en-US" sz="1800" dirty="0" err="1"/>
              <a:t>descargas</a:t>
            </a:r>
            <a:r>
              <a:rPr lang="en-US" sz="1800" dirty="0"/>
              <a:t> de software </a:t>
            </a:r>
            <a:r>
              <a:rPr lang="en-US" sz="1800" dirty="0" err="1"/>
              <a:t>infectado</a:t>
            </a:r>
            <a:r>
              <a:rPr lang="en-US" sz="1800" dirty="0"/>
              <a:t>. Los virus </a:t>
            </a:r>
            <a:r>
              <a:rPr lang="en-US" sz="1800" dirty="0" err="1"/>
              <a:t>como</a:t>
            </a:r>
            <a:r>
              <a:rPr lang="en-US" sz="1800" dirty="0"/>
              <a:t> "</a:t>
            </a:r>
            <a:r>
              <a:rPr lang="en-US" sz="1800" b="1" dirty="0"/>
              <a:t>Melissa" y "ILOVEYOU</a:t>
            </a:r>
            <a:r>
              <a:rPr lang="en-US" sz="1800" dirty="0"/>
              <a:t>" se </a:t>
            </a:r>
            <a:r>
              <a:rPr lang="en-US" sz="1800" dirty="0" err="1"/>
              <a:t>propagaron</a:t>
            </a:r>
            <a:r>
              <a:rPr lang="en-US" sz="1800" dirty="0"/>
              <a:t> </a:t>
            </a:r>
            <a:r>
              <a:rPr lang="en-US" sz="1800" dirty="0" err="1"/>
              <a:t>rápidamente</a:t>
            </a:r>
            <a:r>
              <a:rPr lang="en-US" sz="1800" dirty="0"/>
              <a:t> a </a:t>
            </a:r>
            <a:r>
              <a:rPr lang="en-US" sz="1800" dirty="0" err="1"/>
              <a:t>través</a:t>
            </a:r>
            <a:r>
              <a:rPr lang="en-US" sz="1800" dirty="0"/>
              <a:t> de </a:t>
            </a:r>
            <a:r>
              <a:rPr lang="en-US" sz="1800" dirty="0" err="1"/>
              <a:t>correo</a:t>
            </a:r>
            <a:r>
              <a:rPr lang="en-US" sz="1800" dirty="0"/>
              <a:t> </a:t>
            </a:r>
            <a:r>
              <a:rPr lang="en-US" sz="1800" dirty="0" err="1"/>
              <a:t>electrónico</a:t>
            </a:r>
            <a:r>
              <a:rPr lang="en-US" sz="1800" dirty="0"/>
              <a:t> y </a:t>
            </a:r>
            <a:r>
              <a:rPr lang="en-US" sz="1800" dirty="0" err="1"/>
              <a:t>causaron</a:t>
            </a:r>
            <a:r>
              <a:rPr lang="en-US" sz="1800" dirty="0"/>
              <a:t> </a:t>
            </a:r>
            <a:r>
              <a:rPr lang="en-US" sz="1800" dirty="0" err="1"/>
              <a:t>grandes</a:t>
            </a:r>
            <a:r>
              <a:rPr lang="en-US" sz="1800" dirty="0"/>
              <a:t> </a:t>
            </a:r>
            <a:r>
              <a:rPr lang="en-US" sz="1800" dirty="0" err="1"/>
              <a:t>daños</a:t>
            </a:r>
            <a:r>
              <a:rPr lang="en-US" sz="1800" dirty="0"/>
              <a:t> </a:t>
            </a:r>
            <a:r>
              <a:rPr lang="en-US" sz="1800" dirty="0" err="1"/>
              <a:t>en</a:t>
            </a:r>
            <a:r>
              <a:rPr lang="en-US" sz="1800" dirty="0"/>
              <a:t> </a:t>
            </a:r>
            <a:r>
              <a:rPr lang="en-US" sz="1800" dirty="0" err="1"/>
              <a:t>sistemas</a:t>
            </a:r>
            <a:r>
              <a:rPr lang="en-US" sz="1800" dirty="0"/>
              <a:t> </a:t>
            </a:r>
            <a:r>
              <a:rPr lang="en-US" sz="1800" dirty="0" err="1"/>
              <a:t>informáticos</a:t>
            </a:r>
            <a:r>
              <a:rPr lang="en-US" sz="1800" dirty="0"/>
              <a:t> </a:t>
            </a:r>
            <a:r>
              <a:rPr lang="en-US" sz="1800" dirty="0" err="1"/>
              <a:t>en</a:t>
            </a:r>
            <a:r>
              <a:rPr lang="en-US" sz="1800" dirty="0"/>
              <a:t> </a:t>
            </a:r>
            <a:r>
              <a:rPr lang="en-US" sz="1800" dirty="0" err="1"/>
              <a:t>todo</a:t>
            </a:r>
            <a:r>
              <a:rPr lang="en-US" sz="1800" dirty="0"/>
              <a:t> </a:t>
            </a:r>
            <a:r>
              <a:rPr lang="en-US" sz="1800" dirty="0" err="1"/>
              <a:t>el</a:t>
            </a:r>
            <a:r>
              <a:rPr lang="en-US" sz="1800" dirty="0"/>
              <a:t> </a:t>
            </a:r>
            <a:r>
              <a:rPr lang="en-US" sz="1800" dirty="0" err="1"/>
              <a:t>mundo</a:t>
            </a:r>
            <a:r>
              <a:rPr lang="en-US" sz="1800" dirty="0"/>
              <a:t>.</a:t>
            </a:r>
          </a:p>
          <a:p>
            <a:pPr indent="-228600" defTabSz="914400"/>
            <a:r>
              <a:rPr lang="en-US" sz="1800" dirty="0"/>
              <a:t>En la </a:t>
            </a:r>
            <a:r>
              <a:rPr lang="en-US" sz="1800" dirty="0" err="1"/>
              <a:t>década</a:t>
            </a:r>
            <a:r>
              <a:rPr lang="en-US" sz="1800" dirty="0"/>
              <a:t> de 2000, </a:t>
            </a:r>
            <a:r>
              <a:rPr lang="en-US" sz="1800" dirty="0" err="1"/>
              <a:t>el</a:t>
            </a:r>
            <a:r>
              <a:rPr lang="en-US" sz="1800" dirty="0"/>
              <a:t> malware se </a:t>
            </a:r>
            <a:r>
              <a:rPr lang="en-US" sz="1800" dirty="0" err="1"/>
              <a:t>volvió</a:t>
            </a:r>
            <a:r>
              <a:rPr lang="en-US" sz="1800" dirty="0"/>
              <a:t> </a:t>
            </a:r>
            <a:r>
              <a:rPr lang="en-US" sz="1800" dirty="0" err="1"/>
              <a:t>más</a:t>
            </a:r>
            <a:r>
              <a:rPr lang="en-US" sz="1800" dirty="0"/>
              <a:t> </a:t>
            </a:r>
            <a:r>
              <a:rPr lang="en-US" sz="1800" dirty="0" err="1"/>
              <a:t>sofisticado</a:t>
            </a:r>
            <a:r>
              <a:rPr lang="en-US" sz="1800" dirty="0"/>
              <a:t> y </a:t>
            </a:r>
            <a:r>
              <a:rPr lang="en-US" sz="1800" dirty="0" err="1"/>
              <a:t>peligroso</a:t>
            </a:r>
            <a:r>
              <a:rPr lang="en-US" sz="1800" dirty="0"/>
              <a:t>. El malware </a:t>
            </a:r>
            <a:r>
              <a:rPr lang="en-US" sz="1800" dirty="0" err="1"/>
              <a:t>como</a:t>
            </a:r>
            <a:r>
              <a:rPr lang="en-US" sz="1800" dirty="0"/>
              <a:t> </a:t>
            </a:r>
            <a:r>
              <a:rPr lang="en-US" sz="1800" dirty="0" err="1"/>
              <a:t>el</a:t>
            </a:r>
            <a:r>
              <a:rPr lang="en-US" sz="1800" dirty="0"/>
              <a:t> </a:t>
            </a:r>
            <a:r>
              <a:rPr lang="en-US" sz="1800" dirty="0" err="1"/>
              <a:t>troyano</a:t>
            </a:r>
            <a:r>
              <a:rPr lang="en-US" sz="1800" dirty="0"/>
              <a:t> "Zeus" se </a:t>
            </a:r>
            <a:r>
              <a:rPr lang="en-US" sz="1800" dirty="0" err="1"/>
              <a:t>utilizó</a:t>
            </a:r>
            <a:r>
              <a:rPr lang="en-US" sz="1800" dirty="0"/>
              <a:t> para </a:t>
            </a:r>
            <a:r>
              <a:rPr lang="en-US" sz="1800" dirty="0" err="1"/>
              <a:t>robar</a:t>
            </a:r>
            <a:r>
              <a:rPr lang="en-US" sz="1800" dirty="0"/>
              <a:t> </a:t>
            </a:r>
            <a:r>
              <a:rPr lang="en-US" sz="1800" dirty="0" err="1"/>
              <a:t>información</a:t>
            </a:r>
            <a:r>
              <a:rPr lang="en-US" sz="1800" dirty="0"/>
              <a:t> </a:t>
            </a:r>
            <a:r>
              <a:rPr lang="en-US" sz="1800" dirty="0" err="1"/>
              <a:t>financiera</a:t>
            </a:r>
            <a:r>
              <a:rPr lang="en-US" sz="1800" dirty="0"/>
              <a:t> de </a:t>
            </a:r>
            <a:r>
              <a:rPr lang="en-US" sz="1800" dirty="0" err="1"/>
              <a:t>empresas</a:t>
            </a:r>
            <a:r>
              <a:rPr lang="en-US" sz="1800" dirty="0"/>
              <a:t> y </a:t>
            </a:r>
            <a:r>
              <a:rPr lang="en-US" sz="1800" dirty="0" err="1"/>
              <a:t>particulares</a:t>
            </a:r>
            <a:r>
              <a:rPr lang="en-US" sz="1800" dirty="0"/>
              <a:t>, </a:t>
            </a:r>
            <a:r>
              <a:rPr lang="en-US" sz="1800" dirty="0" err="1"/>
              <a:t>mientras</a:t>
            </a:r>
            <a:r>
              <a:rPr lang="en-US" sz="1800" dirty="0"/>
              <a:t> que </a:t>
            </a:r>
            <a:r>
              <a:rPr lang="en-US" sz="1800" dirty="0" err="1"/>
              <a:t>los</a:t>
            </a:r>
            <a:r>
              <a:rPr lang="en-US" sz="1800" dirty="0"/>
              <a:t> virus de </a:t>
            </a:r>
            <a:r>
              <a:rPr lang="en-US" sz="1800" dirty="0" err="1"/>
              <a:t>tipo</a:t>
            </a:r>
            <a:r>
              <a:rPr lang="en-US" sz="1800" dirty="0"/>
              <a:t> "</a:t>
            </a:r>
            <a:r>
              <a:rPr lang="en-US" sz="1800" b="1" dirty="0" err="1"/>
              <a:t>gusano</a:t>
            </a:r>
            <a:r>
              <a:rPr lang="en-US" sz="1800" b="1" dirty="0"/>
              <a:t>" </a:t>
            </a:r>
            <a:r>
              <a:rPr lang="en-US" sz="1800" b="1" dirty="0" err="1"/>
              <a:t>como</a:t>
            </a:r>
            <a:r>
              <a:rPr lang="en-US" sz="1800" b="1" dirty="0"/>
              <a:t> "</a:t>
            </a:r>
            <a:r>
              <a:rPr lang="en-US" sz="1800" b="1" dirty="0" err="1"/>
              <a:t>Conficker</a:t>
            </a:r>
            <a:r>
              <a:rPr lang="en-US" sz="1800" dirty="0"/>
              <a:t>" se </a:t>
            </a:r>
            <a:r>
              <a:rPr lang="en-US" sz="1800" dirty="0" err="1"/>
              <a:t>propagaron</a:t>
            </a:r>
            <a:r>
              <a:rPr lang="en-US" sz="1800" dirty="0"/>
              <a:t> a </a:t>
            </a:r>
            <a:r>
              <a:rPr lang="en-US" sz="1800" dirty="0" err="1"/>
              <a:t>través</a:t>
            </a:r>
            <a:r>
              <a:rPr lang="en-US" sz="1800" dirty="0"/>
              <a:t> de redes y </a:t>
            </a:r>
            <a:r>
              <a:rPr lang="en-US" sz="1800" dirty="0" err="1"/>
              <a:t>sistemas</a:t>
            </a:r>
            <a:r>
              <a:rPr lang="en-US" sz="1800" dirty="0"/>
              <a:t> sin la </a:t>
            </a:r>
            <a:r>
              <a:rPr lang="en-US" sz="1800" dirty="0" err="1"/>
              <a:t>necesidad</a:t>
            </a:r>
            <a:r>
              <a:rPr lang="en-US" sz="1800" dirty="0"/>
              <a:t> de la </a:t>
            </a:r>
            <a:r>
              <a:rPr lang="en-US" sz="1800" dirty="0" err="1"/>
              <a:t>interacción</a:t>
            </a:r>
            <a:r>
              <a:rPr lang="en-US" sz="1800" dirty="0"/>
              <a:t> del </a:t>
            </a:r>
            <a:r>
              <a:rPr lang="en-US" sz="1800" dirty="0" err="1"/>
              <a:t>usuario</a:t>
            </a:r>
            <a:r>
              <a:rPr lang="en-US" sz="1800" dirty="0"/>
              <a:t>.</a:t>
            </a:r>
          </a:p>
          <a:p>
            <a:pPr indent="-228600" defTabSz="914400"/>
            <a:r>
              <a:rPr lang="en-US" sz="1800" dirty="0"/>
              <a:t>El ransomware es </a:t>
            </a:r>
            <a:r>
              <a:rPr lang="en-US" sz="1800" dirty="0" err="1"/>
              <a:t>una</a:t>
            </a:r>
            <a:r>
              <a:rPr lang="en-US" sz="1800" dirty="0"/>
              <a:t> forma </a:t>
            </a:r>
            <a:r>
              <a:rPr lang="en-US" sz="1800" dirty="0" err="1"/>
              <a:t>relativamente</a:t>
            </a:r>
            <a:r>
              <a:rPr lang="en-US" sz="1800" dirty="0"/>
              <a:t> </a:t>
            </a:r>
            <a:r>
              <a:rPr lang="en-US" sz="1800" dirty="0" err="1"/>
              <a:t>nueva</a:t>
            </a:r>
            <a:r>
              <a:rPr lang="en-US" sz="1800" dirty="0"/>
              <a:t> de malware que se ha </a:t>
            </a:r>
            <a:r>
              <a:rPr lang="en-US" sz="1800" dirty="0" err="1"/>
              <a:t>vuelto</a:t>
            </a:r>
            <a:r>
              <a:rPr lang="en-US" sz="1800" dirty="0"/>
              <a:t> </a:t>
            </a:r>
            <a:r>
              <a:rPr lang="en-US" sz="1800" dirty="0" err="1"/>
              <a:t>cada</a:t>
            </a:r>
            <a:r>
              <a:rPr lang="en-US" sz="1800" dirty="0"/>
              <a:t> </a:t>
            </a:r>
            <a:r>
              <a:rPr lang="en-US" sz="1800" dirty="0" err="1"/>
              <a:t>vez</a:t>
            </a:r>
            <a:r>
              <a:rPr lang="en-US" sz="1800" dirty="0"/>
              <a:t> </a:t>
            </a:r>
            <a:r>
              <a:rPr lang="en-US" sz="1800" dirty="0" err="1"/>
              <a:t>más</a:t>
            </a:r>
            <a:r>
              <a:rPr lang="en-US" sz="1800" dirty="0"/>
              <a:t> </a:t>
            </a:r>
            <a:r>
              <a:rPr lang="en-US" sz="1800" dirty="0" err="1"/>
              <a:t>común</a:t>
            </a:r>
            <a:r>
              <a:rPr lang="en-US" sz="1800" dirty="0"/>
              <a:t> </a:t>
            </a:r>
            <a:r>
              <a:rPr lang="en-US" sz="1800" dirty="0" err="1"/>
              <a:t>en</a:t>
            </a:r>
            <a:r>
              <a:rPr lang="en-US" sz="1800" dirty="0"/>
              <a:t> </a:t>
            </a:r>
            <a:r>
              <a:rPr lang="en-US" sz="1800" dirty="0" err="1"/>
              <a:t>los</a:t>
            </a:r>
            <a:r>
              <a:rPr lang="en-US" sz="1800" dirty="0"/>
              <a:t> </a:t>
            </a:r>
            <a:r>
              <a:rPr lang="en-US" sz="1800" dirty="0" err="1"/>
              <a:t>últimos</a:t>
            </a:r>
            <a:r>
              <a:rPr lang="en-US" sz="1800" dirty="0"/>
              <a:t> </a:t>
            </a:r>
            <a:r>
              <a:rPr lang="en-US" sz="1800" dirty="0" err="1"/>
              <a:t>años</a:t>
            </a:r>
            <a:r>
              <a:rPr lang="en-US" sz="1800" dirty="0"/>
              <a:t>. El ransomware es un </a:t>
            </a:r>
            <a:r>
              <a:rPr lang="en-US" sz="1800" dirty="0" err="1"/>
              <a:t>tipo</a:t>
            </a:r>
            <a:r>
              <a:rPr lang="en-US" sz="1800" dirty="0"/>
              <a:t> de malware que </a:t>
            </a:r>
            <a:r>
              <a:rPr lang="en-US" sz="1800" dirty="0" err="1"/>
              <a:t>cifra</a:t>
            </a:r>
            <a:r>
              <a:rPr lang="en-US" sz="1800" dirty="0"/>
              <a:t> </a:t>
            </a:r>
            <a:r>
              <a:rPr lang="en-US" sz="1800" dirty="0" err="1"/>
              <a:t>los</a:t>
            </a:r>
            <a:r>
              <a:rPr lang="en-US" sz="1800" dirty="0"/>
              <a:t> </a:t>
            </a:r>
            <a:r>
              <a:rPr lang="en-US" sz="1800" dirty="0" err="1"/>
              <a:t>archivos</a:t>
            </a:r>
            <a:r>
              <a:rPr lang="en-US" sz="1800" dirty="0"/>
              <a:t> de la </a:t>
            </a:r>
            <a:r>
              <a:rPr lang="en-US" sz="1800" dirty="0" err="1"/>
              <a:t>víctima</a:t>
            </a:r>
            <a:r>
              <a:rPr lang="en-US" sz="1800" dirty="0"/>
              <a:t> y </a:t>
            </a:r>
            <a:r>
              <a:rPr lang="en-US" sz="1800" dirty="0" err="1"/>
              <a:t>exige</a:t>
            </a:r>
            <a:r>
              <a:rPr lang="en-US" sz="1800" dirty="0"/>
              <a:t> un </a:t>
            </a:r>
            <a:r>
              <a:rPr lang="en-US" sz="1800" dirty="0" err="1"/>
              <a:t>rescate</a:t>
            </a:r>
            <a:r>
              <a:rPr lang="en-US" sz="1800" dirty="0"/>
              <a:t> para </a:t>
            </a:r>
            <a:r>
              <a:rPr lang="en-US" sz="1800" dirty="0" err="1"/>
              <a:t>descifrarlos</a:t>
            </a:r>
            <a:r>
              <a:rPr lang="en-US" sz="1800" dirty="0"/>
              <a:t>. </a:t>
            </a:r>
            <a:r>
              <a:rPr lang="en-US" sz="1800" dirty="0" err="1"/>
              <a:t>Ejemplos</a:t>
            </a:r>
            <a:r>
              <a:rPr lang="en-US" sz="1800" dirty="0"/>
              <a:t> de ransomware </a:t>
            </a:r>
            <a:r>
              <a:rPr lang="en-US" sz="1800" dirty="0" err="1"/>
              <a:t>incluyen</a:t>
            </a:r>
            <a:r>
              <a:rPr lang="en-US" sz="1800" dirty="0"/>
              <a:t> "WannaCry" y "</a:t>
            </a:r>
            <a:r>
              <a:rPr lang="en-US" sz="1800" dirty="0" err="1"/>
              <a:t>NotPetya</a:t>
            </a:r>
            <a:r>
              <a:rPr lang="en-US" sz="1800" dirty="0"/>
              <a:t>", que </a:t>
            </a:r>
            <a:r>
              <a:rPr lang="en-US" sz="1800" dirty="0" err="1"/>
              <a:t>afectaron</a:t>
            </a:r>
            <a:r>
              <a:rPr lang="en-US" sz="1800" dirty="0"/>
              <a:t> a </a:t>
            </a:r>
            <a:r>
              <a:rPr lang="en-US" sz="1800" dirty="0" err="1"/>
              <a:t>empresas</a:t>
            </a:r>
            <a:r>
              <a:rPr lang="en-US" sz="1800" dirty="0"/>
              <a:t> y </a:t>
            </a:r>
            <a:r>
              <a:rPr lang="en-US" sz="1800" dirty="0" err="1"/>
              <a:t>organizaciones</a:t>
            </a:r>
            <a:r>
              <a:rPr lang="en-US" sz="1800" dirty="0"/>
              <a:t> </a:t>
            </a:r>
            <a:r>
              <a:rPr lang="en-US" sz="1800" dirty="0" err="1"/>
              <a:t>en</a:t>
            </a:r>
            <a:r>
              <a:rPr lang="en-US" sz="1800" dirty="0"/>
              <a:t> </a:t>
            </a:r>
            <a:r>
              <a:rPr lang="en-US" sz="1800" dirty="0" err="1"/>
              <a:t>todo</a:t>
            </a:r>
            <a:r>
              <a:rPr lang="en-US" sz="1800" dirty="0"/>
              <a:t> </a:t>
            </a:r>
            <a:r>
              <a:rPr lang="en-US" sz="1800" dirty="0" err="1"/>
              <a:t>el</a:t>
            </a:r>
            <a:r>
              <a:rPr lang="en-US" sz="1800" dirty="0"/>
              <a:t> </a:t>
            </a:r>
            <a:r>
              <a:rPr lang="en-US" sz="1800" dirty="0" err="1"/>
              <a:t>mundo</a:t>
            </a:r>
            <a:r>
              <a:rPr lang="en-US" sz="1800" dirty="0"/>
              <a:t> </a:t>
            </a:r>
            <a:r>
              <a:rPr lang="en-US" sz="1800" dirty="0" err="1"/>
              <a:t>en</a:t>
            </a:r>
            <a:r>
              <a:rPr lang="en-US" sz="1800" dirty="0"/>
              <a:t> 2017.</a:t>
            </a:r>
          </a:p>
          <a:p>
            <a:pPr indent="-228600" defTabSz="914400"/>
            <a:r>
              <a:rPr lang="en-US" sz="1800" dirty="0"/>
              <a:t>En general, la </a:t>
            </a:r>
            <a:r>
              <a:rPr lang="en-US" sz="1800" dirty="0" err="1"/>
              <a:t>historia</a:t>
            </a:r>
            <a:r>
              <a:rPr lang="en-US" sz="1800" dirty="0"/>
              <a:t> de </a:t>
            </a:r>
            <a:r>
              <a:rPr lang="en-US" sz="1800" dirty="0" err="1"/>
              <a:t>los</a:t>
            </a:r>
            <a:r>
              <a:rPr lang="en-US" sz="1800" dirty="0"/>
              <a:t> virus </a:t>
            </a:r>
            <a:r>
              <a:rPr lang="en-US" sz="1800" dirty="0" err="1"/>
              <a:t>informáticos</a:t>
            </a:r>
            <a:r>
              <a:rPr lang="en-US" sz="1800" dirty="0"/>
              <a:t> ha </a:t>
            </a:r>
            <a:r>
              <a:rPr lang="en-US" sz="1800" dirty="0" err="1"/>
              <a:t>sido</a:t>
            </a:r>
            <a:r>
              <a:rPr lang="en-US" sz="1800" dirty="0"/>
              <a:t> </a:t>
            </a:r>
            <a:r>
              <a:rPr lang="en-US" sz="1800" dirty="0" err="1"/>
              <a:t>una</a:t>
            </a:r>
            <a:r>
              <a:rPr lang="en-US" sz="1800" dirty="0"/>
              <a:t> </a:t>
            </a:r>
            <a:r>
              <a:rPr lang="en-US" sz="1800" dirty="0" err="1"/>
              <a:t>carrera</a:t>
            </a:r>
            <a:r>
              <a:rPr lang="en-US" sz="1800" dirty="0"/>
              <a:t> </a:t>
            </a:r>
            <a:r>
              <a:rPr lang="en-US" sz="1800" dirty="0" err="1"/>
              <a:t>armamentista</a:t>
            </a:r>
            <a:r>
              <a:rPr lang="en-US" sz="1800" dirty="0"/>
              <a:t> entre </a:t>
            </a:r>
            <a:r>
              <a:rPr lang="en-US" sz="1800" dirty="0" err="1"/>
              <a:t>los</a:t>
            </a:r>
            <a:r>
              <a:rPr lang="en-US" sz="1800" dirty="0"/>
              <a:t> </a:t>
            </a:r>
            <a:r>
              <a:rPr lang="en-US" sz="1800" dirty="0" err="1"/>
              <a:t>ciberdelincuentes</a:t>
            </a:r>
            <a:r>
              <a:rPr lang="en-US" sz="1800" dirty="0"/>
              <a:t> y </a:t>
            </a:r>
            <a:r>
              <a:rPr lang="en-US" sz="1800" dirty="0" err="1"/>
              <a:t>los</a:t>
            </a:r>
            <a:r>
              <a:rPr lang="en-US" sz="1800" dirty="0"/>
              <a:t> </a:t>
            </a:r>
            <a:r>
              <a:rPr lang="en-US" sz="1800" dirty="0" err="1"/>
              <a:t>expertos</a:t>
            </a:r>
            <a:r>
              <a:rPr lang="en-US" sz="1800" dirty="0"/>
              <a:t> </a:t>
            </a:r>
            <a:r>
              <a:rPr lang="en-US" sz="1800" dirty="0" err="1"/>
              <a:t>en</a:t>
            </a:r>
            <a:r>
              <a:rPr lang="en-US" sz="1800" dirty="0"/>
              <a:t> </a:t>
            </a:r>
            <a:r>
              <a:rPr lang="en-US" sz="1800" dirty="0" err="1"/>
              <a:t>seguridad</a:t>
            </a:r>
            <a:r>
              <a:rPr lang="en-US" sz="1800" dirty="0"/>
              <a:t> </a:t>
            </a:r>
            <a:r>
              <a:rPr lang="en-US" sz="1800" dirty="0" err="1"/>
              <a:t>cibernética</a:t>
            </a:r>
            <a:r>
              <a:rPr lang="en-US" sz="1800" dirty="0"/>
              <a:t>. A </a:t>
            </a:r>
            <a:r>
              <a:rPr lang="en-US" sz="1800" dirty="0" err="1"/>
              <a:t>medida</a:t>
            </a:r>
            <a:r>
              <a:rPr lang="en-US" sz="1800" dirty="0"/>
              <a:t> que </a:t>
            </a:r>
            <a:r>
              <a:rPr lang="en-US" sz="1800" dirty="0" err="1"/>
              <a:t>los</a:t>
            </a:r>
            <a:r>
              <a:rPr lang="en-US" sz="1800" dirty="0"/>
              <a:t> virus se </a:t>
            </a:r>
            <a:r>
              <a:rPr lang="en-US" sz="1800" dirty="0" err="1"/>
              <a:t>han</a:t>
            </a:r>
            <a:r>
              <a:rPr lang="en-US" sz="1800" dirty="0"/>
              <a:t> </a:t>
            </a:r>
            <a:r>
              <a:rPr lang="en-US" sz="1800" dirty="0" err="1"/>
              <a:t>vuelto</a:t>
            </a:r>
            <a:r>
              <a:rPr lang="en-US" sz="1800" dirty="0"/>
              <a:t> </a:t>
            </a:r>
            <a:r>
              <a:rPr lang="en-US" sz="1800" dirty="0" err="1"/>
              <a:t>más</a:t>
            </a:r>
            <a:r>
              <a:rPr lang="en-US" sz="1800" dirty="0"/>
              <a:t> </a:t>
            </a:r>
            <a:r>
              <a:rPr lang="en-US" sz="1800" dirty="0" err="1"/>
              <a:t>sofisticados</a:t>
            </a:r>
            <a:r>
              <a:rPr lang="en-US" sz="1800" dirty="0"/>
              <a:t>, también lo </a:t>
            </a:r>
            <a:r>
              <a:rPr lang="en-US" sz="1800" dirty="0" err="1"/>
              <a:t>han</a:t>
            </a:r>
            <a:r>
              <a:rPr lang="en-US" sz="1800" dirty="0"/>
              <a:t> </a:t>
            </a:r>
            <a:r>
              <a:rPr lang="en-US" sz="1800" dirty="0" err="1"/>
              <a:t>hecho</a:t>
            </a:r>
            <a:r>
              <a:rPr lang="en-US" sz="1800" dirty="0"/>
              <a:t> las </a:t>
            </a:r>
            <a:r>
              <a:rPr lang="en-US" sz="1800" dirty="0" err="1"/>
              <a:t>herramientas</a:t>
            </a:r>
            <a:r>
              <a:rPr lang="en-US" sz="1800" dirty="0"/>
              <a:t> y </a:t>
            </a:r>
            <a:r>
              <a:rPr lang="en-US" sz="1800" dirty="0" err="1"/>
              <a:t>tecnologías</a:t>
            </a:r>
            <a:r>
              <a:rPr lang="en-US" sz="1800" dirty="0"/>
              <a:t> </a:t>
            </a:r>
            <a:r>
              <a:rPr lang="en-US" sz="1800" dirty="0" err="1"/>
              <a:t>utilizadas</a:t>
            </a:r>
            <a:r>
              <a:rPr lang="en-US" sz="1800" dirty="0"/>
              <a:t> para </a:t>
            </a:r>
            <a:r>
              <a:rPr lang="en-US" sz="1800" dirty="0" err="1"/>
              <a:t>combatirlos</a:t>
            </a:r>
            <a:r>
              <a:rPr lang="en-US" sz="1800" dirty="0"/>
              <a:t>. Es </a:t>
            </a:r>
            <a:r>
              <a:rPr lang="en-US" sz="1800" dirty="0" err="1"/>
              <a:t>importante</a:t>
            </a:r>
            <a:r>
              <a:rPr lang="en-US" sz="1800" dirty="0"/>
              <a:t> que </a:t>
            </a:r>
            <a:r>
              <a:rPr lang="en-US" sz="1800" dirty="0" err="1"/>
              <a:t>los</a:t>
            </a:r>
            <a:r>
              <a:rPr lang="en-US" sz="1800" dirty="0"/>
              <a:t> </a:t>
            </a:r>
            <a:r>
              <a:rPr lang="en-US" sz="1800" dirty="0" err="1"/>
              <a:t>usuarios</a:t>
            </a:r>
            <a:r>
              <a:rPr lang="en-US" sz="1800" dirty="0"/>
              <a:t> </a:t>
            </a:r>
            <a:r>
              <a:rPr lang="en-US" sz="1800" dirty="0" err="1"/>
              <a:t>tomen</a:t>
            </a:r>
            <a:r>
              <a:rPr lang="en-US" sz="1800" dirty="0"/>
              <a:t> </a:t>
            </a:r>
            <a:r>
              <a:rPr lang="en-US" sz="1800" dirty="0" err="1"/>
              <a:t>medidas</a:t>
            </a:r>
            <a:r>
              <a:rPr lang="en-US" sz="1800" dirty="0"/>
              <a:t> </a:t>
            </a:r>
            <a:r>
              <a:rPr lang="en-US" sz="1800" dirty="0" err="1"/>
              <a:t>preventivas</a:t>
            </a:r>
            <a:r>
              <a:rPr lang="en-US" sz="1800" dirty="0"/>
              <a:t> para </a:t>
            </a:r>
            <a:r>
              <a:rPr lang="en-US" sz="1800" dirty="0" err="1"/>
              <a:t>protegerse</a:t>
            </a:r>
            <a:r>
              <a:rPr lang="en-US" sz="1800" dirty="0"/>
              <a:t> contra </a:t>
            </a:r>
            <a:r>
              <a:rPr lang="en-US" sz="1800" dirty="0" err="1"/>
              <a:t>los</a:t>
            </a:r>
            <a:r>
              <a:rPr lang="en-US" sz="1800" dirty="0"/>
              <a:t> virus, </a:t>
            </a:r>
            <a:r>
              <a:rPr lang="en-US" sz="1800" dirty="0" err="1"/>
              <a:t>como</a:t>
            </a:r>
            <a:r>
              <a:rPr lang="en-US" sz="1800" dirty="0"/>
              <a:t> </a:t>
            </a:r>
            <a:r>
              <a:rPr lang="en-US" sz="1800" dirty="0" err="1"/>
              <a:t>mantener</a:t>
            </a:r>
            <a:r>
              <a:rPr lang="en-US" sz="1800" dirty="0"/>
              <a:t> </a:t>
            </a:r>
            <a:r>
              <a:rPr lang="en-US" sz="1800" dirty="0" err="1"/>
              <a:t>su</a:t>
            </a:r>
            <a:r>
              <a:rPr lang="en-US" sz="1800" dirty="0"/>
              <a:t> software de </a:t>
            </a:r>
            <a:r>
              <a:rPr lang="en-US" sz="1800" dirty="0" err="1"/>
              <a:t>seguridad</a:t>
            </a:r>
            <a:r>
              <a:rPr lang="en-US" sz="1800" dirty="0"/>
              <a:t> </a:t>
            </a:r>
            <a:r>
              <a:rPr lang="en-US" sz="1800" dirty="0" err="1"/>
              <a:t>actualizado</a:t>
            </a:r>
            <a:r>
              <a:rPr lang="en-US" sz="1800" dirty="0"/>
              <a:t> y ser </a:t>
            </a:r>
            <a:r>
              <a:rPr lang="en-US" sz="1800" dirty="0" err="1"/>
              <a:t>conscientes</a:t>
            </a:r>
            <a:r>
              <a:rPr lang="en-US" sz="1800" dirty="0"/>
              <a:t> de </a:t>
            </a:r>
            <a:r>
              <a:rPr lang="en-US" sz="1800" dirty="0" err="1"/>
              <a:t>los</a:t>
            </a:r>
            <a:r>
              <a:rPr lang="en-US" sz="1800" dirty="0"/>
              <a:t> </a:t>
            </a:r>
            <a:r>
              <a:rPr lang="en-US" sz="1800" dirty="0" err="1"/>
              <a:t>correos</a:t>
            </a:r>
            <a:r>
              <a:rPr lang="en-US" sz="1800" dirty="0"/>
              <a:t> </a:t>
            </a:r>
            <a:r>
              <a:rPr lang="en-US" sz="1800" dirty="0" err="1"/>
              <a:t>electrónicos</a:t>
            </a:r>
            <a:r>
              <a:rPr lang="en-US" sz="1800" dirty="0"/>
              <a:t> y </a:t>
            </a:r>
            <a:r>
              <a:rPr lang="en-US" sz="1800" dirty="0" err="1"/>
              <a:t>descargas</a:t>
            </a:r>
            <a:r>
              <a:rPr lang="en-US" sz="1800" dirty="0"/>
              <a:t> </a:t>
            </a:r>
            <a:r>
              <a:rPr lang="en-US" sz="1800" dirty="0" err="1"/>
              <a:t>sospechosos</a:t>
            </a:r>
            <a:r>
              <a:rPr lang="en-US" sz="1800" dirty="0"/>
              <a:t>.</a:t>
            </a:r>
          </a:p>
          <a:p>
            <a:pPr indent="-228600" defTabSz="914400"/>
            <a:endParaRPr lang="en-US" sz="1800" dirty="0"/>
          </a:p>
        </p:txBody>
      </p:sp>
      <p:pic>
        <p:nvPicPr>
          <p:cNvPr id="4" name="Google Shape;135;p8" descr="Cómo protegerse de los virus, piratas informáticos y demás ataques? |  Tecnología - ComputerHoy.com">
            <a:extLst>
              <a:ext uri="{FF2B5EF4-FFF2-40B4-BE49-F238E27FC236}">
                <a16:creationId xmlns:a16="http://schemas.microsoft.com/office/drawing/2014/main" id="{65CD8972-D992-B11F-7AC6-AAC8807A4780}"/>
              </a:ext>
            </a:extLst>
          </p:cNvPr>
          <p:cNvPicPr preferRelativeResize="0"/>
          <p:nvPr/>
        </p:nvPicPr>
        <p:blipFill rotWithShape="1">
          <a:blip r:embed="rId3"/>
          <a:srcRect l="20442" r="15538" b="1"/>
          <a:stretch/>
        </p:blipFill>
        <p:spPr>
          <a:xfrm>
            <a:off x="15351316" y="4187952"/>
            <a:ext cx="7882128" cy="8193024"/>
          </a:xfrm>
          <a:prstGeom prst="rect">
            <a:avLst/>
          </a:prstGeom>
          <a:noFill/>
        </p:spPr>
      </p:pic>
    </p:spTree>
    <p:extLst>
      <p:ext uri="{BB962C8B-B14F-4D97-AF65-F5344CB8AC3E}">
        <p14:creationId xmlns:p14="http://schemas.microsoft.com/office/powerpoint/2010/main" val="323226575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409"/>
        <p:cNvGrpSpPr/>
        <p:nvPr/>
      </p:nvGrpSpPr>
      <p:grpSpPr>
        <a:xfrm>
          <a:off x="0" y="0"/>
          <a:ext cx="0" cy="0"/>
          <a:chOff x="0" y="0"/>
          <a:chExt cx="0" cy="0"/>
        </a:xfrm>
      </p:grpSpPr>
      <p:sp>
        <p:nvSpPr>
          <p:cNvPr id="410" name="Google Shape;410;p36"/>
          <p:cNvSpPr txBox="1">
            <a:spLocks noGrp="1"/>
          </p:cNvSpPr>
          <p:nvPr>
            <p:ph type="title" idx="4294967295"/>
          </p:nvPr>
        </p:nvSpPr>
        <p:spPr>
          <a:xfrm>
            <a:off x="0" y="296863"/>
            <a:ext cx="21005800" cy="2286000"/>
          </a:xfrm>
          <a:prstGeom prst="rect">
            <a:avLst/>
          </a:prstGeom>
          <a:noFill/>
          <a:ln>
            <a:noFill/>
          </a:ln>
        </p:spPr>
        <p:txBody>
          <a:bodyPr spcFirstLastPara="1" wrap="square" lIns="182850" tIns="91400" rIns="182850" bIns="91400" anchor="ctr" anchorCtr="0">
            <a:normAutofit/>
          </a:bodyPr>
          <a:lstStyle/>
          <a:p>
            <a:pPr>
              <a:lnSpc>
                <a:spcPct val="90000"/>
              </a:lnSpc>
              <a:spcBef>
                <a:spcPts val="0"/>
              </a:spcBef>
              <a:buClr>
                <a:schemeClr val="dk1"/>
              </a:buClr>
              <a:buSzPts val="4400"/>
            </a:pPr>
            <a:r>
              <a:rPr lang="es-ES" dirty="0"/>
              <a:t>GUSANOS-WORMS</a:t>
            </a:r>
            <a:endParaRPr dirty="0"/>
          </a:p>
        </p:txBody>
      </p:sp>
      <p:sp>
        <p:nvSpPr>
          <p:cNvPr id="411" name="Google Shape;411;p36"/>
          <p:cNvSpPr txBox="1">
            <a:spLocks noGrp="1"/>
          </p:cNvSpPr>
          <p:nvPr>
            <p:ph idx="4294967295"/>
          </p:nvPr>
        </p:nvSpPr>
        <p:spPr>
          <a:xfrm>
            <a:off x="0" y="2333625"/>
            <a:ext cx="23279100" cy="2890838"/>
          </a:xfrm>
          <a:prstGeom prst="rect">
            <a:avLst/>
          </a:prstGeom>
          <a:ln/>
        </p:spPr>
        <p:style>
          <a:lnRef idx="2">
            <a:schemeClr val="accent5"/>
          </a:lnRef>
          <a:fillRef idx="1">
            <a:schemeClr val="lt1"/>
          </a:fillRef>
          <a:effectRef idx="0">
            <a:schemeClr val="accent5"/>
          </a:effectRef>
          <a:fontRef idx="minor">
            <a:schemeClr val="dk1"/>
          </a:fontRef>
        </p:style>
        <p:txBody>
          <a:bodyPr spcFirstLastPara="1" wrap="square" lIns="182850" tIns="91400" rIns="182850" bIns="91400" anchor="t" anchorCtr="0">
            <a:normAutofit fontScale="92500" lnSpcReduction="10000"/>
          </a:bodyPr>
          <a:lstStyle/>
          <a:p>
            <a:pPr marL="0" indent="0">
              <a:lnSpc>
                <a:spcPct val="90000"/>
              </a:lnSpc>
              <a:spcBef>
                <a:spcPts val="0"/>
              </a:spcBef>
              <a:buClr>
                <a:srgbClr val="4D5156"/>
              </a:buClr>
              <a:buSzPts val="2800"/>
              <a:buNone/>
            </a:pPr>
            <a:r>
              <a:rPr lang="es-ES" i="0" dirty="0">
                <a:solidFill>
                  <a:srgbClr val="FF0000"/>
                </a:solidFill>
                <a:ea typeface="arial"/>
                <a:cs typeface="arial"/>
                <a:sym typeface="arial"/>
              </a:rPr>
              <a:t>Un gusano informático es un malware que se replica para propagarse a otras computadoras. Este software malicioso suele utilizar una red informática para propagarse, aprovechando las fallas de seguridad en la computadora de destino para acceder a ella.</a:t>
            </a:r>
            <a:endParaRPr dirty="0">
              <a:solidFill>
                <a:srgbClr val="FF0000"/>
              </a:solidFill>
            </a:endParaRPr>
          </a:p>
        </p:txBody>
      </p:sp>
      <p:pic>
        <p:nvPicPr>
          <p:cNvPr id="412" name="Google Shape;412;p36" descr="Gusano Hambriento, Cuchillo, Horquilla, Comer, Orugas"/>
          <p:cNvPicPr preferRelativeResize="0"/>
          <p:nvPr/>
        </p:nvPicPr>
        <p:blipFill rotWithShape="1">
          <a:blip r:embed="rId3">
            <a:alphaModFix/>
          </a:blip>
          <a:srcRect/>
          <a:stretch/>
        </p:blipFill>
        <p:spPr>
          <a:xfrm>
            <a:off x="820065" y="5810250"/>
            <a:ext cx="5041086" cy="6516304"/>
          </a:xfrm>
          <a:prstGeom prst="rect">
            <a:avLst/>
          </a:prstGeom>
          <a:noFill/>
          <a:ln>
            <a:noFill/>
          </a:ln>
        </p:spPr>
      </p:pic>
      <p:pic>
        <p:nvPicPr>
          <p:cNvPr id="2" name="Google Shape;135;p8" descr="Cómo protegerse de los virus, piratas informáticos y demás ataques? |  Tecnología - ComputerHoy.com">
            <a:extLst>
              <a:ext uri="{FF2B5EF4-FFF2-40B4-BE49-F238E27FC236}">
                <a16:creationId xmlns:a16="http://schemas.microsoft.com/office/drawing/2014/main" id="{4AD0A158-A1F7-7717-3A5F-087896765B1E}"/>
              </a:ext>
            </a:extLst>
          </p:cNvPr>
          <p:cNvPicPr preferRelativeResize="0"/>
          <p:nvPr/>
        </p:nvPicPr>
        <p:blipFill rotWithShape="1">
          <a:blip r:embed="rId4">
            <a:alphaModFix/>
          </a:blip>
          <a:srcRect/>
          <a:stretch/>
        </p:blipFill>
        <p:spPr>
          <a:xfrm>
            <a:off x="21666200" y="11897201"/>
            <a:ext cx="2717800" cy="1828802"/>
          </a:xfrm>
          <a:prstGeom prst="rect">
            <a:avLst/>
          </a:prstGeom>
          <a:noFill/>
          <a:ln>
            <a:noFill/>
          </a:ln>
        </p:spPr>
      </p:pic>
      <p:sp>
        <p:nvSpPr>
          <p:cNvPr id="4" name="CuadroTexto 3">
            <a:extLst>
              <a:ext uri="{FF2B5EF4-FFF2-40B4-BE49-F238E27FC236}">
                <a16:creationId xmlns:a16="http://schemas.microsoft.com/office/drawing/2014/main" id="{8DAB0F02-D99D-9DC4-F2AF-78638B87461A}"/>
              </a:ext>
            </a:extLst>
          </p:cNvPr>
          <p:cNvSpPr txBox="1"/>
          <p:nvPr/>
        </p:nvSpPr>
        <p:spPr>
          <a:xfrm>
            <a:off x="6851650" y="6802621"/>
            <a:ext cx="16173450" cy="45315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s-ES" sz="2800" dirty="0"/>
              <a:t>Una vez que un gusano infecta un sistema, puede llevar a cabo diversas acciones maliciosas, como robar información confidencial, degradar el rendimiento del sistema, instalar software malicioso adicional o crear "puertas traseras" para permitir el acceso remoto no autorizado. Los gusanos también pueden consumir recursos valiosos del sistema, como el ancho de banda de la red, lo que puede afectar negativamente el rendimiento de los sistemas y la red.</a:t>
            </a:r>
          </a:p>
          <a:p>
            <a:r>
              <a:rPr lang="es-ES" sz="2800" dirty="0"/>
              <a:t>Además, los gusanos pueden ser diseñados para propagar otros tipos de malware, como troyanos o </a:t>
            </a:r>
            <a:r>
              <a:rPr lang="es-ES" sz="2800" dirty="0" err="1"/>
              <a:t>ransomware</a:t>
            </a:r>
            <a:r>
              <a:rPr lang="es-ES" sz="2800" dirty="0"/>
              <a:t>, lo que puede causar daños aún mayores</a:t>
            </a:r>
          </a:p>
        </p:txBody>
      </p:sp>
      <p:sp>
        <p:nvSpPr>
          <p:cNvPr id="5" name="Flecha: hacia abajo 4">
            <a:extLst>
              <a:ext uri="{FF2B5EF4-FFF2-40B4-BE49-F238E27FC236}">
                <a16:creationId xmlns:a16="http://schemas.microsoft.com/office/drawing/2014/main" id="{7FC0AF7D-3273-27E7-7769-5EF7F041809B}"/>
              </a:ext>
            </a:extLst>
          </p:cNvPr>
          <p:cNvSpPr/>
          <p:nvPr/>
        </p:nvSpPr>
        <p:spPr>
          <a:xfrm>
            <a:off x="11639550" y="5224463"/>
            <a:ext cx="2209800" cy="1633537"/>
          </a:xfrm>
          <a:prstGeom prst="downArrow">
            <a:avLst/>
          </a:prstGeom>
          <a:solidFill>
            <a:schemeClr val="accent1">
              <a:hueOff val="-176470"/>
              <a:satOff val="-53329"/>
              <a:lumOff val="-1196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s-ES" sz="3200" b="0" i="0" u="none" strike="noStrike" cap="none" spc="0" normalizeH="0" baseline="0">
              <a:ln>
                <a:noFill/>
              </a:ln>
              <a:solidFill>
                <a:srgbClr val="FFFFFF"/>
              </a:solidFill>
              <a:effectLst/>
              <a:uFillTx/>
              <a:latin typeface="Lato Regular"/>
              <a:ea typeface="Lato Regular"/>
              <a:cs typeface="Lato Regular"/>
              <a:sym typeface="Lato Regular"/>
            </a:endParaRPr>
          </a:p>
        </p:txBody>
      </p:sp>
    </p:spTree>
    <p:extLst>
      <p:ext uri="{BB962C8B-B14F-4D97-AF65-F5344CB8AC3E}">
        <p14:creationId xmlns:p14="http://schemas.microsoft.com/office/powerpoint/2010/main" val="9150563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416"/>
        <p:cNvGrpSpPr/>
        <p:nvPr/>
      </p:nvGrpSpPr>
      <p:grpSpPr>
        <a:xfrm>
          <a:off x="0" y="0"/>
          <a:ext cx="0" cy="0"/>
          <a:chOff x="0" y="0"/>
          <a:chExt cx="0" cy="0"/>
        </a:xfrm>
      </p:grpSpPr>
      <p:sp>
        <p:nvSpPr>
          <p:cNvPr id="417" name="Google Shape;417;p37"/>
          <p:cNvSpPr txBox="1">
            <a:spLocks noGrp="1"/>
          </p:cNvSpPr>
          <p:nvPr>
            <p:ph type="title" idx="4294967295"/>
          </p:nvPr>
        </p:nvSpPr>
        <p:spPr>
          <a:xfrm>
            <a:off x="0" y="-71438"/>
            <a:ext cx="21031200" cy="2651126"/>
          </a:xfrm>
          <a:prstGeom prst="rect">
            <a:avLst/>
          </a:prstGeom>
          <a:noFill/>
          <a:ln>
            <a:noFill/>
          </a:ln>
        </p:spPr>
        <p:txBody>
          <a:bodyPr spcFirstLastPara="1" wrap="square" lIns="182850" tIns="91400" rIns="182850" bIns="91400" anchor="ctr" anchorCtr="0">
            <a:normAutofit/>
          </a:bodyPr>
          <a:lstStyle/>
          <a:p>
            <a:pPr>
              <a:lnSpc>
                <a:spcPct val="90000"/>
              </a:lnSpc>
              <a:spcBef>
                <a:spcPts val="0"/>
              </a:spcBef>
              <a:buClr>
                <a:schemeClr val="dk1"/>
              </a:buClr>
              <a:buSzPts val="4400"/>
            </a:pPr>
            <a:r>
              <a:rPr lang="es-ES" dirty="0"/>
              <a:t>TROYANOS</a:t>
            </a:r>
            <a:endParaRPr dirty="0"/>
          </a:p>
        </p:txBody>
      </p:sp>
      <p:sp>
        <p:nvSpPr>
          <p:cNvPr id="418" name="Google Shape;418;p37"/>
          <p:cNvSpPr txBox="1">
            <a:spLocks noGrp="1"/>
          </p:cNvSpPr>
          <p:nvPr>
            <p:ph idx="4294967295"/>
          </p:nvPr>
        </p:nvSpPr>
        <p:spPr>
          <a:xfrm>
            <a:off x="0" y="1804988"/>
            <a:ext cx="23956963" cy="3444875"/>
          </a:xfrm>
          <a:prstGeom prst="rect">
            <a:avLst/>
          </a:prstGeom>
          <a:noFill/>
          <a:ln>
            <a:noFill/>
          </a:ln>
        </p:spPr>
        <p:txBody>
          <a:bodyPr spcFirstLastPara="1" wrap="square" lIns="182850" tIns="91400" rIns="182850" bIns="91400" anchor="t" anchorCtr="0">
            <a:normAutofit fontScale="85000" lnSpcReduction="20000"/>
          </a:bodyPr>
          <a:lstStyle/>
          <a:p>
            <a:pPr marL="0" indent="0">
              <a:lnSpc>
                <a:spcPct val="120000"/>
              </a:lnSpc>
              <a:spcBef>
                <a:spcPts val="0"/>
              </a:spcBef>
              <a:buClr>
                <a:srgbClr val="4D5156"/>
              </a:buClr>
              <a:buSzPts val="2380"/>
              <a:buNone/>
            </a:pPr>
            <a:r>
              <a:rPr lang="es-ES" sz="4760" dirty="0">
                <a:solidFill>
                  <a:srgbClr val="4D5156"/>
                </a:solidFill>
                <a:latin typeface="Verdana" panose="020B0604030504040204" pitchFamily="34" charset="0"/>
                <a:ea typeface="Verdana" panose="020B0604030504040204" pitchFamily="34" charset="0"/>
                <a:cs typeface="arial"/>
                <a:sym typeface="arial"/>
              </a:rPr>
              <a:t>En informática, se denomina caballo de Troya, o troyano, a un malware que se presenta al usuario como un programa aparentemente legítimo e inofensivo, pero que, al ejecutarlo, le brinda a un atacante acceso remoto al equipo infectado.​​ A los troyanos de acceso remoto también se les denomina </a:t>
            </a:r>
            <a:r>
              <a:rPr lang="es-ES" sz="4760" b="1" dirty="0">
                <a:solidFill>
                  <a:srgbClr val="003245"/>
                </a:solidFill>
                <a:latin typeface="Verdana" panose="020B0604030504040204" pitchFamily="34" charset="0"/>
                <a:ea typeface="Verdana" panose="020B0604030504040204" pitchFamily="34" charset="0"/>
                <a:cs typeface="Times New Roman"/>
                <a:sym typeface="Times New Roman"/>
              </a:rPr>
              <a:t>Backdoor o puerta trasera. Los hay que son de tipo espionaje, bancarios, o de cifrado (</a:t>
            </a:r>
            <a:r>
              <a:rPr lang="es-ES" sz="4760" b="1" dirty="0" err="1">
                <a:solidFill>
                  <a:srgbClr val="003245"/>
                </a:solidFill>
                <a:latin typeface="Verdana" panose="020B0604030504040204" pitchFamily="34" charset="0"/>
                <a:ea typeface="Verdana" panose="020B0604030504040204" pitchFamily="34" charset="0"/>
                <a:cs typeface="Times New Roman"/>
                <a:sym typeface="Times New Roman"/>
              </a:rPr>
              <a:t>Ransomware</a:t>
            </a:r>
            <a:r>
              <a:rPr lang="es-ES" sz="4760" b="1" dirty="0">
                <a:solidFill>
                  <a:srgbClr val="003245"/>
                </a:solidFill>
                <a:latin typeface="Verdana" panose="020B0604030504040204" pitchFamily="34" charset="0"/>
                <a:ea typeface="Verdana" panose="020B0604030504040204" pitchFamily="34" charset="0"/>
                <a:cs typeface="Times New Roman"/>
                <a:sym typeface="Times New Roman"/>
              </a:rPr>
              <a:t>)</a:t>
            </a:r>
            <a:endParaRPr sz="4760" dirty="0">
              <a:latin typeface="Verdana" panose="020B0604030504040204" pitchFamily="34" charset="0"/>
              <a:ea typeface="Verdana" panose="020B0604030504040204" pitchFamily="34" charset="0"/>
            </a:endParaRPr>
          </a:p>
        </p:txBody>
      </p:sp>
      <p:pic>
        <p:nvPicPr>
          <p:cNvPr id="421" name="Google Shape;421;p37" descr="El Caballo, Madera, Caballo, Juguete, Konik"/>
          <p:cNvPicPr preferRelativeResize="0"/>
          <p:nvPr/>
        </p:nvPicPr>
        <p:blipFill rotWithShape="1">
          <a:blip r:embed="rId3">
            <a:alphaModFix/>
          </a:blip>
          <a:srcRect/>
          <a:stretch/>
        </p:blipFill>
        <p:spPr>
          <a:xfrm>
            <a:off x="4732020" y="94535"/>
            <a:ext cx="1592580" cy="1780726"/>
          </a:xfrm>
          <a:prstGeom prst="rect">
            <a:avLst/>
          </a:prstGeom>
          <a:noFill/>
          <a:ln>
            <a:noFill/>
          </a:ln>
        </p:spPr>
      </p:pic>
      <p:sp>
        <p:nvSpPr>
          <p:cNvPr id="8" name="CuadroTexto 7">
            <a:extLst>
              <a:ext uri="{FF2B5EF4-FFF2-40B4-BE49-F238E27FC236}">
                <a16:creationId xmlns:a16="http://schemas.microsoft.com/office/drawing/2014/main" id="{0B8132A2-2704-462C-9DC4-316A66ADC693}"/>
              </a:ext>
            </a:extLst>
          </p:cNvPr>
          <p:cNvSpPr txBox="1"/>
          <p:nvPr/>
        </p:nvSpPr>
        <p:spPr>
          <a:xfrm>
            <a:off x="78576" y="8624990"/>
            <a:ext cx="5202860" cy="203902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nSpc>
                <a:spcPct val="107000"/>
              </a:lnSpc>
              <a:spcBef>
                <a:spcPts val="3600"/>
              </a:spcBef>
              <a:buClr>
                <a:srgbClr val="003245"/>
              </a:buClr>
              <a:buSzPts val="1000"/>
            </a:pPr>
            <a:r>
              <a:rPr lang="es-ES" sz="4000" b="1" dirty="0">
                <a:solidFill>
                  <a:srgbClr val="003245"/>
                </a:solidFill>
                <a:latin typeface="Calibri"/>
                <a:ea typeface="Calibri"/>
                <a:cs typeface="Calibri"/>
                <a:sym typeface="Calibri"/>
              </a:rPr>
              <a:t>Troyanos de </a:t>
            </a:r>
            <a:r>
              <a:rPr lang="es-ES" sz="4000" b="1" dirty="0">
                <a:solidFill>
                  <a:srgbClr val="003245"/>
                </a:solidFill>
                <a:latin typeface="Calibri"/>
                <a:ea typeface="Verdana" panose="020B0604030504040204" pitchFamily="34" charset="0"/>
                <a:cs typeface="Calibri"/>
                <a:sym typeface="Calibri"/>
              </a:rPr>
              <a:t>denegación</a:t>
            </a:r>
            <a:r>
              <a:rPr lang="es-ES" sz="4000" b="1" dirty="0">
                <a:solidFill>
                  <a:srgbClr val="003245"/>
                </a:solidFill>
                <a:latin typeface="Calibri"/>
                <a:ea typeface="Calibri"/>
                <a:cs typeface="Calibri"/>
                <a:sym typeface="Calibri"/>
              </a:rPr>
              <a:t> de servicio (DoS):</a:t>
            </a:r>
            <a:r>
              <a:rPr lang="es-ES" sz="4000" dirty="0">
                <a:solidFill>
                  <a:srgbClr val="003245"/>
                </a:solidFill>
                <a:latin typeface="Calibri"/>
                <a:ea typeface="Calibri"/>
                <a:cs typeface="Calibri"/>
                <a:sym typeface="Calibri"/>
              </a:rPr>
              <a:t> </a:t>
            </a:r>
          </a:p>
        </p:txBody>
      </p:sp>
      <p:sp>
        <p:nvSpPr>
          <p:cNvPr id="11" name="CuadroTexto 10">
            <a:extLst>
              <a:ext uri="{FF2B5EF4-FFF2-40B4-BE49-F238E27FC236}">
                <a16:creationId xmlns:a16="http://schemas.microsoft.com/office/drawing/2014/main" id="{11FE996C-7E0F-4D12-8B58-984957114955}"/>
              </a:ext>
            </a:extLst>
          </p:cNvPr>
          <p:cNvSpPr txBox="1"/>
          <p:nvPr/>
        </p:nvSpPr>
        <p:spPr>
          <a:xfrm>
            <a:off x="-27356" y="10979713"/>
            <a:ext cx="5202860" cy="658835"/>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nSpc>
                <a:spcPct val="107000"/>
              </a:lnSpc>
              <a:spcBef>
                <a:spcPts val="3600"/>
              </a:spcBef>
              <a:buClr>
                <a:srgbClr val="003245"/>
              </a:buClr>
              <a:buSzPts val="1000"/>
            </a:pPr>
            <a:r>
              <a:rPr lang="es-ES" sz="3600" b="1" dirty="0">
                <a:solidFill>
                  <a:srgbClr val="003245"/>
                </a:solidFill>
                <a:latin typeface="Calibri"/>
                <a:ea typeface="Calibri"/>
                <a:cs typeface="Calibri"/>
                <a:sym typeface="Calibri"/>
              </a:rPr>
              <a:t>Troyanos </a:t>
            </a:r>
            <a:r>
              <a:rPr lang="es-ES" sz="3600" b="1" dirty="0" err="1">
                <a:solidFill>
                  <a:srgbClr val="003245"/>
                </a:solidFill>
                <a:latin typeface="Calibri"/>
                <a:ea typeface="Calibri"/>
                <a:cs typeface="Calibri"/>
                <a:sym typeface="Calibri"/>
              </a:rPr>
              <a:t>Rogue</a:t>
            </a:r>
            <a:r>
              <a:rPr lang="es-ES" sz="3600" b="1" dirty="0">
                <a:solidFill>
                  <a:srgbClr val="003245"/>
                </a:solidFill>
                <a:latin typeface="Calibri"/>
                <a:ea typeface="Calibri"/>
                <a:cs typeface="Calibri"/>
                <a:sym typeface="Calibri"/>
              </a:rPr>
              <a:t> </a:t>
            </a:r>
            <a:r>
              <a:rPr lang="es-ES" sz="3600" b="1" dirty="0" err="1">
                <a:solidFill>
                  <a:srgbClr val="003245"/>
                </a:solidFill>
                <a:latin typeface="Calibri"/>
                <a:ea typeface="Calibri"/>
                <a:cs typeface="Calibri"/>
                <a:sym typeface="Calibri"/>
              </a:rPr>
              <a:t>Ware</a:t>
            </a:r>
            <a:endParaRPr lang="es-ES" sz="3600" dirty="0">
              <a:solidFill>
                <a:srgbClr val="003245"/>
              </a:solidFill>
              <a:latin typeface="Calibri"/>
              <a:ea typeface="Calibri"/>
              <a:cs typeface="Calibri"/>
              <a:sym typeface="Calibri"/>
            </a:endParaRPr>
          </a:p>
        </p:txBody>
      </p:sp>
      <p:sp>
        <p:nvSpPr>
          <p:cNvPr id="13" name="CuadroTexto 12">
            <a:extLst>
              <a:ext uri="{FF2B5EF4-FFF2-40B4-BE49-F238E27FC236}">
                <a16:creationId xmlns:a16="http://schemas.microsoft.com/office/drawing/2014/main" id="{28B8E16F-4471-430E-AECB-018EBA539090}"/>
              </a:ext>
            </a:extLst>
          </p:cNvPr>
          <p:cNvSpPr txBox="1"/>
          <p:nvPr/>
        </p:nvSpPr>
        <p:spPr>
          <a:xfrm>
            <a:off x="78576" y="7204360"/>
            <a:ext cx="5096927" cy="120032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nSpc>
                <a:spcPct val="90000"/>
              </a:lnSpc>
              <a:spcBef>
                <a:spcPts val="3600"/>
              </a:spcBef>
              <a:buClr>
                <a:srgbClr val="003245"/>
              </a:buClr>
              <a:buSzPts val="1800"/>
            </a:pPr>
            <a:r>
              <a:rPr lang="es-ES" sz="4000" b="1" dirty="0">
                <a:solidFill>
                  <a:srgbClr val="003245"/>
                </a:solidFill>
                <a:latin typeface="Calibri"/>
                <a:ea typeface="Calibri"/>
                <a:cs typeface="Calibri"/>
                <a:sym typeface="Calibri"/>
              </a:rPr>
              <a:t>Troyanos de destrucción de datos:</a:t>
            </a:r>
            <a:r>
              <a:rPr lang="es-ES" sz="4000" dirty="0">
                <a:solidFill>
                  <a:srgbClr val="003245"/>
                </a:solidFill>
                <a:latin typeface="Calibri"/>
                <a:ea typeface="Calibri"/>
                <a:cs typeface="Calibri"/>
                <a:sym typeface="Calibri"/>
              </a:rPr>
              <a:t> </a:t>
            </a:r>
          </a:p>
        </p:txBody>
      </p:sp>
      <p:sp>
        <p:nvSpPr>
          <p:cNvPr id="15" name="CuadroTexto 14">
            <a:extLst>
              <a:ext uri="{FF2B5EF4-FFF2-40B4-BE49-F238E27FC236}">
                <a16:creationId xmlns:a16="http://schemas.microsoft.com/office/drawing/2014/main" id="{0593CE35-163A-411A-B13F-36ED081D066F}"/>
              </a:ext>
            </a:extLst>
          </p:cNvPr>
          <p:cNvSpPr txBox="1"/>
          <p:nvPr/>
        </p:nvSpPr>
        <p:spPr>
          <a:xfrm>
            <a:off x="0" y="5762373"/>
            <a:ext cx="5202860" cy="721736"/>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nSpc>
                <a:spcPct val="107000"/>
              </a:lnSpc>
              <a:spcBef>
                <a:spcPts val="2000"/>
              </a:spcBef>
              <a:buClr>
                <a:srgbClr val="003245"/>
              </a:buClr>
              <a:buSzPts val="1000"/>
            </a:pPr>
            <a:r>
              <a:rPr lang="es-ES" sz="4000" b="1" dirty="0">
                <a:solidFill>
                  <a:srgbClr val="003245"/>
                </a:solidFill>
                <a:latin typeface="Calibri"/>
                <a:ea typeface="Calibri"/>
                <a:cs typeface="Calibri"/>
                <a:sym typeface="Calibri"/>
              </a:rPr>
              <a:t>Troyanos de descarga:</a:t>
            </a:r>
            <a:r>
              <a:rPr lang="es-ES" sz="4000" dirty="0">
                <a:solidFill>
                  <a:srgbClr val="003245"/>
                </a:solidFill>
                <a:latin typeface="Calibri"/>
                <a:ea typeface="Calibri"/>
                <a:cs typeface="Calibri"/>
                <a:sym typeface="Calibri"/>
              </a:rPr>
              <a:t> </a:t>
            </a:r>
          </a:p>
        </p:txBody>
      </p:sp>
      <p:sp>
        <p:nvSpPr>
          <p:cNvPr id="17" name="CuadroTexto 16">
            <a:extLst>
              <a:ext uri="{FF2B5EF4-FFF2-40B4-BE49-F238E27FC236}">
                <a16:creationId xmlns:a16="http://schemas.microsoft.com/office/drawing/2014/main" id="{1C0BCDC9-64F8-41E0-9DA3-352E8632A935}"/>
              </a:ext>
            </a:extLst>
          </p:cNvPr>
          <p:cNvSpPr txBox="1"/>
          <p:nvPr/>
        </p:nvSpPr>
        <p:spPr>
          <a:xfrm>
            <a:off x="-27356" y="11954058"/>
            <a:ext cx="5308792" cy="1380378"/>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nSpc>
                <a:spcPct val="107000"/>
              </a:lnSpc>
              <a:spcBef>
                <a:spcPts val="3600"/>
              </a:spcBef>
              <a:buClr>
                <a:srgbClr val="003245"/>
              </a:buClr>
              <a:buSzPts val="1000"/>
            </a:pPr>
            <a:r>
              <a:rPr lang="es-ES" sz="4000" b="1" dirty="0">
                <a:solidFill>
                  <a:srgbClr val="003245"/>
                </a:solidFill>
                <a:latin typeface="Calibri"/>
                <a:ea typeface="Calibri"/>
                <a:cs typeface="Calibri"/>
                <a:sym typeface="Calibri"/>
              </a:rPr>
              <a:t>Desactivadores de antivirus:</a:t>
            </a:r>
            <a:endParaRPr lang="es-ES" sz="4000" dirty="0">
              <a:solidFill>
                <a:srgbClr val="003245"/>
              </a:solidFill>
              <a:latin typeface="Calibri"/>
              <a:ea typeface="Calibri"/>
              <a:cs typeface="Calibri"/>
              <a:sym typeface="Calibri"/>
            </a:endParaRPr>
          </a:p>
        </p:txBody>
      </p:sp>
      <p:sp>
        <p:nvSpPr>
          <p:cNvPr id="12" name="CuadroTexto 11">
            <a:extLst>
              <a:ext uri="{FF2B5EF4-FFF2-40B4-BE49-F238E27FC236}">
                <a16:creationId xmlns:a16="http://schemas.microsoft.com/office/drawing/2014/main" id="{E6A852E5-2060-428A-A24A-4EFEDE1F95A9}"/>
              </a:ext>
            </a:extLst>
          </p:cNvPr>
          <p:cNvSpPr txBox="1"/>
          <p:nvPr/>
        </p:nvSpPr>
        <p:spPr>
          <a:xfrm>
            <a:off x="5563621" y="5039955"/>
            <a:ext cx="16808699" cy="1844416"/>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ctr">
              <a:lnSpc>
                <a:spcPct val="107000"/>
              </a:lnSpc>
              <a:spcBef>
                <a:spcPts val="2000"/>
              </a:spcBef>
              <a:buClr>
                <a:srgbClr val="003245"/>
              </a:buClr>
              <a:buSzPts val="1000"/>
            </a:pPr>
            <a:r>
              <a:rPr lang="es-ES" sz="3600" dirty="0">
                <a:solidFill>
                  <a:schemeClr val="tx1"/>
                </a:solidFill>
                <a:latin typeface="Calibri"/>
                <a:ea typeface="Calibri"/>
                <a:cs typeface="Calibri"/>
                <a:sym typeface="Calibri"/>
              </a:rPr>
              <a:t>Son aplicaciones de software que no pueden dañar al equipo anfitrión por sí mismos, si éste no se conecta a Internet. Su código de carga se conecta a Internet, y luego facilita la instalación de otras aplicaciones (exploits, por ejemplo).</a:t>
            </a:r>
            <a:endParaRPr lang="es-ES" sz="3200" dirty="0">
              <a:solidFill>
                <a:schemeClr val="tx1"/>
              </a:solidFill>
              <a:latin typeface="Calibri"/>
              <a:ea typeface="Calibri"/>
              <a:cs typeface="Calibri"/>
              <a:sym typeface="Calibri"/>
            </a:endParaRPr>
          </a:p>
        </p:txBody>
      </p:sp>
      <p:sp>
        <p:nvSpPr>
          <p:cNvPr id="14" name="CuadroTexto 13">
            <a:extLst>
              <a:ext uri="{FF2B5EF4-FFF2-40B4-BE49-F238E27FC236}">
                <a16:creationId xmlns:a16="http://schemas.microsoft.com/office/drawing/2014/main" id="{429E49CC-84BB-4CB2-A5B3-9FFEC947D497}"/>
              </a:ext>
            </a:extLst>
          </p:cNvPr>
          <p:cNvSpPr txBox="1"/>
          <p:nvPr/>
        </p:nvSpPr>
        <p:spPr>
          <a:xfrm>
            <a:off x="5621112" y="10057505"/>
            <a:ext cx="16495938" cy="184441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lnSpc>
                <a:spcPct val="107000"/>
              </a:lnSpc>
              <a:spcBef>
                <a:spcPts val="3600"/>
              </a:spcBef>
              <a:buClr>
                <a:srgbClr val="003245"/>
              </a:buClr>
              <a:buSzPts val="1000"/>
            </a:pPr>
            <a:r>
              <a:rPr lang="es-ES" sz="3600" dirty="0">
                <a:solidFill>
                  <a:schemeClr val="tx1"/>
                </a:solidFill>
                <a:latin typeface="Calibri"/>
                <a:ea typeface="Calibri"/>
                <a:cs typeface="Calibri"/>
                <a:sym typeface="Calibri"/>
              </a:rPr>
              <a:t>Son aplicaciones que advierten a los usuarios de infecciones que no </a:t>
            </a:r>
            <a:r>
              <a:rPr lang="es-ES" sz="3600" dirty="0">
                <a:solidFill>
                  <a:schemeClr val="tx1"/>
                </a:solidFill>
                <a:latin typeface="Calibri"/>
                <a:cs typeface="Calibri"/>
                <a:sym typeface="Calibri"/>
              </a:rPr>
              <a:t>existen</a:t>
            </a:r>
            <a:r>
              <a:rPr lang="es-ES" sz="3600" dirty="0">
                <a:solidFill>
                  <a:schemeClr val="tx1"/>
                </a:solidFill>
                <a:latin typeface="Calibri"/>
                <a:ea typeface="Calibri"/>
                <a:cs typeface="Calibri"/>
                <a:sym typeface="Calibri"/>
              </a:rPr>
              <a:t> con el fin de engañarles para que compren la versión "completa" de un producto </a:t>
            </a:r>
            <a:r>
              <a:rPr lang="es-ES" sz="3600" dirty="0" err="1">
                <a:solidFill>
                  <a:schemeClr val="tx1"/>
                </a:solidFill>
                <a:latin typeface="Calibri"/>
                <a:ea typeface="Calibri"/>
                <a:cs typeface="Calibri"/>
                <a:sym typeface="Calibri"/>
              </a:rPr>
              <a:t>anti-malware</a:t>
            </a:r>
            <a:r>
              <a:rPr lang="es-ES" sz="3600" dirty="0">
                <a:solidFill>
                  <a:schemeClr val="tx1"/>
                </a:solidFill>
                <a:latin typeface="Calibri"/>
                <a:ea typeface="Calibri"/>
                <a:cs typeface="Calibri"/>
                <a:sym typeface="Calibri"/>
              </a:rPr>
              <a:t> ficticio.</a:t>
            </a:r>
          </a:p>
        </p:txBody>
      </p:sp>
      <p:sp>
        <p:nvSpPr>
          <p:cNvPr id="16" name="CuadroTexto 15">
            <a:extLst>
              <a:ext uri="{FF2B5EF4-FFF2-40B4-BE49-F238E27FC236}">
                <a16:creationId xmlns:a16="http://schemas.microsoft.com/office/drawing/2014/main" id="{B69EFE95-717D-4882-8555-3DDE39643722}"/>
              </a:ext>
            </a:extLst>
          </p:cNvPr>
          <p:cNvSpPr txBox="1"/>
          <p:nvPr/>
        </p:nvSpPr>
        <p:spPr>
          <a:xfrm>
            <a:off x="5621112" y="6943920"/>
            <a:ext cx="16553430" cy="12516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defPPr>
              <a:defRPr lang="es-ES"/>
            </a:defPPr>
            <a:lvl1pPr lvl="0" algn="ctr">
              <a:lnSpc>
                <a:spcPct val="107000"/>
              </a:lnSpc>
              <a:spcBef>
                <a:spcPts val="1800"/>
              </a:spcBef>
              <a:spcAft>
                <a:spcPts val="0"/>
              </a:spcAft>
              <a:buClr>
                <a:srgbClr val="003245"/>
              </a:buClr>
              <a:buSzPts val="1000"/>
              <a:defRPr>
                <a:solidFill>
                  <a:srgbClr val="003245"/>
                </a:solidFill>
                <a:latin typeface="Calibri"/>
                <a:ea typeface="Calibri"/>
                <a:cs typeface="Calibri"/>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ES" sz="3600" dirty="0">
                <a:solidFill>
                  <a:schemeClr val="tx1"/>
                </a:solidFill>
                <a:sym typeface="Calibri"/>
              </a:rPr>
              <a:t>Están diseñados específicamente para borrar por completo o corromper los datos almacenados en el sistema, ya sean archivos del sistema operativo o datos del usuario.</a:t>
            </a:r>
          </a:p>
        </p:txBody>
      </p:sp>
      <p:sp>
        <p:nvSpPr>
          <p:cNvPr id="18" name="CuadroTexto 17">
            <a:extLst>
              <a:ext uri="{FF2B5EF4-FFF2-40B4-BE49-F238E27FC236}">
                <a16:creationId xmlns:a16="http://schemas.microsoft.com/office/drawing/2014/main" id="{8E55A88C-529B-4308-8EDC-9BE8D1F32B04}"/>
              </a:ext>
            </a:extLst>
          </p:cNvPr>
          <p:cNvSpPr txBox="1"/>
          <p:nvPr/>
        </p:nvSpPr>
        <p:spPr>
          <a:xfrm>
            <a:off x="5563621" y="8578721"/>
            <a:ext cx="16553430" cy="12516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defPPr>
              <a:defRPr lang="es-ES"/>
            </a:defPPr>
            <a:lvl1pPr lvl="0" algn="ctr">
              <a:lnSpc>
                <a:spcPct val="107000"/>
              </a:lnSpc>
              <a:spcBef>
                <a:spcPts val="1800"/>
              </a:spcBef>
              <a:spcAft>
                <a:spcPts val="0"/>
              </a:spcAft>
              <a:buClr>
                <a:srgbClr val="003245"/>
              </a:buClr>
              <a:buSzPts val="1000"/>
              <a:defRPr>
                <a:solidFill>
                  <a:srgbClr val="003245"/>
                </a:solidFill>
                <a:latin typeface="Calibri"/>
                <a:ea typeface="Calibri"/>
                <a:cs typeface="Calibri"/>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ES" sz="3600" dirty="0">
                <a:solidFill>
                  <a:schemeClr val="tx1"/>
                </a:solidFill>
                <a:sym typeface="Calibri"/>
              </a:rPr>
              <a:t>Están diseñados para impedir o detener el funcionamiento normal de un sitio web, u otro recurso de red, inundándolo con más tráfico </a:t>
            </a:r>
            <a:r>
              <a:rPr lang="es-ES" sz="3600" dirty="0">
                <a:solidFill>
                  <a:schemeClr val="tx1"/>
                </a:solidFill>
                <a:sym typeface="Times New Roman"/>
              </a:rPr>
              <a:t>del que es capaz de manejar.</a:t>
            </a:r>
            <a:endParaRPr lang="es-ES" sz="3600" dirty="0">
              <a:solidFill>
                <a:schemeClr val="tx1"/>
              </a:solidFill>
              <a:sym typeface="Calibri"/>
            </a:endParaRPr>
          </a:p>
        </p:txBody>
      </p:sp>
      <p:sp>
        <p:nvSpPr>
          <p:cNvPr id="19" name="CuadroTexto 18">
            <a:extLst>
              <a:ext uri="{FF2B5EF4-FFF2-40B4-BE49-F238E27FC236}">
                <a16:creationId xmlns:a16="http://schemas.microsoft.com/office/drawing/2014/main" id="{AFD8A4DA-EF73-48BC-B700-E67E80E96588}"/>
              </a:ext>
            </a:extLst>
          </p:cNvPr>
          <p:cNvSpPr txBox="1"/>
          <p:nvPr/>
        </p:nvSpPr>
        <p:spPr>
          <a:xfrm>
            <a:off x="5648530" y="11561346"/>
            <a:ext cx="16468520" cy="184441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defPPr>
              <a:defRPr lang="es-ES"/>
            </a:defPPr>
            <a:lvl1pPr lvl="0" algn="ctr">
              <a:lnSpc>
                <a:spcPct val="107000"/>
              </a:lnSpc>
              <a:spcBef>
                <a:spcPts val="1800"/>
              </a:spcBef>
              <a:spcAft>
                <a:spcPts val="0"/>
              </a:spcAft>
              <a:buClr>
                <a:srgbClr val="003245"/>
              </a:buClr>
              <a:buSzPts val="1000"/>
              <a:defRPr>
                <a:solidFill>
                  <a:srgbClr val="003245"/>
                </a:solidFill>
                <a:latin typeface="Calibri"/>
                <a:ea typeface="Calibri"/>
                <a:cs typeface="Calibri"/>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ES" sz="3600" dirty="0">
                <a:solidFill>
                  <a:schemeClr val="tx1"/>
                </a:solidFill>
                <a:sym typeface="Calibri"/>
              </a:rPr>
              <a:t>Son troyanos que, una vez en el ordenador anfitrión, tratan de detener o de convertir en inútiles las aplicaciones antivirus o los firewalls de host sin el consentimiento del usuario.</a:t>
            </a:r>
          </a:p>
        </p:txBody>
      </p:sp>
      <p:pic>
        <p:nvPicPr>
          <p:cNvPr id="6" name="Google Shape;135;p8" descr="Cómo protegerse de los virus, piratas informáticos y demás ataques? |  Tecnología - ComputerHoy.com">
            <a:extLst>
              <a:ext uri="{FF2B5EF4-FFF2-40B4-BE49-F238E27FC236}">
                <a16:creationId xmlns:a16="http://schemas.microsoft.com/office/drawing/2014/main" id="{2D9DB711-66B8-D009-23DC-29EC34681489}"/>
              </a:ext>
            </a:extLst>
          </p:cNvPr>
          <p:cNvPicPr preferRelativeResize="0"/>
          <p:nvPr/>
        </p:nvPicPr>
        <p:blipFill rotWithShape="1">
          <a:blip r:embed="rId4">
            <a:alphaModFix/>
          </a:blip>
          <a:srcRect/>
          <a:stretch/>
        </p:blipFill>
        <p:spPr>
          <a:xfrm>
            <a:off x="22372320" y="201810"/>
            <a:ext cx="1981200" cy="1495903"/>
          </a:xfrm>
          <a:prstGeom prst="rect">
            <a:avLst/>
          </a:prstGeom>
          <a:noFill/>
          <a:ln>
            <a:noFill/>
          </a:ln>
        </p:spPr>
      </p:pic>
    </p:spTree>
    <p:extLst>
      <p:ext uri="{BB962C8B-B14F-4D97-AF65-F5344CB8AC3E}">
        <p14:creationId xmlns:p14="http://schemas.microsoft.com/office/powerpoint/2010/main" val="241101833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433"/>
        <p:cNvGrpSpPr/>
        <p:nvPr/>
      </p:nvGrpSpPr>
      <p:grpSpPr>
        <a:xfrm>
          <a:off x="0" y="0"/>
          <a:ext cx="0" cy="0"/>
          <a:chOff x="0" y="0"/>
          <a:chExt cx="0" cy="0"/>
        </a:xfrm>
      </p:grpSpPr>
      <p:sp>
        <p:nvSpPr>
          <p:cNvPr id="434" name="Google Shape;434;p39"/>
          <p:cNvSpPr txBox="1">
            <a:spLocks noGrp="1"/>
          </p:cNvSpPr>
          <p:nvPr>
            <p:ph type="title" idx="4294967295"/>
          </p:nvPr>
        </p:nvSpPr>
        <p:spPr>
          <a:xfrm>
            <a:off x="0" y="355600"/>
            <a:ext cx="21005800" cy="2286000"/>
          </a:xfrm>
          <a:prstGeom prst="rect">
            <a:avLst/>
          </a:prstGeom>
          <a:noFill/>
          <a:ln>
            <a:noFill/>
          </a:ln>
        </p:spPr>
        <p:txBody>
          <a:bodyPr spcFirstLastPara="1" wrap="square" lIns="182850" tIns="91400" rIns="182850" bIns="91400" anchor="ctr" anchorCtr="0">
            <a:normAutofit fontScale="90000"/>
          </a:bodyPr>
          <a:lstStyle/>
          <a:p>
            <a:pPr>
              <a:lnSpc>
                <a:spcPct val="90000"/>
              </a:lnSpc>
              <a:spcBef>
                <a:spcPts val="0"/>
              </a:spcBef>
              <a:buClr>
                <a:schemeClr val="dk1"/>
              </a:buClr>
              <a:buSzPts val="4400"/>
            </a:pPr>
            <a:r>
              <a:rPr lang="es-ES" sz="8800" dirty="0"/>
              <a:t>Troyanos bancarios</a:t>
            </a:r>
            <a:br>
              <a:rPr lang="es-ES" sz="8800" b="1" dirty="0">
                <a:latin typeface="Times New Roman"/>
                <a:ea typeface="Times New Roman"/>
                <a:cs typeface="Times New Roman"/>
                <a:sym typeface="Times New Roman"/>
              </a:rPr>
            </a:br>
            <a:endParaRPr dirty="0"/>
          </a:p>
        </p:txBody>
      </p:sp>
      <p:sp>
        <p:nvSpPr>
          <p:cNvPr id="435" name="Google Shape;435;p39"/>
          <p:cNvSpPr txBox="1">
            <a:spLocks noGrp="1"/>
          </p:cNvSpPr>
          <p:nvPr>
            <p:ph idx="4294967295"/>
          </p:nvPr>
        </p:nvSpPr>
        <p:spPr>
          <a:xfrm>
            <a:off x="0" y="2641600"/>
            <a:ext cx="21850350" cy="8674100"/>
          </a:xfrm>
          <a:prstGeom prst="rect">
            <a:avLst/>
          </a:prstGeom>
          <a:ln/>
        </p:spPr>
        <p:style>
          <a:lnRef idx="2">
            <a:schemeClr val="accent5"/>
          </a:lnRef>
          <a:fillRef idx="1">
            <a:schemeClr val="lt1"/>
          </a:fillRef>
          <a:effectRef idx="0">
            <a:schemeClr val="accent5"/>
          </a:effectRef>
          <a:fontRef idx="minor">
            <a:schemeClr val="dk1"/>
          </a:fontRef>
        </p:style>
        <p:txBody>
          <a:bodyPr spcFirstLastPara="1" wrap="square" lIns="182850" tIns="91400" rIns="182850" bIns="91400" anchor="t" anchorCtr="0">
            <a:normAutofit fontScale="92500"/>
          </a:bodyPr>
          <a:lstStyle/>
          <a:p>
            <a:pPr marL="457200" indent="-457200">
              <a:lnSpc>
                <a:spcPct val="110000"/>
              </a:lnSpc>
              <a:spcBef>
                <a:spcPts val="0"/>
              </a:spcBef>
              <a:buClr>
                <a:srgbClr val="003245"/>
              </a:buClr>
              <a:buSzPts val="2400"/>
            </a:pPr>
            <a:r>
              <a:rPr lang="es-ES" sz="4800" dirty="0">
                <a:solidFill>
                  <a:srgbClr val="C00000"/>
                </a:solidFill>
                <a:latin typeface="Calibri"/>
                <a:ea typeface="Calibri"/>
                <a:cs typeface="Calibri"/>
                <a:sym typeface="Calibri"/>
              </a:rPr>
              <a:t>Los troyanos bancarios son una de las especies de malware de mayor prevalencia en la actualidad. Los autores de este tipo de malware (mayoritariamente brasileños y rusos en la actualidad) tienen como objetivo mantener las infecciones vivas y sin ser detectadas durante un tiempo suficiente para que puedan </a:t>
            </a:r>
            <a:r>
              <a:rPr lang="es-ES" sz="4800" b="1" dirty="0">
                <a:solidFill>
                  <a:srgbClr val="C00000"/>
                </a:solidFill>
                <a:latin typeface="Calibri"/>
                <a:ea typeface="Calibri"/>
                <a:cs typeface="Calibri"/>
                <a:sym typeface="Calibri"/>
              </a:rPr>
              <a:t>robar datos bancarios</a:t>
            </a:r>
            <a:r>
              <a:rPr lang="es-ES" sz="4800" dirty="0">
                <a:solidFill>
                  <a:srgbClr val="C00000"/>
                </a:solidFill>
                <a:latin typeface="Calibri"/>
                <a:ea typeface="Calibri"/>
                <a:cs typeface="Calibri"/>
                <a:sym typeface="Calibri"/>
              </a:rPr>
              <a:t> de sistemas de banca on-line, sistemas de pago electrónico y tarjetas de débito o crédito. Todos los datos robados son </a:t>
            </a:r>
            <a:r>
              <a:rPr lang="es-ES" sz="4800" b="1" dirty="0">
                <a:solidFill>
                  <a:srgbClr val="C00000"/>
                </a:solidFill>
                <a:latin typeface="Calibri"/>
                <a:ea typeface="Calibri"/>
                <a:cs typeface="Calibri"/>
                <a:sym typeface="Calibri"/>
              </a:rPr>
              <a:t>enviados a los atacantes mediante diferentes protocolos</a:t>
            </a:r>
            <a:r>
              <a:rPr lang="es-ES" sz="4800" dirty="0">
                <a:solidFill>
                  <a:srgbClr val="C00000"/>
                </a:solidFill>
                <a:latin typeface="Calibri"/>
                <a:ea typeface="Calibri"/>
                <a:cs typeface="Calibri"/>
                <a:sym typeface="Calibri"/>
              </a:rPr>
              <a:t> (HTTP, FTP, IRC, etc.) y pueden ser explotados directamente por estos atacantes o vendidos en el mercado negro. Día tras día, víctimas inocentes son hackeadas y sus </a:t>
            </a:r>
            <a:r>
              <a:rPr lang="es-ES" sz="4800" b="1" dirty="0">
                <a:solidFill>
                  <a:srgbClr val="C00000"/>
                </a:solidFill>
                <a:latin typeface="Calibri"/>
                <a:ea typeface="Calibri"/>
                <a:cs typeface="Calibri"/>
                <a:sym typeface="Calibri"/>
              </a:rPr>
              <a:t>cuentas bancarias vaciadas</a:t>
            </a:r>
            <a:r>
              <a:rPr lang="es-ES" sz="4800" dirty="0">
                <a:solidFill>
                  <a:srgbClr val="C00000"/>
                </a:solidFill>
                <a:latin typeface="Calibri"/>
                <a:ea typeface="Calibri"/>
                <a:cs typeface="Calibri"/>
                <a:sym typeface="Calibri"/>
              </a:rPr>
              <a:t>. </a:t>
            </a:r>
            <a:endParaRPr dirty="0">
              <a:solidFill>
                <a:srgbClr val="C00000"/>
              </a:solidFill>
            </a:endParaRPr>
          </a:p>
          <a:p>
            <a:pPr marL="457200" indent="-457200">
              <a:lnSpc>
                <a:spcPct val="110000"/>
              </a:lnSpc>
              <a:spcBef>
                <a:spcPts val="2000"/>
              </a:spcBef>
              <a:buClr>
                <a:srgbClr val="003245"/>
              </a:buClr>
              <a:buSzPts val="2400"/>
            </a:pPr>
            <a:r>
              <a:rPr lang="es-ES" sz="4800" dirty="0">
                <a:solidFill>
                  <a:srgbClr val="C00000"/>
                </a:solidFill>
                <a:latin typeface="Calibri"/>
                <a:ea typeface="Calibri"/>
                <a:cs typeface="Calibri"/>
                <a:sym typeface="Calibri"/>
              </a:rPr>
              <a:t>¿Qué técnicas emplean los troyanos para robar información bancaria? Casi siempre incorporan</a:t>
            </a:r>
            <a:r>
              <a:rPr lang="es-ES" sz="4800" b="1" dirty="0">
                <a:solidFill>
                  <a:srgbClr val="C00000"/>
                </a:solidFill>
                <a:latin typeface="Calibri"/>
                <a:ea typeface="Calibri"/>
                <a:cs typeface="Calibri"/>
                <a:sym typeface="Calibri"/>
              </a:rPr>
              <a:t> </a:t>
            </a:r>
            <a:r>
              <a:rPr lang="es-ES" sz="4800" b="1" dirty="0" err="1">
                <a:solidFill>
                  <a:srgbClr val="C00000"/>
                </a:solidFill>
                <a:latin typeface="Calibri"/>
                <a:ea typeface="Calibri"/>
                <a:cs typeface="Calibri"/>
                <a:sym typeface="Calibri"/>
              </a:rPr>
              <a:t>keyloggers</a:t>
            </a:r>
            <a:r>
              <a:rPr lang="es-ES" sz="4800" dirty="0">
                <a:solidFill>
                  <a:srgbClr val="C00000"/>
                </a:solidFill>
                <a:latin typeface="Calibri"/>
                <a:ea typeface="Calibri"/>
                <a:cs typeface="Calibri"/>
                <a:sym typeface="Calibri"/>
              </a:rPr>
              <a:t>, pero también</a:t>
            </a:r>
            <a:r>
              <a:rPr lang="es-ES" sz="4800" b="1" dirty="0">
                <a:solidFill>
                  <a:srgbClr val="C00000"/>
                </a:solidFill>
                <a:latin typeface="Calibri"/>
                <a:ea typeface="Calibri"/>
                <a:cs typeface="Calibri"/>
                <a:sym typeface="Calibri"/>
              </a:rPr>
              <a:t> capturan formularios y pantallas</a:t>
            </a:r>
            <a:r>
              <a:rPr lang="es-ES" sz="4800" dirty="0">
                <a:solidFill>
                  <a:srgbClr val="C00000"/>
                </a:solidFill>
                <a:latin typeface="Calibri"/>
                <a:ea typeface="Calibri"/>
                <a:cs typeface="Calibri"/>
                <a:sym typeface="Calibri"/>
              </a:rPr>
              <a:t>, realizan </a:t>
            </a:r>
            <a:r>
              <a:rPr lang="es-ES" sz="4800" b="1" dirty="0" err="1">
                <a:solidFill>
                  <a:srgbClr val="C00000"/>
                </a:solidFill>
                <a:latin typeface="Calibri"/>
                <a:ea typeface="Calibri"/>
                <a:cs typeface="Calibri"/>
                <a:sym typeface="Calibri"/>
              </a:rPr>
              <a:t>re-direcciones</a:t>
            </a:r>
            <a:r>
              <a:rPr lang="es-ES" sz="4800" dirty="0">
                <a:solidFill>
                  <a:srgbClr val="C00000"/>
                </a:solidFill>
                <a:latin typeface="Calibri"/>
                <a:ea typeface="Calibri"/>
                <a:cs typeface="Calibri"/>
                <a:sym typeface="Calibri"/>
              </a:rPr>
              <a:t> (a servidores controlados por los atacantes, esto se suele denominar </a:t>
            </a:r>
            <a:r>
              <a:rPr lang="es-ES" sz="4800" dirty="0" err="1">
                <a:solidFill>
                  <a:srgbClr val="C00000"/>
                </a:solidFill>
                <a:latin typeface="Calibri"/>
                <a:ea typeface="Calibri"/>
                <a:cs typeface="Calibri"/>
                <a:sym typeface="Calibri"/>
              </a:rPr>
              <a:t>pharming</a:t>
            </a:r>
            <a:r>
              <a:rPr lang="es-ES" sz="4800" dirty="0">
                <a:solidFill>
                  <a:srgbClr val="C00000"/>
                </a:solidFill>
                <a:latin typeface="Calibri"/>
                <a:ea typeface="Calibri"/>
                <a:cs typeface="Calibri"/>
                <a:sym typeface="Calibri"/>
              </a:rPr>
              <a:t>.</a:t>
            </a:r>
            <a:endParaRPr sz="4800" dirty="0">
              <a:solidFill>
                <a:srgbClr val="C00000"/>
              </a:solidFill>
              <a:latin typeface="Calibri"/>
              <a:ea typeface="Calibri"/>
              <a:cs typeface="Calibri"/>
              <a:sym typeface="Calibri"/>
            </a:endParaRPr>
          </a:p>
          <a:p>
            <a:pPr marL="457200" indent="-101600">
              <a:lnSpc>
                <a:spcPct val="80000"/>
              </a:lnSpc>
              <a:spcBef>
                <a:spcPts val="2000"/>
              </a:spcBef>
              <a:buClr>
                <a:schemeClr val="dk1"/>
              </a:buClr>
              <a:buSzPts val="2800"/>
              <a:buNone/>
            </a:pPr>
            <a:endParaRPr dirty="0">
              <a:solidFill>
                <a:srgbClr val="C00000"/>
              </a:solidFill>
            </a:endParaRPr>
          </a:p>
        </p:txBody>
      </p:sp>
      <p:pic>
        <p:nvPicPr>
          <p:cNvPr id="436" name="Google Shape;436;p39"/>
          <p:cNvPicPr preferRelativeResize="0"/>
          <p:nvPr/>
        </p:nvPicPr>
        <p:blipFill rotWithShape="1">
          <a:blip r:embed="rId3">
            <a:alphaModFix/>
          </a:blip>
          <a:srcRect/>
          <a:stretch/>
        </p:blipFill>
        <p:spPr>
          <a:xfrm>
            <a:off x="12248423" y="304903"/>
            <a:ext cx="2574235" cy="2387395"/>
          </a:xfrm>
          <a:prstGeom prst="rect">
            <a:avLst/>
          </a:prstGeom>
          <a:noFill/>
          <a:ln>
            <a:noFill/>
          </a:ln>
        </p:spPr>
      </p:pic>
      <p:pic>
        <p:nvPicPr>
          <p:cNvPr id="437" name="Google Shape;437;p39" descr="Casco Espartano Casco Antiguo Ilustración Aislada Guerrero Griego Contra  Soldado Troyano. Ilustraciones Vectoriales, Clip Art Vectorizado Libre De  Derechos. Image 77394851."/>
          <p:cNvPicPr preferRelativeResize="0"/>
          <p:nvPr/>
        </p:nvPicPr>
        <p:blipFill rotWithShape="1">
          <a:blip r:embed="rId4">
            <a:alphaModFix/>
          </a:blip>
          <a:srcRect/>
          <a:stretch/>
        </p:blipFill>
        <p:spPr>
          <a:xfrm>
            <a:off x="12611309" y="-142363"/>
            <a:ext cx="1848464" cy="1848464"/>
          </a:xfrm>
          <a:prstGeom prst="rect">
            <a:avLst/>
          </a:prstGeom>
          <a:noFill/>
          <a:ln>
            <a:noFill/>
          </a:ln>
        </p:spPr>
      </p:pic>
      <p:pic>
        <p:nvPicPr>
          <p:cNvPr id="2" name="Google Shape;135;p8" descr="Cómo protegerse de los virus, piratas informáticos y demás ataques? |  Tecnología - ComputerHoy.com">
            <a:extLst>
              <a:ext uri="{FF2B5EF4-FFF2-40B4-BE49-F238E27FC236}">
                <a16:creationId xmlns:a16="http://schemas.microsoft.com/office/drawing/2014/main" id="{A0F6DF28-D202-CF26-3FF4-566CCE039F90}"/>
              </a:ext>
            </a:extLst>
          </p:cNvPr>
          <p:cNvPicPr preferRelativeResize="0"/>
          <p:nvPr/>
        </p:nvPicPr>
        <p:blipFill rotWithShape="1">
          <a:blip r:embed="rId5">
            <a:alphaModFix/>
          </a:blip>
          <a:srcRect/>
          <a:stretch/>
        </p:blipFill>
        <p:spPr>
          <a:xfrm>
            <a:off x="21666200" y="11897201"/>
            <a:ext cx="2717800" cy="1828802"/>
          </a:xfrm>
          <a:prstGeom prst="rect">
            <a:avLst/>
          </a:prstGeom>
          <a:noFill/>
          <a:ln>
            <a:noFill/>
          </a:ln>
        </p:spPr>
      </p:pic>
    </p:spTree>
    <p:extLst>
      <p:ext uri="{BB962C8B-B14F-4D97-AF65-F5344CB8AC3E}">
        <p14:creationId xmlns:p14="http://schemas.microsoft.com/office/powerpoint/2010/main" val="274041613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441"/>
        <p:cNvGrpSpPr/>
        <p:nvPr/>
      </p:nvGrpSpPr>
      <p:grpSpPr>
        <a:xfrm>
          <a:off x="0" y="0"/>
          <a:ext cx="0" cy="0"/>
          <a:chOff x="0" y="0"/>
          <a:chExt cx="0" cy="0"/>
        </a:xfrm>
      </p:grpSpPr>
      <p:sp>
        <p:nvSpPr>
          <p:cNvPr id="442" name="Google Shape;442;p40"/>
          <p:cNvSpPr txBox="1"/>
          <p:nvPr/>
        </p:nvSpPr>
        <p:spPr>
          <a:xfrm>
            <a:off x="3700241" y="0"/>
            <a:ext cx="18282546" cy="1292581"/>
          </a:xfrm>
          <a:prstGeom prst="rect">
            <a:avLst/>
          </a:prstGeom>
          <a:noFill/>
          <a:ln>
            <a:noFill/>
          </a:ln>
        </p:spPr>
        <p:txBody>
          <a:bodyPr spcFirstLastPara="1" wrap="square" lIns="182850" tIns="91400" rIns="182850" bIns="91400" anchor="t" anchorCtr="0">
            <a:spAutoFit/>
          </a:bodyPr>
          <a:lstStyle/>
          <a:p>
            <a:pPr marL="914400" lvl="1" indent="0"/>
            <a:r>
              <a:rPr lang="es-ES" sz="4800" b="1" dirty="0">
                <a:solidFill>
                  <a:schemeClr val="dk1"/>
                </a:solidFill>
                <a:latin typeface="Calibri"/>
                <a:ea typeface="Calibri"/>
                <a:cs typeface="Calibri"/>
                <a:sym typeface="Calibri"/>
              </a:rPr>
              <a:t>MALWARE PARA OBTENER BENEFICIOS ECONOMICOS</a:t>
            </a:r>
            <a:endParaRPr sz="4800" b="1" dirty="0"/>
          </a:p>
        </p:txBody>
      </p:sp>
      <p:sp>
        <p:nvSpPr>
          <p:cNvPr id="443" name="Google Shape;443;p40"/>
          <p:cNvSpPr txBox="1"/>
          <p:nvPr/>
        </p:nvSpPr>
        <p:spPr>
          <a:xfrm>
            <a:off x="16736637" y="1442010"/>
            <a:ext cx="6675118" cy="954107"/>
          </a:xfrm>
          <a:prstGeom prst="rect">
            <a:avLst/>
          </a:prstGeom>
          <a:solidFill>
            <a:schemeClr val="accent6">
              <a:lumMod val="10000"/>
            </a:schemeClr>
          </a:solidFill>
        </p:spPr>
        <p:style>
          <a:lnRef idx="2">
            <a:schemeClr val="dk1">
              <a:shade val="50000"/>
            </a:schemeClr>
          </a:lnRef>
          <a:fillRef idx="1">
            <a:schemeClr val="dk1"/>
          </a:fillRef>
          <a:effectRef idx="0">
            <a:schemeClr val="dk1"/>
          </a:effectRef>
          <a:fontRef idx="minor">
            <a:schemeClr val="lt1"/>
          </a:fontRef>
        </p:style>
        <p:txBody>
          <a:bodyPr wrap="square">
            <a:spAutoFit/>
          </a:bodyPr>
          <a:lstStyle>
            <a:defPPr>
              <a:defRPr lang="es-ES"/>
            </a:defPPr>
            <a:lvl1pPr>
              <a:defRPr b="1">
                <a:solidFill>
                  <a:schemeClr val="lt1"/>
                </a:solidFill>
                <a:latin typeface="Calibri"/>
                <a:ea typeface="Calibri"/>
                <a:cs typeface="Calibr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ES" sz="5600" dirty="0">
                <a:solidFill>
                  <a:schemeClr val="bg1"/>
                </a:solidFill>
                <a:sym typeface="Calibri"/>
              </a:rPr>
              <a:t>5. </a:t>
            </a:r>
            <a:r>
              <a:rPr lang="es-ES" sz="5600" dirty="0" err="1">
                <a:solidFill>
                  <a:schemeClr val="bg1"/>
                </a:solidFill>
                <a:sym typeface="Calibri"/>
              </a:rPr>
              <a:t>Ransomware</a:t>
            </a:r>
            <a:r>
              <a:rPr lang="es-ES" sz="5600" dirty="0">
                <a:solidFill>
                  <a:schemeClr val="bg1"/>
                </a:solidFill>
                <a:sym typeface="Calibri"/>
              </a:rPr>
              <a:t>: </a:t>
            </a:r>
          </a:p>
        </p:txBody>
      </p:sp>
      <p:pic>
        <p:nvPicPr>
          <p:cNvPr id="444" name="Google Shape;444;p40" descr="Qué hacer si roban una foto o un contenido de mi blog | Receta de Sergio"/>
          <p:cNvPicPr preferRelativeResize="0"/>
          <p:nvPr/>
        </p:nvPicPr>
        <p:blipFill rotWithShape="1">
          <a:blip r:embed="rId3">
            <a:alphaModFix/>
          </a:blip>
          <a:srcRect/>
          <a:stretch/>
        </p:blipFill>
        <p:spPr>
          <a:xfrm>
            <a:off x="5289956" y="7419282"/>
            <a:ext cx="1590275" cy="1875497"/>
          </a:xfrm>
          <a:prstGeom prst="rect">
            <a:avLst/>
          </a:prstGeom>
          <a:noFill/>
          <a:ln>
            <a:noFill/>
          </a:ln>
        </p:spPr>
      </p:pic>
      <p:sp>
        <p:nvSpPr>
          <p:cNvPr id="8" name="CuadroTexto 7">
            <a:extLst>
              <a:ext uri="{FF2B5EF4-FFF2-40B4-BE49-F238E27FC236}">
                <a16:creationId xmlns:a16="http://schemas.microsoft.com/office/drawing/2014/main" id="{782C8EB1-8492-46F8-8E61-1085CDE1D645}"/>
              </a:ext>
            </a:extLst>
          </p:cNvPr>
          <p:cNvSpPr txBox="1"/>
          <p:nvPr/>
        </p:nvSpPr>
        <p:spPr>
          <a:xfrm>
            <a:off x="163526" y="1390715"/>
            <a:ext cx="4326212" cy="830997"/>
          </a:xfrm>
          <a:prstGeom prst="rect">
            <a:avLst/>
          </a:prstGeom>
          <a:solidFill>
            <a:schemeClr val="accent6">
              <a:lumMod val="10000"/>
            </a:schemeClr>
          </a:solidFill>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s-ES" sz="4800" b="1" dirty="0">
                <a:solidFill>
                  <a:schemeClr val="bg1"/>
                </a:solidFill>
                <a:latin typeface="Calibri"/>
                <a:ea typeface="Calibri"/>
                <a:cs typeface="Calibri"/>
                <a:sym typeface="Calibri"/>
              </a:rPr>
              <a:t>1. Spyware</a:t>
            </a:r>
            <a:r>
              <a:rPr lang="es-ES" sz="4800" dirty="0">
                <a:solidFill>
                  <a:schemeClr val="bg1"/>
                </a:solidFill>
                <a:latin typeface="Calibri"/>
                <a:ea typeface="Calibri"/>
                <a:cs typeface="Calibri"/>
                <a:sym typeface="Calibri"/>
              </a:rPr>
              <a:t>:</a:t>
            </a:r>
          </a:p>
        </p:txBody>
      </p:sp>
      <p:sp>
        <p:nvSpPr>
          <p:cNvPr id="16" name="CuadroTexto 15">
            <a:extLst>
              <a:ext uri="{FF2B5EF4-FFF2-40B4-BE49-F238E27FC236}">
                <a16:creationId xmlns:a16="http://schemas.microsoft.com/office/drawing/2014/main" id="{A8EE4654-A730-4769-924E-E2C9BB1E2321}"/>
              </a:ext>
            </a:extLst>
          </p:cNvPr>
          <p:cNvSpPr txBox="1"/>
          <p:nvPr/>
        </p:nvSpPr>
        <p:spPr>
          <a:xfrm>
            <a:off x="4735664" y="1427849"/>
            <a:ext cx="3314188" cy="830997"/>
          </a:xfrm>
          <a:prstGeom prst="rect">
            <a:avLst/>
          </a:prstGeom>
          <a:solidFill>
            <a:schemeClr val="accent6">
              <a:lumMod val="10000"/>
            </a:schemeClr>
          </a:solidFill>
        </p:spPr>
        <p:style>
          <a:lnRef idx="2">
            <a:schemeClr val="dk1">
              <a:shade val="50000"/>
            </a:schemeClr>
          </a:lnRef>
          <a:fillRef idx="1">
            <a:schemeClr val="dk1"/>
          </a:fillRef>
          <a:effectRef idx="0">
            <a:schemeClr val="dk1"/>
          </a:effectRef>
          <a:fontRef idx="minor">
            <a:schemeClr val="lt1"/>
          </a:fontRef>
        </p:style>
        <p:txBody>
          <a:bodyPr wrap="square">
            <a:spAutoFit/>
          </a:bodyPr>
          <a:lstStyle>
            <a:defPPr>
              <a:defRPr lang="es-ES"/>
            </a:defPPr>
            <a:lvl1pPr>
              <a:defRPr b="1">
                <a:solidFill>
                  <a:schemeClr val="lt1"/>
                </a:solidFill>
                <a:latin typeface="Calibri"/>
                <a:ea typeface="Calibri"/>
                <a:cs typeface="Calibr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ES" sz="4800" dirty="0">
                <a:solidFill>
                  <a:schemeClr val="bg1"/>
                </a:solidFill>
                <a:sym typeface="Calibri"/>
              </a:rPr>
              <a:t>2. Adware: </a:t>
            </a:r>
          </a:p>
        </p:txBody>
      </p:sp>
      <p:sp>
        <p:nvSpPr>
          <p:cNvPr id="18" name="CuadroTexto 17">
            <a:extLst>
              <a:ext uri="{FF2B5EF4-FFF2-40B4-BE49-F238E27FC236}">
                <a16:creationId xmlns:a16="http://schemas.microsoft.com/office/drawing/2014/main" id="{CD8177B5-1FE0-46D0-BB2F-03A5A789BE6D}"/>
              </a:ext>
            </a:extLst>
          </p:cNvPr>
          <p:cNvSpPr txBox="1"/>
          <p:nvPr/>
        </p:nvSpPr>
        <p:spPr>
          <a:xfrm>
            <a:off x="8295770" y="1427849"/>
            <a:ext cx="3314188" cy="707886"/>
          </a:xfrm>
          <a:prstGeom prst="rect">
            <a:avLst/>
          </a:prstGeom>
          <a:solidFill>
            <a:schemeClr val="accent6">
              <a:lumMod val="10000"/>
            </a:schemeClr>
          </a:solidFill>
        </p:spPr>
        <p:style>
          <a:lnRef idx="2">
            <a:schemeClr val="dk1">
              <a:shade val="50000"/>
            </a:schemeClr>
          </a:lnRef>
          <a:fillRef idx="1">
            <a:schemeClr val="dk1"/>
          </a:fillRef>
          <a:effectRef idx="0">
            <a:schemeClr val="dk1"/>
          </a:effectRef>
          <a:fontRef idx="minor">
            <a:schemeClr val="lt1"/>
          </a:fontRef>
        </p:style>
        <p:txBody>
          <a:bodyPr wrap="square">
            <a:spAutoFit/>
          </a:bodyPr>
          <a:lstStyle>
            <a:defPPr>
              <a:defRPr lang="es-ES"/>
            </a:defPPr>
            <a:lvl1pPr>
              <a:defRPr b="1">
                <a:solidFill>
                  <a:schemeClr val="lt1"/>
                </a:solidFill>
                <a:latin typeface="Calibri"/>
                <a:ea typeface="Calibri"/>
                <a:cs typeface="Calibr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ES" sz="4000" dirty="0">
                <a:solidFill>
                  <a:schemeClr val="bg1"/>
                </a:solidFill>
                <a:sym typeface="Calibri"/>
              </a:rPr>
              <a:t>3. </a:t>
            </a:r>
            <a:r>
              <a:rPr lang="es-ES" sz="4000" dirty="0" err="1">
                <a:solidFill>
                  <a:schemeClr val="bg1"/>
                </a:solidFill>
                <a:sym typeface="Calibri"/>
              </a:rPr>
              <a:t>Keyloggers</a:t>
            </a:r>
            <a:r>
              <a:rPr lang="es-ES" sz="4000" dirty="0">
                <a:solidFill>
                  <a:schemeClr val="bg1"/>
                </a:solidFill>
                <a:sym typeface="Calibri"/>
              </a:rPr>
              <a:t>:</a:t>
            </a:r>
          </a:p>
        </p:txBody>
      </p:sp>
      <p:sp>
        <p:nvSpPr>
          <p:cNvPr id="20" name="CuadroTexto 19">
            <a:extLst>
              <a:ext uri="{FF2B5EF4-FFF2-40B4-BE49-F238E27FC236}">
                <a16:creationId xmlns:a16="http://schemas.microsoft.com/office/drawing/2014/main" id="{230DAD71-84F3-4F80-9632-7A441C4BD6AD}"/>
              </a:ext>
            </a:extLst>
          </p:cNvPr>
          <p:cNvSpPr txBox="1"/>
          <p:nvPr/>
        </p:nvSpPr>
        <p:spPr>
          <a:xfrm>
            <a:off x="11855874" y="1419401"/>
            <a:ext cx="4880761" cy="830997"/>
          </a:xfrm>
          <a:prstGeom prst="rect">
            <a:avLst/>
          </a:prstGeom>
          <a:solidFill>
            <a:schemeClr val="accent6">
              <a:lumMod val="10000"/>
            </a:schemeClr>
          </a:solidFill>
        </p:spPr>
        <p:style>
          <a:lnRef idx="2">
            <a:schemeClr val="dk1">
              <a:shade val="50000"/>
            </a:schemeClr>
          </a:lnRef>
          <a:fillRef idx="1">
            <a:schemeClr val="dk1"/>
          </a:fillRef>
          <a:effectRef idx="0">
            <a:schemeClr val="dk1"/>
          </a:effectRef>
          <a:fontRef idx="minor">
            <a:schemeClr val="lt1"/>
          </a:fontRef>
        </p:style>
        <p:txBody>
          <a:bodyPr wrap="square">
            <a:spAutoFit/>
          </a:bodyPr>
          <a:lstStyle>
            <a:defPPr>
              <a:defRPr lang="es-ES"/>
            </a:defPPr>
            <a:lvl1pPr>
              <a:defRPr b="1">
                <a:solidFill>
                  <a:schemeClr val="lt1"/>
                </a:solidFill>
                <a:latin typeface="Calibri"/>
                <a:ea typeface="Calibri"/>
                <a:cs typeface="Calibr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ES" sz="4800" dirty="0">
                <a:solidFill>
                  <a:schemeClr val="bg1"/>
                </a:solidFill>
                <a:sym typeface="Calibri"/>
              </a:rPr>
              <a:t>4. </a:t>
            </a:r>
            <a:r>
              <a:rPr lang="es-ES" sz="4800" dirty="0" err="1">
                <a:solidFill>
                  <a:schemeClr val="bg1"/>
                </a:solidFill>
                <a:sym typeface="Calibri"/>
              </a:rPr>
              <a:t>Stealers</a:t>
            </a:r>
            <a:r>
              <a:rPr lang="es-ES" sz="4800" dirty="0">
                <a:solidFill>
                  <a:schemeClr val="bg1"/>
                </a:solidFill>
                <a:sym typeface="Calibri"/>
              </a:rPr>
              <a:t>: </a:t>
            </a:r>
          </a:p>
        </p:txBody>
      </p:sp>
      <p:sp>
        <p:nvSpPr>
          <p:cNvPr id="12" name="CuadroTexto 11">
            <a:extLst>
              <a:ext uri="{FF2B5EF4-FFF2-40B4-BE49-F238E27FC236}">
                <a16:creationId xmlns:a16="http://schemas.microsoft.com/office/drawing/2014/main" id="{B52CCEC5-697F-49E6-8F07-69A024191439}"/>
              </a:ext>
            </a:extLst>
          </p:cNvPr>
          <p:cNvSpPr txBox="1"/>
          <p:nvPr/>
        </p:nvSpPr>
        <p:spPr>
          <a:xfrm>
            <a:off x="163528" y="2314043"/>
            <a:ext cx="4326212" cy="9146863"/>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r>
              <a:rPr lang="es-ES" sz="3600" dirty="0">
                <a:solidFill>
                  <a:schemeClr val="bg1">
                    <a:lumMod val="50000"/>
                  </a:schemeClr>
                </a:solidFill>
                <a:latin typeface="Calibri"/>
                <a:ea typeface="Calibri"/>
                <a:cs typeface="Calibri"/>
                <a:sym typeface="Calibri"/>
              </a:rPr>
              <a:t>Malware cuya funcionalidad es espiar al usuario/equipo infectado. Suelen incorporar </a:t>
            </a:r>
            <a:r>
              <a:rPr lang="es-ES" sz="3600" dirty="0" err="1">
                <a:solidFill>
                  <a:schemeClr val="bg1">
                    <a:lumMod val="50000"/>
                  </a:schemeClr>
                </a:solidFill>
                <a:latin typeface="Calibri"/>
                <a:ea typeface="Calibri"/>
                <a:cs typeface="Calibri"/>
                <a:sym typeface="Calibri"/>
              </a:rPr>
              <a:t>keyloggers</a:t>
            </a:r>
            <a:r>
              <a:rPr lang="es-ES" sz="3600" dirty="0">
                <a:solidFill>
                  <a:schemeClr val="bg1">
                    <a:lumMod val="50000"/>
                  </a:schemeClr>
                </a:solidFill>
                <a:latin typeface="Calibri"/>
                <a:ea typeface="Calibri"/>
                <a:cs typeface="Calibri"/>
                <a:sym typeface="Calibri"/>
              </a:rPr>
              <a:t>, grabadores de escritorio, software para activar la webcam, etc.</a:t>
            </a:r>
            <a:endParaRPr lang="es-ES" sz="3600" dirty="0">
              <a:solidFill>
                <a:schemeClr val="bg1">
                  <a:lumMod val="50000"/>
                </a:schemeClr>
              </a:solidFill>
            </a:endParaRPr>
          </a:p>
        </p:txBody>
      </p:sp>
      <p:sp>
        <p:nvSpPr>
          <p:cNvPr id="14" name="CuadroTexto 13">
            <a:extLst>
              <a:ext uri="{FF2B5EF4-FFF2-40B4-BE49-F238E27FC236}">
                <a16:creationId xmlns:a16="http://schemas.microsoft.com/office/drawing/2014/main" id="{2EE0DC77-A26C-4984-B788-88B6D4B8B3FA}"/>
              </a:ext>
            </a:extLst>
          </p:cNvPr>
          <p:cNvSpPr txBox="1"/>
          <p:nvPr/>
        </p:nvSpPr>
        <p:spPr>
          <a:xfrm>
            <a:off x="4735663" y="2315451"/>
            <a:ext cx="3314186" cy="4992457"/>
          </a:xfrm>
          <a:prstGeom prst="rect">
            <a:avLst/>
          </a:prstGeom>
          <a:solidFill>
            <a:schemeClr val="accent6">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defPPr>
              <a:defRPr lang="es-ES"/>
            </a:defPPr>
            <a:lvl1pPr>
              <a:defRPr>
                <a:solidFill>
                  <a:schemeClr val="dk1"/>
                </a:solidFill>
                <a:latin typeface="Calibri"/>
                <a:ea typeface="Calibri"/>
                <a:cs typeface="Calibri"/>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ES" sz="3600" dirty="0">
                <a:solidFill>
                  <a:schemeClr val="bg1">
                    <a:lumMod val="50000"/>
                  </a:schemeClr>
                </a:solidFill>
                <a:sym typeface="Calibri"/>
              </a:rPr>
              <a:t>En este caso la funcionalidad es mostrar publicidad de manera agresiva.</a:t>
            </a:r>
            <a:endParaRPr lang="es-ES" sz="3600" dirty="0">
              <a:solidFill>
                <a:schemeClr val="bg1">
                  <a:lumMod val="50000"/>
                </a:schemeClr>
              </a:solidFill>
            </a:endParaRPr>
          </a:p>
        </p:txBody>
      </p:sp>
      <p:sp>
        <p:nvSpPr>
          <p:cNvPr id="17" name="CuadroTexto 16">
            <a:extLst>
              <a:ext uri="{FF2B5EF4-FFF2-40B4-BE49-F238E27FC236}">
                <a16:creationId xmlns:a16="http://schemas.microsoft.com/office/drawing/2014/main" id="{38E4CC3C-D5FF-4237-8D15-2D234FFF868C}"/>
              </a:ext>
            </a:extLst>
          </p:cNvPr>
          <p:cNvSpPr txBox="1"/>
          <p:nvPr/>
        </p:nvSpPr>
        <p:spPr>
          <a:xfrm>
            <a:off x="8295771" y="2228069"/>
            <a:ext cx="3314186" cy="9978437"/>
          </a:xfrm>
          <a:prstGeom prst="rect">
            <a:avLst/>
          </a:prstGeom>
          <a:solidFill>
            <a:schemeClr val="tx2">
              <a:lumMod val="10000"/>
              <a:lumOff val="9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defPPr>
              <a:defRPr lang="es-ES"/>
            </a:defPPr>
            <a:lvl1pPr>
              <a:defRPr>
                <a:latin typeface="Calibri"/>
                <a:ea typeface="Calibri"/>
                <a:cs typeface="Calibri"/>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ES" sz="3600" dirty="0">
                <a:solidFill>
                  <a:schemeClr val="bg1">
                    <a:lumMod val="50000"/>
                  </a:schemeClr>
                </a:solidFill>
                <a:sym typeface="Calibri"/>
              </a:rPr>
              <a:t>Se trata de un malware que se encarga de registrar las pulsaciones en el teclado permitiendo el acceso a contraseñas u otro tipo de información privada</a:t>
            </a:r>
          </a:p>
        </p:txBody>
      </p:sp>
      <p:sp>
        <p:nvSpPr>
          <p:cNvPr id="19" name="CuadroTexto 18">
            <a:extLst>
              <a:ext uri="{FF2B5EF4-FFF2-40B4-BE49-F238E27FC236}">
                <a16:creationId xmlns:a16="http://schemas.microsoft.com/office/drawing/2014/main" id="{D6AB758A-C02D-4B67-90D9-F4849ED42D70}"/>
              </a:ext>
            </a:extLst>
          </p:cNvPr>
          <p:cNvSpPr txBox="1"/>
          <p:nvPr/>
        </p:nvSpPr>
        <p:spPr>
          <a:xfrm>
            <a:off x="11820143" y="2314043"/>
            <a:ext cx="4916493" cy="10809434"/>
          </a:xfrm>
          <a:prstGeom prst="rect">
            <a:avLst/>
          </a:prstGeom>
          <a:solidFill>
            <a:schemeClr val="accent5">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defPPr>
              <a:defRPr lang="es-ES"/>
            </a:defPPr>
            <a:lvl1pPr>
              <a:defRPr>
                <a:solidFill>
                  <a:schemeClr val="dk1"/>
                </a:solidFill>
                <a:latin typeface="Calibri"/>
                <a:ea typeface="Calibri"/>
                <a:cs typeface="Calibri"/>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ES" sz="3600" dirty="0">
                <a:solidFill>
                  <a:schemeClr val="bg1">
                    <a:lumMod val="50000"/>
                  </a:schemeClr>
                </a:solidFill>
                <a:sym typeface="Calibri"/>
              </a:rPr>
              <a:t>Los </a:t>
            </a:r>
            <a:r>
              <a:rPr lang="es-ES" sz="3600" dirty="0" err="1">
                <a:solidFill>
                  <a:schemeClr val="bg1">
                    <a:lumMod val="50000"/>
                  </a:schemeClr>
                </a:solidFill>
                <a:sym typeface="Calibri"/>
              </a:rPr>
              <a:t>stealers</a:t>
            </a:r>
            <a:r>
              <a:rPr lang="es-ES" sz="3600" dirty="0">
                <a:solidFill>
                  <a:schemeClr val="bg1">
                    <a:lumMod val="50000"/>
                  </a:schemeClr>
                </a:solidFill>
                <a:sym typeface="Calibri"/>
              </a:rPr>
              <a:t> roban la información privada que se  encuentra guardada en el equipo. Al ejecutarse comprueban los programas instalados en el  equipo y si tienen contraseñas o credenciales almacenadas, por ejemplo en los navegadores web  y se la envían al atacante</a:t>
            </a:r>
          </a:p>
        </p:txBody>
      </p:sp>
      <p:sp>
        <p:nvSpPr>
          <p:cNvPr id="22" name="CuadroTexto 21">
            <a:extLst>
              <a:ext uri="{FF2B5EF4-FFF2-40B4-BE49-F238E27FC236}">
                <a16:creationId xmlns:a16="http://schemas.microsoft.com/office/drawing/2014/main" id="{263A7A8F-7C93-4AFF-B006-CFD25A404E46}"/>
              </a:ext>
            </a:extLst>
          </p:cNvPr>
          <p:cNvSpPr txBox="1"/>
          <p:nvPr/>
        </p:nvSpPr>
        <p:spPr>
          <a:xfrm>
            <a:off x="16736637" y="2512553"/>
            <a:ext cx="6675118" cy="7485447"/>
          </a:xfrm>
          <a:prstGeom prst="rect">
            <a:avLst/>
          </a:prstGeom>
          <a:solidFill>
            <a:schemeClr val="accent2">
              <a:lumMod val="40000"/>
              <a:lumOff val="6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defPPr>
              <a:defRPr lang="es-ES"/>
            </a:defPPr>
            <a:lvl1pPr>
              <a:defRPr>
                <a:solidFill>
                  <a:schemeClr val="dk1"/>
                </a:solidFill>
                <a:latin typeface="Calibri"/>
                <a:ea typeface="Calibri"/>
                <a:cs typeface="Calibri"/>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ES" sz="3600" dirty="0">
                <a:solidFill>
                  <a:schemeClr val="bg1">
                    <a:lumMod val="50000"/>
                  </a:schemeClr>
                </a:solidFill>
                <a:sym typeface="Calibri"/>
              </a:rPr>
              <a:t>Conocido como malware "secuestrador" Se trata de malware que hace inaccesibles archivos de utilidad para el usuario, se habla de </a:t>
            </a:r>
            <a:r>
              <a:rPr lang="es-ES" sz="3600" dirty="0" err="1">
                <a:solidFill>
                  <a:schemeClr val="bg1">
                    <a:lumMod val="50000"/>
                  </a:schemeClr>
                </a:solidFill>
                <a:sym typeface="Calibri"/>
              </a:rPr>
              <a:t>ransomware</a:t>
            </a:r>
            <a:r>
              <a:rPr lang="es-ES" sz="3600" dirty="0">
                <a:solidFill>
                  <a:schemeClr val="bg1">
                    <a:lumMod val="50000"/>
                  </a:schemeClr>
                </a:solidFill>
                <a:sym typeface="Calibri"/>
              </a:rPr>
              <a:t> criptográfico cuando para ello se cifran estos archivos. Se pide un rescate para poder liberar/desencriptar los archivos, </a:t>
            </a:r>
          </a:p>
        </p:txBody>
      </p:sp>
      <p:sp>
        <p:nvSpPr>
          <p:cNvPr id="7" name="AutoShape 2" descr="SVG &amp;gt; muerte advertencia símbolo firmar - Imagen e icono gratis de SVG. |  SVG Silh">
            <a:extLst>
              <a:ext uri="{FF2B5EF4-FFF2-40B4-BE49-F238E27FC236}">
                <a16:creationId xmlns:a16="http://schemas.microsoft.com/office/drawing/2014/main" id="{AF4A1A00-CBDF-44F3-8D08-C22490B93BDF}"/>
              </a:ext>
            </a:extLst>
          </p:cNvPr>
          <p:cNvSpPr>
            <a:spLocks noChangeAspect="1" noChangeArrowheads="1"/>
          </p:cNvSpPr>
          <p:nvPr/>
        </p:nvSpPr>
        <p:spPr bwMode="auto">
          <a:xfrm>
            <a:off x="11887200" y="6553200"/>
            <a:ext cx="609600" cy="609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82880" tIns="91440" rIns="182880" bIns="91440" numCol="1" anchor="t" anchorCtr="0" compatLnSpc="1">
            <a:prstTxWarp prst="textNoShape">
              <a:avLst/>
            </a:prstTxWarp>
          </a:bodyPr>
          <a:lstStyle/>
          <a:p>
            <a:endParaRPr lang="es-ES" sz="3600"/>
          </a:p>
        </p:txBody>
      </p:sp>
      <p:pic>
        <p:nvPicPr>
          <p:cNvPr id="11" name="Imagen 10">
            <a:extLst>
              <a:ext uri="{FF2B5EF4-FFF2-40B4-BE49-F238E27FC236}">
                <a16:creationId xmlns:a16="http://schemas.microsoft.com/office/drawing/2014/main" id="{76EBA32C-8604-4BD5-B796-322EEC6EA1A8}"/>
              </a:ext>
            </a:extLst>
          </p:cNvPr>
          <p:cNvPicPr>
            <a:picLocks noChangeAspect="1"/>
          </p:cNvPicPr>
          <p:nvPr/>
        </p:nvPicPr>
        <p:blipFill>
          <a:blip r:embed="rId4"/>
          <a:stretch>
            <a:fillRect/>
          </a:stretch>
        </p:blipFill>
        <p:spPr>
          <a:xfrm>
            <a:off x="21600276" y="2620765"/>
            <a:ext cx="1811479" cy="1745684"/>
          </a:xfrm>
          <a:prstGeom prst="rect">
            <a:avLst/>
          </a:prstGeom>
        </p:spPr>
      </p:pic>
      <p:pic>
        <p:nvPicPr>
          <p:cNvPr id="3" name="Imagen 2" descr="Una caricatura de una persona&#10;&#10;Descripción generada automáticamente con confianza media">
            <a:extLst>
              <a:ext uri="{FF2B5EF4-FFF2-40B4-BE49-F238E27FC236}">
                <a16:creationId xmlns:a16="http://schemas.microsoft.com/office/drawing/2014/main" id="{B8D8461B-7A48-7CEA-723E-445669C452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100" y="11687990"/>
            <a:ext cx="1757362" cy="1878839"/>
          </a:xfrm>
          <a:prstGeom prst="rect">
            <a:avLst/>
          </a:prstGeom>
        </p:spPr>
      </p:pic>
      <p:pic>
        <p:nvPicPr>
          <p:cNvPr id="5" name="Imagen 4" descr="Imagen que contiene Diagrama&#10;&#10;Descripción generada automáticamente">
            <a:extLst>
              <a:ext uri="{FF2B5EF4-FFF2-40B4-BE49-F238E27FC236}">
                <a16:creationId xmlns:a16="http://schemas.microsoft.com/office/drawing/2014/main" id="{FBAE9FE8-CF62-C1EE-42F3-10230A8BCA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88356" y="12288151"/>
            <a:ext cx="1961244" cy="1406175"/>
          </a:xfrm>
          <a:prstGeom prst="rect">
            <a:avLst/>
          </a:prstGeom>
        </p:spPr>
      </p:pic>
      <p:pic>
        <p:nvPicPr>
          <p:cNvPr id="13" name="Imagen 12" descr="Imagen que contiene dibujo&#10;&#10;Descripción generada automáticamente">
            <a:extLst>
              <a:ext uri="{FF2B5EF4-FFF2-40B4-BE49-F238E27FC236}">
                <a16:creationId xmlns:a16="http://schemas.microsoft.com/office/drawing/2014/main" id="{07251131-C800-583F-2102-B20B97452F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113079" y="8229600"/>
            <a:ext cx="1441785" cy="1441785"/>
          </a:xfrm>
          <a:prstGeom prst="rect">
            <a:avLst/>
          </a:prstGeom>
        </p:spPr>
      </p:pic>
      <p:pic>
        <p:nvPicPr>
          <p:cNvPr id="15" name="Google Shape;135;p8" descr="Cómo protegerse de los virus, piratas informáticos y demás ataques? |  Tecnología - ComputerHoy.com">
            <a:extLst>
              <a:ext uri="{FF2B5EF4-FFF2-40B4-BE49-F238E27FC236}">
                <a16:creationId xmlns:a16="http://schemas.microsoft.com/office/drawing/2014/main" id="{12DBEE61-3967-3B8F-DF79-E3451F4B3284}"/>
              </a:ext>
            </a:extLst>
          </p:cNvPr>
          <p:cNvPicPr preferRelativeResize="0"/>
          <p:nvPr/>
        </p:nvPicPr>
        <p:blipFill rotWithShape="1">
          <a:blip r:embed="rId8">
            <a:alphaModFix/>
          </a:blip>
          <a:srcRect/>
          <a:stretch/>
        </p:blipFill>
        <p:spPr>
          <a:xfrm>
            <a:off x="22604730" y="43764"/>
            <a:ext cx="1811480" cy="602526"/>
          </a:xfrm>
          <a:prstGeom prst="rect">
            <a:avLst/>
          </a:prstGeom>
          <a:noFill/>
          <a:ln>
            <a:noFill/>
          </a:ln>
        </p:spPr>
      </p:pic>
    </p:spTree>
    <p:extLst>
      <p:ext uri="{BB962C8B-B14F-4D97-AF65-F5344CB8AC3E}">
        <p14:creationId xmlns:p14="http://schemas.microsoft.com/office/powerpoint/2010/main" val="284073136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6E235F8-9DCD-4928-9A67-B54FEDFE8DD1}"/>
              </a:ext>
            </a:extLst>
          </p:cNvPr>
          <p:cNvSpPr>
            <a:spLocks noGrp="1"/>
          </p:cNvSpPr>
          <p:nvPr>
            <p:ph type="title" idx="4294967295"/>
          </p:nvPr>
        </p:nvSpPr>
        <p:spPr>
          <a:xfrm>
            <a:off x="1280160" y="658368"/>
            <a:ext cx="13789152" cy="3566160"/>
          </a:xfrm>
        </p:spPr>
        <p:txBody>
          <a:bodyPr vert="horz" lIns="91440" tIns="45720" rIns="91440" bIns="45720" rtlCol="0" anchor="b">
            <a:normAutofit/>
          </a:bodyPr>
          <a:lstStyle/>
          <a:p>
            <a:pPr defTabSz="914400"/>
            <a:r>
              <a:rPr lang="en-US" sz="10000" dirty="0">
                <a:sym typeface="Calibri"/>
              </a:rPr>
              <a:t>Saber </a:t>
            </a:r>
            <a:r>
              <a:rPr lang="en-US" sz="10000" dirty="0" err="1">
                <a:sym typeface="Calibri"/>
              </a:rPr>
              <a:t>más</a:t>
            </a:r>
            <a:r>
              <a:rPr lang="en-US" sz="10000" dirty="0">
                <a:sym typeface="Calibri"/>
              </a:rPr>
              <a:t>: </a:t>
            </a:r>
            <a:r>
              <a:rPr lang="en-US" sz="10000" dirty="0" err="1">
                <a:sym typeface="Calibri"/>
              </a:rPr>
              <a:t>Ramsonware</a:t>
            </a:r>
            <a:r>
              <a:rPr lang="en-US" sz="10000" dirty="0">
                <a:sym typeface="Calibri"/>
              </a:rPr>
              <a:t>: </a:t>
            </a:r>
            <a:br>
              <a:rPr lang="en-US" sz="10000" dirty="0">
                <a:sym typeface="Calibri"/>
              </a:rPr>
            </a:br>
            <a:endParaRPr lang="en-US" sz="10000" dirty="0"/>
          </a:p>
        </p:txBody>
      </p:sp>
      <p:sp>
        <p:nvSpPr>
          <p:cNvPr id="205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7904" y="4791456"/>
            <a:ext cx="8487178" cy="36576"/>
          </a:xfrm>
          <a:custGeom>
            <a:avLst/>
            <a:gdLst>
              <a:gd name="connsiteX0" fmla="*/ 0 w 8487178"/>
              <a:gd name="connsiteY0" fmla="*/ 0 h 36576"/>
              <a:gd name="connsiteX1" fmla="*/ 737732 w 8487178"/>
              <a:gd name="connsiteY1" fmla="*/ 0 h 36576"/>
              <a:gd name="connsiteX2" fmla="*/ 1560335 w 8487178"/>
              <a:gd name="connsiteY2" fmla="*/ 0 h 36576"/>
              <a:gd name="connsiteX3" fmla="*/ 1958580 w 8487178"/>
              <a:gd name="connsiteY3" fmla="*/ 0 h 36576"/>
              <a:gd name="connsiteX4" fmla="*/ 2526568 w 8487178"/>
              <a:gd name="connsiteY4" fmla="*/ 0 h 36576"/>
              <a:gd name="connsiteX5" fmla="*/ 2924812 w 8487178"/>
              <a:gd name="connsiteY5" fmla="*/ 0 h 36576"/>
              <a:gd name="connsiteX6" fmla="*/ 3577672 w 8487178"/>
              <a:gd name="connsiteY6" fmla="*/ 0 h 36576"/>
              <a:gd name="connsiteX7" fmla="*/ 4145660 w 8487178"/>
              <a:gd name="connsiteY7" fmla="*/ 0 h 36576"/>
              <a:gd name="connsiteX8" fmla="*/ 4883392 w 8487178"/>
              <a:gd name="connsiteY8" fmla="*/ 0 h 36576"/>
              <a:gd name="connsiteX9" fmla="*/ 5705995 w 8487178"/>
              <a:gd name="connsiteY9" fmla="*/ 0 h 36576"/>
              <a:gd name="connsiteX10" fmla="*/ 6358855 w 8487178"/>
              <a:gd name="connsiteY10" fmla="*/ 0 h 36576"/>
              <a:gd name="connsiteX11" fmla="*/ 7181458 w 8487178"/>
              <a:gd name="connsiteY11" fmla="*/ 0 h 36576"/>
              <a:gd name="connsiteX12" fmla="*/ 7834318 w 8487178"/>
              <a:gd name="connsiteY12" fmla="*/ 0 h 36576"/>
              <a:gd name="connsiteX13" fmla="*/ 8487178 w 8487178"/>
              <a:gd name="connsiteY13" fmla="*/ 0 h 36576"/>
              <a:gd name="connsiteX14" fmla="*/ 8487178 w 8487178"/>
              <a:gd name="connsiteY14" fmla="*/ 36576 h 36576"/>
              <a:gd name="connsiteX15" fmla="*/ 7834318 w 8487178"/>
              <a:gd name="connsiteY15" fmla="*/ 36576 h 36576"/>
              <a:gd name="connsiteX16" fmla="*/ 7351202 w 8487178"/>
              <a:gd name="connsiteY16" fmla="*/ 36576 h 36576"/>
              <a:gd name="connsiteX17" fmla="*/ 6952957 w 8487178"/>
              <a:gd name="connsiteY17" fmla="*/ 36576 h 36576"/>
              <a:gd name="connsiteX18" fmla="*/ 6384969 w 8487178"/>
              <a:gd name="connsiteY18" fmla="*/ 36576 h 36576"/>
              <a:gd name="connsiteX19" fmla="*/ 5732109 w 8487178"/>
              <a:gd name="connsiteY19" fmla="*/ 36576 h 36576"/>
              <a:gd name="connsiteX20" fmla="*/ 5164121 w 8487178"/>
              <a:gd name="connsiteY20" fmla="*/ 36576 h 36576"/>
              <a:gd name="connsiteX21" fmla="*/ 4681005 w 8487178"/>
              <a:gd name="connsiteY21" fmla="*/ 36576 h 36576"/>
              <a:gd name="connsiteX22" fmla="*/ 3858402 w 8487178"/>
              <a:gd name="connsiteY22" fmla="*/ 36576 h 36576"/>
              <a:gd name="connsiteX23" fmla="*/ 3205542 w 8487178"/>
              <a:gd name="connsiteY23" fmla="*/ 36576 h 36576"/>
              <a:gd name="connsiteX24" fmla="*/ 2467810 w 8487178"/>
              <a:gd name="connsiteY24" fmla="*/ 36576 h 36576"/>
              <a:gd name="connsiteX25" fmla="*/ 2069566 w 8487178"/>
              <a:gd name="connsiteY25" fmla="*/ 36576 h 36576"/>
              <a:gd name="connsiteX26" fmla="*/ 1586449 w 8487178"/>
              <a:gd name="connsiteY26" fmla="*/ 36576 h 36576"/>
              <a:gd name="connsiteX27" fmla="*/ 933590 w 8487178"/>
              <a:gd name="connsiteY27" fmla="*/ 36576 h 36576"/>
              <a:gd name="connsiteX28" fmla="*/ 0 w 8487178"/>
              <a:gd name="connsiteY28" fmla="*/ 36576 h 36576"/>
              <a:gd name="connsiteX29" fmla="*/ 0 w 8487178"/>
              <a:gd name="connsiteY29"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87178" h="36576" fill="none" extrusionOk="0">
                <a:moveTo>
                  <a:pt x="0" y="0"/>
                </a:moveTo>
                <a:cubicBezTo>
                  <a:pt x="158648" y="-23080"/>
                  <a:pt x="414015" y="33691"/>
                  <a:pt x="737732" y="0"/>
                </a:cubicBezTo>
                <a:cubicBezTo>
                  <a:pt x="1061449" y="-33691"/>
                  <a:pt x="1348785" y="-6923"/>
                  <a:pt x="1560335" y="0"/>
                </a:cubicBezTo>
                <a:cubicBezTo>
                  <a:pt x="1771885" y="6923"/>
                  <a:pt x="1874673" y="6083"/>
                  <a:pt x="1958580" y="0"/>
                </a:cubicBezTo>
                <a:cubicBezTo>
                  <a:pt x="2042488" y="-6083"/>
                  <a:pt x="2411773" y="5497"/>
                  <a:pt x="2526568" y="0"/>
                </a:cubicBezTo>
                <a:cubicBezTo>
                  <a:pt x="2641363" y="-5497"/>
                  <a:pt x="2769955" y="14545"/>
                  <a:pt x="2924812" y="0"/>
                </a:cubicBezTo>
                <a:cubicBezTo>
                  <a:pt x="3079669" y="-14545"/>
                  <a:pt x="3398796" y="-305"/>
                  <a:pt x="3577672" y="0"/>
                </a:cubicBezTo>
                <a:cubicBezTo>
                  <a:pt x="3756548" y="305"/>
                  <a:pt x="4010524" y="-19439"/>
                  <a:pt x="4145660" y="0"/>
                </a:cubicBezTo>
                <a:cubicBezTo>
                  <a:pt x="4280796" y="19439"/>
                  <a:pt x="4519168" y="18856"/>
                  <a:pt x="4883392" y="0"/>
                </a:cubicBezTo>
                <a:cubicBezTo>
                  <a:pt x="5247616" y="-18856"/>
                  <a:pt x="5354959" y="-20344"/>
                  <a:pt x="5705995" y="0"/>
                </a:cubicBezTo>
                <a:cubicBezTo>
                  <a:pt x="6057031" y="20344"/>
                  <a:pt x="6165300" y="31467"/>
                  <a:pt x="6358855" y="0"/>
                </a:cubicBezTo>
                <a:cubicBezTo>
                  <a:pt x="6552410" y="-31467"/>
                  <a:pt x="6791945" y="-470"/>
                  <a:pt x="7181458" y="0"/>
                </a:cubicBezTo>
                <a:cubicBezTo>
                  <a:pt x="7570971" y="470"/>
                  <a:pt x="7589420" y="-27923"/>
                  <a:pt x="7834318" y="0"/>
                </a:cubicBezTo>
                <a:cubicBezTo>
                  <a:pt x="8079216" y="27923"/>
                  <a:pt x="8244660" y="-28188"/>
                  <a:pt x="8487178" y="0"/>
                </a:cubicBezTo>
                <a:cubicBezTo>
                  <a:pt x="8487756" y="9299"/>
                  <a:pt x="8487778" y="26774"/>
                  <a:pt x="8487178" y="36576"/>
                </a:cubicBezTo>
                <a:cubicBezTo>
                  <a:pt x="8193354" y="68129"/>
                  <a:pt x="8121938" y="60994"/>
                  <a:pt x="7834318" y="36576"/>
                </a:cubicBezTo>
                <a:cubicBezTo>
                  <a:pt x="7546698" y="12158"/>
                  <a:pt x="7507615" y="29628"/>
                  <a:pt x="7351202" y="36576"/>
                </a:cubicBezTo>
                <a:cubicBezTo>
                  <a:pt x="7194789" y="43524"/>
                  <a:pt x="7096566" y="31598"/>
                  <a:pt x="6952957" y="36576"/>
                </a:cubicBezTo>
                <a:cubicBezTo>
                  <a:pt x="6809349" y="41554"/>
                  <a:pt x="6510534" y="54733"/>
                  <a:pt x="6384969" y="36576"/>
                </a:cubicBezTo>
                <a:cubicBezTo>
                  <a:pt x="6259404" y="18419"/>
                  <a:pt x="5956387" y="64521"/>
                  <a:pt x="5732109" y="36576"/>
                </a:cubicBezTo>
                <a:cubicBezTo>
                  <a:pt x="5507831" y="8631"/>
                  <a:pt x="5425540" y="32239"/>
                  <a:pt x="5164121" y="36576"/>
                </a:cubicBezTo>
                <a:cubicBezTo>
                  <a:pt x="4902702" y="40913"/>
                  <a:pt x="4815733" y="45661"/>
                  <a:pt x="4681005" y="36576"/>
                </a:cubicBezTo>
                <a:cubicBezTo>
                  <a:pt x="4546277" y="27491"/>
                  <a:pt x="4111650" y="24454"/>
                  <a:pt x="3858402" y="36576"/>
                </a:cubicBezTo>
                <a:cubicBezTo>
                  <a:pt x="3605154" y="48698"/>
                  <a:pt x="3355682" y="45487"/>
                  <a:pt x="3205542" y="36576"/>
                </a:cubicBezTo>
                <a:cubicBezTo>
                  <a:pt x="3055402" y="27665"/>
                  <a:pt x="2716580" y="64954"/>
                  <a:pt x="2467810" y="36576"/>
                </a:cubicBezTo>
                <a:cubicBezTo>
                  <a:pt x="2219040" y="8198"/>
                  <a:pt x="2149690" y="30867"/>
                  <a:pt x="2069566" y="36576"/>
                </a:cubicBezTo>
                <a:cubicBezTo>
                  <a:pt x="1989442" y="42285"/>
                  <a:pt x="1703335" y="42806"/>
                  <a:pt x="1586449" y="36576"/>
                </a:cubicBezTo>
                <a:cubicBezTo>
                  <a:pt x="1469563" y="30346"/>
                  <a:pt x="1212036" y="34821"/>
                  <a:pt x="933590" y="36576"/>
                </a:cubicBezTo>
                <a:cubicBezTo>
                  <a:pt x="655144" y="38331"/>
                  <a:pt x="215255" y="74183"/>
                  <a:pt x="0" y="36576"/>
                </a:cubicBezTo>
                <a:cubicBezTo>
                  <a:pt x="-516" y="20544"/>
                  <a:pt x="1802" y="17140"/>
                  <a:pt x="0" y="0"/>
                </a:cubicBezTo>
                <a:close/>
              </a:path>
              <a:path w="8487178" h="36576" stroke="0" extrusionOk="0">
                <a:moveTo>
                  <a:pt x="0" y="0"/>
                </a:moveTo>
                <a:cubicBezTo>
                  <a:pt x="141875" y="16416"/>
                  <a:pt x="317987" y="-14018"/>
                  <a:pt x="483116" y="0"/>
                </a:cubicBezTo>
                <a:cubicBezTo>
                  <a:pt x="648245" y="14018"/>
                  <a:pt x="704570" y="5647"/>
                  <a:pt x="881361" y="0"/>
                </a:cubicBezTo>
                <a:cubicBezTo>
                  <a:pt x="1058153" y="-5647"/>
                  <a:pt x="1211393" y="2543"/>
                  <a:pt x="1364477" y="0"/>
                </a:cubicBezTo>
                <a:cubicBezTo>
                  <a:pt x="1517561" y="-2543"/>
                  <a:pt x="1713772" y="-6752"/>
                  <a:pt x="2017337" y="0"/>
                </a:cubicBezTo>
                <a:cubicBezTo>
                  <a:pt x="2320902" y="6752"/>
                  <a:pt x="2535852" y="27273"/>
                  <a:pt x="2755069" y="0"/>
                </a:cubicBezTo>
                <a:cubicBezTo>
                  <a:pt x="2974286" y="-27273"/>
                  <a:pt x="3322220" y="-6972"/>
                  <a:pt x="3577672" y="0"/>
                </a:cubicBezTo>
                <a:cubicBezTo>
                  <a:pt x="3833124" y="6972"/>
                  <a:pt x="4082700" y="-30587"/>
                  <a:pt x="4400275" y="0"/>
                </a:cubicBezTo>
                <a:cubicBezTo>
                  <a:pt x="4717850" y="30587"/>
                  <a:pt x="4848568" y="-17249"/>
                  <a:pt x="4968263" y="0"/>
                </a:cubicBezTo>
                <a:cubicBezTo>
                  <a:pt x="5087958" y="17249"/>
                  <a:pt x="5447087" y="18553"/>
                  <a:pt x="5705995" y="0"/>
                </a:cubicBezTo>
                <a:cubicBezTo>
                  <a:pt x="5964903" y="-18553"/>
                  <a:pt x="6211105" y="-17498"/>
                  <a:pt x="6358855" y="0"/>
                </a:cubicBezTo>
                <a:cubicBezTo>
                  <a:pt x="6506605" y="17498"/>
                  <a:pt x="6655586" y="-15953"/>
                  <a:pt x="6926843" y="0"/>
                </a:cubicBezTo>
                <a:cubicBezTo>
                  <a:pt x="7198100" y="15953"/>
                  <a:pt x="7439942" y="-28058"/>
                  <a:pt x="7664575" y="0"/>
                </a:cubicBezTo>
                <a:cubicBezTo>
                  <a:pt x="7889208" y="28058"/>
                  <a:pt x="8244819" y="-11603"/>
                  <a:pt x="8487178" y="0"/>
                </a:cubicBezTo>
                <a:cubicBezTo>
                  <a:pt x="8486954" y="11559"/>
                  <a:pt x="8486570" y="21146"/>
                  <a:pt x="8487178" y="36576"/>
                </a:cubicBezTo>
                <a:cubicBezTo>
                  <a:pt x="8363638" y="18444"/>
                  <a:pt x="8225194" y="49967"/>
                  <a:pt x="8004062" y="36576"/>
                </a:cubicBezTo>
                <a:cubicBezTo>
                  <a:pt x="7782930" y="23185"/>
                  <a:pt x="7442338" y="64256"/>
                  <a:pt x="7181458" y="36576"/>
                </a:cubicBezTo>
                <a:cubicBezTo>
                  <a:pt x="6920578" y="8896"/>
                  <a:pt x="6812793" y="31551"/>
                  <a:pt x="6698342" y="36576"/>
                </a:cubicBezTo>
                <a:cubicBezTo>
                  <a:pt x="6583891" y="41601"/>
                  <a:pt x="6260356" y="9334"/>
                  <a:pt x="5960610" y="36576"/>
                </a:cubicBezTo>
                <a:cubicBezTo>
                  <a:pt x="5660864" y="63818"/>
                  <a:pt x="5663756" y="35872"/>
                  <a:pt x="5562366" y="36576"/>
                </a:cubicBezTo>
                <a:cubicBezTo>
                  <a:pt x="5460976" y="37280"/>
                  <a:pt x="5069820" y="22312"/>
                  <a:pt x="4909506" y="36576"/>
                </a:cubicBezTo>
                <a:cubicBezTo>
                  <a:pt x="4749192" y="50840"/>
                  <a:pt x="4551078" y="46187"/>
                  <a:pt x="4426390" y="36576"/>
                </a:cubicBezTo>
                <a:cubicBezTo>
                  <a:pt x="4301702" y="26965"/>
                  <a:pt x="3916782" y="59932"/>
                  <a:pt x="3603786" y="36576"/>
                </a:cubicBezTo>
                <a:cubicBezTo>
                  <a:pt x="3290790" y="13220"/>
                  <a:pt x="3382822" y="52886"/>
                  <a:pt x="3205542" y="36576"/>
                </a:cubicBezTo>
                <a:cubicBezTo>
                  <a:pt x="3028262" y="20266"/>
                  <a:pt x="2723637" y="9596"/>
                  <a:pt x="2552682" y="36576"/>
                </a:cubicBezTo>
                <a:cubicBezTo>
                  <a:pt x="2381727" y="63556"/>
                  <a:pt x="2306903" y="19145"/>
                  <a:pt x="2154437" y="36576"/>
                </a:cubicBezTo>
                <a:cubicBezTo>
                  <a:pt x="2001972" y="54007"/>
                  <a:pt x="1880716" y="55934"/>
                  <a:pt x="1671321" y="36576"/>
                </a:cubicBezTo>
                <a:cubicBezTo>
                  <a:pt x="1461926" y="17218"/>
                  <a:pt x="1116754" y="69031"/>
                  <a:pt x="933590" y="36576"/>
                </a:cubicBezTo>
                <a:cubicBezTo>
                  <a:pt x="750426" y="4121"/>
                  <a:pt x="234904" y="7568"/>
                  <a:pt x="0" y="36576"/>
                </a:cubicBezTo>
                <a:cubicBezTo>
                  <a:pt x="-299" y="20797"/>
                  <a:pt x="-1602" y="1003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3AB3834-21B7-4BCA-9C5A-C7411FE82D4A}"/>
              </a:ext>
            </a:extLst>
          </p:cNvPr>
          <p:cNvSpPr>
            <a:spLocks noGrp="1"/>
          </p:cNvSpPr>
          <p:nvPr>
            <p:ph idx="4294967295"/>
          </p:nvPr>
        </p:nvSpPr>
        <p:spPr>
          <a:xfrm>
            <a:off x="1280160" y="5413248"/>
            <a:ext cx="13789152" cy="6967728"/>
          </a:xfrm>
        </p:spPr>
        <p:txBody>
          <a:bodyPr vert="horz" lIns="91440" tIns="45720" rIns="91440" bIns="45720" rtlCol="0">
            <a:normAutofit/>
          </a:bodyPr>
          <a:lstStyle/>
          <a:p>
            <a:pPr indent="-228600" defTabSz="914400"/>
            <a:r>
              <a:rPr lang="en-US" sz="4400" dirty="0"/>
              <a:t>Los </a:t>
            </a:r>
            <a:r>
              <a:rPr lang="en-US" sz="4400" dirty="0" err="1"/>
              <a:t>ataques</a:t>
            </a:r>
            <a:r>
              <a:rPr lang="en-US" sz="4400" dirty="0"/>
              <a:t> con </a:t>
            </a:r>
            <a:r>
              <a:rPr lang="en-US" sz="4400" dirty="0" err="1"/>
              <a:t>Ramsonware</a:t>
            </a:r>
            <a:r>
              <a:rPr lang="en-US" sz="4400" dirty="0"/>
              <a:t> se </a:t>
            </a:r>
            <a:r>
              <a:rPr lang="en-US" sz="4400" dirty="0" err="1"/>
              <a:t>están</a:t>
            </a:r>
            <a:r>
              <a:rPr lang="en-US" sz="4400" dirty="0"/>
              <a:t> </a:t>
            </a:r>
            <a:r>
              <a:rPr lang="en-US" sz="4400" dirty="0" err="1"/>
              <a:t>volviendo</a:t>
            </a:r>
            <a:r>
              <a:rPr lang="en-US" sz="4400" dirty="0"/>
              <a:t> </a:t>
            </a:r>
            <a:r>
              <a:rPr lang="en-US" sz="4400" dirty="0" err="1"/>
              <a:t>más</a:t>
            </a:r>
            <a:r>
              <a:rPr lang="en-US" sz="4400" dirty="0"/>
              <a:t> </a:t>
            </a:r>
            <a:r>
              <a:rPr lang="en-US" sz="4400" dirty="0" err="1"/>
              <a:t>agresivos</a:t>
            </a:r>
            <a:r>
              <a:rPr lang="en-US" sz="4400" dirty="0"/>
              <a:t>, no solo </a:t>
            </a:r>
            <a:r>
              <a:rPr lang="en-US" sz="4400" dirty="0" err="1"/>
              <a:t>encriptan</a:t>
            </a:r>
            <a:r>
              <a:rPr lang="en-US" sz="4400" dirty="0"/>
              <a:t> la </a:t>
            </a:r>
            <a:r>
              <a:rPr lang="en-US" sz="4400" dirty="0" err="1"/>
              <a:t>información</a:t>
            </a:r>
            <a:r>
              <a:rPr lang="en-US" sz="4400" dirty="0"/>
              <a:t> a </a:t>
            </a:r>
            <a:r>
              <a:rPr lang="en-US" sz="4400" dirty="0" err="1"/>
              <a:t>cambio</a:t>
            </a:r>
            <a:r>
              <a:rPr lang="en-US" sz="4400" dirty="0"/>
              <a:t> de un </a:t>
            </a:r>
            <a:r>
              <a:rPr lang="en-US" sz="4400" dirty="0" err="1"/>
              <a:t>rescate</a:t>
            </a:r>
            <a:r>
              <a:rPr lang="en-US" sz="4400" dirty="0"/>
              <a:t>, también </a:t>
            </a:r>
            <a:r>
              <a:rPr lang="en-US" sz="4400" dirty="0" err="1"/>
              <a:t>está</a:t>
            </a:r>
            <a:r>
              <a:rPr lang="en-US" sz="4400" dirty="0"/>
              <a:t> </a:t>
            </a:r>
            <a:r>
              <a:rPr lang="en-US" sz="4400" dirty="0" err="1"/>
              <a:t>robando</a:t>
            </a:r>
            <a:r>
              <a:rPr lang="en-US" sz="4400" dirty="0"/>
              <a:t> </a:t>
            </a:r>
            <a:r>
              <a:rPr lang="en-US" sz="4400" dirty="0" err="1"/>
              <a:t>información</a:t>
            </a:r>
            <a:r>
              <a:rPr lang="en-US" sz="4400" dirty="0"/>
              <a:t> </a:t>
            </a:r>
            <a:r>
              <a:rPr lang="en-US" sz="4400" dirty="0" err="1"/>
              <a:t>confidencial</a:t>
            </a:r>
            <a:r>
              <a:rPr lang="en-US" sz="4400" dirty="0"/>
              <a:t>, </a:t>
            </a:r>
            <a:r>
              <a:rPr lang="en-US" sz="4400" dirty="0" err="1"/>
              <a:t>incluso</a:t>
            </a:r>
            <a:r>
              <a:rPr lang="en-US" sz="4400" dirty="0"/>
              <a:t> con la </a:t>
            </a:r>
            <a:r>
              <a:rPr lang="en-US" sz="4400" dirty="0" err="1"/>
              <a:t>amenaza</a:t>
            </a:r>
            <a:r>
              <a:rPr lang="en-US" sz="4400" dirty="0"/>
              <a:t> de </a:t>
            </a:r>
            <a:r>
              <a:rPr lang="en-US" sz="4400" dirty="0" err="1"/>
              <a:t>publicarla</a:t>
            </a:r>
            <a:r>
              <a:rPr lang="en-US" sz="4400" dirty="0"/>
              <a:t> o bien de </a:t>
            </a:r>
            <a:r>
              <a:rPr lang="en-US" sz="4400" dirty="0" err="1"/>
              <a:t>venderla</a:t>
            </a:r>
            <a:r>
              <a:rPr lang="en-US" sz="4400" dirty="0"/>
              <a:t> al </a:t>
            </a:r>
            <a:r>
              <a:rPr lang="en-US" sz="4400" dirty="0" err="1"/>
              <a:t>mejor</a:t>
            </a:r>
            <a:r>
              <a:rPr lang="en-US" sz="4400" dirty="0"/>
              <a:t> </a:t>
            </a:r>
            <a:r>
              <a:rPr lang="en-US" sz="4400" dirty="0" err="1"/>
              <a:t>postor</a:t>
            </a:r>
            <a:r>
              <a:rPr lang="en-US" sz="4400" dirty="0"/>
              <a:t>.</a:t>
            </a:r>
          </a:p>
        </p:txBody>
      </p:sp>
      <p:pic>
        <p:nvPicPr>
          <p:cNvPr id="2050" name="Picture 2" descr="Ransomware, herramienta de la ciberextorsión | INCIBE-CERT">
            <a:extLst>
              <a:ext uri="{FF2B5EF4-FFF2-40B4-BE49-F238E27FC236}">
                <a16:creationId xmlns:a16="http://schemas.microsoft.com/office/drawing/2014/main" id="{D3835908-EAC6-4215-BCD3-5341DCE05D5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5727680" y="1268348"/>
            <a:ext cx="8028432" cy="5639974"/>
          </a:xfrm>
          <a:prstGeom prst="rect">
            <a:avLst/>
          </a:prstGeom>
          <a:noFill/>
          <a:extLst>
            <a:ext uri="{909E8E84-426E-40DD-AFC4-6F175D3DCCD1}">
              <a14:hiddenFill xmlns:a14="http://schemas.microsoft.com/office/drawing/2010/main">
                <a:solidFill>
                  <a:srgbClr val="FFFFFF"/>
                </a:solidFill>
              </a14:hiddenFill>
            </a:ext>
          </a:extLst>
        </p:spPr>
      </p:pic>
      <p:pic>
        <p:nvPicPr>
          <p:cNvPr id="5" name="Google Shape;135;p8" descr="Cómo protegerse de los virus, piratas informáticos y demás ataques? |  Tecnología - ComputerHoy.com">
            <a:extLst>
              <a:ext uri="{FF2B5EF4-FFF2-40B4-BE49-F238E27FC236}">
                <a16:creationId xmlns:a16="http://schemas.microsoft.com/office/drawing/2014/main" id="{22989642-417B-36F6-D3F2-21082B10B033}"/>
              </a:ext>
            </a:extLst>
          </p:cNvPr>
          <p:cNvPicPr preferRelativeResize="0"/>
          <p:nvPr/>
        </p:nvPicPr>
        <p:blipFill rotWithShape="1">
          <a:blip r:embed="rId3"/>
          <a:stretch/>
        </p:blipFill>
        <p:spPr>
          <a:xfrm>
            <a:off x="16453254" y="8158386"/>
            <a:ext cx="6540708" cy="4352544"/>
          </a:xfrm>
          <a:prstGeom prst="rect">
            <a:avLst/>
          </a:prstGeom>
          <a:noFill/>
        </p:spPr>
      </p:pic>
    </p:spTree>
    <p:extLst>
      <p:ext uri="{BB962C8B-B14F-4D97-AF65-F5344CB8AC3E}">
        <p14:creationId xmlns:p14="http://schemas.microsoft.com/office/powerpoint/2010/main" val="255469788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48"/>
        <p:cNvGrpSpPr/>
        <p:nvPr/>
      </p:nvGrpSpPr>
      <p:grpSpPr>
        <a:xfrm>
          <a:off x="0" y="0"/>
          <a:ext cx="0" cy="0"/>
          <a:chOff x="0" y="0"/>
          <a:chExt cx="0" cy="0"/>
        </a:xfrm>
      </p:grpSpPr>
      <p:sp useBgFill="1">
        <p:nvSpPr>
          <p:cNvPr id="454" name="Rectangle 453">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a:extLst>
              <a:ext uri="{FF2B5EF4-FFF2-40B4-BE49-F238E27FC236}">
                <a16:creationId xmlns:a16="http://schemas.microsoft.com/office/drawing/2014/main" id="{F6EDA0DF-7AC0-4013-82F0-52F1B78F8058}"/>
              </a:ext>
            </a:extLst>
          </p:cNvPr>
          <p:cNvSpPr txBox="1"/>
          <p:nvPr/>
        </p:nvSpPr>
        <p:spPr>
          <a:xfrm>
            <a:off x="1280160" y="658368"/>
            <a:ext cx="13789152" cy="356616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8400" b="1" dirty="0">
                <a:latin typeface="+mj-lt"/>
                <a:ea typeface="+mj-ea"/>
                <a:cs typeface="+mj-cs"/>
              </a:rPr>
              <a:t>EJEMPLO DE RANSOMWARE: LA PESADILLA DEL SIGLO XXI</a:t>
            </a:r>
          </a:p>
        </p:txBody>
      </p:sp>
      <p:sp>
        <p:nvSpPr>
          <p:cNvPr id="45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7904" y="4791456"/>
            <a:ext cx="8487178" cy="36576"/>
          </a:xfrm>
          <a:custGeom>
            <a:avLst/>
            <a:gdLst>
              <a:gd name="connsiteX0" fmla="*/ 0 w 8487178"/>
              <a:gd name="connsiteY0" fmla="*/ 0 h 36576"/>
              <a:gd name="connsiteX1" fmla="*/ 737732 w 8487178"/>
              <a:gd name="connsiteY1" fmla="*/ 0 h 36576"/>
              <a:gd name="connsiteX2" fmla="*/ 1560335 w 8487178"/>
              <a:gd name="connsiteY2" fmla="*/ 0 h 36576"/>
              <a:gd name="connsiteX3" fmla="*/ 1958580 w 8487178"/>
              <a:gd name="connsiteY3" fmla="*/ 0 h 36576"/>
              <a:gd name="connsiteX4" fmla="*/ 2526568 w 8487178"/>
              <a:gd name="connsiteY4" fmla="*/ 0 h 36576"/>
              <a:gd name="connsiteX5" fmla="*/ 2924812 w 8487178"/>
              <a:gd name="connsiteY5" fmla="*/ 0 h 36576"/>
              <a:gd name="connsiteX6" fmla="*/ 3577672 w 8487178"/>
              <a:gd name="connsiteY6" fmla="*/ 0 h 36576"/>
              <a:gd name="connsiteX7" fmla="*/ 4145660 w 8487178"/>
              <a:gd name="connsiteY7" fmla="*/ 0 h 36576"/>
              <a:gd name="connsiteX8" fmla="*/ 4883392 w 8487178"/>
              <a:gd name="connsiteY8" fmla="*/ 0 h 36576"/>
              <a:gd name="connsiteX9" fmla="*/ 5705995 w 8487178"/>
              <a:gd name="connsiteY9" fmla="*/ 0 h 36576"/>
              <a:gd name="connsiteX10" fmla="*/ 6358855 w 8487178"/>
              <a:gd name="connsiteY10" fmla="*/ 0 h 36576"/>
              <a:gd name="connsiteX11" fmla="*/ 7181458 w 8487178"/>
              <a:gd name="connsiteY11" fmla="*/ 0 h 36576"/>
              <a:gd name="connsiteX12" fmla="*/ 7834318 w 8487178"/>
              <a:gd name="connsiteY12" fmla="*/ 0 h 36576"/>
              <a:gd name="connsiteX13" fmla="*/ 8487178 w 8487178"/>
              <a:gd name="connsiteY13" fmla="*/ 0 h 36576"/>
              <a:gd name="connsiteX14" fmla="*/ 8487178 w 8487178"/>
              <a:gd name="connsiteY14" fmla="*/ 36576 h 36576"/>
              <a:gd name="connsiteX15" fmla="*/ 7834318 w 8487178"/>
              <a:gd name="connsiteY15" fmla="*/ 36576 h 36576"/>
              <a:gd name="connsiteX16" fmla="*/ 7351202 w 8487178"/>
              <a:gd name="connsiteY16" fmla="*/ 36576 h 36576"/>
              <a:gd name="connsiteX17" fmla="*/ 6952957 w 8487178"/>
              <a:gd name="connsiteY17" fmla="*/ 36576 h 36576"/>
              <a:gd name="connsiteX18" fmla="*/ 6384969 w 8487178"/>
              <a:gd name="connsiteY18" fmla="*/ 36576 h 36576"/>
              <a:gd name="connsiteX19" fmla="*/ 5732109 w 8487178"/>
              <a:gd name="connsiteY19" fmla="*/ 36576 h 36576"/>
              <a:gd name="connsiteX20" fmla="*/ 5164121 w 8487178"/>
              <a:gd name="connsiteY20" fmla="*/ 36576 h 36576"/>
              <a:gd name="connsiteX21" fmla="*/ 4681005 w 8487178"/>
              <a:gd name="connsiteY21" fmla="*/ 36576 h 36576"/>
              <a:gd name="connsiteX22" fmla="*/ 3858402 w 8487178"/>
              <a:gd name="connsiteY22" fmla="*/ 36576 h 36576"/>
              <a:gd name="connsiteX23" fmla="*/ 3205542 w 8487178"/>
              <a:gd name="connsiteY23" fmla="*/ 36576 h 36576"/>
              <a:gd name="connsiteX24" fmla="*/ 2467810 w 8487178"/>
              <a:gd name="connsiteY24" fmla="*/ 36576 h 36576"/>
              <a:gd name="connsiteX25" fmla="*/ 2069566 w 8487178"/>
              <a:gd name="connsiteY25" fmla="*/ 36576 h 36576"/>
              <a:gd name="connsiteX26" fmla="*/ 1586449 w 8487178"/>
              <a:gd name="connsiteY26" fmla="*/ 36576 h 36576"/>
              <a:gd name="connsiteX27" fmla="*/ 933590 w 8487178"/>
              <a:gd name="connsiteY27" fmla="*/ 36576 h 36576"/>
              <a:gd name="connsiteX28" fmla="*/ 0 w 8487178"/>
              <a:gd name="connsiteY28" fmla="*/ 36576 h 36576"/>
              <a:gd name="connsiteX29" fmla="*/ 0 w 8487178"/>
              <a:gd name="connsiteY29"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87178" h="36576" fill="none" extrusionOk="0">
                <a:moveTo>
                  <a:pt x="0" y="0"/>
                </a:moveTo>
                <a:cubicBezTo>
                  <a:pt x="158648" y="-23080"/>
                  <a:pt x="414015" y="33691"/>
                  <a:pt x="737732" y="0"/>
                </a:cubicBezTo>
                <a:cubicBezTo>
                  <a:pt x="1061449" y="-33691"/>
                  <a:pt x="1348785" y="-6923"/>
                  <a:pt x="1560335" y="0"/>
                </a:cubicBezTo>
                <a:cubicBezTo>
                  <a:pt x="1771885" y="6923"/>
                  <a:pt x="1874673" y="6083"/>
                  <a:pt x="1958580" y="0"/>
                </a:cubicBezTo>
                <a:cubicBezTo>
                  <a:pt x="2042488" y="-6083"/>
                  <a:pt x="2411773" y="5497"/>
                  <a:pt x="2526568" y="0"/>
                </a:cubicBezTo>
                <a:cubicBezTo>
                  <a:pt x="2641363" y="-5497"/>
                  <a:pt x="2769955" y="14545"/>
                  <a:pt x="2924812" y="0"/>
                </a:cubicBezTo>
                <a:cubicBezTo>
                  <a:pt x="3079669" y="-14545"/>
                  <a:pt x="3398796" y="-305"/>
                  <a:pt x="3577672" y="0"/>
                </a:cubicBezTo>
                <a:cubicBezTo>
                  <a:pt x="3756548" y="305"/>
                  <a:pt x="4010524" y="-19439"/>
                  <a:pt x="4145660" y="0"/>
                </a:cubicBezTo>
                <a:cubicBezTo>
                  <a:pt x="4280796" y="19439"/>
                  <a:pt x="4519168" y="18856"/>
                  <a:pt x="4883392" y="0"/>
                </a:cubicBezTo>
                <a:cubicBezTo>
                  <a:pt x="5247616" y="-18856"/>
                  <a:pt x="5354959" y="-20344"/>
                  <a:pt x="5705995" y="0"/>
                </a:cubicBezTo>
                <a:cubicBezTo>
                  <a:pt x="6057031" y="20344"/>
                  <a:pt x="6165300" y="31467"/>
                  <a:pt x="6358855" y="0"/>
                </a:cubicBezTo>
                <a:cubicBezTo>
                  <a:pt x="6552410" y="-31467"/>
                  <a:pt x="6791945" y="-470"/>
                  <a:pt x="7181458" y="0"/>
                </a:cubicBezTo>
                <a:cubicBezTo>
                  <a:pt x="7570971" y="470"/>
                  <a:pt x="7589420" y="-27923"/>
                  <a:pt x="7834318" y="0"/>
                </a:cubicBezTo>
                <a:cubicBezTo>
                  <a:pt x="8079216" y="27923"/>
                  <a:pt x="8244660" y="-28188"/>
                  <a:pt x="8487178" y="0"/>
                </a:cubicBezTo>
                <a:cubicBezTo>
                  <a:pt x="8487756" y="9299"/>
                  <a:pt x="8487778" y="26774"/>
                  <a:pt x="8487178" y="36576"/>
                </a:cubicBezTo>
                <a:cubicBezTo>
                  <a:pt x="8193354" y="68129"/>
                  <a:pt x="8121938" y="60994"/>
                  <a:pt x="7834318" y="36576"/>
                </a:cubicBezTo>
                <a:cubicBezTo>
                  <a:pt x="7546698" y="12158"/>
                  <a:pt x="7507615" y="29628"/>
                  <a:pt x="7351202" y="36576"/>
                </a:cubicBezTo>
                <a:cubicBezTo>
                  <a:pt x="7194789" y="43524"/>
                  <a:pt x="7096566" y="31598"/>
                  <a:pt x="6952957" y="36576"/>
                </a:cubicBezTo>
                <a:cubicBezTo>
                  <a:pt x="6809349" y="41554"/>
                  <a:pt x="6510534" y="54733"/>
                  <a:pt x="6384969" y="36576"/>
                </a:cubicBezTo>
                <a:cubicBezTo>
                  <a:pt x="6259404" y="18419"/>
                  <a:pt x="5956387" y="64521"/>
                  <a:pt x="5732109" y="36576"/>
                </a:cubicBezTo>
                <a:cubicBezTo>
                  <a:pt x="5507831" y="8631"/>
                  <a:pt x="5425540" y="32239"/>
                  <a:pt x="5164121" y="36576"/>
                </a:cubicBezTo>
                <a:cubicBezTo>
                  <a:pt x="4902702" y="40913"/>
                  <a:pt x="4815733" y="45661"/>
                  <a:pt x="4681005" y="36576"/>
                </a:cubicBezTo>
                <a:cubicBezTo>
                  <a:pt x="4546277" y="27491"/>
                  <a:pt x="4111650" y="24454"/>
                  <a:pt x="3858402" y="36576"/>
                </a:cubicBezTo>
                <a:cubicBezTo>
                  <a:pt x="3605154" y="48698"/>
                  <a:pt x="3355682" y="45487"/>
                  <a:pt x="3205542" y="36576"/>
                </a:cubicBezTo>
                <a:cubicBezTo>
                  <a:pt x="3055402" y="27665"/>
                  <a:pt x="2716580" y="64954"/>
                  <a:pt x="2467810" y="36576"/>
                </a:cubicBezTo>
                <a:cubicBezTo>
                  <a:pt x="2219040" y="8198"/>
                  <a:pt x="2149690" y="30867"/>
                  <a:pt x="2069566" y="36576"/>
                </a:cubicBezTo>
                <a:cubicBezTo>
                  <a:pt x="1989442" y="42285"/>
                  <a:pt x="1703335" y="42806"/>
                  <a:pt x="1586449" y="36576"/>
                </a:cubicBezTo>
                <a:cubicBezTo>
                  <a:pt x="1469563" y="30346"/>
                  <a:pt x="1212036" y="34821"/>
                  <a:pt x="933590" y="36576"/>
                </a:cubicBezTo>
                <a:cubicBezTo>
                  <a:pt x="655144" y="38331"/>
                  <a:pt x="215255" y="74183"/>
                  <a:pt x="0" y="36576"/>
                </a:cubicBezTo>
                <a:cubicBezTo>
                  <a:pt x="-516" y="20544"/>
                  <a:pt x="1802" y="17140"/>
                  <a:pt x="0" y="0"/>
                </a:cubicBezTo>
                <a:close/>
              </a:path>
              <a:path w="8487178" h="36576" stroke="0" extrusionOk="0">
                <a:moveTo>
                  <a:pt x="0" y="0"/>
                </a:moveTo>
                <a:cubicBezTo>
                  <a:pt x="141875" y="16416"/>
                  <a:pt x="317987" y="-14018"/>
                  <a:pt x="483116" y="0"/>
                </a:cubicBezTo>
                <a:cubicBezTo>
                  <a:pt x="648245" y="14018"/>
                  <a:pt x="704570" y="5647"/>
                  <a:pt x="881361" y="0"/>
                </a:cubicBezTo>
                <a:cubicBezTo>
                  <a:pt x="1058153" y="-5647"/>
                  <a:pt x="1211393" y="2543"/>
                  <a:pt x="1364477" y="0"/>
                </a:cubicBezTo>
                <a:cubicBezTo>
                  <a:pt x="1517561" y="-2543"/>
                  <a:pt x="1713772" y="-6752"/>
                  <a:pt x="2017337" y="0"/>
                </a:cubicBezTo>
                <a:cubicBezTo>
                  <a:pt x="2320902" y="6752"/>
                  <a:pt x="2535852" y="27273"/>
                  <a:pt x="2755069" y="0"/>
                </a:cubicBezTo>
                <a:cubicBezTo>
                  <a:pt x="2974286" y="-27273"/>
                  <a:pt x="3322220" y="-6972"/>
                  <a:pt x="3577672" y="0"/>
                </a:cubicBezTo>
                <a:cubicBezTo>
                  <a:pt x="3833124" y="6972"/>
                  <a:pt x="4082700" y="-30587"/>
                  <a:pt x="4400275" y="0"/>
                </a:cubicBezTo>
                <a:cubicBezTo>
                  <a:pt x="4717850" y="30587"/>
                  <a:pt x="4848568" y="-17249"/>
                  <a:pt x="4968263" y="0"/>
                </a:cubicBezTo>
                <a:cubicBezTo>
                  <a:pt x="5087958" y="17249"/>
                  <a:pt x="5447087" y="18553"/>
                  <a:pt x="5705995" y="0"/>
                </a:cubicBezTo>
                <a:cubicBezTo>
                  <a:pt x="5964903" y="-18553"/>
                  <a:pt x="6211105" y="-17498"/>
                  <a:pt x="6358855" y="0"/>
                </a:cubicBezTo>
                <a:cubicBezTo>
                  <a:pt x="6506605" y="17498"/>
                  <a:pt x="6655586" y="-15953"/>
                  <a:pt x="6926843" y="0"/>
                </a:cubicBezTo>
                <a:cubicBezTo>
                  <a:pt x="7198100" y="15953"/>
                  <a:pt x="7439942" y="-28058"/>
                  <a:pt x="7664575" y="0"/>
                </a:cubicBezTo>
                <a:cubicBezTo>
                  <a:pt x="7889208" y="28058"/>
                  <a:pt x="8244819" y="-11603"/>
                  <a:pt x="8487178" y="0"/>
                </a:cubicBezTo>
                <a:cubicBezTo>
                  <a:pt x="8486954" y="11559"/>
                  <a:pt x="8486570" y="21146"/>
                  <a:pt x="8487178" y="36576"/>
                </a:cubicBezTo>
                <a:cubicBezTo>
                  <a:pt x="8363638" y="18444"/>
                  <a:pt x="8225194" y="49967"/>
                  <a:pt x="8004062" y="36576"/>
                </a:cubicBezTo>
                <a:cubicBezTo>
                  <a:pt x="7782930" y="23185"/>
                  <a:pt x="7442338" y="64256"/>
                  <a:pt x="7181458" y="36576"/>
                </a:cubicBezTo>
                <a:cubicBezTo>
                  <a:pt x="6920578" y="8896"/>
                  <a:pt x="6812793" y="31551"/>
                  <a:pt x="6698342" y="36576"/>
                </a:cubicBezTo>
                <a:cubicBezTo>
                  <a:pt x="6583891" y="41601"/>
                  <a:pt x="6260356" y="9334"/>
                  <a:pt x="5960610" y="36576"/>
                </a:cubicBezTo>
                <a:cubicBezTo>
                  <a:pt x="5660864" y="63818"/>
                  <a:pt x="5663756" y="35872"/>
                  <a:pt x="5562366" y="36576"/>
                </a:cubicBezTo>
                <a:cubicBezTo>
                  <a:pt x="5460976" y="37280"/>
                  <a:pt x="5069820" y="22312"/>
                  <a:pt x="4909506" y="36576"/>
                </a:cubicBezTo>
                <a:cubicBezTo>
                  <a:pt x="4749192" y="50840"/>
                  <a:pt x="4551078" y="46187"/>
                  <a:pt x="4426390" y="36576"/>
                </a:cubicBezTo>
                <a:cubicBezTo>
                  <a:pt x="4301702" y="26965"/>
                  <a:pt x="3916782" y="59932"/>
                  <a:pt x="3603786" y="36576"/>
                </a:cubicBezTo>
                <a:cubicBezTo>
                  <a:pt x="3290790" y="13220"/>
                  <a:pt x="3382822" y="52886"/>
                  <a:pt x="3205542" y="36576"/>
                </a:cubicBezTo>
                <a:cubicBezTo>
                  <a:pt x="3028262" y="20266"/>
                  <a:pt x="2723637" y="9596"/>
                  <a:pt x="2552682" y="36576"/>
                </a:cubicBezTo>
                <a:cubicBezTo>
                  <a:pt x="2381727" y="63556"/>
                  <a:pt x="2306903" y="19145"/>
                  <a:pt x="2154437" y="36576"/>
                </a:cubicBezTo>
                <a:cubicBezTo>
                  <a:pt x="2001972" y="54007"/>
                  <a:pt x="1880716" y="55934"/>
                  <a:pt x="1671321" y="36576"/>
                </a:cubicBezTo>
                <a:cubicBezTo>
                  <a:pt x="1461926" y="17218"/>
                  <a:pt x="1116754" y="69031"/>
                  <a:pt x="933590" y="36576"/>
                </a:cubicBezTo>
                <a:cubicBezTo>
                  <a:pt x="750426" y="4121"/>
                  <a:pt x="234904" y="7568"/>
                  <a:pt x="0" y="36576"/>
                </a:cubicBezTo>
                <a:cubicBezTo>
                  <a:pt x="-299" y="20797"/>
                  <a:pt x="-1602" y="1003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uadroTexto 2">
            <a:extLst>
              <a:ext uri="{FF2B5EF4-FFF2-40B4-BE49-F238E27FC236}">
                <a16:creationId xmlns:a16="http://schemas.microsoft.com/office/drawing/2014/main" id="{9657432A-F1DD-D69C-D8A4-0F9FDDEA8529}"/>
              </a:ext>
            </a:extLst>
          </p:cNvPr>
          <p:cNvSpPr txBox="1"/>
          <p:nvPr/>
        </p:nvSpPr>
        <p:spPr>
          <a:xfrm>
            <a:off x="1280160" y="5413248"/>
            <a:ext cx="13789152" cy="696772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lIns="91440" tIns="45720" rIns="91440" bIns="45720" numCol="1" spcCol="38100" rtlCol="0">
            <a:normAutofit/>
          </a:bodyPr>
          <a:lstStyle/>
          <a:p>
            <a:pPr marL="0" marR="0" indent="-228600" fontAlgn="auto">
              <a:lnSpc>
                <a:spcPct val="90000"/>
              </a:lnSpc>
              <a:spcBef>
                <a:spcPts val="0"/>
              </a:spcBef>
              <a:spcAft>
                <a:spcPts val="600"/>
              </a:spcAft>
              <a:buClrTx/>
              <a:buSzTx/>
              <a:buFont typeface="Arial" panose="020B0604020202020204" pitchFamily="34" charset="0"/>
              <a:buChar char="•"/>
              <a:tabLst/>
            </a:pPr>
            <a:r>
              <a:rPr kumimoji="0" lang="en-US" sz="3100" b="0" i="0" u="none" strike="noStrike" cap="none" spc="0" normalizeH="0" baseline="0">
                <a:ln>
                  <a:noFill/>
                </a:ln>
                <a:effectLst/>
                <a:uFillTx/>
                <a:sym typeface="Lato Regular"/>
              </a:rPr>
              <a:t>1º Pagar no es la solución, ya que ocurre con frecuencia que el atacante no da </a:t>
            </a:r>
          </a:p>
          <a:p>
            <a:pPr marL="0" marR="0" indent="-228600" fontAlgn="auto">
              <a:lnSpc>
                <a:spcPct val="90000"/>
              </a:lnSpc>
              <a:spcBef>
                <a:spcPts val="0"/>
              </a:spcBef>
              <a:spcAft>
                <a:spcPts val="600"/>
              </a:spcAft>
              <a:buClrTx/>
              <a:buSzTx/>
              <a:buFont typeface="Arial" panose="020B0604020202020204" pitchFamily="34" charset="0"/>
              <a:buChar char="•"/>
              <a:tabLst/>
            </a:pPr>
            <a:r>
              <a:rPr lang="en-US" sz="3100"/>
              <a:t>La clave de desincriptación.</a:t>
            </a:r>
          </a:p>
          <a:p>
            <a:pPr marL="0" marR="0" indent="-228600" fontAlgn="auto">
              <a:lnSpc>
                <a:spcPct val="90000"/>
              </a:lnSpc>
              <a:spcBef>
                <a:spcPts val="0"/>
              </a:spcBef>
              <a:spcAft>
                <a:spcPts val="600"/>
              </a:spcAft>
              <a:buClrTx/>
              <a:buSzTx/>
              <a:buFont typeface="Arial" panose="020B0604020202020204" pitchFamily="34" charset="0"/>
              <a:buChar char="•"/>
              <a:tabLst/>
            </a:pPr>
            <a:r>
              <a:rPr kumimoji="0" lang="en-US" sz="3100" b="0" i="0" u="none" strike="noStrike" cap="none" spc="0" normalizeH="0" baseline="0">
                <a:ln>
                  <a:noFill/>
                </a:ln>
                <a:effectLst/>
                <a:uFillTx/>
                <a:sym typeface="Lato Regular"/>
              </a:rPr>
              <a:t>2º Incluso aunque te dieran la clave, lo habitual es que sigan teniendo el control</a:t>
            </a:r>
          </a:p>
          <a:p>
            <a:pPr marL="0" marR="0" indent="-228600" fontAlgn="auto">
              <a:lnSpc>
                <a:spcPct val="90000"/>
              </a:lnSpc>
              <a:spcBef>
                <a:spcPts val="0"/>
              </a:spcBef>
              <a:spcAft>
                <a:spcPts val="600"/>
              </a:spcAft>
              <a:buClrTx/>
              <a:buSzTx/>
              <a:buFont typeface="Arial" panose="020B0604020202020204" pitchFamily="34" charset="0"/>
              <a:buChar char="•"/>
              <a:tabLst/>
            </a:pPr>
            <a:r>
              <a:rPr lang="en-US" sz="3100"/>
              <a:t>Del sistema y en cualquier otro momento te vuelvan a extorsionar, o peor aún vendan </a:t>
            </a:r>
          </a:p>
          <a:p>
            <a:pPr marL="0" marR="0" indent="-228600" fontAlgn="auto">
              <a:lnSpc>
                <a:spcPct val="90000"/>
              </a:lnSpc>
              <a:spcBef>
                <a:spcPts val="0"/>
              </a:spcBef>
              <a:spcAft>
                <a:spcPts val="600"/>
              </a:spcAft>
              <a:buClrTx/>
              <a:buSzTx/>
              <a:buFont typeface="Arial" panose="020B0604020202020204" pitchFamily="34" charset="0"/>
              <a:buChar char="•"/>
              <a:tabLst/>
            </a:pPr>
            <a:r>
              <a:rPr kumimoji="0" lang="en-US" sz="3100" b="0" i="0" u="none" strike="noStrike" cap="none" spc="0" normalizeH="0" baseline="0">
                <a:ln>
                  <a:noFill/>
                </a:ln>
                <a:effectLst/>
                <a:uFillTx/>
                <a:sym typeface="Lato Regular"/>
              </a:rPr>
              <a:t>El acceso a tu sistema a otros ciberdelincuentes o mafias y recibas ataques varias vec</a:t>
            </a:r>
            <a:r>
              <a:rPr lang="en-US" sz="3100"/>
              <a:t>es</a:t>
            </a:r>
          </a:p>
          <a:p>
            <a:pPr marL="0" marR="0" indent="-228600" fontAlgn="auto">
              <a:lnSpc>
                <a:spcPct val="90000"/>
              </a:lnSpc>
              <a:spcBef>
                <a:spcPts val="0"/>
              </a:spcBef>
              <a:spcAft>
                <a:spcPts val="600"/>
              </a:spcAft>
              <a:buClrTx/>
              <a:buSzTx/>
              <a:buFont typeface="Arial" panose="020B0604020202020204" pitchFamily="34" charset="0"/>
              <a:buChar char="•"/>
              <a:tabLst/>
            </a:pPr>
            <a:r>
              <a:rPr kumimoji="0" lang="en-US" sz="3100" b="0" i="0" u="none" strike="noStrike" cap="none" spc="0" normalizeH="0" baseline="0">
                <a:ln>
                  <a:noFill/>
                </a:ln>
                <a:effectLst/>
                <a:uFillTx/>
                <a:sym typeface="Lato Regular"/>
              </a:rPr>
              <a:t>A lo largo de un año.</a:t>
            </a:r>
          </a:p>
          <a:p>
            <a:pPr marL="0" marR="0" indent="-228600" fontAlgn="auto">
              <a:lnSpc>
                <a:spcPct val="90000"/>
              </a:lnSpc>
              <a:spcBef>
                <a:spcPts val="0"/>
              </a:spcBef>
              <a:spcAft>
                <a:spcPts val="600"/>
              </a:spcAft>
              <a:buClrTx/>
              <a:buSzTx/>
              <a:buFont typeface="Arial" panose="020B0604020202020204" pitchFamily="34" charset="0"/>
              <a:buChar char="•"/>
              <a:tabLst/>
            </a:pPr>
            <a:r>
              <a:rPr lang="en-US" sz="3100"/>
              <a:t>3º Hay seguros que cubren incluso la extorsión, lo que ha hecho es aumentar</a:t>
            </a:r>
          </a:p>
          <a:p>
            <a:pPr marL="0" marR="0" indent="-228600" fontAlgn="auto">
              <a:lnSpc>
                <a:spcPct val="90000"/>
              </a:lnSpc>
              <a:spcBef>
                <a:spcPts val="0"/>
              </a:spcBef>
              <a:spcAft>
                <a:spcPts val="600"/>
              </a:spcAft>
              <a:buClrTx/>
              <a:buSzTx/>
              <a:buFont typeface="Arial" panose="020B0604020202020204" pitchFamily="34" charset="0"/>
              <a:buChar char="•"/>
              <a:tabLst/>
            </a:pPr>
            <a:r>
              <a:rPr kumimoji="0" lang="en-US" sz="3100" b="0" i="0" u="none" strike="noStrike" cap="none" spc="0" normalizeH="0" baseline="0">
                <a:ln>
                  <a:noFill/>
                </a:ln>
                <a:effectLst/>
                <a:uFillTx/>
                <a:sym typeface="Lato Regular"/>
              </a:rPr>
              <a:t>Este tipo de delitos.</a:t>
            </a:r>
          </a:p>
          <a:p>
            <a:pPr marL="0" marR="0" indent="-228600" fontAlgn="auto">
              <a:lnSpc>
                <a:spcPct val="90000"/>
              </a:lnSpc>
              <a:spcBef>
                <a:spcPts val="0"/>
              </a:spcBef>
              <a:spcAft>
                <a:spcPts val="600"/>
              </a:spcAft>
              <a:buClrTx/>
              <a:buSzTx/>
              <a:buFont typeface="Arial" panose="020B0604020202020204" pitchFamily="34" charset="0"/>
              <a:buChar char="•"/>
              <a:tabLst/>
            </a:pPr>
            <a:r>
              <a:rPr lang="en-US" sz="3100"/>
              <a:t>4º Se está dando el caso que la impunidad de estos ciberdelincuentes, les permite anunciarse e incluso poner un teléfono de atención al cliente en caso de no saber como realizar el pago.</a:t>
            </a:r>
            <a:endParaRPr kumimoji="0" lang="en-US" sz="3100" b="0" i="0" u="none" strike="noStrike" cap="none" spc="0" normalizeH="0" baseline="0">
              <a:ln>
                <a:noFill/>
              </a:ln>
              <a:effectLst/>
              <a:uFillTx/>
              <a:sym typeface="Lato Regular"/>
            </a:endParaRPr>
          </a:p>
        </p:txBody>
      </p:sp>
      <p:pic>
        <p:nvPicPr>
          <p:cNvPr id="449" name="Google Shape;449;p41" descr="Los 10 ransomware más peligrosos de los últimos años | noticias.ltda"/>
          <p:cNvPicPr preferRelativeResize="0"/>
          <p:nvPr/>
        </p:nvPicPr>
        <p:blipFill rotWithShape="1">
          <a:blip r:embed="rId3"/>
          <a:stretch/>
        </p:blipFill>
        <p:spPr>
          <a:xfrm>
            <a:off x="15727680" y="1050911"/>
            <a:ext cx="8028432" cy="6074847"/>
          </a:xfrm>
          <a:prstGeom prst="rect">
            <a:avLst/>
          </a:prstGeom>
          <a:noFill/>
        </p:spPr>
      </p:pic>
      <p:pic>
        <p:nvPicPr>
          <p:cNvPr id="4" name="Google Shape;135;p8" descr="Cómo protegerse de los virus, piratas informáticos y demás ataques? |  Tecnología - ComputerHoy.com">
            <a:extLst>
              <a:ext uri="{FF2B5EF4-FFF2-40B4-BE49-F238E27FC236}">
                <a16:creationId xmlns:a16="http://schemas.microsoft.com/office/drawing/2014/main" id="{AA490D8C-0124-FF24-6141-20058BF6E7BA}"/>
              </a:ext>
            </a:extLst>
          </p:cNvPr>
          <p:cNvPicPr preferRelativeResize="0"/>
          <p:nvPr/>
        </p:nvPicPr>
        <p:blipFill rotWithShape="1">
          <a:blip r:embed="rId4"/>
          <a:stretch/>
        </p:blipFill>
        <p:spPr>
          <a:xfrm>
            <a:off x="16453254" y="8158386"/>
            <a:ext cx="6540708" cy="4352544"/>
          </a:xfrm>
          <a:prstGeom prst="rect">
            <a:avLst/>
          </a:prstGeom>
          <a:noFill/>
        </p:spPr>
      </p:pic>
    </p:spTree>
    <p:extLst>
      <p:ext uri="{BB962C8B-B14F-4D97-AF65-F5344CB8AC3E}">
        <p14:creationId xmlns:p14="http://schemas.microsoft.com/office/powerpoint/2010/main" val="303225658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5DBB797-C1A3-D5C0-8897-99EDDDBEF68D}"/>
              </a:ext>
            </a:extLst>
          </p:cNvPr>
          <p:cNvSpPr>
            <a:spLocks noGrp="1"/>
          </p:cNvSpPr>
          <p:nvPr>
            <p:ph type="title" idx="4294967295"/>
          </p:nvPr>
        </p:nvSpPr>
        <p:spPr>
          <a:xfrm>
            <a:off x="1280160" y="658368"/>
            <a:ext cx="13789152" cy="3566160"/>
          </a:xfrm>
        </p:spPr>
        <p:txBody>
          <a:bodyPr vert="horz" lIns="91440" tIns="45720" rIns="91440" bIns="45720" rtlCol="0" anchor="b">
            <a:normAutofit/>
          </a:bodyPr>
          <a:lstStyle/>
          <a:p>
            <a:pPr defTabSz="914400"/>
            <a:r>
              <a:rPr lang="en-US" sz="10800" dirty="0"/>
              <a:t>Casos </a:t>
            </a:r>
            <a:r>
              <a:rPr lang="en-US" sz="10800" dirty="0" err="1"/>
              <a:t>famosos</a:t>
            </a:r>
            <a:r>
              <a:rPr lang="en-US" sz="10800" dirty="0"/>
              <a:t> de Ransomware</a:t>
            </a:r>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7904" y="4791456"/>
            <a:ext cx="8487178" cy="36576"/>
          </a:xfrm>
          <a:custGeom>
            <a:avLst/>
            <a:gdLst>
              <a:gd name="connsiteX0" fmla="*/ 0 w 8487178"/>
              <a:gd name="connsiteY0" fmla="*/ 0 h 36576"/>
              <a:gd name="connsiteX1" fmla="*/ 737732 w 8487178"/>
              <a:gd name="connsiteY1" fmla="*/ 0 h 36576"/>
              <a:gd name="connsiteX2" fmla="*/ 1560335 w 8487178"/>
              <a:gd name="connsiteY2" fmla="*/ 0 h 36576"/>
              <a:gd name="connsiteX3" fmla="*/ 1958580 w 8487178"/>
              <a:gd name="connsiteY3" fmla="*/ 0 h 36576"/>
              <a:gd name="connsiteX4" fmla="*/ 2526568 w 8487178"/>
              <a:gd name="connsiteY4" fmla="*/ 0 h 36576"/>
              <a:gd name="connsiteX5" fmla="*/ 2924812 w 8487178"/>
              <a:gd name="connsiteY5" fmla="*/ 0 h 36576"/>
              <a:gd name="connsiteX6" fmla="*/ 3577672 w 8487178"/>
              <a:gd name="connsiteY6" fmla="*/ 0 h 36576"/>
              <a:gd name="connsiteX7" fmla="*/ 4145660 w 8487178"/>
              <a:gd name="connsiteY7" fmla="*/ 0 h 36576"/>
              <a:gd name="connsiteX8" fmla="*/ 4883392 w 8487178"/>
              <a:gd name="connsiteY8" fmla="*/ 0 h 36576"/>
              <a:gd name="connsiteX9" fmla="*/ 5705995 w 8487178"/>
              <a:gd name="connsiteY9" fmla="*/ 0 h 36576"/>
              <a:gd name="connsiteX10" fmla="*/ 6358855 w 8487178"/>
              <a:gd name="connsiteY10" fmla="*/ 0 h 36576"/>
              <a:gd name="connsiteX11" fmla="*/ 7181458 w 8487178"/>
              <a:gd name="connsiteY11" fmla="*/ 0 h 36576"/>
              <a:gd name="connsiteX12" fmla="*/ 7834318 w 8487178"/>
              <a:gd name="connsiteY12" fmla="*/ 0 h 36576"/>
              <a:gd name="connsiteX13" fmla="*/ 8487178 w 8487178"/>
              <a:gd name="connsiteY13" fmla="*/ 0 h 36576"/>
              <a:gd name="connsiteX14" fmla="*/ 8487178 w 8487178"/>
              <a:gd name="connsiteY14" fmla="*/ 36576 h 36576"/>
              <a:gd name="connsiteX15" fmla="*/ 7834318 w 8487178"/>
              <a:gd name="connsiteY15" fmla="*/ 36576 h 36576"/>
              <a:gd name="connsiteX16" fmla="*/ 7351202 w 8487178"/>
              <a:gd name="connsiteY16" fmla="*/ 36576 h 36576"/>
              <a:gd name="connsiteX17" fmla="*/ 6952957 w 8487178"/>
              <a:gd name="connsiteY17" fmla="*/ 36576 h 36576"/>
              <a:gd name="connsiteX18" fmla="*/ 6384969 w 8487178"/>
              <a:gd name="connsiteY18" fmla="*/ 36576 h 36576"/>
              <a:gd name="connsiteX19" fmla="*/ 5732109 w 8487178"/>
              <a:gd name="connsiteY19" fmla="*/ 36576 h 36576"/>
              <a:gd name="connsiteX20" fmla="*/ 5164121 w 8487178"/>
              <a:gd name="connsiteY20" fmla="*/ 36576 h 36576"/>
              <a:gd name="connsiteX21" fmla="*/ 4681005 w 8487178"/>
              <a:gd name="connsiteY21" fmla="*/ 36576 h 36576"/>
              <a:gd name="connsiteX22" fmla="*/ 3858402 w 8487178"/>
              <a:gd name="connsiteY22" fmla="*/ 36576 h 36576"/>
              <a:gd name="connsiteX23" fmla="*/ 3205542 w 8487178"/>
              <a:gd name="connsiteY23" fmla="*/ 36576 h 36576"/>
              <a:gd name="connsiteX24" fmla="*/ 2467810 w 8487178"/>
              <a:gd name="connsiteY24" fmla="*/ 36576 h 36576"/>
              <a:gd name="connsiteX25" fmla="*/ 2069566 w 8487178"/>
              <a:gd name="connsiteY25" fmla="*/ 36576 h 36576"/>
              <a:gd name="connsiteX26" fmla="*/ 1586449 w 8487178"/>
              <a:gd name="connsiteY26" fmla="*/ 36576 h 36576"/>
              <a:gd name="connsiteX27" fmla="*/ 933590 w 8487178"/>
              <a:gd name="connsiteY27" fmla="*/ 36576 h 36576"/>
              <a:gd name="connsiteX28" fmla="*/ 0 w 8487178"/>
              <a:gd name="connsiteY28" fmla="*/ 36576 h 36576"/>
              <a:gd name="connsiteX29" fmla="*/ 0 w 8487178"/>
              <a:gd name="connsiteY29"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87178" h="36576" fill="none" extrusionOk="0">
                <a:moveTo>
                  <a:pt x="0" y="0"/>
                </a:moveTo>
                <a:cubicBezTo>
                  <a:pt x="158648" y="-23080"/>
                  <a:pt x="414015" y="33691"/>
                  <a:pt x="737732" y="0"/>
                </a:cubicBezTo>
                <a:cubicBezTo>
                  <a:pt x="1061449" y="-33691"/>
                  <a:pt x="1348785" y="-6923"/>
                  <a:pt x="1560335" y="0"/>
                </a:cubicBezTo>
                <a:cubicBezTo>
                  <a:pt x="1771885" y="6923"/>
                  <a:pt x="1874673" y="6083"/>
                  <a:pt x="1958580" y="0"/>
                </a:cubicBezTo>
                <a:cubicBezTo>
                  <a:pt x="2042488" y="-6083"/>
                  <a:pt x="2411773" y="5497"/>
                  <a:pt x="2526568" y="0"/>
                </a:cubicBezTo>
                <a:cubicBezTo>
                  <a:pt x="2641363" y="-5497"/>
                  <a:pt x="2769955" y="14545"/>
                  <a:pt x="2924812" y="0"/>
                </a:cubicBezTo>
                <a:cubicBezTo>
                  <a:pt x="3079669" y="-14545"/>
                  <a:pt x="3398796" y="-305"/>
                  <a:pt x="3577672" y="0"/>
                </a:cubicBezTo>
                <a:cubicBezTo>
                  <a:pt x="3756548" y="305"/>
                  <a:pt x="4010524" y="-19439"/>
                  <a:pt x="4145660" y="0"/>
                </a:cubicBezTo>
                <a:cubicBezTo>
                  <a:pt x="4280796" y="19439"/>
                  <a:pt x="4519168" y="18856"/>
                  <a:pt x="4883392" y="0"/>
                </a:cubicBezTo>
                <a:cubicBezTo>
                  <a:pt x="5247616" y="-18856"/>
                  <a:pt x="5354959" y="-20344"/>
                  <a:pt x="5705995" y="0"/>
                </a:cubicBezTo>
                <a:cubicBezTo>
                  <a:pt x="6057031" y="20344"/>
                  <a:pt x="6165300" y="31467"/>
                  <a:pt x="6358855" y="0"/>
                </a:cubicBezTo>
                <a:cubicBezTo>
                  <a:pt x="6552410" y="-31467"/>
                  <a:pt x="6791945" y="-470"/>
                  <a:pt x="7181458" y="0"/>
                </a:cubicBezTo>
                <a:cubicBezTo>
                  <a:pt x="7570971" y="470"/>
                  <a:pt x="7589420" y="-27923"/>
                  <a:pt x="7834318" y="0"/>
                </a:cubicBezTo>
                <a:cubicBezTo>
                  <a:pt x="8079216" y="27923"/>
                  <a:pt x="8244660" y="-28188"/>
                  <a:pt x="8487178" y="0"/>
                </a:cubicBezTo>
                <a:cubicBezTo>
                  <a:pt x="8487756" y="9299"/>
                  <a:pt x="8487778" y="26774"/>
                  <a:pt x="8487178" y="36576"/>
                </a:cubicBezTo>
                <a:cubicBezTo>
                  <a:pt x="8193354" y="68129"/>
                  <a:pt x="8121938" y="60994"/>
                  <a:pt x="7834318" y="36576"/>
                </a:cubicBezTo>
                <a:cubicBezTo>
                  <a:pt x="7546698" y="12158"/>
                  <a:pt x="7507615" y="29628"/>
                  <a:pt x="7351202" y="36576"/>
                </a:cubicBezTo>
                <a:cubicBezTo>
                  <a:pt x="7194789" y="43524"/>
                  <a:pt x="7096566" y="31598"/>
                  <a:pt x="6952957" y="36576"/>
                </a:cubicBezTo>
                <a:cubicBezTo>
                  <a:pt x="6809349" y="41554"/>
                  <a:pt x="6510534" y="54733"/>
                  <a:pt x="6384969" y="36576"/>
                </a:cubicBezTo>
                <a:cubicBezTo>
                  <a:pt x="6259404" y="18419"/>
                  <a:pt x="5956387" y="64521"/>
                  <a:pt x="5732109" y="36576"/>
                </a:cubicBezTo>
                <a:cubicBezTo>
                  <a:pt x="5507831" y="8631"/>
                  <a:pt x="5425540" y="32239"/>
                  <a:pt x="5164121" y="36576"/>
                </a:cubicBezTo>
                <a:cubicBezTo>
                  <a:pt x="4902702" y="40913"/>
                  <a:pt x="4815733" y="45661"/>
                  <a:pt x="4681005" y="36576"/>
                </a:cubicBezTo>
                <a:cubicBezTo>
                  <a:pt x="4546277" y="27491"/>
                  <a:pt x="4111650" y="24454"/>
                  <a:pt x="3858402" y="36576"/>
                </a:cubicBezTo>
                <a:cubicBezTo>
                  <a:pt x="3605154" y="48698"/>
                  <a:pt x="3355682" y="45487"/>
                  <a:pt x="3205542" y="36576"/>
                </a:cubicBezTo>
                <a:cubicBezTo>
                  <a:pt x="3055402" y="27665"/>
                  <a:pt x="2716580" y="64954"/>
                  <a:pt x="2467810" y="36576"/>
                </a:cubicBezTo>
                <a:cubicBezTo>
                  <a:pt x="2219040" y="8198"/>
                  <a:pt x="2149690" y="30867"/>
                  <a:pt x="2069566" y="36576"/>
                </a:cubicBezTo>
                <a:cubicBezTo>
                  <a:pt x="1989442" y="42285"/>
                  <a:pt x="1703335" y="42806"/>
                  <a:pt x="1586449" y="36576"/>
                </a:cubicBezTo>
                <a:cubicBezTo>
                  <a:pt x="1469563" y="30346"/>
                  <a:pt x="1212036" y="34821"/>
                  <a:pt x="933590" y="36576"/>
                </a:cubicBezTo>
                <a:cubicBezTo>
                  <a:pt x="655144" y="38331"/>
                  <a:pt x="215255" y="74183"/>
                  <a:pt x="0" y="36576"/>
                </a:cubicBezTo>
                <a:cubicBezTo>
                  <a:pt x="-516" y="20544"/>
                  <a:pt x="1802" y="17140"/>
                  <a:pt x="0" y="0"/>
                </a:cubicBezTo>
                <a:close/>
              </a:path>
              <a:path w="8487178" h="36576" stroke="0" extrusionOk="0">
                <a:moveTo>
                  <a:pt x="0" y="0"/>
                </a:moveTo>
                <a:cubicBezTo>
                  <a:pt x="141875" y="16416"/>
                  <a:pt x="317987" y="-14018"/>
                  <a:pt x="483116" y="0"/>
                </a:cubicBezTo>
                <a:cubicBezTo>
                  <a:pt x="648245" y="14018"/>
                  <a:pt x="704570" y="5647"/>
                  <a:pt x="881361" y="0"/>
                </a:cubicBezTo>
                <a:cubicBezTo>
                  <a:pt x="1058153" y="-5647"/>
                  <a:pt x="1211393" y="2543"/>
                  <a:pt x="1364477" y="0"/>
                </a:cubicBezTo>
                <a:cubicBezTo>
                  <a:pt x="1517561" y="-2543"/>
                  <a:pt x="1713772" y="-6752"/>
                  <a:pt x="2017337" y="0"/>
                </a:cubicBezTo>
                <a:cubicBezTo>
                  <a:pt x="2320902" y="6752"/>
                  <a:pt x="2535852" y="27273"/>
                  <a:pt x="2755069" y="0"/>
                </a:cubicBezTo>
                <a:cubicBezTo>
                  <a:pt x="2974286" y="-27273"/>
                  <a:pt x="3322220" y="-6972"/>
                  <a:pt x="3577672" y="0"/>
                </a:cubicBezTo>
                <a:cubicBezTo>
                  <a:pt x="3833124" y="6972"/>
                  <a:pt x="4082700" y="-30587"/>
                  <a:pt x="4400275" y="0"/>
                </a:cubicBezTo>
                <a:cubicBezTo>
                  <a:pt x="4717850" y="30587"/>
                  <a:pt x="4848568" y="-17249"/>
                  <a:pt x="4968263" y="0"/>
                </a:cubicBezTo>
                <a:cubicBezTo>
                  <a:pt x="5087958" y="17249"/>
                  <a:pt x="5447087" y="18553"/>
                  <a:pt x="5705995" y="0"/>
                </a:cubicBezTo>
                <a:cubicBezTo>
                  <a:pt x="5964903" y="-18553"/>
                  <a:pt x="6211105" y="-17498"/>
                  <a:pt x="6358855" y="0"/>
                </a:cubicBezTo>
                <a:cubicBezTo>
                  <a:pt x="6506605" y="17498"/>
                  <a:pt x="6655586" y="-15953"/>
                  <a:pt x="6926843" y="0"/>
                </a:cubicBezTo>
                <a:cubicBezTo>
                  <a:pt x="7198100" y="15953"/>
                  <a:pt x="7439942" y="-28058"/>
                  <a:pt x="7664575" y="0"/>
                </a:cubicBezTo>
                <a:cubicBezTo>
                  <a:pt x="7889208" y="28058"/>
                  <a:pt x="8244819" y="-11603"/>
                  <a:pt x="8487178" y="0"/>
                </a:cubicBezTo>
                <a:cubicBezTo>
                  <a:pt x="8486954" y="11559"/>
                  <a:pt x="8486570" y="21146"/>
                  <a:pt x="8487178" y="36576"/>
                </a:cubicBezTo>
                <a:cubicBezTo>
                  <a:pt x="8363638" y="18444"/>
                  <a:pt x="8225194" y="49967"/>
                  <a:pt x="8004062" y="36576"/>
                </a:cubicBezTo>
                <a:cubicBezTo>
                  <a:pt x="7782930" y="23185"/>
                  <a:pt x="7442338" y="64256"/>
                  <a:pt x="7181458" y="36576"/>
                </a:cubicBezTo>
                <a:cubicBezTo>
                  <a:pt x="6920578" y="8896"/>
                  <a:pt x="6812793" y="31551"/>
                  <a:pt x="6698342" y="36576"/>
                </a:cubicBezTo>
                <a:cubicBezTo>
                  <a:pt x="6583891" y="41601"/>
                  <a:pt x="6260356" y="9334"/>
                  <a:pt x="5960610" y="36576"/>
                </a:cubicBezTo>
                <a:cubicBezTo>
                  <a:pt x="5660864" y="63818"/>
                  <a:pt x="5663756" y="35872"/>
                  <a:pt x="5562366" y="36576"/>
                </a:cubicBezTo>
                <a:cubicBezTo>
                  <a:pt x="5460976" y="37280"/>
                  <a:pt x="5069820" y="22312"/>
                  <a:pt x="4909506" y="36576"/>
                </a:cubicBezTo>
                <a:cubicBezTo>
                  <a:pt x="4749192" y="50840"/>
                  <a:pt x="4551078" y="46187"/>
                  <a:pt x="4426390" y="36576"/>
                </a:cubicBezTo>
                <a:cubicBezTo>
                  <a:pt x="4301702" y="26965"/>
                  <a:pt x="3916782" y="59932"/>
                  <a:pt x="3603786" y="36576"/>
                </a:cubicBezTo>
                <a:cubicBezTo>
                  <a:pt x="3290790" y="13220"/>
                  <a:pt x="3382822" y="52886"/>
                  <a:pt x="3205542" y="36576"/>
                </a:cubicBezTo>
                <a:cubicBezTo>
                  <a:pt x="3028262" y="20266"/>
                  <a:pt x="2723637" y="9596"/>
                  <a:pt x="2552682" y="36576"/>
                </a:cubicBezTo>
                <a:cubicBezTo>
                  <a:pt x="2381727" y="63556"/>
                  <a:pt x="2306903" y="19145"/>
                  <a:pt x="2154437" y="36576"/>
                </a:cubicBezTo>
                <a:cubicBezTo>
                  <a:pt x="2001972" y="54007"/>
                  <a:pt x="1880716" y="55934"/>
                  <a:pt x="1671321" y="36576"/>
                </a:cubicBezTo>
                <a:cubicBezTo>
                  <a:pt x="1461926" y="17218"/>
                  <a:pt x="1116754" y="69031"/>
                  <a:pt x="933590" y="36576"/>
                </a:cubicBezTo>
                <a:cubicBezTo>
                  <a:pt x="750426" y="4121"/>
                  <a:pt x="234904" y="7568"/>
                  <a:pt x="0" y="36576"/>
                </a:cubicBezTo>
                <a:cubicBezTo>
                  <a:pt x="-299" y="20797"/>
                  <a:pt x="-1602" y="1003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7438B4D-D74F-D73B-1A99-AEB3459E9977}"/>
              </a:ext>
            </a:extLst>
          </p:cNvPr>
          <p:cNvSpPr>
            <a:spLocks noGrp="1"/>
          </p:cNvSpPr>
          <p:nvPr>
            <p:ph idx="4294967295"/>
          </p:nvPr>
        </p:nvSpPr>
        <p:spPr>
          <a:xfrm>
            <a:off x="627888" y="5413248"/>
            <a:ext cx="14441424" cy="7644384"/>
          </a:xfrm>
        </p:spPr>
        <p:txBody>
          <a:bodyPr vert="horz" lIns="91440" tIns="45720" rIns="91440" bIns="45720" rtlCol="0">
            <a:normAutofit lnSpcReduction="10000"/>
          </a:bodyPr>
          <a:lstStyle/>
          <a:p>
            <a:pPr indent="-228600" defTabSz="914400"/>
            <a:r>
              <a:rPr lang="en-US" sz="2800" dirty="0"/>
              <a:t>WannaCry: Este ransomware se </a:t>
            </a:r>
            <a:r>
              <a:rPr lang="en-US" sz="2800" dirty="0" err="1"/>
              <a:t>propagó</a:t>
            </a:r>
            <a:r>
              <a:rPr lang="en-US" sz="2800" dirty="0"/>
              <a:t> a </a:t>
            </a:r>
            <a:r>
              <a:rPr lang="en-US" sz="2800" dirty="0" err="1"/>
              <a:t>través</a:t>
            </a:r>
            <a:r>
              <a:rPr lang="en-US" sz="2800" dirty="0"/>
              <a:t> de </a:t>
            </a:r>
            <a:r>
              <a:rPr lang="en-US" sz="2800" dirty="0" err="1"/>
              <a:t>una</a:t>
            </a:r>
            <a:r>
              <a:rPr lang="en-US" sz="2800" dirty="0"/>
              <a:t> </a:t>
            </a:r>
            <a:r>
              <a:rPr lang="en-US" sz="2800" dirty="0" err="1"/>
              <a:t>vulnerabilidad</a:t>
            </a:r>
            <a:r>
              <a:rPr lang="en-US" sz="2800" dirty="0"/>
              <a:t> </a:t>
            </a:r>
            <a:r>
              <a:rPr lang="en-US" sz="2800" dirty="0" err="1"/>
              <a:t>en</a:t>
            </a:r>
            <a:r>
              <a:rPr lang="en-US" sz="2800" dirty="0"/>
              <a:t> </a:t>
            </a:r>
            <a:r>
              <a:rPr lang="en-US" sz="2800" dirty="0" err="1"/>
              <a:t>el</a:t>
            </a:r>
            <a:r>
              <a:rPr lang="en-US" sz="2800" dirty="0"/>
              <a:t> </a:t>
            </a:r>
            <a:r>
              <a:rPr lang="en-US" sz="2800" dirty="0" err="1"/>
              <a:t>protocolo</a:t>
            </a:r>
            <a:r>
              <a:rPr lang="en-US" sz="2800" dirty="0"/>
              <a:t> de red SMB de Microsoft </a:t>
            </a:r>
            <a:r>
              <a:rPr lang="en-US" sz="2800" dirty="0" err="1"/>
              <a:t>en</a:t>
            </a:r>
            <a:r>
              <a:rPr lang="en-US" sz="2800" dirty="0"/>
              <a:t> mayo de 2017, </a:t>
            </a:r>
            <a:r>
              <a:rPr lang="en-US" sz="2800" dirty="0" err="1"/>
              <a:t>afectando</a:t>
            </a:r>
            <a:r>
              <a:rPr lang="en-US" sz="2800" dirty="0"/>
              <a:t> a </a:t>
            </a:r>
            <a:r>
              <a:rPr lang="en-US" sz="2800" dirty="0" err="1"/>
              <a:t>empresas</a:t>
            </a:r>
            <a:r>
              <a:rPr lang="en-US" sz="2800" dirty="0"/>
              <a:t> y </a:t>
            </a:r>
            <a:r>
              <a:rPr lang="en-US" sz="2800" dirty="0" err="1"/>
              <a:t>organizaciones</a:t>
            </a:r>
            <a:r>
              <a:rPr lang="en-US" sz="2800" dirty="0"/>
              <a:t> </a:t>
            </a:r>
            <a:r>
              <a:rPr lang="en-US" sz="2800" dirty="0" err="1"/>
              <a:t>en</a:t>
            </a:r>
            <a:r>
              <a:rPr lang="en-US" sz="2800" dirty="0"/>
              <a:t> </a:t>
            </a:r>
            <a:r>
              <a:rPr lang="en-US" sz="2800" dirty="0" err="1"/>
              <a:t>más</a:t>
            </a:r>
            <a:r>
              <a:rPr lang="en-US" sz="2800" dirty="0"/>
              <a:t> de 150 </a:t>
            </a:r>
            <a:r>
              <a:rPr lang="en-US" sz="2800" dirty="0" err="1"/>
              <a:t>países</a:t>
            </a:r>
            <a:r>
              <a:rPr lang="en-US" sz="2800" dirty="0"/>
              <a:t>. Se </a:t>
            </a:r>
            <a:r>
              <a:rPr lang="en-US" sz="2800" dirty="0" err="1"/>
              <a:t>estima</a:t>
            </a:r>
            <a:r>
              <a:rPr lang="en-US" sz="2800" dirty="0"/>
              <a:t> que WannaCry </a:t>
            </a:r>
            <a:r>
              <a:rPr lang="en-US" sz="2800" dirty="0" err="1"/>
              <a:t>infectó</a:t>
            </a:r>
            <a:r>
              <a:rPr lang="en-US" sz="2800" dirty="0"/>
              <a:t> a </a:t>
            </a:r>
            <a:r>
              <a:rPr lang="en-US" sz="2800" dirty="0" err="1"/>
              <a:t>más</a:t>
            </a:r>
            <a:r>
              <a:rPr lang="en-US" sz="2800" dirty="0"/>
              <a:t> de 200,000 </a:t>
            </a:r>
            <a:r>
              <a:rPr lang="en-US" sz="2800" dirty="0" err="1"/>
              <a:t>sistemas</a:t>
            </a:r>
            <a:r>
              <a:rPr lang="en-US" sz="2800" dirty="0"/>
              <a:t> y </a:t>
            </a:r>
            <a:r>
              <a:rPr lang="en-US" sz="2800" dirty="0" err="1"/>
              <a:t>causó</a:t>
            </a:r>
            <a:r>
              <a:rPr lang="en-US" sz="2800" dirty="0"/>
              <a:t> </a:t>
            </a:r>
            <a:r>
              <a:rPr lang="en-US" sz="2800" dirty="0" err="1"/>
              <a:t>daños</a:t>
            </a:r>
            <a:r>
              <a:rPr lang="en-US" sz="2800" dirty="0"/>
              <a:t> </a:t>
            </a:r>
            <a:r>
              <a:rPr lang="en-US" sz="2800" dirty="0" err="1"/>
              <a:t>económicos</a:t>
            </a:r>
            <a:r>
              <a:rPr lang="en-US" sz="2800" dirty="0"/>
              <a:t> </a:t>
            </a:r>
            <a:r>
              <a:rPr lang="en-US" sz="2800" dirty="0" err="1"/>
              <a:t>por</a:t>
            </a:r>
            <a:r>
              <a:rPr lang="en-US" sz="2800" dirty="0"/>
              <a:t> valor de miles de </a:t>
            </a:r>
            <a:r>
              <a:rPr lang="en-US" sz="2800" dirty="0" err="1"/>
              <a:t>millones</a:t>
            </a:r>
            <a:r>
              <a:rPr lang="en-US" sz="2800" dirty="0"/>
              <a:t> de </a:t>
            </a:r>
            <a:r>
              <a:rPr lang="en-US" sz="2800" dirty="0" err="1"/>
              <a:t>dólares</a:t>
            </a:r>
            <a:r>
              <a:rPr lang="en-US" sz="2800" dirty="0"/>
              <a:t>.</a:t>
            </a:r>
          </a:p>
          <a:p>
            <a:pPr indent="-228600" defTabSz="914400"/>
            <a:r>
              <a:rPr lang="en-US" sz="2800" dirty="0" err="1"/>
              <a:t>NotPetya</a:t>
            </a:r>
            <a:r>
              <a:rPr lang="en-US" sz="2800" dirty="0"/>
              <a:t>: Este ransomware </a:t>
            </a:r>
            <a:r>
              <a:rPr lang="en-US" sz="2800" dirty="0" err="1"/>
              <a:t>apareció</a:t>
            </a:r>
            <a:r>
              <a:rPr lang="en-US" sz="2800" dirty="0"/>
              <a:t> </a:t>
            </a:r>
            <a:r>
              <a:rPr lang="en-US" sz="2800" dirty="0" err="1"/>
              <a:t>en</a:t>
            </a:r>
            <a:r>
              <a:rPr lang="en-US" sz="2800" dirty="0"/>
              <a:t> </a:t>
            </a:r>
            <a:r>
              <a:rPr lang="en-US" sz="2800" dirty="0" err="1"/>
              <a:t>junio</a:t>
            </a:r>
            <a:r>
              <a:rPr lang="en-US" sz="2800" dirty="0"/>
              <a:t> de 2017 y se </a:t>
            </a:r>
            <a:r>
              <a:rPr lang="en-US" sz="2800" dirty="0" err="1"/>
              <a:t>propagó</a:t>
            </a:r>
            <a:r>
              <a:rPr lang="en-US" sz="2800" dirty="0"/>
              <a:t> a </a:t>
            </a:r>
            <a:r>
              <a:rPr lang="en-US" sz="2800" dirty="0" err="1"/>
              <a:t>través</a:t>
            </a:r>
            <a:r>
              <a:rPr lang="en-US" sz="2800" dirty="0"/>
              <a:t> de </a:t>
            </a:r>
            <a:r>
              <a:rPr lang="en-US" sz="2800" dirty="0" err="1"/>
              <a:t>una</a:t>
            </a:r>
            <a:r>
              <a:rPr lang="en-US" sz="2800" dirty="0"/>
              <a:t> </a:t>
            </a:r>
            <a:r>
              <a:rPr lang="en-US" sz="2800" dirty="0" err="1"/>
              <a:t>actualización</a:t>
            </a:r>
            <a:r>
              <a:rPr lang="en-US" sz="2800" dirty="0"/>
              <a:t> falsa del software de </a:t>
            </a:r>
            <a:r>
              <a:rPr lang="en-US" sz="2800" dirty="0" err="1"/>
              <a:t>contabilidad</a:t>
            </a:r>
            <a:r>
              <a:rPr lang="en-US" sz="2800" dirty="0"/>
              <a:t> </a:t>
            </a:r>
            <a:r>
              <a:rPr lang="en-US" sz="2800" dirty="0" err="1"/>
              <a:t>ucraniano</a:t>
            </a:r>
            <a:r>
              <a:rPr lang="en-US" sz="2800" dirty="0"/>
              <a:t>. </a:t>
            </a:r>
            <a:r>
              <a:rPr lang="en-US" sz="2800" dirty="0" err="1"/>
              <a:t>Afectó</a:t>
            </a:r>
            <a:r>
              <a:rPr lang="en-US" sz="2800" dirty="0"/>
              <a:t> a </a:t>
            </a:r>
            <a:r>
              <a:rPr lang="en-US" sz="2800" dirty="0" err="1"/>
              <a:t>empresas</a:t>
            </a:r>
            <a:r>
              <a:rPr lang="en-US" sz="2800" dirty="0"/>
              <a:t> </a:t>
            </a:r>
            <a:r>
              <a:rPr lang="en-US" sz="2800" dirty="0" err="1"/>
              <a:t>en</a:t>
            </a:r>
            <a:r>
              <a:rPr lang="en-US" sz="2800" dirty="0"/>
              <a:t> </a:t>
            </a:r>
            <a:r>
              <a:rPr lang="en-US" sz="2800" dirty="0" err="1"/>
              <a:t>todo</a:t>
            </a:r>
            <a:r>
              <a:rPr lang="en-US" sz="2800" dirty="0"/>
              <a:t> </a:t>
            </a:r>
            <a:r>
              <a:rPr lang="en-US" sz="2800" dirty="0" err="1"/>
              <a:t>el</a:t>
            </a:r>
            <a:r>
              <a:rPr lang="en-US" sz="2800" dirty="0"/>
              <a:t> </a:t>
            </a:r>
            <a:r>
              <a:rPr lang="en-US" sz="2800" dirty="0" err="1"/>
              <a:t>mundo</a:t>
            </a:r>
            <a:r>
              <a:rPr lang="en-US" sz="2800" dirty="0"/>
              <a:t>, </a:t>
            </a:r>
            <a:r>
              <a:rPr lang="en-US" sz="2800" dirty="0" err="1"/>
              <a:t>pero</a:t>
            </a:r>
            <a:r>
              <a:rPr lang="en-US" sz="2800" dirty="0"/>
              <a:t> </a:t>
            </a:r>
            <a:r>
              <a:rPr lang="en-US" sz="2800" dirty="0" err="1"/>
              <a:t>especialmente</a:t>
            </a:r>
            <a:r>
              <a:rPr lang="en-US" sz="2800" dirty="0"/>
              <a:t> </a:t>
            </a:r>
            <a:r>
              <a:rPr lang="en-US" sz="2800" dirty="0" err="1"/>
              <a:t>en</a:t>
            </a:r>
            <a:r>
              <a:rPr lang="en-US" sz="2800" dirty="0"/>
              <a:t> </a:t>
            </a:r>
            <a:r>
              <a:rPr lang="en-US" sz="2800" dirty="0" err="1"/>
              <a:t>Ucrania</a:t>
            </a:r>
            <a:r>
              <a:rPr lang="en-US" sz="2800" dirty="0"/>
              <a:t>, y </a:t>
            </a:r>
            <a:r>
              <a:rPr lang="en-US" sz="2800" dirty="0" err="1"/>
              <a:t>causó</a:t>
            </a:r>
            <a:r>
              <a:rPr lang="en-US" sz="2800" dirty="0"/>
              <a:t> </a:t>
            </a:r>
            <a:r>
              <a:rPr lang="en-US" sz="2800" dirty="0" err="1"/>
              <a:t>daños</a:t>
            </a:r>
            <a:r>
              <a:rPr lang="en-US" sz="2800" dirty="0"/>
              <a:t> </a:t>
            </a:r>
            <a:r>
              <a:rPr lang="en-US" sz="2800" dirty="0" err="1"/>
              <a:t>económicos</a:t>
            </a:r>
            <a:r>
              <a:rPr lang="en-US" sz="2800" dirty="0"/>
              <a:t> </a:t>
            </a:r>
            <a:r>
              <a:rPr lang="en-US" sz="2800" dirty="0" err="1"/>
              <a:t>por</a:t>
            </a:r>
            <a:r>
              <a:rPr lang="en-US" sz="2800" dirty="0"/>
              <a:t> valor de miles de </a:t>
            </a:r>
            <a:r>
              <a:rPr lang="en-US" sz="2800" dirty="0" err="1"/>
              <a:t>millones</a:t>
            </a:r>
            <a:r>
              <a:rPr lang="en-US" sz="2800" dirty="0"/>
              <a:t> de </a:t>
            </a:r>
            <a:r>
              <a:rPr lang="en-US" sz="2800" dirty="0" err="1"/>
              <a:t>dólares</a:t>
            </a:r>
            <a:r>
              <a:rPr lang="en-US" sz="2800" dirty="0"/>
              <a:t>.</a:t>
            </a:r>
          </a:p>
          <a:p>
            <a:pPr indent="-228600" defTabSz="914400"/>
            <a:r>
              <a:rPr lang="en-US" sz="2800" dirty="0"/>
              <a:t>Locky: Este ransomware </a:t>
            </a:r>
            <a:r>
              <a:rPr lang="en-US" sz="2800" dirty="0" err="1"/>
              <a:t>apareció</a:t>
            </a:r>
            <a:r>
              <a:rPr lang="en-US" sz="2800" dirty="0"/>
              <a:t> </a:t>
            </a:r>
            <a:r>
              <a:rPr lang="en-US" sz="2800" dirty="0" err="1"/>
              <a:t>por</a:t>
            </a:r>
            <a:r>
              <a:rPr lang="en-US" sz="2800" dirty="0"/>
              <a:t> </a:t>
            </a:r>
            <a:r>
              <a:rPr lang="en-US" sz="2800" dirty="0" err="1"/>
              <a:t>primera</a:t>
            </a:r>
            <a:r>
              <a:rPr lang="en-US" sz="2800" dirty="0"/>
              <a:t> </a:t>
            </a:r>
            <a:r>
              <a:rPr lang="en-US" sz="2800" dirty="0" err="1"/>
              <a:t>vez</a:t>
            </a:r>
            <a:r>
              <a:rPr lang="en-US" sz="2800" dirty="0"/>
              <a:t> </a:t>
            </a:r>
            <a:r>
              <a:rPr lang="en-US" sz="2800" dirty="0" err="1"/>
              <a:t>en</a:t>
            </a:r>
            <a:r>
              <a:rPr lang="en-US" sz="2800" dirty="0"/>
              <a:t> 2016 y se </a:t>
            </a:r>
            <a:r>
              <a:rPr lang="en-US" sz="2800" dirty="0" err="1"/>
              <a:t>propagó</a:t>
            </a:r>
            <a:r>
              <a:rPr lang="en-US" sz="2800" dirty="0"/>
              <a:t> a </a:t>
            </a:r>
            <a:r>
              <a:rPr lang="en-US" sz="2800" dirty="0" err="1"/>
              <a:t>través</a:t>
            </a:r>
            <a:r>
              <a:rPr lang="en-US" sz="2800" dirty="0"/>
              <a:t> de </a:t>
            </a:r>
            <a:r>
              <a:rPr lang="en-US" sz="2800" dirty="0" err="1"/>
              <a:t>correos</a:t>
            </a:r>
            <a:r>
              <a:rPr lang="en-US" sz="2800" dirty="0"/>
              <a:t> </a:t>
            </a:r>
            <a:r>
              <a:rPr lang="en-US" sz="2800" dirty="0" err="1"/>
              <a:t>electrónicos</a:t>
            </a:r>
            <a:r>
              <a:rPr lang="en-US" sz="2800" dirty="0"/>
              <a:t> de phishing. </a:t>
            </a:r>
            <a:r>
              <a:rPr lang="en-US" sz="2800" dirty="0" err="1"/>
              <a:t>Afectó</a:t>
            </a:r>
            <a:r>
              <a:rPr lang="en-US" sz="2800" dirty="0"/>
              <a:t> a </a:t>
            </a:r>
            <a:r>
              <a:rPr lang="en-US" sz="2800" dirty="0" err="1"/>
              <a:t>empresas</a:t>
            </a:r>
            <a:r>
              <a:rPr lang="en-US" sz="2800" dirty="0"/>
              <a:t> de </a:t>
            </a:r>
            <a:r>
              <a:rPr lang="en-US" sz="2800" dirty="0" err="1"/>
              <a:t>todo</a:t>
            </a:r>
            <a:r>
              <a:rPr lang="en-US" sz="2800" dirty="0"/>
              <a:t> </a:t>
            </a:r>
            <a:r>
              <a:rPr lang="en-US" sz="2800" dirty="0" err="1"/>
              <a:t>el</a:t>
            </a:r>
            <a:r>
              <a:rPr lang="en-US" sz="2800" dirty="0"/>
              <a:t> </a:t>
            </a:r>
            <a:r>
              <a:rPr lang="en-US" sz="2800" dirty="0" err="1"/>
              <a:t>mundo</a:t>
            </a:r>
            <a:r>
              <a:rPr lang="en-US" sz="2800" dirty="0"/>
              <a:t> y se </a:t>
            </a:r>
            <a:r>
              <a:rPr lang="en-US" sz="2800" dirty="0" err="1"/>
              <a:t>estima</a:t>
            </a:r>
            <a:r>
              <a:rPr lang="en-US" sz="2800" dirty="0"/>
              <a:t> que </a:t>
            </a:r>
            <a:r>
              <a:rPr lang="en-US" sz="2800" dirty="0" err="1"/>
              <a:t>causó</a:t>
            </a:r>
            <a:r>
              <a:rPr lang="en-US" sz="2800" dirty="0"/>
              <a:t> </a:t>
            </a:r>
            <a:r>
              <a:rPr lang="en-US" sz="2800" dirty="0" err="1"/>
              <a:t>daños</a:t>
            </a:r>
            <a:r>
              <a:rPr lang="en-US" sz="2800" dirty="0"/>
              <a:t> </a:t>
            </a:r>
            <a:r>
              <a:rPr lang="en-US" sz="2800" dirty="0" err="1"/>
              <a:t>económicos</a:t>
            </a:r>
            <a:r>
              <a:rPr lang="en-US" sz="2800" dirty="0"/>
              <a:t> </a:t>
            </a:r>
            <a:r>
              <a:rPr lang="en-US" sz="2800" dirty="0" err="1"/>
              <a:t>por</a:t>
            </a:r>
            <a:r>
              <a:rPr lang="en-US" sz="2800" dirty="0"/>
              <a:t> valor de </a:t>
            </a:r>
            <a:r>
              <a:rPr lang="en-US" sz="2800" dirty="0" err="1"/>
              <a:t>cientos</a:t>
            </a:r>
            <a:r>
              <a:rPr lang="en-US" sz="2800" dirty="0"/>
              <a:t> de </a:t>
            </a:r>
            <a:r>
              <a:rPr lang="en-US" sz="2800" dirty="0" err="1"/>
              <a:t>millones</a:t>
            </a:r>
            <a:r>
              <a:rPr lang="en-US" sz="2800" dirty="0"/>
              <a:t> de </a:t>
            </a:r>
            <a:r>
              <a:rPr lang="en-US" sz="2800" dirty="0" err="1"/>
              <a:t>dólares</a:t>
            </a:r>
            <a:r>
              <a:rPr lang="en-US" sz="2800" dirty="0"/>
              <a:t>.</a:t>
            </a:r>
          </a:p>
          <a:p>
            <a:pPr indent="-228600" defTabSz="914400"/>
            <a:r>
              <a:rPr lang="en-US" sz="2800" dirty="0" err="1"/>
              <a:t>Ryuk</a:t>
            </a:r>
            <a:r>
              <a:rPr lang="en-US" sz="2800" dirty="0"/>
              <a:t>: Este ransomware se </a:t>
            </a:r>
            <a:r>
              <a:rPr lang="en-US" sz="2800" dirty="0" err="1"/>
              <a:t>detectó</a:t>
            </a:r>
            <a:r>
              <a:rPr lang="en-US" sz="2800" dirty="0"/>
              <a:t> </a:t>
            </a:r>
            <a:r>
              <a:rPr lang="en-US" sz="2800" dirty="0" err="1"/>
              <a:t>por</a:t>
            </a:r>
            <a:r>
              <a:rPr lang="en-US" sz="2800" dirty="0"/>
              <a:t> </a:t>
            </a:r>
            <a:r>
              <a:rPr lang="en-US" sz="2800" dirty="0" err="1"/>
              <a:t>primera</a:t>
            </a:r>
            <a:r>
              <a:rPr lang="en-US" sz="2800" dirty="0"/>
              <a:t> </a:t>
            </a:r>
            <a:r>
              <a:rPr lang="en-US" sz="2800" dirty="0" err="1"/>
              <a:t>vez</a:t>
            </a:r>
            <a:r>
              <a:rPr lang="en-US" sz="2800" dirty="0"/>
              <a:t> </a:t>
            </a:r>
            <a:r>
              <a:rPr lang="en-US" sz="2800" dirty="0" err="1"/>
              <a:t>en</a:t>
            </a:r>
            <a:r>
              <a:rPr lang="en-US" sz="2800" dirty="0"/>
              <a:t> </a:t>
            </a:r>
            <a:r>
              <a:rPr lang="en-US" sz="2800" dirty="0" err="1"/>
              <a:t>agosto</a:t>
            </a:r>
            <a:r>
              <a:rPr lang="en-US" sz="2800" dirty="0"/>
              <a:t> de 2018 y se </a:t>
            </a:r>
            <a:r>
              <a:rPr lang="en-US" sz="2800" dirty="0" err="1"/>
              <a:t>propagó</a:t>
            </a:r>
            <a:r>
              <a:rPr lang="en-US" sz="2800" dirty="0"/>
              <a:t> a </a:t>
            </a:r>
            <a:r>
              <a:rPr lang="en-US" sz="2800" dirty="0" err="1"/>
              <a:t>través</a:t>
            </a:r>
            <a:r>
              <a:rPr lang="en-US" sz="2800" dirty="0"/>
              <a:t> de </a:t>
            </a:r>
            <a:r>
              <a:rPr lang="en-US" sz="2800" dirty="0" err="1"/>
              <a:t>correos</a:t>
            </a:r>
            <a:r>
              <a:rPr lang="en-US" sz="2800" dirty="0"/>
              <a:t> </a:t>
            </a:r>
            <a:r>
              <a:rPr lang="en-US" sz="2800" dirty="0" err="1"/>
              <a:t>electrónicos</a:t>
            </a:r>
            <a:r>
              <a:rPr lang="en-US" sz="2800" dirty="0"/>
              <a:t> de phishing y </a:t>
            </a:r>
            <a:r>
              <a:rPr lang="en-US" sz="2800" dirty="0" err="1"/>
              <a:t>vulnerabilidades</a:t>
            </a:r>
            <a:r>
              <a:rPr lang="en-US" sz="2800" dirty="0"/>
              <a:t> </a:t>
            </a:r>
            <a:r>
              <a:rPr lang="en-US" sz="2800" dirty="0" err="1"/>
              <a:t>en</a:t>
            </a:r>
            <a:r>
              <a:rPr lang="en-US" sz="2800" dirty="0"/>
              <a:t> </a:t>
            </a:r>
            <a:r>
              <a:rPr lang="en-US" sz="2800" dirty="0" err="1"/>
              <a:t>los</a:t>
            </a:r>
            <a:r>
              <a:rPr lang="en-US" sz="2800" dirty="0"/>
              <a:t> </a:t>
            </a:r>
            <a:r>
              <a:rPr lang="en-US" sz="2800" dirty="0" err="1"/>
              <a:t>sistemas</a:t>
            </a:r>
            <a:r>
              <a:rPr lang="en-US" sz="2800" dirty="0"/>
              <a:t> de red. Se ha </a:t>
            </a:r>
            <a:r>
              <a:rPr lang="en-US" sz="2800" dirty="0" err="1"/>
              <a:t>utilizado</a:t>
            </a:r>
            <a:r>
              <a:rPr lang="en-US" sz="2800" dirty="0"/>
              <a:t> para </a:t>
            </a:r>
            <a:r>
              <a:rPr lang="en-US" sz="2800" dirty="0" err="1"/>
              <a:t>atacar</a:t>
            </a:r>
            <a:r>
              <a:rPr lang="en-US" sz="2800" dirty="0"/>
              <a:t> a </a:t>
            </a:r>
            <a:r>
              <a:rPr lang="en-US" sz="2800" dirty="0" err="1"/>
              <a:t>empresas</a:t>
            </a:r>
            <a:r>
              <a:rPr lang="en-US" sz="2800" dirty="0"/>
              <a:t> y </a:t>
            </a:r>
            <a:r>
              <a:rPr lang="en-US" sz="2800" dirty="0" err="1"/>
              <a:t>organizaciones</a:t>
            </a:r>
            <a:r>
              <a:rPr lang="en-US" sz="2800" dirty="0"/>
              <a:t> </a:t>
            </a:r>
            <a:r>
              <a:rPr lang="en-US" sz="2800" dirty="0" err="1"/>
              <a:t>en</a:t>
            </a:r>
            <a:r>
              <a:rPr lang="en-US" sz="2800" dirty="0"/>
              <a:t> </a:t>
            </a:r>
            <a:r>
              <a:rPr lang="en-US" sz="2800" dirty="0" err="1"/>
              <a:t>todo</a:t>
            </a:r>
            <a:r>
              <a:rPr lang="en-US" sz="2800" dirty="0"/>
              <a:t> </a:t>
            </a:r>
            <a:r>
              <a:rPr lang="en-US" sz="2800" dirty="0" err="1"/>
              <a:t>el</a:t>
            </a:r>
            <a:r>
              <a:rPr lang="en-US" sz="2800" dirty="0"/>
              <a:t> </a:t>
            </a:r>
            <a:r>
              <a:rPr lang="en-US" sz="2800" dirty="0" err="1"/>
              <a:t>mundo</a:t>
            </a:r>
            <a:r>
              <a:rPr lang="en-US" sz="2800" dirty="0"/>
              <a:t>, </a:t>
            </a:r>
            <a:r>
              <a:rPr lang="en-US" sz="2800" dirty="0" err="1"/>
              <a:t>incluyendo</a:t>
            </a:r>
            <a:r>
              <a:rPr lang="en-US" sz="2800" dirty="0"/>
              <a:t> </a:t>
            </a:r>
            <a:r>
              <a:rPr lang="en-US" sz="2800" dirty="0" err="1"/>
              <a:t>hospitales</a:t>
            </a:r>
            <a:r>
              <a:rPr lang="en-US" sz="2800" dirty="0"/>
              <a:t> y </a:t>
            </a:r>
            <a:r>
              <a:rPr lang="en-US" sz="2800" dirty="0" err="1"/>
              <a:t>empresas</a:t>
            </a:r>
            <a:r>
              <a:rPr lang="en-US" sz="2800" dirty="0"/>
              <a:t> de </a:t>
            </a:r>
            <a:r>
              <a:rPr lang="en-US" sz="2800" dirty="0" err="1"/>
              <a:t>fabricación</a:t>
            </a:r>
            <a:r>
              <a:rPr lang="en-US" sz="2800" dirty="0"/>
              <a:t>, y ha </a:t>
            </a:r>
            <a:r>
              <a:rPr lang="en-US" sz="2800" dirty="0" err="1"/>
              <a:t>causado</a:t>
            </a:r>
            <a:r>
              <a:rPr lang="en-US" sz="2800" dirty="0"/>
              <a:t> </a:t>
            </a:r>
            <a:r>
              <a:rPr lang="en-US" sz="2800" dirty="0" err="1"/>
              <a:t>daños</a:t>
            </a:r>
            <a:r>
              <a:rPr lang="en-US" sz="2800" dirty="0"/>
              <a:t> </a:t>
            </a:r>
            <a:r>
              <a:rPr lang="en-US" sz="2800" dirty="0" err="1"/>
              <a:t>económicos</a:t>
            </a:r>
            <a:r>
              <a:rPr lang="en-US" sz="2800" dirty="0"/>
              <a:t> </a:t>
            </a:r>
            <a:r>
              <a:rPr lang="en-US" sz="2800" dirty="0" err="1"/>
              <a:t>significativos</a:t>
            </a:r>
            <a:r>
              <a:rPr lang="en-US" sz="2800" dirty="0"/>
              <a:t>.</a:t>
            </a:r>
          </a:p>
          <a:p>
            <a:pPr indent="-228600" defTabSz="914400"/>
            <a:r>
              <a:rPr lang="en-US" sz="2800" dirty="0" err="1"/>
              <a:t>DarkSide</a:t>
            </a:r>
            <a:r>
              <a:rPr lang="en-US" sz="2800" dirty="0"/>
              <a:t>: Este ransomware </a:t>
            </a:r>
            <a:r>
              <a:rPr lang="en-US" sz="2800" dirty="0" err="1"/>
              <a:t>apareció</a:t>
            </a:r>
            <a:r>
              <a:rPr lang="en-US" sz="2800" dirty="0"/>
              <a:t> </a:t>
            </a:r>
            <a:r>
              <a:rPr lang="en-US" sz="2800" dirty="0" err="1"/>
              <a:t>en</a:t>
            </a:r>
            <a:r>
              <a:rPr lang="en-US" sz="2800" dirty="0"/>
              <a:t> 2020 y se </a:t>
            </a:r>
            <a:r>
              <a:rPr lang="en-US" sz="2800" dirty="0" err="1"/>
              <a:t>utilizó</a:t>
            </a:r>
            <a:r>
              <a:rPr lang="en-US" sz="2800" dirty="0"/>
              <a:t> para </a:t>
            </a:r>
            <a:r>
              <a:rPr lang="en-US" sz="2800" dirty="0" err="1"/>
              <a:t>atacar</a:t>
            </a:r>
            <a:r>
              <a:rPr lang="en-US" sz="2800" dirty="0"/>
              <a:t> a la </a:t>
            </a:r>
            <a:r>
              <a:rPr lang="en-US" sz="2800" dirty="0" err="1"/>
              <a:t>empresa</a:t>
            </a:r>
            <a:r>
              <a:rPr lang="en-US" sz="2800" dirty="0"/>
              <a:t> de </a:t>
            </a:r>
            <a:r>
              <a:rPr lang="en-US" sz="2800" dirty="0" err="1"/>
              <a:t>energía</a:t>
            </a:r>
            <a:r>
              <a:rPr lang="en-US" sz="2800" dirty="0"/>
              <a:t> Colonial Pipeline </a:t>
            </a:r>
            <a:r>
              <a:rPr lang="en-US" sz="2800" dirty="0" err="1"/>
              <a:t>en</a:t>
            </a:r>
            <a:r>
              <a:rPr lang="en-US" sz="2800" dirty="0"/>
              <a:t> </a:t>
            </a:r>
            <a:r>
              <a:rPr lang="en-US" sz="2800" dirty="0" err="1"/>
              <a:t>Estados</a:t>
            </a:r>
            <a:r>
              <a:rPr lang="en-US" sz="2800" dirty="0"/>
              <a:t> Unidos </a:t>
            </a:r>
            <a:r>
              <a:rPr lang="en-US" sz="2800" dirty="0" err="1"/>
              <a:t>en</a:t>
            </a:r>
            <a:r>
              <a:rPr lang="en-US" sz="2800" dirty="0"/>
              <a:t> mayo de 2021. El </a:t>
            </a:r>
            <a:r>
              <a:rPr lang="en-US" sz="2800" dirty="0" err="1"/>
              <a:t>ataque</a:t>
            </a:r>
            <a:r>
              <a:rPr lang="en-US" sz="2800" dirty="0"/>
              <a:t> </a:t>
            </a:r>
            <a:r>
              <a:rPr lang="en-US" sz="2800" dirty="0" err="1"/>
              <a:t>provocó</a:t>
            </a:r>
            <a:r>
              <a:rPr lang="en-US" sz="2800" dirty="0"/>
              <a:t> </a:t>
            </a:r>
            <a:r>
              <a:rPr lang="en-US" sz="2800" dirty="0" err="1"/>
              <a:t>una</a:t>
            </a:r>
            <a:r>
              <a:rPr lang="en-US" sz="2800" dirty="0"/>
              <a:t> </a:t>
            </a:r>
            <a:r>
              <a:rPr lang="en-US" sz="2800" dirty="0" err="1"/>
              <a:t>interrupción</a:t>
            </a:r>
            <a:r>
              <a:rPr lang="en-US" sz="2800" dirty="0"/>
              <a:t> </a:t>
            </a:r>
            <a:r>
              <a:rPr lang="en-US" sz="2800" dirty="0" err="1"/>
              <a:t>en</a:t>
            </a:r>
            <a:r>
              <a:rPr lang="en-US" sz="2800" dirty="0"/>
              <a:t> </a:t>
            </a:r>
            <a:r>
              <a:rPr lang="en-US" sz="2800" dirty="0" err="1"/>
              <a:t>el</a:t>
            </a:r>
            <a:r>
              <a:rPr lang="en-US" sz="2800" dirty="0"/>
              <a:t> </a:t>
            </a:r>
            <a:r>
              <a:rPr lang="en-US" sz="2800" dirty="0" err="1"/>
              <a:t>suministro</a:t>
            </a:r>
            <a:r>
              <a:rPr lang="en-US" sz="2800" dirty="0"/>
              <a:t> de combustible </a:t>
            </a:r>
            <a:r>
              <a:rPr lang="en-US" sz="2800" dirty="0" err="1"/>
              <a:t>en</a:t>
            </a:r>
            <a:r>
              <a:rPr lang="en-US" sz="2800" dirty="0"/>
              <a:t> la costa </a:t>
            </a:r>
            <a:r>
              <a:rPr lang="en-US" sz="2800" dirty="0" err="1"/>
              <a:t>este</a:t>
            </a:r>
            <a:r>
              <a:rPr lang="en-US" sz="2800" dirty="0"/>
              <a:t> de </a:t>
            </a:r>
            <a:r>
              <a:rPr lang="en-US" sz="2800" dirty="0" err="1"/>
              <a:t>Estados</a:t>
            </a:r>
            <a:r>
              <a:rPr lang="en-US" sz="2800" dirty="0"/>
              <a:t> Unidos y se </a:t>
            </a:r>
            <a:r>
              <a:rPr lang="en-US" sz="2800" dirty="0" err="1"/>
              <a:t>pagó</a:t>
            </a:r>
            <a:r>
              <a:rPr lang="en-US" sz="2800" dirty="0"/>
              <a:t> un </a:t>
            </a:r>
            <a:r>
              <a:rPr lang="en-US" sz="2800" dirty="0" err="1"/>
              <a:t>rescate</a:t>
            </a:r>
            <a:r>
              <a:rPr lang="en-US" sz="2800" dirty="0"/>
              <a:t> de 4.4 </a:t>
            </a:r>
            <a:r>
              <a:rPr lang="en-US" sz="2800" dirty="0" err="1"/>
              <a:t>millones</a:t>
            </a:r>
            <a:r>
              <a:rPr lang="en-US" sz="2800" dirty="0"/>
              <a:t> de </a:t>
            </a:r>
            <a:r>
              <a:rPr lang="en-US" sz="2800" dirty="0" err="1"/>
              <a:t>dólares</a:t>
            </a:r>
            <a:r>
              <a:rPr lang="en-US" sz="2800" dirty="0"/>
              <a:t> para </a:t>
            </a:r>
            <a:r>
              <a:rPr lang="en-US" sz="2800" dirty="0" err="1"/>
              <a:t>recuperar</a:t>
            </a:r>
            <a:r>
              <a:rPr lang="en-US" sz="2800" dirty="0"/>
              <a:t> </a:t>
            </a:r>
            <a:r>
              <a:rPr lang="en-US" sz="2800" dirty="0" err="1"/>
              <a:t>los</a:t>
            </a:r>
            <a:r>
              <a:rPr lang="en-US" sz="2800" dirty="0"/>
              <a:t> </a:t>
            </a:r>
            <a:r>
              <a:rPr lang="en-US" sz="2800" dirty="0" err="1"/>
              <a:t>datos</a:t>
            </a:r>
            <a:r>
              <a:rPr lang="en-US" sz="2800" dirty="0"/>
              <a:t>.</a:t>
            </a:r>
          </a:p>
          <a:p>
            <a:pPr indent="-228600" defTabSz="914400"/>
            <a:endParaRPr lang="en-US" sz="2800" dirty="0"/>
          </a:p>
        </p:txBody>
      </p:sp>
      <p:pic>
        <p:nvPicPr>
          <p:cNvPr id="6" name="Google Shape;135;p8" descr="Cómo protegerse de los virus, piratas informáticos y demás ataques? |  Tecnología - ComputerHoy.com">
            <a:extLst>
              <a:ext uri="{FF2B5EF4-FFF2-40B4-BE49-F238E27FC236}">
                <a16:creationId xmlns:a16="http://schemas.microsoft.com/office/drawing/2014/main" id="{CBDA63E0-E435-F587-0C69-2BD50736D54D}"/>
              </a:ext>
            </a:extLst>
          </p:cNvPr>
          <p:cNvPicPr preferRelativeResize="0"/>
          <p:nvPr/>
        </p:nvPicPr>
        <p:blipFill rotWithShape="1">
          <a:blip r:embed="rId2"/>
          <a:stretch/>
        </p:blipFill>
        <p:spPr>
          <a:xfrm>
            <a:off x="15727680" y="1417057"/>
            <a:ext cx="8028432" cy="5342556"/>
          </a:xfrm>
          <a:prstGeom prst="rect">
            <a:avLst/>
          </a:prstGeom>
          <a:noFill/>
        </p:spPr>
      </p:pic>
      <p:pic>
        <p:nvPicPr>
          <p:cNvPr id="5" name="Imagen 4" descr="Imagen que contiene Forma&#10;&#10;Descripción generada automáticamente">
            <a:extLst>
              <a:ext uri="{FF2B5EF4-FFF2-40B4-BE49-F238E27FC236}">
                <a16:creationId xmlns:a16="http://schemas.microsoft.com/office/drawing/2014/main" id="{3B7BBE4E-D482-6B96-E3EF-69B30EB488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27680" y="8596429"/>
            <a:ext cx="7991856" cy="3476457"/>
          </a:xfrm>
          <a:prstGeom prst="rect">
            <a:avLst/>
          </a:prstGeom>
        </p:spPr>
      </p:pic>
    </p:spTree>
    <p:extLst>
      <p:ext uri="{BB962C8B-B14F-4D97-AF65-F5344CB8AC3E}">
        <p14:creationId xmlns:p14="http://schemas.microsoft.com/office/powerpoint/2010/main" val="34593449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F07D643-CBCC-E675-D01B-2D360684976F}"/>
              </a:ext>
            </a:extLst>
          </p:cNvPr>
          <p:cNvSpPr>
            <a:spLocks noGrp="1"/>
          </p:cNvSpPr>
          <p:nvPr>
            <p:ph type="title" idx="4294967295"/>
          </p:nvPr>
        </p:nvSpPr>
        <p:spPr>
          <a:xfrm>
            <a:off x="1280160" y="658368"/>
            <a:ext cx="13789152" cy="3566160"/>
          </a:xfrm>
        </p:spPr>
        <p:txBody>
          <a:bodyPr vert="horz" lIns="91440" tIns="45720" rIns="91440" bIns="45720" rtlCol="0" anchor="b">
            <a:normAutofit/>
          </a:bodyPr>
          <a:lstStyle/>
          <a:p>
            <a:pPr defTabSz="914400"/>
            <a:r>
              <a:rPr lang="en-US" sz="10800" dirty="0"/>
              <a:t>Casos de Ransomware </a:t>
            </a:r>
            <a:r>
              <a:rPr lang="en-US" sz="10800" dirty="0" err="1"/>
              <a:t>en</a:t>
            </a:r>
            <a:r>
              <a:rPr lang="en-US" sz="10800" dirty="0"/>
              <a:t> </a:t>
            </a:r>
            <a:r>
              <a:rPr lang="en-US" sz="10800" dirty="0" err="1"/>
              <a:t>España</a:t>
            </a:r>
            <a:endParaRPr lang="en-US" sz="10800" dirty="0"/>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7904" y="4791456"/>
            <a:ext cx="8487178" cy="36576"/>
          </a:xfrm>
          <a:custGeom>
            <a:avLst/>
            <a:gdLst>
              <a:gd name="connsiteX0" fmla="*/ 0 w 8487178"/>
              <a:gd name="connsiteY0" fmla="*/ 0 h 36576"/>
              <a:gd name="connsiteX1" fmla="*/ 737732 w 8487178"/>
              <a:gd name="connsiteY1" fmla="*/ 0 h 36576"/>
              <a:gd name="connsiteX2" fmla="*/ 1560335 w 8487178"/>
              <a:gd name="connsiteY2" fmla="*/ 0 h 36576"/>
              <a:gd name="connsiteX3" fmla="*/ 1958580 w 8487178"/>
              <a:gd name="connsiteY3" fmla="*/ 0 h 36576"/>
              <a:gd name="connsiteX4" fmla="*/ 2526568 w 8487178"/>
              <a:gd name="connsiteY4" fmla="*/ 0 h 36576"/>
              <a:gd name="connsiteX5" fmla="*/ 2924812 w 8487178"/>
              <a:gd name="connsiteY5" fmla="*/ 0 h 36576"/>
              <a:gd name="connsiteX6" fmla="*/ 3577672 w 8487178"/>
              <a:gd name="connsiteY6" fmla="*/ 0 h 36576"/>
              <a:gd name="connsiteX7" fmla="*/ 4145660 w 8487178"/>
              <a:gd name="connsiteY7" fmla="*/ 0 h 36576"/>
              <a:gd name="connsiteX8" fmla="*/ 4883392 w 8487178"/>
              <a:gd name="connsiteY8" fmla="*/ 0 h 36576"/>
              <a:gd name="connsiteX9" fmla="*/ 5705995 w 8487178"/>
              <a:gd name="connsiteY9" fmla="*/ 0 h 36576"/>
              <a:gd name="connsiteX10" fmla="*/ 6358855 w 8487178"/>
              <a:gd name="connsiteY10" fmla="*/ 0 h 36576"/>
              <a:gd name="connsiteX11" fmla="*/ 7181458 w 8487178"/>
              <a:gd name="connsiteY11" fmla="*/ 0 h 36576"/>
              <a:gd name="connsiteX12" fmla="*/ 7834318 w 8487178"/>
              <a:gd name="connsiteY12" fmla="*/ 0 h 36576"/>
              <a:gd name="connsiteX13" fmla="*/ 8487178 w 8487178"/>
              <a:gd name="connsiteY13" fmla="*/ 0 h 36576"/>
              <a:gd name="connsiteX14" fmla="*/ 8487178 w 8487178"/>
              <a:gd name="connsiteY14" fmla="*/ 36576 h 36576"/>
              <a:gd name="connsiteX15" fmla="*/ 7834318 w 8487178"/>
              <a:gd name="connsiteY15" fmla="*/ 36576 h 36576"/>
              <a:gd name="connsiteX16" fmla="*/ 7351202 w 8487178"/>
              <a:gd name="connsiteY16" fmla="*/ 36576 h 36576"/>
              <a:gd name="connsiteX17" fmla="*/ 6952957 w 8487178"/>
              <a:gd name="connsiteY17" fmla="*/ 36576 h 36576"/>
              <a:gd name="connsiteX18" fmla="*/ 6384969 w 8487178"/>
              <a:gd name="connsiteY18" fmla="*/ 36576 h 36576"/>
              <a:gd name="connsiteX19" fmla="*/ 5732109 w 8487178"/>
              <a:gd name="connsiteY19" fmla="*/ 36576 h 36576"/>
              <a:gd name="connsiteX20" fmla="*/ 5164121 w 8487178"/>
              <a:gd name="connsiteY20" fmla="*/ 36576 h 36576"/>
              <a:gd name="connsiteX21" fmla="*/ 4681005 w 8487178"/>
              <a:gd name="connsiteY21" fmla="*/ 36576 h 36576"/>
              <a:gd name="connsiteX22" fmla="*/ 3858402 w 8487178"/>
              <a:gd name="connsiteY22" fmla="*/ 36576 h 36576"/>
              <a:gd name="connsiteX23" fmla="*/ 3205542 w 8487178"/>
              <a:gd name="connsiteY23" fmla="*/ 36576 h 36576"/>
              <a:gd name="connsiteX24" fmla="*/ 2467810 w 8487178"/>
              <a:gd name="connsiteY24" fmla="*/ 36576 h 36576"/>
              <a:gd name="connsiteX25" fmla="*/ 2069566 w 8487178"/>
              <a:gd name="connsiteY25" fmla="*/ 36576 h 36576"/>
              <a:gd name="connsiteX26" fmla="*/ 1586449 w 8487178"/>
              <a:gd name="connsiteY26" fmla="*/ 36576 h 36576"/>
              <a:gd name="connsiteX27" fmla="*/ 933590 w 8487178"/>
              <a:gd name="connsiteY27" fmla="*/ 36576 h 36576"/>
              <a:gd name="connsiteX28" fmla="*/ 0 w 8487178"/>
              <a:gd name="connsiteY28" fmla="*/ 36576 h 36576"/>
              <a:gd name="connsiteX29" fmla="*/ 0 w 8487178"/>
              <a:gd name="connsiteY29"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87178" h="36576" fill="none" extrusionOk="0">
                <a:moveTo>
                  <a:pt x="0" y="0"/>
                </a:moveTo>
                <a:cubicBezTo>
                  <a:pt x="158648" y="-23080"/>
                  <a:pt x="414015" y="33691"/>
                  <a:pt x="737732" y="0"/>
                </a:cubicBezTo>
                <a:cubicBezTo>
                  <a:pt x="1061449" y="-33691"/>
                  <a:pt x="1348785" y="-6923"/>
                  <a:pt x="1560335" y="0"/>
                </a:cubicBezTo>
                <a:cubicBezTo>
                  <a:pt x="1771885" y="6923"/>
                  <a:pt x="1874673" y="6083"/>
                  <a:pt x="1958580" y="0"/>
                </a:cubicBezTo>
                <a:cubicBezTo>
                  <a:pt x="2042488" y="-6083"/>
                  <a:pt x="2411773" y="5497"/>
                  <a:pt x="2526568" y="0"/>
                </a:cubicBezTo>
                <a:cubicBezTo>
                  <a:pt x="2641363" y="-5497"/>
                  <a:pt x="2769955" y="14545"/>
                  <a:pt x="2924812" y="0"/>
                </a:cubicBezTo>
                <a:cubicBezTo>
                  <a:pt x="3079669" y="-14545"/>
                  <a:pt x="3398796" y="-305"/>
                  <a:pt x="3577672" y="0"/>
                </a:cubicBezTo>
                <a:cubicBezTo>
                  <a:pt x="3756548" y="305"/>
                  <a:pt x="4010524" y="-19439"/>
                  <a:pt x="4145660" y="0"/>
                </a:cubicBezTo>
                <a:cubicBezTo>
                  <a:pt x="4280796" y="19439"/>
                  <a:pt x="4519168" y="18856"/>
                  <a:pt x="4883392" y="0"/>
                </a:cubicBezTo>
                <a:cubicBezTo>
                  <a:pt x="5247616" y="-18856"/>
                  <a:pt x="5354959" y="-20344"/>
                  <a:pt x="5705995" y="0"/>
                </a:cubicBezTo>
                <a:cubicBezTo>
                  <a:pt x="6057031" y="20344"/>
                  <a:pt x="6165300" y="31467"/>
                  <a:pt x="6358855" y="0"/>
                </a:cubicBezTo>
                <a:cubicBezTo>
                  <a:pt x="6552410" y="-31467"/>
                  <a:pt x="6791945" y="-470"/>
                  <a:pt x="7181458" y="0"/>
                </a:cubicBezTo>
                <a:cubicBezTo>
                  <a:pt x="7570971" y="470"/>
                  <a:pt x="7589420" y="-27923"/>
                  <a:pt x="7834318" y="0"/>
                </a:cubicBezTo>
                <a:cubicBezTo>
                  <a:pt x="8079216" y="27923"/>
                  <a:pt x="8244660" y="-28188"/>
                  <a:pt x="8487178" y="0"/>
                </a:cubicBezTo>
                <a:cubicBezTo>
                  <a:pt x="8487756" y="9299"/>
                  <a:pt x="8487778" y="26774"/>
                  <a:pt x="8487178" y="36576"/>
                </a:cubicBezTo>
                <a:cubicBezTo>
                  <a:pt x="8193354" y="68129"/>
                  <a:pt x="8121938" y="60994"/>
                  <a:pt x="7834318" y="36576"/>
                </a:cubicBezTo>
                <a:cubicBezTo>
                  <a:pt x="7546698" y="12158"/>
                  <a:pt x="7507615" y="29628"/>
                  <a:pt x="7351202" y="36576"/>
                </a:cubicBezTo>
                <a:cubicBezTo>
                  <a:pt x="7194789" y="43524"/>
                  <a:pt x="7096566" y="31598"/>
                  <a:pt x="6952957" y="36576"/>
                </a:cubicBezTo>
                <a:cubicBezTo>
                  <a:pt x="6809349" y="41554"/>
                  <a:pt x="6510534" y="54733"/>
                  <a:pt x="6384969" y="36576"/>
                </a:cubicBezTo>
                <a:cubicBezTo>
                  <a:pt x="6259404" y="18419"/>
                  <a:pt x="5956387" y="64521"/>
                  <a:pt x="5732109" y="36576"/>
                </a:cubicBezTo>
                <a:cubicBezTo>
                  <a:pt x="5507831" y="8631"/>
                  <a:pt x="5425540" y="32239"/>
                  <a:pt x="5164121" y="36576"/>
                </a:cubicBezTo>
                <a:cubicBezTo>
                  <a:pt x="4902702" y="40913"/>
                  <a:pt x="4815733" y="45661"/>
                  <a:pt x="4681005" y="36576"/>
                </a:cubicBezTo>
                <a:cubicBezTo>
                  <a:pt x="4546277" y="27491"/>
                  <a:pt x="4111650" y="24454"/>
                  <a:pt x="3858402" y="36576"/>
                </a:cubicBezTo>
                <a:cubicBezTo>
                  <a:pt x="3605154" y="48698"/>
                  <a:pt x="3355682" y="45487"/>
                  <a:pt x="3205542" y="36576"/>
                </a:cubicBezTo>
                <a:cubicBezTo>
                  <a:pt x="3055402" y="27665"/>
                  <a:pt x="2716580" y="64954"/>
                  <a:pt x="2467810" y="36576"/>
                </a:cubicBezTo>
                <a:cubicBezTo>
                  <a:pt x="2219040" y="8198"/>
                  <a:pt x="2149690" y="30867"/>
                  <a:pt x="2069566" y="36576"/>
                </a:cubicBezTo>
                <a:cubicBezTo>
                  <a:pt x="1989442" y="42285"/>
                  <a:pt x="1703335" y="42806"/>
                  <a:pt x="1586449" y="36576"/>
                </a:cubicBezTo>
                <a:cubicBezTo>
                  <a:pt x="1469563" y="30346"/>
                  <a:pt x="1212036" y="34821"/>
                  <a:pt x="933590" y="36576"/>
                </a:cubicBezTo>
                <a:cubicBezTo>
                  <a:pt x="655144" y="38331"/>
                  <a:pt x="215255" y="74183"/>
                  <a:pt x="0" y="36576"/>
                </a:cubicBezTo>
                <a:cubicBezTo>
                  <a:pt x="-516" y="20544"/>
                  <a:pt x="1802" y="17140"/>
                  <a:pt x="0" y="0"/>
                </a:cubicBezTo>
                <a:close/>
              </a:path>
              <a:path w="8487178" h="36576" stroke="0" extrusionOk="0">
                <a:moveTo>
                  <a:pt x="0" y="0"/>
                </a:moveTo>
                <a:cubicBezTo>
                  <a:pt x="141875" y="16416"/>
                  <a:pt x="317987" y="-14018"/>
                  <a:pt x="483116" y="0"/>
                </a:cubicBezTo>
                <a:cubicBezTo>
                  <a:pt x="648245" y="14018"/>
                  <a:pt x="704570" y="5647"/>
                  <a:pt x="881361" y="0"/>
                </a:cubicBezTo>
                <a:cubicBezTo>
                  <a:pt x="1058153" y="-5647"/>
                  <a:pt x="1211393" y="2543"/>
                  <a:pt x="1364477" y="0"/>
                </a:cubicBezTo>
                <a:cubicBezTo>
                  <a:pt x="1517561" y="-2543"/>
                  <a:pt x="1713772" y="-6752"/>
                  <a:pt x="2017337" y="0"/>
                </a:cubicBezTo>
                <a:cubicBezTo>
                  <a:pt x="2320902" y="6752"/>
                  <a:pt x="2535852" y="27273"/>
                  <a:pt x="2755069" y="0"/>
                </a:cubicBezTo>
                <a:cubicBezTo>
                  <a:pt x="2974286" y="-27273"/>
                  <a:pt x="3322220" y="-6972"/>
                  <a:pt x="3577672" y="0"/>
                </a:cubicBezTo>
                <a:cubicBezTo>
                  <a:pt x="3833124" y="6972"/>
                  <a:pt x="4082700" y="-30587"/>
                  <a:pt x="4400275" y="0"/>
                </a:cubicBezTo>
                <a:cubicBezTo>
                  <a:pt x="4717850" y="30587"/>
                  <a:pt x="4848568" y="-17249"/>
                  <a:pt x="4968263" y="0"/>
                </a:cubicBezTo>
                <a:cubicBezTo>
                  <a:pt x="5087958" y="17249"/>
                  <a:pt x="5447087" y="18553"/>
                  <a:pt x="5705995" y="0"/>
                </a:cubicBezTo>
                <a:cubicBezTo>
                  <a:pt x="5964903" y="-18553"/>
                  <a:pt x="6211105" y="-17498"/>
                  <a:pt x="6358855" y="0"/>
                </a:cubicBezTo>
                <a:cubicBezTo>
                  <a:pt x="6506605" y="17498"/>
                  <a:pt x="6655586" y="-15953"/>
                  <a:pt x="6926843" y="0"/>
                </a:cubicBezTo>
                <a:cubicBezTo>
                  <a:pt x="7198100" y="15953"/>
                  <a:pt x="7439942" y="-28058"/>
                  <a:pt x="7664575" y="0"/>
                </a:cubicBezTo>
                <a:cubicBezTo>
                  <a:pt x="7889208" y="28058"/>
                  <a:pt x="8244819" y="-11603"/>
                  <a:pt x="8487178" y="0"/>
                </a:cubicBezTo>
                <a:cubicBezTo>
                  <a:pt x="8486954" y="11559"/>
                  <a:pt x="8486570" y="21146"/>
                  <a:pt x="8487178" y="36576"/>
                </a:cubicBezTo>
                <a:cubicBezTo>
                  <a:pt x="8363638" y="18444"/>
                  <a:pt x="8225194" y="49967"/>
                  <a:pt x="8004062" y="36576"/>
                </a:cubicBezTo>
                <a:cubicBezTo>
                  <a:pt x="7782930" y="23185"/>
                  <a:pt x="7442338" y="64256"/>
                  <a:pt x="7181458" y="36576"/>
                </a:cubicBezTo>
                <a:cubicBezTo>
                  <a:pt x="6920578" y="8896"/>
                  <a:pt x="6812793" y="31551"/>
                  <a:pt x="6698342" y="36576"/>
                </a:cubicBezTo>
                <a:cubicBezTo>
                  <a:pt x="6583891" y="41601"/>
                  <a:pt x="6260356" y="9334"/>
                  <a:pt x="5960610" y="36576"/>
                </a:cubicBezTo>
                <a:cubicBezTo>
                  <a:pt x="5660864" y="63818"/>
                  <a:pt x="5663756" y="35872"/>
                  <a:pt x="5562366" y="36576"/>
                </a:cubicBezTo>
                <a:cubicBezTo>
                  <a:pt x="5460976" y="37280"/>
                  <a:pt x="5069820" y="22312"/>
                  <a:pt x="4909506" y="36576"/>
                </a:cubicBezTo>
                <a:cubicBezTo>
                  <a:pt x="4749192" y="50840"/>
                  <a:pt x="4551078" y="46187"/>
                  <a:pt x="4426390" y="36576"/>
                </a:cubicBezTo>
                <a:cubicBezTo>
                  <a:pt x="4301702" y="26965"/>
                  <a:pt x="3916782" y="59932"/>
                  <a:pt x="3603786" y="36576"/>
                </a:cubicBezTo>
                <a:cubicBezTo>
                  <a:pt x="3290790" y="13220"/>
                  <a:pt x="3382822" y="52886"/>
                  <a:pt x="3205542" y="36576"/>
                </a:cubicBezTo>
                <a:cubicBezTo>
                  <a:pt x="3028262" y="20266"/>
                  <a:pt x="2723637" y="9596"/>
                  <a:pt x="2552682" y="36576"/>
                </a:cubicBezTo>
                <a:cubicBezTo>
                  <a:pt x="2381727" y="63556"/>
                  <a:pt x="2306903" y="19145"/>
                  <a:pt x="2154437" y="36576"/>
                </a:cubicBezTo>
                <a:cubicBezTo>
                  <a:pt x="2001972" y="54007"/>
                  <a:pt x="1880716" y="55934"/>
                  <a:pt x="1671321" y="36576"/>
                </a:cubicBezTo>
                <a:cubicBezTo>
                  <a:pt x="1461926" y="17218"/>
                  <a:pt x="1116754" y="69031"/>
                  <a:pt x="933590" y="36576"/>
                </a:cubicBezTo>
                <a:cubicBezTo>
                  <a:pt x="750426" y="4121"/>
                  <a:pt x="234904" y="7568"/>
                  <a:pt x="0" y="36576"/>
                </a:cubicBezTo>
                <a:cubicBezTo>
                  <a:pt x="-299" y="20797"/>
                  <a:pt x="-1602" y="1003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7F19251-E5AB-A4C0-140C-9ABD9A60F21B}"/>
              </a:ext>
            </a:extLst>
          </p:cNvPr>
          <p:cNvSpPr>
            <a:spLocks noGrp="1"/>
          </p:cNvSpPr>
          <p:nvPr>
            <p:ph idx="4294967295"/>
          </p:nvPr>
        </p:nvSpPr>
        <p:spPr>
          <a:xfrm>
            <a:off x="446567" y="5413247"/>
            <a:ext cx="14622745" cy="7941245"/>
          </a:xfrm>
        </p:spPr>
        <p:txBody>
          <a:bodyPr vert="horz" lIns="91440" tIns="45720" rIns="91440" bIns="45720" rtlCol="0">
            <a:normAutofit/>
          </a:bodyPr>
          <a:lstStyle/>
          <a:p>
            <a:pPr indent="-228600" defTabSz="914400"/>
            <a:r>
              <a:rPr lang="en-US" sz="2800" b="1" dirty="0"/>
              <a:t>El </a:t>
            </a:r>
            <a:r>
              <a:rPr lang="en-US" sz="2800" b="1" dirty="0" err="1"/>
              <a:t>ataque</a:t>
            </a:r>
            <a:r>
              <a:rPr lang="en-US" sz="2800" b="1" dirty="0"/>
              <a:t> a SEPE</a:t>
            </a:r>
            <a:r>
              <a:rPr lang="en-US" sz="2800" dirty="0"/>
              <a:t>: En </a:t>
            </a:r>
            <a:r>
              <a:rPr lang="en-US" sz="2800" dirty="0" err="1"/>
              <a:t>marzo</a:t>
            </a:r>
            <a:r>
              <a:rPr lang="en-US" sz="2800" dirty="0"/>
              <a:t> de 2021, </a:t>
            </a:r>
            <a:r>
              <a:rPr lang="en-US" sz="2800" dirty="0" err="1"/>
              <a:t>el</a:t>
            </a:r>
            <a:r>
              <a:rPr lang="en-US" sz="2800" dirty="0"/>
              <a:t> </a:t>
            </a:r>
            <a:r>
              <a:rPr lang="en-US" sz="2800" dirty="0" err="1"/>
              <a:t>Servicio</a:t>
            </a:r>
            <a:r>
              <a:rPr lang="en-US" sz="2800" dirty="0"/>
              <a:t> Público de </a:t>
            </a:r>
            <a:r>
              <a:rPr lang="en-US" sz="2800" dirty="0" err="1"/>
              <a:t>Empleo</a:t>
            </a:r>
            <a:r>
              <a:rPr lang="en-US" sz="2800" dirty="0"/>
              <a:t> </a:t>
            </a:r>
            <a:r>
              <a:rPr lang="en-US" sz="2800" dirty="0" err="1"/>
              <a:t>Estatal</a:t>
            </a:r>
            <a:r>
              <a:rPr lang="en-US" sz="2800" dirty="0"/>
              <a:t> (SEPE) de </a:t>
            </a:r>
            <a:r>
              <a:rPr lang="en-US" sz="2800" dirty="0" err="1"/>
              <a:t>España</a:t>
            </a:r>
            <a:r>
              <a:rPr lang="en-US" sz="2800" dirty="0"/>
              <a:t> </a:t>
            </a:r>
            <a:r>
              <a:rPr lang="en-US" sz="2800" dirty="0" err="1"/>
              <a:t>sufrió</a:t>
            </a:r>
            <a:r>
              <a:rPr lang="en-US" sz="2800" dirty="0"/>
              <a:t> un </a:t>
            </a:r>
            <a:r>
              <a:rPr lang="en-US" sz="2800" dirty="0" err="1"/>
              <a:t>ataque</a:t>
            </a:r>
            <a:r>
              <a:rPr lang="en-US" sz="2800" dirty="0"/>
              <a:t> de ransomware que </a:t>
            </a:r>
            <a:r>
              <a:rPr lang="en-US" sz="2800" dirty="0" err="1"/>
              <a:t>dejó</a:t>
            </a:r>
            <a:r>
              <a:rPr lang="en-US" sz="2800" dirty="0"/>
              <a:t> a la </a:t>
            </a:r>
            <a:r>
              <a:rPr lang="en-US" sz="2800" dirty="0" err="1"/>
              <a:t>organización</a:t>
            </a:r>
            <a:r>
              <a:rPr lang="en-US" sz="2800" dirty="0"/>
              <a:t> sin </a:t>
            </a:r>
            <a:r>
              <a:rPr lang="en-US" sz="2800" dirty="0" err="1"/>
              <a:t>acceso</a:t>
            </a:r>
            <a:r>
              <a:rPr lang="en-US" sz="2800" dirty="0"/>
              <a:t> a sus </a:t>
            </a:r>
            <a:r>
              <a:rPr lang="en-US" sz="2800" dirty="0" err="1"/>
              <a:t>sistemas</a:t>
            </a:r>
            <a:r>
              <a:rPr lang="en-US" sz="2800" dirty="0"/>
              <a:t> </a:t>
            </a:r>
            <a:r>
              <a:rPr lang="en-US" sz="2800" dirty="0" err="1"/>
              <a:t>informáticos</a:t>
            </a:r>
            <a:r>
              <a:rPr lang="en-US" sz="2800" dirty="0"/>
              <a:t> </a:t>
            </a:r>
            <a:r>
              <a:rPr lang="en-US" sz="2800" dirty="0" err="1"/>
              <a:t>durante</a:t>
            </a:r>
            <a:r>
              <a:rPr lang="en-US" sz="2800" dirty="0"/>
              <a:t> </a:t>
            </a:r>
            <a:r>
              <a:rPr lang="en-US" sz="2800" dirty="0" err="1"/>
              <a:t>varios</a:t>
            </a:r>
            <a:r>
              <a:rPr lang="en-US" sz="2800" dirty="0"/>
              <a:t> días. El </a:t>
            </a:r>
            <a:r>
              <a:rPr lang="en-US" sz="2800" dirty="0" err="1"/>
              <a:t>ataque</a:t>
            </a:r>
            <a:r>
              <a:rPr lang="en-US" sz="2800" dirty="0"/>
              <a:t> </a:t>
            </a:r>
            <a:r>
              <a:rPr lang="en-US" sz="2800" dirty="0" err="1"/>
              <a:t>afectó</a:t>
            </a:r>
            <a:r>
              <a:rPr lang="en-US" sz="2800" dirty="0"/>
              <a:t> a </a:t>
            </a:r>
            <a:r>
              <a:rPr lang="en-US" sz="2800" dirty="0" err="1"/>
              <a:t>los</a:t>
            </a:r>
            <a:r>
              <a:rPr lang="en-US" sz="2800" dirty="0"/>
              <a:t> </a:t>
            </a:r>
            <a:r>
              <a:rPr lang="en-US" sz="2800" dirty="0" err="1"/>
              <a:t>servicios</a:t>
            </a:r>
            <a:r>
              <a:rPr lang="en-US" sz="2800" dirty="0"/>
              <a:t> de </a:t>
            </a:r>
            <a:r>
              <a:rPr lang="en-US" sz="2800" dirty="0" err="1"/>
              <a:t>empleo</a:t>
            </a:r>
            <a:r>
              <a:rPr lang="en-US" sz="2800" dirty="0"/>
              <a:t> </a:t>
            </a:r>
            <a:r>
              <a:rPr lang="en-US" sz="2800" dirty="0" err="1"/>
              <a:t>en</a:t>
            </a:r>
            <a:r>
              <a:rPr lang="en-US" sz="2800" dirty="0"/>
              <a:t> </a:t>
            </a:r>
            <a:r>
              <a:rPr lang="en-US" sz="2800" dirty="0" err="1"/>
              <a:t>todo</a:t>
            </a:r>
            <a:r>
              <a:rPr lang="en-US" sz="2800" dirty="0"/>
              <a:t> </a:t>
            </a:r>
            <a:r>
              <a:rPr lang="en-US" sz="2800" dirty="0" err="1"/>
              <a:t>el</a:t>
            </a:r>
            <a:r>
              <a:rPr lang="en-US" sz="2800" dirty="0"/>
              <a:t> </a:t>
            </a:r>
            <a:r>
              <a:rPr lang="en-US" sz="2800" dirty="0" err="1"/>
              <a:t>país</a:t>
            </a:r>
            <a:r>
              <a:rPr lang="en-US" sz="2800" dirty="0"/>
              <a:t> y se </a:t>
            </a:r>
            <a:r>
              <a:rPr lang="en-US" sz="2800" dirty="0" err="1"/>
              <a:t>sospecha</a:t>
            </a:r>
            <a:r>
              <a:rPr lang="en-US" sz="2800" dirty="0"/>
              <a:t> que </a:t>
            </a:r>
            <a:r>
              <a:rPr lang="en-US" sz="2800" dirty="0" err="1"/>
              <a:t>pudo</a:t>
            </a:r>
            <a:r>
              <a:rPr lang="en-US" sz="2800" dirty="0"/>
              <a:t> ser </a:t>
            </a:r>
            <a:r>
              <a:rPr lang="en-US" sz="2800" dirty="0" err="1"/>
              <a:t>perpetrado</a:t>
            </a:r>
            <a:r>
              <a:rPr lang="en-US" sz="2800" dirty="0"/>
              <a:t> </a:t>
            </a:r>
            <a:r>
              <a:rPr lang="en-US" sz="2800" dirty="0" err="1"/>
              <a:t>por</a:t>
            </a:r>
            <a:r>
              <a:rPr lang="en-US" sz="2800" dirty="0"/>
              <a:t> un </a:t>
            </a:r>
            <a:r>
              <a:rPr lang="en-US" sz="2800" dirty="0" err="1"/>
              <a:t>grupo</a:t>
            </a:r>
            <a:r>
              <a:rPr lang="en-US" sz="2800" dirty="0"/>
              <a:t> de </a:t>
            </a:r>
            <a:r>
              <a:rPr lang="en-US" sz="2800" dirty="0" err="1"/>
              <a:t>ciberdelincuentes</a:t>
            </a:r>
            <a:r>
              <a:rPr lang="en-US" sz="2800" dirty="0"/>
              <a:t> </a:t>
            </a:r>
            <a:r>
              <a:rPr lang="en-US" sz="2800" dirty="0" err="1"/>
              <a:t>rusos</a:t>
            </a:r>
            <a:r>
              <a:rPr lang="en-US" sz="2800" dirty="0"/>
              <a:t>.</a:t>
            </a:r>
          </a:p>
          <a:p>
            <a:pPr indent="-228600" defTabSz="914400"/>
            <a:r>
              <a:rPr lang="en-US" sz="2800" b="1" dirty="0"/>
              <a:t>El </a:t>
            </a:r>
            <a:r>
              <a:rPr lang="en-US" sz="2800" b="1" dirty="0" err="1"/>
              <a:t>ataque</a:t>
            </a:r>
            <a:r>
              <a:rPr lang="en-US" sz="2800" b="1" dirty="0"/>
              <a:t> a </a:t>
            </a:r>
            <a:r>
              <a:rPr lang="en-US" sz="2800" b="1" dirty="0" err="1"/>
              <a:t>Everis</a:t>
            </a:r>
            <a:r>
              <a:rPr lang="en-US" sz="2800" b="1" dirty="0"/>
              <a:t>: </a:t>
            </a:r>
            <a:r>
              <a:rPr lang="en-US" sz="2800" dirty="0"/>
              <a:t>En </a:t>
            </a:r>
            <a:r>
              <a:rPr lang="en-US" sz="2800" dirty="0" err="1"/>
              <a:t>septiembre</a:t>
            </a:r>
            <a:r>
              <a:rPr lang="en-US" sz="2800" dirty="0"/>
              <a:t> de 2019, la </a:t>
            </a:r>
            <a:r>
              <a:rPr lang="en-US" sz="2800" dirty="0" err="1"/>
              <a:t>empresa</a:t>
            </a:r>
            <a:r>
              <a:rPr lang="en-US" sz="2800" dirty="0"/>
              <a:t> de </a:t>
            </a:r>
            <a:r>
              <a:rPr lang="en-US" sz="2800" dirty="0" err="1"/>
              <a:t>servicios</a:t>
            </a:r>
            <a:r>
              <a:rPr lang="en-US" sz="2800" dirty="0"/>
              <a:t> de </a:t>
            </a:r>
            <a:r>
              <a:rPr lang="en-US" sz="2800" dirty="0" err="1"/>
              <a:t>consultoría</a:t>
            </a:r>
            <a:r>
              <a:rPr lang="en-US" sz="2800" dirty="0"/>
              <a:t> </a:t>
            </a:r>
            <a:r>
              <a:rPr lang="en-US" sz="2800" dirty="0" err="1"/>
              <a:t>tecnológica</a:t>
            </a:r>
            <a:r>
              <a:rPr lang="en-US" sz="2800" dirty="0"/>
              <a:t> </a:t>
            </a:r>
            <a:r>
              <a:rPr lang="en-US" sz="2800" dirty="0" err="1"/>
              <a:t>Everis</a:t>
            </a:r>
            <a:r>
              <a:rPr lang="en-US" sz="2800" dirty="0"/>
              <a:t> </a:t>
            </a:r>
            <a:r>
              <a:rPr lang="en-US" sz="2800" dirty="0" err="1"/>
              <a:t>sufrió</a:t>
            </a:r>
            <a:r>
              <a:rPr lang="en-US" sz="2800" dirty="0"/>
              <a:t> un </a:t>
            </a:r>
            <a:r>
              <a:rPr lang="en-US" sz="2800" dirty="0" err="1"/>
              <a:t>ataque</a:t>
            </a:r>
            <a:r>
              <a:rPr lang="en-US" sz="2800" dirty="0"/>
              <a:t> de ransomware que </a:t>
            </a:r>
            <a:r>
              <a:rPr lang="en-US" sz="2800" dirty="0" err="1"/>
              <a:t>afectó</a:t>
            </a:r>
            <a:r>
              <a:rPr lang="en-US" sz="2800" dirty="0"/>
              <a:t> a sus </a:t>
            </a:r>
            <a:r>
              <a:rPr lang="en-US" sz="2800" dirty="0" err="1"/>
              <a:t>sistemas</a:t>
            </a:r>
            <a:r>
              <a:rPr lang="en-US" sz="2800" dirty="0"/>
              <a:t> </a:t>
            </a:r>
            <a:r>
              <a:rPr lang="en-US" sz="2800" dirty="0" err="1"/>
              <a:t>informáticos</a:t>
            </a:r>
            <a:r>
              <a:rPr lang="en-US" sz="2800" dirty="0"/>
              <a:t> </a:t>
            </a:r>
            <a:r>
              <a:rPr lang="en-US" sz="2800" dirty="0" err="1"/>
              <a:t>en</a:t>
            </a:r>
            <a:r>
              <a:rPr lang="en-US" sz="2800" dirty="0"/>
              <a:t> </a:t>
            </a:r>
            <a:r>
              <a:rPr lang="en-US" sz="2800" dirty="0" err="1"/>
              <a:t>España</a:t>
            </a:r>
            <a:r>
              <a:rPr lang="en-US" sz="2800" dirty="0"/>
              <a:t> y </a:t>
            </a:r>
            <a:r>
              <a:rPr lang="en-US" sz="2800" dirty="0" err="1"/>
              <a:t>otros</a:t>
            </a:r>
            <a:r>
              <a:rPr lang="en-US" sz="2800" dirty="0"/>
              <a:t> </a:t>
            </a:r>
            <a:r>
              <a:rPr lang="en-US" sz="2800" dirty="0" err="1"/>
              <a:t>países</a:t>
            </a:r>
            <a:r>
              <a:rPr lang="en-US" sz="2800" dirty="0"/>
              <a:t>. Los </a:t>
            </a:r>
            <a:r>
              <a:rPr lang="en-US" sz="2800" dirty="0" err="1"/>
              <a:t>atacantes</a:t>
            </a:r>
            <a:r>
              <a:rPr lang="en-US" sz="2800" dirty="0"/>
              <a:t> </a:t>
            </a:r>
            <a:r>
              <a:rPr lang="en-US" sz="2800" dirty="0" err="1"/>
              <a:t>exigieron</a:t>
            </a:r>
            <a:r>
              <a:rPr lang="en-US" sz="2800" dirty="0"/>
              <a:t> un </a:t>
            </a:r>
            <a:r>
              <a:rPr lang="en-US" sz="2800" dirty="0" err="1"/>
              <a:t>rescate</a:t>
            </a:r>
            <a:r>
              <a:rPr lang="en-US" sz="2800" dirty="0"/>
              <a:t> </a:t>
            </a:r>
            <a:r>
              <a:rPr lang="en-US" sz="2800" dirty="0" err="1"/>
              <a:t>en</a:t>
            </a:r>
            <a:r>
              <a:rPr lang="en-US" sz="2800" dirty="0"/>
              <a:t> </a:t>
            </a:r>
            <a:r>
              <a:rPr lang="en-US" sz="2800" dirty="0" err="1"/>
              <a:t>criptomonedas</a:t>
            </a:r>
            <a:r>
              <a:rPr lang="en-US" sz="2800" dirty="0"/>
              <a:t> para </a:t>
            </a:r>
            <a:r>
              <a:rPr lang="en-US" sz="2800" dirty="0" err="1"/>
              <a:t>desbloquear</a:t>
            </a:r>
            <a:r>
              <a:rPr lang="en-US" sz="2800" dirty="0"/>
              <a:t> </a:t>
            </a:r>
            <a:r>
              <a:rPr lang="en-US" sz="2800" dirty="0" err="1"/>
              <a:t>los</a:t>
            </a:r>
            <a:r>
              <a:rPr lang="en-US" sz="2800" dirty="0"/>
              <a:t> </a:t>
            </a:r>
            <a:r>
              <a:rPr lang="en-US" sz="2800" dirty="0" err="1"/>
              <a:t>sistemas</a:t>
            </a:r>
            <a:r>
              <a:rPr lang="en-US" sz="2800" dirty="0"/>
              <a:t>.</a:t>
            </a:r>
          </a:p>
          <a:p>
            <a:pPr indent="-228600" defTabSz="914400"/>
            <a:r>
              <a:rPr lang="en-US" sz="2800" b="1" dirty="0"/>
              <a:t>El </a:t>
            </a:r>
            <a:r>
              <a:rPr lang="en-US" sz="2800" b="1" dirty="0" err="1"/>
              <a:t>ataque</a:t>
            </a:r>
            <a:r>
              <a:rPr lang="en-US" sz="2800" b="1" dirty="0"/>
              <a:t> a Redes </a:t>
            </a:r>
            <a:r>
              <a:rPr lang="en-US" sz="2800" b="1" dirty="0" err="1"/>
              <a:t>Energéticas</a:t>
            </a:r>
            <a:r>
              <a:rPr lang="en-US" sz="2800" b="1" dirty="0"/>
              <a:t> </a:t>
            </a:r>
            <a:r>
              <a:rPr lang="en-US" sz="2800" b="1" dirty="0" err="1"/>
              <a:t>Nacionales</a:t>
            </a:r>
            <a:r>
              <a:rPr lang="en-US" sz="2800" b="1" dirty="0"/>
              <a:t> (REN): </a:t>
            </a:r>
            <a:r>
              <a:rPr lang="en-US" sz="2800" dirty="0"/>
              <a:t>En </a:t>
            </a:r>
            <a:r>
              <a:rPr lang="en-US" sz="2800" dirty="0" err="1"/>
              <a:t>diciembre</a:t>
            </a:r>
            <a:r>
              <a:rPr lang="en-US" sz="2800" dirty="0"/>
              <a:t> de 2020, la </a:t>
            </a:r>
            <a:r>
              <a:rPr lang="en-US" sz="2800" dirty="0" err="1"/>
              <a:t>empresa</a:t>
            </a:r>
            <a:r>
              <a:rPr lang="en-US" sz="2800" dirty="0"/>
              <a:t> </a:t>
            </a:r>
            <a:r>
              <a:rPr lang="en-US" sz="2800" dirty="0" err="1"/>
              <a:t>española</a:t>
            </a:r>
            <a:r>
              <a:rPr lang="en-US" sz="2800" dirty="0"/>
              <a:t> REN </a:t>
            </a:r>
            <a:r>
              <a:rPr lang="en-US" sz="2800" dirty="0" err="1"/>
              <a:t>sufrió</a:t>
            </a:r>
            <a:r>
              <a:rPr lang="en-US" sz="2800" dirty="0"/>
              <a:t> un </a:t>
            </a:r>
            <a:r>
              <a:rPr lang="en-US" sz="2800" dirty="0" err="1"/>
              <a:t>ataque</a:t>
            </a:r>
            <a:r>
              <a:rPr lang="en-US" sz="2800" dirty="0"/>
              <a:t> de ransomware que </a:t>
            </a:r>
            <a:r>
              <a:rPr lang="en-US" sz="2800" dirty="0" err="1"/>
              <a:t>afectó</a:t>
            </a:r>
            <a:r>
              <a:rPr lang="en-US" sz="2800" dirty="0"/>
              <a:t> a </a:t>
            </a:r>
            <a:r>
              <a:rPr lang="en-US" sz="2800" dirty="0" err="1"/>
              <a:t>su</a:t>
            </a:r>
            <a:r>
              <a:rPr lang="en-US" sz="2800" dirty="0"/>
              <a:t> red de </a:t>
            </a:r>
            <a:r>
              <a:rPr lang="en-US" sz="2800" dirty="0" err="1"/>
              <a:t>telecomunicaciones</a:t>
            </a:r>
            <a:r>
              <a:rPr lang="en-US" sz="2800" dirty="0"/>
              <a:t>. </a:t>
            </a:r>
            <a:r>
              <a:rPr lang="en-US" sz="2800" dirty="0" err="1"/>
              <a:t>Aunque</a:t>
            </a:r>
            <a:r>
              <a:rPr lang="en-US" sz="2800" dirty="0"/>
              <a:t> la </a:t>
            </a:r>
            <a:r>
              <a:rPr lang="en-US" sz="2800" dirty="0" err="1"/>
              <a:t>empresa</a:t>
            </a:r>
            <a:r>
              <a:rPr lang="en-US" sz="2800" dirty="0"/>
              <a:t> </a:t>
            </a:r>
            <a:r>
              <a:rPr lang="en-US" sz="2800" dirty="0" err="1"/>
              <a:t>aseguró</a:t>
            </a:r>
            <a:r>
              <a:rPr lang="en-US" sz="2800" dirty="0"/>
              <a:t> que no se </a:t>
            </a:r>
            <a:r>
              <a:rPr lang="en-US" sz="2800" dirty="0" err="1"/>
              <a:t>produjo</a:t>
            </a:r>
            <a:r>
              <a:rPr lang="en-US" sz="2800" dirty="0"/>
              <a:t> </a:t>
            </a:r>
            <a:r>
              <a:rPr lang="en-US" sz="2800" dirty="0" err="1"/>
              <a:t>una</a:t>
            </a:r>
            <a:r>
              <a:rPr lang="en-US" sz="2800" dirty="0"/>
              <a:t> </a:t>
            </a:r>
            <a:r>
              <a:rPr lang="en-US" sz="2800" dirty="0" err="1"/>
              <a:t>interrupción</a:t>
            </a:r>
            <a:r>
              <a:rPr lang="en-US" sz="2800" dirty="0"/>
              <a:t> </a:t>
            </a:r>
            <a:r>
              <a:rPr lang="en-US" sz="2800" dirty="0" err="1"/>
              <a:t>en</a:t>
            </a:r>
            <a:r>
              <a:rPr lang="en-US" sz="2800" dirty="0"/>
              <a:t> </a:t>
            </a:r>
            <a:r>
              <a:rPr lang="en-US" sz="2800" dirty="0" err="1"/>
              <a:t>el</a:t>
            </a:r>
            <a:r>
              <a:rPr lang="en-US" sz="2800" dirty="0"/>
              <a:t> </a:t>
            </a:r>
            <a:r>
              <a:rPr lang="en-US" sz="2800" dirty="0" err="1"/>
              <a:t>suministro</a:t>
            </a:r>
            <a:r>
              <a:rPr lang="en-US" sz="2800" dirty="0"/>
              <a:t> de </a:t>
            </a:r>
            <a:r>
              <a:rPr lang="en-US" sz="2800" dirty="0" err="1"/>
              <a:t>energía</a:t>
            </a:r>
            <a:r>
              <a:rPr lang="en-US" sz="2800" dirty="0"/>
              <a:t>, </a:t>
            </a:r>
            <a:r>
              <a:rPr lang="en-US" sz="2800" dirty="0" err="1"/>
              <a:t>el</a:t>
            </a:r>
            <a:r>
              <a:rPr lang="en-US" sz="2800" dirty="0"/>
              <a:t> </a:t>
            </a:r>
            <a:r>
              <a:rPr lang="en-US" sz="2800" dirty="0" err="1"/>
              <a:t>ataque</a:t>
            </a:r>
            <a:r>
              <a:rPr lang="en-US" sz="2800" dirty="0"/>
              <a:t> </a:t>
            </a:r>
            <a:r>
              <a:rPr lang="en-US" sz="2800" dirty="0" err="1"/>
              <a:t>demuestra</a:t>
            </a:r>
            <a:r>
              <a:rPr lang="en-US" sz="2800" dirty="0"/>
              <a:t> la </a:t>
            </a:r>
            <a:r>
              <a:rPr lang="en-US" sz="2800" dirty="0" err="1"/>
              <a:t>vulnerabilidad</a:t>
            </a:r>
            <a:r>
              <a:rPr lang="en-US" sz="2800" dirty="0"/>
              <a:t> de las </a:t>
            </a:r>
            <a:r>
              <a:rPr lang="en-US" sz="2800" dirty="0" err="1"/>
              <a:t>infraestructuras</a:t>
            </a:r>
            <a:r>
              <a:rPr lang="en-US" sz="2800" dirty="0"/>
              <a:t> </a:t>
            </a:r>
            <a:r>
              <a:rPr lang="en-US" sz="2800" dirty="0" err="1"/>
              <a:t>críticas</a:t>
            </a:r>
            <a:r>
              <a:rPr lang="en-US" sz="2800" dirty="0"/>
              <a:t> a </a:t>
            </a:r>
            <a:r>
              <a:rPr lang="en-US" sz="2800" dirty="0" err="1"/>
              <a:t>este</a:t>
            </a:r>
            <a:r>
              <a:rPr lang="en-US" sz="2800" dirty="0"/>
              <a:t> </a:t>
            </a:r>
            <a:r>
              <a:rPr lang="en-US" sz="2800" dirty="0" err="1"/>
              <a:t>tipo</a:t>
            </a:r>
            <a:r>
              <a:rPr lang="en-US" sz="2800" dirty="0"/>
              <a:t> de </a:t>
            </a:r>
            <a:r>
              <a:rPr lang="en-US" sz="2800" dirty="0" err="1"/>
              <a:t>amenazas</a:t>
            </a:r>
            <a:r>
              <a:rPr lang="en-US" sz="2800" dirty="0"/>
              <a:t>.</a:t>
            </a:r>
          </a:p>
          <a:p>
            <a:pPr indent="-228600" defTabSz="914400"/>
            <a:r>
              <a:rPr lang="en-US" sz="2800" b="1" dirty="0"/>
              <a:t>El </a:t>
            </a:r>
            <a:r>
              <a:rPr lang="en-US" sz="2800" b="1" dirty="0" err="1"/>
              <a:t>ataque</a:t>
            </a:r>
            <a:r>
              <a:rPr lang="en-US" sz="2800" b="1" dirty="0"/>
              <a:t> a la Universidad de Málaga: </a:t>
            </a:r>
            <a:r>
              <a:rPr lang="en-US" sz="2800" dirty="0"/>
              <a:t>En </a:t>
            </a:r>
            <a:r>
              <a:rPr lang="en-US" sz="2800" dirty="0" err="1"/>
              <a:t>agosto</a:t>
            </a:r>
            <a:r>
              <a:rPr lang="en-US" sz="2800" dirty="0"/>
              <a:t> de 2020, la Universidad de Málaga </a:t>
            </a:r>
            <a:r>
              <a:rPr lang="en-US" sz="2800" dirty="0" err="1"/>
              <a:t>sufrió</a:t>
            </a:r>
            <a:r>
              <a:rPr lang="en-US" sz="2800" dirty="0"/>
              <a:t> un </a:t>
            </a:r>
            <a:r>
              <a:rPr lang="en-US" sz="2800" dirty="0" err="1"/>
              <a:t>ataque</a:t>
            </a:r>
            <a:r>
              <a:rPr lang="en-US" sz="2800" dirty="0"/>
              <a:t> de ransomware que </a:t>
            </a:r>
            <a:r>
              <a:rPr lang="en-US" sz="2800" dirty="0" err="1"/>
              <a:t>afectó</a:t>
            </a:r>
            <a:r>
              <a:rPr lang="en-US" sz="2800" dirty="0"/>
              <a:t> a sus </a:t>
            </a:r>
            <a:r>
              <a:rPr lang="en-US" sz="2800" dirty="0" err="1"/>
              <a:t>sistemas</a:t>
            </a:r>
            <a:r>
              <a:rPr lang="en-US" sz="2800" dirty="0"/>
              <a:t> </a:t>
            </a:r>
            <a:r>
              <a:rPr lang="en-US" sz="2800" dirty="0" err="1"/>
              <a:t>informáticos</a:t>
            </a:r>
            <a:r>
              <a:rPr lang="en-US" sz="2800" dirty="0"/>
              <a:t> y </a:t>
            </a:r>
            <a:r>
              <a:rPr lang="en-US" sz="2800" dirty="0" err="1"/>
              <a:t>obligó</a:t>
            </a:r>
            <a:r>
              <a:rPr lang="en-US" sz="2800" dirty="0"/>
              <a:t> a la </a:t>
            </a:r>
            <a:r>
              <a:rPr lang="en-US" sz="2800" dirty="0" err="1"/>
              <a:t>organización</a:t>
            </a:r>
            <a:r>
              <a:rPr lang="en-US" sz="2800" dirty="0"/>
              <a:t> a suspender las </a:t>
            </a:r>
            <a:r>
              <a:rPr lang="en-US" sz="2800" dirty="0" err="1"/>
              <a:t>clases</a:t>
            </a:r>
            <a:r>
              <a:rPr lang="en-US" sz="2800" dirty="0"/>
              <a:t> </a:t>
            </a:r>
            <a:r>
              <a:rPr lang="en-US" sz="2800" dirty="0" err="1"/>
              <a:t>en</a:t>
            </a:r>
            <a:r>
              <a:rPr lang="en-US" sz="2800" dirty="0"/>
              <a:t> </a:t>
            </a:r>
            <a:r>
              <a:rPr lang="en-US" sz="2800" dirty="0" err="1"/>
              <a:t>línea</a:t>
            </a:r>
            <a:r>
              <a:rPr lang="en-US" sz="2800" dirty="0"/>
              <a:t> </a:t>
            </a:r>
            <a:r>
              <a:rPr lang="en-US" sz="2800" dirty="0" err="1"/>
              <a:t>durante</a:t>
            </a:r>
            <a:r>
              <a:rPr lang="en-US" sz="2800" dirty="0"/>
              <a:t> </a:t>
            </a:r>
            <a:r>
              <a:rPr lang="en-US" sz="2800" dirty="0" err="1"/>
              <a:t>varios</a:t>
            </a:r>
            <a:r>
              <a:rPr lang="en-US" sz="2800" dirty="0"/>
              <a:t> días.</a:t>
            </a:r>
          </a:p>
          <a:p>
            <a:pPr indent="-228600" defTabSz="914400"/>
            <a:endParaRPr lang="en-US" sz="2800" dirty="0"/>
          </a:p>
        </p:txBody>
      </p:sp>
      <p:pic>
        <p:nvPicPr>
          <p:cNvPr id="6" name="Google Shape;135;p8" descr="Cómo protegerse de los virus, piratas informáticos y demás ataques? |  Tecnología - ComputerHoy.com">
            <a:extLst>
              <a:ext uri="{FF2B5EF4-FFF2-40B4-BE49-F238E27FC236}">
                <a16:creationId xmlns:a16="http://schemas.microsoft.com/office/drawing/2014/main" id="{7975E51E-6312-89D5-7A52-4DD7E493EDC7}"/>
              </a:ext>
            </a:extLst>
          </p:cNvPr>
          <p:cNvPicPr preferRelativeResize="0"/>
          <p:nvPr/>
        </p:nvPicPr>
        <p:blipFill rotWithShape="1">
          <a:blip r:embed="rId2"/>
          <a:stretch/>
        </p:blipFill>
        <p:spPr>
          <a:xfrm>
            <a:off x="15727680" y="1417057"/>
            <a:ext cx="8028432" cy="5342556"/>
          </a:xfrm>
          <a:prstGeom prst="rect">
            <a:avLst/>
          </a:prstGeom>
          <a:noFill/>
        </p:spPr>
      </p:pic>
      <p:pic>
        <p:nvPicPr>
          <p:cNvPr id="5" name="Imagen 4" descr="Un dibujo de una persona&#10;&#10;Descripción generada automáticamente con confianza media">
            <a:extLst>
              <a:ext uri="{FF2B5EF4-FFF2-40B4-BE49-F238E27FC236}">
                <a16:creationId xmlns:a16="http://schemas.microsoft.com/office/drawing/2014/main" id="{3272C343-F56A-F58C-E247-A3D4DDF35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50362" y="8158386"/>
            <a:ext cx="7746492" cy="4352544"/>
          </a:xfrm>
          <a:prstGeom prst="rect">
            <a:avLst/>
          </a:prstGeom>
        </p:spPr>
      </p:pic>
    </p:spTree>
    <p:extLst>
      <p:ext uri="{BB962C8B-B14F-4D97-AF65-F5344CB8AC3E}">
        <p14:creationId xmlns:p14="http://schemas.microsoft.com/office/powerpoint/2010/main" val="356411368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6526CEB-F93F-105E-A34F-3ED1D2D602CB}"/>
              </a:ext>
            </a:extLst>
          </p:cNvPr>
          <p:cNvPicPr>
            <a:picLocks noChangeAspect="1"/>
          </p:cNvPicPr>
          <p:nvPr/>
        </p:nvPicPr>
        <p:blipFill>
          <a:blip r:embed="rId2"/>
          <a:stretch>
            <a:fillRect/>
          </a:stretch>
        </p:blipFill>
        <p:spPr>
          <a:xfrm>
            <a:off x="0" y="1368952"/>
            <a:ext cx="21898946" cy="10403948"/>
          </a:xfrm>
          <a:prstGeom prst="rect">
            <a:avLst/>
          </a:prstGeom>
        </p:spPr>
      </p:pic>
      <p:sp>
        <p:nvSpPr>
          <p:cNvPr id="5" name="CuadroTexto 4">
            <a:extLst>
              <a:ext uri="{FF2B5EF4-FFF2-40B4-BE49-F238E27FC236}">
                <a16:creationId xmlns:a16="http://schemas.microsoft.com/office/drawing/2014/main" id="{0507D1F4-EFF2-4199-CAF5-9CDDA851C135}"/>
              </a:ext>
            </a:extLst>
          </p:cNvPr>
          <p:cNvSpPr txBox="1"/>
          <p:nvPr/>
        </p:nvSpPr>
        <p:spPr>
          <a:xfrm>
            <a:off x="1314450" y="12519682"/>
            <a:ext cx="15601950" cy="4531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s-ES" dirty="0"/>
              <a:t>https://www.itreseller.es/seguridad/2023/03/9-de-cada-10-empresas-espanolas-fueron-atacadas-por-ransomware-en-2022</a:t>
            </a:r>
          </a:p>
        </p:txBody>
      </p:sp>
      <p:pic>
        <p:nvPicPr>
          <p:cNvPr id="6" name="Google Shape;135;p8" descr="Cómo protegerse de los virus, piratas informáticos y demás ataques? |  Tecnología - ComputerHoy.com">
            <a:extLst>
              <a:ext uri="{FF2B5EF4-FFF2-40B4-BE49-F238E27FC236}">
                <a16:creationId xmlns:a16="http://schemas.microsoft.com/office/drawing/2014/main" id="{CAF5643A-2497-8D21-2FAA-71FB82B48A82}"/>
              </a:ext>
            </a:extLst>
          </p:cNvPr>
          <p:cNvPicPr preferRelativeResize="0"/>
          <p:nvPr/>
        </p:nvPicPr>
        <p:blipFill rotWithShape="1">
          <a:blip r:embed="rId3">
            <a:alphaModFix/>
          </a:blip>
          <a:srcRect/>
          <a:stretch/>
        </p:blipFill>
        <p:spPr>
          <a:xfrm>
            <a:off x="22593300" y="12496799"/>
            <a:ext cx="1790700" cy="1229203"/>
          </a:xfrm>
          <a:prstGeom prst="rect">
            <a:avLst/>
          </a:prstGeom>
          <a:noFill/>
          <a:ln>
            <a:noFill/>
          </a:ln>
        </p:spPr>
      </p:pic>
    </p:spTree>
    <p:extLst>
      <p:ext uri="{BB962C8B-B14F-4D97-AF65-F5344CB8AC3E}">
        <p14:creationId xmlns:p14="http://schemas.microsoft.com/office/powerpoint/2010/main" val="121808413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B85B7B-E405-4E0F-945B-7B55FFBD2221}"/>
              </a:ext>
            </a:extLst>
          </p:cNvPr>
          <p:cNvSpPr>
            <a:spLocks noGrp="1"/>
          </p:cNvSpPr>
          <p:nvPr>
            <p:ph type="title" idx="4294967295"/>
          </p:nvPr>
        </p:nvSpPr>
        <p:spPr>
          <a:xfrm>
            <a:off x="0" y="-387350"/>
            <a:ext cx="21031200" cy="2651125"/>
          </a:xfrm>
        </p:spPr>
        <p:txBody>
          <a:bodyPr/>
          <a:lstStyle/>
          <a:p>
            <a:r>
              <a:rPr lang="es-ES" dirty="0"/>
              <a:t>Noticia ataque de Ramsonware en 2021</a:t>
            </a:r>
          </a:p>
        </p:txBody>
      </p:sp>
      <p:pic>
        <p:nvPicPr>
          <p:cNvPr id="5" name="Imagen 4">
            <a:extLst>
              <a:ext uri="{FF2B5EF4-FFF2-40B4-BE49-F238E27FC236}">
                <a16:creationId xmlns:a16="http://schemas.microsoft.com/office/drawing/2014/main" id="{104A1670-351E-4409-9C0A-FBED80525C43}"/>
              </a:ext>
            </a:extLst>
          </p:cNvPr>
          <p:cNvPicPr>
            <a:picLocks noChangeAspect="1"/>
          </p:cNvPicPr>
          <p:nvPr/>
        </p:nvPicPr>
        <p:blipFill>
          <a:blip r:embed="rId2"/>
          <a:stretch>
            <a:fillRect/>
          </a:stretch>
        </p:blipFill>
        <p:spPr>
          <a:xfrm>
            <a:off x="279400" y="1752600"/>
            <a:ext cx="24384000" cy="11684000"/>
          </a:xfrm>
          <a:prstGeom prst="rect">
            <a:avLst/>
          </a:prstGeom>
        </p:spPr>
      </p:pic>
    </p:spTree>
    <p:extLst>
      <p:ext uri="{BB962C8B-B14F-4D97-AF65-F5344CB8AC3E}">
        <p14:creationId xmlns:p14="http://schemas.microsoft.com/office/powerpoint/2010/main" val="2485545026"/>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60"/>
        <p:cNvGrpSpPr/>
        <p:nvPr/>
      </p:nvGrpSpPr>
      <p:grpSpPr>
        <a:xfrm>
          <a:off x="0" y="0"/>
          <a:ext cx="0" cy="0"/>
          <a:chOff x="0" y="0"/>
          <a:chExt cx="0" cy="0"/>
        </a:xfrm>
      </p:grpSpPr>
      <p:sp useBgFill="1">
        <p:nvSpPr>
          <p:cNvPr id="468" name="Rectangle 467">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Google Shape;461;p43"/>
          <p:cNvSpPr txBox="1">
            <a:spLocks noGrp="1"/>
          </p:cNvSpPr>
          <p:nvPr>
            <p:ph type="title" idx="4294967295"/>
          </p:nvPr>
        </p:nvSpPr>
        <p:spPr>
          <a:xfrm>
            <a:off x="1280160" y="658368"/>
            <a:ext cx="13789152" cy="3566160"/>
          </a:xfrm>
          <a:prstGeom prst="rect">
            <a:avLst/>
          </a:prstGeom>
        </p:spPr>
        <p:txBody>
          <a:bodyPr spcFirstLastPara="1" vert="horz" lIns="91440" tIns="45720" rIns="91440" bIns="45720" rtlCol="0" anchor="b" anchorCtr="0">
            <a:normAutofit/>
          </a:bodyPr>
          <a:lstStyle/>
          <a:p>
            <a:pPr defTabSz="914400">
              <a:buClr>
                <a:schemeClr val="dk1"/>
              </a:buClr>
              <a:buSzPts val="4400"/>
            </a:pPr>
            <a:r>
              <a:rPr lang="en-US" sz="10800" dirty="0"/>
              <a:t>CODIGO POLIMORFICO</a:t>
            </a:r>
          </a:p>
        </p:txBody>
      </p:sp>
      <p:sp>
        <p:nvSpPr>
          <p:cNvPr id="470"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7904" y="4791456"/>
            <a:ext cx="8487178" cy="36576"/>
          </a:xfrm>
          <a:custGeom>
            <a:avLst/>
            <a:gdLst>
              <a:gd name="connsiteX0" fmla="*/ 0 w 8487178"/>
              <a:gd name="connsiteY0" fmla="*/ 0 h 36576"/>
              <a:gd name="connsiteX1" fmla="*/ 737732 w 8487178"/>
              <a:gd name="connsiteY1" fmla="*/ 0 h 36576"/>
              <a:gd name="connsiteX2" fmla="*/ 1560335 w 8487178"/>
              <a:gd name="connsiteY2" fmla="*/ 0 h 36576"/>
              <a:gd name="connsiteX3" fmla="*/ 1958580 w 8487178"/>
              <a:gd name="connsiteY3" fmla="*/ 0 h 36576"/>
              <a:gd name="connsiteX4" fmla="*/ 2526568 w 8487178"/>
              <a:gd name="connsiteY4" fmla="*/ 0 h 36576"/>
              <a:gd name="connsiteX5" fmla="*/ 2924812 w 8487178"/>
              <a:gd name="connsiteY5" fmla="*/ 0 h 36576"/>
              <a:gd name="connsiteX6" fmla="*/ 3577672 w 8487178"/>
              <a:gd name="connsiteY6" fmla="*/ 0 h 36576"/>
              <a:gd name="connsiteX7" fmla="*/ 4145660 w 8487178"/>
              <a:gd name="connsiteY7" fmla="*/ 0 h 36576"/>
              <a:gd name="connsiteX8" fmla="*/ 4883392 w 8487178"/>
              <a:gd name="connsiteY8" fmla="*/ 0 h 36576"/>
              <a:gd name="connsiteX9" fmla="*/ 5705995 w 8487178"/>
              <a:gd name="connsiteY9" fmla="*/ 0 h 36576"/>
              <a:gd name="connsiteX10" fmla="*/ 6358855 w 8487178"/>
              <a:gd name="connsiteY10" fmla="*/ 0 h 36576"/>
              <a:gd name="connsiteX11" fmla="*/ 7181458 w 8487178"/>
              <a:gd name="connsiteY11" fmla="*/ 0 h 36576"/>
              <a:gd name="connsiteX12" fmla="*/ 7834318 w 8487178"/>
              <a:gd name="connsiteY12" fmla="*/ 0 h 36576"/>
              <a:gd name="connsiteX13" fmla="*/ 8487178 w 8487178"/>
              <a:gd name="connsiteY13" fmla="*/ 0 h 36576"/>
              <a:gd name="connsiteX14" fmla="*/ 8487178 w 8487178"/>
              <a:gd name="connsiteY14" fmla="*/ 36576 h 36576"/>
              <a:gd name="connsiteX15" fmla="*/ 7834318 w 8487178"/>
              <a:gd name="connsiteY15" fmla="*/ 36576 h 36576"/>
              <a:gd name="connsiteX16" fmla="*/ 7351202 w 8487178"/>
              <a:gd name="connsiteY16" fmla="*/ 36576 h 36576"/>
              <a:gd name="connsiteX17" fmla="*/ 6952957 w 8487178"/>
              <a:gd name="connsiteY17" fmla="*/ 36576 h 36576"/>
              <a:gd name="connsiteX18" fmla="*/ 6384969 w 8487178"/>
              <a:gd name="connsiteY18" fmla="*/ 36576 h 36576"/>
              <a:gd name="connsiteX19" fmla="*/ 5732109 w 8487178"/>
              <a:gd name="connsiteY19" fmla="*/ 36576 h 36576"/>
              <a:gd name="connsiteX20" fmla="*/ 5164121 w 8487178"/>
              <a:gd name="connsiteY20" fmla="*/ 36576 h 36576"/>
              <a:gd name="connsiteX21" fmla="*/ 4681005 w 8487178"/>
              <a:gd name="connsiteY21" fmla="*/ 36576 h 36576"/>
              <a:gd name="connsiteX22" fmla="*/ 3858402 w 8487178"/>
              <a:gd name="connsiteY22" fmla="*/ 36576 h 36576"/>
              <a:gd name="connsiteX23" fmla="*/ 3205542 w 8487178"/>
              <a:gd name="connsiteY23" fmla="*/ 36576 h 36576"/>
              <a:gd name="connsiteX24" fmla="*/ 2467810 w 8487178"/>
              <a:gd name="connsiteY24" fmla="*/ 36576 h 36576"/>
              <a:gd name="connsiteX25" fmla="*/ 2069566 w 8487178"/>
              <a:gd name="connsiteY25" fmla="*/ 36576 h 36576"/>
              <a:gd name="connsiteX26" fmla="*/ 1586449 w 8487178"/>
              <a:gd name="connsiteY26" fmla="*/ 36576 h 36576"/>
              <a:gd name="connsiteX27" fmla="*/ 933590 w 8487178"/>
              <a:gd name="connsiteY27" fmla="*/ 36576 h 36576"/>
              <a:gd name="connsiteX28" fmla="*/ 0 w 8487178"/>
              <a:gd name="connsiteY28" fmla="*/ 36576 h 36576"/>
              <a:gd name="connsiteX29" fmla="*/ 0 w 8487178"/>
              <a:gd name="connsiteY29"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87178" h="36576" fill="none" extrusionOk="0">
                <a:moveTo>
                  <a:pt x="0" y="0"/>
                </a:moveTo>
                <a:cubicBezTo>
                  <a:pt x="158648" y="-23080"/>
                  <a:pt x="414015" y="33691"/>
                  <a:pt x="737732" y="0"/>
                </a:cubicBezTo>
                <a:cubicBezTo>
                  <a:pt x="1061449" y="-33691"/>
                  <a:pt x="1348785" y="-6923"/>
                  <a:pt x="1560335" y="0"/>
                </a:cubicBezTo>
                <a:cubicBezTo>
                  <a:pt x="1771885" y="6923"/>
                  <a:pt x="1874673" y="6083"/>
                  <a:pt x="1958580" y="0"/>
                </a:cubicBezTo>
                <a:cubicBezTo>
                  <a:pt x="2042488" y="-6083"/>
                  <a:pt x="2411773" y="5497"/>
                  <a:pt x="2526568" y="0"/>
                </a:cubicBezTo>
                <a:cubicBezTo>
                  <a:pt x="2641363" y="-5497"/>
                  <a:pt x="2769955" y="14545"/>
                  <a:pt x="2924812" y="0"/>
                </a:cubicBezTo>
                <a:cubicBezTo>
                  <a:pt x="3079669" y="-14545"/>
                  <a:pt x="3398796" y="-305"/>
                  <a:pt x="3577672" y="0"/>
                </a:cubicBezTo>
                <a:cubicBezTo>
                  <a:pt x="3756548" y="305"/>
                  <a:pt x="4010524" y="-19439"/>
                  <a:pt x="4145660" y="0"/>
                </a:cubicBezTo>
                <a:cubicBezTo>
                  <a:pt x="4280796" y="19439"/>
                  <a:pt x="4519168" y="18856"/>
                  <a:pt x="4883392" y="0"/>
                </a:cubicBezTo>
                <a:cubicBezTo>
                  <a:pt x="5247616" y="-18856"/>
                  <a:pt x="5354959" y="-20344"/>
                  <a:pt x="5705995" y="0"/>
                </a:cubicBezTo>
                <a:cubicBezTo>
                  <a:pt x="6057031" y="20344"/>
                  <a:pt x="6165300" y="31467"/>
                  <a:pt x="6358855" y="0"/>
                </a:cubicBezTo>
                <a:cubicBezTo>
                  <a:pt x="6552410" y="-31467"/>
                  <a:pt x="6791945" y="-470"/>
                  <a:pt x="7181458" y="0"/>
                </a:cubicBezTo>
                <a:cubicBezTo>
                  <a:pt x="7570971" y="470"/>
                  <a:pt x="7589420" y="-27923"/>
                  <a:pt x="7834318" y="0"/>
                </a:cubicBezTo>
                <a:cubicBezTo>
                  <a:pt x="8079216" y="27923"/>
                  <a:pt x="8244660" y="-28188"/>
                  <a:pt x="8487178" y="0"/>
                </a:cubicBezTo>
                <a:cubicBezTo>
                  <a:pt x="8487756" y="9299"/>
                  <a:pt x="8487778" y="26774"/>
                  <a:pt x="8487178" y="36576"/>
                </a:cubicBezTo>
                <a:cubicBezTo>
                  <a:pt x="8193354" y="68129"/>
                  <a:pt x="8121938" y="60994"/>
                  <a:pt x="7834318" y="36576"/>
                </a:cubicBezTo>
                <a:cubicBezTo>
                  <a:pt x="7546698" y="12158"/>
                  <a:pt x="7507615" y="29628"/>
                  <a:pt x="7351202" y="36576"/>
                </a:cubicBezTo>
                <a:cubicBezTo>
                  <a:pt x="7194789" y="43524"/>
                  <a:pt x="7096566" y="31598"/>
                  <a:pt x="6952957" y="36576"/>
                </a:cubicBezTo>
                <a:cubicBezTo>
                  <a:pt x="6809349" y="41554"/>
                  <a:pt x="6510534" y="54733"/>
                  <a:pt x="6384969" y="36576"/>
                </a:cubicBezTo>
                <a:cubicBezTo>
                  <a:pt x="6259404" y="18419"/>
                  <a:pt x="5956387" y="64521"/>
                  <a:pt x="5732109" y="36576"/>
                </a:cubicBezTo>
                <a:cubicBezTo>
                  <a:pt x="5507831" y="8631"/>
                  <a:pt x="5425540" y="32239"/>
                  <a:pt x="5164121" y="36576"/>
                </a:cubicBezTo>
                <a:cubicBezTo>
                  <a:pt x="4902702" y="40913"/>
                  <a:pt x="4815733" y="45661"/>
                  <a:pt x="4681005" y="36576"/>
                </a:cubicBezTo>
                <a:cubicBezTo>
                  <a:pt x="4546277" y="27491"/>
                  <a:pt x="4111650" y="24454"/>
                  <a:pt x="3858402" y="36576"/>
                </a:cubicBezTo>
                <a:cubicBezTo>
                  <a:pt x="3605154" y="48698"/>
                  <a:pt x="3355682" y="45487"/>
                  <a:pt x="3205542" y="36576"/>
                </a:cubicBezTo>
                <a:cubicBezTo>
                  <a:pt x="3055402" y="27665"/>
                  <a:pt x="2716580" y="64954"/>
                  <a:pt x="2467810" y="36576"/>
                </a:cubicBezTo>
                <a:cubicBezTo>
                  <a:pt x="2219040" y="8198"/>
                  <a:pt x="2149690" y="30867"/>
                  <a:pt x="2069566" y="36576"/>
                </a:cubicBezTo>
                <a:cubicBezTo>
                  <a:pt x="1989442" y="42285"/>
                  <a:pt x="1703335" y="42806"/>
                  <a:pt x="1586449" y="36576"/>
                </a:cubicBezTo>
                <a:cubicBezTo>
                  <a:pt x="1469563" y="30346"/>
                  <a:pt x="1212036" y="34821"/>
                  <a:pt x="933590" y="36576"/>
                </a:cubicBezTo>
                <a:cubicBezTo>
                  <a:pt x="655144" y="38331"/>
                  <a:pt x="215255" y="74183"/>
                  <a:pt x="0" y="36576"/>
                </a:cubicBezTo>
                <a:cubicBezTo>
                  <a:pt x="-516" y="20544"/>
                  <a:pt x="1802" y="17140"/>
                  <a:pt x="0" y="0"/>
                </a:cubicBezTo>
                <a:close/>
              </a:path>
              <a:path w="8487178" h="36576" stroke="0" extrusionOk="0">
                <a:moveTo>
                  <a:pt x="0" y="0"/>
                </a:moveTo>
                <a:cubicBezTo>
                  <a:pt x="141875" y="16416"/>
                  <a:pt x="317987" y="-14018"/>
                  <a:pt x="483116" y="0"/>
                </a:cubicBezTo>
                <a:cubicBezTo>
                  <a:pt x="648245" y="14018"/>
                  <a:pt x="704570" y="5647"/>
                  <a:pt x="881361" y="0"/>
                </a:cubicBezTo>
                <a:cubicBezTo>
                  <a:pt x="1058153" y="-5647"/>
                  <a:pt x="1211393" y="2543"/>
                  <a:pt x="1364477" y="0"/>
                </a:cubicBezTo>
                <a:cubicBezTo>
                  <a:pt x="1517561" y="-2543"/>
                  <a:pt x="1713772" y="-6752"/>
                  <a:pt x="2017337" y="0"/>
                </a:cubicBezTo>
                <a:cubicBezTo>
                  <a:pt x="2320902" y="6752"/>
                  <a:pt x="2535852" y="27273"/>
                  <a:pt x="2755069" y="0"/>
                </a:cubicBezTo>
                <a:cubicBezTo>
                  <a:pt x="2974286" y="-27273"/>
                  <a:pt x="3322220" y="-6972"/>
                  <a:pt x="3577672" y="0"/>
                </a:cubicBezTo>
                <a:cubicBezTo>
                  <a:pt x="3833124" y="6972"/>
                  <a:pt x="4082700" y="-30587"/>
                  <a:pt x="4400275" y="0"/>
                </a:cubicBezTo>
                <a:cubicBezTo>
                  <a:pt x="4717850" y="30587"/>
                  <a:pt x="4848568" y="-17249"/>
                  <a:pt x="4968263" y="0"/>
                </a:cubicBezTo>
                <a:cubicBezTo>
                  <a:pt x="5087958" y="17249"/>
                  <a:pt x="5447087" y="18553"/>
                  <a:pt x="5705995" y="0"/>
                </a:cubicBezTo>
                <a:cubicBezTo>
                  <a:pt x="5964903" y="-18553"/>
                  <a:pt x="6211105" y="-17498"/>
                  <a:pt x="6358855" y="0"/>
                </a:cubicBezTo>
                <a:cubicBezTo>
                  <a:pt x="6506605" y="17498"/>
                  <a:pt x="6655586" y="-15953"/>
                  <a:pt x="6926843" y="0"/>
                </a:cubicBezTo>
                <a:cubicBezTo>
                  <a:pt x="7198100" y="15953"/>
                  <a:pt x="7439942" y="-28058"/>
                  <a:pt x="7664575" y="0"/>
                </a:cubicBezTo>
                <a:cubicBezTo>
                  <a:pt x="7889208" y="28058"/>
                  <a:pt x="8244819" y="-11603"/>
                  <a:pt x="8487178" y="0"/>
                </a:cubicBezTo>
                <a:cubicBezTo>
                  <a:pt x="8486954" y="11559"/>
                  <a:pt x="8486570" y="21146"/>
                  <a:pt x="8487178" y="36576"/>
                </a:cubicBezTo>
                <a:cubicBezTo>
                  <a:pt x="8363638" y="18444"/>
                  <a:pt x="8225194" y="49967"/>
                  <a:pt x="8004062" y="36576"/>
                </a:cubicBezTo>
                <a:cubicBezTo>
                  <a:pt x="7782930" y="23185"/>
                  <a:pt x="7442338" y="64256"/>
                  <a:pt x="7181458" y="36576"/>
                </a:cubicBezTo>
                <a:cubicBezTo>
                  <a:pt x="6920578" y="8896"/>
                  <a:pt x="6812793" y="31551"/>
                  <a:pt x="6698342" y="36576"/>
                </a:cubicBezTo>
                <a:cubicBezTo>
                  <a:pt x="6583891" y="41601"/>
                  <a:pt x="6260356" y="9334"/>
                  <a:pt x="5960610" y="36576"/>
                </a:cubicBezTo>
                <a:cubicBezTo>
                  <a:pt x="5660864" y="63818"/>
                  <a:pt x="5663756" y="35872"/>
                  <a:pt x="5562366" y="36576"/>
                </a:cubicBezTo>
                <a:cubicBezTo>
                  <a:pt x="5460976" y="37280"/>
                  <a:pt x="5069820" y="22312"/>
                  <a:pt x="4909506" y="36576"/>
                </a:cubicBezTo>
                <a:cubicBezTo>
                  <a:pt x="4749192" y="50840"/>
                  <a:pt x="4551078" y="46187"/>
                  <a:pt x="4426390" y="36576"/>
                </a:cubicBezTo>
                <a:cubicBezTo>
                  <a:pt x="4301702" y="26965"/>
                  <a:pt x="3916782" y="59932"/>
                  <a:pt x="3603786" y="36576"/>
                </a:cubicBezTo>
                <a:cubicBezTo>
                  <a:pt x="3290790" y="13220"/>
                  <a:pt x="3382822" y="52886"/>
                  <a:pt x="3205542" y="36576"/>
                </a:cubicBezTo>
                <a:cubicBezTo>
                  <a:pt x="3028262" y="20266"/>
                  <a:pt x="2723637" y="9596"/>
                  <a:pt x="2552682" y="36576"/>
                </a:cubicBezTo>
                <a:cubicBezTo>
                  <a:pt x="2381727" y="63556"/>
                  <a:pt x="2306903" y="19145"/>
                  <a:pt x="2154437" y="36576"/>
                </a:cubicBezTo>
                <a:cubicBezTo>
                  <a:pt x="2001972" y="54007"/>
                  <a:pt x="1880716" y="55934"/>
                  <a:pt x="1671321" y="36576"/>
                </a:cubicBezTo>
                <a:cubicBezTo>
                  <a:pt x="1461926" y="17218"/>
                  <a:pt x="1116754" y="69031"/>
                  <a:pt x="933590" y="36576"/>
                </a:cubicBezTo>
                <a:cubicBezTo>
                  <a:pt x="750426" y="4121"/>
                  <a:pt x="234904" y="7568"/>
                  <a:pt x="0" y="36576"/>
                </a:cubicBezTo>
                <a:cubicBezTo>
                  <a:pt x="-299" y="20797"/>
                  <a:pt x="-1602" y="1003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Google Shape;462;p43"/>
          <p:cNvSpPr txBox="1">
            <a:spLocks noGrp="1"/>
          </p:cNvSpPr>
          <p:nvPr>
            <p:ph idx="4294967295"/>
          </p:nvPr>
        </p:nvSpPr>
        <p:spPr>
          <a:xfrm>
            <a:off x="1280160" y="5413248"/>
            <a:ext cx="13789152" cy="6967728"/>
          </a:xfrm>
          <a:prstGeom prst="rect">
            <a:avLst/>
          </a:prstGeom>
        </p:spPr>
        <p:style>
          <a:lnRef idx="2">
            <a:schemeClr val="accent4"/>
          </a:lnRef>
          <a:fillRef idx="1">
            <a:schemeClr val="lt1"/>
          </a:fillRef>
          <a:effectRef idx="0">
            <a:schemeClr val="accent4"/>
          </a:effectRef>
          <a:fontRef idx="minor">
            <a:schemeClr val="dk1"/>
          </a:fontRef>
        </p:style>
        <p:txBody>
          <a:bodyPr spcFirstLastPara="1" vert="horz" lIns="91440" tIns="45720" rIns="91440" bIns="45720" rtlCol="0" anchorCtr="0">
            <a:normAutofit/>
          </a:bodyPr>
          <a:lstStyle/>
          <a:p>
            <a:pPr marL="0" indent="-228600" defTabSz="914400">
              <a:spcBef>
                <a:spcPts val="0"/>
              </a:spcBef>
              <a:spcAft>
                <a:spcPts val="600"/>
              </a:spcAft>
              <a:buClr>
                <a:srgbClr val="003245"/>
              </a:buClr>
              <a:buSzPts val="2400"/>
            </a:pPr>
            <a:r>
              <a:rPr lang="en-US" sz="4400" dirty="0">
                <a:solidFill>
                  <a:schemeClr val="tx1"/>
                </a:solidFill>
                <a:sym typeface="Calibri"/>
              </a:rPr>
              <a:t>Un </a:t>
            </a:r>
            <a:r>
              <a:rPr lang="en-US" sz="4400" b="1" dirty="0" err="1">
                <a:solidFill>
                  <a:schemeClr val="tx1"/>
                </a:solidFill>
                <a:sym typeface="Calibri"/>
              </a:rPr>
              <a:t>código</a:t>
            </a:r>
            <a:r>
              <a:rPr lang="en-US" sz="4400" b="1" dirty="0">
                <a:solidFill>
                  <a:schemeClr val="tx1"/>
                </a:solidFill>
                <a:sym typeface="Calibri"/>
              </a:rPr>
              <a:t> </a:t>
            </a:r>
            <a:r>
              <a:rPr lang="en-US" sz="4400" b="1" dirty="0" err="1">
                <a:solidFill>
                  <a:schemeClr val="tx1"/>
                </a:solidFill>
                <a:sym typeface="Calibri"/>
              </a:rPr>
              <a:t>polimórfico</a:t>
            </a:r>
            <a:r>
              <a:rPr lang="en-US" sz="4400" dirty="0">
                <a:solidFill>
                  <a:schemeClr val="tx1"/>
                </a:solidFill>
                <a:sym typeface="Calibri"/>
              </a:rPr>
              <a:t> es </a:t>
            </a:r>
            <a:r>
              <a:rPr lang="en-US" sz="4400" dirty="0" err="1">
                <a:solidFill>
                  <a:schemeClr val="tx1"/>
                </a:solidFill>
                <a:sym typeface="Calibri"/>
              </a:rPr>
              <a:t>aquel</a:t>
            </a:r>
            <a:r>
              <a:rPr lang="en-US" sz="4400" dirty="0">
                <a:solidFill>
                  <a:schemeClr val="tx1"/>
                </a:solidFill>
                <a:sym typeface="Calibri"/>
              </a:rPr>
              <a:t> que </a:t>
            </a:r>
            <a:r>
              <a:rPr lang="en-US" sz="4400" dirty="0" err="1">
                <a:solidFill>
                  <a:schemeClr val="tx1"/>
                </a:solidFill>
                <a:sym typeface="Calibri"/>
              </a:rPr>
              <a:t>sirve</a:t>
            </a:r>
            <a:r>
              <a:rPr lang="en-US" sz="4400" dirty="0">
                <a:solidFill>
                  <a:schemeClr val="tx1"/>
                </a:solidFill>
                <a:sym typeface="Calibri"/>
              </a:rPr>
              <a:t> para </a:t>
            </a:r>
            <a:r>
              <a:rPr lang="en-US" sz="4400" b="1" dirty="0" err="1">
                <a:solidFill>
                  <a:schemeClr val="tx1"/>
                </a:solidFill>
                <a:sym typeface="Calibri"/>
              </a:rPr>
              <a:t>mutarse</a:t>
            </a:r>
            <a:r>
              <a:rPr lang="en-US" sz="4400" b="1" dirty="0">
                <a:solidFill>
                  <a:schemeClr val="tx1"/>
                </a:solidFill>
                <a:sym typeface="Calibri"/>
              </a:rPr>
              <a:t> a </a:t>
            </a:r>
            <a:r>
              <a:rPr lang="en-US" sz="4400" b="1" dirty="0" err="1">
                <a:solidFill>
                  <a:schemeClr val="tx1"/>
                </a:solidFill>
                <a:sym typeface="Calibri"/>
              </a:rPr>
              <a:t>si</a:t>
            </a:r>
            <a:r>
              <a:rPr lang="en-US" sz="4400" b="1" dirty="0">
                <a:solidFill>
                  <a:schemeClr val="tx1"/>
                </a:solidFill>
                <a:sym typeface="Calibri"/>
              </a:rPr>
              <a:t> </a:t>
            </a:r>
            <a:r>
              <a:rPr lang="en-US" sz="4400" b="1" dirty="0" err="1">
                <a:solidFill>
                  <a:schemeClr val="tx1"/>
                </a:solidFill>
                <a:sym typeface="Calibri"/>
              </a:rPr>
              <a:t>mismo</a:t>
            </a:r>
            <a:r>
              <a:rPr lang="en-US" sz="4400" dirty="0">
                <a:solidFill>
                  <a:schemeClr val="tx1"/>
                </a:solidFill>
                <a:sym typeface="Calibri"/>
              </a:rPr>
              <a:t> </a:t>
            </a:r>
            <a:r>
              <a:rPr lang="en-US" sz="4400" dirty="0" err="1">
                <a:solidFill>
                  <a:schemeClr val="tx1"/>
                </a:solidFill>
                <a:sym typeface="Calibri"/>
              </a:rPr>
              <a:t>mientras</a:t>
            </a:r>
            <a:r>
              <a:rPr lang="en-US" sz="4400" dirty="0">
                <a:solidFill>
                  <a:schemeClr val="tx1"/>
                </a:solidFill>
                <a:sym typeface="Calibri"/>
              </a:rPr>
              <a:t> </a:t>
            </a:r>
            <a:r>
              <a:rPr lang="en-US" sz="4400" dirty="0" err="1">
                <a:solidFill>
                  <a:schemeClr val="tx1"/>
                </a:solidFill>
                <a:sym typeface="Calibri"/>
              </a:rPr>
              <a:t>mantiene</a:t>
            </a:r>
            <a:r>
              <a:rPr lang="en-US" sz="4400" dirty="0">
                <a:solidFill>
                  <a:schemeClr val="tx1"/>
                </a:solidFill>
                <a:sym typeface="Calibri"/>
              </a:rPr>
              <a:t> </a:t>
            </a:r>
            <a:r>
              <a:rPr lang="en-US" sz="4400" dirty="0" err="1">
                <a:solidFill>
                  <a:schemeClr val="tx1"/>
                </a:solidFill>
                <a:sym typeface="Calibri"/>
              </a:rPr>
              <a:t>su</a:t>
            </a:r>
            <a:r>
              <a:rPr lang="en-US" sz="4400" dirty="0">
                <a:solidFill>
                  <a:schemeClr val="tx1"/>
                </a:solidFill>
                <a:sym typeface="Calibri"/>
              </a:rPr>
              <a:t> </a:t>
            </a:r>
            <a:r>
              <a:rPr lang="en-US" sz="4400" dirty="0" err="1">
                <a:solidFill>
                  <a:schemeClr val="tx1"/>
                </a:solidFill>
                <a:sym typeface="Calibri"/>
              </a:rPr>
              <a:t>funcionalidad</a:t>
            </a:r>
            <a:r>
              <a:rPr lang="en-US" sz="4400" dirty="0">
                <a:solidFill>
                  <a:schemeClr val="tx1"/>
                </a:solidFill>
                <a:sym typeface="Calibri"/>
              </a:rPr>
              <a:t> original intacta. Esta </a:t>
            </a:r>
            <a:r>
              <a:rPr lang="en-US" sz="4400" dirty="0" err="1">
                <a:solidFill>
                  <a:schemeClr val="tx1"/>
                </a:solidFill>
                <a:sym typeface="Calibri"/>
              </a:rPr>
              <a:t>técnica</a:t>
            </a:r>
            <a:r>
              <a:rPr lang="en-US" sz="4400" dirty="0">
                <a:solidFill>
                  <a:schemeClr val="tx1"/>
                </a:solidFill>
                <a:sym typeface="Calibri"/>
              </a:rPr>
              <a:t> es </a:t>
            </a:r>
            <a:r>
              <a:rPr lang="en-US" sz="4400" dirty="0" err="1">
                <a:solidFill>
                  <a:schemeClr val="tx1"/>
                </a:solidFill>
                <a:sym typeface="Calibri"/>
              </a:rPr>
              <a:t>usada</a:t>
            </a:r>
            <a:r>
              <a:rPr lang="en-US" sz="4400" dirty="0">
                <a:solidFill>
                  <a:schemeClr val="tx1"/>
                </a:solidFill>
                <a:sym typeface="Calibri"/>
              </a:rPr>
              <a:t> </a:t>
            </a:r>
            <a:r>
              <a:rPr lang="en-US" sz="4400" dirty="0" err="1">
                <a:solidFill>
                  <a:schemeClr val="tx1"/>
                </a:solidFill>
                <a:sym typeface="Calibri"/>
              </a:rPr>
              <a:t>por</a:t>
            </a:r>
            <a:r>
              <a:rPr lang="en-US" sz="4400" dirty="0">
                <a:solidFill>
                  <a:schemeClr val="tx1"/>
                </a:solidFill>
                <a:sym typeface="Calibri"/>
              </a:rPr>
              <a:t> </a:t>
            </a:r>
            <a:r>
              <a:rPr lang="en-US" sz="4400" dirty="0" err="1">
                <a:solidFill>
                  <a:schemeClr val="tx1"/>
                </a:solidFill>
                <a:sym typeface="Calibri"/>
              </a:rPr>
              <a:t>el</a:t>
            </a:r>
            <a:r>
              <a:rPr lang="en-US" sz="4400" dirty="0">
                <a:solidFill>
                  <a:schemeClr val="tx1"/>
                </a:solidFill>
                <a:sym typeface="Calibri"/>
              </a:rPr>
              <a:t> malware para </a:t>
            </a:r>
            <a:r>
              <a:rPr lang="en-US" sz="4400" dirty="0" err="1">
                <a:solidFill>
                  <a:schemeClr val="tx1"/>
                </a:solidFill>
                <a:sym typeface="Calibri"/>
              </a:rPr>
              <a:t>ocultar</a:t>
            </a:r>
            <a:r>
              <a:rPr lang="en-US" sz="4400" dirty="0">
                <a:solidFill>
                  <a:schemeClr val="tx1"/>
                </a:solidFill>
                <a:sym typeface="Calibri"/>
              </a:rPr>
              <a:t> </a:t>
            </a:r>
            <a:r>
              <a:rPr lang="en-US" sz="4400" dirty="0" err="1">
                <a:solidFill>
                  <a:schemeClr val="tx1"/>
                </a:solidFill>
                <a:sym typeface="Calibri"/>
              </a:rPr>
              <a:t>su</a:t>
            </a:r>
            <a:r>
              <a:rPr lang="en-US" sz="4400" dirty="0">
                <a:solidFill>
                  <a:schemeClr val="tx1"/>
                </a:solidFill>
                <a:sym typeface="Calibri"/>
              </a:rPr>
              <a:t> </a:t>
            </a:r>
            <a:r>
              <a:rPr lang="en-US" sz="4400" dirty="0" err="1">
                <a:solidFill>
                  <a:schemeClr val="tx1"/>
                </a:solidFill>
                <a:sym typeface="Calibri"/>
              </a:rPr>
              <a:t>presencia</a:t>
            </a:r>
            <a:r>
              <a:rPr lang="en-US" sz="4400" dirty="0">
                <a:solidFill>
                  <a:schemeClr val="tx1"/>
                </a:solidFill>
                <a:sym typeface="Calibri"/>
              </a:rPr>
              <a:t> y </a:t>
            </a:r>
            <a:r>
              <a:rPr lang="en-US" sz="4400" dirty="0" err="1">
                <a:solidFill>
                  <a:schemeClr val="tx1"/>
                </a:solidFill>
                <a:sym typeface="Calibri"/>
              </a:rPr>
              <a:t>evitar</a:t>
            </a:r>
            <a:r>
              <a:rPr lang="en-US" sz="4400" dirty="0">
                <a:solidFill>
                  <a:schemeClr val="tx1"/>
                </a:solidFill>
                <a:sym typeface="Calibri"/>
              </a:rPr>
              <a:t> ser </a:t>
            </a:r>
            <a:r>
              <a:rPr lang="en-US" sz="4400" dirty="0" err="1">
                <a:solidFill>
                  <a:schemeClr val="tx1"/>
                </a:solidFill>
                <a:sym typeface="Calibri"/>
              </a:rPr>
              <a:t>descubierto</a:t>
            </a:r>
            <a:r>
              <a:rPr lang="en-US" sz="4400" dirty="0">
                <a:solidFill>
                  <a:schemeClr val="tx1"/>
                </a:solidFill>
                <a:sym typeface="Calibri"/>
              </a:rPr>
              <a:t>.  Lo que </a:t>
            </a:r>
            <a:r>
              <a:rPr lang="en-US" sz="4400" dirty="0" err="1">
                <a:solidFill>
                  <a:schemeClr val="tx1"/>
                </a:solidFill>
                <a:sym typeface="Calibri"/>
              </a:rPr>
              <a:t>hacen</a:t>
            </a:r>
            <a:r>
              <a:rPr lang="en-US" sz="4400" dirty="0">
                <a:solidFill>
                  <a:schemeClr val="tx1"/>
                </a:solidFill>
                <a:sym typeface="Calibri"/>
              </a:rPr>
              <a:t> es </a:t>
            </a:r>
            <a:r>
              <a:rPr lang="en-US" sz="4400" dirty="0" err="1">
                <a:solidFill>
                  <a:schemeClr val="tx1"/>
                </a:solidFill>
                <a:sym typeface="Calibri"/>
              </a:rPr>
              <a:t>utilizar</a:t>
            </a:r>
            <a:r>
              <a:rPr lang="en-US" sz="4400" dirty="0">
                <a:solidFill>
                  <a:schemeClr val="tx1"/>
                </a:solidFill>
                <a:sym typeface="Calibri"/>
              </a:rPr>
              <a:t> </a:t>
            </a:r>
            <a:r>
              <a:rPr lang="en-US" sz="4400" dirty="0" err="1">
                <a:solidFill>
                  <a:schemeClr val="tx1"/>
                </a:solidFill>
                <a:sym typeface="Calibri"/>
              </a:rPr>
              <a:t>técnicas</a:t>
            </a:r>
            <a:r>
              <a:rPr lang="en-US" sz="4400" dirty="0">
                <a:solidFill>
                  <a:schemeClr val="tx1"/>
                </a:solidFill>
                <a:sym typeface="Calibri"/>
              </a:rPr>
              <a:t> de </a:t>
            </a:r>
            <a:r>
              <a:rPr lang="en-US" sz="4400" dirty="0" err="1">
                <a:solidFill>
                  <a:schemeClr val="tx1"/>
                </a:solidFill>
                <a:sym typeface="Calibri"/>
              </a:rPr>
              <a:t>ofuscación</a:t>
            </a:r>
            <a:r>
              <a:rPr lang="en-US" sz="4400" dirty="0">
                <a:solidFill>
                  <a:schemeClr val="tx1"/>
                </a:solidFill>
                <a:sym typeface="Calibri"/>
              </a:rPr>
              <a:t> de </a:t>
            </a:r>
            <a:r>
              <a:rPr lang="en-US" sz="4400" dirty="0" err="1">
                <a:solidFill>
                  <a:schemeClr val="tx1"/>
                </a:solidFill>
                <a:sym typeface="Calibri"/>
              </a:rPr>
              <a:t>código</a:t>
            </a:r>
            <a:r>
              <a:rPr lang="en-US" sz="4400" dirty="0">
                <a:solidFill>
                  <a:schemeClr val="tx1"/>
                </a:solidFill>
                <a:sym typeface="Calibri"/>
              </a:rPr>
              <a:t> y </a:t>
            </a:r>
            <a:r>
              <a:rPr lang="en-US" sz="4400" dirty="0" err="1">
                <a:solidFill>
                  <a:schemeClr val="tx1"/>
                </a:solidFill>
                <a:sym typeface="Calibri"/>
              </a:rPr>
              <a:t>encriptación</a:t>
            </a:r>
            <a:r>
              <a:rPr lang="en-US" sz="4400" dirty="0">
                <a:solidFill>
                  <a:schemeClr val="tx1"/>
                </a:solidFill>
                <a:sym typeface="Calibri"/>
              </a:rPr>
              <a:t>.  Esta </a:t>
            </a:r>
            <a:r>
              <a:rPr lang="en-US" sz="4400" dirty="0" err="1">
                <a:solidFill>
                  <a:schemeClr val="tx1"/>
                </a:solidFill>
                <a:sym typeface="Calibri"/>
              </a:rPr>
              <a:t>técnica</a:t>
            </a:r>
            <a:r>
              <a:rPr lang="en-US" sz="4400" dirty="0">
                <a:solidFill>
                  <a:schemeClr val="tx1"/>
                </a:solidFill>
                <a:sym typeface="Calibri"/>
              </a:rPr>
              <a:t> de </a:t>
            </a:r>
            <a:r>
              <a:rPr lang="en-US" sz="4400" dirty="0" err="1">
                <a:solidFill>
                  <a:schemeClr val="tx1"/>
                </a:solidFill>
                <a:sym typeface="Calibri"/>
              </a:rPr>
              <a:t>ofuscación</a:t>
            </a:r>
            <a:r>
              <a:rPr lang="en-US" sz="4400" dirty="0">
                <a:solidFill>
                  <a:schemeClr val="tx1"/>
                </a:solidFill>
                <a:sym typeface="Calibri"/>
              </a:rPr>
              <a:t> </a:t>
            </a:r>
            <a:r>
              <a:rPr lang="en-US" sz="4400" dirty="0" err="1">
                <a:solidFill>
                  <a:schemeClr val="tx1"/>
                </a:solidFill>
                <a:sym typeface="Calibri"/>
              </a:rPr>
              <a:t>sirve</a:t>
            </a:r>
            <a:r>
              <a:rPr lang="en-US" sz="4400" dirty="0">
                <a:solidFill>
                  <a:schemeClr val="tx1"/>
                </a:solidFill>
                <a:sym typeface="Calibri"/>
              </a:rPr>
              <a:t> para que </a:t>
            </a:r>
            <a:r>
              <a:rPr lang="en-US" sz="4400" dirty="0" err="1">
                <a:solidFill>
                  <a:schemeClr val="tx1"/>
                </a:solidFill>
                <a:sym typeface="Calibri"/>
              </a:rPr>
              <a:t>el</a:t>
            </a:r>
            <a:r>
              <a:rPr lang="en-US" sz="4400" dirty="0">
                <a:solidFill>
                  <a:schemeClr val="tx1"/>
                </a:solidFill>
                <a:sym typeface="Calibri"/>
              </a:rPr>
              <a:t> </a:t>
            </a:r>
            <a:r>
              <a:rPr lang="en-US" sz="4400" dirty="0" err="1">
                <a:solidFill>
                  <a:schemeClr val="tx1"/>
                </a:solidFill>
                <a:sym typeface="Calibri"/>
              </a:rPr>
              <a:t>programa</a:t>
            </a:r>
            <a:r>
              <a:rPr lang="en-US" sz="4400" dirty="0">
                <a:solidFill>
                  <a:schemeClr val="tx1"/>
                </a:solidFill>
                <a:sym typeface="Calibri"/>
              </a:rPr>
              <a:t> sea </a:t>
            </a:r>
            <a:r>
              <a:rPr lang="en-US" sz="4400" dirty="0" err="1">
                <a:solidFill>
                  <a:schemeClr val="tx1"/>
                </a:solidFill>
                <a:sym typeface="Calibri"/>
              </a:rPr>
              <a:t>difícil</a:t>
            </a:r>
            <a:r>
              <a:rPr lang="en-US" sz="4400" dirty="0">
                <a:solidFill>
                  <a:schemeClr val="tx1"/>
                </a:solidFill>
                <a:sym typeface="Calibri"/>
              </a:rPr>
              <a:t> de leer y </a:t>
            </a:r>
            <a:r>
              <a:rPr lang="en-US" sz="4400" dirty="0" err="1">
                <a:solidFill>
                  <a:schemeClr val="tx1"/>
                </a:solidFill>
                <a:sym typeface="Calibri"/>
              </a:rPr>
              <a:t>comprender</a:t>
            </a:r>
            <a:r>
              <a:rPr lang="en-US" sz="4400" dirty="0">
                <a:solidFill>
                  <a:schemeClr val="tx1"/>
                </a:solidFill>
                <a:sym typeface="Calibri"/>
              </a:rPr>
              <a:t>.</a:t>
            </a:r>
          </a:p>
        </p:txBody>
      </p:sp>
      <p:pic>
        <p:nvPicPr>
          <p:cNvPr id="2" name="Google Shape;135;p8" descr="Cómo protegerse de los virus, piratas informáticos y demás ataques? |  Tecnología - ComputerHoy.com">
            <a:extLst>
              <a:ext uri="{FF2B5EF4-FFF2-40B4-BE49-F238E27FC236}">
                <a16:creationId xmlns:a16="http://schemas.microsoft.com/office/drawing/2014/main" id="{E2849E70-F716-9143-14A8-4D64E6DB0677}"/>
              </a:ext>
            </a:extLst>
          </p:cNvPr>
          <p:cNvPicPr preferRelativeResize="0"/>
          <p:nvPr/>
        </p:nvPicPr>
        <p:blipFill rotWithShape="1">
          <a:blip r:embed="rId3"/>
          <a:stretch/>
        </p:blipFill>
        <p:spPr>
          <a:xfrm>
            <a:off x="15727680" y="1417057"/>
            <a:ext cx="8028432" cy="5342556"/>
          </a:xfrm>
          <a:prstGeom prst="rect">
            <a:avLst/>
          </a:prstGeom>
          <a:noFill/>
        </p:spPr>
      </p:pic>
      <p:pic>
        <p:nvPicPr>
          <p:cNvPr id="463" name="Google Shape;463;p43" descr="Malware complejo: metamorfismo, polimorfismo y EPO | Teoria y ejemplos  practicos – reversecoder"/>
          <p:cNvPicPr preferRelativeResize="0"/>
          <p:nvPr/>
        </p:nvPicPr>
        <p:blipFill rotWithShape="1">
          <a:blip r:embed="rId4"/>
          <a:stretch/>
        </p:blipFill>
        <p:spPr>
          <a:xfrm>
            <a:off x="15727680" y="8404736"/>
            <a:ext cx="7991856" cy="3859843"/>
          </a:xfrm>
          <a:prstGeom prst="rect">
            <a:avLst/>
          </a:prstGeom>
          <a:noFill/>
        </p:spPr>
      </p:pic>
    </p:spTree>
    <p:extLst>
      <p:ext uri="{BB962C8B-B14F-4D97-AF65-F5344CB8AC3E}">
        <p14:creationId xmlns:p14="http://schemas.microsoft.com/office/powerpoint/2010/main" val="903548199"/>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06"/>
        <p:cNvGrpSpPr/>
        <p:nvPr/>
      </p:nvGrpSpPr>
      <p:grpSpPr>
        <a:xfrm>
          <a:off x="0" y="0"/>
          <a:ext cx="0" cy="0"/>
          <a:chOff x="0" y="0"/>
          <a:chExt cx="0" cy="0"/>
        </a:xfrm>
      </p:grpSpPr>
      <p:sp useBgFill="1">
        <p:nvSpPr>
          <p:cNvPr id="514" name="Rectangle 513">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Google Shape;507;p50"/>
          <p:cNvSpPr txBox="1">
            <a:spLocks noGrp="1"/>
          </p:cNvSpPr>
          <p:nvPr>
            <p:ph type="title" idx="4294967295"/>
          </p:nvPr>
        </p:nvSpPr>
        <p:spPr>
          <a:xfrm>
            <a:off x="1280160" y="658368"/>
            <a:ext cx="13789152" cy="3566160"/>
          </a:xfrm>
          <a:prstGeom prst="rect">
            <a:avLst/>
          </a:prstGeom>
        </p:spPr>
        <p:txBody>
          <a:bodyPr spcFirstLastPara="1" vert="horz" lIns="91440" tIns="45720" rIns="91440" bIns="45720" rtlCol="0" anchor="b" anchorCtr="0">
            <a:normAutofit/>
          </a:bodyPr>
          <a:lstStyle/>
          <a:p>
            <a:pPr defTabSz="914400">
              <a:buClr>
                <a:schemeClr val="dk1"/>
              </a:buClr>
              <a:buSzPts val="4400"/>
            </a:pPr>
            <a:r>
              <a:rPr lang="en-US" sz="10800" b="1" dirty="0"/>
              <a:t>BOTNETS-</a:t>
            </a:r>
            <a:r>
              <a:rPr lang="en-US" sz="10800" b="1" dirty="0" err="1"/>
              <a:t>sistema</a:t>
            </a:r>
            <a:r>
              <a:rPr lang="en-US" sz="10800" b="1" dirty="0"/>
              <a:t> de control hacker</a:t>
            </a:r>
          </a:p>
        </p:txBody>
      </p:sp>
      <p:sp>
        <p:nvSpPr>
          <p:cNvPr id="51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7904" y="4791456"/>
            <a:ext cx="8487178" cy="36576"/>
          </a:xfrm>
          <a:custGeom>
            <a:avLst/>
            <a:gdLst>
              <a:gd name="connsiteX0" fmla="*/ 0 w 8487178"/>
              <a:gd name="connsiteY0" fmla="*/ 0 h 36576"/>
              <a:gd name="connsiteX1" fmla="*/ 737732 w 8487178"/>
              <a:gd name="connsiteY1" fmla="*/ 0 h 36576"/>
              <a:gd name="connsiteX2" fmla="*/ 1560335 w 8487178"/>
              <a:gd name="connsiteY2" fmla="*/ 0 h 36576"/>
              <a:gd name="connsiteX3" fmla="*/ 1958580 w 8487178"/>
              <a:gd name="connsiteY3" fmla="*/ 0 h 36576"/>
              <a:gd name="connsiteX4" fmla="*/ 2526568 w 8487178"/>
              <a:gd name="connsiteY4" fmla="*/ 0 h 36576"/>
              <a:gd name="connsiteX5" fmla="*/ 2924812 w 8487178"/>
              <a:gd name="connsiteY5" fmla="*/ 0 h 36576"/>
              <a:gd name="connsiteX6" fmla="*/ 3577672 w 8487178"/>
              <a:gd name="connsiteY6" fmla="*/ 0 h 36576"/>
              <a:gd name="connsiteX7" fmla="*/ 4145660 w 8487178"/>
              <a:gd name="connsiteY7" fmla="*/ 0 h 36576"/>
              <a:gd name="connsiteX8" fmla="*/ 4883392 w 8487178"/>
              <a:gd name="connsiteY8" fmla="*/ 0 h 36576"/>
              <a:gd name="connsiteX9" fmla="*/ 5705995 w 8487178"/>
              <a:gd name="connsiteY9" fmla="*/ 0 h 36576"/>
              <a:gd name="connsiteX10" fmla="*/ 6358855 w 8487178"/>
              <a:gd name="connsiteY10" fmla="*/ 0 h 36576"/>
              <a:gd name="connsiteX11" fmla="*/ 7181458 w 8487178"/>
              <a:gd name="connsiteY11" fmla="*/ 0 h 36576"/>
              <a:gd name="connsiteX12" fmla="*/ 7834318 w 8487178"/>
              <a:gd name="connsiteY12" fmla="*/ 0 h 36576"/>
              <a:gd name="connsiteX13" fmla="*/ 8487178 w 8487178"/>
              <a:gd name="connsiteY13" fmla="*/ 0 h 36576"/>
              <a:gd name="connsiteX14" fmla="*/ 8487178 w 8487178"/>
              <a:gd name="connsiteY14" fmla="*/ 36576 h 36576"/>
              <a:gd name="connsiteX15" fmla="*/ 7834318 w 8487178"/>
              <a:gd name="connsiteY15" fmla="*/ 36576 h 36576"/>
              <a:gd name="connsiteX16" fmla="*/ 7351202 w 8487178"/>
              <a:gd name="connsiteY16" fmla="*/ 36576 h 36576"/>
              <a:gd name="connsiteX17" fmla="*/ 6952957 w 8487178"/>
              <a:gd name="connsiteY17" fmla="*/ 36576 h 36576"/>
              <a:gd name="connsiteX18" fmla="*/ 6384969 w 8487178"/>
              <a:gd name="connsiteY18" fmla="*/ 36576 h 36576"/>
              <a:gd name="connsiteX19" fmla="*/ 5732109 w 8487178"/>
              <a:gd name="connsiteY19" fmla="*/ 36576 h 36576"/>
              <a:gd name="connsiteX20" fmla="*/ 5164121 w 8487178"/>
              <a:gd name="connsiteY20" fmla="*/ 36576 h 36576"/>
              <a:gd name="connsiteX21" fmla="*/ 4681005 w 8487178"/>
              <a:gd name="connsiteY21" fmla="*/ 36576 h 36576"/>
              <a:gd name="connsiteX22" fmla="*/ 3858402 w 8487178"/>
              <a:gd name="connsiteY22" fmla="*/ 36576 h 36576"/>
              <a:gd name="connsiteX23" fmla="*/ 3205542 w 8487178"/>
              <a:gd name="connsiteY23" fmla="*/ 36576 h 36576"/>
              <a:gd name="connsiteX24" fmla="*/ 2467810 w 8487178"/>
              <a:gd name="connsiteY24" fmla="*/ 36576 h 36576"/>
              <a:gd name="connsiteX25" fmla="*/ 2069566 w 8487178"/>
              <a:gd name="connsiteY25" fmla="*/ 36576 h 36576"/>
              <a:gd name="connsiteX26" fmla="*/ 1586449 w 8487178"/>
              <a:gd name="connsiteY26" fmla="*/ 36576 h 36576"/>
              <a:gd name="connsiteX27" fmla="*/ 933590 w 8487178"/>
              <a:gd name="connsiteY27" fmla="*/ 36576 h 36576"/>
              <a:gd name="connsiteX28" fmla="*/ 0 w 8487178"/>
              <a:gd name="connsiteY28" fmla="*/ 36576 h 36576"/>
              <a:gd name="connsiteX29" fmla="*/ 0 w 8487178"/>
              <a:gd name="connsiteY29"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87178" h="36576" fill="none" extrusionOk="0">
                <a:moveTo>
                  <a:pt x="0" y="0"/>
                </a:moveTo>
                <a:cubicBezTo>
                  <a:pt x="158648" y="-23080"/>
                  <a:pt x="414015" y="33691"/>
                  <a:pt x="737732" y="0"/>
                </a:cubicBezTo>
                <a:cubicBezTo>
                  <a:pt x="1061449" y="-33691"/>
                  <a:pt x="1348785" y="-6923"/>
                  <a:pt x="1560335" y="0"/>
                </a:cubicBezTo>
                <a:cubicBezTo>
                  <a:pt x="1771885" y="6923"/>
                  <a:pt x="1874673" y="6083"/>
                  <a:pt x="1958580" y="0"/>
                </a:cubicBezTo>
                <a:cubicBezTo>
                  <a:pt x="2042488" y="-6083"/>
                  <a:pt x="2411773" y="5497"/>
                  <a:pt x="2526568" y="0"/>
                </a:cubicBezTo>
                <a:cubicBezTo>
                  <a:pt x="2641363" y="-5497"/>
                  <a:pt x="2769955" y="14545"/>
                  <a:pt x="2924812" y="0"/>
                </a:cubicBezTo>
                <a:cubicBezTo>
                  <a:pt x="3079669" y="-14545"/>
                  <a:pt x="3398796" y="-305"/>
                  <a:pt x="3577672" y="0"/>
                </a:cubicBezTo>
                <a:cubicBezTo>
                  <a:pt x="3756548" y="305"/>
                  <a:pt x="4010524" y="-19439"/>
                  <a:pt x="4145660" y="0"/>
                </a:cubicBezTo>
                <a:cubicBezTo>
                  <a:pt x="4280796" y="19439"/>
                  <a:pt x="4519168" y="18856"/>
                  <a:pt x="4883392" y="0"/>
                </a:cubicBezTo>
                <a:cubicBezTo>
                  <a:pt x="5247616" y="-18856"/>
                  <a:pt x="5354959" y="-20344"/>
                  <a:pt x="5705995" y="0"/>
                </a:cubicBezTo>
                <a:cubicBezTo>
                  <a:pt x="6057031" y="20344"/>
                  <a:pt x="6165300" y="31467"/>
                  <a:pt x="6358855" y="0"/>
                </a:cubicBezTo>
                <a:cubicBezTo>
                  <a:pt x="6552410" y="-31467"/>
                  <a:pt x="6791945" y="-470"/>
                  <a:pt x="7181458" y="0"/>
                </a:cubicBezTo>
                <a:cubicBezTo>
                  <a:pt x="7570971" y="470"/>
                  <a:pt x="7589420" y="-27923"/>
                  <a:pt x="7834318" y="0"/>
                </a:cubicBezTo>
                <a:cubicBezTo>
                  <a:pt x="8079216" y="27923"/>
                  <a:pt x="8244660" y="-28188"/>
                  <a:pt x="8487178" y="0"/>
                </a:cubicBezTo>
                <a:cubicBezTo>
                  <a:pt x="8487756" y="9299"/>
                  <a:pt x="8487778" y="26774"/>
                  <a:pt x="8487178" y="36576"/>
                </a:cubicBezTo>
                <a:cubicBezTo>
                  <a:pt x="8193354" y="68129"/>
                  <a:pt x="8121938" y="60994"/>
                  <a:pt x="7834318" y="36576"/>
                </a:cubicBezTo>
                <a:cubicBezTo>
                  <a:pt x="7546698" y="12158"/>
                  <a:pt x="7507615" y="29628"/>
                  <a:pt x="7351202" y="36576"/>
                </a:cubicBezTo>
                <a:cubicBezTo>
                  <a:pt x="7194789" y="43524"/>
                  <a:pt x="7096566" y="31598"/>
                  <a:pt x="6952957" y="36576"/>
                </a:cubicBezTo>
                <a:cubicBezTo>
                  <a:pt x="6809349" y="41554"/>
                  <a:pt x="6510534" y="54733"/>
                  <a:pt x="6384969" y="36576"/>
                </a:cubicBezTo>
                <a:cubicBezTo>
                  <a:pt x="6259404" y="18419"/>
                  <a:pt x="5956387" y="64521"/>
                  <a:pt x="5732109" y="36576"/>
                </a:cubicBezTo>
                <a:cubicBezTo>
                  <a:pt x="5507831" y="8631"/>
                  <a:pt x="5425540" y="32239"/>
                  <a:pt x="5164121" y="36576"/>
                </a:cubicBezTo>
                <a:cubicBezTo>
                  <a:pt x="4902702" y="40913"/>
                  <a:pt x="4815733" y="45661"/>
                  <a:pt x="4681005" y="36576"/>
                </a:cubicBezTo>
                <a:cubicBezTo>
                  <a:pt x="4546277" y="27491"/>
                  <a:pt x="4111650" y="24454"/>
                  <a:pt x="3858402" y="36576"/>
                </a:cubicBezTo>
                <a:cubicBezTo>
                  <a:pt x="3605154" y="48698"/>
                  <a:pt x="3355682" y="45487"/>
                  <a:pt x="3205542" y="36576"/>
                </a:cubicBezTo>
                <a:cubicBezTo>
                  <a:pt x="3055402" y="27665"/>
                  <a:pt x="2716580" y="64954"/>
                  <a:pt x="2467810" y="36576"/>
                </a:cubicBezTo>
                <a:cubicBezTo>
                  <a:pt x="2219040" y="8198"/>
                  <a:pt x="2149690" y="30867"/>
                  <a:pt x="2069566" y="36576"/>
                </a:cubicBezTo>
                <a:cubicBezTo>
                  <a:pt x="1989442" y="42285"/>
                  <a:pt x="1703335" y="42806"/>
                  <a:pt x="1586449" y="36576"/>
                </a:cubicBezTo>
                <a:cubicBezTo>
                  <a:pt x="1469563" y="30346"/>
                  <a:pt x="1212036" y="34821"/>
                  <a:pt x="933590" y="36576"/>
                </a:cubicBezTo>
                <a:cubicBezTo>
                  <a:pt x="655144" y="38331"/>
                  <a:pt x="215255" y="74183"/>
                  <a:pt x="0" y="36576"/>
                </a:cubicBezTo>
                <a:cubicBezTo>
                  <a:pt x="-516" y="20544"/>
                  <a:pt x="1802" y="17140"/>
                  <a:pt x="0" y="0"/>
                </a:cubicBezTo>
                <a:close/>
              </a:path>
              <a:path w="8487178" h="36576" stroke="0" extrusionOk="0">
                <a:moveTo>
                  <a:pt x="0" y="0"/>
                </a:moveTo>
                <a:cubicBezTo>
                  <a:pt x="141875" y="16416"/>
                  <a:pt x="317987" y="-14018"/>
                  <a:pt x="483116" y="0"/>
                </a:cubicBezTo>
                <a:cubicBezTo>
                  <a:pt x="648245" y="14018"/>
                  <a:pt x="704570" y="5647"/>
                  <a:pt x="881361" y="0"/>
                </a:cubicBezTo>
                <a:cubicBezTo>
                  <a:pt x="1058153" y="-5647"/>
                  <a:pt x="1211393" y="2543"/>
                  <a:pt x="1364477" y="0"/>
                </a:cubicBezTo>
                <a:cubicBezTo>
                  <a:pt x="1517561" y="-2543"/>
                  <a:pt x="1713772" y="-6752"/>
                  <a:pt x="2017337" y="0"/>
                </a:cubicBezTo>
                <a:cubicBezTo>
                  <a:pt x="2320902" y="6752"/>
                  <a:pt x="2535852" y="27273"/>
                  <a:pt x="2755069" y="0"/>
                </a:cubicBezTo>
                <a:cubicBezTo>
                  <a:pt x="2974286" y="-27273"/>
                  <a:pt x="3322220" y="-6972"/>
                  <a:pt x="3577672" y="0"/>
                </a:cubicBezTo>
                <a:cubicBezTo>
                  <a:pt x="3833124" y="6972"/>
                  <a:pt x="4082700" y="-30587"/>
                  <a:pt x="4400275" y="0"/>
                </a:cubicBezTo>
                <a:cubicBezTo>
                  <a:pt x="4717850" y="30587"/>
                  <a:pt x="4848568" y="-17249"/>
                  <a:pt x="4968263" y="0"/>
                </a:cubicBezTo>
                <a:cubicBezTo>
                  <a:pt x="5087958" y="17249"/>
                  <a:pt x="5447087" y="18553"/>
                  <a:pt x="5705995" y="0"/>
                </a:cubicBezTo>
                <a:cubicBezTo>
                  <a:pt x="5964903" y="-18553"/>
                  <a:pt x="6211105" y="-17498"/>
                  <a:pt x="6358855" y="0"/>
                </a:cubicBezTo>
                <a:cubicBezTo>
                  <a:pt x="6506605" y="17498"/>
                  <a:pt x="6655586" y="-15953"/>
                  <a:pt x="6926843" y="0"/>
                </a:cubicBezTo>
                <a:cubicBezTo>
                  <a:pt x="7198100" y="15953"/>
                  <a:pt x="7439942" y="-28058"/>
                  <a:pt x="7664575" y="0"/>
                </a:cubicBezTo>
                <a:cubicBezTo>
                  <a:pt x="7889208" y="28058"/>
                  <a:pt x="8244819" y="-11603"/>
                  <a:pt x="8487178" y="0"/>
                </a:cubicBezTo>
                <a:cubicBezTo>
                  <a:pt x="8486954" y="11559"/>
                  <a:pt x="8486570" y="21146"/>
                  <a:pt x="8487178" y="36576"/>
                </a:cubicBezTo>
                <a:cubicBezTo>
                  <a:pt x="8363638" y="18444"/>
                  <a:pt x="8225194" y="49967"/>
                  <a:pt x="8004062" y="36576"/>
                </a:cubicBezTo>
                <a:cubicBezTo>
                  <a:pt x="7782930" y="23185"/>
                  <a:pt x="7442338" y="64256"/>
                  <a:pt x="7181458" y="36576"/>
                </a:cubicBezTo>
                <a:cubicBezTo>
                  <a:pt x="6920578" y="8896"/>
                  <a:pt x="6812793" y="31551"/>
                  <a:pt x="6698342" y="36576"/>
                </a:cubicBezTo>
                <a:cubicBezTo>
                  <a:pt x="6583891" y="41601"/>
                  <a:pt x="6260356" y="9334"/>
                  <a:pt x="5960610" y="36576"/>
                </a:cubicBezTo>
                <a:cubicBezTo>
                  <a:pt x="5660864" y="63818"/>
                  <a:pt x="5663756" y="35872"/>
                  <a:pt x="5562366" y="36576"/>
                </a:cubicBezTo>
                <a:cubicBezTo>
                  <a:pt x="5460976" y="37280"/>
                  <a:pt x="5069820" y="22312"/>
                  <a:pt x="4909506" y="36576"/>
                </a:cubicBezTo>
                <a:cubicBezTo>
                  <a:pt x="4749192" y="50840"/>
                  <a:pt x="4551078" y="46187"/>
                  <a:pt x="4426390" y="36576"/>
                </a:cubicBezTo>
                <a:cubicBezTo>
                  <a:pt x="4301702" y="26965"/>
                  <a:pt x="3916782" y="59932"/>
                  <a:pt x="3603786" y="36576"/>
                </a:cubicBezTo>
                <a:cubicBezTo>
                  <a:pt x="3290790" y="13220"/>
                  <a:pt x="3382822" y="52886"/>
                  <a:pt x="3205542" y="36576"/>
                </a:cubicBezTo>
                <a:cubicBezTo>
                  <a:pt x="3028262" y="20266"/>
                  <a:pt x="2723637" y="9596"/>
                  <a:pt x="2552682" y="36576"/>
                </a:cubicBezTo>
                <a:cubicBezTo>
                  <a:pt x="2381727" y="63556"/>
                  <a:pt x="2306903" y="19145"/>
                  <a:pt x="2154437" y="36576"/>
                </a:cubicBezTo>
                <a:cubicBezTo>
                  <a:pt x="2001972" y="54007"/>
                  <a:pt x="1880716" y="55934"/>
                  <a:pt x="1671321" y="36576"/>
                </a:cubicBezTo>
                <a:cubicBezTo>
                  <a:pt x="1461926" y="17218"/>
                  <a:pt x="1116754" y="69031"/>
                  <a:pt x="933590" y="36576"/>
                </a:cubicBezTo>
                <a:cubicBezTo>
                  <a:pt x="750426" y="4121"/>
                  <a:pt x="234904" y="7568"/>
                  <a:pt x="0" y="36576"/>
                </a:cubicBezTo>
                <a:cubicBezTo>
                  <a:pt x="-299" y="20797"/>
                  <a:pt x="-1602" y="1003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Google Shape;508;p50"/>
          <p:cNvSpPr txBox="1">
            <a:spLocks noGrp="1"/>
          </p:cNvSpPr>
          <p:nvPr>
            <p:ph idx="4294967295"/>
          </p:nvPr>
        </p:nvSpPr>
        <p:spPr>
          <a:xfrm>
            <a:off x="1280160" y="5413248"/>
            <a:ext cx="13789152" cy="6967728"/>
          </a:xfrm>
          <a:prstGeom prst="rect">
            <a:avLst/>
          </a:prstGeom>
        </p:spPr>
        <p:style>
          <a:lnRef idx="2">
            <a:schemeClr val="accent5"/>
          </a:lnRef>
          <a:fillRef idx="1">
            <a:schemeClr val="lt1"/>
          </a:fillRef>
          <a:effectRef idx="0">
            <a:schemeClr val="accent5"/>
          </a:effectRef>
          <a:fontRef idx="minor">
            <a:schemeClr val="dk1"/>
          </a:fontRef>
        </p:style>
        <p:txBody>
          <a:bodyPr spcFirstLastPara="1" vert="horz" lIns="91440" tIns="45720" rIns="91440" bIns="45720" rtlCol="0" anchorCtr="0">
            <a:normAutofit/>
          </a:bodyPr>
          <a:lstStyle/>
          <a:p>
            <a:pPr marL="457200" indent="-228600" defTabSz="914400">
              <a:spcBef>
                <a:spcPts val="0"/>
              </a:spcBef>
              <a:spcAft>
                <a:spcPts val="600"/>
              </a:spcAft>
              <a:buClr>
                <a:srgbClr val="4D5156"/>
              </a:buClr>
              <a:buSzPts val="2800"/>
            </a:pPr>
            <a:r>
              <a:rPr lang="en-US" sz="4400" b="0" i="0" dirty="0">
                <a:solidFill>
                  <a:schemeClr val="tx1"/>
                </a:solidFill>
                <a:sym typeface="arial"/>
              </a:rPr>
              <a:t>Botnet es un </a:t>
            </a:r>
            <a:r>
              <a:rPr lang="en-US" sz="4400" b="0" i="0" dirty="0" err="1">
                <a:solidFill>
                  <a:schemeClr val="tx1"/>
                </a:solidFill>
                <a:sym typeface="arial"/>
              </a:rPr>
              <a:t>término</a:t>
            </a:r>
            <a:r>
              <a:rPr lang="en-US" sz="4400" b="0" i="0" dirty="0">
                <a:solidFill>
                  <a:schemeClr val="tx1"/>
                </a:solidFill>
                <a:sym typeface="arial"/>
              </a:rPr>
              <a:t> que </a:t>
            </a:r>
            <a:r>
              <a:rPr lang="en-US" sz="4400" b="0" i="0" dirty="0" err="1">
                <a:solidFill>
                  <a:schemeClr val="tx1"/>
                </a:solidFill>
                <a:sym typeface="arial"/>
              </a:rPr>
              <a:t>hace</a:t>
            </a:r>
            <a:r>
              <a:rPr lang="en-US" sz="4400" b="0" i="0" dirty="0">
                <a:solidFill>
                  <a:schemeClr val="tx1"/>
                </a:solidFill>
                <a:sym typeface="arial"/>
              </a:rPr>
              <a:t> </a:t>
            </a:r>
            <a:r>
              <a:rPr lang="en-US" sz="4400" b="0" i="0" dirty="0" err="1">
                <a:solidFill>
                  <a:schemeClr val="tx1"/>
                </a:solidFill>
                <a:sym typeface="arial"/>
              </a:rPr>
              <a:t>referencia</a:t>
            </a:r>
            <a:r>
              <a:rPr lang="en-US" sz="4400" b="0" i="0" dirty="0">
                <a:solidFill>
                  <a:schemeClr val="tx1"/>
                </a:solidFill>
                <a:sym typeface="arial"/>
              </a:rPr>
              <a:t> a un conjunto o red de robots </a:t>
            </a:r>
            <a:r>
              <a:rPr lang="en-US" sz="4400" b="0" i="0" dirty="0" err="1">
                <a:solidFill>
                  <a:schemeClr val="tx1"/>
                </a:solidFill>
                <a:sym typeface="arial"/>
              </a:rPr>
              <a:t>informáticos</a:t>
            </a:r>
            <a:r>
              <a:rPr lang="en-US" sz="4400" b="0" i="0" dirty="0">
                <a:solidFill>
                  <a:schemeClr val="tx1"/>
                </a:solidFill>
                <a:sym typeface="arial"/>
              </a:rPr>
              <a:t> o bots, que se </a:t>
            </a:r>
            <a:r>
              <a:rPr lang="en-US" sz="4400" b="0" i="0" dirty="0" err="1">
                <a:solidFill>
                  <a:schemeClr val="tx1"/>
                </a:solidFill>
                <a:sym typeface="arial"/>
              </a:rPr>
              <a:t>ejecutan</a:t>
            </a:r>
            <a:r>
              <a:rPr lang="en-US" sz="4400" b="0" i="0" dirty="0">
                <a:solidFill>
                  <a:schemeClr val="tx1"/>
                </a:solidFill>
                <a:sym typeface="arial"/>
              </a:rPr>
              <a:t> de </a:t>
            </a:r>
            <a:r>
              <a:rPr lang="en-US" sz="4400" b="0" i="0" dirty="0" err="1">
                <a:solidFill>
                  <a:schemeClr val="tx1"/>
                </a:solidFill>
                <a:sym typeface="arial"/>
              </a:rPr>
              <a:t>manera</a:t>
            </a:r>
            <a:r>
              <a:rPr lang="en-US" sz="4400" b="0" i="0" dirty="0">
                <a:solidFill>
                  <a:schemeClr val="tx1"/>
                </a:solidFill>
                <a:sym typeface="arial"/>
              </a:rPr>
              <a:t> </a:t>
            </a:r>
            <a:r>
              <a:rPr lang="en-US" sz="4400" b="0" i="0" dirty="0" err="1">
                <a:solidFill>
                  <a:schemeClr val="tx1"/>
                </a:solidFill>
                <a:sym typeface="arial"/>
              </a:rPr>
              <a:t>autónoma</a:t>
            </a:r>
            <a:r>
              <a:rPr lang="en-US" sz="4400" b="0" i="0" dirty="0">
                <a:solidFill>
                  <a:schemeClr val="tx1"/>
                </a:solidFill>
                <a:sym typeface="arial"/>
              </a:rPr>
              <a:t> y </a:t>
            </a:r>
            <a:r>
              <a:rPr lang="en-US" sz="4400" b="0" i="0" dirty="0" err="1">
                <a:solidFill>
                  <a:schemeClr val="tx1"/>
                </a:solidFill>
                <a:sym typeface="arial"/>
              </a:rPr>
              <a:t>automática</a:t>
            </a:r>
            <a:r>
              <a:rPr lang="en-US" sz="4400" b="0" i="0" dirty="0">
                <a:solidFill>
                  <a:schemeClr val="tx1"/>
                </a:solidFill>
                <a:sym typeface="arial"/>
              </a:rPr>
              <a:t>.​ El </a:t>
            </a:r>
            <a:r>
              <a:rPr lang="en-US" sz="4400" b="0" i="0" dirty="0" err="1">
                <a:solidFill>
                  <a:schemeClr val="tx1"/>
                </a:solidFill>
                <a:sym typeface="arial"/>
              </a:rPr>
              <a:t>artífice</a:t>
            </a:r>
            <a:r>
              <a:rPr lang="en-US" sz="4400" b="0" i="0" dirty="0">
                <a:solidFill>
                  <a:schemeClr val="tx1"/>
                </a:solidFill>
                <a:sym typeface="arial"/>
              </a:rPr>
              <a:t> de la botnet </a:t>
            </a:r>
            <a:r>
              <a:rPr lang="en-US" sz="4400" b="0" i="0" dirty="0" err="1">
                <a:solidFill>
                  <a:schemeClr val="tx1"/>
                </a:solidFill>
                <a:sym typeface="arial"/>
              </a:rPr>
              <a:t>puede</a:t>
            </a:r>
            <a:r>
              <a:rPr lang="en-US" sz="4400" b="0" i="0" dirty="0">
                <a:solidFill>
                  <a:schemeClr val="tx1"/>
                </a:solidFill>
                <a:sym typeface="arial"/>
              </a:rPr>
              <a:t> </a:t>
            </a:r>
            <a:r>
              <a:rPr lang="en-US" sz="4400" b="0" i="0" dirty="0" err="1">
                <a:solidFill>
                  <a:schemeClr val="tx1"/>
                </a:solidFill>
                <a:sym typeface="arial"/>
              </a:rPr>
              <a:t>controlar</a:t>
            </a:r>
            <a:r>
              <a:rPr lang="en-US" sz="4400" b="0" i="0" dirty="0">
                <a:solidFill>
                  <a:schemeClr val="tx1"/>
                </a:solidFill>
                <a:sym typeface="arial"/>
              </a:rPr>
              <a:t> </a:t>
            </a:r>
            <a:r>
              <a:rPr lang="en-US" sz="4400" b="0" i="0" dirty="0" err="1">
                <a:solidFill>
                  <a:schemeClr val="tx1"/>
                </a:solidFill>
                <a:sym typeface="arial"/>
              </a:rPr>
              <a:t>todos</a:t>
            </a:r>
            <a:r>
              <a:rPr lang="en-US" sz="4400" b="0" i="0" dirty="0">
                <a:solidFill>
                  <a:schemeClr val="tx1"/>
                </a:solidFill>
                <a:sym typeface="arial"/>
              </a:rPr>
              <a:t> </a:t>
            </a:r>
            <a:r>
              <a:rPr lang="en-US" sz="4400" b="0" i="0" dirty="0" err="1">
                <a:solidFill>
                  <a:schemeClr val="tx1"/>
                </a:solidFill>
                <a:sym typeface="arial"/>
              </a:rPr>
              <a:t>los</a:t>
            </a:r>
            <a:r>
              <a:rPr lang="en-US" sz="4400" b="0" i="0" dirty="0">
                <a:solidFill>
                  <a:schemeClr val="tx1"/>
                </a:solidFill>
                <a:sym typeface="arial"/>
              </a:rPr>
              <a:t> </a:t>
            </a:r>
            <a:r>
              <a:rPr lang="en-US" sz="4400" b="0" i="0" dirty="0" err="1">
                <a:solidFill>
                  <a:schemeClr val="tx1"/>
                </a:solidFill>
                <a:sym typeface="arial"/>
              </a:rPr>
              <a:t>ordenadores</a:t>
            </a:r>
            <a:r>
              <a:rPr lang="en-US" sz="4400" b="0" i="0" dirty="0">
                <a:solidFill>
                  <a:schemeClr val="tx1"/>
                </a:solidFill>
                <a:sym typeface="arial"/>
              </a:rPr>
              <a:t>/</a:t>
            </a:r>
            <a:r>
              <a:rPr lang="en-US" sz="4400" b="0" i="0" dirty="0" err="1">
                <a:solidFill>
                  <a:schemeClr val="tx1"/>
                </a:solidFill>
                <a:sym typeface="arial"/>
              </a:rPr>
              <a:t>servidores</a:t>
            </a:r>
            <a:r>
              <a:rPr lang="en-US" sz="4400" b="0" i="0" dirty="0">
                <a:solidFill>
                  <a:schemeClr val="tx1"/>
                </a:solidFill>
                <a:sym typeface="arial"/>
              </a:rPr>
              <a:t> </a:t>
            </a:r>
            <a:r>
              <a:rPr lang="en-US" sz="4400" b="0" i="0" dirty="0" err="1">
                <a:solidFill>
                  <a:schemeClr val="tx1"/>
                </a:solidFill>
                <a:sym typeface="arial"/>
              </a:rPr>
              <a:t>infectados</a:t>
            </a:r>
            <a:r>
              <a:rPr lang="en-US" sz="4400" b="0" i="0" dirty="0">
                <a:solidFill>
                  <a:schemeClr val="tx1"/>
                </a:solidFill>
                <a:sym typeface="arial"/>
              </a:rPr>
              <a:t> de forma </a:t>
            </a:r>
            <a:r>
              <a:rPr lang="en-US" sz="4400" b="0" i="0" dirty="0" err="1">
                <a:solidFill>
                  <a:schemeClr val="tx1"/>
                </a:solidFill>
                <a:sym typeface="arial"/>
              </a:rPr>
              <a:t>remota</a:t>
            </a:r>
            <a:r>
              <a:rPr lang="en-US" sz="4400" b="0" i="0" dirty="0">
                <a:solidFill>
                  <a:schemeClr val="tx1"/>
                </a:solidFill>
                <a:sym typeface="arial"/>
              </a:rPr>
              <a:t>.</a:t>
            </a:r>
            <a:endParaRPr lang="en-US" sz="4400" dirty="0">
              <a:solidFill>
                <a:schemeClr val="tx1"/>
              </a:solidFill>
            </a:endParaRPr>
          </a:p>
        </p:txBody>
      </p:sp>
      <p:pic>
        <p:nvPicPr>
          <p:cNvPr id="2" name="Google Shape;135;p8" descr="Cómo protegerse de los virus, piratas informáticos y demás ataques? |  Tecnología - ComputerHoy.com">
            <a:extLst>
              <a:ext uri="{FF2B5EF4-FFF2-40B4-BE49-F238E27FC236}">
                <a16:creationId xmlns:a16="http://schemas.microsoft.com/office/drawing/2014/main" id="{64E3F6FD-69F2-0B07-8E5E-48AECD5DF54D}"/>
              </a:ext>
            </a:extLst>
          </p:cNvPr>
          <p:cNvPicPr preferRelativeResize="0"/>
          <p:nvPr/>
        </p:nvPicPr>
        <p:blipFill rotWithShape="1">
          <a:blip r:embed="rId3"/>
          <a:stretch/>
        </p:blipFill>
        <p:spPr>
          <a:xfrm>
            <a:off x="15727680" y="1417057"/>
            <a:ext cx="8028432" cy="5342556"/>
          </a:xfrm>
          <a:prstGeom prst="rect">
            <a:avLst/>
          </a:prstGeom>
          <a:noFill/>
        </p:spPr>
      </p:pic>
      <p:pic>
        <p:nvPicPr>
          <p:cNvPr id="509" name="Google Shape;509;p50" descr="El Gobierno de España no tiene un plan contra el apocalipsis zombi porque  es &quot;de dudosa probabilidad que se produzca&quot;"/>
          <p:cNvPicPr preferRelativeResize="0"/>
          <p:nvPr/>
        </p:nvPicPr>
        <p:blipFill rotWithShape="1">
          <a:blip r:embed="rId4"/>
          <a:stretch/>
        </p:blipFill>
        <p:spPr>
          <a:xfrm>
            <a:off x="16453254" y="8158386"/>
            <a:ext cx="6540708" cy="4352544"/>
          </a:xfrm>
          <a:prstGeom prst="rect">
            <a:avLst/>
          </a:prstGeom>
          <a:noFill/>
        </p:spPr>
      </p:pic>
    </p:spTree>
    <p:extLst>
      <p:ext uri="{BB962C8B-B14F-4D97-AF65-F5344CB8AC3E}">
        <p14:creationId xmlns:p14="http://schemas.microsoft.com/office/powerpoint/2010/main" val="71679336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Google Shape;255;p20">
            <a:extLst>
              <a:ext uri="{FF2B5EF4-FFF2-40B4-BE49-F238E27FC236}">
                <a16:creationId xmlns:a16="http://schemas.microsoft.com/office/drawing/2014/main" id="{B4F452EF-40F6-437B-B0B7-B8E15419CE9D}"/>
              </a:ext>
            </a:extLst>
          </p:cNvPr>
          <p:cNvSpPr txBox="1">
            <a:spLocks noGrp="1"/>
          </p:cNvSpPr>
          <p:nvPr>
            <p:ph type="title" idx="4294967295"/>
          </p:nvPr>
        </p:nvSpPr>
        <p:spPr>
          <a:xfrm>
            <a:off x="0" y="36513"/>
            <a:ext cx="21031200" cy="2651125"/>
          </a:xfrm>
          <a:prstGeom prst="rect">
            <a:avLst/>
          </a:prstGeom>
          <a:noFill/>
          <a:ln>
            <a:noFill/>
          </a:ln>
        </p:spPr>
        <p:txBody>
          <a:bodyPr spcFirstLastPara="1" wrap="square" lIns="182850" tIns="91400" rIns="182850" bIns="91400" anchor="ctr" anchorCtr="0">
            <a:normAutofit/>
          </a:bodyPr>
          <a:lstStyle/>
          <a:p>
            <a:pPr>
              <a:lnSpc>
                <a:spcPct val="90000"/>
              </a:lnSpc>
              <a:spcBef>
                <a:spcPts val="0"/>
              </a:spcBef>
              <a:buClr>
                <a:schemeClr val="dk1"/>
              </a:buClr>
              <a:buSzPts val="2520"/>
            </a:pPr>
            <a:r>
              <a:rPr lang="es-ES" sz="6400" b="1" dirty="0"/>
              <a:t>INGENIERIA SOCIAL Y EL FACTOR HUMANO</a:t>
            </a:r>
            <a:endParaRPr sz="10800" b="1" dirty="0"/>
          </a:p>
        </p:txBody>
      </p:sp>
      <p:sp>
        <p:nvSpPr>
          <p:cNvPr id="5" name="Google Shape;261;p21">
            <a:extLst>
              <a:ext uri="{FF2B5EF4-FFF2-40B4-BE49-F238E27FC236}">
                <a16:creationId xmlns:a16="http://schemas.microsoft.com/office/drawing/2014/main" id="{B4AD65B3-A02F-4702-BE4E-000BDEE17CD6}"/>
              </a:ext>
            </a:extLst>
          </p:cNvPr>
          <p:cNvSpPr txBox="1"/>
          <p:nvPr/>
        </p:nvSpPr>
        <p:spPr>
          <a:xfrm>
            <a:off x="704850" y="2364196"/>
            <a:ext cx="22840950" cy="7663556"/>
          </a:xfrm>
          <a:prstGeom prst="rect">
            <a:avLst/>
          </a:prstGeom>
          <a:solidFill>
            <a:srgbClr val="7030A0"/>
          </a:solidFill>
          <a:ln/>
        </p:spPr>
        <p:style>
          <a:lnRef idx="2">
            <a:schemeClr val="accent5"/>
          </a:lnRef>
          <a:fillRef idx="1">
            <a:schemeClr val="lt1"/>
          </a:fillRef>
          <a:effectRef idx="0">
            <a:schemeClr val="accent5"/>
          </a:effectRef>
          <a:fontRef idx="minor">
            <a:schemeClr val="dk1"/>
          </a:fontRef>
        </p:style>
        <p:txBody>
          <a:bodyPr spcFirstLastPara="1" wrap="square" lIns="182850" tIns="91400" rIns="182850" bIns="91400" anchor="t" anchorCtr="0">
            <a:spAutoFit/>
          </a:bodyPr>
          <a:lstStyle/>
          <a:p>
            <a:pPr algn="ctr"/>
            <a:r>
              <a:rPr lang="es-ES" sz="10800" b="1" dirty="0">
                <a:solidFill>
                  <a:schemeClr val="accent5">
                    <a:lumMod val="20000"/>
                    <a:lumOff val="80000"/>
                  </a:schemeClr>
                </a:solidFill>
                <a:latin typeface="Arial"/>
                <a:ea typeface="Arial"/>
                <a:cs typeface="Arial"/>
                <a:sym typeface="Arial"/>
              </a:rPr>
              <a:t>¿Sabías que los ataques de ingeniería social suponen el 93% de las brechas de seguridad?</a:t>
            </a:r>
            <a:endParaRPr sz="10800" dirty="0">
              <a:solidFill>
                <a:schemeClr val="accent5">
                  <a:lumMod val="20000"/>
                  <a:lumOff val="80000"/>
                </a:schemeClr>
              </a:solidFill>
              <a:latin typeface="Arial"/>
              <a:ea typeface="Arial"/>
              <a:cs typeface="Arial"/>
              <a:sym typeface="Arial"/>
            </a:endParaRPr>
          </a:p>
        </p:txBody>
      </p:sp>
      <p:pic>
        <p:nvPicPr>
          <p:cNvPr id="6" name="Google Shape;262;p21" descr="Hacker, Hacking, Robo, Cibernético">
            <a:extLst>
              <a:ext uri="{FF2B5EF4-FFF2-40B4-BE49-F238E27FC236}">
                <a16:creationId xmlns:a16="http://schemas.microsoft.com/office/drawing/2014/main" id="{92648EC0-4CFD-462E-A618-9FF93C792DB7}"/>
              </a:ext>
            </a:extLst>
          </p:cNvPr>
          <p:cNvPicPr preferRelativeResize="0"/>
          <p:nvPr/>
        </p:nvPicPr>
        <p:blipFill rotWithShape="1">
          <a:blip r:embed="rId2">
            <a:alphaModFix/>
          </a:blip>
          <a:srcRect/>
          <a:stretch/>
        </p:blipFill>
        <p:spPr>
          <a:xfrm>
            <a:off x="150323" y="10027751"/>
            <a:ext cx="4974127" cy="3651737"/>
          </a:xfrm>
          <a:prstGeom prst="rect">
            <a:avLst/>
          </a:prstGeom>
          <a:noFill/>
          <a:ln>
            <a:noFill/>
          </a:ln>
        </p:spPr>
      </p:pic>
      <p:pic>
        <p:nvPicPr>
          <p:cNvPr id="2" name="Google Shape;135;p8" descr="Cómo protegerse de los virus, piratas informáticos y demás ataques? |  Tecnología - ComputerHoy.com">
            <a:extLst>
              <a:ext uri="{FF2B5EF4-FFF2-40B4-BE49-F238E27FC236}">
                <a16:creationId xmlns:a16="http://schemas.microsoft.com/office/drawing/2014/main" id="{3D44EEA0-AFF4-9211-7FBE-8231DD0379FA}"/>
              </a:ext>
            </a:extLst>
          </p:cNvPr>
          <p:cNvPicPr preferRelativeResize="0"/>
          <p:nvPr/>
        </p:nvPicPr>
        <p:blipFill rotWithShape="1">
          <a:blip r:embed="rId3">
            <a:alphaModFix/>
          </a:blip>
          <a:srcRect/>
          <a:stretch/>
        </p:blipFill>
        <p:spPr>
          <a:xfrm>
            <a:off x="22593300" y="12496799"/>
            <a:ext cx="1790700" cy="1229203"/>
          </a:xfrm>
          <a:prstGeom prst="rect">
            <a:avLst/>
          </a:prstGeom>
          <a:noFill/>
          <a:ln>
            <a:noFill/>
          </a:ln>
        </p:spPr>
      </p:pic>
      <p:sp>
        <p:nvSpPr>
          <p:cNvPr id="7" name="CuadroTexto 6">
            <a:extLst>
              <a:ext uri="{FF2B5EF4-FFF2-40B4-BE49-F238E27FC236}">
                <a16:creationId xmlns:a16="http://schemas.microsoft.com/office/drawing/2014/main" id="{B541F6DF-1005-A6A4-589E-C281645A32DB}"/>
              </a:ext>
            </a:extLst>
          </p:cNvPr>
          <p:cNvSpPr txBox="1"/>
          <p:nvPr/>
        </p:nvSpPr>
        <p:spPr>
          <a:xfrm>
            <a:off x="5295900" y="10596611"/>
            <a:ext cx="15925800" cy="211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s-ES" b="0" i="0" dirty="0">
                <a:solidFill>
                  <a:srgbClr val="111111"/>
                </a:solidFill>
                <a:effectLst/>
                <a:latin typeface="Roboto" panose="020B0604020202020204" pitchFamily="2" charset="0"/>
              </a:rPr>
              <a:t>Según la investigación anual de Verizon sobre brechas de datos, los ataques de ingeniería social son responsables del</a:t>
            </a:r>
            <a:r>
              <a:rPr lang="es-ES" b="1" i="0" dirty="0">
                <a:solidFill>
                  <a:srgbClr val="111111"/>
                </a:solidFill>
                <a:effectLst/>
                <a:latin typeface="Roboto" panose="020B0604020202020204" pitchFamily="2" charset="0"/>
              </a:rPr>
              <a:t> 93%</a:t>
            </a:r>
            <a:r>
              <a:rPr lang="es-ES" b="0" i="0" dirty="0">
                <a:solidFill>
                  <a:srgbClr val="111111"/>
                </a:solidFill>
                <a:effectLst/>
                <a:latin typeface="Roboto" panose="020B0604020202020204" pitchFamily="2" charset="0"/>
              </a:rPr>
              <a:t> de las brechas de datos que tienen éxito. Posibles escenarios y mensajes que puede recibir. </a:t>
            </a:r>
            <a:r>
              <a:rPr lang="es-ES" dirty="0"/>
              <a:t>Verizon es una empresa estadounidense de telecomunicaciones que ofrece servicios de telefonía, internet y televisión. Fundada en 1983, Verizon es una de las empresas de telecomunicaciones más grandes del mundo, con presencia en más de 150 países.</a:t>
            </a:r>
          </a:p>
          <a:p>
            <a:endParaRPr lang="es-ES" dirty="0"/>
          </a:p>
        </p:txBody>
      </p:sp>
    </p:spTree>
    <p:extLst>
      <p:ext uri="{BB962C8B-B14F-4D97-AF65-F5344CB8AC3E}">
        <p14:creationId xmlns:p14="http://schemas.microsoft.com/office/powerpoint/2010/main" val="76434268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254"/>
        <p:cNvGrpSpPr/>
        <p:nvPr/>
      </p:nvGrpSpPr>
      <p:grpSpPr>
        <a:xfrm>
          <a:off x="0" y="0"/>
          <a:ext cx="0" cy="0"/>
          <a:chOff x="0" y="0"/>
          <a:chExt cx="0" cy="0"/>
        </a:xfrm>
      </p:grpSpPr>
      <p:sp>
        <p:nvSpPr>
          <p:cNvPr id="256" name="Google Shape;256;p20"/>
          <p:cNvSpPr txBox="1"/>
          <p:nvPr/>
        </p:nvSpPr>
        <p:spPr>
          <a:xfrm>
            <a:off x="232576" y="2609850"/>
            <a:ext cx="23823930" cy="10676688"/>
          </a:xfrm>
          <a:prstGeom prst="rect">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182850" tIns="91400" rIns="182850" bIns="91400" anchor="t" anchorCtr="0">
            <a:spAutoFit/>
          </a:bodyPr>
          <a:lstStyle/>
          <a:p>
            <a:pPr>
              <a:lnSpc>
                <a:spcPct val="107000"/>
              </a:lnSpc>
              <a:spcBef>
                <a:spcPts val="1500"/>
              </a:spcBef>
            </a:pPr>
            <a:r>
              <a:rPr lang="es-ES" sz="3600" b="1" dirty="0">
                <a:solidFill>
                  <a:schemeClr val="tx1"/>
                </a:solidFill>
                <a:latin typeface="Verdana" panose="020B0604030504040204" pitchFamily="34" charset="0"/>
                <a:ea typeface="Verdana" panose="020B0604030504040204" pitchFamily="34" charset="0"/>
                <a:cs typeface="Times New Roman"/>
                <a:sym typeface="Times New Roman"/>
              </a:rPr>
              <a:t>¿Qué es?</a:t>
            </a:r>
          </a:p>
          <a:p>
            <a:pPr marL="685800" indent="-685800">
              <a:lnSpc>
                <a:spcPct val="107000"/>
              </a:lnSpc>
              <a:spcBef>
                <a:spcPts val="1500"/>
              </a:spcBef>
              <a:buFont typeface="Arial" panose="020B0604020202020204" pitchFamily="34" charset="0"/>
              <a:buChar char="•"/>
            </a:pPr>
            <a:r>
              <a:rPr lang="es-ES" sz="3600" dirty="0">
                <a:solidFill>
                  <a:schemeClr val="tx1"/>
                </a:solidFill>
                <a:latin typeface="Verdana" panose="020B0604030504040204" pitchFamily="34" charset="0"/>
                <a:ea typeface="Verdana" panose="020B0604030504040204" pitchFamily="34" charset="0"/>
                <a:cs typeface="Times New Roman"/>
                <a:sym typeface="Times New Roman"/>
              </a:rPr>
              <a:t>Esta es una mezcla entre ciencia, psicología y arte, por la que se intenta influir o manipular a una persona para que lleve a cabo acciones o facilite información confidencial, normalmente en contra de sus intereses. </a:t>
            </a:r>
          </a:p>
          <a:p>
            <a:pPr>
              <a:lnSpc>
                <a:spcPct val="107000"/>
              </a:lnSpc>
              <a:spcBef>
                <a:spcPts val="1500"/>
              </a:spcBef>
            </a:pPr>
            <a:r>
              <a:rPr lang="es-ES" sz="3600" b="1" dirty="0">
                <a:solidFill>
                  <a:schemeClr val="tx1"/>
                </a:solidFill>
                <a:latin typeface="Verdana" panose="020B0604030504040204" pitchFamily="34" charset="0"/>
                <a:ea typeface="Verdana" panose="020B0604030504040204" pitchFamily="34" charset="0"/>
                <a:cs typeface="Times New Roman"/>
                <a:sym typeface="Times New Roman"/>
              </a:rPr>
              <a:t>¿Cómo funciona?</a:t>
            </a:r>
          </a:p>
          <a:p>
            <a:pPr marL="685800" indent="-685800">
              <a:lnSpc>
                <a:spcPct val="107000"/>
              </a:lnSpc>
              <a:spcBef>
                <a:spcPts val="1500"/>
              </a:spcBef>
              <a:buFont typeface="Arial" panose="020B0604020202020204" pitchFamily="34" charset="0"/>
              <a:buChar char="•"/>
            </a:pPr>
            <a:r>
              <a:rPr lang="es-ES" sz="3600" dirty="0">
                <a:solidFill>
                  <a:schemeClr val="tx1"/>
                </a:solidFill>
                <a:latin typeface="Verdana" panose="020B0604030504040204" pitchFamily="34" charset="0"/>
                <a:ea typeface="Verdana" panose="020B0604030504040204" pitchFamily="34" charset="0"/>
                <a:cs typeface="Times New Roman"/>
                <a:sym typeface="Times New Roman"/>
              </a:rPr>
              <a:t>Habitualmente de técnicas psicológicas que </a:t>
            </a:r>
            <a:r>
              <a:rPr lang="es-ES" sz="5400" dirty="0">
                <a:solidFill>
                  <a:schemeClr val="tx1"/>
                </a:solidFill>
                <a:latin typeface="Verdana" panose="020B0604030504040204" pitchFamily="34" charset="0"/>
                <a:ea typeface="Verdana" panose="020B0604030504040204" pitchFamily="34" charset="0"/>
                <a:cs typeface="Times New Roman"/>
                <a:sym typeface="Times New Roman"/>
              </a:rPr>
              <a:t>combinadas</a:t>
            </a:r>
            <a:r>
              <a:rPr lang="es-ES" sz="3600" dirty="0">
                <a:solidFill>
                  <a:schemeClr val="tx1"/>
                </a:solidFill>
                <a:latin typeface="Verdana" panose="020B0604030504040204" pitchFamily="34" charset="0"/>
                <a:ea typeface="Verdana" panose="020B0604030504040204" pitchFamily="34" charset="0"/>
                <a:cs typeface="Times New Roman"/>
                <a:sym typeface="Times New Roman"/>
              </a:rPr>
              <a:t> con ciertas </a:t>
            </a:r>
            <a:r>
              <a:rPr lang="es-ES" sz="3600" b="1" dirty="0">
                <a:solidFill>
                  <a:schemeClr val="tx1"/>
                </a:solidFill>
                <a:latin typeface="Verdana" panose="020B0604030504040204" pitchFamily="34" charset="0"/>
                <a:ea typeface="Verdana" panose="020B0604030504040204" pitchFamily="34" charset="0"/>
                <a:cs typeface="Times New Roman"/>
                <a:sym typeface="Times New Roman"/>
              </a:rPr>
              <a:t>habilidades sociales</a:t>
            </a:r>
            <a:r>
              <a:rPr lang="es-ES" sz="3600" dirty="0">
                <a:solidFill>
                  <a:schemeClr val="tx1"/>
                </a:solidFill>
                <a:latin typeface="Verdana" panose="020B0604030504040204" pitchFamily="34" charset="0"/>
                <a:ea typeface="Verdana" panose="020B0604030504040204" pitchFamily="34" charset="0"/>
                <a:cs typeface="Times New Roman"/>
                <a:sym typeface="Times New Roman"/>
              </a:rPr>
              <a:t> se aprovechan de la buena (o mala) fe de las personas de dentro de una organización, para que realicen determinadas acciones (como por ejemplo instalar software malicioso) u obtener de ellas información o acceso a zonas restringidas, y poder así llevar a cabo un ataque con éxito. También se conoce como “hackear a la persona” (human hacking).</a:t>
            </a:r>
            <a:endParaRPr sz="3200" dirty="0">
              <a:solidFill>
                <a:schemeClr val="tx1"/>
              </a:solidFill>
              <a:latin typeface="Verdana" panose="020B0604030504040204" pitchFamily="34" charset="0"/>
              <a:ea typeface="Verdana" panose="020B0604030504040204" pitchFamily="34" charset="0"/>
              <a:cs typeface="Calibri"/>
              <a:sym typeface="Calibri"/>
            </a:endParaRPr>
          </a:p>
          <a:p>
            <a:pPr marL="685800" indent="-685800">
              <a:lnSpc>
                <a:spcPct val="107000"/>
              </a:lnSpc>
              <a:spcBef>
                <a:spcPts val="1600"/>
              </a:spcBef>
              <a:buFont typeface="Arial" panose="020B0604020202020204" pitchFamily="34" charset="0"/>
              <a:buChar char="•"/>
            </a:pPr>
            <a:r>
              <a:rPr lang="es-ES" sz="3600" dirty="0">
                <a:solidFill>
                  <a:schemeClr val="tx1"/>
                </a:solidFill>
                <a:latin typeface="Verdana" panose="020B0604030504040204" pitchFamily="34" charset="0"/>
                <a:ea typeface="Verdana" panose="020B0604030504040204" pitchFamily="34" charset="0"/>
                <a:cs typeface="Times New Roman"/>
                <a:sym typeface="Times New Roman"/>
              </a:rPr>
              <a:t>Un atacante externo puede aprovechar los descuidos o la escasa formación de un empleado para acceder a la información suficiente para realizar un ataque con éxito. También puede ser directamente el propio empleado (</a:t>
            </a:r>
            <a:r>
              <a:rPr lang="es-ES" sz="3600" dirty="0" err="1">
                <a:solidFill>
                  <a:schemeClr val="tx1"/>
                </a:solidFill>
                <a:latin typeface="Verdana" panose="020B0604030504040204" pitchFamily="34" charset="0"/>
                <a:ea typeface="Verdana" panose="020B0604030504040204" pitchFamily="34" charset="0"/>
                <a:cs typeface="Times New Roman"/>
                <a:sym typeface="Times New Roman"/>
              </a:rPr>
              <a:t>insider</a:t>
            </a:r>
            <a:r>
              <a:rPr lang="es-ES" sz="3600" dirty="0">
                <a:solidFill>
                  <a:schemeClr val="tx1"/>
                </a:solidFill>
                <a:latin typeface="Verdana" panose="020B0604030504040204" pitchFamily="34" charset="0"/>
                <a:ea typeface="Verdana" panose="020B0604030504040204" pitchFamily="34" charset="0"/>
                <a:cs typeface="Times New Roman"/>
                <a:sym typeface="Times New Roman"/>
              </a:rPr>
              <a:t>) el que de forma consciente (ya sea por venganza, por dinero, por coacción, etc.) proporcione la información al atacante o incluso lleve él mismo a cabo el ataque.</a:t>
            </a:r>
            <a:endParaRPr sz="3200" dirty="0">
              <a:solidFill>
                <a:schemeClr val="tx1"/>
              </a:solidFill>
              <a:latin typeface="Verdana" panose="020B0604030504040204" pitchFamily="34" charset="0"/>
              <a:ea typeface="Verdana" panose="020B0604030504040204" pitchFamily="34" charset="0"/>
              <a:cs typeface="Calibri"/>
              <a:sym typeface="Calibri"/>
            </a:endParaRPr>
          </a:p>
        </p:txBody>
      </p:sp>
      <p:sp>
        <p:nvSpPr>
          <p:cNvPr id="4" name="CuadroTexto 3">
            <a:extLst>
              <a:ext uri="{FF2B5EF4-FFF2-40B4-BE49-F238E27FC236}">
                <a16:creationId xmlns:a16="http://schemas.microsoft.com/office/drawing/2014/main" id="{DAFB92AA-1AD2-4C08-AA68-650B17FD973C}"/>
              </a:ext>
            </a:extLst>
          </p:cNvPr>
          <p:cNvSpPr txBox="1"/>
          <p:nvPr/>
        </p:nvSpPr>
        <p:spPr>
          <a:xfrm>
            <a:off x="1" y="0"/>
            <a:ext cx="9482083" cy="1054456"/>
          </a:xfrm>
          <a:prstGeom prst="rect">
            <a:avLst/>
          </a:prstGeom>
          <a:noFill/>
        </p:spPr>
        <p:txBody>
          <a:bodyPr wrap="none" rtlCol="0">
            <a:spAutoFit/>
          </a:bodyPr>
          <a:lstStyle/>
          <a:p>
            <a:r>
              <a:rPr lang="es-ES" sz="4800" b="1" dirty="0"/>
              <a:t>¿QUÉ ES LA INGENIERÍA SOCIAL?</a:t>
            </a:r>
          </a:p>
        </p:txBody>
      </p:sp>
      <p:sp>
        <p:nvSpPr>
          <p:cNvPr id="5" name="Rectángulo 4">
            <a:extLst>
              <a:ext uri="{FF2B5EF4-FFF2-40B4-BE49-F238E27FC236}">
                <a16:creationId xmlns:a16="http://schemas.microsoft.com/office/drawing/2014/main" id="{B943EA95-A3B5-4D24-8E9C-F2DF2B603C41}"/>
              </a:ext>
            </a:extLst>
          </p:cNvPr>
          <p:cNvSpPr/>
          <p:nvPr/>
        </p:nvSpPr>
        <p:spPr>
          <a:xfrm>
            <a:off x="232576" y="1054456"/>
            <a:ext cx="5359400" cy="13462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600" dirty="0">
                <a:solidFill>
                  <a:schemeClr val="accent5">
                    <a:lumMod val="20000"/>
                    <a:lumOff val="80000"/>
                  </a:schemeClr>
                </a:solidFill>
              </a:rPr>
              <a:t>DESCUIDO</a:t>
            </a:r>
          </a:p>
        </p:txBody>
      </p:sp>
      <p:sp>
        <p:nvSpPr>
          <p:cNvPr id="8" name="Rectángulo 7">
            <a:extLst>
              <a:ext uri="{FF2B5EF4-FFF2-40B4-BE49-F238E27FC236}">
                <a16:creationId xmlns:a16="http://schemas.microsoft.com/office/drawing/2014/main" id="{31766EE9-E7A9-4123-A045-43C7E3BE7F78}"/>
              </a:ext>
            </a:extLst>
          </p:cNvPr>
          <p:cNvSpPr/>
          <p:nvPr/>
        </p:nvSpPr>
        <p:spPr>
          <a:xfrm>
            <a:off x="5824551" y="1054456"/>
            <a:ext cx="5359400" cy="13462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600" dirty="0">
                <a:solidFill>
                  <a:schemeClr val="accent5">
                    <a:lumMod val="20000"/>
                    <a:lumOff val="80000"/>
                  </a:schemeClr>
                </a:solidFill>
              </a:rPr>
              <a:t>MALA FE</a:t>
            </a:r>
          </a:p>
        </p:txBody>
      </p:sp>
      <p:pic>
        <p:nvPicPr>
          <p:cNvPr id="2" name="Google Shape;135;p8" descr="Cómo protegerse de los virus, piratas informáticos y demás ataques? |  Tecnología - ComputerHoy.com">
            <a:extLst>
              <a:ext uri="{FF2B5EF4-FFF2-40B4-BE49-F238E27FC236}">
                <a16:creationId xmlns:a16="http://schemas.microsoft.com/office/drawing/2014/main" id="{75B05B36-FD46-5F15-A668-0FCE25540A04}"/>
              </a:ext>
            </a:extLst>
          </p:cNvPr>
          <p:cNvPicPr preferRelativeResize="0"/>
          <p:nvPr/>
        </p:nvPicPr>
        <p:blipFill rotWithShape="1">
          <a:blip r:embed="rId3">
            <a:alphaModFix/>
          </a:blip>
          <a:srcRect/>
          <a:stretch/>
        </p:blipFill>
        <p:spPr>
          <a:xfrm>
            <a:off x="22593300" y="12496799"/>
            <a:ext cx="1790700" cy="1229203"/>
          </a:xfrm>
          <a:prstGeom prst="rect">
            <a:avLst/>
          </a:prstGeom>
          <a:noFill/>
          <a:ln>
            <a:noFill/>
          </a:ln>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284"/>
        <p:cNvGrpSpPr/>
        <p:nvPr/>
      </p:nvGrpSpPr>
      <p:grpSpPr>
        <a:xfrm>
          <a:off x="0" y="0"/>
          <a:ext cx="0" cy="0"/>
          <a:chOff x="0" y="0"/>
          <a:chExt cx="0" cy="0"/>
        </a:xfrm>
      </p:grpSpPr>
      <p:sp>
        <p:nvSpPr>
          <p:cNvPr id="285" name="Google Shape;285;p23"/>
          <p:cNvSpPr txBox="1">
            <a:spLocks noGrp="1"/>
          </p:cNvSpPr>
          <p:nvPr>
            <p:ph type="title" idx="4294967295"/>
          </p:nvPr>
        </p:nvSpPr>
        <p:spPr>
          <a:xfrm>
            <a:off x="3352800" y="36513"/>
            <a:ext cx="21031200" cy="2651125"/>
          </a:xfrm>
          <a:prstGeom prst="rect">
            <a:avLst/>
          </a:prstGeom>
          <a:noFill/>
          <a:ln>
            <a:noFill/>
          </a:ln>
        </p:spPr>
        <p:txBody>
          <a:bodyPr spcFirstLastPara="1" wrap="square" lIns="182850" tIns="91400" rIns="182850" bIns="91400" anchor="ctr" anchorCtr="0">
            <a:normAutofit/>
          </a:bodyPr>
          <a:lstStyle/>
          <a:p>
            <a:pPr>
              <a:lnSpc>
                <a:spcPct val="90000"/>
              </a:lnSpc>
              <a:spcBef>
                <a:spcPts val="0"/>
              </a:spcBef>
              <a:buClr>
                <a:schemeClr val="dk1"/>
              </a:buClr>
              <a:buSzPts val="4400"/>
            </a:pPr>
            <a:r>
              <a:rPr lang="es-ES" dirty="0"/>
              <a:t>INGENIERIA SOCIAL</a:t>
            </a:r>
            <a:endParaRPr dirty="0"/>
          </a:p>
        </p:txBody>
      </p:sp>
      <p:grpSp>
        <p:nvGrpSpPr>
          <p:cNvPr id="286" name="Google Shape;286;p23"/>
          <p:cNvGrpSpPr/>
          <p:nvPr/>
        </p:nvGrpSpPr>
        <p:grpSpPr>
          <a:xfrm>
            <a:off x="1766876" y="1975326"/>
            <a:ext cx="19203630" cy="11644930"/>
            <a:chOff x="-1148561" y="566749"/>
            <a:chExt cx="9601815" cy="5822465"/>
          </a:xfrm>
        </p:grpSpPr>
        <p:sp>
          <p:nvSpPr>
            <p:cNvPr id="287" name="Google Shape;287;p23"/>
            <p:cNvSpPr/>
            <p:nvPr/>
          </p:nvSpPr>
          <p:spPr>
            <a:xfrm>
              <a:off x="2054226" y="1531970"/>
              <a:ext cx="4364837" cy="1690158"/>
            </a:xfrm>
            <a:custGeom>
              <a:avLst/>
              <a:gdLst/>
              <a:ahLst/>
              <a:cxnLst/>
              <a:rect l="l" t="t" r="r" b="b"/>
              <a:pathLst>
                <a:path w="120000" h="120000" extrusionOk="0">
                  <a:moveTo>
                    <a:pt x="0" y="120000"/>
                  </a:moveTo>
                  <a:quadBezTo>
                    <a:pt x="20000" y="40000"/>
                    <a:pt x="101250" y="15000"/>
                  </a:quadBezTo>
                  <a:lnTo>
                    <a:pt x="100194" y="0"/>
                  </a:lnTo>
                  <a:lnTo>
                    <a:pt x="120000" y="24000"/>
                  </a:lnTo>
                  <a:lnTo>
                    <a:pt x="104419" y="60000"/>
                  </a:lnTo>
                  <a:lnTo>
                    <a:pt x="103363" y="45000"/>
                  </a:lnTo>
                  <a:quadBezTo>
                    <a:pt x="30000" y="55000"/>
                    <a:pt x="0" y="120000"/>
                  </a:quadBezTo>
                  <a:close/>
                </a:path>
              </a:pathLst>
            </a:custGeom>
            <a:solidFill>
              <a:srgbClr val="FF0000"/>
            </a:solidFill>
            <a:ln>
              <a:noFill/>
            </a:ln>
          </p:spPr>
          <p:txBody>
            <a:bodyPr spcFirstLastPara="1" wrap="square" lIns="182850" tIns="182850" rIns="182850" bIns="182850" anchor="ctr" anchorCtr="0">
              <a:noAutofit/>
            </a:bodyPr>
            <a:lstStyle/>
            <a:p>
              <a:endParaRPr sz="3600"/>
            </a:p>
          </p:txBody>
        </p:sp>
        <p:sp>
          <p:nvSpPr>
            <p:cNvPr id="288" name="Google Shape;288;p23"/>
            <p:cNvSpPr/>
            <p:nvPr/>
          </p:nvSpPr>
          <p:spPr>
            <a:xfrm>
              <a:off x="2255573" y="3115993"/>
              <a:ext cx="320175" cy="320175"/>
            </a:xfrm>
            <a:prstGeom prst="ellipse">
              <a:avLst/>
            </a:prstGeom>
            <a:solidFill>
              <a:schemeClr val="lt1"/>
            </a:solidFill>
            <a:ln w="12700" cap="flat" cmpd="sng">
              <a:solidFill>
                <a:srgbClr val="D66E29"/>
              </a:solidFill>
              <a:prstDash val="solid"/>
              <a:miter lim="800000"/>
              <a:headEnd type="none" w="sm" len="sm"/>
              <a:tailEnd type="none" w="sm" len="sm"/>
            </a:ln>
          </p:spPr>
          <p:txBody>
            <a:bodyPr spcFirstLastPara="1" wrap="square" lIns="182850" tIns="182850" rIns="182850" bIns="182850" anchor="ctr" anchorCtr="0">
              <a:noAutofit/>
            </a:bodyPr>
            <a:lstStyle/>
            <a:p>
              <a:endParaRPr sz="3600"/>
            </a:p>
          </p:txBody>
        </p:sp>
        <p:sp>
          <p:nvSpPr>
            <p:cNvPr id="289" name="Google Shape;289;p23"/>
            <p:cNvSpPr/>
            <p:nvPr/>
          </p:nvSpPr>
          <p:spPr>
            <a:xfrm>
              <a:off x="2415660" y="3276081"/>
              <a:ext cx="2973057" cy="2441337"/>
            </a:xfrm>
            <a:prstGeom prst="rect">
              <a:avLst/>
            </a:prstGeom>
            <a:noFill/>
            <a:ln>
              <a:noFill/>
            </a:ln>
          </p:spPr>
          <p:txBody>
            <a:bodyPr spcFirstLastPara="1" wrap="square" lIns="182850" tIns="182850" rIns="182850" bIns="182850" anchor="ctr" anchorCtr="0">
              <a:noAutofit/>
            </a:bodyPr>
            <a:lstStyle/>
            <a:p>
              <a:endParaRPr sz="3600"/>
            </a:p>
          </p:txBody>
        </p:sp>
        <p:sp>
          <p:nvSpPr>
            <p:cNvPr id="290" name="Google Shape;290;p23"/>
            <p:cNvSpPr txBox="1"/>
            <p:nvPr/>
          </p:nvSpPr>
          <p:spPr>
            <a:xfrm>
              <a:off x="-1148561" y="566749"/>
              <a:ext cx="3404134" cy="2441337"/>
            </a:xfrm>
            <a:prstGeom prst="rect">
              <a:avLst/>
            </a:prstGeom>
            <a:noFill/>
            <a:ln>
              <a:noFill/>
            </a:ln>
          </p:spPr>
          <p:txBody>
            <a:bodyPr spcFirstLastPara="1" wrap="square" lIns="339300" tIns="0" rIns="0" bIns="0" anchor="t" anchorCtr="0">
              <a:noAutofit/>
            </a:bodyPr>
            <a:lstStyle/>
            <a:p>
              <a:pPr algn="ctr">
                <a:lnSpc>
                  <a:spcPct val="90000"/>
                </a:lnSpc>
                <a:buClr>
                  <a:schemeClr val="dk1"/>
                </a:buClr>
                <a:buSzPts val="1000"/>
              </a:pPr>
              <a:r>
                <a:rPr lang="es-ES" sz="7200" b="1" dirty="0">
                  <a:solidFill>
                    <a:schemeClr val="dk1"/>
                  </a:solidFill>
                  <a:latin typeface="Tahoma" panose="020B0604030504040204" pitchFamily="34" charset="0"/>
                  <a:ea typeface="Tahoma" panose="020B0604030504040204" pitchFamily="34" charset="0"/>
                  <a:cs typeface="Tahoma" panose="020B0604030504040204" pitchFamily="34" charset="0"/>
                  <a:sym typeface="Times New Roman"/>
                </a:rPr>
                <a:t>No</a:t>
              </a:r>
              <a:r>
                <a:rPr lang="es-ES" sz="7200" b="1" dirty="0">
                  <a:solidFill>
                    <a:schemeClr val="dk1"/>
                  </a:solidFill>
                  <a:latin typeface="Times New Roman"/>
                  <a:ea typeface="Times New Roman"/>
                  <a:cs typeface="Times New Roman"/>
                  <a:sym typeface="Times New Roman"/>
                </a:rPr>
                <a:t> </a:t>
              </a:r>
              <a:r>
                <a:rPr lang="es-ES" sz="7200" b="1" dirty="0">
                  <a:solidFill>
                    <a:schemeClr val="dk1"/>
                  </a:solidFill>
                  <a:latin typeface="Tahoma" panose="020B0604030504040204" pitchFamily="34" charset="0"/>
                  <a:ea typeface="Tahoma" panose="020B0604030504040204" pitchFamily="34" charset="0"/>
                  <a:cs typeface="Tahoma" panose="020B0604030504040204" pitchFamily="34" charset="0"/>
                  <a:sym typeface="Times New Roman"/>
                </a:rPr>
                <a:t>presenciales</a:t>
              </a:r>
              <a:r>
                <a:rPr lang="es-ES" sz="7200" dirty="0">
                  <a:solidFill>
                    <a:schemeClr val="dk1"/>
                  </a:solidFill>
                  <a:latin typeface="Times New Roman"/>
                  <a:ea typeface="Times New Roman"/>
                  <a:cs typeface="Times New Roman"/>
                  <a:sym typeface="Times New Roman"/>
                </a:rPr>
                <a:t>:</a:t>
              </a:r>
            </a:p>
            <a:p>
              <a:pPr algn="ctr">
                <a:lnSpc>
                  <a:spcPct val="90000"/>
                </a:lnSpc>
                <a:buClr>
                  <a:schemeClr val="dk1"/>
                </a:buClr>
                <a:buSzPts val="1000"/>
              </a:pPr>
              <a:r>
                <a:rPr lang="es-ES" sz="7200" dirty="0">
                  <a:solidFill>
                    <a:schemeClr val="dk1"/>
                  </a:solidFill>
                  <a:latin typeface="Times New Roman"/>
                  <a:ea typeface="Times New Roman"/>
                  <a:cs typeface="Times New Roman"/>
                  <a:sym typeface="Times New Roman"/>
                </a:rPr>
                <a:t> </a:t>
              </a:r>
            </a:p>
            <a:p>
              <a:pPr>
                <a:lnSpc>
                  <a:spcPct val="90000"/>
                </a:lnSpc>
                <a:buClr>
                  <a:schemeClr val="dk1"/>
                </a:buClr>
                <a:buSzPts val="1000"/>
              </a:pPr>
              <a:r>
                <a:rPr lang="es-ES" sz="4000" dirty="0">
                  <a:solidFill>
                    <a:schemeClr val="dk1"/>
                  </a:solidFill>
                  <a:latin typeface="Times New Roman"/>
                  <a:ea typeface="Times New Roman"/>
                  <a:cs typeface="Times New Roman"/>
                  <a:sym typeface="Times New Roman"/>
                </a:rPr>
                <a:t>Contacto con empleados, normalmente realizando algún tipo de suplantación por teléfono (</a:t>
              </a:r>
              <a:r>
                <a:rPr lang="es-ES" sz="4000" dirty="0" err="1">
                  <a:solidFill>
                    <a:schemeClr val="dk1"/>
                  </a:solidFill>
                  <a:latin typeface="Times New Roman"/>
                  <a:ea typeface="Times New Roman"/>
                  <a:cs typeface="Times New Roman"/>
                  <a:sym typeface="Times New Roman"/>
                </a:rPr>
                <a:t>vishing</a:t>
              </a:r>
              <a:r>
                <a:rPr lang="es-ES" sz="4000" dirty="0">
                  <a:solidFill>
                    <a:schemeClr val="dk1"/>
                  </a:solidFill>
                  <a:latin typeface="Times New Roman"/>
                  <a:ea typeface="Times New Roman"/>
                  <a:cs typeface="Times New Roman"/>
                  <a:sym typeface="Times New Roman"/>
                </a:rPr>
                <a:t>), correo electrónico (phishing), mensajería instantánea, etc.</a:t>
              </a:r>
              <a:endParaRPr sz="4000" dirty="0">
                <a:solidFill>
                  <a:schemeClr val="dk1"/>
                </a:solidFill>
                <a:latin typeface="Calibri"/>
                <a:ea typeface="Calibri"/>
                <a:cs typeface="Calibri"/>
                <a:sym typeface="Calibri"/>
              </a:endParaRPr>
            </a:p>
          </p:txBody>
        </p:sp>
        <p:sp>
          <p:nvSpPr>
            <p:cNvPr id="291" name="Google Shape;291;p23"/>
            <p:cNvSpPr/>
            <p:nvPr/>
          </p:nvSpPr>
          <p:spPr>
            <a:xfrm>
              <a:off x="5205761" y="1658051"/>
              <a:ext cx="548872" cy="548872"/>
            </a:xfrm>
            <a:prstGeom prst="ellipse">
              <a:avLst/>
            </a:prstGeom>
            <a:solidFill>
              <a:schemeClr val="lt1"/>
            </a:solidFill>
            <a:ln w="12700" cap="flat" cmpd="sng">
              <a:solidFill>
                <a:srgbClr val="D66E29"/>
              </a:solidFill>
              <a:prstDash val="solid"/>
              <a:miter lim="800000"/>
              <a:headEnd type="none" w="sm" len="sm"/>
              <a:tailEnd type="none" w="sm" len="sm"/>
            </a:ln>
          </p:spPr>
          <p:txBody>
            <a:bodyPr spcFirstLastPara="1" wrap="square" lIns="182850" tIns="182850" rIns="182850" bIns="182850" anchor="ctr" anchorCtr="0">
              <a:noAutofit/>
            </a:bodyPr>
            <a:lstStyle/>
            <a:p>
              <a:endParaRPr sz="3600"/>
            </a:p>
          </p:txBody>
        </p:sp>
        <p:sp>
          <p:nvSpPr>
            <p:cNvPr id="292" name="Google Shape;292;p23"/>
            <p:cNvSpPr/>
            <p:nvPr/>
          </p:nvSpPr>
          <p:spPr>
            <a:xfrm>
              <a:off x="5480197" y="1932487"/>
              <a:ext cx="2973057" cy="3784931"/>
            </a:xfrm>
            <a:prstGeom prst="rect">
              <a:avLst/>
            </a:prstGeom>
            <a:noFill/>
            <a:ln>
              <a:noFill/>
            </a:ln>
          </p:spPr>
          <p:txBody>
            <a:bodyPr spcFirstLastPara="1" wrap="square" lIns="182850" tIns="182850" rIns="182850" bIns="182850" anchor="ctr" anchorCtr="0">
              <a:noAutofit/>
            </a:bodyPr>
            <a:lstStyle/>
            <a:p>
              <a:endParaRPr sz="3600"/>
            </a:p>
          </p:txBody>
        </p:sp>
        <p:sp>
          <p:nvSpPr>
            <p:cNvPr id="293" name="Google Shape;293;p23"/>
            <p:cNvSpPr txBox="1"/>
            <p:nvPr/>
          </p:nvSpPr>
          <p:spPr>
            <a:xfrm>
              <a:off x="4981659" y="2604283"/>
              <a:ext cx="3137706" cy="3784931"/>
            </a:xfrm>
            <a:prstGeom prst="rect">
              <a:avLst/>
            </a:prstGeom>
            <a:noFill/>
            <a:ln>
              <a:noFill/>
            </a:ln>
          </p:spPr>
          <p:txBody>
            <a:bodyPr spcFirstLastPara="1" wrap="square" lIns="581650" tIns="0" rIns="0" bIns="0" anchor="t" anchorCtr="0">
              <a:noAutofit/>
            </a:bodyPr>
            <a:lstStyle/>
            <a:p>
              <a:pPr algn="ctr">
                <a:lnSpc>
                  <a:spcPct val="90000"/>
                </a:lnSpc>
                <a:buClr>
                  <a:schemeClr val="dk1"/>
                </a:buClr>
                <a:buSzPts val="2000"/>
              </a:pPr>
              <a:r>
                <a:rPr lang="es-ES" sz="6400" b="1" dirty="0">
                  <a:solidFill>
                    <a:schemeClr val="dk1"/>
                  </a:solidFill>
                  <a:latin typeface="Tahoma" panose="020B0604030504040204" pitchFamily="34" charset="0"/>
                  <a:ea typeface="Tahoma" panose="020B0604030504040204" pitchFamily="34" charset="0"/>
                  <a:cs typeface="Tahoma" panose="020B0604030504040204" pitchFamily="34" charset="0"/>
                  <a:sym typeface="Times New Roman"/>
                </a:rPr>
                <a:t>Presenciales</a:t>
              </a:r>
              <a:r>
                <a:rPr lang="es-ES" sz="6400" dirty="0">
                  <a:solidFill>
                    <a:schemeClr val="dk1"/>
                  </a:solidFill>
                  <a:latin typeface="Tahoma" panose="020B0604030504040204" pitchFamily="34" charset="0"/>
                  <a:ea typeface="Tahoma" panose="020B0604030504040204" pitchFamily="34" charset="0"/>
                  <a:cs typeface="Tahoma" panose="020B0604030504040204" pitchFamily="34" charset="0"/>
                  <a:sym typeface="Times New Roman"/>
                </a:rPr>
                <a:t>:</a:t>
              </a:r>
            </a:p>
            <a:p>
              <a:pPr algn="ctr">
                <a:lnSpc>
                  <a:spcPct val="90000"/>
                </a:lnSpc>
                <a:buClr>
                  <a:schemeClr val="dk1"/>
                </a:buClr>
                <a:buSzPts val="2000"/>
              </a:pPr>
              <a:r>
                <a:rPr lang="es-ES" sz="6400" dirty="0">
                  <a:solidFill>
                    <a:schemeClr val="dk1"/>
                  </a:solidFill>
                  <a:latin typeface="Tahoma" panose="020B0604030504040204" pitchFamily="34" charset="0"/>
                  <a:ea typeface="Tahoma" panose="020B0604030504040204" pitchFamily="34" charset="0"/>
                  <a:cs typeface="Tahoma" panose="020B0604030504040204" pitchFamily="34" charset="0"/>
                  <a:sym typeface="Times New Roman"/>
                </a:rPr>
                <a:t> </a:t>
              </a:r>
            </a:p>
            <a:p>
              <a:pPr>
                <a:lnSpc>
                  <a:spcPct val="90000"/>
                </a:lnSpc>
                <a:buClr>
                  <a:schemeClr val="dk1"/>
                </a:buClr>
                <a:buSzPts val="2000"/>
              </a:pPr>
              <a:r>
                <a:rPr lang="es-ES" sz="4000" dirty="0">
                  <a:solidFill>
                    <a:schemeClr val="dk1"/>
                  </a:solidFill>
                  <a:latin typeface="Tahoma" panose="020B0604030504040204" pitchFamily="34" charset="0"/>
                  <a:ea typeface="Tahoma" panose="020B0604030504040204" pitchFamily="34" charset="0"/>
                  <a:cs typeface="Tahoma" panose="020B0604030504040204" pitchFamily="34" charset="0"/>
                  <a:sym typeface="Times New Roman"/>
                </a:rPr>
                <a:t>Búsqueda en la basura (</a:t>
              </a:r>
              <a:r>
                <a:rPr lang="es-ES" sz="4000" dirty="0" err="1">
                  <a:solidFill>
                    <a:schemeClr val="dk1"/>
                  </a:solidFill>
                  <a:latin typeface="Tahoma" panose="020B0604030504040204" pitchFamily="34" charset="0"/>
                  <a:ea typeface="Tahoma" panose="020B0604030504040204" pitchFamily="34" charset="0"/>
                  <a:cs typeface="Tahoma" panose="020B0604030504040204" pitchFamily="34" charset="0"/>
                  <a:sym typeface="Times New Roman"/>
                </a:rPr>
                <a:t>dumpster</a:t>
              </a:r>
              <a:r>
                <a:rPr lang="es-ES" sz="4000" dirty="0">
                  <a:solidFill>
                    <a:schemeClr val="dk1"/>
                  </a:solidFill>
                  <a:latin typeface="Tahoma" panose="020B0604030504040204" pitchFamily="34" charset="0"/>
                  <a:ea typeface="Tahoma" panose="020B0604030504040204" pitchFamily="34" charset="0"/>
                  <a:cs typeface="Tahoma" panose="020B0604030504040204" pitchFamily="34" charset="0"/>
                  <a:sym typeface="Times New Roman"/>
                </a:rPr>
                <a:t> </a:t>
              </a:r>
              <a:r>
                <a:rPr lang="es-ES" sz="4000" dirty="0" err="1">
                  <a:solidFill>
                    <a:schemeClr val="dk1"/>
                  </a:solidFill>
                  <a:latin typeface="Tahoma" panose="020B0604030504040204" pitchFamily="34" charset="0"/>
                  <a:ea typeface="Tahoma" panose="020B0604030504040204" pitchFamily="34" charset="0"/>
                  <a:cs typeface="Tahoma" panose="020B0604030504040204" pitchFamily="34" charset="0"/>
                  <a:sym typeface="Times New Roman"/>
                </a:rPr>
                <a:t>diving</a:t>
              </a:r>
              <a:r>
                <a:rPr lang="es-ES" sz="4000" dirty="0">
                  <a:solidFill>
                    <a:schemeClr val="dk1"/>
                  </a:solidFill>
                  <a:latin typeface="Tahoma" panose="020B0604030504040204" pitchFamily="34" charset="0"/>
                  <a:ea typeface="Tahoma" panose="020B0604030504040204" pitchFamily="34" charset="0"/>
                  <a:cs typeface="Tahoma" panose="020B0604030504040204" pitchFamily="34" charset="0"/>
                  <a:sym typeface="Times New Roman"/>
                </a:rPr>
                <a:t>), seguimiento de personas y vehículos, vigilancia de salas y edificios, generación de situaciones de crisis, presión psicológica, soborno, chantaje o extorsión, etc.</a:t>
              </a:r>
              <a:endParaRPr sz="4000" dirty="0">
                <a:solidFill>
                  <a:schemeClr val="dk1"/>
                </a:solidFill>
                <a:latin typeface="Tahoma" panose="020B0604030504040204" pitchFamily="34" charset="0"/>
                <a:ea typeface="Tahoma" panose="020B0604030504040204" pitchFamily="34" charset="0"/>
                <a:cs typeface="Tahoma" panose="020B0604030504040204" pitchFamily="34" charset="0"/>
                <a:sym typeface="Calibri"/>
              </a:endParaRPr>
            </a:p>
          </p:txBody>
        </p:sp>
      </p:grpSp>
      <p:pic>
        <p:nvPicPr>
          <p:cNvPr id="2" name="Google Shape;135;p8" descr="Cómo protegerse de los virus, piratas informáticos y demás ataques? |  Tecnología - ComputerHoy.com">
            <a:extLst>
              <a:ext uri="{FF2B5EF4-FFF2-40B4-BE49-F238E27FC236}">
                <a16:creationId xmlns:a16="http://schemas.microsoft.com/office/drawing/2014/main" id="{F3E018F0-207E-BEA3-77FC-7EC9C907B6F0}"/>
              </a:ext>
            </a:extLst>
          </p:cNvPr>
          <p:cNvPicPr preferRelativeResize="0"/>
          <p:nvPr/>
        </p:nvPicPr>
        <p:blipFill rotWithShape="1">
          <a:blip r:embed="rId3">
            <a:alphaModFix/>
          </a:blip>
          <a:srcRect/>
          <a:stretch/>
        </p:blipFill>
        <p:spPr>
          <a:xfrm>
            <a:off x="22593300" y="12496799"/>
            <a:ext cx="1790700" cy="1229203"/>
          </a:xfrm>
          <a:prstGeom prst="rect">
            <a:avLst/>
          </a:prstGeom>
          <a:noFill/>
          <a:ln>
            <a:noFill/>
          </a:ln>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285;p23">
            <a:extLst>
              <a:ext uri="{FF2B5EF4-FFF2-40B4-BE49-F238E27FC236}">
                <a16:creationId xmlns:a16="http://schemas.microsoft.com/office/drawing/2014/main" id="{7696EA87-EE9A-9E84-538F-32D48116D5B5}"/>
              </a:ext>
            </a:extLst>
          </p:cNvPr>
          <p:cNvSpPr txBox="1">
            <a:spLocks/>
          </p:cNvSpPr>
          <p:nvPr/>
        </p:nvSpPr>
        <p:spPr>
          <a:xfrm>
            <a:off x="1144986" y="477078"/>
            <a:ext cx="22037040" cy="286883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spcFirstLastPara="1" vert="horz" lIns="91440" tIns="45720" rIns="91440" bIns="45720" rtlCol="0" anchor="b" anchorCtr="0">
            <a:normAutofit/>
          </a:bodyPr>
          <a:lstStyle>
            <a:lvl1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pen Sans" panose="020B0606030504020204" pitchFamily="34" charset="0"/>
                <a:ea typeface="Open Sans" panose="020B0606030504020204" pitchFamily="34" charset="0"/>
                <a:cs typeface="Open Sans" panose="020B0606030504020204" pitchFamily="34" charset="0"/>
                <a:sym typeface="Oswald Regular"/>
              </a:defRPr>
            </a:lvl1pPr>
            <a:lvl2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2pPr>
            <a:lvl3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3pPr>
            <a:lvl4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4pPr>
            <a:lvl5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5pPr>
            <a:lvl6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6pPr>
            <a:lvl7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7pPr>
            <a:lvl8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8pPr>
            <a:lvl9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9pPr>
          </a:lstStyle>
          <a:p>
            <a:pPr defTabSz="914400">
              <a:lnSpc>
                <a:spcPct val="90000"/>
              </a:lnSpc>
              <a:spcBef>
                <a:spcPct val="0"/>
              </a:spcBef>
              <a:spcAft>
                <a:spcPts val="600"/>
              </a:spcAft>
              <a:buClr>
                <a:schemeClr val="dk1"/>
              </a:buClr>
              <a:buSzPts val="4400"/>
            </a:pPr>
            <a:r>
              <a:rPr lang="en-US" sz="8400" dirty="0">
                <a:solidFill>
                  <a:schemeClr val="tx1"/>
                </a:solidFill>
                <a:latin typeface="+mj-lt"/>
                <a:ea typeface="+mj-ea"/>
                <a:cs typeface="+mj-cs"/>
              </a:rPr>
              <a:t>INGENIERIA SOCIAL: Y LLEGÓ LA INTELIGENCIA ARTIFICIAL. UN NUEVO DESAFIO</a:t>
            </a:r>
          </a:p>
        </p:txBody>
      </p:sp>
      <p:sp>
        <p:nvSpPr>
          <p:cNvPr id="1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4986" y="3363088"/>
            <a:ext cx="21945600" cy="36576"/>
          </a:xfrm>
          <a:custGeom>
            <a:avLst/>
            <a:gdLst>
              <a:gd name="connsiteX0" fmla="*/ 0 w 21945600"/>
              <a:gd name="connsiteY0" fmla="*/ 0 h 36576"/>
              <a:gd name="connsiteX1" fmla="*/ 905256 w 21945600"/>
              <a:gd name="connsiteY1" fmla="*/ 0 h 36576"/>
              <a:gd name="connsiteX2" fmla="*/ 1810512 w 21945600"/>
              <a:gd name="connsiteY2" fmla="*/ 0 h 36576"/>
              <a:gd name="connsiteX3" fmla="*/ 2057400 w 21945600"/>
              <a:gd name="connsiteY3" fmla="*/ 0 h 36576"/>
              <a:gd name="connsiteX4" fmla="*/ 2743200 w 21945600"/>
              <a:gd name="connsiteY4" fmla="*/ 0 h 36576"/>
              <a:gd name="connsiteX5" fmla="*/ 3867912 w 21945600"/>
              <a:gd name="connsiteY5" fmla="*/ 0 h 36576"/>
              <a:gd name="connsiteX6" fmla="*/ 4114800 w 21945600"/>
              <a:gd name="connsiteY6" fmla="*/ 0 h 36576"/>
              <a:gd name="connsiteX7" fmla="*/ 4800600 w 21945600"/>
              <a:gd name="connsiteY7" fmla="*/ 0 h 36576"/>
              <a:gd name="connsiteX8" fmla="*/ 5486400 w 21945600"/>
              <a:gd name="connsiteY8" fmla="*/ 0 h 36576"/>
              <a:gd name="connsiteX9" fmla="*/ 5513832 w 21945600"/>
              <a:gd name="connsiteY9" fmla="*/ 0 h 36576"/>
              <a:gd name="connsiteX10" fmla="*/ 5760720 w 21945600"/>
              <a:gd name="connsiteY10" fmla="*/ 0 h 36576"/>
              <a:gd name="connsiteX11" fmla="*/ 6007608 w 21945600"/>
              <a:gd name="connsiteY11" fmla="*/ 0 h 36576"/>
              <a:gd name="connsiteX12" fmla="*/ 6693408 w 21945600"/>
              <a:gd name="connsiteY12" fmla="*/ 0 h 36576"/>
              <a:gd name="connsiteX13" fmla="*/ 7818120 w 21945600"/>
              <a:gd name="connsiteY13" fmla="*/ 0 h 36576"/>
              <a:gd name="connsiteX14" fmla="*/ 8065008 w 21945600"/>
              <a:gd name="connsiteY14" fmla="*/ 0 h 36576"/>
              <a:gd name="connsiteX15" fmla="*/ 9189720 w 21945600"/>
              <a:gd name="connsiteY15" fmla="*/ 0 h 36576"/>
              <a:gd name="connsiteX16" fmla="*/ 9436608 w 21945600"/>
              <a:gd name="connsiteY16" fmla="*/ 0 h 36576"/>
              <a:gd name="connsiteX17" fmla="*/ 10122408 w 21945600"/>
              <a:gd name="connsiteY17" fmla="*/ 0 h 36576"/>
              <a:gd name="connsiteX18" fmla="*/ 10369296 w 21945600"/>
              <a:gd name="connsiteY18" fmla="*/ 0 h 36576"/>
              <a:gd name="connsiteX19" fmla="*/ 10835640 w 21945600"/>
              <a:gd name="connsiteY19" fmla="*/ 0 h 36576"/>
              <a:gd name="connsiteX20" fmla="*/ 11521440 w 21945600"/>
              <a:gd name="connsiteY20" fmla="*/ 0 h 36576"/>
              <a:gd name="connsiteX21" fmla="*/ 12646152 w 21945600"/>
              <a:gd name="connsiteY21" fmla="*/ 0 h 36576"/>
              <a:gd name="connsiteX22" fmla="*/ 13551408 w 21945600"/>
              <a:gd name="connsiteY22" fmla="*/ 0 h 36576"/>
              <a:gd name="connsiteX23" fmla="*/ 14017752 w 21945600"/>
              <a:gd name="connsiteY23" fmla="*/ 0 h 36576"/>
              <a:gd name="connsiteX24" fmla="*/ 14264640 w 21945600"/>
              <a:gd name="connsiteY24" fmla="*/ 0 h 36576"/>
              <a:gd name="connsiteX25" fmla="*/ 15169896 w 21945600"/>
              <a:gd name="connsiteY25" fmla="*/ 0 h 36576"/>
              <a:gd name="connsiteX26" fmla="*/ 15636240 w 21945600"/>
              <a:gd name="connsiteY26" fmla="*/ 0 h 36576"/>
              <a:gd name="connsiteX27" fmla="*/ 16102584 w 21945600"/>
              <a:gd name="connsiteY27" fmla="*/ 0 h 36576"/>
              <a:gd name="connsiteX28" fmla="*/ 16130016 w 21945600"/>
              <a:gd name="connsiteY28" fmla="*/ 0 h 36576"/>
              <a:gd name="connsiteX29" fmla="*/ 17254728 w 21945600"/>
              <a:gd name="connsiteY29" fmla="*/ 0 h 36576"/>
              <a:gd name="connsiteX30" fmla="*/ 18159984 w 21945600"/>
              <a:gd name="connsiteY30" fmla="*/ 0 h 36576"/>
              <a:gd name="connsiteX31" fmla="*/ 19065240 w 21945600"/>
              <a:gd name="connsiteY31" fmla="*/ 0 h 36576"/>
              <a:gd name="connsiteX32" fmla="*/ 19092672 w 21945600"/>
              <a:gd name="connsiteY32" fmla="*/ 0 h 36576"/>
              <a:gd name="connsiteX33" fmla="*/ 19120104 w 21945600"/>
              <a:gd name="connsiteY33" fmla="*/ 0 h 36576"/>
              <a:gd name="connsiteX34" fmla="*/ 19147536 w 21945600"/>
              <a:gd name="connsiteY34" fmla="*/ 0 h 36576"/>
              <a:gd name="connsiteX35" fmla="*/ 19833336 w 21945600"/>
              <a:gd name="connsiteY35" fmla="*/ 0 h 36576"/>
              <a:gd name="connsiteX36" fmla="*/ 20738592 w 21945600"/>
              <a:gd name="connsiteY36" fmla="*/ 0 h 36576"/>
              <a:gd name="connsiteX37" fmla="*/ 21945600 w 21945600"/>
              <a:gd name="connsiteY37" fmla="*/ 0 h 36576"/>
              <a:gd name="connsiteX38" fmla="*/ 21945600 w 21945600"/>
              <a:gd name="connsiteY38" fmla="*/ 36576 h 36576"/>
              <a:gd name="connsiteX39" fmla="*/ 20820888 w 21945600"/>
              <a:gd name="connsiteY39" fmla="*/ 36576 h 36576"/>
              <a:gd name="connsiteX40" fmla="*/ 20354544 w 21945600"/>
              <a:gd name="connsiteY40" fmla="*/ 36576 h 36576"/>
              <a:gd name="connsiteX41" fmla="*/ 20327112 w 21945600"/>
              <a:gd name="connsiteY41" fmla="*/ 36576 h 36576"/>
              <a:gd name="connsiteX42" fmla="*/ 19421856 w 21945600"/>
              <a:gd name="connsiteY42" fmla="*/ 36576 h 36576"/>
              <a:gd name="connsiteX43" fmla="*/ 18516600 w 21945600"/>
              <a:gd name="connsiteY43" fmla="*/ 36576 h 36576"/>
              <a:gd name="connsiteX44" fmla="*/ 17830800 w 21945600"/>
              <a:gd name="connsiteY44" fmla="*/ 36576 h 36576"/>
              <a:gd name="connsiteX45" fmla="*/ 17583912 w 21945600"/>
              <a:gd name="connsiteY45" fmla="*/ 36576 h 36576"/>
              <a:gd name="connsiteX46" fmla="*/ 16898112 w 21945600"/>
              <a:gd name="connsiteY46" fmla="*/ 36576 h 36576"/>
              <a:gd name="connsiteX47" fmla="*/ 15992856 w 21945600"/>
              <a:gd name="connsiteY47" fmla="*/ 36576 h 36576"/>
              <a:gd name="connsiteX48" fmla="*/ 15087600 w 21945600"/>
              <a:gd name="connsiteY48" fmla="*/ 36576 h 36576"/>
              <a:gd name="connsiteX49" fmla="*/ 14840712 w 21945600"/>
              <a:gd name="connsiteY49" fmla="*/ 36576 h 36576"/>
              <a:gd name="connsiteX50" fmla="*/ 13716000 w 21945600"/>
              <a:gd name="connsiteY50" fmla="*/ 36576 h 36576"/>
              <a:gd name="connsiteX51" fmla="*/ 13688568 w 21945600"/>
              <a:gd name="connsiteY51" fmla="*/ 36576 h 36576"/>
              <a:gd name="connsiteX52" fmla="*/ 13441680 w 21945600"/>
              <a:gd name="connsiteY52" fmla="*/ 36576 h 36576"/>
              <a:gd name="connsiteX53" fmla="*/ 12975336 w 21945600"/>
              <a:gd name="connsiteY53" fmla="*/ 36576 h 36576"/>
              <a:gd name="connsiteX54" fmla="*/ 12070080 w 21945600"/>
              <a:gd name="connsiteY54" fmla="*/ 36576 h 36576"/>
              <a:gd name="connsiteX55" fmla="*/ 11164824 w 21945600"/>
              <a:gd name="connsiteY55" fmla="*/ 36576 h 36576"/>
              <a:gd name="connsiteX56" fmla="*/ 10040112 w 21945600"/>
              <a:gd name="connsiteY56" fmla="*/ 36576 h 36576"/>
              <a:gd name="connsiteX57" fmla="*/ 8915400 w 21945600"/>
              <a:gd name="connsiteY57" fmla="*/ 36576 h 36576"/>
              <a:gd name="connsiteX58" fmla="*/ 8010144 w 21945600"/>
              <a:gd name="connsiteY58" fmla="*/ 36576 h 36576"/>
              <a:gd name="connsiteX59" fmla="*/ 7324344 w 21945600"/>
              <a:gd name="connsiteY59" fmla="*/ 36576 h 36576"/>
              <a:gd name="connsiteX60" fmla="*/ 7077456 w 21945600"/>
              <a:gd name="connsiteY60" fmla="*/ 36576 h 36576"/>
              <a:gd name="connsiteX61" fmla="*/ 6172200 w 21945600"/>
              <a:gd name="connsiteY61" fmla="*/ 36576 h 36576"/>
              <a:gd name="connsiteX62" fmla="*/ 5266944 w 21945600"/>
              <a:gd name="connsiteY62" fmla="*/ 36576 h 36576"/>
              <a:gd name="connsiteX63" fmla="*/ 5020056 w 21945600"/>
              <a:gd name="connsiteY63" fmla="*/ 36576 h 36576"/>
              <a:gd name="connsiteX64" fmla="*/ 4553712 w 21945600"/>
              <a:gd name="connsiteY64" fmla="*/ 36576 h 36576"/>
              <a:gd name="connsiteX65" fmla="*/ 4087368 w 21945600"/>
              <a:gd name="connsiteY65" fmla="*/ 36576 h 36576"/>
              <a:gd name="connsiteX66" fmla="*/ 3621024 w 21945600"/>
              <a:gd name="connsiteY66" fmla="*/ 36576 h 36576"/>
              <a:gd name="connsiteX67" fmla="*/ 2715768 w 21945600"/>
              <a:gd name="connsiteY67" fmla="*/ 36576 h 36576"/>
              <a:gd name="connsiteX68" fmla="*/ 2249424 w 21945600"/>
              <a:gd name="connsiteY68" fmla="*/ 36576 h 36576"/>
              <a:gd name="connsiteX69" fmla="*/ 1124712 w 21945600"/>
              <a:gd name="connsiteY69" fmla="*/ 36576 h 36576"/>
              <a:gd name="connsiteX70" fmla="*/ 0 w 21945600"/>
              <a:gd name="connsiteY70" fmla="*/ 36576 h 36576"/>
              <a:gd name="connsiteX71" fmla="*/ 0 w 21945600"/>
              <a:gd name="connsiteY7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1945600" h="36576" fill="none" extrusionOk="0">
                <a:moveTo>
                  <a:pt x="0" y="0"/>
                </a:moveTo>
                <a:cubicBezTo>
                  <a:pt x="421743" y="26373"/>
                  <a:pt x="546320" y="15739"/>
                  <a:pt x="905256" y="0"/>
                </a:cubicBezTo>
                <a:cubicBezTo>
                  <a:pt x="1264192" y="-15739"/>
                  <a:pt x="1386536" y="-15656"/>
                  <a:pt x="1810512" y="0"/>
                </a:cubicBezTo>
                <a:cubicBezTo>
                  <a:pt x="2234488" y="15656"/>
                  <a:pt x="1998624" y="3590"/>
                  <a:pt x="2057400" y="0"/>
                </a:cubicBezTo>
                <a:cubicBezTo>
                  <a:pt x="2116176" y="-3590"/>
                  <a:pt x="2603764" y="-6151"/>
                  <a:pt x="2743200" y="0"/>
                </a:cubicBezTo>
                <a:cubicBezTo>
                  <a:pt x="2882636" y="6151"/>
                  <a:pt x="3353150" y="46913"/>
                  <a:pt x="3867912" y="0"/>
                </a:cubicBezTo>
                <a:cubicBezTo>
                  <a:pt x="4382674" y="-46913"/>
                  <a:pt x="4060330" y="5314"/>
                  <a:pt x="4114800" y="0"/>
                </a:cubicBezTo>
                <a:cubicBezTo>
                  <a:pt x="4169270" y="-5314"/>
                  <a:pt x="4534246" y="-31393"/>
                  <a:pt x="4800600" y="0"/>
                </a:cubicBezTo>
                <a:cubicBezTo>
                  <a:pt x="5066954" y="31393"/>
                  <a:pt x="5323745" y="3319"/>
                  <a:pt x="5486400" y="0"/>
                </a:cubicBezTo>
                <a:cubicBezTo>
                  <a:pt x="5649055" y="-3319"/>
                  <a:pt x="5502934" y="-1313"/>
                  <a:pt x="5513832" y="0"/>
                </a:cubicBezTo>
                <a:cubicBezTo>
                  <a:pt x="5524730" y="1313"/>
                  <a:pt x="5659978" y="-12316"/>
                  <a:pt x="5760720" y="0"/>
                </a:cubicBezTo>
                <a:cubicBezTo>
                  <a:pt x="5861462" y="12316"/>
                  <a:pt x="5898932" y="2721"/>
                  <a:pt x="6007608" y="0"/>
                </a:cubicBezTo>
                <a:cubicBezTo>
                  <a:pt x="6116284" y="-2721"/>
                  <a:pt x="6483483" y="-4819"/>
                  <a:pt x="6693408" y="0"/>
                </a:cubicBezTo>
                <a:cubicBezTo>
                  <a:pt x="6903333" y="4819"/>
                  <a:pt x="7588959" y="10934"/>
                  <a:pt x="7818120" y="0"/>
                </a:cubicBezTo>
                <a:cubicBezTo>
                  <a:pt x="8047281" y="-10934"/>
                  <a:pt x="7993804" y="5221"/>
                  <a:pt x="8065008" y="0"/>
                </a:cubicBezTo>
                <a:cubicBezTo>
                  <a:pt x="8136212" y="-5221"/>
                  <a:pt x="8852325" y="51539"/>
                  <a:pt x="9189720" y="0"/>
                </a:cubicBezTo>
                <a:cubicBezTo>
                  <a:pt x="9527115" y="-51539"/>
                  <a:pt x="9324727" y="-6372"/>
                  <a:pt x="9436608" y="0"/>
                </a:cubicBezTo>
                <a:cubicBezTo>
                  <a:pt x="9548489" y="6372"/>
                  <a:pt x="9796505" y="23327"/>
                  <a:pt x="10122408" y="0"/>
                </a:cubicBezTo>
                <a:cubicBezTo>
                  <a:pt x="10448311" y="-23327"/>
                  <a:pt x="10318828" y="6963"/>
                  <a:pt x="10369296" y="0"/>
                </a:cubicBezTo>
                <a:cubicBezTo>
                  <a:pt x="10419764" y="-6963"/>
                  <a:pt x="10716126" y="-4982"/>
                  <a:pt x="10835640" y="0"/>
                </a:cubicBezTo>
                <a:cubicBezTo>
                  <a:pt x="10955154" y="4982"/>
                  <a:pt x="11219367" y="17886"/>
                  <a:pt x="11521440" y="0"/>
                </a:cubicBezTo>
                <a:cubicBezTo>
                  <a:pt x="11823513" y="-17886"/>
                  <a:pt x="12367047" y="-46479"/>
                  <a:pt x="12646152" y="0"/>
                </a:cubicBezTo>
                <a:cubicBezTo>
                  <a:pt x="12925257" y="46479"/>
                  <a:pt x="13338284" y="-26830"/>
                  <a:pt x="13551408" y="0"/>
                </a:cubicBezTo>
                <a:cubicBezTo>
                  <a:pt x="13764532" y="26830"/>
                  <a:pt x="13846967" y="12769"/>
                  <a:pt x="14017752" y="0"/>
                </a:cubicBezTo>
                <a:cubicBezTo>
                  <a:pt x="14188537" y="-12769"/>
                  <a:pt x="14162126" y="4714"/>
                  <a:pt x="14264640" y="0"/>
                </a:cubicBezTo>
                <a:cubicBezTo>
                  <a:pt x="14367154" y="-4714"/>
                  <a:pt x="14751879" y="36146"/>
                  <a:pt x="15169896" y="0"/>
                </a:cubicBezTo>
                <a:cubicBezTo>
                  <a:pt x="15587913" y="-36146"/>
                  <a:pt x="15406707" y="17941"/>
                  <a:pt x="15636240" y="0"/>
                </a:cubicBezTo>
                <a:cubicBezTo>
                  <a:pt x="15865773" y="-17941"/>
                  <a:pt x="15889022" y="-14655"/>
                  <a:pt x="16102584" y="0"/>
                </a:cubicBezTo>
                <a:cubicBezTo>
                  <a:pt x="16316146" y="14655"/>
                  <a:pt x="16124510" y="870"/>
                  <a:pt x="16130016" y="0"/>
                </a:cubicBezTo>
                <a:cubicBezTo>
                  <a:pt x="16135522" y="-870"/>
                  <a:pt x="16815084" y="42640"/>
                  <a:pt x="17254728" y="0"/>
                </a:cubicBezTo>
                <a:cubicBezTo>
                  <a:pt x="17694372" y="-42640"/>
                  <a:pt x="17737816" y="21051"/>
                  <a:pt x="18159984" y="0"/>
                </a:cubicBezTo>
                <a:cubicBezTo>
                  <a:pt x="18582152" y="-21051"/>
                  <a:pt x="18719883" y="-27879"/>
                  <a:pt x="19065240" y="0"/>
                </a:cubicBezTo>
                <a:cubicBezTo>
                  <a:pt x="19410597" y="27879"/>
                  <a:pt x="19085806" y="974"/>
                  <a:pt x="19092672" y="0"/>
                </a:cubicBezTo>
                <a:cubicBezTo>
                  <a:pt x="19099538" y="-974"/>
                  <a:pt x="19107856" y="-640"/>
                  <a:pt x="19120104" y="0"/>
                </a:cubicBezTo>
                <a:cubicBezTo>
                  <a:pt x="19132352" y="640"/>
                  <a:pt x="19142037" y="-152"/>
                  <a:pt x="19147536" y="0"/>
                </a:cubicBezTo>
                <a:cubicBezTo>
                  <a:pt x="19153035" y="152"/>
                  <a:pt x="19534636" y="-13012"/>
                  <a:pt x="19833336" y="0"/>
                </a:cubicBezTo>
                <a:cubicBezTo>
                  <a:pt x="20132036" y="13012"/>
                  <a:pt x="20306411" y="18934"/>
                  <a:pt x="20738592" y="0"/>
                </a:cubicBezTo>
                <a:cubicBezTo>
                  <a:pt x="21170773" y="-18934"/>
                  <a:pt x="21426379" y="57975"/>
                  <a:pt x="21945600" y="0"/>
                </a:cubicBezTo>
                <a:cubicBezTo>
                  <a:pt x="21944920" y="15182"/>
                  <a:pt x="21945031" y="28240"/>
                  <a:pt x="21945600" y="36576"/>
                </a:cubicBezTo>
                <a:cubicBezTo>
                  <a:pt x="21720449" y="-15473"/>
                  <a:pt x="21092984" y="17470"/>
                  <a:pt x="20820888" y="36576"/>
                </a:cubicBezTo>
                <a:cubicBezTo>
                  <a:pt x="20548792" y="55682"/>
                  <a:pt x="20467037" y="21195"/>
                  <a:pt x="20354544" y="36576"/>
                </a:cubicBezTo>
                <a:cubicBezTo>
                  <a:pt x="20242051" y="51957"/>
                  <a:pt x="20337363" y="36164"/>
                  <a:pt x="20327112" y="36576"/>
                </a:cubicBezTo>
                <a:cubicBezTo>
                  <a:pt x="20316861" y="36988"/>
                  <a:pt x="19714624" y="67514"/>
                  <a:pt x="19421856" y="36576"/>
                </a:cubicBezTo>
                <a:cubicBezTo>
                  <a:pt x="19129088" y="5638"/>
                  <a:pt x="18900022" y="28604"/>
                  <a:pt x="18516600" y="36576"/>
                </a:cubicBezTo>
                <a:cubicBezTo>
                  <a:pt x="18133178" y="44548"/>
                  <a:pt x="17998183" y="54905"/>
                  <a:pt x="17830800" y="36576"/>
                </a:cubicBezTo>
                <a:cubicBezTo>
                  <a:pt x="17663417" y="18247"/>
                  <a:pt x="17647160" y="31655"/>
                  <a:pt x="17583912" y="36576"/>
                </a:cubicBezTo>
                <a:cubicBezTo>
                  <a:pt x="17520664" y="41497"/>
                  <a:pt x="17113969" y="48000"/>
                  <a:pt x="16898112" y="36576"/>
                </a:cubicBezTo>
                <a:cubicBezTo>
                  <a:pt x="16682255" y="25152"/>
                  <a:pt x="16396179" y="46024"/>
                  <a:pt x="15992856" y="36576"/>
                </a:cubicBezTo>
                <a:cubicBezTo>
                  <a:pt x="15589533" y="27128"/>
                  <a:pt x="15453003" y="2006"/>
                  <a:pt x="15087600" y="36576"/>
                </a:cubicBezTo>
                <a:cubicBezTo>
                  <a:pt x="14722197" y="71146"/>
                  <a:pt x="14962139" y="43983"/>
                  <a:pt x="14840712" y="36576"/>
                </a:cubicBezTo>
                <a:cubicBezTo>
                  <a:pt x="14719285" y="29169"/>
                  <a:pt x="14031206" y="3235"/>
                  <a:pt x="13716000" y="36576"/>
                </a:cubicBezTo>
                <a:cubicBezTo>
                  <a:pt x="13400794" y="69917"/>
                  <a:pt x="13699702" y="36784"/>
                  <a:pt x="13688568" y="36576"/>
                </a:cubicBezTo>
                <a:cubicBezTo>
                  <a:pt x="13677434" y="36368"/>
                  <a:pt x="13549601" y="44218"/>
                  <a:pt x="13441680" y="36576"/>
                </a:cubicBezTo>
                <a:cubicBezTo>
                  <a:pt x="13333759" y="28934"/>
                  <a:pt x="13194403" y="43582"/>
                  <a:pt x="12975336" y="36576"/>
                </a:cubicBezTo>
                <a:cubicBezTo>
                  <a:pt x="12756269" y="29570"/>
                  <a:pt x="12496698" y="13112"/>
                  <a:pt x="12070080" y="36576"/>
                </a:cubicBezTo>
                <a:cubicBezTo>
                  <a:pt x="11643462" y="60040"/>
                  <a:pt x="11494515" y="20795"/>
                  <a:pt x="11164824" y="36576"/>
                </a:cubicBezTo>
                <a:cubicBezTo>
                  <a:pt x="10835133" y="52357"/>
                  <a:pt x="10303956" y="87952"/>
                  <a:pt x="10040112" y="36576"/>
                </a:cubicBezTo>
                <a:cubicBezTo>
                  <a:pt x="9776268" y="-14800"/>
                  <a:pt x="9309125" y="40826"/>
                  <a:pt x="8915400" y="36576"/>
                </a:cubicBezTo>
                <a:cubicBezTo>
                  <a:pt x="8521675" y="32326"/>
                  <a:pt x="8235592" y="37410"/>
                  <a:pt x="8010144" y="36576"/>
                </a:cubicBezTo>
                <a:cubicBezTo>
                  <a:pt x="7784696" y="35742"/>
                  <a:pt x="7556705" y="26838"/>
                  <a:pt x="7324344" y="36576"/>
                </a:cubicBezTo>
                <a:cubicBezTo>
                  <a:pt x="7091983" y="46314"/>
                  <a:pt x="7169873" y="40000"/>
                  <a:pt x="7077456" y="36576"/>
                </a:cubicBezTo>
                <a:cubicBezTo>
                  <a:pt x="6985039" y="33152"/>
                  <a:pt x="6395767" y="49824"/>
                  <a:pt x="6172200" y="36576"/>
                </a:cubicBezTo>
                <a:cubicBezTo>
                  <a:pt x="5948633" y="23328"/>
                  <a:pt x="5614848" y="11374"/>
                  <a:pt x="5266944" y="36576"/>
                </a:cubicBezTo>
                <a:cubicBezTo>
                  <a:pt x="4919040" y="61778"/>
                  <a:pt x="5134821" y="40448"/>
                  <a:pt x="5020056" y="36576"/>
                </a:cubicBezTo>
                <a:cubicBezTo>
                  <a:pt x="4905291" y="32704"/>
                  <a:pt x="4664972" y="17908"/>
                  <a:pt x="4553712" y="36576"/>
                </a:cubicBezTo>
                <a:cubicBezTo>
                  <a:pt x="4442452" y="55244"/>
                  <a:pt x="4307490" y="36849"/>
                  <a:pt x="4087368" y="36576"/>
                </a:cubicBezTo>
                <a:cubicBezTo>
                  <a:pt x="3867246" y="36303"/>
                  <a:pt x="3812769" y="37964"/>
                  <a:pt x="3621024" y="36576"/>
                </a:cubicBezTo>
                <a:cubicBezTo>
                  <a:pt x="3429279" y="35188"/>
                  <a:pt x="3130207" y="-2472"/>
                  <a:pt x="2715768" y="36576"/>
                </a:cubicBezTo>
                <a:cubicBezTo>
                  <a:pt x="2301329" y="75624"/>
                  <a:pt x="2368981" y="46863"/>
                  <a:pt x="2249424" y="36576"/>
                </a:cubicBezTo>
                <a:cubicBezTo>
                  <a:pt x="2129867" y="26289"/>
                  <a:pt x="1617980" y="52425"/>
                  <a:pt x="1124712" y="36576"/>
                </a:cubicBezTo>
                <a:cubicBezTo>
                  <a:pt x="631444" y="20727"/>
                  <a:pt x="353459" y="68932"/>
                  <a:pt x="0" y="36576"/>
                </a:cubicBezTo>
                <a:cubicBezTo>
                  <a:pt x="-389" y="28441"/>
                  <a:pt x="988" y="11614"/>
                  <a:pt x="0" y="0"/>
                </a:cubicBezTo>
                <a:close/>
              </a:path>
              <a:path w="21945600" h="36576" stroke="0" extrusionOk="0">
                <a:moveTo>
                  <a:pt x="0" y="0"/>
                </a:moveTo>
                <a:cubicBezTo>
                  <a:pt x="78738" y="-6702"/>
                  <a:pt x="124882" y="4427"/>
                  <a:pt x="246888" y="0"/>
                </a:cubicBezTo>
                <a:cubicBezTo>
                  <a:pt x="368894" y="-4427"/>
                  <a:pt x="264772" y="-808"/>
                  <a:pt x="274320" y="0"/>
                </a:cubicBezTo>
                <a:cubicBezTo>
                  <a:pt x="283868" y="808"/>
                  <a:pt x="425686" y="-10995"/>
                  <a:pt x="521208" y="0"/>
                </a:cubicBezTo>
                <a:cubicBezTo>
                  <a:pt x="616730" y="10995"/>
                  <a:pt x="925127" y="26161"/>
                  <a:pt x="1207008" y="0"/>
                </a:cubicBezTo>
                <a:cubicBezTo>
                  <a:pt x="1488889" y="-26161"/>
                  <a:pt x="1863629" y="25804"/>
                  <a:pt x="2112264" y="0"/>
                </a:cubicBezTo>
                <a:cubicBezTo>
                  <a:pt x="2360899" y="-25804"/>
                  <a:pt x="2856157" y="-38525"/>
                  <a:pt x="3236976" y="0"/>
                </a:cubicBezTo>
                <a:cubicBezTo>
                  <a:pt x="3617795" y="38525"/>
                  <a:pt x="4108532" y="-15185"/>
                  <a:pt x="4361688" y="0"/>
                </a:cubicBezTo>
                <a:cubicBezTo>
                  <a:pt x="4614844" y="15185"/>
                  <a:pt x="4684381" y="-14633"/>
                  <a:pt x="4828032" y="0"/>
                </a:cubicBezTo>
                <a:cubicBezTo>
                  <a:pt x="4971683" y="14633"/>
                  <a:pt x="5329982" y="15220"/>
                  <a:pt x="5733288" y="0"/>
                </a:cubicBezTo>
                <a:cubicBezTo>
                  <a:pt x="6136594" y="-15220"/>
                  <a:pt x="6133637" y="-11909"/>
                  <a:pt x="6419088" y="0"/>
                </a:cubicBezTo>
                <a:cubicBezTo>
                  <a:pt x="6704539" y="11909"/>
                  <a:pt x="6686287" y="21630"/>
                  <a:pt x="6885432" y="0"/>
                </a:cubicBezTo>
                <a:cubicBezTo>
                  <a:pt x="7084577" y="-21630"/>
                  <a:pt x="7368157" y="20345"/>
                  <a:pt x="7790688" y="0"/>
                </a:cubicBezTo>
                <a:cubicBezTo>
                  <a:pt x="8213219" y="-20345"/>
                  <a:pt x="7805774" y="-451"/>
                  <a:pt x="7818120" y="0"/>
                </a:cubicBezTo>
                <a:cubicBezTo>
                  <a:pt x="7830466" y="451"/>
                  <a:pt x="8108732" y="-16692"/>
                  <a:pt x="8284464" y="0"/>
                </a:cubicBezTo>
                <a:cubicBezTo>
                  <a:pt x="8460196" y="16692"/>
                  <a:pt x="8710069" y="20479"/>
                  <a:pt x="8970264" y="0"/>
                </a:cubicBezTo>
                <a:cubicBezTo>
                  <a:pt x="9230459" y="-20479"/>
                  <a:pt x="9654070" y="-23489"/>
                  <a:pt x="9875520" y="0"/>
                </a:cubicBezTo>
                <a:cubicBezTo>
                  <a:pt x="10096970" y="23489"/>
                  <a:pt x="10230055" y="14787"/>
                  <a:pt x="10561320" y="0"/>
                </a:cubicBezTo>
                <a:cubicBezTo>
                  <a:pt x="10892585" y="-14787"/>
                  <a:pt x="11355400" y="42062"/>
                  <a:pt x="11686032" y="0"/>
                </a:cubicBezTo>
                <a:cubicBezTo>
                  <a:pt x="12016664" y="-42062"/>
                  <a:pt x="11707139" y="-1040"/>
                  <a:pt x="11713464" y="0"/>
                </a:cubicBezTo>
                <a:cubicBezTo>
                  <a:pt x="11719789" y="1040"/>
                  <a:pt x="12097394" y="2532"/>
                  <a:pt x="12399264" y="0"/>
                </a:cubicBezTo>
                <a:cubicBezTo>
                  <a:pt x="12701134" y="-2532"/>
                  <a:pt x="12419541" y="1081"/>
                  <a:pt x="12426696" y="0"/>
                </a:cubicBezTo>
                <a:cubicBezTo>
                  <a:pt x="12433851" y="-1081"/>
                  <a:pt x="13203091" y="32097"/>
                  <a:pt x="13551408" y="0"/>
                </a:cubicBezTo>
                <a:cubicBezTo>
                  <a:pt x="13899725" y="-32097"/>
                  <a:pt x="13704994" y="4050"/>
                  <a:pt x="13798296" y="0"/>
                </a:cubicBezTo>
                <a:cubicBezTo>
                  <a:pt x="13891598" y="-4050"/>
                  <a:pt x="13819194" y="591"/>
                  <a:pt x="13825728" y="0"/>
                </a:cubicBezTo>
                <a:cubicBezTo>
                  <a:pt x="13832262" y="-591"/>
                  <a:pt x="14247058" y="-30068"/>
                  <a:pt x="14511528" y="0"/>
                </a:cubicBezTo>
                <a:cubicBezTo>
                  <a:pt x="14775998" y="30068"/>
                  <a:pt x="14668616" y="6993"/>
                  <a:pt x="14758416" y="0"/>
                </a:cubicBezTo>
                <a:cubicBezTo>
                  <a:pt x="14848216" y="-6993"/>
                  <a:pt x="15386840" y="3019"/>
                  <a:pt x="15663672" y="0"/>
                </a:cubicBezTo>
                <a:cubicBezTo>
                  <a:pt x="15940504" y="-3019"/>
                  <a:pt x="15823667" y="2894"/>
                  <a:pt x="15910560" y="0"/>
                </a:cubicBezTo>
                <a:cubicBezTo>
                  <a:pt x="15997453" y="-2894"/>
                  <a:pt x="16588125" y="-8530"/>
                  <a:pt x="17035272" y="0"/>
                </a:cubicBezTo>
                <a:cubicBezTo>
                  <a:pt x="17482419" y="8530"/>
                  <a:pt x="17188794" y="6706"/>
                  <a:pt x="17282160" y="0"/>
                </a:cubicBezTo>
                <a:cubicBezTo>
                  <a:pt x="17375526" y="-6706"/>
                  <a:pt x="17472317" y="-5717"/>
                  <a:pt x="17529048" y="0"/>
                </a:cubicBezTo>
                <a:cubicBezTo>
                  <a:pt x="17585779" y="5717"/>
                  <a:pt x="18174415" y="31621"/>
                  <a:pt x="18434304" y="0"/>
                </a:cubicBezTo>
                <a:cubicBezTo>
                  <a:pt x="18694193" y="-31621"/>
                  <a:pt x="19301918" y="29693"/>
                  <a:pt x="19559016" y="0"/>
                </a:cubicBezTo>
                <a:cubicBezTo>
                  <a:pt x="19816114" y="-29693"/>
                  <a:pt x="19574042" y="702"/>
                  <a:pt x="19586448" y="0"/>
                </a:cubicBezTo>
                <a:cubicBezTo>
                  <a:pt x="19598854" y="-702"/>
                  <a:pt x="20049547" y="-22820"/>
                  <a:pt x="20491704" y="0"/>
                </a:cubicBezTo>
                <a:cubicBezTo>
                  <a:pt x="20933861" y="22820"/>
                  <a:pt x="20755106" y="6629"/>
                  <a:pt x="20958048" y="0"/>
                </a:cubicBezTo>
                <a:cubicBezTo>
                  <a:pt x="21160990" y="-6629"/>
                  <a:pt x="21663188" y="-27211"/>
                  <a:pt x="21945600" y="0"/>
                </a:cubicBezTo>
                <a:cubicBezTo>
                  <a:pt x="21944964" y="7863"/>
                  <a:pt x="21943820" y="25698"/>
                  <a:pt x="21945600" y="36576"/>
                </a:cubicBezTo>
                <a:cubicBezTo>
                  <a:pt x="21738864" y="-5974"/>
                  <a:pt x="21483832" y="56357"/>
                  <a:pt x="21040344" y="36576"/>
                </a:cubicBezTo>
                <a:cubicBezTo>
                  <a:pt x="20596856" y="16795"/>
                  <a:pt x="20741173" y="55968"/>
                  <a:pt x="20574000" y="36576"/>
                </a:cubicBezTo>
                <a:cubicBezTo>
                  <a:pt x="20406827" y="17184"/>
                  <a:pt x="20560204" y="36526"/>
                  <a:pt x="20546568" y="36576"/>
                </a:cubicBezTo>
                <a:cubicBezTo>
                  <a:pt x="20532932" y="36626"/>
                  <a:pt x="20530490" y="36880"/>
                  <a:pt x="20519136" y="36576"/>
                </a:cubicBezTo>
                <a:cubicBezTo>
                  <a:pt x="20507782" y="36272"/>
                  <a:pt x="19823262" y="37799"/>
                  <a:pt x="19613880" y="36576"/>
                </a:cubicBezTo>
                <a:cubicBezTo>
                  <a:pt x="19404498" y="35353"/>
                  <a:pt x="19223151" y="67241"/>
                  <a:pt x="18928080" y="36576"/>
                </a:cubicBezTo>
                <a:cubicBezTo>
                  <a:pt x="18633009" y="5911"/>
                  <a:pt x="18160671" y="-11744"/>
                  <a:pt x="17803368" y="36576"/>
                </a:cubicBezTo>
                <a:cubicBezTo>
                  <a:pt x="17446065" y="84896"/>
                  <a:pt x="17412412" y="14966"/>
                  <a:pt x="17117568" y="36576"/>
                </a:cubicBezTo>
                <a:cubicBezTo>
                  <a:pt x="16822724" y="58186"/>
                  <a:pt x="16494673" y="2337"/>
                  <a:pt x="16212312" y="36576"/>
                </a:cubicBezTo>
                <a:cubicBezTo>
                  <a:pt x="15929951" y="70815"/>
                  <a:pt x="15826333" y="11046"/>
                  <a:pt x="15526512" y="36576"/>
                </a:cubicBezTo>
                <a:cubicBezTo>
                  <a:pt x="15226691" y="62106"/>
                  <a:pt x="15082025" y="15118"/>
                  <a:pt x="14840712" y="36576"/>
                </a:cubicBezTo>
                <a:cubicBezTo>
                  <a:pt x="14599399" y="58034"/>
                  <a:pt x="14517430" y="19609"/>
                  <a:pt x="14374368" y="36576"/>
                </a:cubicBezTo>
                <a:cubicBezTo>
                  <a:pt x="14231306" y="53543"/>
                  <a:pt x="13854278" y="2480"/>
                  <a:pt x="13469112" y="36576"/>
                </a:cubicBezTo>
                <a:cubicBezTo>
                  <a:pt x="13083946" y="70672"/>
                  <a:pt x="13086505" y="29507"/>
                  <a:pt x="12783312" y="36576"/>
                </a:cubicBezTo>
                <a:cubicBezTo>
                  <a:pt x="12480119" y="43645"/>
                  <a:pt x="12228847" y="-3513"/>
                  <a:pt x="11878056" y="36576"/>
                </a:cubicBezTo>
                <a:cubicBezTo>
                  <a:pt x="11527265" y="76665"/>
                  <a:pt x="11722541" y="34421"/>
                  <a:pt x="11631168" y="36576"/>
                </a:cubicBezTo>
                <a:cubicBezTo>
                  <a:pt x="11539795" y="38731"/>
                  <a:pt x="11328250" y="26850"/>
                  <a:pt x="11164824" y="36576"/>
                </a:cubicBezTo>
                <a:cubicBezTo>
                  <a:pt x="11001398" y="46302"/>
                  <a:pt x="10673541" y="78959"/>
                  <a:pt x="10259568" y="36576"/>
                </a:cubicBezTo>
                <a:cubicBezTo>
                  <a:pt x="9845595" y="-5807"/>
                  <a:pt x="9733074" y="59393"/>
                  <a:pt x="9573768" y="36576"/>
                </a:cubicBezTo>
                <a:cubicBezTo>
                  <a:pt x="9414462" y="13759"/>
                  <a:pt x="9555544" y="36473"/>
                  <a:pt x="9546336" y="36576"/>
                </a:cubicBezTo>
                <a:cubicBezTo>
                  <a:pt x="9537128" y="36679"/>
                  <a:pt x="8966343" y="25197"/>
                  <a:pt x="8641080" y="36576"/>
                </a:cubicBezTo>
                <a:cubicBezTo>
                  <a:pt x="8315817" y="47955"/>
                  <a:pt x="8340016" y="17323"/>
                  <a:pt x="8174736" y="36576"/>
                </a:cubicBezTo>
                <a:cubicBezTo>
                  <a:pt x="8009456" y="55829"/>
                  <a:pt x="7277736" y="27510"/>
                  <a:pt x="7050024" y="36576"/>
                </a:cubicBezTo>
                <a:cubicBezTo>
                  <a:pt x="6822312" y="45642"/>
                  <a:pt x="7033761" y="37384"/>
                  <a:pt x="7022592" y="36576"/>
                </a:cubicBezTo>
                <a:cubicBezTo>
                  <a:pt x="7011423" y="35768"/>
                  <a:pt x="6523471" y="22547"/>
                  <a:pt x="6117336" y="36576"/>
                </a:cubicBezTo>
                <a:cubicBezTo>
                  <a:pt x="5711201" y="50605"/>
                  <a:pt x="5866816" y="21657"/>
                  <a:pt x="5650992" y="36576"/>
                </a:cubicBezTo>
                <a:cubicBezTo>
                  <a:pt x="5435168" y="51495"/>
                  <a:pt x="5142184" y="50113"/>
                  <a:pt x="4745736" y="36576"/>
                </a:cubicBezTo>
                <a:cubicBezTo>
                  <a:pt x="4349288" y="23039"/>
                  <a:pt x="4567465" y="35506"/>
                  <a:pt x="4498848" y="36576"/>
                </a:cubicBezTo>
                <a:cubicBezTo>
                  <a:pt x="4430231" y="37646"/>
                  <a:pt x="4316854" y="42140"/>
                  <a:pt x="4251960" y="36576"/>
                </a:cubicBezTo>
                <a:cubicBezTo>
                  <a:pt x="4187066" y="31012"/>
                  <a:pt x="4006963" y="35461"/>
                  <a:pt x="3785616" y="36576"/>
                </a:cubicBezTo>
                <a:cubicBezTo>
                  <a:pt x="3564269" y="37691"/>
                  <a:pt x="3513429" y="13694"/>
                  <a:pt x="3319272" y="36576"/>
                </a:cubicBezTo>
                <a:cubicBezTo>
                  <a:pt x="3125115" y="59458"/>
                  <a:pt x="2634641" y="25517"/>
                  <a:pt x="2414016" y="36576"/>
                </a:cubicBezTo>
                <a:cubicBezTo>
                  <a:pt x="2193391" y="47635"/>
                  <a:pt x="2395840" y="37250"/>
                  <a:pt x="2386584" y="36576"/>
                </a:cubicBezTo>
                <a:cubicBezTo>
                  <a:pt x="2377328" y="35902"/>
                  <a:pt x="1545536" y="28507"/>
                  <a:pt x="1261872" y="36576"/>
                </a:cubicBezTo>
                <a:cubicBezTo>
                  <a:pt x="978208" y="44645"/>
                  <a:pt x="1242837" y="35250"/>
                  <a:pt x="1234440" y="36576"/>
                </a:cubicBezTo>
                <a:cubicBezTo>
                  <a:pt x="1226043" y="37902"/>
                  <a:pt x="282424" y="83210"/>
                  <a:pt x="0" y="36576"/>
                </a:cubicBezTo>
                <a:cubicBezTo>
                  <a:pt x="476" y="24480"/>
                  <a:pt x="-366" y="10102"/>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5D8F7130-DC2B-2B8A-719B-8F802F487A86}"/>
              </a:ext>
            </a:extLst>
          </p:cNvPr>
          <p:cNvSpPr txBox="1"/>
          <p:nvPr/>
        </p:nvSpPr>
        <p:spPr>
          <a:xfrm>
            <a:off x="1144986" y="4142632"/>
            <a:ext cx="13427104" cy="8238344"/>
          </a:xfrm>
          <a:prstGeom prst="rect">
            <a:avLst/>
          </a:prstGeom>
        </p:spPr>
        <p:style>
          <a:lnRef idx="0">
            <a:scrgbClr r="0" g="0" b="0"/>
          </a:lnRef>
          <a:fillRef idx="0">
            <a:scrgbClr r="0" g="0" b="0"/>
          </a:fillRef>
          <a:effectRef idx="0">
            <a:scrgbClr r="0" g="0" b="0"/>
          </a:effectRef>
          <a:fontRef idx="none"/>
        </p:style>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3700" dirty="0"/>
              <a:t>La </a:t>
            </a:r>
            <a:r>
              <a:rPr lang="en-US" sz="3700" dirty="0" err="1"/>
              <a:t>técnica</a:t>
            </a:r>
            <a:r>
              <a:rPr lang="en-US" sz="3700" dirty="0"/>
              <a:t> que describe se </a:t>
            </a:r>
            <a:r>
              <a:rPr lang="en-US" sz="3700" dirty="0" err="1"/>
              <a:t>conoce</a:t>
            </a:r>
            <a:r>
              <a:rPr lang="en-US" sz="3700" dirty="0"/>
              <a:t> </a:t>
            </a:r>
            <a:r>
              <a:rPr lang="en-US" sz="3700" dirty="0" err="1"/>
              <a:t>como</a:t>
            </a:r>
            <a:r>
              <a:rPr lang="en-US" sz="3700" dirty="0"/>
              <a:t> "Deepfake", que es </a:t>
            </a:r>
            <a:r>
              <a:rPr lang="en-US" sz="3700" dirty="0" err="1"/>
              <a:t>una</a:t>
            </a:r>
            <a:r>
              <a:rPr lang="en-US" sz="3700" dirty="0"/>
              <a:t> </a:t>
            </a:r>
            <a:r>
              <a:rPr lang="en-US" sz="3700" dirty="0" err="1"/>
              <a:t>técnica</a:t>
            </a:r>
            <a:r>
              <a:rPr lang="en-US" sz="3700" dirty="0"/>
              <a:t> de </a:t>
            </a:r>
            <a:r>
              <a:rPr lang="en-US" sz="3700" dirty="0" err="1"/>
              <a:t>inteligencia</a:t>
            </a:r>
            <a:r>
              <a:rPr lang="en-US" sz="3700" dirty="0"/>
              <a:t> artificial que se </a:t>
            </a:r>
            <a:r>
              <a:rPr lang="en-US" sz="3700" dirty="0" err="1"/>
              <a:t>utiliza</a:t>
            </a:r>
            <a:r>
              <a:rPr lang="en-US" sz="3700" dirty="0"/>
              <a:t> para </a:t>
            </a:r>
            <a:r>
              <a:rPr lang="en-US" sz="3700" dirty="0" err="1"/>
              <a:t>crear</a:t>
            </a:r>
            <a:r>
              <a:rPr lang="en-US" sz="3700" dirty="0"/>
              <a:t> </a:t>
            </a:r>
            <a:r>
              <a:rPr lang="en-US" sz="3700" dirty="0" err="1"/>
              <a:t>contenido</a:t>
            </a:r>
            <a:r>
              <a:rPr lang="en-US" sz="3700" dirty="0"/>
              <a:t> de audio y video </a:t>
            </a:r>
            <a:r>
              <a:rPr lang="en-US" sz="3700" dirty="0" err="1"/>
              <a:t>falso</a:t>
            </a:r>
            <a:r>
              <a:rPr lang="en-US" sz="3700" dirty="0"/>
              <a:t> e </a:t>
            </a:r>
            <a:r>
              <a:rPr lang="en-US" sz="3700" dirty="0" err="1"/>
              <a:t>hiperrealista</a:t>
            </a:r>
            <a:r>
              <a:rPr lang="en-US" sz="3700" dirty="0"/>
              <a:t> que </a:t>
            </a:r>
            <a:r>
              <a:rPr lang="en-US" sz="3700" dirty="0" err="1"/>
              <a:t>parece</a:t>
            </a:r>
            <a:r>
              <a:rPr lang="en-US" sz="3700" dirty="0"/>
              <a:t> ser </a:t>
            </a:r>
            <a:r>
              <a:rPr lang="en-US" sz="3700" dirty="0" err="1"/>
              <a:t>auténtico</a:t>
            </a:r>
            <a:r>
              <a:rPr lang="en-US" sz="3700" dirty="0"/>
              <a:t>. Los Deepfakes a menudo se </a:t>
            </a:r>
            <a:r>
              <a:rPr lang="en-US" sz="3700" dirty="0" err="1"/>
              <a:t>utilizan</a:t>
            </a:r>
            <a:r>
              <a:rPr lang="en-US" sz="3700" dirty="0"/>
              <a:t> </a:t>
            </a:r>
            <a:r>
              <a:rPr lang="en-US" sz="3700" dirty="0" err="1"/>
              <a:t>en</a:t>
            </a:r>
            <a:r>
              <a:rPr lang="en-US" sz="3700" dirty="0"/>
              <a:t> la </a:t>
            </a:r>
            <a:r>
              <a:rPr lang="en-US" sz="3700" dirty="0" err="1"/>
              <a:t>ingeniería</a:t>
            </a:r>
            <a:r>
              <a:rPr lang="en-US" sz="3700" dirty="0"/>
              <a:t> social y </a:t>
            </a:r>
            <a:r>
              <a:rPr lang="en-US" sz="3700" dirty="0" err="1"/>
              <a:t>en</a:t>
            </a:r>
            <a:r>
              <a:rPr lang="en-US" sz="3700" dirty="0"/>
              <a:t> </a:t>
            </a:r>
            <a:r>
              <a:rPr lang="en-US" sz="3700" dirty="0" err="1"/>
              <a:t>campañas</a:t>
            </a:r>
            <a:r>
              <a:rPr lang="en-US" sz="3700" dirty="0"/>
              <a:t> de </a:t>
            </a:r>
            <a:r>
              <a:rPr lang="en-US" sz="3700" dirty="0" err="1"/>
              <a:t>desinformación</a:t>
            </a:r>
            <a:r>
              <a:rPr lang="en-US" sz="3700" dirty="0"/>
              <a:t> para </a:t>
            </a:r>
            <a:r>
              <a:rPr lang="en-US" sz="3700" dirty="0" err="1"/>
              <a:t>engañar</a:t>
            </a:r>
            <a:r>
              <a:rPr lang="en-US" sz="3700" dirty="0"/>
              <a:t> a las personas y </a:t>
            </a:r>
            <a:r>
              <a:rPr lang="en-US" sz="3700" dirty="0" err="1"/>
              <a:t>hacerles</a:t>
            </a:r>
            <a:r>
              <a:rPr lang="en-US" sz="3700" dirty="0"/>
              <a:t> </a:t>
            </a:r>
            <a:r>
              <a:rPr lang="en-US" sz="3700" dirty="0" err="1"/>
              <a:t>creer</a:t>
            </a:r>
            <a:r>
              <a:rPr lang="en-US" sz="3700" dirty="0"/>
              <a:t> </a:t>
            </a:r>
            <a:r>
              <a:rPr lang="en-US" sz="3700" dirty="0" err="1"/>
              <a:t>cosas</a:t>
            </a:r>
            <a:r>
              <a:rPr lang="en-US" sz="3700" dirty="0"/>
              <a:t> que no son </a:t>
            </a:r>
            <a:r>
              <a:rPr lang="en-US" sz="3700" dirty="0" err="1"/>
              <a:t>ciertas</a:t>
            </a:r>
            <a:r>
              <a:rPr lang="en-US" sz="3700" dirty="0"/>
              <a:t>.</a:t>
            </a:r>
          </a:p>
          <a:p>
            <a:pPr indent="-228600">
              <a:lnSpc>
                <a:spcPct val="90000"/>
              </a:lnSpc>
              <a:spcAft>
                <a:spcPts val="600"/>
              </a:spcAft>
              <a:buFont typeface="Arial" panose="020B0604020202020204" pitchFamily="34" charset="0"/>
              <a:buChar char="•"/>
            </a:pPr>
            <a:r>
              <a:rPr lang="en-US" sz="3700" dirty="0"/>
              <a:t>En </a:t>
            </a:r>
            <a:r>
              <a:rPr lang="en-US" sz="3700" dirty="0" err="1"/>
              <a:t>el</a:t>
            </a:r>
            <a:r>
              <a:rPr lang="en-US" sz="3700" dirty="0"/>
              <a:t> </a:t>
            </a:r>
            <a:r>
              <a:rPr lang="en-US" sz="3700" dirty="0" err="1"/>
              <a:t>contexto</a:t>
            </a:r>
            <a:r>
              <a:rPr lang="en-US" sz="3700" dirty="0"/>
              <a:t> </a:t>
            </a:r>
            <a:r>
              <a:rPr lang="en-US" sz="3700" dirty="0" err="1"/>
              <a:t>empresarial</a:t>
            </a:r>
            <a:r>
              <a:rPr lang="en-US" sz="3700" dirty="0"/>
              <a:t>, </a:t>
            </a:r>
            <a:r>
              <a:rPr lang="en-US" sz="3700" dirty="0" err="1"/>
              <a:t>los</a:t>
            </a:r>
            <a:r>
              <a:rPr lang="en-US" sz="3700" dirty="0"/>
              <a:t> Deepfakes </a:t>
            </a:r>
            <a:r>
              <a:rPr lang="en-US" sz="3700" dirty="0" err="1"/>
              <a:t>pueden</a:t>
            </a:r>
            <a:r>
              <a:rPr lang="en-US" sz="3700" dirty="0"/>
              <a:t> ser </a:t>
            </a:r>
            <a:r>
              <a:rPr lang="en-US" sz="3700" dirty="0" err="1"/>
              <a:t>utilizados</a:t>
            </a:r>
            <a:r>
              <a:rPr lang="en-US" sz="3700" dirty="0"/>
              <a:t> para </a:t>
            </a:r>
            <a:r>
              <a:rPr lang="en-US" sz="3700" dirty="0" err="1"/>
              <a:t>suplantar</a:t>
            </a:r>
            <a:r>
              <a:rPr lang="en-US" sz="3700" dirty="0"/>
              <a:t> la </a:t>
            </a:r>
            <a:r>
              <a:rPr lang="en-US" sz="3700" dirty="0" err="1"/>
              <a:t>identidad</a:t>
            </a:r>
            <a:r>
              <a:rPr lang="en-US" sz="3700" dirty="0"/>
              <a:t> de un </a:t>
            </a:r>
            <a:r>
              <a:rPr lang="en-US" sz="3700" dirty="0" err="1"/>
              <a:t>ejecutivo</a:t>
            </a:r>
            <a:r>
              <a:rPr lang="en-US" sz="3700" dirty="0"/>
              <a:t> o jefe de la </a:t>
            </a:r>
            <a:r>
              <a:rPr lang="en-US" sz="3700" dirty="0" err="1"/>
              <a:t>empresa</a:t>
            </a:r>
            <a:r>
              <a:rPr lang="en-US" sz="3700" dirty="0"/>
              <a:t> y </a:t>
            </a:r>
            <a:r>
              <a:rPr lang="en-US" sz="3700" dirty="0" err="1"/>
              <a:t>engañar</a:t>
            </a:r>
            <a:r>
              <a:rPr lang="en-US" sz="3700" dirty="0"/>
              <a:t> a </a:t>
            </a:r>
            <a:r>
              <a:rPr lang="en-US" sz="3700" dirty="0" err="1"/>
              <a:t>los</a:t>
            </a:r>
            <a:r>
              <a:rPr lang="en-US" sz="3700" dirty="0"/>
              <a:t> </a:t>
            </a:r>
            <a:r>
              <a:rPr lang="en-US" sz="3700" dirty="0" err="1"/>
              <a:t>empleados</a:t>
            </a:r>
            <a:r>
              <a:rPr lang="en-US" sz="3700" dirty="0"/>
              <a:t> o </a:t>
            </a:r>
            <a:r>
              <a:rPr lang="en-US" sz="3700" dirty="0" err="1"/>
              <a:t>clientes</a:t>
            </a:r>
            <a:r>
              <a:rPr lang="en-US" sz="3700" dirty="0"/>
              <a:t> para que </a:t>
            </a:r>
            <a:r>
              <a:rPr lang="en-US" sz="3700" dirty="0" err="1"/>
              <a:t>tomen</a:t>
            </a:r>
            <a:r>
              <a:rPr lang="en-US" sz="3700" dirty="0"/>
              <a:t> </a:t>
            </a:r>
            <a:r>
              <a:rPr lang="en-US" sz="3700" dirty="0" err="1"/>
              <a:t>medidas</a:t>
            </a:r>
            <a:r>
              <a:rPr lang="en-US" sz="3700" dirty="0"/>
              <a:t> que </a:t>
            </a:r>
            <a:r>
              <a:rPr lang="en-US" sz="3700" dirty="0" err="1"/>
              <a:t>podrían</a:t>
            </a:r>
            <a:r>
              <a:rPr lang="en-US" sz="3700" dirty="0"/>
              <a:t> ser </a:t>
            </a:r>
            <a:r>
              <a:rPr lang="en-US" sz="3700" dirty="0" err="1"/>
              <a:t>perjudiciales</a:t>
            </a:r>
            <a:r>
              <a:rPr lang="en-US" sz="3700" dirty="0"/>
              <a:t> para la </a:t>
            </a:r>
            <a:r>
              <a:rPr lang="en-US" sz="3700" dirty="0" err="1"/>
              <a:t>empresa</a:t>
            </a:r>
            <a:r>
              <a:rPr lang="en-US" sz="3700" dirty="0"/>
              <a:t>. Es </a:t>
            </a:r>
            <a:r>
              <a:rPr lang="en-US" sz="3700" dirty="0" err="1"/>
              <a:t>importante</a:t>
            </a:r>
            <a:r>
              <a:rPr lang="en-US" sz="3700" dirty="0"/>
              <a:t> que las </a:t>
            </a:r>
            <a:r>
              <a:rPr lang="en-US" sz="3700" dirty="0" err="1"/>
              <a:t>empresas</a:t>
            </a:r>
            <a:r>
              <a:rPr lang="en-US" sz="3700" dirty="0"/>
              <a:t> </a:t>
            </a:r>
            <a:r>
              <a:rPr lang="en-US" sz="3700" dirty="0" err="1"/>
              <a:t>sean</a:t>
            </a:r>
            <a:r>
              <a:rPr lang="en-US" sz="3700" dirty="0"/>
              <a:t> </a:t>
            </a:r>
            <a:r>
              <a:rPr lang="en-US" sz="3700" dirty="0" err="1"/>
              <a:t>conscientes</a:t>
            </a:r>
            <a:r>
              <a:rPr lang="en-US" sz="3700" dirty="0"/>
              <a:t> de </a:t>
            </a:r>
            <a:r>
              <a:rPr lang="en-US" sz="3700" dirty="0" err="1"/>
              <a:t>esta</a:t>
            </a:r>
            <a:r>
              <a:rPr lang="en-US" sz="3700" dirty="0"/>
              <a:t> </a:t>
            </a:r>
            <a:r>
              <a:rPr lang="en-US" sz="3700" dirty="0" err="1"/>
              <a:t>técnica</a:t>
            </a:r>
            <a:r>
              <a:rPr lang="en-US" sz="3700" dirty="0"/>
              <a:t> y </a:t>
            </a:r>
            <a:r>
              <a:rPr lang="en-US" sz="3700" dirty="0" err="1"/>
              <a:t>tomen</a:t>
            </a:r>
            <a:r>
              <a:rPr lang="en-US" sz="3700" dirty="0"/>
              <a:t> </a:t>
            </a:r>
            <a:r>
              <a:rPr lang="en-US" sz="3700" dirty="0" err="1"/>
              <a:t>medidas</a:t>
            </a:r>
            <a:r>
              <a:rPr lang="en-US" sz="3700" dirty="0"/>
              <a:t> para </a:t>
            </a:r>
            <a:r>
              <a:rPr lang="en-US" sz="3700" dirty="0" err="1"/>
              <a:t>protegerse</a:t>
            </a:r>
            <a:r>
              <a:rPr lang="en-US" sz="3700" dirty="0"/>
              <a:t> contra </a:t>
            </a:r>
            <a:r>
              <a:rPr lang="en-US" sz="3700" dirty="0" err="1"/>
              <a:t>ella</a:t>
            </a:r>
            <a:r>
              <a:rPr lang="en-US" sz="3700" dirty="0"/>
              <a:t>, </a:t>
            </a:r>
            <a:r>
              <a:rPr lang="en-US" sz="3700" dirty="0" err="1"/>
              <a:t>como</a:t>
            </a:r>
            <a:r>
              <a:rPr lang="en-US" sz="3700" dirty="0"/>
              <a:t> la </a:t>
            </a:r>
            <a:r>
              <a:rPr lang="en-US" sz="3700" dirty="0" err="1"/>
              <a:t>formación</a:t>
            </a:r>
            <a:r>
              <a:rPr lang="en-US" sz="3700" dirty="0"/>
              <a:t> de </a:t>
            </a:r>
            <a:r>
              <a:rPr lang="en-US" sz="3700" dirty="0" err="1"/>
              <a:t>los</a:t>
            </a:r>
            <a:r>
              <a:rPr lang="en-US" sz="3700" dirty="0"/>
              <a:t> </a:t>
            </a:r>
            <a:r>
              <a:rPr lang="en-US" sz="3700" dirty="0" err="1"/>
              <a:t>empleados</a:t>
            </a:r>
            <a:r>
              <a:rPr lang="en-US" sz="3700" dirty="0"/>
              <a:t> </a:t>
            </a:r>
            <a:r>
              <a:rPr lang="en-US" sz="3700" dirty="0" err="1"/>
              <a:t>sobre</a:t>
            </a:r>
            <a:r>
              <a:rPr lang="en-US" sz="3700" dirty="0"/>
              <a:t> </a:t>
            </a:r>
            <a:r>
              <a:rPr lang="en-US" sz="3700" dirty="0" err="1"/>
              <a:t>los</a:t>
            </a:r>
            <a:r>
              <a:rPr lang="en-US" sz="3700" dirty="0"/>
              <a:t> </a:t>
            </a:r>
            <a:r>
              <a:rPr lang="en-US" sz="3700" dirty="0" err="1"/>
              <a:t>riesgos</a:t>
            </a:r>
            <a:r>
              <a:rPr lang="en-US" sz="3700" dirty="0"/>
              <a:t> de la </a:t>
            </a:r>
            <a:r>
              <a:rPr lang="en-US" sz="3700" dirty="0" err="1"/>
              <a:t>ingeniería</a:t>
            </a:r>
            <a:r>
              <a:rPr lang="en-US" sz="3700" dirty="0"/>
              <a:t> social y </a:t>
            </a:r>
            <a:r>
              <a:rPr lang="en-US" sz="3700" dirty="0" err="1"/>
              <a:t>el</a:t>
            </a:r>
            <a:r>
              <a:rPr lang="en-US" sz="3700" dirty="0"/>
              <a:t> </a:t>
            </a:r>
            <a:r>
              <a:rPr lang="en-US" sz="3700" dirty="0" err="1"/>
              <a:t>uso</a:t>
            </a:r>
            <a:r>
              <a:rPr lang="en-US" sz="3700" dirty="0"/>
              <a:t> de </a:t>
            </a:r>
            <a:r>
              <a:rPr lang="en-US" sz="3700" dirty="0" err="1"/>
              <a:t>medidas</a:t>
            </a:r>
            <a:r>
              <a:rPr lang="en-US" sz="3700" dirty="0"/>
              <a:t> de </a:t>
            </a:r>
            <a:r>
              <a:rPr lang="en-US" sz="3700" dirty="0" err="1"/>
              <a:t>autenticación</a:t>
            </a:r>
            <a:r>
              <a:rPr lang="en-US" sz="3700" dirty="0"/>
              <a:t> de la </a:t>
            </a:r>
            <a:r>
              <a:rPr lang="en-US" sz="3700" dirty="0" err="1"/>
              <a:t>identidad</a:t>
            </a:r>
            <a:r>
              <a:rPr lang="en-US" sz="3700" dirty="0"/>
              <a:t>, </a:t>
            </a:r>
            <a:r>
              <a:rPr lang="en-US" sz="3700" dirty="0" err="1"/>
              <a:t>como</a:t>
            </a:r>
            <a:r>
              <a:rPr lang="en-US" sz="3700" dirty="0"/>
              <a:t> </a:t>
            </a:r>
            <a:r>
              <a:rPr lang="en-US" sz="3700" dirty="0" err="1"/>
              <a:t>el</a:t>
            </a:r>
            <a:r>
              <a:rPr lang="en-US" sz="3700" dirty="0"/>
              <a:t> </a:t>
            </a:r>
            <a:r>
              <a:rPr lang="en-US" sz="3700" dirty="0" err="1"/>
              <a:t>uso</a:t>
            </a:r>
            <a:r>
              <a:rPr lang="en-US" sz="3700" dirty="0"/>
              <a:t> de </a:t>
            </a:r>
            <a:r>
              <a:rPr lang="en-US" sz="3700" dirty="0" err="1"/>
              <a:t>contraseñas</a:t>
            </a:r>
            <a:r>
              <a:rPr lang="en-US" sz="3700" dirty="0"/>
              <a:t> </a:t>
            </a:r>
            <a:r>
              <a:rPr lang="en-US" sz="3700" dirty="0" err="1"/>
              <a:t>seguras</a:t>
            </a:r>
            <a:r>
              <a:rPr lang="en-US" sz="3700" dirty="0"/>
              <a:t> y la </a:t>
            </a:r>
            <a:r>
              <a:rPr lang="en-US" sz="3700" dirty="0" err="1"/>
              <a:t>autenticación</a:t>
            </a:r>
            <a:r>
              <a:rPr lang="en-US" sz="3700" dirty="0"/>
              <a:t> de dos </a:t>
            </a:r>
            <a:r>
              <a:rPr lang="en-US" sz="3700" dirty="0" err="1"/>
              <a:t>factores</a:t>
            </a:r>
            <a:r>
              <a:rPr lang="en-US" sz="3700" dirty="0"/>
              <a:t>.</a:t>
            </a:r>
          </a:p>
        </p:txBody>
      </p:sp>
      <p:pic>
        <p:nvPicPr>
          <p:cNvPr id="7" name="Google Shape;135;p8" descr="Cómo protegerse de los virus, piratas informáticos y demás ataques? |  Tecnología - ComputerHoy.com">
            <a:extLst>
              <a:ext uri="{FF2B5EF4-FFF2-40B4-BE49-F238E27FC236}">
                <a16:creationId xmlns:a16="http://schemas.microsoft.com/office/drawing/2014/main" id="{36945EC5-83BF-E79A-D1B3-DB4777A269AF}"/>
              </a:ext>
            </a:extLst>
          </p:cNvPr>
          <p:cNvPicPr preferRelativeResize="0"/>
          <p:nvPr/>
        </p:nvPicPr>
        <p:blipFill rotWithShape="1">
          <a:blip r:embed="rId2"/>
          <a:srcRect l="20442" r="15538" b="1"/>
          <a:stretch/>
        </p:blipFill>
        <p:spPr>
          <a:xfrm>
            <a:off x="15351316" y="4187952"/>
            <a:ext cx="7882128" cy="8193024"/>
          </a:xfrm>
          <a:prstGeom prst="rect">
            <a:avLst/>
          </a:prstGeom>
          <a:noFill/>
        </p:spPr>
      </p:pic>
    </p:spTree>
    <p:extLst>
      <p:ext uri="{BB962C8B-B14F-4D97-AF65-F5344CB8AC3E}">
        <p14:creationId xmlns:p14="http://schemas.microsoft.com/office/powerpoint/2010/main" val="2915301925"/>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08CCE47-6DC3-1CE7-C32A-2C7282A7836B}"/>
              </a:ext>
            </a:extLst>
          </p:cNvPr>
          <p:cNvPicPr>
            <a:picLocks noChangeAspect="1"/>
          </p:cNvPicPr>
          <p:nvPr/>
        </p:nvPicPr>
        <p:blipFill>
          <a:blip r:embed="rId2"/>
          <a:stretch>
            <a:fillRect/>
          </a:stretch>
        </p:blipFill>
        <p:spPr>
          <a:xfrm>
            <a:off x="2057400" y="674950"/>
            <a:ext cx="17335500" cy="12366099"/>
          </a:xfrm>
          <a:prstGeom prst="rect">
            <a:avLst/>
          </a:prstGeom>
        </p:spPr>
      </p:pic>
      <p:sp>
        <p:nvSpPr>
          <p:cNvPr id="5" name="CuadroTexto 4">
            <a:extLst>
              <a:ext uri="{FF2B5EF4-FFF2-40B4-BE49-F238E27FC236}">
                <a16:creationId xmlns:a16="http://schemas.microsoft.com/office/drawing/2014/main" id="{FBB9751E-7FEA-C43B-3592-54B70DAF5928}"/>
              </a:ext>
            </a:extLst>
          </p:cNvPr>
          <p:cNvSpPr txBox="1"/>
          <p:nvPr/>
        </p:nvSpPr>
        <p:spPr>
          <a:xfrm>
            <a:off x="247650" y="13073932"/>
            <a:ext cx="22936200" cy="4531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s-ES" dirty="0"/>
              <a:t>https://www.infobae.com/america/tecno/2022/12/09/los-4-casos-famosos-de-suplantacion-de-identidad-o-deepfake-tom-cruise-y-zuckerberg-figuraron/</a:t>
            </a:r>
          </a:p>
        </p:txBody>
      </p:sp>
      <p:pic>
        <p:nvPicPr>
          <p:cNvPr id="6" name="Google Shape;135;p8" descr="Cómo protegerse de los virus, piratas informáticos y demás ataques? |  Tecnología - ComputerHoy.com">
            <a:extLst>
              <a:ext uri="{FF2B5EF4-FFF2-40B4-BE49-F238E27FC236}">
                <a16:creationId xmlns:a16="http://schemas.microsoft.com/office/drawing/2014/main" id="{EFD74A92-831D-3625-2357-3B45D2C63745}"/>
              </a:ext>
            </a:extLst>
          </p:cNvPr>
          <p:cNvPicPr preferRelativeResize="0"/>
          <p:nvPr/>
        </p:nvPicPr>
        <p:blipFill rotWithShape="1">
          <a:blip r:embed="rId3">
            <a:alphaModFix/>
          </a:blip>
          <a:srcRect/>
          <a:stretch/>
        </p:blipFill>
        <p:spPr>
          <a:xfrm>
            <a:off x="22593300" y="12496799"/>
            <a:ext cx="1790700" cy="1229203"/>
          </a:xfrm>
          <a:prstGeom prst="rect">
            <a:avLst/>
          </a:prstGeom>
          <a:noFill/>
          <a:ln>
            <a:noFill/>
          </a:ln>
        </p:spPr>
      </p:pic>
    </p:spTree>
    <p:extLst>
      <p:ext uri="{BB962C8B-B14F-4D97-AF65-F5344CB8AC3E}">
        <p14:creationId xmlns:p14="http://schemas.microsoft.com/office/powerpoint/2010/main" val="2849629175"/>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FBFDDAE-269A-4C29-965B-89D8C7F1DEAC}"/>
              </a:ext>
            </a:extLst>
          </p:cNvPr>
          <p:cNvPicPr>
            <a:picLocks noChangeAspect="1"/>
          </p:cNvPicPr>
          <p:nvPr/>
        </p:nvPicPr>
        <p:blipFill>
          <a:blip r:embed="rId2"/>
          <a:stretch>
            <a:fillRect/>
          </a:stretch>
        </p:blipFill>
        <p:spPr>
          <a:xfrm>
            <a:off x="-133350" y="74595"/>
            <a:ext cx="21881662" cy="12174555"/>
          </a:xfrm>
          <a:prstGeom prst="rect">
            <a:avLst/>
          </a:prstGeom>
        </p:spPr>
      </p:pic>
      <p:pic>
        <p:nvPicPr>
          <p:cNvPr id="4" name="Google Shape;135;p8" descr="Cómo protegerse de los virus, piratas informáticos y demás ataques? |  Tecnología - ComputerHoy.com">
            <a:extLst>
              <a:ext uri="{FF2B5EF4-FFF2-40B4-BE49-F238E27FC236}">
                <a16:creationId xmlns:a16="http://schemas.microsoft.com/office/drawing/2014/main" id="{6B9420D2-E121-86EC-332D-630AF644D5A5}"/>
              </a:ext>
            </a:extLst>
          </p:cNvPr>
          <p:cNvPicPr preferRelativeResize="0"/>
          <p:nvPr/>
        </p:nvPicPr>
        <p:blipFill rotWithShape="1">
          <a:blip r:embed="rId3">
            <a:alphaModFix/>
          </a:blip>
          <a:srcRect/>
          <a:stretch/>
        </p:blipFill>
        <p:spPr>
          <a:xfrm>
            <a:off x="22593300" y="12496799"/>
            <a:ext cx="1790700" cy="1229203"/>
          </a:xfrm>
          <a:prstGeom prst="rect">
            <a:avLst/>
          </a:prstGeom>
          <a:noFill/>
          <a:ln>
            <a:noFill/>
          </a:ln>
        </p:spPr>
      </p:pic>
    </p:spTree>
    <p:extLst>
      <p:ext uri="{BB962C8B-B14F-4D97-AF65-F5344CB8AC3E}">
        <p14:creationId xmlns:p14="http://schemas.microsoft.com/office/powerpoint/2010/main" val="1228388986"/>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97"/>
        <p:cNvGrpSpPr/>
        <p:nvPr/>
      </p:nvGrpSpPr>
      <p:grpSpPr>
        <a:xfrm>
          <a:off x="0" y="0"/>
          <a:ext cx="0" cy="0"/>
          <a:chOff x="0" y="0"/>
          <a:chExt cx="0" cy="0"/>
        </a:xfrm>
      </p:grpSpPr>
      <p:sp>
        <p:nvSpPr>
          <p:cNvPr id="298" name="Google Shape;298;p24"/>
          <p:cNvSpPr txBox="1">
            <a:spLocks noGrp="1"/>
          </p:cNvSpPr>
          <p:nvPr>
            <p:ph type="title" idx="4294967295"/>
          </p:nvPr>
        </p:nvSpPr>
        <p:spPr>
          <a:xfrm>
            <a:off x="0" y="15875"/>
            <a:ext cx="21031200" cy="2651125"/>
          </a:xfrm>
          <a:prstGeom prst="rect">
            <a:avLst/>
          </a:prstGeom>
          <a:noFill/>
          <a:ln>
            <a:noFill/>
          </a:ln>
        </p:spPr>
        <p:txBody>
          <a:bodyPr spcFirstLastPara="1" wrap="square" lIns="182850" tIns="91400" rIns="182850" bIns="91400" anchor="ctr" anchorCtr="0">
            <a:normAutofit/>
          </a:bodyPr>
          <a:lstStyle/>
          <a:p>
            <a:pPr>
              <a:lnSpc>
                <a:spcPct val="90000"/>
              </a:lnSpc>
              <a:spcBef>
                <a:spcPts val="0"/>
              </a:spcBef>
              <a:buClr>
                <a:schemeClr val="dk1"/>
              </a:buClr>
              <a:buSzPts val="4400"/>
            </a:pPr>
            <a:r>
              <a:rPr lang="es-ES" sz="4800" b="1" dirty="0"/>
              <a:t>¿QUE ES EL PHISING?</a:t>
            </a:r>
            <a:endParaRPr sz="4800" b="1" dirty="0"/>
          </a:p>
        </p:txBody>
      </p:sp>
      <p:sp>
        <p:nvSpPr>
          <p:cNvPr id="299" name="Google Shape;299;p24"/>
          <p:cNvSpPr txBox="1">
            <a:spLocks noGrp="1"/>
          </p:cNvSpPr>
          <p:nvPr>
            <p:ph idx="4294967295"/>
          </p:nvPr>
        </p:nvSpPr>
        <p:spPr>
          <a:xfrm>
            <a:off x="0" y="1744663"/>
            <a:ext cx="21907500" cy="3913187"/>
          </a:xfrm>
          <a:prstGeom prst="rect">
            <a:avLst/>
          </a:prstGeom>
          <a:ln/>
        </p:spPr>
        <p:style>
          <a:lnRef idx="2">
            <a:schemeClr val="accent5"/>
          </a:lnRef>
          <a:fillRef idx="1">
            <a:schemeClr val="lt1"/>
          </a:fillRef>
          <a:effectRef idx="0">
            <a:schemeClr val="accent5"/>
          </a:effectRef>
          <a:fontRef idx="minor">
            <a:schemeClr val="dk1"/>
          </a:fontRef>
        </p:style>
        <p:txBody>
          <a:bodyPr spcFirstLastPara="1" wrap="square" lIns="182850" tIns="91400" rIns="182850" bIns="91400" anchor="t" anchorCtr="0">
            <a:normAutofit fontScale="85000" lnSpcReduction="20000"/>
          </a:bodyPr>
          <a:lstStyle/>
          <a:p>
            <a:pPr marL="0" indent="0">
              <a:lnSpc>
                <a:spcPct val="150000"/>
              </a:lnSpc>
              <a:spcBef>
                <a:spcPts val="0"/>
              </a:spcBef>
              <a:buClr>
                <a:srgbClr val="003245"/>
              </a:buClr>
              <a:buSzPts val="1800"/>
              <a:buNone/>
            </a:pPr>
            <a:r>
              <a:rPr lang="es-ES" sz="3600" dirty="0">
                <a:solidFill>
                  <a:schemeClr val="tx1"/>
                </a:solidFill>
                <a:latin typeface="Verdana" panose="020B0604030504040204" pitchFamily="34" charset="0"/>
                <a:ea typeface="Verdana" panose="020B0604030504040204" pitchFamily="34" charset="0"/>
                <a:cs typeface="Times New Roman"/>
                <a:sym typeface="Times New Roman"/>
              </a:rPr>
              <a:t>Consiste en el envío masivo de comunicaciones (normalmente correos electrónicos) desde lo que parece un origen de confianza, con el aspecto de un escrito real en el que requiere al receptor que facilite determinada información, bien respondiendo al email, bien conectándose a una página web que parece real donde introducirá sus datos. El éxito del phishing se basa en el </a:t>
            </a:r>
            <a:r>
              <a:rPr lang="es-ES" sz="3600" b="1" dirty="0">
                <a:solidFill>
                  <a:schemeClr val="tx1"/>
                </a:solidFill>
                <a:latin typeface="Verdana" panose="020B0604030504040204" pitchFamily="34" charset="0"/>
                <a:ea typeface="Verdana" panose="020B0604030504040204" pitchFamily="34" charset="0"/>
                <a:cs typeface="Times New Roman"/>
                <a:sym typeface="Times New Roman"/>
              </a:rPr>
              <a:t>envío masivo</a:t>
            </a:r>
            <a:r>
              <a:rPr lang="es-ES" sz="3600" dirty="0">
                <a:solidFill>
                  <a:schemeClr val="tx1"/>
                </a:solidFill>
                <a:latin typeface="Verdana" panose="020B0604030504040204" pitchFamily="34" charset="0"/>
                <a:ea typeface="Verdana" panose="020B0604030504040204" pitchFamily="34" charset="0"/>
                <a:cs typeface="Times New Roman"/>
                <a:sym typeface="Times New Roman"/>
              </a:rPr>
              <a:t> y la probabilidad, dado que el número de víctimas potenciales es muy grande, es muy probable que alguna de ellas caiga en la trampa y facilite esa información que el atacante tan amablemente solicita.</a:t>
            </a:r>
            <a:endParaRPr sz="3600" dirty="0">
              <a:solidFill>
                <a:schemeClr val="tx1"/>
              </a:solidFill>
              <a:latin typeface="Verdana" panose="020B0604030504040204" pitchFamily="34" charset="0"/>
              <a:ea typeface="Verdana" panose="020B0604030504040204" pitchFamily="34" charset="0"/>
              <a:cs typeface="Calibri"/>
              <a:sym typeface="Calibri"/>
            </a:endParaRPr>
          </a:p>
          <a:p>
            <a:pPr marL="355600" indent="0">
              <a:lnSpc>
                <a:spcPct val="150000"/>
              </a:lnSpc>
              <a:buClr>
                <a:schemeClr val="dk1"/>
              </a:buClr>
              <a:buSzPts val="2800"/>
              <a:buNone/>
            </a:pPr>
            <a:endParaRPr dirty="0">
              <a:solidFill>
                <a:schemeClr val="tx1"/>
              </a:solidFill>
              <a:latin typeface="Verdana" panose="020B0604030504040204" pitchFamily="34" charset="0"/>
              <a:ea typeface="Verdana" panose="020B0604030504040204" pitchFamily="34" charset="0"/>
            </a:endParaRPr>
          </a:p>
        </p:txBody>
      </p:sp>
      <p:sp>
        <p:nvSpPr>
          <p:cNvPr id="3" name="CuadroTexto 2">
            <a:extLst>
              <a:ext uri="{FF2B5EF4-FFF2-40B4-BE49-F238E27FC236}">
                <a16:creationId xmlns:a16="http://schemas.microsoft.com/office/drawing/2014/main" id="{838BCAD5-4C40-A4D0-BF5D-396B66570953}"/>
              </a:ext>
            </a:extLst>
          </p:cNvPr>
          <p:cNvSpPr txBox="1"/>
          <p:nvPr/>
        </p:nvSpPr>
        <p:spPr>
          <a:xfrm>
            <a:off x="338328" y="7586486"/>
            <a:ext cx="12637008" cy="2862322"/>
          </a:xfrm>
          <a:prstGeom prst="rect">
            <a:avLst/>
          </a:prstGeom>
          <a:solidFill>
            <a:schemeClr val="bg1"/>
          </a:solidFill>
        </p:spPr>
        <p:txBody>
          <a:bodyPr wrap="square">
            <a:spAutoFit/>
          </a:bodyPr>
          <a:lstStyle/>
          <a:p>
            <a:r>
              <a:rPr lang="es-ES" sz="3600" dirty="0"/>
              <a:t>El </a:t>
            </a:r>
            <a:r>
              <a:rPr lang="es-ES" sz="3600" b="1" dirty="0" err="1"/>
              <a:t>smishing</a:t>
            </a:r>
            <a:r>
              <a:rPr lang="es-ES" sz="3600" dirty="0"/>
              <a:t> es una técnica </a:t>
            </a:r>
            <a:r>
              <a:rPr lang="es-ES" sz="3600" b="1" dirty="0"/>
              <a:t>que</a:t>
            </a:r>
            <a:r>
              <a:rPr lang="es-ES" sz="3600" dirty="0"/>
              <a:t> consiste en el envío de un SMS por parte de un ciberdelincuente a un usuario simulando ser una entidad legítima -red social, banco, institución pública, etc. -con el objetivo de robarle información privada o realizarle un cargo económico.</a:t>
            </a:r>
          </a:p>
        </p:txBody>
      </p:sp>
      <p:sp>
        <p:nvSpPr>
          <p:cNvPr id="4" name="Google Shape;298;p24">
            <a:extLst>
              <a:ext uri="{FF2B5EF4-FFF2-40B4-BE49-F238E27FC236}">
                <a16:creationId xmlns:a16="http://schemas.microsoft.com/office/drawing/2014/main" id="{10174CCE-AFDA-7365-4C76-C6567F565A46}"/>
              </a:ext>
            </a:extLst>
          </p:cNvPr>
          <p:cNvSpPr txBox="1">
            <a:spLocks/>
          </p:cNvSpPr>
          <p:nvPr/>
        </p:nvSpPr>
        <p:spPr>
          <a:xfrm>
            <a:off x="13356336" y="5957318"/>
            <a:ext cx="10215372" cy="1134668"/>
          </a:xfrm>
          <a:prstGeom prst="rect">
            <a:avLst/>
          </a:prstGeom>
          <a:noFill/>
          <a:ln>
            <a:noFill/>
          </a:ln>
        </p:spPr>
        <p:txBody>
          <a:bodyPr spcFirstLastPara="1" vert="horz" wrap="square" lIns="182850" tIns="91400" rIns="182850" bIns="914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dk1"/>
              </a:buClr>
              <a:buSzPts val="4400"/>
            </a:pPr>
            <a:r>
              <a:rPr lang="es-ES" sz="5400" dirty="0"/>
              <a:t>¿Qué significa el </a:t>
            </a:r>
            <a:r>
              <a:rPr lang="es-ES" sz="5400" dirty="0" err="1"/>
              <a:t>vishing</a:t>
            </a:r>
            <a:r>
              <a:rPr lang="es-ES" sz="5400" dirty="0"/>
              <a:t>?</a:t>
            </a:r>
          </a:p>
        </p:txBody>
      </p:sp>
      <p:sp>
        <p:nvSpPr>
          <p:cNvPr id="6" name="CuadroTexto 5">
            <a:extLst>
              <a:ext uri="{FF2B5EF4-FFF2-40B4-BE49-F238E27FC236}">
                <a16:creationId xmlns:a16="http://schemas.microsoft.com/office/drawing/2014/main" id="{3ADFC845-8D04-EF9F-1300-04760D6E5E90}"/>
              </a:ext>
            </a:extLst>
          </p:cNvPr>
          <p:cNvSpPr txBox="1"/>
          <p:nvPr/>
        </p:nvSpPr>
        <p:spPr>
          <a:xfrm>
            <a:off x="13924026" y="7317469"/>
            <a:ext cx="9647682" cy="1200329"/>
          </a:xfrm>
          <a:prstGeom prst="rect">
            <a:avLst/>
          </a:prstGeom>
          <a:solidFill>
            <a:schemeClr val="bg1"/>
          </a:solidFill>
        </p:spPr>
        <p:txBody>
          <a:bodyPr wrap="square">
            <a:spAutoFit/>
          </a:bodyPr>
          <a:lstStyle/>
          <a:p>
            <a:r>
              <a:rPr lang="es-ES" sz="3600" dirty="0"/>
              <a:t>Fraude por llamada telefónica, también suplantación por voz.</a:t>
            </a:r>
          </a:p>
        </p:txBody>
      </p:sp>
      <p:sp>
        <p:nvSpPr>
          <p:cNvPr id="7" name="Google Shape;298;p24">
            <a:extLst>
              <a:ext uri="{FF2B5EF4-FFF2-40B4-BE49-F238E27FC236}">
                <a16:creationId xmlns:a16="http://schemas.microsoft.com/office/drawing/2014/main" id="{E3631D22-7ECB-861A-4407-ECB8788E23BE}"/>
              </a:ext>
            </a:extLst>
          </p:cNvPr>
          <p:cNvSpPr txBox="1">
            <a:spLocks/>
          </p:cNvSpPr>
          <p:nvPr/>
        </p:nvSpPr>
        <p:spPr>
          <a:xfrm>
            <a:off x="1024128" y="6059350"/>
            <a:ext cx="10215372" cy="1134668"/>
          </a:xfrm>
          <a:prstGeom prst="rect">
            <a:avLst/>
          </a:prstGeom>
          <a:noFill/>
          <a:ln>
            <a:noFill/>
          </a:ln>
        </p:spPr>
        <p:txBody>
          <a:bodyPr spcFirstLastPara="1" vert="horz" wrap="square" lIns="182850" tIns="91400" rIns="182850" bIns="91400" rtlCol="0" anchor="ctr" anchorCtr="0">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dk1"/>
              </a:buClr>
              <a:buSzPts val="4400"/>
            </a:pPr>
            <a:r>
              <a:rPr lang="es-ES" sz="8800" dirty="0"/>
              <a:t>¿Qué significa el </a:t>
            </a:r>
            <a:r>
              <a:rPr lang="es-ES" sz="8800" dirty="0" err="1"/>
              <a:t>smishing</a:t>
            </a:r>
            <a:r>
              <a:rPr lang="es-ES" sz="8800" dirty="0"/>
              <a:t>?</a:t>
            </a:r>
          </a:p>
        </p:txBody>
      </p:sp>
      <p:pic>
        <p:nvPicPr>
          <p:cNvPr id="9" name="Imagen 8">
            <a:extLst>
              <a:ext uri="{FF2B5EF4-FFF2-40B4-BE49-F238E27FC236}">
                <a16:creationId xmlns:a16="http://schemas.microsoft.com/office/drawing/2014/main" id="{F0A57062-6663-EE03-1358-DED17FCF21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31432" y="9081486"/>
            <a:ext cx="4286250" cy="4286250"/>
          </a:xfrm>
          <a:prstGeom prst="rect">
            <a:avLst/>
          </a:prstGeom>
        </p:spPr>
      </p:pic>
      <p:pic>
        <p:nvPicPr>
          <p:cNvPr id="5" name="Imagen 4">
            <a:extLst>
              <a:ext uri="{FF2B5EF4-FFF2-40B4-BE49-F238E27FC236}">
                <a16:creationId xmlns:a16="http://schemas.microsoft.com/office/drawing/2014/main" id="{F7226952-E66E-1FD6-0212-1F88487E57A5}"/>
              </a:ext>
            </a:extLst>
          </p:cNvPr>
          <p:cNvPicPr>
            <a:picLocks noChangeAspect="1"/>
          </p:cNvPicPr>
          <p:nvPr/>
        </p:nvPicPr>
        <p:blipFill>
          <a:blip r:embed="rId4"/>
          <a:stretch>
            <a:fillRect/>
          </a:stretch>
        </p:blipFill>
        <p:spPr>
          <a:xfrm>
            <a:off x="15540732" y="9925049"/>
            <a:ext cx="4428240" cy="3442687"/>
          </a:xfrm>
          <a:prstGeom prst="rect">
            <a:avLst/>
          </a:prstGeom>
        </p:spPr>
      </p:pic>
      <p:sp>
        <p:nvSpPr>
          <p:cNvPr id="2" name="Google Shape;298;p24">
            <a:extLst>
              <a:ext uri="{FF2B5EF4-FFF2-40B4-BE49-F238E27FC236}">
                <a16:creationId xmlns:a16="http://schemas.microsoft.com/office/drawing/2014/main" id="{E68FE737-7062-C568-B1F4-98E60D8D92B7}"/>
              </a:ext>
            </a:extLst>
          </p:cNvPr>
          <p:cNvSpPr txBox="1">
            <a:spLocks/>
          </p:cNvSpPr>
          <p:nvPr/>
        </p:nvSpPr>
        <p:spPr>
          <a:xfrm>
            <a:off x="16124046" y="9155317"/>
            <a:ext cx="4679952" cy="788781"/>
          </a:xfrm>
          <a:prstGeom prst="rect">
            <a:avLst/>
          </a:prstGeom>
          <a:noFill/>
          <a:ln>
            <a:noFill/>
          </a:ln>
        </p:spPr>
        <p:txBody>
          <a:bodyPr spcFirstLastPara="1" vert="horz" wrap="square" lIns="182850" tIns="91400" rIns="182850" bIns="91400" rtlCol="0" anchor="ctr" anchorCtr="0">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dk1"/>
              </a:buClr>
              <a:buSzPts val="4400"/>
            </a:pPr>
            <a:r>
              <a:rPr lang="es-ES" sz="8800" dirty="0"/>
              <a:t>Ejemplo</a:t>
            </a:r>
          </a:p>
        </p:txBody>
      </p:sp>
      <p:pic>
        <p:nvPicPr>
          <p:cNvPr id="8" name="Google Shape;135;p8" descr="Cómo protegerse de los virus, piratas informáticos y demás ataques? |  Tecnología - ComputerHoy.com">
            <a:extLst>
              <a:ext uri="{FF2B5EF4-FFF2-40B4-BE49-F238E27FC236}">
                <a16:creationId xmlns:a16="http://schemas.microsoft.com/office/drawing/2014/main" id="{11C874D7-C01A-2283-D990-06D888634A57}"/>
              </a:ext>
            </a:extLst>
          </p:cNvPr>
          <p:cNvPicPr preferRelativeResize="0"/>
          <p:nvPr/>
        </p:nvPicPr>
        <p:blipFill rotWithShape="1">
          <a:blip r:embed="rId5">
            <a:alphaModFix/>
          </a:blip>
          <a:srcRect/>
          <a:stretch/>
        </p:blipFill>
        <p:spPr>
          <a:xfrm>
            <a:off x="22593300" y="12496799"/>
            <a:ext cx="1790700" cy="1229203"/>
          </a:xfrm>
          <a:prstGeom prst="rect">
            <a:avLst/>
          </a:prstGeom>
          <a:noFill/>
          <a:ln>
            <a:noFill/>
          </a:ln>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311"/>
        <p:cNvGrpSpPr/>
        <p:nvPr/>
      </p:nvGrpSpPr>
      <p:grpSpPr>
        <a:xfrm>
          <a:off x="0" y="0"/>
          <a:ext cx="0" cy="0"/>
          <a:chOff x="0" y="0"/>
          <a:chExt cx="0" cy="0"/>
        </a:xfrm>
      </p:grpSpPr>
      <p:sp>
        <p:nvSpPr>
          <p:cNvPr id="312" name="Google Shape;312;p26"/>
          <p:cNvSpPr txBox="1">
            <a:spLocks noGrp="1"/>
          </p:cNvSpPr>
          <p:nvPr>
            <p:ph type="title" idx="4294967295"/>
          </p:nvPr>
        </p:nvSpPr>
        <p:spPr>
          <a:xfrm>
            <a:off x="0" y="0"/>
            <a:ext cx="21031200" cy="1612900"/>
          </a:xfrm>
          <a:prstGeom prst="rect">
            <a:avLst/>
          </a:prstGeom>
          <a:noFill/>
          <a:ln>
            <a:noFill/>
          </a:ln>
        </p:spPr>
        <p:txBody>
          <a:bodyPr spcFirstLastPara="1" wrap="square" lIns="182850" tIns="91400" rIns="182850" bIns="91400" anchor="ctr" anchorCtr="0">
            <a:normAutofit/>
          </a:bodyPr>
          <a:lstStyle/>
          <a:p>
            <a:pPr>
              <a:lnSpc>
                <a:spcPct val="90000"/>
              </a:lnSpc>
              <a:spcBef>
                <a:spcPts val="0"/>
              </a:spcBef>
              <a:buClr>
                <a:schemeClr val="dk1"/>
              </a:buClr>
              <a:buSzPts val="4400"/>
            </a:pPr>
            <a:r>
              <a:rPr lang="es-ES" dirty="0"/>
              <a:t>TIPOS DE PHISING</a:t>
            </a:r>
            <a:endParaRPr dirty="0"/>
          </a:p>
        </p:txBody>
      </p:sp>
      <p:grpSp>
        <p:nvGrpSpPr>
          <p:cNvPr id="313" name="Google Shape;313;p26"/>
          <p:cNvGrpSpPr/>
          <p:nvPr/>
        </p:nvGrpSpPr>
        <p:grpSpPr>
          <a:xfrm>
            <a:off x="1039734" y="1612901"/>
            <a:ext cx="22742680" cy="12103098"/>
            <a:chOff x="-23058" y="0"/>
            <a:chExt cx="11371340" cy="6051549"/>
          </a:xfrm>
          <a:solidFill>
            <a:schemeClr val="bg1">
              <a:lumMod val="95000"/>
            </a:schemeClr>
          </a:solidFill>
        </p:grpSpPr>
        <p:sp>
          <p:nvSpPr>
            <p:cNvPr id="314" name="Google Shape;314;p26"/>
            <p:cNvSpPr/>
            <p:nvPr/>
          </p:nvSpPr>
          <p:spPr>
            <a:xfrm rot="-5400000">
              <a:off x="-1227176" y="1228559"/>
              <a:ext cx="6051549" cy="3594431"/>
            </a:xfrm>
            <a:prstGeom prst="flowChartManualOperation">
              <a:avLst/>
            </a:prstGeom>
            <a:grpFill/>
            <a:ln>
              <a:noFill/>
            </a:ln>
          </p:spPr>
          <p:style>
            <a:lnRef idx="0">
              <a:scrgbClr r="0" g="0" b="0"/>
            </a:lnRef>
            <a:fillRef idx="0">
              <a:scrgbClr r="0" g="0" b="0"/>
            </a:fillRef>
            <a:effectRef idx="0">
              <a:scrgbClr r="0" g="0" b="0"/>
            </a:effectRef>
            <a:fontRef idx="minor">
              <a:schemeClr val="lt1"/>
            </a:fontRef>
          </p:style>
          <p:txBody>
            <a:bodyPr spcFirstLastPara="1" wrap="square" lIns="182850" tIns="182850" rIns="182850" bIns="182850" anchor="ctr" anchorCtr="0">
              <a:noAutofit/>
            </a:bodyPr>
            <a:lstStyle/>
            <a:p>
              <a:endParaRPr sz="3600">
                <a:solidFill>
                  <a:schemeClr val="tx1"/>
                </a:solidFill>
              </a:endParaRPr>
            </a:p>
          </p:txBody>
        </p:sp>
        <p:sp>
          <p:nvSpPr>
            <p:cNvPr id="315" name="Google Shape;315;p26"/>
            <p:cNvSpPr txBox="1"/>
            <p:nvPr/>
          </p:nvSpPr>
          <p:spPr>
            <a:xfrm>
              <a:off x="-23058" y="5081"/>
              <a:ext cx="3594431" cy="537464"/>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1" wrap="square" lIns="254000" tIns="0" rIns="254000" bIns="0" anchor="t" anchorCtr="0">
              <a:noAutofit/>
            </a:bodyPr>
            <a:lstStyle/>
            <a:p>
              <a:pPr>
                <a:lnSpc>
                  <a:spcPct val="90000"/>
                </a:lnSpc>
                <a:buClr>
                  <a:schemeClr val="lt1"/>
                </a:buClr>
                <a:buSzPts val="2000"/>
              </a:pPr>
              <a:r>
                <a:rPr lang="es-ES" sz="6400" dirty="0" err="1">
                  <a:solidFill>
                    <a:schemeClr val="tx1"/>
                  </a:solidFill>
                  <a:latin typeface="Calibri"/>
                  <a:ea typeface="Calibri"/>
                  <a:cs typeface="Calibri"/>
                  <a:sym typeface="Calibri"/>
                </a:rPr>
                <a:t>Spear</a:t>
              </a:r>
              <a:r>
                <a:rPr lang="es-ES" sz="6400" dirty="0">
                  <a:solidFill>
                    <a:schemeClr val="tx1"/>
                  </a:solidFill>
                  <a:latin typeface="Calibri"/>
                  <a:ea typeface="Calibri"/>
                  <a:cs typeface="Calibri"/>
                  <a:sym typeface="Calibri"/>
                </a:rPr>
                <a:t>-phishing:</a:t>
              </a:r>
              <a:endParaRPr sz="6400" dirty="0">
                <a:solidFill>
                  <a:schemeClr val="tx1"/>
                </a:solidFill>
                <a:latin typeface="Calibri"/>
                <a:ea typeface="Calibri"/>
                <a:cs typeface="Calibri"/>
                <a:sym typeface="Calibri"/>
              </a:endParaRPr>
            </a:p>
          </p:txBody>
        </p:sp>
        <p:sp>
          <p:nvSpPr>
            <p:cNvPr id="316" name="Google Shape;316;p26"/>
            <p:cNvSpPr/>
            <p:nvPr/>
          </p:nvSpPr>
          <p:spPr>
            <a:xfrm rot="-5400000">
              <a:off x="2636837" y="1228559"/>
              <a:ext cx="6051549" cy="3594431"/>
            </a:xfrm>
            <a:prstGeom prst="flowChartManualOperation">
              <a:avLst/>
            </a:prstGeom>
            <a:grpFill/>
            <a:ln>
              <a:noFill/>
            </a:ln>
          </p:spPr>
          <p:style>
            <a:lnRef idx="0">
              <a:scrgbClr r="0" g="0" b="0"/>
            </a:lnRef>
            <a:fillRef idx="0">
              <a:scrgbClr r="0" g="0" b="0"/>
            </a:fillRef>
            <a:effectRef idx="0">
              <a:scrgbClr r="0" g="0" b="0"/>
            </a:effectRef>
            <a:fontRef idx="minor">
              <a:schemeClr val="lt1"/>
            </a:fontRef>
          </p:style>
          <p:txBody>
            <a:bodyPr spcFirstLastPara="1" wrap="square" lIns="182850" tIns="182850" rIns="182850" bIns="182850" anchor="ctr" anchorCtr="0">
              <a:noAutofit/>
            </a:bodyPr>
            <a:lstStyle/>
            <a:p>
              <a:endParaRPr sz="3600">
                <a:solidFill>
                  <a:schemeClr val="tx1"/>
                </a:solidFill>
              </a:endParaRPr>
            </a:p>
          </p:txBody>
        </p:sp>
        <p:sp>
          <p:nvSpPr>
            <p:cNvPr id="317" name="Google Shape;317;p26"/>
            <p:cNvSpPr txBox="1"/>
            <p:nvPr/>
          </p:nvSpPr>
          <p:spPr>
            <a:xfrm>
              <a:off x="3877617" y="44527"/>
              <a:ext cx="3594431" cy="537464"/>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1" wrap="square" lIns="254000" tIns="0" rIns="254000" bIns="0" anchor="t" anchorCtr="0">
              <a:noAutofit/>
            </a:bodyPr>
            <a:lstStyle/>
            <a:p>
              <a:pPr>
                <a:lnSpc>
                  <a:spcPct val="90000"/>
                </a:lnSpc>
                <a:buClr>
                  <a:schemeClr val="lt1"/>
                </a:buClr>
                <a:buSzPts val="2000"/>
              </a:pPr>
              <a:r>
                <a:rPr lang="es-ES" sz="7200" dirty="0" err="1">
                  <a:solidFill>
                    <a:schemeClr val="tx1"/>
                  </a:solidFill>
                  <a:latin typeface="Calibri"/>
                  <a:ea typeface="Calibri"/>
                  <a:cs typeface="Calibri"/>
                  <a:sym typeface="Calibri"/>
                </a:rPr>
                <a:t>Whaling</a:t>
              </a:r>
              <a:r>
                <a:rPr lang="es-ES" sz="7200" dirty="0">
                  <a:solidFill>
                    <a:schemeClr val="tx1"/>
                  </a:solidFill>
                  <a:latin typeface="Calibri"/>
                  <a:ea typeface="Calibri"/>
                  <a:cs typeface="Calibri"/>
                  <a:sym typeface="Calibri"/>
                </a:rPr>
                <a:t>:</a:t>
              </a:r>
              <a:endParaRPr sz="7200" dirty="0">
                <a:solidFill>
                  <a:schemeClr val="tx1"/>
                </a:solidFill>
                <a:latin typeface="Calibri"/>
                <a:ea typeface="Calibri"/>
                <a:cs typeface="Calibri"/>
                <a:sym typeface="Calibri"/>
              </a:endParaRPr>
            </a:p>
          </p:txBody>
        </p:sp>
        <p:sp>
          <p:nvSpPr>
            <p:cNvPr id="318" name="Google Shape;318;p26"/>
            <p:cNvSpPr/>
            <p:nvPr/>
          </p:nvSpPr>
          <p:spPr>
            <a:xfrm rot="-5400000">
              <a:off x="6500851" y="1228559"/>
              <a:ext cx="6051549" cy="3594431"/>
            </a:xfrm>
            <a:prstGeom prst="flowChartManualOperation">
              <a:avLst/>
            </a:prstGeom>
            <a:grpFill/>
            <a:ln>
              <a:noFill/>
            </a:ln>
          </p:spPr>
          <p:style>
            <a:lnRef idx="0">
              <a:scrgbClr r="0" g="0" b="0"/>
            </a:lnRef>
            <a:fillRef idx="0">
              <a:scrgbClr r="0" g="0" b="0"/>
            </a:fillRef>
            <a:effectRef idx="0">
              <a:scrgbClr r="0" g="0" b="0"/>
            </a:effectRef>
            <a:fontRef idx="minor">
              <a:schemeClr val="lt1"/>
            </a:fontRef>
          </p:style>
          <p:txBody>
            <a:bodyPr spcFirstLastPara="1" wrap="square" lIns="182850" tIns="182850" rIns="182850" bIns="182850" anchor="ctr" anchorCtr="0">
              <a:noAutofit/>
            </a:bodyPr>
            <a:lstStyle/>
            <a:p>
              <a:endParaRPr sz="3600">
                <a:solidFill>
                  <a:schemeClr val="tx1"/>
                </a:solidFill>
              </a:endParaRPr>
            </a:p>
          </p:txBody>
        </p:sp>
        <p:sp>
          <p:nvSpPr>
            <p:cNvPr id="319" name="Google Shape;319;p26"/>
            <p:cNvSpPr txBox="1"/>
            <p:nvPr/>
          </p:nvSpPr>
          <p:spPr>
            <a:xfrm>
              <a:off x="7753851" y="28220"/>
              <a:ext cx="3594431" cy="491186"/>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1" wrap="square" lIns="254000" tIns="0" rIns="254000" bIns="0" anchor="t" anchorCtr="0">
              <a:noAutofit/>
            </a:bodyPr>
            <a:lstStyle/>
            <a:p>
              <a:pPr>
                <a:lnSpc>
                  <a:spcPct val="90000"/>
                </a:lnSpc>
                <a:buClr>
                  <a:schemeClr val="lt1"/>
                </a:buClr>
                <a:buSzPts val="2000"/>
              </a:pPr>
              <a:r>
                <a:rPr lang="es-ES" sz="7200" dirty="0" err="1">
                  <a:solidFill>
                    <a:schemeClr val="tx1"/>
                  </a:solidFill>
                  <a:latin typeface="Calibri"/>
                  <a:ea typeface="Calibri"/>
                  <a:cs typeface="Calibri"/>
                  <a:sym typeface="Calibri"/>
                </a:rPr>
                <a:t>Watering-holes</a:t>
              </a:r>
              <a:r>
                <a:rPr lang="es-ES" sz="7200" dirty="0">
                  <a:solidFill>
                    <a:schemeClr val="tx1"/>
                  </a:solidFill>
                  <a:latin typeface="Calibri"/>
                  <a:ea typeface="Calibri"/>
                  <a:cs typeface="Calibri"/>
                  <a:sym typeface="Calibri"/>
                </a:rPr>
                <a:t> </a:t>
              </a:r>
              <a:endParaRPr sz="7200" dirty="0">
                <a:solidFill>
                  <a:schemeClr val="tx1"/>
                </a:solidFill>
                <a:latin typeface="Calibri"/>
                <a:ea typeface="Calibri"/>
                <a:cs typeface="Calibri"/>
                <a:sym typeface="Calibri"/>
              </a:endParaRPr>
            </a:p>
          </p:txBody>
        </p:sp>
      </p:grpSp>
      <p:sp>
        <p:nvSpPr>
          <p:cNvPr id="11" name="CuadroTexto 10">
            <a:extLst>
              <a:ext uri="{FF2B5EF4-FFF2-40B4-BE49-F238E27FC236}">
                <a16:creationId xmlns:a16="http://schemas.microsoft.com/office/drawing/2014/main" id="{2588F72F-3B6E-45EB-9ADF-BB23FFB8139B}"/>
              </a:ext>
            </a:extLst>
          </p:cNvPr>
          <p:cNvSpPr txBox="1"/>
          <p:nvPr/>
        </p:nvSpPr>
        <p:spPr>
          <a:xfrm>
            <a:off x="1088609" y="3583333"/>
            <a:ext cx="7188866" cy="8927572"/>
          </a:xfrm>
          <a:prstGeom prst="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wrap="square">
            <a:spAutoFit/>
          </a:bodyPr>
          <a:lstStyle/>
          <a:p>
            <a:pPr marL="342900" lvl="1" indent="-342900">
              <a:lnSpc>
                <a:spcPct val="90000"/>
              </a:lnSpc>
              <a:spcBef>
                <a:spcPts val="1400"/>
              </a:spcBef>
              <a:buClr>
                <a:schemeClr val="lt1"/>
              </a:buClr>
              <a:buSzPts val="1000"/>
              <a:buFont typeface="Noto Sans Symbols"/>
              <a:buChar char="∙"/>
            </a:pPr>
            <a:r>
              <a:rPr lang="es-ES" sz="3600" dirty="0">
                <a:solidFill>
                  <a:schemeClr val="accent6">
                    <a:lumMod val="10000"/>
                  </a:schemeClr>
                </a:solidFill>
                <a:latin typeface="Calibri"/>
                <a:ea typeface="Calibri"/>
                <a:cs typeface="Calibri"/>
                <a:sym typeface="Calibri"/>
              </a:rPr>
              <a:t>Variante que perfecciona y personaliza la comunicación (la traducción sería pesca con arpón), adaptándola a cada individuo, gracias a un análisis previo de la empresa, los nombres de los empleados/jefes/personal de servicio técnico, nombres de clientes, etc. </a:t>
            </a:r>
          </a:p>
          <a:p>
            <a:pPr marL="342900" lvl="1" indent="-342900">
              <a:lnSpc>
                <a:spcPct val="90000"/>
              </a:lnSpc>
              <a:spcBef>
                <a:spcPts val="1400"/>
              </a:spcBef>
              <a:buClr>
                <a:schemeClr val="lt1"/>
              </a:buClr>
              <a:buSzPts val="1000"/>
              <a:buFont typeface="Noto Sans Symbols"/>
              <a:buChar char="∙"/>
            </a:pPr>
            <a:r>
              <a:rPr lang="es-ES" sz="3600" dirty="0">
                <a:solidFill>
                  <a:schemeClr val="accent6">
                    <a:lumMod val="10000"/>
                  </a:schemeClr>
                </a:solidFill>
                <a:latin typeface="Calibri"/>
                <a:ea typeface="Calibri"/>
                <a:cs typeface="Calibri"/>
                <a:sym typeface="Calibri"/>
              </a:rPr>
              <a:t>En definitiva, cualquier información que pueda ser útil para hacer más creíble la comunicación que va a recibir la víctima.</a:t>
            </a:r>
          </a:p>
          <a:p>
            <a:pPr marL="342900" lvl="1" indent="-342900">
              <a:lnSpc>
                <a:spcPct val="90000"/>
              </a:lnSpc>
              <a:spcBef>
                <a:spcPts val="1400"/>
              </a:spcBef>
              <a:buClr>
                <a:schemeClr val="lt1"/>
              </a:buClr>
              <a:buSzPts val="1000"/>
              <a:buFont typeface="Noto Sans Symbols"/>
              <a:buChar char="∙"/>
            </a:pPr>
            <a:r>
              <a:rPr lang="es-ES" sz="3600" dirty="0">
                <a:solidFill>
                  <a:schemeClr val="accent6">
                    <a:lumMod val="10000"/>
                  </a:schemeClr>
                </a:solidFill>
                <a:latin typeface="Calibri"/>
                <a:ea typeface="Calibri"/>
                <a:cs typeface="Calibri"/>
                <a:sym typeface="Calibri"/>
              </a:rPr>
              <a:t>Los envíos no son masivos como los mencionados anteriormente, sino muy dirigidos a un </a:t>
            </a:r>
            <a:r>
              <a:rPr lang="es-ES" sz="3600" b="1" dirty="0">
                <a:solidFill>
                  <a:schemeClr val="accent6">
                    <a:lumMod val="10000"/>
                  </a:schemeClr>
                </a:solidFill>
                <a:latin typeface="Calibri"/>
                <a:ea typeface="Calibri"/>
                <a:cs typeface="Calibri"/>
                <a:sym typeface="Calibri"/>
              </a:rPr>
              <a:t>grupo de posibles víctimas</a:t>
            </a:r>
            <a:r>
              <a:rPr lang="es-ES" sz="3600" dirty="0">
                <a:solidFill>
                  <a:schemeClr val="accent6">
                    <a:lumMod val="10000"/>
                  </a:schemeClr>
                </a:solidFill>
                <a:latin typeface="Calibri"/>
                <a:ea typeface="Calibri"/>
                <a:cs typeface="Calibri"/>
                <a:sym typeface="Calibri"/>
              </a:rPr>
              <a:t> concretas.</a:t>
            </a:r>
          </a:p>
        </p:txBody>
      </p:sp>
      <p:sp>
        <p:nvSpPr>
          <p:cNvPr id="13" name="CuadroTexto 12">
            <a:extLst>
              <a:ext uri="{FF2B5EF4-FFF2-40B4-BE49-F238E27FC236}">
                <a16:creationId xmlns:a16="http://schemas.microsoft.com/office/drawing/2014/main" id="{C8D50D93-0D72-48C5-92D3-D33DAB0290AE}"/>
              </a:ext>
            </a:extLst>
          </p:cNvPr>
          <p:cNvSpPr txBox="1"/>
          <p:nvPr/>
        </p:nvSpPr>
        <p:spPr>
          <a:xfrm>
            <a:off x="8505744" y="3583332"/>
            <a:ext cx="7499760" cy="6165278"/>
          </a:xfrm>
          <a:prstGeom prst="rect">
            <a:avLst/>
          </a:prstGeom>
          <a:solidFill>
            <a:schemeClr val="accent3">
              <a:lumMod val="20000"/>
              <a:lumOff val="80000"/>
            </a:schemeClr>
          </a:solidFill>
        </p:spPr>
        <p:style>
          <a:lnRef idx="2">
            <a:schemeClr val="accent4"/>
          </a:lnRef>
          <a:fillRef idx="1">
            <a:schemeClr val="lt1"/>
          </a:fillRef>
          <a:effectRef idx="0">
            <a:schemeClr val="accent4"/>
          </a:effectRef>
          <a:fontRef idx="minor">
            <a:schemeClr val="dk1"/>
          </a:fontRef>
        </p:style>
        <p:txBody>
          <a:bodyPr wrap="square">
            <a:spAutoFit/>
          </a:bodyPr>
          <a:lstStyle>
            <a:defPPr>
              <a:defRPr lang="es-ES"/>
            </a:defPPr>
            <a:lvl1pPr>
              <a:defRPr>
                <a:solidFill>
                  <a:schemeClr val="dk1"/>
                </a:solidFill>
              </a:defRPr>
            </a:lvl1pPr>
            <a:lvl2pPr marL="171450" marR="0" lvl="1" indent="-171450">
              <a:lnSpc>
                <a:spcPct val="90000"/>
              </a:lnSpc>
              <a:spcBef>
                <a:spcPts val="700"/>
              </a:spcBef>
              <a:spcAft>
                <a:spcPts val="0"/>
              </a:spcAft>
              <a:buClr>
                <a:schemeClr val="lt1"/>
              </a:buClr>
              <a:buSzPts val="1000"/>
              <a:buFont typeface="Noto Sans Symbols"/>
              <a:buChar char="∙"/>
              <a:defRPr i="0" u="none" strike="noStrike" cap="none">
                <a:solidFill>
                  <a:schemeClr val="dk1"/>
                </a:solidFill>
                <a:latin typeface="Calibri"/>
                <a:ea typeface="Calibri"/>
                <a:cs typeface="Calibri"/>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lvl="1"/>
            <a:r>
              <a:rPr lang="es-ES" sz="3600" dirty="0">
                <a:solidFill>
                  <a:schemeClr val="accent6">
                    <a:lumMod val="10000"/>
                  </a:schemeClr>
                </a:solidFill>
                <a:sym typeface="Calibri"/>
              </a:rPr>
              <a:t>Tiene como objetivo los directivos de la empresa, de manera que al igual que con el </a:t>
            </a:r>
            <a:r>
              <a:rPr lang="es-ES" sz="3600" dirty="0" err="1">
                <a:solidFill>
                  <a:schemeClr val="accent6">
                    <a:lumMod val="10000"/>
                  </a:schemeClr>
                </a:solidFill>
                <a:sym typeface="Calibri"/>
              </a:rPr>
              <a:t>spear</a:t>
            </a:r>
            <a:r>
              <a:rPr lang="es-ES" sz="3600" dirty="0">
                <a:solidFill>
                  <a:schemeClr val="accent6">
                    <a:lumMod val="10000"/>
                  </a:schemeClr>
                </a:solidFill>
                <a:sym typeface="Calibri"/>
              </a:rPr>
              <a:t>-phishing se personalizan mucho más las comunicaciones que se envían en lugar de hacer envíos masivos.</a:t>
            </a:r>
          </a:p>
          <a:p>
            <a:pPr lvl="1"/>
            <a:r>
              <a:rPr lang="es-ES" sz="3600" dirty="0">
                <a:solidFill>
                  <a:schemeClr val="accent6">
                    <a:lumMod val="10000"/>
                  </a:schemeClr>
                </a:solidFill>
                <a:sym typeface="Calibri"/>
              </a:rPr>
              <a:t>Este tipo de técnica suele tener una alta probabilidad de éxito ya que los </a:t>
            </a:r>
            <a:r>
              <a:rPr lang="es-ES" sz="3600" b="1" dirty="0">
                <a:solidFill>
                  <a:schemeClr val="accent6">
                    <a:lumMod val="10000"/>
                  </a:schemeClr>
                </a:solidFill>
                <a:sym typeface="Calibri"/>
              </a:rPr>
              <a:t>directivos</a:t>
            </a:r>
            <a:r>
              <a:rPr lang="es-ES" sz="3600" dirty="0">
                <a:solidFill>
                  <a:schemeClr val="accent6">
                    <a:lumMod val="10000"/>
                  </a:schemeClr>
                </a:solidFill>
                <a:sym typeface="Calibri"/>
              </a:rPr>
              <a:t> no suelen asistir a las sesiones de concienciación o de formación que se organizan para los empleados.</a:t>
            </a:r>
          </a:p>
        </p:txBody>
      </p:sp>
      <p:sp>
        <p:nvSpPr>
          <p:cNvPr id="15" name="CuadroTexto 14">
            <a:extLst>
              <a:ext uri="{FF2B5EF4-FFF2-40B4-BE49-F238E27FC236}">
                <a16:creationId xmlns:a16="http://schemas.microsoft.com/office/drawing/2014/main" id="{B6ED52A5-388F-407E-85A4-2EAA381BB219}"/>
              </a:ext>
            </a:extLst>
          </p:cNvPr>
          <p:cNvSpPr txBox="1"/>
          <p:nvPr/>
        </p:nvSpPr>
        <p:spPr>
          <a:xfrm>
            <a:off x="16593551" y="3583330"/>
            <a:ext cx="7188862" cy="6663876"/>
          </a:xfrm>
          <a:prstGeom prst="rect">
            <a:avLst/>
          </a:prstGeom>
          <a:solidFill>
            <a:schemeClr val="accent5">
              <a:lumMod val="20000"/>
              <a:lumOff val="80000"/>
            </a:schemeClr>
          </a:solidFill>
        </p:spPr>
        <p:style>
          <a:lnRef idx="2">
            <a:schemeClr val="accent4"/>
          </a:lnRef>
          <a:fillRef idx="1">
            <a:schemeClr val="lt1"/>
          </a:fillRef>
          <a:effectRef idx="0">
            <a:schemeClr val="accent4"/>
          </a:effectRef>
          <a:fontRef idx="minor">
            <a:schemeClr val="dk1"/>
          </a:fontRef>
        </p:style>
        <p:txBody>
          <a:bodyPr wrap="square">
            <a:spAutoFit/>
          </a:bodyPr>
          <a:lstStyle>
            <a:defPPr>
              <a:defRPr lang="es-ES"/>
            </a:defPPr>
            <a:lvl1pPr>
              <a:defRPr>
                <a:solidFill>
                  <a:schemeClr val="dk1"/>
                </a:solidFill>
              </a:defRPr>
            </a:lvl1pPr>
            <a:lvl2pPr marL="171450" marR="0" lvl="1" indent="-171450">
              <a:lnSpc>
                <a:spcPct val="90000"/>
              </a:lnSpc>
              <a:spcBef>
                <a:spcPts val="700"/>
              </a:spcBef>
              <a:spcAft>
                <a:spcPts val="0"/>
              </a:spcAft>
              <a:buClr>
                <a:schemeClr val="lt1"/>
              </a:buClr>
              <a:buSzPts val="1000"/>
              <a:buFont typeface="Noto Sans Symbols"/>
              <a:buChar char="∙"/>
              <a:defRPr i="0" u="none" strike="noStrike" cap="none">
                <a:solidFill>
                  <a:schemeClr val="dk1"/>
                </a:solidFill>
                <a:latin typeface="Calibri"/>
                <a:ea typeface="Calibri"/>
                <a:cs typeface="Calibri"/>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lvl="1"/>
            <a:r>
              <a:rPr lang="es-ES" sz="3600" dirty="0">
                <a:solidFill>
                  <a:schemeClr val="accent6">
                    <a:lumMod val="10000"/>
                  </a:schemeClr>
                </a:solidFill>
                <a:sym typeface="Calibri"/>
              </a:rPr>
              <a:t>(la traducción sería abrevaderos) es otra de las técnicas que, aunque no explota directamente el factor humano, sí que se suele emplear conjuntamente con técnicas de recogida de información como las comentadas anteriormente. </a:t>
            </a:r>
          </a:p>
          <a:p>
            <a:pPr lvl="1"/>
            <a:r>
              <a:rPr lang="es-ES" sz="3600" b="1" dirty="0">
                <a:solidFill>
                  <a:schemeClr val="accent6">
                    <a:lumMod val="10000"/>
                  </a:schemeClr>
                </a:solidFill>
                <a:sym typeface="Calibri"/>
              </a:rPr>
              <a:t>Se trata de averiguar primero qué páginas o sitios web suelen visitar los empleados de la empresa objetivo, para infectar alguna de ellas con malware o con algún </a:t>
            </a:r>
            <a:r>
              <a:rPr lang="es-ES" sz="3600" b="1" dirty="0" err="1">
                <a:solidFill>
                  <a:schemeClr val="accent6">
                    <a:lumMod val="10000"/>
                  </a:schemeClr>
                </a:solidFill>
                <a:sym typeface="Calibri"/>
              </a:rPr>
              <a:t>exploit</a:t>
            </a:r>
            <a:r>
              <a:rPr lang="es-ES" sz="3600" b="1" dirty="0">
                <a:solidFill>
                  <a:schemeClr val="accent6">
                    <a:lumMod val="10000"/>
                  </a:schemeClr>
                </a:solidFill>
                <a:sym typeface="Calibri"/>
              </a:rPr>
              <a:t> específico</a:t>
            </a:r>
          </a:p>
        </p:txBody>
      </p:sp>
      <p:pic>
        <p:nvPicPr>
          <p:cNvPr id="2" name="Google Shape;135;p8" descr="Cómo protegerse de los virus, piratas informáticos y demás ataques? |  Tecnología - ComputerHoy.com">
            <a:extLst>
              <a:ext uri="{FF2B5EF4-FFF2-40B4-BE49-F238E27FC236}">
                <a16:creationId xmlns:a16="http://schemas.microsoft.com/office/drawing/2014/main" id="{BD9B276F-B0A3-379D-DE14-9FAD33FB0687}"/>
              </a:ext>
            </a:extLst>
          </p:cNvPr>
          <p:cNvPicPr preferRelativeResize="0"/>
          <p:nvPr/>
        </p:nvPicPr>
        <p:blipFill rotWithShape="1">
          <a:blip r:embed="rId3">
            <a:alphaModFix/>
          </a:blip>
          <a:srcRect/>
          <a:stretch/>
        </p:blipFill>
        <p:spPr>
          <a:xfrm>
            <a:off x="22593300" y="12496799"/>
            <a:ext cx="1790700" cy="1229203"/>
          </a:xfrm>
          <a:prstGeom prst="rect">
            <a:avLst/>
          </a:prstGeom>
          <a:noFill/>
          <a:ln>
            <a:noFill/>
          </a:ln>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304"/>
        <p:cNvGrpSpPr/>
        <p:nvPr/>
      </p:nvGrpSpPr>
      <p:grpSpPr>
        <a:xfrm>
          <a:off x="0" y="0"/>
          <a:ext cx="0" cy="0"/>
          <a:chOff x="0" y="0"/>
          <a:chExt cx="0" cy="0"/>
        </a:xfrm>
      </p:grpSpPr>
      <p:sp>
        <p:nvSpPr>
          <p:cNvPr id="305" name="Google Shape;305;p25"/>
          <p:cNvSpPr txBox="1">
            <a:spLocks noGrp="1"/>
          </p:cNvSpPr>
          <p:nvPr>
            <p:ph type="title" idx="4294967295"/>
          </p:nvPr>
        </p:nvSpPr>
        <p:spPr>
          <a:xfrm>
            <a:off x="0" y="36513"/>
            <a:ext cx="21031200" cy="2651125"/>
          </a:xfrm>
          <a:prstGeom prst="rect">
            <a:avLst/>
          </a:prstGeom>
          <a:noFill/>
          <a:ln>
            <a:noFill/>
          </a:ln>
        </p:spPr>
        <p:txBody>
          <a:bodyPr spcFirstLastPara="1" wrap="square" lIns="182850" tIns="91400" rIns="182850" bIns="91400" anchor="ctr" anchorCtr="0">
            <a:normAutofit/>
          </a:bodyPr>
          <a:lstStyle/>
          <a:p>
            <a:pPr>
              <a:lnSpc>
                <a:spcPct val="90000"/>
              </a:lnSpc>
              <a:spcBef>
                <a:spcPts val="0"/>
              </a:spcBef>
              <a:buClr>
                <a:schemeClr val="dk1"/>
              </a:buClr>
              <a:buSzPts val="4400"/>
            </a:pPr>
            <a:r>
              <a:rPr lang="es-ES" dirty="0"/>
              <a:t>Ejemplo de </a:t>
            </a:r>
            <a:r>
              <a:rPr lang="es-ES" dirty="0" err="1"/>
              <a:t>phising</a:t>
            </a:r>
            <a:endParaRPr dirty="0"/>
          </a:p>
        </p:txBody>
      </p:sp>
      <p:pic>
        <p:nvPicPr>
          <p:cNvPr id="1028" name="Picture 4" descr="Phishing: así suplantan a tus marcas favoritas para robarte el dinero y los  datos personales">
            <a:extLst>
              <a:ext uri="{FF2B5EF4-FFF2-40B4-BE49-F238E27FC236}">
                <a16:creationId xmlns:a16="http://schemas.microsoft.com/office/drawing/2014/main" id="{9A725C1A-46C4-45BE-93B5-A6B5E88683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945330"/>
            <a:ext cx="18745200" cy="10551732"/>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135;p8" descr="Cómo protegerse de los virus, piratas informáticos y demás ataques? |  Tecnología - ComputerHoy.com">
            <a:extLst>
              <a:ext uri="{FF2B5EF4-FFF2-40B4-BE49-F238E27FC236}">
                <a16:creationId xmlns:a16="http://schemas.microsoft.com/office/drawing/2014/main" id="{BF383B1F-6564-CDAA-B7B5-B8C4BA205299}"/>
              </a:ext>
            </a:extLst>
          </p:cNvPr>
          <p:cNvPicPr preferRelativeResize="0"/>
          <p:nvPr/>
        </p:nvPicPr>
        <p:blipFill rotWithShape="1">
          <a:blip r:embed="rId4">
            <a:alphaModFix/>
          </a:blip>
          <a:srcRect/>
          <a:stretch/>
        </p:blipFill>
        <p:spPr>
          <a:xfrm>
            <a:off x="22593300" y="12496799"/>
            <a:ext cx="1790700" cy="1229203"/>
          </a:xfrm>
          <a:prstGeom prst="rect">
            <a:avLst/>
          </a:prstGeom>
          <a:noFill/>
          <a:ln>
            <a:noFill/>
          </a:ln>
        </p:spPr>
      </p:pic>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5A9757-2880-4C79-A642-5F8BFF5A6198}"/>
              </a:ext>
            </a:extLst>
          </p:cNvPr>
          <p:cNvSpPr>
            <a:spLocks noGrp="1"/>
          </p:cNvSpPr>
          <p:nvPr>
            <p:ph type="title" idx="4294967295"/>
          </p:nvPr>
        </p:nvSpPr>
        <p:spPr>
          <a:xfrm>
            <a:off x="0" y="355600"/>
            <a:ext cx="21005800" cy="2286000"/>
          </a:xfrm>
        </p:spPr>
        <p:txBody>
          <a:bodyPr/>
          <a:lstStyle/>
          <a:p>
            <a:r>
              <a:rPr lang="es-ES" b="1" dirty="0"/>
              <a:t>PELIGRO WILL ROBINSON</a:t>
            </a:r>
          </a:p>
        </p:txBody>
      </p:sp>
      <p:sp>
        <p:nvSpPr>
          <p:cNvPr id="3" name="Marcador de contenido 2">
            <a:extLst>
              <a:ext uri="{FF2B5EF4-FFF2-40B4-BE49-F238E27FC236}">
                <a16:creationId xmlns:a16="http://schemas.microsoft.com/office/drawing/2014/main" id="{F5507007-80D6-489B-8E5F-1377885D350F}"/>
              </a:ext>
            </a:extLst>
          </p:cNvPr>
          <p:cNvSpPr>
            <a:spLocks noGrp="1"/>
          </p:cNvSpPr>
          <p:nvPr>
            <p:ph idx="4294967295"/>
          </p:nvPr>
        </p:nvSpPr>
        <p:spPr>
          <a:xfrm>
            <a:off x="0" y="3168650"/>
            <a:ext cx="23668074" cy="5683250"/>
          </a:xfrm>
          <a:solidFill>
            <a:srgbClr val="FF0000"/>
          </a:solidFill>
        </p:spPr>
        <p:txBody>
          <a:bodyPr/>
          <a:lstStyle/>
          <a:p>
            <a:r>
              <a:rPr lang="es-ES" b="1" dirty="0">
                <a:solidFill>
                  <a:schemeClr val="bg1"/>
                </a:solidFill>
              </a:rPr>
              <a:t>En la actualidad las técnicas de phishing se están haciendo peligrosamente complejas, a través de aplicaciones se roban credenciales y se entra anónimamente en el correo de la victima, realizando el atacante un análisis de los correos para realizar una personalización que es fácil caer, incluso se analiza la forma de escribir, los contactos o información relevante para enviar a otras victimas correos del tipo:</a:t>
            </a:r>
          </a:p>
        </p:txBody>
      </p:sp>
      <p:pic>
        <p:nvPicPr>
          <p:cNvPr id="4100" name="Picture 4" descr="Señal Peligro Indefinido">
            <a:extLst>
              <a:ext uri="{FF2B5EF4-FFF2-40B4-BE49-F238E27FC236}">
                <a16:creationId xmlns:a16="http://schemas.microsoft.com/office/drawing/2014/main" id="{6A2E9A5E-D9CE-4602-ADF7-A56DDFF241A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9984" b="89198" l="0" r="100000"/>
                    </a14:imgEffect>
                  </a14:imgLayer>
                </a14:imgProps>
              </a:ext>
              <a:ext uri="{28A0092B-C50C-407E-A947-70E740481C1C}">
                <a14:useLocalDpi xmlns:a14="http://schemas.microsoft.com/office/drawing/2010/main" val="0"/>
              </a:ext>
            </a:extLst>
          </a:blip>
          <a:srcRect/>
          <a:stretch>
            <a:fillRect/>
          </a:stretch>
        </p:blipFill>
        <p:spPr bwMode="auto">
          <a:xfrm>
            <a:off x="14634342" y="-488950"/>
            <a:ext cx="2813538" cy="365760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8CCE0AB8-02D0-4698-BAC1-253EEA3FCC39}"/>
              </a:ext>
            </a:extLst>
          </p:cNvPr>
          <p:cNvSpPr txBox="1"/>
          <p:nvPr/>
        </p:nvSpPr>
        <p:spPr>
          <a:xfrm>
            <a:off x="1689100" y="10309821"/>
            <a:ext cx="20459700" cy="1644937"/>
          </a:xfrm>
          <a:prstGeom prst="rect">
            <a:avLst/>
          </a:prstGeom>
          <a:noFill/>
        </p:spPr>
        <p:txBody>
          <a:bodyPr wrap="square">
            <a:spAutoFit/>
          </a:bodyPr>
          <a:lstStyle/>
          <a:p>
            <a:r>
              <a:rPr lang="es-ES" sz="3600" b="1" dirty="0"/>
              <a:t>“Hola Javier, como te dije la última vez, te envío de nuevo la factura rectificada”, se envía un fichero adjunto, que parece un PDF y si la persona se lo descarga ya lo tenemos infectado.</a:t>
            </a:r>
          </a:p>
        </p:txBody>
      </p:sp>
      <p:sp>
        <p:nvSpPr>
          <p:cNvPr id="4" name="Título 1">
            <a:extLst>
              <a:ext uri="{FF2B5EF4-FFF2-40B4-BE49-F238E27FC236}">
                <a16:creationId xmlns:a16="http://schemas.microsoft.com/office/drawing/2014/main" id="{E64A7B3F-EF8F-8982-E069-1778D4A179D9}"/>
              </a:ext>
            </a:extLst>
          </p:cNvPr>
          <p:cNvSpPr txBox="1">
            <a:spLocks/>
          </p:cNvSpPr>
          <p:nvPr/>
        </p:nvSpPr>
        <p:spPr>
          <a:xfrm>
            <a:off x="9213850" y="8844746"/>
            <a:ext cx="21005800" cy="2286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lvl1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pen Sans" panose="020B0606030504020204" pitchFamily="34" charset="0"/>
                <a:ea typeface="Open Sans" panose="020B0606030504020204" pitchFamily="34" charset="0"/>
                <a:cs typeface="Open Sans" panose="020B0606030504020204" pitchFamily="34" charset="0"/>
                <a:sym typeface="Oswald Regular"/>
              </a:defRPr>
            </a:lvl1pPr>
            <a:lvl2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2pPr>
            <a:lvl3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3pPr>
            <a:lvl4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4pPr>
            <a:lvl5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5pPr>
            <a:lvl6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6pPr>
            <a:lvl7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7pPr>
            <a:lvl8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8pPr>
            <a:lvl9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9pPr>
          </a:lstStyle>
          <a:p>
            <a:pPr hangingPunct="1"/>
            <a:r>
              <a:rPr lang="es-ES" b="1" dirty="0"/>
              <a:t>Ejemplo</a:t>
            </a:r>
          </a:p>
        </p:txBody>
      </p:sp>
      <p:pic>
        <p:nvPicPr>
          <p:cNvPr id="5" name="Google Shape;135;p8" descr="Cómo protegerse de los virus, piratas informáticos y demás ataques? |  Tecnología - ComputerHoy.com">
            <a:extLst>
              <a:ext uri="{FF2B5EF4-FFF2-40B4-BE49-F238E27FC236}">
                <a16:creationId xmlns:a16="http://schemas.microsoft.com/office/drawing/2014/main" id="{614182C7-7359-3BB5-628F-C0F7A7EA7C2E}"/>
              </a:ext>
            </a:extLst>
          </p:cNvPr>
          <p:cNvPicPr preferRelativeResize="0"/>
          <p:nvPr/>
        </p:nvPicPr>
        <p:blipFill rotWithShape="1">
          <a:blip r:embed="rId4">
            <a:alphaModFix/>
          </a:blip>
          <a:srcRect/>
          <a:stretch/>
        </p:blipFill>
        <p:spPr>
          <a:xfrm>
            <a:off x="22593300" y="12496799"/>
            <a:ext cx="1790700" cy="1229203"/>
          </a:xfrm>
          <a:prstGeom prst="rect">
            <a:avLst/>
          </a:prstGeom>
          <a:noFill/>
          <a:ln>
            <a:noFill/>
          </a:ln>
        </p:spPr>
      </p:pic>
    </p:spTree>
    <p:extLst>
      <p:ext uri="{BB962C8B-B14F-4D97-AF65-F5344CB8AC3E}">
        <p14:creationId xmlns:p14="http://schemas.microsoft.com/office/powerpoint/2010/main" val="2731839407"/>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BC4551-0ABF-41E6-BA8D-E31975E3241B}"/>
              </a:ext>
            </a:extLst>
          </p:cNvPr>
          <p:cNvSpPr>
            <a:spLocks noGrp="1"/>
          </p:cNvSpPr>
          <p:nvPr>
            <p:ph type="title" idx="4294967295"/>
          </p:nvPr>
        </p:nvSpPr>
        <p:spPr>
          <a:xfrm>
            <a:off x="0" y="0"/>
            <a:ext cx="21031200" cy="1362075"/>
          </a:xfrm>
        </p:spPr>
        <p:txBody>
          <a:bodyPr>
            <a:normAutofit/>
          </a:bodyPr>
          <a:lstStyle/>
          <a:p>
            <a:r>
              <a:rPr lang="es-ES" dirty="0"/>
              <a:t>6. Robo de identidad y credenciales.</a:t>
            </a:r>
          </a:p>
        </p:txBody>
      </p:sp>
      <p:sp>
        <p:nvSpPr>
          <p:cNvPr id="3" name="Marcador de contenido 2">
            <a:extLst>
              <a:ext uri="{FF2B5EF4-FFF2-40B4-BE49-F238E27FC236}">
                <a16:creationId xmlns:a16="http://schemas.microsoft.com/office/drawing/2014/main" id="{C9260157-94BF-4806-B3CA-661E27E4B3C7}"/>
              </a:ext>
            </a:extLst>
          </p:cNvPr>
          <p:cNvSpPr>
            <a:spLocks noGrp="1"/>
          </p:cNvSpPr>
          <p:nvPr>
            <p:ph idx="4294967295"/>
          </p:nvPr>
        </p:nvSpPr>
        <p:spPr>
          <a:xfrm>
            <a:off x="1524000" y="1612900"/>
            <a:ext cx="22860000" cy="10490200"/>
          </a:xfrm>
        </p:spPr>
        <p:style>
          <a:lnRef idx="2">
            <a:schemeClr val="accent6"/>
          </a:lnRef>
          <a:fillRef idx="1">
            <a:schemeClr val="lt1"/>
          </a:fillRef>
          <a:effectRef idx="0">
            <a:schemeClr val="accent6"/>
          </a:effectRef>
          <a:fontRef idx="minor">
            <a:schemeClr val="dk1"/>
          </a:fontRef>
        </p:style>
        <p:txBody>
          <a:bodyPr>
            <a:normAutofit/>
          </a:bodyPr>
          <a:lstStyle/>
          <a:p>
            <a:pPr marL="685800" indent="-685800">
              <a:lnSpc>
                <a:spcPct val="120000"/>
              </a:lnSpc>
              <a:buFont typeface="+mj-lt"/>
              <a:buAutoNum type="arabicPeriod"/>
            </a:pPr>
            <a:r>
              <a:rPr lang="es-ES" sz="3600" dirty="0">
                <a:solidFill>
                  <a:schemeClr val="accent6"/>
                </a:solidFill>
                <a:latin typeface="Source Sans Pro"/>
              </a:rPr>
              <a:t>El robo de identidad se produce cuando alguien usa su información personal o financiera sin su permiso.</a:t>
            </a:r>
          </a:p>
          <a:p>
            <a:pPr marL="685800" indent="-685800">
              <a:lnSpc>
                <a:spcPct val="120000"/>
              </a:lnSpc>
              <a:buFont typeface="+mj-lt"/>
              <a:buAutoNum type="arabicPeriod"/>
            </a:pPr>
            <a:r>
              <a:rPr lang="es-ES" sz="3600" dirty="0">
                <a:solidFill>
                  <a:schemeClr val="accent6"/>
                </a:solidFill>
                <a:latin typeface="Source Sans Pro"/>
              </a:rPr>
              <a:t>Le podrían robar su nombre y domicilio, su tarjeta de crédito o los números de su cuenta bancaria, su número de Seguro social o los números de su cuenta de seguro médico. Y los ladrones podrían usar esos datos para</a:t>
            </a:r>
          </a:p>
          <a:p>
            <a:pPr marL="685800" indent="-685800">
              <a:lnSpc>
                <a:spcPct val="120000"/>
              </a:lnSpc>
              <a:buFont typeface="+mj-lt"/>
              <a:buAutoNum type="arabicPeriod"/>
            </a:pPr>
            <a:r>
              <a:rPr lang="es-ES" sz="3600" dirty="0">
                <a:solidFill>
                  <a:schemeClr val="accent6"/>
                </a:solidFill>
                <a:latin typeface="Source Sans Pro"/>
              </a:rPr>
              <a:t>Comprar cosas con sus tarjetas de crédito</a:t>
            </a:r>
          </a:p>
          <a:p>
            <a:pPr marL="685800" indent="-685800">
              <a:lnSpc>
                <a:spcPct val="120000"/>
              </a:lnSpc>
              <a:buFont typeface="+mj-lt"/>
              <a:buAutoNum type="arabicPeriod"/>
            </a:pPr>
            <a:r>
              <a:rPr lang="es-ES" sz="3600" dirty="0">
                <a:solidFill>
                  <a:schemeClr val="accent6"/>
                </a:solidFill>
                <a:latin typeface="Source Sans Pro"/>
              </a:rPr>
              <a:t>Obtener tarjetas de crédito nuevas bajo su nombre</a:t>
            </a:r>
          </a:p>
          <a:p>
            <a:pPr marL="685800" indent="-685800">
              <a:lnSpc>
                <a:spcPct val="120000"/>
              </a:lnSpc>
              <a:buFont typeface="+mj-lt"/>
              <a:buAutoNum type="arabicPeriod"/>
            </a:pPr>
            <a:r>
              <a:rPr lang="es-ES" sz="3600" dirty="0">
                <a:solidFill>
                  <a:schemeClr val="accent6"/>
                </a:solidFill>
                <a:latin typeface="Source Sans Pro"/>
              </a:rPr>
              <a:t>Abrir una cuenta de servicio de teléfono, electricidad o gas bajo su nombre</a:t>
            </a:r>
          </a:p>
          <a:p>
            <a:pPr marL="685800" indent="-685800">
              <a:lnSpc>
                <a:spcPct val="120000"/>
              </a:lnSpc>
              <a:buFont typeface="+mj-lt"/>
              <a:buAutoNum type="arabicPeriod"/>
            </a:pPr>
            <a:r>
              <a:rPr lang="es-ES" sz="3600" dirty="0">
                <a:solidFill>
                  <a:schemeClr val="accent6"/>
                </a:solidFill>
                <a:latin typeface="Source Sans Pro"/>
              </a:rPr>
              <a:t>Robarle su declaración de impuestos</a:t>
            </a:r>
          </a:p>
          <a:p>
            <a:pPr marL="685800" indent="-685800">
              <a:lnSpc>
                <a:spcPct val="120000"/>
              </a:lnSpc>
              <a:buFont typeface="+mj-lt"/>
              <a:buAutoNum type="arabicPeriod"/>
            </a:pPr>
            <a:r>
              <a:rPr lang="es-ES" sz="3600" dirty="0">
                <a:solidFill>
                  <a:schemeClr val="accent6"/>
                </a:solidFill>
                <a:latin typeface="Source Sans Pro"/>
              </a:rPr>
              <a:t>Usar su seguro de salud para obtener atención médica</a:t>
            </a:r>
          </a:p>
          <a:p>
            <a:pPr marL="685800" indent="-685800">
              <a:lnSpc>
                <a:spcPct val="120000"/>
              </a:lnSpc>
              <a:buFont typeface="+mj-lt"/>
              <a:buAutoNum type="arabicPeriod"/>
            </a:pPr>
            <a:r>
              <a:rPr lang="es-ES" sz="3600" dirty="0">
                <a:solidFill>
                  <a:schemeClr val="accent6"/>
                </a:solidFill>
                <a:latin typeface="Source Sans Pro"/>
              </a:rPr>
              <a:t>Hacerse pasar por usted si los arrestan</a:t>
            </a:r>
          </a:p>
          <a:p>
            <a:pPr marL="685800" indent="-685800">
              <a:lnSpc>
                <a:spcPct val="120000"/>
              </a:lnSpc>
              <a:buFont typeface="+mj-lt"/>
              <a:buAutoNum type="arabicPeriod"/>
            </a:pPr>
            <a:r>
              <a:rPr lang="es-ES" sz="3600" dirty="0">
                <a:solidFill>
                  <a:schemeClr val="accent6"/>
                </a:solidFill>
                <a:latin typeface="Source Sans Pro"/>
              </a:rPr>
              <a:t>Usar las redes sociales de manera fraudulenta.</a:t>
            </a:r>
          </a:p>
        </p:txBody>
      </p:sp>
      <p:sp>
        <p:nvSpPr>
          <p:cNvPr id="5" name="CuadroTexto 4">
            <a:extLst>
              <a:ext uri="{FF2B5EF4-FFF2-40B4-BE49-F238E27FC236}">
                <a16:creationId xmlns:a16="http://schemas.microsoft.com/office/drawing/2014/main" id="{BBA3C25E-36B0-4FC3-A551-C02198B2C70F}"/>
              </a:ext>
            </a:extLst>
          </p:cNvPr>
          <p:cNvSpPr txBox="1"/>
          <p:nvPr/>
        </p:nvSpPr>
        <p:spPr>
          <a:xfrm>
            <a:off x="476250" y="12052013"/>
            <a:ext cx="20078700" cy="1644937"/>
          </a:xfrm>
          <a:prstGeom prst="rect">
            <a:avLst/>
          </a:prstGeom>
          <a:noFill/>
        </p:spPr>
        <p:txBody>
          <a:bodyPr wrap="square">
            <a:spAutoFit/>
          </a:bodyPr>
          <a:lstStyle/>
          <a:p>
            <a:r>
              <a:rPr lang="es-ES" sz="3600" dirty="0">
                <a:hlinkClick r:id="rId2"/>
              </a:rPr>
              <a:t>Suplantación de identidad y secuestro de cuentas: ¿cómo actuar? | Oficina de Seguridad del Internauta (osi.es)</a:t>
            </a:r>
            <a:endParaRPr lang="es-ES" sz="3600" dirty="0"/>
          </a:p>
        </p:txBody>
      </p:sp>
      <p:pic>
        <p:nvPicPr>
          <p:cNvPr id="15362" name="Picture 2" descr="Cortar A Tajos, Fraude, Tarjeta, Código">
            <a:extLst>
              <a:ext uri="{FF2B5EF4-FFF2-40B4-BE49-F238E27FC236}">
                <a16:creationId xmlns:a16="http://schemas.microsoft.com/office/drawing/2014/main" id="{5FAD8585-1D19-4868-BCC0-5825E6094D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80889" y="7772400"/>
            <a:ext cx="5521810" cy="3695700"/>
          </a:xfrm>
          <a:prstGeom prst="rect">
            <a:avLst/>
          </a:prstGeom>
          <a:noFill/>
          <a:extLst>
            <a:ext uri="{909E8E84-426E-40DD-AFC4-6F175D3DCCD1}">
              <a14:hiddenFill xmlns:a14="http://schemas.microsoft.com/office/drawing/2010/main">
                <a:solidFill>
                  <a:srgbClr val="FFFFFF"/>
                </a:solidFill>
              </a14:hiddenFill>
            </a:ext>
          </a:extLst>
        </p:spPr>
      </p:pic>
      <p:pic>
        <p:nvPicPr>
          <p:cNvPr id="4" name="Google Shape;135;p8" descr="Cómo protegerse de los virus, piratas informáticos y demás ataques? |  Tecnología - ComputerHoy.com">
            <a:extLst>
              <a:ext uri="{FF2B5EF4-FFF2-40B4-BE49-F238E27FC236}">
                <a16:creationId xmlns:a16="http://schemas.microsoft.com/office/drawing/2014/main" id="{97A3D925-3562-25DD-9BE2-6C3A48006CD5}"/>
              </a:ext>
            </a:extLst>
          </p:cNvPr>
          <p:cNvPicPr preferRelativeResize="0"/>
          <p:nvPr/>
        </p:nvPicPr>
        <p:blipFill rotWithShape="1">
          <a:blip r:embed="rId4">
            <a:alphaModFix/>
          </a:blip>
          <a:srcRect/>
          <a:stretch/>
        </p:blipFill>
        <p:spPr>
          <a:xfrm>
            <a:off x="22593300" y="12496799"/>
            <a:ext cx="1790700" cy="1229203"/>
          </a:xfrm>
          <a:prstGeom prst="rect">
            <a:avLst/>
          </a:prstGeom>
          <a:noFill/>
          <a:ln>
            <a:noFill/>
          </a:ln>
        </p:spPr>
      </p:pic>
    </p:spTree>
    <p:extLst>
      <p:ext uri="{BB962C8B-B14F-4D97-AF65-F5344CB8AC3E}">
        <p14:creationId xmlns:p14="http://schemas.microsoft.com/office/powerpoint/2010/main" val="4128076309"/>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771059-5D05-4B5B-90EF-F049129B344C}"/>
              </a:ext>
            </a:extLst>
          </p:cNvPr>
          <p:cNvSpPr>
            <a:spLocks noGrp="1"/>
          </p:cNvSpPr>
          <p:nvPr>
            <p:ph type="title" idx="4294967295"/>
          </p:nvPr>
        </p:nvSpPr>
        <p:spPr>
          <a:xfrm>
            <a:off x="0" y="0"/>
            <a:ext cx="21031200" cy="1098550"/>
          </a:xfrm>
        </p:spPr>
        <p:txBody>
          <a:bodyPr>
            <a:normAutofit fontScale="90000"/>
          </a:bodyPr>
          <a:lstStyle/>
          <a:p>
            <a:r>
              <a:rPr lang="es-ES" dirty="0"/>
              <a:t>Ejemplo fraude</a:t>
            </a:r>
          </a:p>
        </p:txBody>
      </p:sp>
      <p:pic>
        <p:nvPicPr>
          <p:cNvPr id="5" name="Imagen 4">
            <a:extLst>
              <a:ext uri="{FF2B5EF4-FFF2-40B4-BE49-F238E27FC236}">
                <a16:creationId xmlns:a16="http://schemas.microsoft.com/office/drawing/2014/main" id="{070A33E5-F3FA-4F98-A9CF-1D8F11CB8EBC}"/>
              </a:ext>
            </a:extLst>
          </p:cNvPr>
          <p:cNvPicPr>
            <a:picLocks noChangeAspect="1"/>
          </p:cNvPicPr>
          <p:nvPr/>
        </p:nvPicPr>
        <p:blipFill>
          <a:blip r:embed="rId2"/>
          <a:stretch>
            <a:fillRect/>
          </a:stretch>
        </p:blipFill>
        <p:spPr>
          <a:xfrm>
            <a:off x="2260600" y="1098551"/>
            <a:ext cx="13221748" cy="11627754"/>
          </a:xfrm>
          <a:prstGeom prst="rect">
            <a:avLst/>
          </a:prstGeom>
        </p:spPr>
      </p:pic>
      <p:pic>
        <p:nvPicPr>
          <p:cNvPr id="3" name="Google Shape;135;p8" descr="Cómo protegerse de los virus, piratas informáticos y demás ataques? |  Tecnología - ComputerHoy.com">
            <a:extLst>
              <a:ext uri="{FF2B5EF4-FFF2-40B4-BE49-F238E27FC236}">
                <a16:creationId xmlns:a16="http://schemas.microsoft.com/office/drawing/2014/main" id="{91F485F6-EAEC-0882-D3CB-9D2C73F22E2A}"/>
              </a:ext>
            </a:extLst>
          </p:cNvPr>
          <p:cNvPicPr preferRelativeResize="0"/>
          <p:nvPr/>
        </p:nvPicPr>
        <p:blipFill rotWithShape="1">
          <a:blip r:embed="rId3">
            <a:alphaModFix/>
          </a:blip>
          <a:srcRect/>
          <a:stretch/>
        </p:blipFill>
        <p:spPr>
          <a:xfrm>
            <a:off x="22593300" y="12496799"/>
            <a:ext cx="1790700" cy="1229203"/>
          </a:xfrm>
          <a:prstGeom prst="rect">
            <a:avLst/>
          </a:prstGeom>
          <a:noFill/>
          <a:ln>
            <a:noFill/>
          </a:ln>
        </p:spPr>
      </p:pic>
    </p:spTree>
    <p:extLst>
      <p:ext uri="{BB962C8B-B14F-4D97-AF65-F5344CB8AC3E}">
        <p14:creationId xmlns:p14="http://schemas.microsoft.com/office/powerpoint/2010/main" val="2113033082"/>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67028D-A666-0F0A-E2F0-A0D98464159C}"/>
              </a:ext>
            </a:extLst>
          </p:cNvPr>
          <p:cNvSpPr>
            <a:spLocks noGrp="1"/>
          </p:cNvSpPr>
          <p:nvPr>
            <p:ph type="title" idx="4294967295"/>
          </p:nvPr>
        </p:nvSpPr>
        <p:spPr>
          <a:xfrm>
            <a:off x="0" y="-314325"/>
            <a:ext cx="21031200" cy="2651125"/>
          </a:xfrm>
        </p:spPr>
        <p:txBody>
          <a:bodyPr/>
          <a:lstStyle/>
          <a:p>
            <a:r>
              <a:rPr lang="es-ES" dirty="0"/>
              <a:t>Ataque por fuerza bruta</a:t>
            </a:r>
          </a:p>
        </p:txBody>
      </p:sp>
      <p:sp>
        <p:nvSpPr>
          <p:cNvPr id="3" name="Marcador de contenido 2">
            <a:extLst>
              <a:ext uri="{FF2B5EF4-FFF2-40B4-BE49-F238E27FC236}">
                <a16:creationId xmlns:a16="http://schemas.microsoft.com/office/drawing/2014/main" id="{71F996CB-80DB-A207-FDCE-0E0B141762D2}"/>
              </a:ext>
            </a:extLst>
          </p:cNvPr>
          <p:cNvSpPr>
            <a:spLocks noGrp="1"/>
          </p:cNvSpPr>
          <p:nvPr>
            <p:ph idx="4294967295"/>
          </p:nvPr>
        </p:nvSpPr>
        <p:spPr>
          <a:xfrm>
            <a:off x="0" y="2389188"/>
            <a:ext cx="10480675" cy="8339137"/>
          </a:xfrm>
        </p:spPr>
        <p:txBody>
          <a:bodyPr>
            <a:normAutofit lnSpcReduction="10000"/>
          </a:bodyPr>
          <a:lstStyle/>
          <a:p>
            <a:r>
              <a:rPr lang="es-ES" dirty="0"/>
              <a:t>Un </a:t>
            </a:r>
            <a:r>
              <a:rPr lang="es-ES" b="1" dirty="0"/>
              <a:t>ataque</a:t>
            </a:r>
            <a:r>
              <a:rPr lang="es-ES" dirty="0"/>
              <a:t> de </a:t>
            </a:r>
            <a:r>
              <a:rPr lang="es-ES" b="1" dirty="0"/>
              <a:t>fuerza bruta</a:t>
            </a:r>
            <a:r>
              <a:rPr lang="es-ES" dirty="0"/>
              <a:t> es un intento de descifrar una contraseña o nombre de usuario, de buscar una página web oculta o de descubrir la clave utilizada para cifrar un mensaje, que consiste en aplicar el método de prueba y error </a:t>
            </a:r>
            <a:r>
              <a:rPr lang="es-ES" b="1" dirty="0"/>
              <a:t>con</a:t>
            </a:r>
            <a:r>
              <a:rPr lang="es-ES" dirty="0"/>
              <a:t> la esperanza de dar </a:t>
            </a:r>
            <a:r>
              <a:rPr lang="es-ES" b="1" dirty="0"/>
              <a:t>con</a:t>
            </a:r>
            <a:r>
              <a:rPr lang="es-ES" dirty="0"/>
              <a:t> la combinación correcta finalmente.</a:t>
            </a:r>
          </a:p>
        </p:txBody>
      </p:sp>
      <p:pic>
        <p:nvPicPr>
          <p:cNvPr id="7" name="Imagen 6">
            <a:extLst>
              <a:ext uri="{FF2B5EF4-FFF2-40B4-BE49-F238E27FC236}">
                <a16:creationId xmlns:a16="http://schemas.microsoft.com/office/drawing/2014/main" id="{C6A6BA28-EB11-46B5-4EEC-1A676AAE7E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29999" y="3488693"/>
            <a:ext cx="8814435" cy="5843901"/>
          </a:xfrm>
          <a:prstGeom prst="rect">
            <a:avLst/>
          </a:prstGeom>
        </p:spPr>
      </p:pic>
      <p:pic>
        <p:nvPicPr>
          <p:cNvPr id="4" name="Google Shape;135;p8" descr="Cómo protegerse de los virus, piratas informáticos y demás ataques? |  Tecnología - ComputerHoy.com">
            <a:extLst>
              <a:ext uri="{FF2B5EF4-FFF2-40B4-BE49-F238E27FC236}">
                <a16:creationId xmlns:a16="http://schemas.microsoft.com/office/drawing/2014/main" id="{8346F345-4897-2C9F-A9DA-938BF489E5FB}"/>
              </a:ext>
            </a:extLst>
          </p:cNvPr>
          <p:cNvPicPr preferRelativeResize="0"/>
          <p:nvPr/>
        </p:nvPicPr>
        <p:blipFill rotWithShape="1">
          <a:blip r:embed="rId3">
            <a:alphaModFix/>
          </a:blip>
          <a:srcRect/>
          <a:stretch/>
        </p:blipFill>
        <p:spPr>
          <a:xfrm>
            <a:off x="22593300" y="12496799"/>
            <a:ext cx="1790700" cy="1229203"/>
          </a:xfrm>
          <a:prstGeom prst="rect">
            <a:avLst/>
          </a:prstGeom>
          <a:noFill/>
          <a:ln>
            <a:noFill/>
          </a:ln>
        </p:spPr>
      </p:pic>
    </p:spTree>
    <p:extLst>
      <p:ext uri="{BB962C8B-B14F-4D97-AF65-F5344CB8AC3E}">
        <p14:creationId xmlns:p14="http://schemas.microsoft.com/office/powerpoint/2010/main" val="2639867688"/>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C2962D-65A5-40AC-9B7F-9ABB9F4837AA}"/>
              </a:ext>
            </a:extLst>
          </p:cNvPr>
          <p:cNvSpPr>
            <a:spLocks noGrp="1"/>
          </p:cNvSpPr>
          <p:nvPr>
            <p:ph type="title" idx="4294967295"/>
          </p:nvPr>
        </p:nvSpPr>
        <p:spPr>
          <a:xfrm>
            <a:off x="3352800" y="-220663"/>
            <a:ext cx="21031200" cy="1300163"/>
          </a:xfrm>
        </p:spPr>
        <p:txBody>
          <a:bodyPr>
            <a:normAutofit fontScale="90000"/>
          </a:bodyPr>
          <a:lstStyle/>
          <a:p>
            <a:r>
              <a:rPr lang="es-ES" dirty="0"/>
              <a:t>Gráfico principales ataques</a:t>
            </a:r>
          </a:p>
        </p:txBody>
      </p:sp>
      <p:pic>
        <p:nvPicPr>
          <p:cNvPr id="5" name="Marcador de contenido 4" descr="Gráfico, Gráfico circular&#10;&#10;Descripción generada automáticamente">
            <a:extLst>
              <a:ext uri="{FF2B5EF4-FFF2-40B4-BE49-F238E27FC236}">
                <a16:creationId xmlns:a16="http://schemas.microsoft.com/office/drawing/2014/main" id="{DAFF5E2D-A884-433F-F6B9-E3A586449C88}"/>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0" y="1079500"/>
            <a:ext cx="21278850" cy="11112500"/>
          </a:xfrm>
        </p:spPr>
      </p:pic>
      <p:sp>
        <p:nvSpPr>
          <p:cNvPr id="6" name="CuadroTexto 5">
            <a:extLst>
              <a:ext uri="{FF2B5EF4-FFF2-40B4-BE49-F238E27FC236}">
                <a16:creationId xmlns:a16="http://schemas.microsoft.com/office/drawing/2014/main" id="{5FBAB8D8-99AF-94F8-C662-22504C495D34}"/>
              </a:ext>
            </a:extLst>
          </p:cNvPr>
          <p:cNvSpPr txBox="1"/>
          <p:nvPr/>
        </p:nvSpPr>
        <p:spPr>
          <a:xfrm>
            <a:off x="1123950" y="12377961"/>
            <a:ext cx="2540760" cy="5180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825500" rtl="0" fontAlgn="auto" latinLnBrk="0" hangingPunct="0">
              <a:lnSpc>
                <a:spcPct val="150000"/>
              </a:lnSpc>
              <a:spcBef>
                <a:spcPts val="0"/>
              </a:spcBef>
              <a:spcAft>
                <a:spcPts val="0"/>
              </a:spcAft>
              <a:buClrTx/>
              <a:buSzTx/>
              <a:buFontTx/>
              <a:buNone/>
              <a:tabLst/>
            </a:pPr>
            <a:r>
              <a:rPr kumimoji="0" lang="es-ES" sz="1800" b="0" i="0" u="none" strike="noStrike" cap="none" spc="0" normalizeH="0" baseline="0" dirty="0">
                <a:ln>
                  <a:noFill/>
                </a:ln>
                <a:solidFill>
                  <a:schemeClr val="accent3">
                    <a:hueOff val="-130908"/>
                    <a:satOff val="-22167"/>
                    <a:lumOff val="-7843"/>
                  </a:schemeClr>
                </a:solidFill>
                <a:effectLst/>
                <a:uFillTx/>
                <a:latin typeface="Lato Regular"/>
                <a:ea typeface="Lato Regular"/>
                <a:cs typeface="Lato Regular"/>
                <a:sym typeface="Lato Regular"/>
              </a:rPr>
              <a:t>DATOS DEL AÑO 2021</a:t>
            </a:r>
          </a:p>
        </p:txBody>
      </p:sp>
      <p:sp>
        <p:nvSpPr>
          <p:cNvPr id="8" name="CuadroTexto 7">
            <a:extLst>
              <a:ext uri="{FF2B5EF4-FFF2-40B4-BE49-F238E27FC236}">
                <a16:creationId xmlns:a16="http://schemas.microsoft.com/office/drawing/2014/main" id="{292E5B2E-18C2-538E-EB0B-41639FDE0B5D}"/>
              </a:ext>
            </a:extLst>
          </p:cNvPr>
          <p:cNvSpPr txBox="1"/>
          <p:nvPr/>
        </p:nvSpPr>
        <p:spPr>
          <a:xfrm>
            <a:off x="6443472" y="12377961"/>
            <a:ext cx="15959328" cy="8686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s-ES" dirty="0">
                <a:hlinkClick r:id="rId3"/>
              </a:rPr>
              <a:t>https://administracionelectronica.gob.es/pae_Home/pae_Actualidad/pae_Noticias/Anio2022/Noviembre/Noticia-2022-11-04-Informe-Panorama-Amenazas-ciberseguridad-2022.html#.ZDvje_ZBxD8</a:t>
            </a:r>
            <a:r>
              <a:rPr lang="es-ES" dirty="0"/>
              <a:t> </a:t>
            </a:r>
          </a:p>
        </p:txBody>
      </p:sp>
      <p:pic>
        <p:nvPicPr>
          <p:cNvPr id="9" name="Google Shape;135;p8" descr="Cómo protegerse de los virus, piratas informáticos y demás ataques? |  Tecnología - ComputerHoy.com">
            <a:extLst>
              <a:ext uri="{FF2B5EF4-FFF2-40B4-BE49-F238E27FC236}">
                <a16:creationId xmlns:a16="http://schemas.microsoft.com/office/drawing/2014/main" id="{4D7E4784-CBDC-5630-D1F9-2672AD790802}"/>
              </a:ext>
            </a:extLst>
          </p:cNvPr>
          <p:cNvPicPr preferRelativeResize="0"/>
          <p:nvPr/>
        </p:nvPicPr>
        <p:blipFill rotWithShape="1">
          <a:blip r:embed="rId4">
            <a:alphaModFix/>
          </a:blip>
          <a:srcRect/>
          <a:stretch/>
        </p:blipFill>
        <p:spPr>
          <a:xfrm>
            <a:off x="22593300" y="12496799"/>
            <a:ext cx="1790700" cy="1229203"/>
          </a:xfrm>
          <a:prstGeom prst="rect">
            <a:avLst/>
          </a:prstGeom>
          <a:noFill/>
          <a:ln>
            <a:noFill/>
          </a:ln>
        </p:spPr>
      </p:pic>
    </p:spTree>
    <p:extLst>
      <p:ext uri="{BB962C8B-B14F-4D97-AF65-F5344CB8AC3E}">
        <p14:creationId xmlns:p14="http://schemas.microsoft.com/office/powerpoint/2010/main" val="1312065236"/>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F6865-400D-956D-4880-8A1EAA22690B}"/>
              </a:ext>
            </a:extLst>
          </p:cNvPr>
          <p:cNvSpPr>
            <a:spLocks noGrp="1"/>
          </p:cNvSpPr>
          <p:nvPr>
            <p:ph type="title" idx="4294967295"/>
          </p:nvPr>
        </p:nvSpPr>
        <p:spPr>
          <a:xfrm>
            <a:off x="0" y="355600"/>
            <a:ext cx="21005800" cy="2286000"/>
          </a:xfrm>
        </p:spPr>
        <p:txBody>
          <a:bodyPr/>
          <a:lstStyle/>
          <a:p>
            <a:r>
              <a:rPr lang="es-ES" dirty="0"/>
              <a:t>Tipos de ataques 2021</a:t>
            </a:r>
          </a:p>
        </p:txBody>
      </p:sp>
      <p:pic>
        <p:nvPicPr>
          <p:cNvPr id="5" name="Imagen 4">
            <a:extLst>
              <a:ext uri="{FF2B5EF4-FFF2-40B4-BE49-F238E27FC236}">
                <a16:creationId xmlns:a16="http://schemas.microsoft.com/office/drawing/2014/main" id="{6FD26351-4F69-76A6-E4F1-8D85C89009B7}"/>
              </a:ext>
            </a:extLst>
          </p:cNvPr>
          <p:cNvPicPr>
            <a:picLocks noChangeAspect="1"/>
          </p:cNvPicPr>
          <p:nvPr/>
        </p:nvPicPr>
        <p:blipFill>
          <a:blip r:embed="rId2"/>
          <a:stretch>
            <a:fillRect/>
          </a:stretch>
        </p:blipFill>
        <p:spPr>
          <a:xfrm>
            <a:off x="1689100" y="1678172"/>
            <a:ext cx="20513393" cy="10767828"/>
          </a:xfrm>
          <a:prstGeom prst="rect">
            <a:avLst/>
          </a:prstGeom>
        </p:spPr>
      </p:pic>
      <p:pic>
        <p:nvPicPr>
          <p:cNvPr id="6" name="Google Shape;135;p8" descr="Cómo protegerse de los virus, piratas informáticos y demás ataques? |  Tecnología - ComputerHoy.com">
            <a:extLst>
              <a:ext uri="{FF2B5EF4-FFF2-40B4-BE49-F238E27FC236}">
                <a16:creationId xmlns:a16="http://schemas.microsoft.com/office/drawing/2014/main" id="{111C4FE7-0B65-85E3-31E0-09C08195A4A7}"/>
              </a:ext>
            </a:extLst>
          </p:cNvPr>
          <p:cNvPicPr preferRelativeResize="0"/>
          <p:nvPr/>
        </p:nvPicPr>
        <p:blipFill rotWithShape="1">
          <a:blip r:embed="rId3">
            <a:alphaModFix/>
          </a:blip>
          <a:srcRect/>
          <a:stretch/>
        </p:blipFill>
        <p:spPr>
          <a:xfrm>
            <a:off x="22593300" y="12496799"/>
            <a:ext cx="1790700" cy="1229203"/>
          </a:xfrm>
          <a:prstGeom prst="rect">
            <a:avLst/>
          </a:prstGeom>
          <a:noFill/>
          <a:ln>
            <a:noFill/>
          </a:ln>
        </p:spPr>
      </p:pic>
    </p:spTree>
    <p:extLst>
      <p:ext uri="{BB962C8B-B14F-4D97-AF65-F5344CB8AC3E}">
        <p14:creationId xmlns:p14="http://schemas.microsoft.com/office/powerpoint/2010/main" val="2795412335"/>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4A165A5-88B1-75E0-9C17-09BA0FCF4FB2}"/>
              </a:ext>
            </a:extLst>
          </p:cNvPr>
          <p:cNvSpPr>
            <a:spLocks noGrp="1"/>
          </p:cNvSpPr>
          <p:nvPr>
            <p:ph type="title" idx="4294967295"/>
          </p:nvPr>
        </p:nvSpPr>
        <p:spPr>
          <a:xfrm>
            <a:off x="1144986" y="477078"/>
            <a:ext cx="22037040" cy="2868830"/>
          </a:xfrm>
        </p:spPr>
        <p:txBody>
          <a:bodyPr vert="horz" lIns="91440" tIns="45720" rIns="91440" bIns="45720" rtlCol="0" anchor="b">
            <a:normAutofit/>
          </a:bodyPr>
          <a:lstStyle/>
          <a:p>
            <a:pPr defTabSz="914400"/>
            <a:r>
              <a:rPr lang="en-US" sz="10800" dirty="0" err="1"/>
              <a:t>Otros</a:t>
            </a:r>
            <a:r>
              <a:rPr lang="en-US" sz="10800" dirty="0"/>
              <a:t> </a:t>
            </a:r>
            <a:r>
              <a:rPr lang="en-US" sz="10800" dirty="0" err="1"/>
              <a:t>Patrones</a:t>
            </a:r>
            <a:r>
              <a:rPr lang="en-US" sz="10800" dirty="0"/>
              <a:t> de </a:t>
            </a:r>
            <a:r>
              <a:rPr lang="en-US" sz="10800" dirty="0" err="1"/>
              <a:t>ataques</a:t>
            </a:r>
            <a:endParaRPr lang="en-US" sz="10800" dirty="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4986" y="3363088"/>
            <a:ext cx="21945600" cy="36576"/>
          </a:xfrm>
          <a:custGeom>
            <a:avLst/>
            <a:gdLst>
              <a:gd name="connsiteX0" fmla="*/ 0 w 21945600"/>
              <a:gd name="connsiteY0" fmla="*/ 0 h 36576"/>
              <a:gd name="connsiteX1" fmla="*/ 905256 w 21945600"/>
              <a:gd name="connsiteY1" fmla="*/ 0 h 36576"/>
              <a:gd name="connsiteX2" fmla="*/ 1810512 w 21945600"/>
              <a:gd name="connsiteY2" fmla="*/ 0 h 36576"/>
              <a:gd name="connsiteX3" fmla="*/ 2057400 w 21945600"/>
              <a:gd name="connsiteY3" fmla="*/ 0 h 36576"/>
              <a:gd name="connsiteX4" fmla="*/ 2743200 w 21945600"/>
              <a:gd name="connsiteY4" fmla="*/ 0 h 36576"/>
              <a:gd name="connsiteX5" fmla="*/ 3867912 w 21945600"/>
              <a:gd name="connsiteY5" fmla="*/ 0 h 36576"/>
              <a:gd name="connsiteX6" fmla="*/ 4114800 w 21945600"/>
              <a:gd name="connsiteY6" fmla="*/ 0 h 36576"/>
              <a:gd name="connsiteX7" fmla="*/ 4800600 w 21945600"/>
              <a:gd name="connsiteY7" fmla="*/ 0 h 36576"/>
              <a:gd name="connsiteX8" fmla="*/ 5486400 w 21945600"/>
              <a:gd name="connsiteY8" fmla="*/ 0 h 36576"/>
              <a:gd name="connsiteX9" fmla="*/ 5513832 w 21945600"/>
              <a:gd name="connsiteY9" fmla="*/ 0 h 36576"/>
              <a:gd name="connsiteX10" fmla="*/ 5760720 w 21945600"/>
              <a:gd name="connsiteY10" fmla="*/ 0 h 36576"/>
              <a:gd name="connsiteX11" fmla="*/ 6007608 w 21945600"/>
              <a:gd name="connsiteY11" fmla="*/ 0 h 36576"/>
              <a:gd name="connsiteX12" fmla="*/ 6693408 w 21945600"/>
              <a:gd name="connsiteY12" fmla="*/ 0 h 36576"/>
              <a:gd name="connsiteX13" fmla="*/ 7818120 w 21945600"/>
              <a:gd name="connsiteY13" fmla="*/ 0 h 36576"/>
              <a:gd name="connsiteX14" fmla="*/ 8065008 w 21945600"/>
              <a:gd name="connsiteY14" fmla="*/ 0 h 36576"/>
              <a:gd name="connsiteX15" fmla="*/ 9189720 w 21945600"/>
              <a:gd name="connsiteY15" fmla="*/ 0 h 36576"/>
              <a:gd name="connsiteX16" fmla="*/ 9436608 w 21945600"/>
              <a:gd name="connsiteY16" fmla="*/ 0 h 36576"/>
              <a:gd name="connsiteX17" fmla="*/ 10122408 w 21945600"/>
              <a:gd name="connsiteY17" fmla="*/ 0 h 36576"/>
              <a:gd name="connsiteX18" fmla="*/ 10369296 w 21945600"/>
              <a:gd name="connsiteY18" fmla="*/ 0 h 36576"/>
              <a:gd name="connsiteX19" fmla="*/ 10835640 w 21945600"/>
              <a:gd name="connsiteY19" fmla="*/ 0 h 36576"/>
              <a:gd name="connsiteX20" fmla="*/ 11521440 w 21945600"/>
              <a:gd name="connsiteY20" fmla="*/ 0 h 36576"/>
              <a:gd name="connsiteX21" fmla="*/ 12646152 w 21945600"/>
              <a:gd name="connsiteY21" fmla="*/ 0 h 36576"/>
              <a:gd name="connsiteX22" fmla="*/ 13551408 w 21945600"/>
              <a:gd name="connsiteY22" fmla="*/ 0 h 36576"/>
              <a:gd name="connsiteX23" fmla="*/ 14017752 w 21945600"/>
              <a:gd name="connsiteY23" fmla="*/ 0 h 36576"/>
              <a:gd name="connsiteX24" fmla="*/ 14264640 w 21945600"/>
              <a:gd name="connsiteY24" fmla="*/ 0 h 36576"/>
              <a:gd name="connsiteX25" fmla="*/ 15169896 w 21945600"/>
              <a:gd name="connsiteY25" fmla="*/ 0 h 36576"/>
              <a:gd name="connsiteX26" fmla="*/ 15636240 w 21945600"/>
              <a:gd name="connsiteY26" fmla="*/ 0 h 36576"/>
              <a:gd name="connsiteX27" fmla="*/ 16102584 w 21945600"/>
              <a:gd name="connsiteY27" fmla="*/ 0 h 36576"/>
              <a:gd name="connsiteX28" fmla="*/ 16130016 w 21945600"/>
              <a:gd name="connsiteY28" fmla="*/ 0 h 36576"/>
              <a:gd name="connsiteX29" fmla="*/ 17254728 w 21945600"/>
              <a:gd name="connsiteY29" fmla="*/ 0 h 36576"/>
              <a:gd name="connsiteX30" fmla="*/ 18159984 w 21945600"/>
              <a:gd name="connsiteY30" fmla="*/ 0 h 36576"/>
              <a:gd name="connsiteX31" fmla="*/ 19065240 w 21945600"/>
              <a:gd name="connsiteY31" fmla="*/ 0 h 36576"/>
              <a:gd name="connsiteX32" fmla="*/ 19092672 w 21945600"/>
              <a:gd name="connsiteY32" fmla="*/ 0 h 36576"/>
              <a:gd name="connsiteX33" fmla="*/ 19120104 w 21945600"/>
              <a:gd name="connsiteY33" fmla="*/ 0 h 36576"/>
              <a:gd name="connsiteX34" fmla="*/ 19147536 w 21945600"/>
              <a:gd name="connsiteY34" fmla="*/ 0 h 36576"/>
              <a:gd name="connsiteX35" fmla="*/ 19833336 w 21945600"/>
              <a:gd name="connsiteY35" fmla="*/ 0 h 36576"/>
              <a:gd name="connsiteX36" fmla="*/ 20738592 w 21945600"/>
              <a:gd name="connsiteY36" fmla="*/ 0 h 36576"/>
              <a:gd name="connsiteX37" fmla="*/ 21945600 w 21945600"/>
              <a:gd name="connsiteY37" fmla="*/ 0 h 36576"/>
              <a:gd name="connsiteX38" fmla="*/ 21945600 w 21945600"/>
              <a:gd name="connsiteY38" fmla="*/ 36576 h 36576"/>
              <a:gd name="connsiteX39" fmla="*/ 20820888 w 21945600"/>
              <a:gd name="connsiteY39" fmla="*/ 36576 h 36576"/>
              <a:gd name="connsiteX40" fmla="*/ 20354544 w 21945600"/>
              <a:gd name="connsiteY40" fmla="*/ 36576 h 36576"/>
              <a:gd name="connsiteX41" fmla="*/ 20327112 w 21945600"/>
              <a:gd name="connsiteY41" fmla="*/ 36576 h 36576"/>
              <a:gd name="connsiteX42" fmla="*/ 19421856 w 21945600"/>
              <a:gd name="connsiteY42" fmla="*/ 36576 h 36576"/>
              <a:gd name="connsiteX43" fmla="*/ 18516600 w 21945600"/>
              <a:gd name="connsiteY43" fmla="*/ 36576 h 36576"/>
              <a:gd name="connsiteX44" fmla="*/ 17830800 w 21945600"/>
              <a:gd name="connsiteY44" fmla="*/ 36576 h 36576"/>
              <a:gd name="connsiteX45" fmla="*/ 17583912 w 21945600"/>
              <a:gd name="connsiteY45" fmla="*/ 36576 h 36576"/>
              <a:gd name="connsiteX46" fmla="*/ 16898112 w 21945600"/>
              <a:gd name="connsiteY46" fmla="*/ 36576 h 36576"/>
              <a:gd name="connsiteX47" fmla="*/ 15992856 w 21945600"/>
              <a:gd name="connsiteY47" fmla="*/ 36576 h 36576"/>
              <a:gd name="connsiteX48" fmla="*/ 15087600 w 21945600"/>
              <a:gd name="connsiteY48" fmla="*/ 36576 h 36576"/>
              <a:gd name="connsiteX49" fmla="*/ 14840712 w 21945600"/>
              <a:gd name="connsiteY49" fmla="*/ 36576 h 36576"/>
              <a:gd name="connsiteX50" fmla="*/ 13716000 w 21945600"/>
              <a:gd name="connsiteY50" fmla="*/ 36576 h 36576"/>
              <a:gd name="connsiteX51" fmla="*/ 13688568 w 21945600"/>
              <a:gd name="connsiteY51" fmla="*/ 36576 h 36576"/>
              <a:gd name="connsiteX52" fmla="*/ 13441680 w 21945600"/>
              <a:gd name="connsiteY52" fmla="*/ 36576 h 36576"/>
              <a:gd name="connsiteX53" fmla="*/ 12975336 w 21945600"/>
              <a:gd name="connsiteY53" fmla="*/ 36576 h 36576"/>
              <a:gd name="connsiteX54" fmla="*/ 12070080 w 21945600"/>
              <a:gd name="connsiteY54" fmla="*/ 36576 h 36576"/>
              <a:gd name="connsiteX55" fmla="*/ 11164824 w 21945600"/>
              <a:gd name="connsiteY55" fmla="*/ 36576 h 36576"/>
              <a:gd name="connsiteX56" fmla="*/ 10040112 w 21945600"/>
              <a:gd name="connsiteY56" fmla="*/ 36576 h 36576"/>
              <a:gd name="connsiteX57" fmla="*/ 8915400 w 21945600"/>
              <a:gd name="connsiteY57" fmla="*/ 36576 h 36576"/>
              <a:gd name="connsiteX58" fmla="*/ 8010144 w 21945600"/>
              <a:gd name="connsiteY58" fmla="*/ 36576 h 36576"/>
              <a:gd name="connsiteX59" fmla="*/ 7324344 w 21945600"/>
              <a:gd name="connsiteY59" fmla="*/ 36576 h 36576"/>
              <a:gd name="connsiteX60" fmla="*/ 7077456 w 21945600"/>
              <a:gd name="connsiteY60" fmla="*/ 36576 h 36576"/>
              <a:gd name="connsiteX61" fmla="*/ 6172200 w 21945600"/>
              <a:gd name="connsiteY61" fmla="*/ 36576 h 36576"/>
              <a:gd name="connsiteX62" fmla="*/ 5266944 w 21945600"/>
              <a:gd name="connsiteY62" fmla="*/ 36576 h 36576"/>
              <a:gd name="connsiteX63" fmla="*/ 5020056 w 21945600"/>
              <a:gd name="connsiteY63" fmla="*/ 36576 h 36576"/>
              <a:gd name="connsiteX64" fmla="*/ 4553712 w 21945600"/>
              <a:gd name="connsiteY64" fmla="*/ 36576 h 36576"/>
              <a:gd name="connsiteX65" fmla="*/ 4087368 w 21945600"/>
              <a:gd name="connsiteY65" fmla="*/ 36576 h 36576"/>
              <a:gd name="connsiteX66" fmla="*/ 3621024 w 21945600"/>
              <a:gd name="connsiteY66" fmla="*/ 36576 h 36576"/>
              <a:gd name="connsiteX67" fmla="*/ 2715768 w 21945600"/>
              <a:gd name="connsiteY67" fmla="*/ 36576 h 36576"/>
              <a:gd name="connsiteX68" fmla="*/ 2249424 w 21945600"/>
              <a:gd name="connsiteY68" fmla="*/ 36576 h 36576"/>
              <a:gd name="connsiteX69" fmla="*/ 1124712 w 21945600"/>
              <a:gd name="connsiteY69" fmla="*/ 36576 h 36576"/>
              <a:gd name="connsiteX70" fmla="*/ 0 w 21945600"/>
              <a:gd name="connsiteY70" fmla="*/ 36576 h 36576"/>
              <a:gd name="connsiteX71" fmla="*/ 0 w 21945600"/>
              <a:gd name="connsiteY7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1945600" h="36576" fill="none" extrusionOk="0">
                <a:moveTo>
                  <a:pt x="0" y="0"/>
                </a:moveTo>
                <a:cubicBezTo>
                  <a:pt x="421743" y="26373"/>
                  <a:pt x="546320" y="15739"/>
                  <a:pt x="905256" y="0"/>
                </a:cubicBezTo>
                <a:cubicBezTo>
                  <a:pt x="1264192" y="-15739"/>
                  <a:pt x="1386536" y="-15656"/>
                  <a:pt x="1810512" y="0"/>
                </a:cubicBezTo>
                <a:cubicBezTo>
                  <a:pt x="2234488" y="15656"/>
                  <a:pt x="1998624" y="3590"/>
                  <a:pt x="2057400" y="0"/>
                </a:cubicBezTo>
                <a:cubicBezTo>
                  <a:pt x="2116176" y="-3590"/>
                  <a:pt x="2603764" y="-6151"/>
                  <a:pt x="2743200" y="0"/>
                </a:cubicBezTo>
                <a:cubicBezTo>
                  <a:pt x="2882636" y="6151"/>
                  <a:pt x="3353150" y="46913"/>
                  <a:pt x="3867912" y="0"/>
                </a:cubicBezTo>
                <a:cubicBezTo>
                  <a:pt x="4382674" y="-46913"/>
                  <a:pt x="4060330" y="5314"/>
                  <a:pt x="4114800" y="0"/>
                </a:cubicBezTo>
                <a:cubicBezTo>
                  <a:pt x="4169270" y="-5314"/>
                  <a:pt x="4534246" y="-31393"/>
                  <a:pt x="4800600" y="0"/>
                </a:cubicBezTo>
                <a:cubicBezTo>
                  <a:pt x="5066954" y="31393"/>
                  <a:pt x="5323745" y="3319"/>
                  <a:pt x="5486400" y="0"/>
                </a:cubicBezTo>
                <a:cubicBezTo>
                  <a:pt x="5649055" y="-3319"/>
                  <a:pt x="5502934" y="-1313"/>
                  <a:pt x="5513832" y="0"/>
                </a:cubicBezTo>
                <a:cubicBezTo>
                  <a:pt x="5524730" y="1313"/>
                  <a:pt x="5659978" y="-12316"/>
                  <a:pt x="5760720" y="0"/>
                </a:cubicBezTo>
                <a:cubicBezTo>
                  <a:pt x="5861462" y="12316"/>
                  <a:pt x="5898932" y="2721"/>
                  <a:pt x="6007608" y="0"/>
                </a:cubicBezTo>
                <a:cubicBezTo>
                  <a:pt x="6116284" y="-2721"/>
                  <a:pt x="6483483" y="-4819"/>
                  <a:pt x="6693408" y="0"/>
                </a:cubicBezTo>
                <a:cubicBezTo>
                  <a:pt x="6903333" y="4819"/>
                  <a:pt x="7588959" y="10934"/>
                  <a:pt x="7818120" y="0"/>
                </a:cubicBezTo>
                <a:cubicBezTo>
                  <a:pt x="8047281" y="-10934"/>
                  <a:pt x="7993804" y="5221"/>
                  <a:pt x="8065008" y="0"/>
                </a:cubicBezTo>
                <a:cubicBezTo>
                  <a:pt x="8136212" y="-5221"/>
                  <a:pt x="8852325" y="51539"/>
                  <a:pt x="9189720" y="0"/>
                </a:cubicBezTo>
                <a:cubicBezTo>
                  <a:pt x="9527115" y="-51539"/>
                  <a:pt x="9324727" y="-6372"/>
                  <a:pt x="9436608" y="0"/>
                </a:cubicBezTo>
                <a:cubicBezTo>
                  <a:pt x="9548489" y="6372"/>
                  <a:pt x="9796505" y="23327"/>
                  <a:pt x="10122408" y="0"/>
                </a:cubicBezTo>
                <a:cubicBezTo>
                  <a:pt x="10448311" y="-23327"/>
                  <a:pt x="10318828" y="6963"/>
                  <a:pt x="10369296" y="0"/>
                </a:cubicBezTo>
                <a:cubicBezTo>
                  <a:pt x="10419764" y="-6963"/>
                  <a:pt x="10716126" y="-4982"/>
                  <a:pt x="10835640" y="0"/>
                </a:cubicBezTo>
                <a:cubicBezTo>
                  <a:pt x="10955154" y="4982"/>
                  <a:pt x="11219367" y="17886"/>
                  <a:pt x="11521440" y="0"/>
                </a:cubicBezTo>
                <a:cubicBezTo>
                  <a:pt x="11823513" y="-17886"/>
                  <a:pt x="12367047" y="-46479"/>
                  <a:pt x="12646152" y="0"/>
                </a:cubicBezTo>
                <a:cubicBezTo>
                  <a:pt x="12925257" y="46479"/>
                  <a:pt x="13338284" y="-26830"/>
                  <a:pt x="13551408" y="0"/>
                </a:cubicBezTo>
                <a:cubicBezTo>
                  <a:pt x="13764532" y="26830"/>
                  <a:pt x="13846967" y="12769"/>
                  <a:pt x="14017752" y="0"/>
                </a:cubicBezTo>
                <a:cubicBezTo>
                  <a:pt x="14188537" y="-12769"/>
                  <a:pt x="14162126" y="4714"/>
                  <a:pt x="14264640" y="0"/>
                </a:cubicBezTo>
                <a:cubicBezTo>
                  <a:pt x="14367154" y="-4714"/>
                  <a:pt x="14751879" y="36146"/>
                  <a:pt x="15169896" y="0"/>
                </a:cubicBezTo>
                <a:cubicBezTo>
                  <a:pt x="15587913" y="-36146"/>
                  <a:pt x="15406707" y="17941"/>
                  <a:pt x="15636240" y="0"/>
                </a:cubicBezTo>
                <a:cubicBezTo>
                  <a:pt x="15865773" y="-17941"/>
                  <a:pt x="15889022" y="-14655"/>
                  <a:pt x="16102584" y="0"/>
                </a:cubicBezTo>
                <a:cubicBezTo>
                  <a:pt x="16316146" y="14655"/>
                  <a:pt x="16124510" y="870"/>
                  <a:pt x="16130016" y="0"/>
                </a:cubicBezTo>
                <a:cubicBezTo>
                  <a:pt x="16135522" y="-870"/>
                  <a:pt x="16815084" y="42640"/>
                  <a:pt x="17254728" y="0"/>
                </a:cubicBezTo>
                <a:cubicBezTo>
                  <a:pt x="17694372" y="-42640"/>
                  <a:pt x="17737816" y="21051"/>
                  <a:pt x="18159984" y="0"/>
                </a:cubicBezTo>
                <a:cubicBezTo>
                  <a:pt x="18582152" y="-21051"/>
                  <a:pt x="18719883" y="-27879"/>
                  <a:pt x="19065240" y="0"/>
                </a:cubicBezTo>
                <a:cubicBezTo>
                  <a:pt x="19410597" y="27879"/>
                  <a:pt x="19085806" y="974"/>
                  <a:pt x="19092672" y="0"/>
                </a:cubicBezTo>
                <a:cubicBezTo>
                  <a:pt x="19099538" y="-974"/>
                  <a:pt x="19107856" y="-640"/>
                  <a:pt x="19120104" y="0"/>
                </a:cubicBezTo>
                <a:cubicBezTo>
                  <a:pt x="19132352" y="640"/>
                  <a:pt x="19142037" y="-152"/>
                  <a:pt x="19147536" y="0"/>
                </a:cubicBezTo>
                <a:cubicBezTo>
                  <a:pt x="19153035" y="152"/>
                  <a:pt x="19534636" y="-13012"/>
                  <a:pt x="19833336" y="0"/>
                </a:cubicBezTo>
                <a:cubicBezTo>
                  <a:pt x="20132036" y="13012"/>
                  <a:pt x="20306411" y="18934"/>
                  <a:pt x="20738592" y="0"/>
                </a:cubicBezTo>
                <a:cubicBezTo>
                  <a:pt x="21170773" y="-18934"/>
                  <a:pt x="21426379" y="57975"/>
                  <a:pt x="21945600" y="0"/>
                </a:cubicBezTo>
                <a:cubicBezTo>
                  <a:pt x="21944920" y="15182"/>
                  <a:pt x="21945031" y="28240"/>
                  <a:pt x="21945600" y="36576"/>
                </a:cubicBezTo>
                <a:cubicBezTo>
                  <a:pt x="21720449" y="-15473"/>
                  <a:pt x="21092984" y="17470"/>
                  <a:pt x="20820888" y="36576"/>
                </a:cubicBezTo>
                <a:cubicBezTo>
                  <a:pt x="20548792" y="55682"/>
                  <a:pt x="20467037" y="21195"/>
                  <a:pt x="20354544" y="36576"/>
                </a:cubicBezTo>
                <a:cubicBezTo>
                  <a:pt x="20242051" y="51957"/>
                  <a:pt x="20337363" y="36164"/>
                  <a:pt x="20327112" y="36576"/>
                </a:cubicBezTo>
                <a:cubicBezTo>
                  <a:pt x="20316861" y="36988"/>
                  <a:pt x="19714624" y="67514"/>
                  <a:pt x="19421856" y="36576"/>
                </a:cubicBezTo>
                <a:cubicBezTo>
                  <a:pt x="19129088" y="5638"/>
                  <a:pt x="18900022" y="28604"/>
                  <a:pt x="18516600" y="36576"/>
                </a:cubicBezTo>
                <a:cubicBezTo>
                  <a:pt x="18133178" y="44548"/>
                  <a:pt x="17998183" y="54905"/>
                  <a:pt x="17830800" y="36576"/>
                </a:cubicBezTo>
                <a:cubicBezTo>
                  <a:pt x="17663417" y="18247"/>
                  <a:pt x="17647160" y="31655"/>
                  <a:pt x="17583912" y="36576"/>
                </a:cubicBezTo>
                <a:cubicBezTo>
                  <a:pt x="17520664" y="41497"/>
                  <a:pt x="17113969" y="48000"/>
                  <a:pt x="16898112" y="36576"/>
                </a:cubicBezTo>
                <a:cubicBezTo>
                  <a:pt x="16682255" y="25152"/>
                  <a:pt x="16396179" y="46024"/>
                  <a:pt x="15992856" y="36576"/>
                </a:cubicBezTo>
                <a:cubicBezTo>
                  <a:pt x="15589533" y="27128"/>
                  <a:pt x="15453003" y="2006"/>
                  <a:pt x="15087600" y="36576"/>
                </a:cubicBezTo>
                <a:cubicBezTo>
                  <a:pt x="14722197" y="71146"/>
                  <a:pt x="14962139" y="43983"/>
                  <a:pt x="14840712" y="36576"/>
                </a:cubicBezTo>
                <a:cubicBezTo>
                  <a:pt x="14719285" y="29169"/>
                  <a:pt x="14031206" y="3235"/>
                  <a:pt x="13716000" y="36576"/>
                </a:cubicBezTo>
                <a:cubicBezTo>
                  <a:pt x="13400794" y="69917"/>
                  <a:pt x="13699702" y="36784"/>
                  <a:pt x="13688568" y="36576"/>
                </a:cubicBezTo>
                <a:cubicBezTo>
                  <a:pt x="13677434" y="36368"/>
                  <a:pt x="13549601" y="44218"/>
                  <a:pt x="13441680" y="36576"/>
                </a:cubicBezTo>
                <a:cubicBezTo>
                  <a:pt x="13333759" y="28934"/>
                  <a:pt x="13194403" y="43582"/>
                  <a:pt x="12975336" y="36576"/>
                </a:cubicBezTo>
                <a:cubicBezTo>
                  <a:pt x="12756269" y="29570"/>
                  <a:pt x="12496698" y="13112"/>
                  <a:pt x="12070080" y="36576"/>
                </a:cubicBezTo>
                <a:cubicBezTo>
                  <a:pt x="11643462" y="60040"/>
                  <a:pt x="11494515" y="20795"/>
                  <a:pt x="11164824" y="36576"/>
                </a:cubicBezTo>
                <a:cubicBezTo>
                  <a:pt x="10835133" y="52357"/>
                  <a:pt x="10303956" y="87952"/>
                  <a:pt x="10040112" y="36576"/>
                </a:cubicBezTo>
                <a:cubicBezTo>
                  <a:pt x="9776268" y="-14800"/>
                  <a:pt x="9309125" y="40826"/>
                  <a:pt x="8915400" y="36576"/>
                </a:cubicBezTo>
                <a:cubicBezTo>
                  <a:pt x="8521675" y="32326"/>
                  <a:pt x="8235592" y="37410"/>
                  <a:pt x="8010144" y="36576"/>
                </a:cubicBezTo>
                <a:cubicBezTo>
                  <a:pt x="7784696" y="35742"/>
                  <a:pt x="7556705" y="26838"/>
                  <a:pt x="7324344" y="36576"/>
                </a:cubicBezTo>
                <a:cubicBezTo>
                  <a:pt x="7091983" y="46314"/>
                  <a:pt x="7169873" y="40000"/>
                  <a:pt x="7077456" y="36576"/>
                </a:cubicBezTo>
                <a:cubicBezTo>
                  <a:pt x="6985039" y="33152"/>
                  <a:pt x="6395767" y="49824"/>
                  <a:pt x="6172200" y="36576"/>
                </a:cubicBezTo>
                <a:cubicBezTo>
                  <a:pt x="5948633" y="23328"/>
                  <a:pt x="5614848" y="11374"/>
                  <a:pt x="5266944" y="36576"/>
                </a:cubicBezTo>
                <a:cubicBezTo>
                  <a:pt x="4919040" y="61778"/>
                  <a:pt x="5134821" y="40448"/>
                  <a:pt x="5020056" y="36576"/>
                </a:cubicBezTo>
                <a:cubicBezTo>
                  <a:pt x="4905291" y="32704"/>
                  <a:pt x="4664972" y="17908"/>
                  <a:pt x="4553712" y="36576"/>
                </a:cubicBezTo>
                <a:cubicBezTo>
                  <a:pt x="4442452" y="55244"/>
                  <a:pt x="4307490" y="36849"/>
                  <a:pt x="4087368" y="36576"/>
                </a:cubicBezTo>
                <a:cubicBezTo>
                  <a:pt x="3867246" y="36303"/>
                  <a:pt x="3812769" y="37964"/>
                  <a:pt x="3621024" y="36576"/>
                </a:cubicBezTo>
                <a:cubicBezTo>
                  <a:pt x="3429279" y="35188"/>
                  <a:pt x="3130207" y="-2472"/>
                  <a:pt x="2715768" y="36576"/>
                </a:cubicBezTo>
                <a:cubicBezTo>
                  <a:pt x="2301329" y="75624"/>
                  <a:pt x="2368981" y="46863"/>
                  <a:pt x="2249424" y="36576"/>
                </a:cubicBezTo>
                <a:cubicBezTo>
                  <a:pt x="2129867" y="26289"/>
                  <a:pt x="1617980" y="52425"/>
                  <a:pt x="1124712" y="36576"/>
                </a:cubicBezTo>
                <a:cubicBezTo>
                  <a:pt x="631444" y="20727"/>
                  <a:pt x="353459" y="68932"/>
                  <a:pt x="0" y="36576"/>
                </a:cubicBezTo>
                <a:cubicBezTo>
                  <a:pt x="-389" y="28441"/>
                  <a:pt x="988" y="11614"/>
                  <a:pt x="0" y="0"/>
                </a:cubicBezTo>
                <a:close/>
              </a:path>
              <a:path w="21945600" h="36576" stroke="0" extrusionOk="0">
                <a:moveTo>
                  <a:pt x="0" y="0"/>
                </a:moveTo>
                <a:cubicBezTo>
                  <a:pt x="78738" y="-6702"/>
                  <a:pt x="124882" y="4427"/>
                  <a:pt x="246888" y="0"/>
                </a:cubicBezTo>
                <a:cubicBezTo>
                  <a:pt x="368894" y="-4427"/>
                  <a:pt x="264772" y="-808"/>
                  <a:pt x="274320" y="0"/>
                </a:cubicBezTo>
                <a:cubicBezTo>
                  <a:pt x="283868" y="808"/>
                  <a:pt x="425686" y="-10995"/>
                  <a:pt x="521208" y="0"/>
                </a:cubicBezTo>
                <a:cubicBezTo>
                  <a:pt x="616730" y="10995"/>
                  <a:pt x="925127" y="26161"/>
                  <a:pt x="1207008" y="0"/>
                </a:cubicBezTo>
                <a:cubicBezTo>
                  <a:pt x="1488889" y="-26161"/>
                  <a:pt x="1863629" y="25804"/>
                  <a:pt x="2112264" y="0"/>
                </a:cubicBezTo>
                <a:cubicBezTo>
                  <a:pt x="2360899" y="-25804"/>
                  <a:pt x="2856157" y="-38525"/>
                  <a:pt x="3236976" y="0"/>
                </a:cubicBezTo>
                <a:cubicBezTo>
                  <a:pt x="3617795" y="38525"/>
                  <a:pt x="4108532" y="-15185"/>
                  <a:pt x="4361688" y="0"/>
                </a:cubicBezTo>
                <a:cubicBezTo>
                  <a:pt x="4614844" y="15185"/>
                  <a:pt x="4684381" y="-14633"/>
                  <a:pt x="4828032" y="0"/>
                </a:cubicBezTo>
                <a:cubicBezTo>
                  <a:pt x="4971683" y="14633"/>
                  <a:pt x="5329982" y="15220"/>
                  <a:pt x="5733288" y="0"/>
                </a:cubicBezTo>
                <a:cubicBezTo>
                  <a:pt x="6136594" y="-15220"/>
                  <a:pt x="6133637" y="-11909"/>
                  <a:pt x="6419088" y="0"/>
                </a:cubicBezTo>
                <a:cubicBezTo>
                  <a:pt x="6704539" y="11909"/>
                  <a:pt x="6686287" y="21630"/>
                  <a:pt x="6885432" y="0"/>
                </a:cubicBezTo>
                <a:cubicBezTo>
                  <a:pt x="7084577" y="-21630"/>
                  <a:pt x="7368157" y="20345"/>
                  <a:pt x="7790688" y="0"/>
                </a:cubicBezTo>
                <a:cubicBezTo>
                  <a:pt x="8213219" y="-20345"/>
                  <a:pt x="7805774" y="-451"/>
                  <a:pt x="7818120" y="0"/>
                </a:cubicBezTo>
                <a:cubicBezTo>
                  <a:pt x="7830466" y="451"/>
                  <a:pt x="8108732" y="-16692"/>
                  <a:pt x="8284464" y="0"/>
                </a:cubicBezTo>
                <a:cubicBezTo>
                  <a:pt x="8460196" y="16692"/>
                  <a:pt x="8710069" y="20479"/>
                  <a:pt x="8970264" y="0"/>
                </a:cubicBezTo>
                <a:cubicBezTo>
                  <a:pt x="9230459" y="-20479"/>
                  <a:pt x="9654070" y="-23489"/>
                  <a:pt x="9875520" y="0"/>
                </a:cubicBezTo>
                <a:cubicBezTo>
                  <a:pt x="10096970" y="23489"/>
                  <a:pt x="10230055" y="14787"/>
                  <a:pt x="10561320" y="0"/>
                </a:cubicBezTo>
                <a:cubicBezTo>
                  <a:pt x="10892585" y="-14787"/>
                  <a:pt x="11355400" y="42062"/>
                  <a:pt x="11686032" y="0"/>
                </a:cubicBezTo>
                <a:cubicBezTo>
                  <a:pt x="12016664" y="-42062"/>
                  <a:pt x="11707139" y="-1040"/>
                  <a:pt x="11713464" y="0"/>
                </a:cubicBezTo>
                <a:cubicBezTo>
                  <a:pt x="11719789" y="1040"/>
                  <a:pt x="12097394" y="2532"/>
                  <a:pt x="12399264" y="0"/>
                </a:cubicBezTo>
                <a:cubicBezTo>
                  <a:pt x="12701134" y="-2532"/>
                  <a:pt x="12419541" y="1081"/>
                  <a:pt x="12426696" y="0"/>
                </a:cubicBezTo>
                <a:cubicBezTo>
                  <a:pt x="12433851" y="-1081"/>
                  <a:pt x="13203091" y="32097"/>
                  <a:pt x="13551408" y="0"/>
                </a:cubicBezTo>
                <a:cubicBezTo>
                  <a:pt x="13899725" y="-32097"/>
                  <a:pt x="13704994" y="4050"/>
                  <a:pt x="13798296" y="0"/>
                </a:cubicBezTo>
                <a:cubicBezTo>
                  <a:pt x="13891598" y="-4050"/>
                  <a:pt x="13819194" y="591"/>
                  <a:pt x="13825728" y="0"/>
                </a:cubicBezTo>
                <a:cubicBezTo>
                  <a:pt x="13832262" y="-591"/>
                  <a:pt x="14247058" y="-30068"/>
                  <a:pt x="14511528" y="0"/>
                </a:cubicBezTo>
                <a:cubicBezTo>
                  <a:pt x="14775998" y="30068"/>
                  <a:pt x="14668616" y="6993"/>
                  <a:pt x="14758416" y="0"/>
                </a:cubicBezTo>
                <a:cubicBezTo>
                  <a:pt x="14848216" y="-6993"/>
                  <a:pt x="15386840" y="3019"/>
                  <a:pt x="15663672" y="0"/>
                </a:cubicBezTo>
                <a:cubicBezTo>
                  <a:pt x="15940504" y="-3019"/>
                  <a:pt x="15823667" y="2894"/>
                  <a:pt x="15910560" y="0"/>
                </a:cubicBezTo>
                <a:cubicBezTo>
                  <a:pt x="15997453" y="-2894"/>
                  <a:pt x="16588125" y="-8530"/>
                  <a:pt x="17035272" y="0"/>
                </a:cubicBezTo>
                <a:cubicBezTo>
                  <a:pt x="17482419" y="8530"/>
                  <a:pt x="17188794" y="6706"/>
                  <a:pt x="17282160" y="0"/>
                </a:cubicBezTo>
                <a:cubicBezTo>
                  <a:pt x="17375526" y="-6706"/>
                  <a:pt x="17472317" y="-5717"/>
                  <a:pt x="17529048" y="0"/>
                </a:cubicBezTo>
                <a:cubicBezTo>
                  <a:pt x="17585779" y="5717"/>
                  <a:pt x="18174415" y="31621"/>
                  <a:pt x="18434304" y="0"/>
                </a:cubicBezTo>
                <a:cubicBezTo>
                  <a:pt x="18694193" y="-31621"/>
                  <a:pt x="19301918" y="29693"/>
                  <a:pt x="19559016" y="0"/>
                </a:cubicBezTo>
                <a:cubicBezTo>
                  <a:pt x="19816114" y="-29693"/>
                  <a:pt x="19574042" y="702"/>
                  <a:pt x="19586448" y="0"/>
                </a:cubicBezTo>
                <a:cubicBezTo>
                  <a:pt x="19598854" y="-702"/>
                  <a:pt x="20049547" y="-22820"/>
                  <a:pt x="20491704" y="0"/>
                </a:cubicBezTo>
                <a:cubicBezTo>
                  <a:pt x="20933861" y="22820"/>
                  <a:pt x="20755106" y="6629"/>
                  <a:pt x="20958048" y="0"/>
                </a:cubicBezTo>
                <a:cubicBezTo>
                  <a:pt x="21160990" y="-6629"/>
                  <a:pt x="21663188" y="-27211"/>
                  <a:pt x="21945600" y="0"/>
                </a:cubicBezTo>
                <a:cubicBezTo>
                  <a:pt x="21944964" y="7863"/>
                  <a:pt x="21943820" y="25698"/>
                  <a:pt x="21945600" y="36576"/>
                </a:cubicBezTo>
                <a:cubicBezTo>
                  <a:pt x="21738864" y="-5974"/>
                  <a:pt x="21483832" y="56357"/>
                  <a:pt x="21040344" y="36576"/>
                </a:cubicBezTo>
                <a:cubicBezTo>
                  <a:pt x="20596856" y="16795"/>
                  <a:pt x="20741173" y="55968"/>
                  <a:pt x="20574000" y="36576"/>
                </a:cubicBezTo>
                <a:cubicBezTo>
                  <a:pt x="20406827" y="17184"/>
                  <a:pt x="20560204" y="36526"/>
                  <a:pt x="20546568" y="36576"/>
                </a:cubicBezTo>
                <a:cubicBezTo>
                  <a:pt x="20532932" y="36626"/>
                  <a:pt x="20530490" y="36880"/>
                  <a:pt x="20519136" y="36576"/>
                </a:cubicBezTo>
                <a:cubicBezTo>
                  <a:pt x="20507782" y="36272"/>
                  <a:pt x="19823262" y="37799"/>
                  <a:pt x="19613880" y="36576"/>
                </a:cubicBezTo>
                <a:cubicBezTo>
                  <a:pt x="19404498" y="35353"/>
                  <a:pt x="19223151" y="67241"/>
                  <a:pt x="18928080" y="36576"/>
                </a:cubicBezTo>
                <a:cubicBezTo>
                  <a:pt x="18633009" y="5911"/>
                  <a:pt x="18160671" y="-11744"/>
                  <a:pt x="17803368" y="36576"/>
                </a:cubicBezTo>
                <a:cubicBezTo>
                  <a:pt x="17446065" y="84896"/>
                  <a:pt x="17412412" y="14966"/>
                  <a:pt x="17117568" y="36576"/>
                </a:cubicBezTo>
                <a:cubicBezTo>
                  <a:pt x="16822724" y="58186"/>
                  <a:pt x="16494673" y="2337"/>
                  <a:pt x="16212312" y="36576"/>
                </a:cubicBezTo>
                <a:cubicBezTo>
                  <a:pt x="15929951" y="70815"/>
                  <a:pt x="15826333" y="11046"/>
                  <a:pt x="15526512" y="36576"/>
                </a:cubicBezTo>
                <a:cubicBezTo>
                  <a:pt x="15226691" y="62106"/>
                  <a:pt x="15082025" y="15118"/>
                  <a:pt x="14840712" y="36576"/>
                </a:cubicBezTo>
                <a:cubicBezTo>
                  <a:pt x="14599399" y="58034"/>
                  <a:pt x="14517430" y="19609"/>
                  <a:pt x="14374368" y="36576"/>
                </a:cubicBezTo>
                <a:cubicBezTo>
                  <a:pt x="14231306" y="53543"/>
                  <a:pt x="13854278" y="2480"/>
                  <a:pt x="13469112" y="36576"/>
                </a:cubicBezTo>
                <a:cubicBezTo>
                  <a:pt x="13083946" y="70672"/>
                  <a:pt x="13086505" y="29507"/>
                  <a:pt x="12783312" y="36576"/>
                </a:cubicBezTo>
                <a:cubicBezTo>
                  <a:pt x="12480119" y="43645"/>
                  <a:pt x="12228847" y="-3513"/>
                  <a:pt x="11878056" y="36576"/>
                </a:cubicBezTo>
                <a:cubicBezTo>
                  <a:pt x="11527265" y="76665"/>
                  <a:pt x="11722541" y="34421"/>
                  <a:pt x="11631168" y="36576"/>
                </a:cubicBezTo>
                <a:cubicBezTo>
                  <a:pt x="11539795" y="38731"/>
                  <a:pt x="11328250" y="26850"/>
                  <a:pt x="11164824" y="36576"/>
                </a:cubicBezTo>
                <a:cubicBezTo>
                  <a:pt x="11001398" y="46302"/>
                  <a:pt x="10673541" y="78959"/>
                  <a:pt x="10259568" y="36576"/>
                </a:cubicBezTo>
                <a:cubicBezTo>
                  <a:pt x="9845595" y="-5807"/>
                  <a:pt x="9733074" y="59393"/>
                  <a:pt x="9573768" y="36576"/>
                </a:cubicBezTo>
                <a:cubicBezTo>
                  <a:pt x="9414462" y="13759"/>
                  <a:pt x="9555544" y="36473"/>
                  <a:pt x="9546336" y="36576"/>
                </a:cubicBezTo>
                <a:cubicBezTo>
                  <a:pt x="9537128" y="36679"/>
                  <a:pt x="8966343" y="25197"/>
                  <a:pt x="8641080" y="36576"/>
                </a:cubicBezTo>
                <a:cubicBezTo>
                  <a:pt x="8315817" y="47955"/>
                  <a:pt x="8340016" y="17323"/>
                  <a:pt x="8174736" y="36576"/>
                </a:cubicBezTo>
                <a:cubicBezTo>
                  <a:pt x="8009456" y="55829"/>
                  <a:pt x="7277736" y="27510"/>
                  <a:pt x="7050024" y="36576"/>
                </a:cubicBezTo>
                <a:cubicBezTo>
                  <a:pt x="6822312" y="45642"/>
                  <a:pt x="7033761" y="37384"/>
                  <a:pt x="7022592" y="36576"/>
                </a:cubicBezTo>
                <a:cubicBezTo>
                  <a:pt x="7011423" y="35768"/>
                  <a:pt x="6523471" y="22547"/>
                  <a:pt x="6117336" y="36576"/>
                </a:cubicBezTo>
                <a:cubicBezTo>
                  <a:pt x="5711201" y="50605"/>
                  <a:pt x="5866816" y="21657"/>
                  <a:pt x="5650992" y="36576"/>
                </a:cubicBezTo>
                <a:cubicBezTo>
                  <a:pt x="5435168" y="51495"/>
                  <a:pt x="5142184" y="50113"/>
                  <a:pt x="4745736" y="36576"/>
                </a:cubicBezTo>
                <a:cubicBezTo>
                  <a:pt x="4349288" y="23039"/>
                  <a:pt x="4567465" y="35506"/>
                  <a:pt x="4498848" y="36576"/>
                </a:cubicBezTo>
                <a:cubicBezTo>
                  <a:pt x="4430231" y="37646"/>
                  <a:pt x="4316854" y="42140"/>
                  <a:pt x="4251960" y="36576"/>
                </a:cubicBezTo>
                <a:cubicBezTo>
                  <a:pt x="4187066" y="31012"/>
                  <a:pt x="4006963" y="35461"/>
                  <a:pt x="3785616" y="36576"/>
                </a:cubicBezTo>
                <a:cubicBezTo>
                  <a:pt x="3564269" y="37691"/>
                  <a:pt x="3513429" y="13694"/>
                  <a:pt x="3319272" y="36576"/>
                </a:cubicBezTo>
                <a:cubicBezTo>
                  <a:pt x="3125115" y="59458"/>
                  <a:pt x="2634641" y="25517"/>
                  <a:pt x="2414016" y="36576"/>
                </a:cubicBezTo>
                <a:cubicBezTo>
                  <a:pt x="2193391" y="47635"/>
                  <a:pt x="2395840" y="37250"/>
                  <a:pt x="2386584" y="36576"/>
                </a:cubicBezTo>
                <a:cubicBezTo>
                  <a:pt x="2377328" y="35902"/>
                  <a:pt x="1545536" y="28507"/>
                  <a:pt x="1261872" y="36576"/>
                </a:cubicBezTo>
                <a:cubicBezTo>
                  <a:pt x="978208" y="44645"/>
                  <a:pt x="1242837" y="35250"/>
                  <a:pt x="1234440" y="36576"/>
                </a:cubicBezTo>
                <a:cubicBezTo>
                  <a:pt x="1226043" y="37902"/>
                  <a:pt x="282424" y="83210"/>
                  <a:pt x="0" y="36576"/>
                </a:cubicBezTo>
                <a:cubicBezTo>
                  <a:pt x="476" y="24480"/>
                  <a:pt x="-366" y="10102"/>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E176928-664D-43A3-8D86-992D663F05A3}"/>
              </a:ext>
            </a:extLst>
          </p:cNvPr>
          <p:cNvSpPr>
            <a:spLocks noGrp="1"/>
          </p:cNvSpPr>
          <p:nvPr>
            <p:ph idx="4294967295"/>
          </p:nvPr>
        </p:nvSpPr>
        <p:spPr>
          <a:xfrm>
            <a:off x="1144986" y="4142632"/>
            <a:ext cx="13427104" cy="8238344"/>
          </a:xfrm>
        </p:spPr>
        <p:txBody>
          <a:bodyPr vert="horz" lIns="91440" tIns="45720" rIns="91440" bIns="45720" rtlCol="0" anchor="t">
            <a:normAutofit/>
          </a:bodyPr>
          <a:lstStyle/>
          <a:p>
            <a:pPr indent="-228600" defTabSz="914400"/>
            <a:r>
              <a:rPr lang="en-US" sz="4400" dirty="0" err="1"/>
              <a:t>Denegacion</a:t>
            </a:r>
            <a:r>
              <a:rPr lang="en-US" sz="4400" dirty="0"/>
              <a:t> de </a:t>
            </a:r>
            <a:r>
              <a:rPr lang="en-US" sz="4400" dirty="0" err="1"/>
              <a:t>servicios</a:t>
            </a:r>
            <a:r>
              <a:rPr lang="en-US" sz="4400" dirty="0"/>
              <a:t> (Dos o </a:t>
            </a:r>
            <a:r>
              <a:rPr lang="en-US" sz="4400" dirty="0" err="1"/>
              <a:t>Ddos</a:t>
            </a:r>
            <a:r>
              <a:rPr lang="en-US" sz="4400" dirty="0"/>
              <a:t>)</a:t>
            </a:r>
          </a:p>
          <a:p>
            <a:pPr indent="-228600" defTabSz="914400"/>
            <a:r>
              <a:rPr lang="en-US" sz="4400" dirty="0"/>
              <a:t>Man in the middle</a:t>
            </a:r>
          </a:p>
          <a:p>
            <a:pPr indent="-228600" defTabSz="914400"/>
            <a:r>
              <a:rPr lang="en-US" sz="4400" dirty="0" err="1"/>
              <a:t>Inyección</a:t>
            </a:r>
            <a:r>
              <a:rPr lang="en-US" sz="4400" dirty="0"/>
              <a:t> SQL.</a:t>
            </a:r>
          </a:p>
        </p:txBody>
      </p:sp>
      <p:pic>
        <p:nvPicPr>
          <p:cNvPr id="4" name="Google Shape;135;p8" descr="Cómo protegerse de los virus, piratas informáticos y demás ataques? |  Tecnología - ComputerHoy.com">
            <a:extLst>
              <a:ext uri="{FF2B5EF4-FFF2-40B4-BE49-F238E27FC236}">
                <a16:creationId xmlns:a16="http://schemas.microsoft.com/office/drawing/2014/main" id="{E2A6A9D4-29FD-FCF2-9DAE-D3729CA07E13}"/>
              </a:ext>
            </a:extLst>
          </p:cNvPr>
          <p:cNvPicPr preferRelativeResize="0"/>
          <p:nvPr/>
        </p:nvPicPr>
        <p:blipFill rotWithShape="1">
          <a:blip r:embed="rId2"/>
          <a:srcRect l="20442" r="15538" b="1"/>
          <a:stretch/>
        </p:blipFill>
        <p:spPr>
          <a:xfrm>
            <a:off x="15351316" y="4187952"/>
            <a:ext cx="7882128" cy="8193024"/>
          </a:xfrm>
          <a:prstGeom prst="rect">
            <a:avLst/>
          </a:prstGeom>
          <a:noFill/>
        </p:spPr>
      </p:pic>
    </p:spTree>
    <p:extLst>
      <p:ext uri="{BB962C8B-B14F-4D97-AF65-F5344CB8AC3E}">
        <p14:creationId xmlns:p14="http://schemas.microsoft.com/office/powerpoint/2010/main" val="27613757"/>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487" name="Rectangle 20486">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5AFD52F-49DC-4892-B594-A4E70CA08E79}"/>
              </a:ext>
            </a:extLst>
          </p:cNvPr>
          <p:cNvSpPr>
            <a:spLocks noGrp="1"/>
          </p:cNvSpPr>
          <p:nvPr>
            <p:ph type="title"/>
          </p:nvPr>
        </p:nvSpPr>
        <p:spPr>
          <a:xfrm>
            <a:off x="1280160" y="658368"/>
            <a:ext cx="13789152" cy="3566160"/>
          </a:xfrm>
        </p:spPr>
        <p:txBody>
          <a:bodyPr anchor="b">
            <a:normAutofit/>
          </a:bodyPr>
          <a:lstStyle/>
          <a:p>
            <a:r>
              <a:rPr lang="es-ES" sz="10800" b="1" dirty="0"/>
              <a:t>Denegaciones de servicios</a:t>
            </a:r>
          </a:p>
        </p:txBody>
      </p:sp>
      <p:sp>
        <p:nvSpPr>
          <p:cNvPr id="2048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7904" y="4791456"/>
            <a:ext cx="8487178" cy="36576"/>
          </a:xfrm>
          <a:custGeom>
            <a:avLst/>
            <a:gdLst>
              <a:gd name="connsiteX0" fmla="*/ 0 w 8487178"/>
              <a:gd name="connsiteY0" fmla="*/ 0 h 36576"/>
              <a:gd name="connsiteX1" fmla="*/ 737732 w 8487178"/>
              <a:gd name="connsiteY1" fmla="*/ 0 h 36576"/>
              <a:gd name="connsiteX2" fmla="*/ 1560335 w 8487178"/>
              <a:gd name="connsiteY2" fmla="*/ 0 h 36576"/>
              <a:gd name="connsiteX3" fmla="*/ 1958580 w 8487178"/>
              <a:gd name="connsiteY3" fmla="*/ 0 h 36576"/>
              <a:gd name="connsiteX4" fmla="*/ 2526568 w 8487178"/>
              <a:gd name="connsiteY4" fmla="*/ 0 h 36576"/>
              <a:gd name="connsiteX5" fmla="*/ 2924812 w 8487178"/>
              <a:gd name="connsiteY5" fmla="*/ 0 h 36576"/>
              <a:gd name="connsiteX6" fmla="*/ 3577672 w 8487178"/>
              <a:gd name="connsiteY6" fmla="*/ 0 h 36576"/>
              <a:gd name="connsiteX7" fmla="*/ 4145660 w 8487178"/>
              <a:gd name="connsiteY7" fmla="*/ 0 h 36576"/>
              <a:gd name="connsiteX8" fmla="*/ 4883392 w 8487178"/>
              <a:gd name="connsiteY8" fmla="*/ 0 h 36576"/>
              <a:gd name="connsiteX9" fmla="*/ 5705995 w 8487178"/>
              <a:gd name="connsiteY9" fmla="*/ 0 h 36576"/>
              <a:gd name="connsiteX10" fmla="*/ 6358855 w 8487178"/>
              <a:gd name="connsiteY10" fmla="*/ 0 h 36576"/>
              <a:gd name="connsiteX11" fmla="*/ 7181458 w 8487178"/>
              <a:gd name="connsiteY11" fmla="*/ 0 h 36576"/>
              <a:gd name="connsiteX12" fmla="*/ 7834318 w 8487178"/>
              <a:gd name="connsiteY12" fmla="*/ 0 h 36576"/>
              <a:gd name="connsiteX13" fmla="*/ 8487178 w 8487178"/>
              <a:gd name="connsiteY13" fmla="*/ 0 h 36576"/>
              <a:gd name="connsiteX14" fmla="*/ 8487178 w 8487178"/>
              <a:gd name="connsiteY14" fmla="*/ 36576 h 36576"/>
              <a:gd name="connsiteX15" fmla="*/ 7834318 w 8487178"/>
              <a:gd name="connsiteY15" fmla="*/ 36576 h 36576"/>
              <a:gd name="connsiteX16" fmla="*/ 7351202 w 8487178"/>
              <a:gd name="connsiteY16" fmla="*/ 36576 h 36576"/>
              <a:gd name="connsiteX17" fmla="*/ 6952957 w 8487178"/>
              <a:gd name="connsiteY17" fmla="*/ 36576 h 36576"/>
              <a:gd name="connsiteX18" fmla="*/ 6384969 w 8487178"/>
              <a:gd name="connsiteY18" fmla="*/ 36576 h 36576"/>
              <a:gd name="connsiteX19" fmla="*/ 5732109 w 8487178"/>
              <a:gd name="connsiteY19" fmla="*/ 36576 h 36576"/>
              <a:gd name="connsiteX20" fmla="*/ 5164121 w 8487178"/>
              <a:gd name="connsiteY20" fmla="*/ 36576 h 36576"/>
              <a:gd name="connsiteX21" fmla="*/ 4681005 w 8487178"/>
              <a:gd name="connsiteY21" fmla="*/ 36576 h 36576"/>
              <a:gd name="connsiteX22" fmla="*/ 3858402 w 8487178"/>
              <a:gd name="connsiteY22" fmla="*/ 36576 h 36576"/>
              <a:gd name="connsiteX23" fmla="*/ 3205542 w 8487178"/>
              <a:gd name="connsiteY23" fmla="*/ 36576 h 36576"/>
              <a:gd name="connsiteX24" fmla="*/ 2467810 w 8487178"/>
              <a:gd name="connsiteY24" fmla="*/ 36576 h 36576"/>
              <a:gd name="connsiteX25" fmla="*/ 2069566 w 8487178"/>
              <a:gd name="connsiteY25" fmla="*/ 36576 h 36576"/>
              <a:gd name="connsiteX26" fmla="*/ 1586449 w 8487178"/>
              <a:gd name="connsiteY26" fmla="*/ 36576 h 36576"/>
              <a:gd name="connsiteX27" fmla="*/ 933590 w 8487178"/>
              <a:gd name="connsiteY27" fmla="*/ 36576 h 36576"/>
              <a:gd name="connsiteX28" fmla="*/ 0 w 8487178"/>
              <a:gd name="connsiteY28" fmla="*/ 36576 h 36576"/>
              <a:gd name="connsiteX29" fmla="*/ 0 w 8487178"/>
              <a:gd name="connsiteY29"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87178" h="36576" fill="none" extrusionOk="0">
                <a:moveTo>
                  <a:pt x="0" y="0"/>
                </a:moveTo>
                <a:cubicBezTo>
                  <a:pt x="158648" y="-23080"/>
                  <a:pt x="414015" y="33691"/>
                  <a:pt x="737732" y="0"/>
                </a:cubicBezTo>
                <a:cubicBezTo>
                  <a:pt x="1061449" y="-33691"/>
                  <a:pt x="1348785" y="-6923"/>
                  <a:pt x="1560335" y="0"/>
                </a:cubicBezTo>
                <a:cubicBezTo>
                  <a:pt x="1771885" y="6923"/>
                  <a:pt x="1874673" y="6083"/>
                  <a:pt x="1958580" y="0"/>
                </a:cubicBezTo>
                <a:cubicBezTo>
                  <a:pt x="2042488" y="-6083"/>
                  <a:pt x="2411773" y="5497"/>
                  <a:pt x="2526568" y="0"/>
                </a:cubicBezTo>
                <a:cubicBezTo>
                  <a:pt x="2641363" y="-5497"/>
                  <a:pt x="2769955" y="14545"/>
                  <a:pt x="2924812" y="0"/>
                </a:cubicBezTo>
                <a:cubicBezTo>
                  <a:pt x="3079669" y="-14545"/>
                  <a:pt x="3398796" y="-305"/>
                  <a:pt x="3577672" y="0"/>
                </a:cubicBezTo>
                <a:cubicBezTo>
                  <a:pt x="3756548" y="305"/>
                  <a:pt x="4010524" y="-19439"/>
                  <a:pt x="4145660" y="0"/>
                </a:cubicBezTo>
                <a:cubicBezTo>
                  <a:pt x="4280796" y="19439"/>
                  <a:pt x="4519168" y="18856"/>
                  <a:pt x="4883392" y="0"/>
                </a:cubicBezTo>
                <a:cubicBezTo>
                  <a:pt x="5247616" y="-18856"/>
                  <a:pt x="5354959" y="-20344"/>
                  <a:pt x="5705995" y="0"/>
                </a:cubicBezTo>
                <a:cubicBezTo>
                  <a:pt x="6057031" y="20344"/>
                  <a:pt x="6165300" y="31467"/>
                  <a:pt x="6358855" y="0"/>
                </a:cubicBezTo>
                <a:cubicBezTo>
                  <a:pt x="6552410" y="-31467"/>
                  <a:pt x="6791945" y="-470"/>
                  <a:pt x="7181458" y="0"/>
                </a:cubicBezTo>
                <a:cubicBezTo>
                  <a:pt x="7570971" y="470"/>
                  <a:pt x="7589420" y="-27923"/>
                  <a:pt x="7834318" y="0"/>
                </a:cubicBezTo>
                <a:cubicBezTo>
                  <a:pt x="8079216" y="27923"/>
                  <a:pt x="8244660" y="-28188"/>
                  <a:pt x="8487178" y="0"/>
                </a:cubicBezTo>
                <a:cubicBezTo>
                  <a:pt x="8487756" y="9299"/>
                  <a:pt x="8487778" y="26774"/>
                  <a:pt x="8487178" y="36576"/>
                </a:cubicBezTo>
                <a:cubicBezTo>
                  <a:pt x="8193354" y="68129"/>
                  <a:pt x="8121938" y="60994"/>
                  <a:pt x="7834318" y="36576"/>
                </a:cubicBezTo>
                <a:cubicBezTo>
                  <a:pt x="7546698" y="12158"/>
                  <a:pt x="7507615" y="29628"/>
                  <a:pt x="7351202" y="36576"/>
                </a:cubicBezTo>
                <a:cubicBezTo>
                  <a:pt x="7194789" y="43524"/>
                  <a:pt x="7096566" y="31598"/>
                  <a:pt x="6952957" y="36576"/>
                </a:cubicBezTo>
                <a:cubicBezTo>
                  <a:pt x="6809349" y="41554"/>
                  <a:pt x="6510534" y="54733"/>
                  <a:pt x="6384969" y="36576"/>
                </a:cubicBezTo>
                <a:cubicBezTo>
                  <a:pt x="6259404" y="18419"/>
                  <a:pt x="5956387" y="64521"/>
                  <a:pt x="5732109" y="36576"/>
                </a:cubicBezTo>
                <a:cubicBezTo>
                  <a:pt x="5507831" y="8631"/>
                  <a:pt x="5425540" y="32239"/>
                  <a:pt x="5164121" y="36576"/>
                </a:cubicBezTo>
                <a:cubicBezTo>
                  <a:pt x="4902702" y="40913"/>
                  <a:pt x="4815733" y="45661"/>
                  <a:pt x="4681005" y="36576"/>
                </a:cubicBezTo>
                <a:cubicBezTo>
                  <a:pt x="4546277" y="27491"/>
                  <a:pt x="4111650" y="24454"/>
                  <a:pt x="3858402" y="36576"/>
                </a:cubicBezTo>
                <a:cubicBezTo>
                  <a:pt x="3605154" y="48698"/>
                  <a:pt x="3355682" y="45487"/>
                  <a:pt x="3205542" y="36576"/>
                </a:cubicBezTo>
                <a:cubicBezTo>
                  <a:pt x="3055402" y="27665"/>
                  <a:pt x="2716580" y="64954"/>
                  <a:pt x="2467810" y="36576"/>
                </a:cubicBezTo>
                <a:cubicBezTo>
                  <a:pt x="2219040" y="8198"/>
                  <a:pt x="2149690" y="30867"/>
                  <a:pt x="2069566" y="36576"/>
                </a:cubicBezTo>
                <a:cubicBezTo>
                  <a:pt x="1989442" y="42285"/>
                  <a:pt x="1703335" y="42806"/>
                  <a:pt x="1586449" y="36576"/>
                </a:cubicBezTo>
                <a:cubicBezTo>
                  <a:pt x="1469563" y="30346"/>
                  <a:pt x="1212036" y="34821"/>
                  <a:pt x="933590" y="36576"/>
                </a:cubicBezTo>
                <a:cubicBezTo>
                  <a:pt x="655144" y="38331"/>
                  <a:pt x="215255" y="74183"/>
                  <a:pt x="0" y="36576"/>
                </a:cubicBezTo>
                <a:cubicBezTo>
                  <a:pt x="-516" y="20544"/>
                  <a:pt x="1802" y="17140"/>
                  <a:pt x="0" y="0"/>
                </a:cubicBezTo>
                <a:close/>
              </a:path>
              <a:path w="8487178" h="36576" stroke="0" extrusionOk="0">
                <a:moveTo>
                  <a:pt x="0" y="0"/>
                </a:moveTo>
                <a:cubicBezTo>
                  <a:pt x="141875" y="16416"/>
                  <a:pt x="317987" y="-14018"/>
                  <a:pt x="483116" y="0"/>
                </a:cubicBezTo>
                <a:cubicBezTo>
                  <a:pt x="648245" y="14018"/>
                  <a:pt x="704570" y="5647"/>
                  <a:pt x="881361" y="0"/>
                </a:cubicBezTo>
                <a:cubicBezTo>
                  <a:pt x="1058153" y="-5647"/>
                  <a:pt x="1211393" y="2543"/>
                  <a:pt x="1364477" y="0"/>
                </a:cubicBezTo>
                <a:cubicBezTo>
                  <a:pt x="1517561" y="-2543"/>
                  <a:pt x="1713772" y="-6752"/>
                  <a:pt x="2017337" y="0"/>
                </a:cubicBezTo>
                <a:cubicBezTo>
                  <a:pt x="2320902" y="6752"/>
                  <a:pt x="2535852" y="27273"/>
                  <a:pt x="2755069" y="0"/>
                </a:cubicBezTo>
                <a:cubicBezTo>
                  <a:pt x="2974286" y="-27273"/>
                  <a:pt x="3322220" y="-6972"/>
                  <a:pt x="3577672" y="0"/>
                </a:cubicBezTo>
                <a:cubicBezTo>
                  <a:pt x="3833124" y="6972"/>
                  <a:pt x="4082700" y="-30587"/>
                  <a:pt x="4400275" y="0"/>
                </a:cubicBezTo>
                <a:cubicBezTo>
                  <a:pt x="4717850" y="30587"/>
                  <a:pt x="4848568" y="-17249"/>
                  <a:pt x="4968263" y="0"/>
                </a:cubicBezTo>
                <a:cubicBezTo>
                  <a:pt x="5087958" y="17249"/>
                  <a:pt x="5447087" y="18553"/>
                  <a:pt x="5705995" y="0"/>
                </a:cubicBezTo>
                <a:cubicBezTo>
                  <a:pt x="5964903" y="-18553"/>
                  <a:pt x="6211105" y="-17498"/>
                  <a:pt x="6358855" y="0"/>
                </a:cubicBezTo>
                <a:cubicBezTo>
                  <a:pt x="6506605" y="17498"/>
                  <a:pt x="6655586" y="-15953"/>
                  <a:pt x="6926843" y="0"/>
                </a:cubicBezTo>
                <a:cubicBezTo>
                  <a:pt x="7198100" y="15953"/>
                  <a:pt x="7439942" y="-28058"/>
                  <a:pt x="7664575" y="0"/>
                </a:cubicBezTo>
                <a:cubicBezTo>
                  <a:pt x="7889208" y="28058"/>
                  <a:pt x="8244819" y="-11603"/>
                  <a:pt x="8487178" y="0"/>
                </a:cubicBezTo>
                <a:cubicBezTo>
                  <a:pt x="8486954" y="11559"/>
                  <a:pt x="8486570" y="21146"/>
                  <a:pt x="8487178" y="36576"/>
                </a:cubicBezTo>
                <a:cubicBezTo>
                  <a:pt x="8363638" y="18444"/>
                  <a:pt x="8225194" y="49967"/>
                  <a:pt x="8004062" y="36576"/>
                </a:cubicBezTo>
                <a:cubicBezTo>
                  <a:pt x="7782930" y="23185"/>
                  <a:pt x="7442338" y="64256"/>
                  <a:pt x="7181458" y="36576"/>
                </a:cubicBezTo>
                <a:cubicBezTo>
                  <a:pt x="6920578" y="8896"/>
                  <a:pt x="6812793" y="31551"/>
                  <a:pt x="6698342" y="36576"/>
                </a:cubicBezTo>
                <a:cubicBezTo>
                  <a:pt x="6583891" y="41601"/>
                  <a:pt x="6260356" y="9334"/>
                  <a:pt x="5960610" y="36576"/>
                </a:cubicBezTo>
                <a:cubicBezTo>
                  <a:pt x="5660864" y="63818"/>
                  <a:pt x="5663756" y="35872"/>
                  <a:pt x="5562366" y="36576"/>
                </a:cubicBezTo>
                <a:cubicBezTo>
                  <a:pt x="5460976" y="37280"/>
                  <a:pt x="5069820" y="22312"/>
                  <a:pt x="4909506" y="36576"/>
                </a:cubicBezTo>
                <a:cubicBezTo>
                  <a:pt x="4749192" y="50840"/>
                  <a:pt x="4551078" y="46187"/>
                  <a:pt x="4426390" y="36576"/>
                </a:cubicBezTo>
                <a:cubicBezTo>
                  <a:pt x="4301702" y="26965"/>
                  <a:pt x="3916782" y="59932"/>
                  <a:pt x="3603786" y="36576"/>
                </a:cubicBezTo>
                <a:cubicBezTo>
                  <a:pt x="3290790" y="13220"/>
                  <a:pt x="3382822" y="52886"/>
                  <a:pt x="3205542" y="36576"/>
                </a:cubicBezTo>
                <a:cubicBezTo>
                  <a:pt x="3028262" y="20266"/>
                  <a:pt x="2723637" y="9596"/>
                  <a:pt x="2552682" y="36576"/>
                </a:cubicBezTo>
                <a:cubicBezTo>
                  <a:pt x="2381727" y="63556"/>
                  <a:pt x="2306903" y="19145"/>
                  <a:pt x="2154437" y="36576"/>
                </a:cubicBezTo>
                <a:cubicBezTo>
                  <a:pt x="2001972" y="54007"/>
                  <a:pt x="1880716" y="55934"/>
                  <a:pt x="1671321" y="36576"/>
                </a:cubicBezTo>
                <a:cubicBezTo>
                  <a:pt x="1461926" y="17218"/>
                  <a:pt x="1116754" y="69031"/>
                  <a:pt x="933590" y="36576"/>
                </a:cubicBezTo>
                <a:cubicBezTo>
                  <a:pt x="750426" y="4121"/>
                  <a:pt x="234904" y="7568"/>
                  <a:pt x="0" y="36576"/>
                </a:cubicBezTo>
                <a:cubicBezTo>
                  <a:pt x="-299" y="20797"/>
                  <a:pt x="-1602" y="1003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B428EDC-5A66-4CF8-9545-6CC054B8EBF4}"/>
              </a:ext>
            </a:extLst>
          </p:cNvPr>
          <p:cNvSpPr>
            <a:spLocks noGrp="1"/>
          </p:cNvSpPr>
          <p:nvPr>
            <p:ph idx="1"/>
          </p:nvPr>
        </p:nvSpPr>
        <p:spPr>
          <a:xfrm>
            <a:off x="1280160" y="5413248"/>
            <a:ext cx="13789152" cy="6967728"/>
          </a:xfrm>
        </p:spPr>
        <p:style>
          <a:lnRef idx="2">
            <a:schemeClr val="accent5"/>
          </a:lnRef>
          <a:fillRef idx="1">
            <a:schemeClr val="lt1"/>
          </a:fillRef>
          <a:effectRef idx="0">
            <a:schemeClr val="accent5"/>
          </a:effectRef>
          <a:fontRef idx="minor">
            <a:schemeClr val="dk1"/>
          </a:fontRef>
        </p:style>
        <p:txBody>
          <a:bodyPr>
            <a:normAutofit/>
          </a:bodyPr>
          <a:lstStyle/>
          <a:p>
            <a:r>
              <a:rPr lang="es-ES" sz="3700" b="0" i="0" dirty="0">
                <a:effectLst/>
                <a:latin typeface="arial" panose="020B0604020202020204" pitchFamily="34" charset="0"/>
              </a:rPr>
              <a:t>En seguridad informática, un ataque de denegación de servicio, llamado también ataque </a:t>
            </a:r>
            <a:r>
              <a:rPr lang="es-ES" sz="3700" b="1" i="0" dirty="0">
                <a:effectLst/>
                <a:latin typeface="arial" panose="020B0604020202020204" pitchFamily="34" charset="0"/>
              </a:rPr>
              <a:t>DoS</a:t>
            </a:r>
            <a:r>
              <a:rPr lang="es-ES" sz="3700" b="0" i="0" dirty="0">
                <a:effectLst/>
                <a:latin typeface="arial" panose="020B0604020202020204" pitchFamily="34" charset="0"/>
              </a:rPr>
              <a:t>, es un ataque a un sistema de computadoras o red que causa que un servicio o recurso sea inaccesible a los usuarios legítimos. </a:t>
            </a:r>
          </a:p>
          <a:p>
            <a:br>
              <a:rPr lang="es-ES" sz="3700" dirty="0"/>
            </a:br>
            <a:r>
              <a:rPr lang="es-ES" sz="3700" b="0" i="0" dirty="0">
                <a:effectLst/>
                <a:latin typeface="arial" panose="020B0604020202020204" pitchFamily="34" charset="0"/>
              </a:rPr>
              <a:t>Un </a:t>
            </a:r>
            <a:r>
              <a:rPr lang="es-ES" sz="3700" b="1" i="0" dirty="0">
                <a:effectLst/>
                <a:latin typeface="arial" panose="020B0604020202020204" pitchFamily="34" charset="0"/>
              </a:rPr>
              <a:t>ataque </a:t>
            </a:r>
            <a:r>
              <a:rPr lang="es-ES" sz="3700" b="1" i="0" dirty="0" err="1">
                <a:effectLst/>
                <a:latin typeface="arial" panose="020B0604020202020204" pitchFamily="34" charset="0"/>
              </a:rPr>
              <a:t>DDoS</a:t>
            </a:r>
            <a:r>
              <a:rPr lang="es-ES" sz="3700" b="0" i="0" dirty="0">
                <a:effectLst/>
                <a:latin typeface="arial" panose="020B0604020202020204" pitchFamily="34" charset="0"/>
              </a:rPr>
              <a:t> tiene como objetivo inhabilitar un servidor, un servicio o una infraestructura. ... Durante un </a:t>
            </a:r>
            <a:r>
              <a:rPr lang="es-ES" sz="3700" b="1" i="0" dirty="0">
                <a:effectLst/>
                <a:latin typeface="arial" panose="020B0604020202020204" pitchFamily="34" charset="0"/>
              </a:rPr>
              <a:t>ataque </a:t>
            </a:r>
            <a:r>
              <a:rPr lang="es-ES" sz="3700" b="1" i="0" dirty="0" err="1">
                <a:effectLst/>
                <a:latin typeface="arial" panose="020B0604020202020204" pitchFamily="34" charset="0"/>
              </a:rPr>
              <a:t>DDoS</a:t>
            </a:r>
            <a:r>
              <a:rPr lang="es-ES" sz="3700" b="0" i="0" dirty="0">
                <a:effectLst/>
                <a:latin typeface="arial" panose="020B0604020202020204" pitchFamily="34" charset="0"/>
              </a:rPr>
              <a:t>, se envían simultáneamente múltiples solicitudes desde distintos puntos de la red. La intensidad de este «fuego cruzado» compromete la estabilidad, y, en ocasiones, la disponibilidad del servicio.</a:t>
            </a:r>
          </a:p>
        </p:txBody>
      </p:sp>
      <p:pic>
        <p:nvPicPr>
          <p:cNvPr id="4" name="Google Shape;135;p8" descr="Cómo protegerse de los virus, piratas informáticos y demás ataques? |  Tecnología - ComputerHoy.com">
            <a:extLst>
              <a:ext uri="{FF2B5EF4-FFF2-40B4-BE49-F238E27FC236}">
                <a16:creationId xmlns:a16="http://schemas.microsoft.com/office/drawing/2014/main" id="{B8D4ADFD-1A79-EF57-58CE-950223B7DD98}"/>
              </a:ext>
            </a:extLst>
          </p:cNvPr>
          <p:cNvPicPr preferRelativeResize="0"/>
          <p:nvPr/>
        </p:nvPicPr>
        <p:blipFill rotWithShape="1">
          <a:blip r:embed="rId2"/>
          <a:stretch/>
        </p:blipFill>
        <p:spPr>
          <a:xfrm>
            <a:off x="15727680" y="1417057"/>
            <a:ext cx="8028432" cy="5342556"/>
          </a:xfrm>
          <a:prstGeom prst="rect">
            <a:avLst/>
          </a:prstGeom>
          <a:noFill/>
        </p:spPr>
      </p:pic>
      <p:pic>
        <p:nvPicPr>
          <p:cNvPr id="20482" name="Picture 2" descr="Estafa, Suplantación De Identidad">
            <a:extLst>
              <a:ext uri="{FF2B5EF4-FFF2-40B4-BE49-F238E27FC236}">
                <a16:creationId xmlns:a16="http://schemas.microsoft.com/office/drawing/2014/main" id="{FDB1EF1C-1040-48E9-BEF7-75C9A496930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5971415" y="8158386"/>
            <a:ext cx="7504386" cy="4352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1250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DE294E5-0985-9622-64B9-7BFCE89E52E8}"/>
              </a:ext>
            </a:extLst>
          </p:cNvPr>
          <p:cNvSpPr>
            <a:spLocks noGrp="1"/>
          </p:cNvSpPr>
          <p:nvPr>
            <p:ph type="title" idx="4294967295"/>
          </p:nvPr>
        </p:nvSpPr>
        <p:spPr>
          <a:xfrm>
            <a:off x="1280160" y="658368"/>
            <a:ext cx="13789152" cy="3566160"/>
          </a:xfrm>
        </p:spPr>
        <p:txBody>
          <a:bodyPr vert="horz" lIns="91440" tIns="45720" rIns="91440" bIns="45720" rtlCol="0" anchor="b">
            <a:normAutofit/>
          </a:bodyPr>
          <a:lstStyle/>
          <a:p>
            <a:pPr defTabSz="914400"/>
            <a:r>
              <a:rPr lang="en-US" sz="10800" b="1" dirty="0"/>
              <a:t>ATAQUE</a:t>
            </a:r>
            <a:r>
              <a:rPr lang="en-US" sz="10800" dirty="0"/>
              <a:t> </a:t>
            </a:r>
            <a:r>
              <a:rPr lang="en-US" sz="10800" b="1" dirty="0"/>
              <a:t>MAN IN THE MIDDLE</a:t>
            </a:r>
          </a:p>
        </p:txBody>
      </p:sp>
      <p:sp>
        <p:nvSpPr>
          <p:cNvPr id="1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7904" y="4791456"/>
            <a:ext cx="8487178" cy="36576"/>
          </a:xfrm>
          <a:custGeom>
            <a:avLst/>
            <a:gdLst>
              <a:gd name="connsiteX0" fmla="*/ 0 w 8487178"/>
              <a:gd name="connsiteY0" fmla="*/ 0 h 36576"/>
              <a:gd name="connsiteX1" fmla="*/ 737732 w 8487178"/>
              <a:gd name="connsiteY1" fmla="*/ 0 h 36576"/>
              <a:gd name="connsiteX2" fmla="*/ 1560335 w 8487178"/>
              <a:gd name="connsiteY2" fmla="*/ 0 h 36576"/>
              <a:gd name="connsiteX3" fmla="*/ 1958580 w 8487178"/>
              <a:gd name="connsiteY3" fmla="*/ 0 h 36576"/>
              <a:gd name="connsiteX4" fmla="*/ 2526568 w 8487178"/>
              <a:gd name="connsiteY4" fmla="*/ 0 h 36576"/>
              <a:gd name="connsiteX5" fmla="*/ 2924812 w 8487178"/>
              <a:gd name="connsiteY5" fmla="*/ 0 h 36576"/>
              <a:gd name="connsiteX6" fmla="*/ 3577672 w 8487178"/>
              <a:gd name="connsiteY6" fmla="*/ 0 h 36576"/>
              <a:gd name="connsiteX7" fmla="*/ 4145660 w 8487178"/>
              <a:gd name="connsiteY7" fmla="*/ 0 h 36576"/>
              <a:gd name="connsiteX8" fmla="*/ 4883392 w 8487178"/>
              <a:gd name="connsiteY8" fmla="*/ 0 h 36576"/>
              <a:gd name="connsiteX9" fmla="*/ 5705995 w 8487178"/>
              <a:gd name="connsiteY9" fmla="*/ 0 h 36576"/>
              <a:gd name="connsiteX10" fmla="*/ 6358855 w 8487178"/>
              <a:gd name="connsiteY10" fmla="*/ 0 h 36576"/>
              <a:gd name="connsiteX11" fmla="*/ 7181458 w 8487178"/>
              <a:gd name="connsiteY11" fmla="*/ 0 h 36576"/>
              <a:gd name="connsiteX12" fmla="*/ 7834318 w 8487178"/>
              <a:gd name="connsiteY12" fmla="*/ 0 h 36576"/>
              <a:gd name="connsiteX13" fmla="*/ 8487178 w 8487178"/>
              <a:gd name="connsiteY13" fmla="*/ 0 h 36576"/>
              <a:gd name="connsiteX14" fmla="*/ 8487178 w 8487178"/>
              <a:gd name="connsiteY14" fmla="*/ 36576 h 36576"/>
              <a:gd name="connsiteX15" fmla="*/ 7834318 w 8487178"/>
              <a:gd name="connsiteY15" fmla="*/ 36576 h 36576"/>
              <a:gd name="connsiteX16" fmla="*/ 7351202 w 8487178"/>
              <a:gd name="connsiteY16" fmla="*/ 36576 h 36576"/>
              <a:gd name="connsiteX17" fmla="*/ 6952957 w 8487178"/>
              <a:gd name="connsiteY17" fmla="*/ 36576 h 36576"/>
              <a:gd name="connsiteX18" fmla="*/ 6384969 w 8487178"/>
              <a:gd name="connsiteY18" fmla="*/ 36576 h 36576"/>
              <a:gd name="connsiteX19" fmla="*/ 5732109 w 8487178"/>
              <a:gd name="connsiteY19" fmla="*/ 36576 h 36576"/>
              <a:gd name="connsiteX20" fmla="*/ 5164121 w 8487178"/>
              <a:gd name="connsiteY20" fmla="*/ 36576 h 36576"/>
              <a:gd name="connsiteX21" fmla="*/ 4681005 w 8487178"/>
              <a:gd name="connsiteY21" fmla="*/ 36576 h 36576"/>
              <a:gd name="connsiteX22" fmla="*/ 3858402 w 8487178"/>
              <a:gd name="connsiteY22" fmla="*/ 36576 h 36576"/>
              <a:gd name="connsiteX23" fmla="*/ 3205542 w 8487178"/>
              <a:gd name="connsiteY23" fmla="*/ 36576 h 36576"/>
              <a:gd name="connsiteX24" fmla="*/ 2467810 w 8487178"/>
              <a:gd name="connsiteY24" fmla="*/ 36576 h 36576"/>
              <a:gd name="connsiteX25" fmla="*/ 2069566 w 8487178"/>
              <a:gd name="connsiteY25" fmla="*/ 36576 h 36576"/>
              <a:gd name="connsiteX26" fmla="*/ 1586449 w 8487178"/>
              <a:gd name="connsiteY26" fmla="*/ 36576 h 36576"/>
              <a:gd name="connsiteX27" fmla="*/ 933590 w 8487178"/>
              <a:gd name="connsiteY27" fmla="*/ 36576 h 36576"/>
              <a:gd name="connsiteX28" fmla="*/ 0 w 8487178"/>
              <a:gd name="connsiteY28" fmla="*/ 36576 h 36576"/>
              <a:gd name="connsiteX29" fmla="*/ 0 w 8487178"/>
              <a:gd name="connsiteY29"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87178" h="36576" fill="none" extrusionOk="0">
                <a:moveTo>
                  <a:pt x="0" y="0"/>
                </a:moveTo>
                <a:cubicBezTo>
                  <a:pt x="158648" y="-23080"/>
                  <a:pt x="414015" y="33691"/>
                  <a:pt x="737732" y="0"/>
                </a:cubicBezTo>
                <a:cubicBezTo>
                  <a:pt x="1061449" y="-33691"/>
                  <a:pt x="1348785" y="-6923"/>
                  <a:pt x="1560335" y="0"/>
                </a:cubicBezTo>
                <a:cubicBezTo>
                  <a:pt x="1771885" y="6923"/>
                  <a:pt x="1874673" y="6083"/>
                  <a:pt x="1958580" y="0"/>
                </a:cubicBezTo>
                <a:cubicBezTo>
                  <a:pt x="2042488" y="-6083"/>
                  <a:pt x="2411773" y="5497"/>
                  <a:pt x="2526568" y="0"/>
                </a:cubicBezTo>
                <a:cubicBezTo>
                  <a:pt x="2641363" y="-5497"/>
                  <a:pt x="2769955" y="14545"/>
                  <a:pt x="2924812" y="0"/>
                </a:cubicBezTo>
                <a:cubicBezTo>
                  <a:pt x="3079669" y="-14545"/>
                  <a:pt x="3398796" y="-305"/>
                  <a:pt x="3577672" y="0"/>
                </a:cubicBezTo>
                <a:cubicBezTo>
                  <a:pt x="3756548" y="305"/>
                  <a:pt x="4010524" y="-19439"/>
                  <a:pt x="4145660" y="0"/>
                </a:cubicBezTo>
                <a:cubicBezTo>
                  <a:pt x="4280796" y="19439"/>
                  <a:pt x="4519168" y="18856"/>
                  <a:pt x="4883392" y="0"/>
                </a:cubicBezTo>
                <a:cubicBezTo>
                  <a:pt x="5247616" y="-18856"/>
                  <a:pt x="5354959" y="-20344"/>
                  <a:pt x="5705995" y="0"/>
                </a:cubicBezTo>
                <a:cubicBezTo>
                  <a:pt x="6057031" y="20344"/>
                  <a:pt x="6165300" y="31467"/>
                  <a:pt x="6358855" y="0"/>
                </a:cubicBezTo>
                <a:cubicBezTo>
                  <a:pt x="6552410" y="-31467"/>
                  <a:pt x="6791945" y="-470"/>
                  <a:pt x="7181458" y="0"/>
                </a:cubicBezTo>
                <a:cubicBezTo>
                  <a:pt x="7570971" y="470"/>
                  <a:pt x="7589420" y="-27923"/>
                  <a:pt x="7834318" y="0"/>
                </a:cubicBezTo>
                <a:cubicBezTo>
                  <a:pt x="8079216" y="27923"/>
                  <a:pt x="8244660" y="-28188"/>
                  <a:pt x="8487178" y="0"/>
                </a:cubicBezTo>
                <a:cubicBezTo>
                  <a:pt x="8487756" y="9299"/>
                  <a:pt x="8487778" y="26774"/>
                  <a:pt x="8487178" y="36576"/>
                </a:cubicBezTo>
                <a:cubicBezTo>
                  <a:pt x="8193354" y="68129"/>
                  <a:pt x="8121938" y="60994"/>
                  <a:pt x="7834318" y="36576"/>
                </a:cubicBezTo>
                <a:cubicBezTo>
                  <a:pt x="7546698" y="12158"/>
                  <a:pt x="7507615" y="29628"/>
                  <a:pt x="7351202" y="36576"/>
                </a:cubicBezTo>
                <a:cubicBezTo>
                  <a:pt x="7194789" y="43524"/>
                  <a:pt x="7096566" y="31598"/>
                  <a:pt x="6952957" y="36576"/>
                </a:cubicBezTo>
                <a:cubicBezTo>
                  <a:pt x="6809349" y="41554"/>
                  <a:pt x="6510534" y="54733"/>
                  <a:pt x="6384969" y="36576"/>
                </a:cubicBezTo>
                <a:cubicBezTo>
                  <a:pt x="6259404" y="18419"/>
                  <a:pt x="5956387" y="64521"/>
                  <a:pt x="5732109" y="36576"/>
                </a:cubicBezTo>
                <a:cubicBezTo>
                  <a:pt x="5507831" y="8631"/>
                  <a:pt x="5425540" y="32239"/>
                  <a:pt x="5164121" y="36576"/>
                </a:cubicBezTo>
                <a:cubicBezTo>
                  <a:pt x="4902702" y="40913"/>
                  <a:pt x="4815733" y="45661"/>
                  <a:pt x="4681005" y="36576"/>
                </a:cubicBezTo>
                <a:cubicBezTo>
                  <a:pt x="4546277" y="27491"/>
                  <a:pt x="4111650" y="24454"/>
                  <a:pt x="3858402" y="36576"/>
                </a:cubicBezTo>
                <a:cubicBezTo>
                  <a:pt x="3605154" y="48698"/>
                  <a:pt x="3355682" y="45487"/>
                  <a:pt x="3205542" y="36576"/>
                </a:cubicBezTo>
                <a:cubicBezTo>
                  <a:pt x="3055402" y="27665"/>
                  <a:pt x="2716580" y="64954"/>
                  <a:pt x="2467810" y="36576"/>
                </a:cubicBezTo>
                <a:cubicBezTo>
                  <a:pt x="2219040" y="8198"/>
                  <a:pt x="2149690" y="30867"/>
                  <a:pt x="2069566" y="36576"/>
                </a:cubicBezTo>
                <a:cubicBezTo>
                  <a:pt x="1989442" y="42285"/>
                  <a:pt x="1703335" y="42806"/>
                  <a:pt x="1586449" y="36576"/>
                </a:cubicBezTo>
                <a:cubicBezTo>
                  <a:pt x="1469563" y="30346"/>
                  <a:pt x="1212036" y="34821"/>
                  <a:pt x="933590" y="36576"/>
                </a:cubicBezTo>
                <a:cubicBezTo>
                  <a:pt x="655144" y="38331"/>
                  <a:pt x="215255" y="74183"/>
                  <a:pt x="0" y="36576"/>
                </a:cubicBezTo>
                <a:cubicBezTo>
                  <a:pt x="-516" y="20544"/>
                  <a:pt x="1802" y="17140"/>
                  <a:pt x="0" y="0"/>
                </a:cubicBezTo>
                <a:close/>
              </a:path>
              <a:path w="8487178" h="36576" stroke="0" extrusionOk="0">
                <a:moveTo>
                  <a:pt x="0" y="0"/>
                </a:moveTo>
                <a:cubicBezTo>
                  <a:pt x="141875" y="16416"/>
                  <a:pt x="317987" y="-14018"/>
                  <a:pt x="483116" y="0"/>
                </a:cubicBezTo>
                <a:cubicBezTo>
                  <a:pt x="648245" y="14018"/>
                  <a:pt x="704570" y="5647"/>
                  <a:pt x="881361" y="0"/>
                </a:cubicBezTo>
                <a:cubicBezTo>
                  <a:pt x="1058153" y="-5647"/>
                  <a:pt x="1211393" y="2543"/>
                  <a:pt x="1364477" y="0"/>
                </a:cubicBezTo>
                <a:cubicBezTo>
                  <a:pt x="1517561" y="-2543"/>
                  <a:pt x="1713772" y="-6752"/>
                  <a:pt x="2017337" y="0"/>
                </a:cubicBezTo>
                <a:cubicBezTo>
                  <a:pt x="2320902" y="6752"/>
                  <a:pt x="2535852" y="27273"/>
                  <a:pt x="2755069" y="0"/>
                </a:cubicBezTo>
                <a:cubicBezTo>
                  <a:pt x="2974286" y="-27273"/>
                  <a:pt x="3322220" y="-6972"/>
                  <a:pt x="3577672" y="0"/>
                </a:cubicBezTo>
                <a:cubicBezTo>
                  <a:pt x="3833124" y="6972"/>
                  <a:pt x="4082700" y="-30587"/>
                  <a:pt x="4400275" y="0"/>
                </a:cubicBezTo>
                <a:cubicBezTo>
                  <a:pt x="4717850" y="30587"/>
                  <a:pt x="4848568" y="-17249"/>
                  <a:pt x="4968263" y="0"/>
                </a:cubicBezTo>
                <a:cubicBezTo>
                  <a:pt x="5087958" y="17249"/>
                  <a:pt x="5447087" y="18553"/>
                  <a:pt x="5705995" y="0"/>
                </a:cubicBezTo>
                <a:cubicBezTo>
                  <a:pt x="5964903" y="-18553"/>
                  <a:pt x="6211105" y="-17498"/>
                  <a:pt x="6358855" y="0"/>
                </a:cubicBezTo>
                <a:cubicBezTo>
                  <a:pt x="6506605" y="17498"/>
                  <a:pt x="6655586" y="-15953"/>
                  <a:pt x="6926843" y="0"/>
                </a:cubicBezTo>
                <a:cubicBezTo>
                  <a:pt x="7198100" y="15953"/>
                  <a:pt x="7439942" y="-28058"/>
                  <a:pt x="7664575" y="0"/>
                </a:cubicBezTo>
                <a:cubicBezTo>
                  <a:pt x="7889208" y="28058"/>
                  <a:pt x="8244819" y="-11603"/>
                  <a:pt x="8487178" y="0"/>
                </a:cubicBezTo>
                <a:cubicBezTo>
                  <a:pt x="8486954" y="11559"/>
                  <a:pt x="8486570" y="21146"/>
                  <a:pt x="8487178" y="36576"/>
                </a:cubicBezTo>
                <a:cubicBezTo>
                  <a:pt x="8363638" y="18444"/>
                  <a:pt x="8225194" y="49967"/>
                  <a:pt x="8004062" y="36576"/>
                </a:cubicBezTo>
                <a:cubicBezTo>
                  <a:pt x="7782930" y="23185"/>
                  <a:pt x="7442338" y="64256"/>
                  <a:pt x="7181458" y="36576"/>
                </a:cubicBezTo>
                <a:cubicBezTo>
                  <a:pt x="6920578" y="8896"/>
                  <a:pt x="6812793" y="31551"/>
                  <a:pt x="6698342" y="36576"/>
                </a:cubicBezTo>
                <a:cubicBezTo>
                  <a:pt x="6583891" y="41601"/>
                  <a:pt x="6260356" y="9334"/>
                  <a:pt x="5960610" y="36576"/>
                </a:cubicBezTo>
                <a:cubicBezTo>
                  <a:pt x="5660864" y="63818"/>
                  <a:pt x="5663756" y="35872"/>
                  <a:pt x="5562366" y="36576"/>
                </a:cubicBezTo>
                <a:cubicBezTo>
                  <a:pt x="5460976" y="37280"/>
                  <a:pt x="5069820" y="22312"/>
                  <a:pt x="4909506" y="36576"/>
                </a:cubicBezTo>
                <a:cubicBezTo>
                  <a:pt x="4749192" y="50840"/>
                  <a:pt x="4551078" y="46187"/>
                  <a:pt x="4426390" y="36576"/>
                </a:cubicBezTo>
                <a:cubicBezTo>
                  <a:pt x="4301702" y="26965"/>
                  <a:pt x="3916782" y="59932"/>
                  <a:pt x="3603786" y="36576"/>
                </a:cubicBezTo>
                <a:cubicBezTo>
                  <a:pt x="3290790" y="13220"/>
                  <a:pt x="3382822" y="52886"/>
                  <a:pt x="3205542" y="36576"/>
                </a:cubicBezTo>
                <a:cubicBezTo>
                  <a:pt x="3028262" y="20266"/>
                  <a:pt x="2723637" y="9596"/>
                  <a:pt x="2552682" y="36576"/>
                </a:cubicBezTo>
                <a:cubicBezTo>
                  <a:pt x="2381727" y="63556"/>
                  <a:pt x="2306903" y="19145"/>
                  <a:pt x="2154437" y="36576"/>
                </a:cubicBezTo>
                <a:cubicBezTo>
                  <a:pt x="2001972" y="54007"/>
                  <a:pt x="1880716" y="55934"/>
                  <a:pt x="1671321" y="36576"/>
                </a:cubicBezTo>
                <a:cubicBezTo>
                  <a:pt x="1461926" y="17218"/>
                  <a:pt x="1116754" y="69031"/>
                  <a:pt x="933590" y="36576"/>
                </a:cubicBezTo>
                <a:cubicBezTo>
                  <a:pt x="750426" y="4121"/>
                  <a:pt x="234904" y="7568"/>
                  <a:pt x="0" y="36576"/>
                </a:cubicBezTo>
                <a:cubicBezTo>
                  <a:pt x="-299" y="20797"/>
                  <a:pt x="-1602" y="1003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0C2A246-77B6-3277-5E4D-30BB4AEA5926}"/>
              </a:ext>
            </a:extLst>
          </p:cNvPr>
          <p:cNvSpPr>
            <a:spLocks noGrp="1"/>
          </p:cNvSpPr>
          <p:nvPr>
            <p:ph idx="4294967295"/>
          </p:nvPr>
        </p:nvSpPr>
        <p:spPr>
          <a:xfrm>
            <a:off x="1280160" y="5413248"/>
            <a:ext cx="13789152" cy="6967728"/>
          </a:xfrm>
        </p:spPr>
        <p:txBody>
          <a:bodyPr vert="horz" lIns="91440" tIns="45720" rIns="91440" bIns="45720" rtlCol="0">
            <a:normAutofit/>
          </a:bodyPr>
          <a:lstStyle/>
          <a:p>
            <a:pPr indent="-228600" defTabSz="914400"/>
            <a:r>
              <a:rPr lang="en-US" sz="4400" dirty="0"/>
              <a:t>Por </a:t>
            </a:r>
            <a:r>
              <a:rPr lang="en-US" sz="4400" dirty="0" err="1"/>
              <a:t>otro</a:t>
            </a:r>
            <a:r>
              <a:rPr lang="en-US" sz="4400" dirty="0"/>
              <a:t> </a:t>
            </a:r>
            <a:r>
              <a:rPr lang="en-US" sz="4400" dirty="0" err="1"/>
              <a:t>lado</a:t>
            </a:r>
            <a:r>
              <a:rPr lang="en-US" sz="4400" dirty="0"/>
              <a:t>, un </a:t>
            </a:r>
            <a:r>
              <a:rPr lang="en-US" sz="4400" dirty="0" err="1"/>
              <a:t>ataque</a:t>
            </a:r>
            <a:r>
              <a:rPr lang="en-US" sz="4400" dirty="0"/>
              <a:t> de MitM es un </a:t>
            </a:r>
            <a:r>
              <a:rPr lang="en-US" sz="4400" dirty="0" err="1"/>
              <a:t>tipo</a:t>
            </a:r>
            <a:r>
              <a:rPr lang="en-US" sz="4400" dirty="0"/>
              <a:t> de </a:t>
            </a:r>
            <a:r>
              <a:rPr lang="en-US" sz="4400" dirty="0" err="1"/>
              <a:t>ataque</a:t>
            </a:r>
            <a:r>
              <a:rPr lang="en-US" sz="4400" dirty="0"/>
              <a:t> </a:t>
            </a:r>
            <a:r>
              <a:rPr lang="en-US" sz="4400" dirty="0" err="1"/>
              <a:t>en</a:t>
            </a:r>
            <a:r>
              <a:rPr lang="en-US" sz="4400" dirty="0"/>
              <a:t> </a:t>
            </a:r>
            <a:r>
              <a:rPr lang="en-US" sz="4400" dirty="0" err="1"/>
              <a:t>el</a:t>
            </a:r>
            <a:r>
              <a:rPr lang="en-US" sz="4400" dirty="0"/>
              <a:t> que un </a:t>
            </a:r>
            <a:r>
              <a:rPr lang="en-US" sz="4400" dirty="0" err="1"/>
              <a:t>atacante</a:t>
            </a:r>
            <a:r>
              <a:rPr lang="en-US" sz="4400" dirty="0"/>
              <a:t> </a:t>
            </a:r>
            <a:r>
              <a:rPr lang="en-US" sz="4400" dirty="0" err="1"/>
              <a:t>intercepta</a:t>
            </a:r>
            <a:r>
              <a:rPr lang="en-US" sz="4400" dirty="0"/>
              <a:t> la </a:t>
            </a:r>
            <a:r>
              <a:rPr lang="en-US" sz="4400" dirty="0" err="1"/>
              <a:t>comunicación</a:t>
            </a:r>
            <a:r>
              <a:rPr lang="en-US" sz="4400" dirty="0"/>
              <a:t> entre dos partes </a:t>
            </a:r>
            <a:r>
              <a:rPr lang="en-US" sz="4400" dirty="0" err="1"/>
              <a:t>legítimas</a:t>
            </a:r>
            <a:r>
              <a:rPr lang="en-US" sz="4400" dirty="0"/>
              <a:t>, para </a:t>
            </a:r>
            <a:r>
              <a:rPr lang="en-US" sz="4400" dirty="0" err="1"/>
              <a:t>monitorear</a:t>
            </a:r>
            <a:r>
              <a:rPr lang="en-US" sz="4400" dirty="0"/>
              <a:t>, manipular o </a:t>
            </a:r>
            <a:r>
              <a:rPr lang="en-US" sz="4400" dirty="0" err="1"/>
              <a:t>inyectar</a:t>
            </a:r>
            <a:r>
              <a:rPr lang="en-US" sz="4400" dirty="0"/>
              <a:t> </a:t>
            </a:r>
            <a:r>
              <a:rPr lang="en-US" sz="4400" dirty="0" err="1"/>
              <a:t>información</a:t>
            </a:r>
            <a:r>
              <a:rPr lang="en-US" sz="4400" dirty="0"/>
              <a:t> </a:t>
            </a:r>
            <a:r>
              <a:rPr lang="en-US" sz="4400" dirty="0" err="1"/>
              <a:t>en</a:t>
            </a:r>
            <a:r>
              <a:rPr lang="en-US" sz="4400" dirty="0"/>
              <a:t> la </a:t>
            </a:r>
            <a:r>
              <a:rPr lang="en-US" sz="4400" dirty="0" err="1"/>
              <a:t>comunicación</a:t>
            </a:r>
            <a:r>
              <a:rPr lang="en-US" sz="4400" dirty="0"/>
              <a:t> sin que las partes lo </a:t>
            </a:r>
            <a:r>
              <a:rPr lang="en-US" sz="4400" dirty="0" err="1"/>
              <a:t>sepan</a:t>
            </a:r>
            <a:r>
              <a:rPr lang="en-US" sz="4400" dirty="0"/>
              <a:t>. Los </a:t>
            </a:r>
            <a:r>
              <a:rPr lang="en-US" sz="4400" dirty="0" err="1"/>
              <a:t>vectores</a:t>
            </a:r>
            <a:r>
              <a:rPr lang="en-US" sz="4400" dirty="0"/>
              <a:t> de </a:t>
            </a:r>
            <a:r>
              <a:rPr lang="en-US" sz="4400" dirty="0" err="1"/>
              <a:t>ataque</a:t>
            </a:r>
            <a:r>
              <a:rPr lang="en-US" sz="4400" dirty="0"/>
              <a:t> </a:t>
            </a:r>
            <a:r>
              <a:rPr lang="en-US" sz="4400" dirty="0" err="1"/>
              <a:t>comunes</a:t>
            </a:r>
            <a:r>
              <a:rPr lang="en-US" sz="4400" dirty="0"/>
              <a:t> para </a:t>
            </a:r>
            <a:r>
              <a:rPr lang="en-US" sz="4400" dirty="0" err="1"/>
              <a:t>los</a:t>
            </a:r>
            <a:r>
              <a:rPr lang="en-US" sz="4400" dirty="0"/>
              <a:t> </a:t>
            </a:r>
            <a:r>
              <a:rPr lang="en-US" sz="4400" dirty="0" err="1"/>
              <a:t>ataques</a:t>
            </a:r>
            <a:r>
              <a:rPr lang="en-US" sz="4400" dirty="0"/>
              <a:t> de MitM </a:t>
            </a:r>
            <a:r>
              <a:rPr lang="en-US" sz="4400" dirty="0" err="1"/>
              <a:t>incluyen</a:t>
            </a:r>
            <a:r>
              <a:rPr lang="en-US" sz="4400" dirty="0"/>
              <a:t> </a:t>
            </a:r>
            <a:r>
              <a:rPr lang="en-US" sz="4400" dirty="0" err="1"/>
              <a:t>el</a:t>
            </a:r>
            <a:r>
              <a:rPr lang="en-US" sz="4400" dirty="0"/>
              <a:t> </a:t>
            </a:r>
            <a:r>
              <a:rPr lang="en-US" sz="4400" dirty="0" err="1"/>
              <a:t>uso</a:t>
            </a:r>
            <a:r>
              <a:rPr lang="en-US" sz="4400" dirty="0"/>
              <a:t> de ARP spoofing, DNS spoofing, SSL stripping y </a:t>
            </a:r>
            <a:r>
              <a:rPr lang="en-US" sz="4400" dirty="0" err="1"/>
              <a:t>otros</a:t>
            </a:r>
            <a:r>
              <a:rPr lang="en-US" sz="4400" dirty="0"/>
              <a:t>.</a:t>
            </a:r>
          </a:p>
        </p:txBody>
      </p:sp>
      <p:pic>
        <p:nvPicPr>
          <p:cNvPr id="4" name="Google Shape;135;p8" descr="Cómo protegerse de los virus, piratas informáticos y demás ataques? |  Tecnología - ComputerHoy.com">
            <a:extLst>
              <a:ext uri="{FF2B5EF4-FFF2-40B4-BE49-F238E27FC236}">
                <a16:creationId xmlns:a16="http://schemas.microsoft.com/office/drawing/2014/main" id="{1237C5F8-EFDC-F31F-D6B7-0F1AA13AFD8B}"/>
              </a:ext>
            </a:extLst>
          </p:cNvPr>
          <p:cNvPicPr preferRelativeResize="0"/>
          <p:nvPr/>
        </p:nvPicPr>
        <p:blipFill rotWithShape="1">
          <a:blip r:embed="rId2"/>
          <a:stretch/>
        </p:blipFill>
        <p:spPr>
          <a:xfrm>
            <a:off x="15727680" y="1417057"/>
            <a:ext cx="8028432" cy="5342556"/>
          </a:xfrm>
          <a:prstGeom prst="rect">
            <a:avLst/>
          </a:prstGeom>
          <a:noFill/>
        </p:spPr>
      </p:pic>
      <p:pic>
        <p:nvPicPr>
          <p:cNvPr id="7" name="Imagen 6" descr="Diagrama&#10;&#10;Descripción generada automáticamente">
            <a:extLst>
              <a:ext uri="{FF2B5EF4-FFF2-40B4-BE49-F238E27FC236}">
                <a16:creationId xmlns:a16="http://schemas.microsoft.com/office/drawing/2014/main" id="{9FBC8D52-0AB5-D30F-745D-5F4593CD72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27680" y="8466561"/>
            <a:ext cx="7991856" cy="3736193"/>
          </a:xfrm>
          <a:prstGeom prst="rect">
            <a:avLst/>
          </a:prstGeom>
        </p:spPr>
      </p:pic>
    </p:spTree>
    <p:extLst>
      <p:ext uri="{BB962C8B-B14F-4D97-AF65-F5344CB8AC3E}">
        <p14:creationId xmlns:p14="http://schemas.microsoft.com/office/powerpoint/2010/main" val="2227637997"/>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DE294E5-0985-9622-64B9-7BFCE89E52E8}"/>
              </a:ext>
            </a:extLst>
          </p:cNvPr>
          <p:cNvSpPr>
            <a:spLocks noGrp="1"/>
          </p:cNvSpPr>
          <p:nvPr>
            <p:ph type="title" idx="4294967295"/>
          </p:nvPr>
        </p:nvSpPr>
        <p:spPr>
          <a:xfrm>
            <a:off x="1144986" y="477078"/>
            <a:ext cx="22037040" cy="2868830"/>
          </a:xfrm>
        </p:spPr>
        <p:txBody>
          <a:bodyPr vert="horz" lIns="91440" tIns="45720" rIns="91440" bIns="45720" rtlCol="0" anchor="b">
            <a:normAutofit/>
          </a:bodyPr>
          <a:lstStyle/>
          <a:p>
            <a:pPr defTabSz="914400"/>
            <a:r>
              <a:rPr lang="en-US" sz="10000" b="1"/>
              <a:t>ATAQUE</a:t>
            </a:r>
            <a:r>
              <a:rPr lang="en-US" sz="10000"/>
              <a:t> </a:t>
            </a:r>
            <a:r>
              <a:rPr lang="en-US" sz="10000" b="1"/>
              <a:t>MAN IN THE MIDDLE: COMO SE LLEVA A CABO</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4986" y="3363088"/>
            <a:ext cx="21945600" cy="36576"/>
          </a:xfrm>
          <a:custGeom>
            <a:avLst/>
            <a:gdLst>
              <a:gd name="connsiteX0" fmla="*/ 0 w 21945600"/>
              <a:gd name="connsiteY0" fmla="*/ 0 h 36576"/>
              <a:gd name="connsiteX1" fmla="*/ 905256 w 21945600"/>
              <a:gd name="connsiteY1" fmla="*/ 0 h 36576"/>
              <a:gd name="connsiteX2" fmla="*/ 1810512 w 21945600"/>
              <a:gd name="connsiteY2" fmla="*/ 0 h 36576"/>
              <a:gd name="connsiteX3" fmla="*/ 2057400 w 21945600"/>
              <a:gd name="connsiteY3" fmla="*/ 0 h 36576"/>
              <a:gd name="connsiteX4" fmla="*/ 2743200 w 21945600"/>
              <a:gd name="connsiteY4" fmla="*/ 0 h 36576"/>
              <a:gd name="connsiteX5" fmla="*/ 3867912 w 21945600"/>
              <a:gd name="connsiteY5" fmla="*/ 0 h 36576"/>
              <a:gd name="connsiteX6" fmla="*/ 4114800 w 21945600"/>
              <a:gd name="connsiteY6" fmla="*/ 0 h 36576"/>
              <a:gd name="connsiteX7" fmla="*/ 4800600 w 21945600"/>
              <a:gd name="connsiteY7" fmla="*/ 0 h 36576"/>
              <a:gd name="connsiteX8" fmla="*/ 5486400 w 21945600"/>
              <a:gd name="connsiteY8" fmla="*/ 0 h 36576"/>
              <a:gd name="connsiteX9" fmla="*/ 5513832 w 21945600"/>
              <a:gd name="connsiteY9" fmla="*/ 0 h 36576"/>
              <a:gd name="connsiteX10" fmla="*/ 5760720 w 21945600"/>
              <a:gd name="connsiteY10" fmla="*/ 0 h 36576"/>
              <a:gd name="connsiteX11" fmla="*/ 6007608 w 21945600"/>
              <a:gd name="connsiteY11" fmla="*/ 0 h 36576"/>
              <a:gd name="connsiteX12" fmla="*/ 6693408 w 21945600"/>
              <a:gd name="connsiteY12" fmla="*/ 0 h 36576"/>
              <a:gd name="connsiteX13" fmla="*/ 7818120 w 21945600"/>
              <a:gd name="connsiteY13" fmla="*/ 0 h 36576"/>
              <a:gd name="connsiteX14" fmla="*/ 8065008 w 21945600"/>
              <a:gd name="connsiteY14" fmla="*/ 0 h 36576"/>
              <a:gd name="connsiteX15" fmla="*/ 9189720 w 21945600"/>
              <a:gd name="connsiteY15" fmla="*/ 0 h 36576"/>
              <a:gd name="connsiteX16" fmla="*/ 9436608 w 21945600"/>
              <a:gd name="connsiteY16" fmla="*/ 0 h 36576"/>
              <a:gd name="connsiteX17" fmla="*/ 10122408 w 21945600"/>
              <a:gd name="connsiteY17" fmla="*/ 0 h 36576"/>
              <a:gd name="connsiteX18" fmla="*/ 10369296 w 21945600"/>
              <a:gd name="connsiteY18" fmla="*/ 0 h 36576"/>
              <a:gd name="connsiteX19" fmla="*/ 10835640 w 21945600"/>
              <a:gd name="connsiteY19" fmla="*/ 0 h 36576"/>
              <a:gd name="connsiteX20" fmla="*/ 11521440 w 21945600"/>
              <a:gd name="connsiteY20" fmla="*/ 0 h 36576"/>
              <a:gd name="connsiteX21" fmla="*/ 12646152 w 21945600"/>
              <a:gd name="connsiteY21" fmla="*/ 0 h 36576"/>
              <a:gd name="connsiteX22" fmla="*/ 13551408 w 21945600"/>
              <a:gd name="connsiteY22" fmla="*/ 0 h 36576"/>
              <a:gd name="connsiteX23" fmla="*/ 14017752 w 21945600"/>
              <a:gd name="connsiteY23" fmla="*/ 0 h 36576"/>
              <a:gd name="connsiteX24" fmla="*/ 14264640 w 21945600"/>
              <a:gd name="connsiteY24" fmla="*/ 0 h 36576"/>
              <a:gd name="connsiteX25" fmla="*/ 15169896 w 21945600"/>
              <a:gd name="connsiteY25" fmla="*/ 0 h 36576"/>
              <a:gd name="connsiteX26" fmla="*/ 15636240 w 21945600"/>
              <a:gd name="connsiteY26" fmla="*/ 0 h 36576"/>
              <a:gd name="connsiteX27" fmla="*/ 16102584 w 21945600"/>
              <a:gd name="connsiteY27" fmla="*/ 0 h 36576"/>
              <a:gd name="connsiteX28" fmla="*/ 16130016 w 21945600"/>
              <a:gd name="connsiteY28" fmla="*/ 0 h 36576"/>
              <a:gd name="connsiteX29" fmla="*/ 17254728 w 21945600"/>
              <a:gd name="connsiteY29" fmla="*/ 0 h 36576"/>
              <a:gd name="connsiteX30" fmla="*/ 18159984 w 21945600"/>
              <a:gd name="connsiteY30" fmla="*/ 0 h 36576"/>
              <a:gd name="connsiteX31" fmla="*/ 19065240 w 21945600"/>
              <a:gd name="connsiteY31" fmla="*/ 0 h 36576"/>
              <a:gd name="connsiteX32" fmla="*/ 19092672 w 21945600"/>
              <a:gd name="connsiteY32" fmla="*/ 0 h 36576"/>
              <a:gd name="connsiteX33" fmla="*/ 19120104 w 21945600"/>
              <a:gd name="connsiteY33" fmla="*/ 0 h 36576"/>
              <a:gd name="connsiteX34" fmla="*/ 19147536 w 21945600"/>
              <a:gd name="connsiteY34" fmla="*/ 0 h 36576"/>
              <a:gd name="connsiteX35" fmla="*/ 19833336 w 21945600"/>
              <a:gd name="connsiteY35" fmla="*/ 0 h 36576"/>
              <a:gd name="connsiteX36" fmla="*/ 20738592 w 21945600"/>
              <a:gd name="connsiteY36" fmla="*/ 0 h 36576"/>
              <a:gd name="connsiteX37" fmla="*/ 21945600 w 21945600"/>
              <a:gd name="connsiteY37" fmla="*/ 0 h 36576"/>
              <a:gd name="connsiteX38" fmla="*/ 21945600 w 21945600"/>
              <a:gd name="connsiteY38" fmla="*/ 36576 h 36576"/>
              <a:gd name="connsiteX39" fmla="*/ 20820888 w 21945600"/>
              <a:gd name="connsiteY39" fmla="*/ 36576 h 36576"/>
              <a:gd name="connsiteX40" fmla="*/ 20354544 w 21945600"/>
              <a:gd name="connsiteY40" fmla="*/ 36576 h 36576"/>
              <a:gd name="connsiteX41" fmla="*/ 20327112 w 21945600"/>
              <a:gd name="connsiteY41" fmla="*/ 36576 h 36576"/>
              <a:gd name="connsiteX42" fmla="*/ 19421856 w 21945600"/>
              <a:gd name="connsiteY42" fmla="*/ 36576 h 36576"/>
              <a:gd name="connsiteX43" fmla="*/ 18516600 w 21945600"/>
              <a:gd name="connsiteY43" fmla="*/ 36576 h 36576"/>
              <a:gd name="connsiteX44" fmla="*/ 17830800 w 21945600"/>
              <a:gd name="connsiteY44" fmla="*/ 36576 h 36576"/>
              <a:gd name="connsiteX45" fmla="*/ 17583912 w 21945600"/>
              <a:gd name="connsiteY45" fmla="*/ 36576 h 36576"/>
              <a:gd name="connsiteX46" fmla="*/ 16898112 w 21945600"/>
              <a:gd name="connsiteY46" fmla="*/ 36576 h 36576"/>
              <a:gd name="connsiteX47" fmla="*/ 15992856 w 21945600"/>
              <a:gd name="connsiteY47" fmla="*/ 36576 h 36576"/>
              <a:gd name="connsiteX48" fmla="*/ 15087600 w 21945600"/>
              <a:gd name="connsiteY48" fmla="*/ 36576 h 36576"/>
              <a:gd name="connsiteX49" fmla="*/ 14840712 w 21945600"/>
              <a:gd name="connsiteY49" fmla="*/ 36576 h 36576"/>
              <a:gd name="connsiteX50" fmla="*/ 13716000 w 21945600"/>
              <a:gd name="connsiteY50" fmla="*/ 36576 h 36576"/>
              <a:gd name="connsiteX51" fmla="*/ 13688568 w 21945600"/>
              <a:gd name="connsiteY51" fmla="*/ 36576 h 36576"/>
              <a:gd name="connsiteX52" fmla="*/ 13441680 w 21945600"/>
              <a:gd name="connsiteY52" fmla="*/ 36576 h 36576"/>
              <a:gd name="connsiteX53" fmla="*/ 12975336 w 21945600"/>
              <a:gd name="connsiteY53" fmla="*/ 36576 h 36576"/>
              <a:gd name="connsiteX54" fmla="*/ 12070080 w 21945600"/>
              <a:gd name="connsiteY54" fmla="*/ 36576 h 36576"/>
              <a:gd name="connsiteX55" fmla="*/ 11164824 w 21945600"/>
              <a:gd name="connsiteY55" fmla="*/ 36576 h 36576"/>
              <a:gd name="connsiteX56" fmla="*/ 10040112 w 21945600"/>
              <a:gd name="connsiteY56" fmla="*/ 36576 h 36576"/>
              <a:gd name="connsiteX57" fmla="*/ 8915400 w 21945600"/>
              <a:gd name="connsiteY57" fmla="*/ 36576 h 36576"/>
              <a:gd name="connsiteX58" fmla="*/ 8010144 w 21945600"/>
              <a:gd name="connsiteY58" fmla="*/ 36576 h 36576"/>
              <a:gd name="connsiteX59" fmla="*/ 7324344 w 21945600"/>
              <a:gd name="connsiteY59" fmla="*/ 36576 h 36576"/>
              <a:gd name="connsiteX60" fmla="*/ 7077456 w 21945600"/>
              <a:gd name="connsiteY60" fmla="*/ 36576 h 36576"/>
              <a:gd name="connsiteX61" fmla="*/ 6172200 w 21945600"/>
              <a:gd name="connsiteY61" fmla="*/ 36576 h 36576"/>
              <a:gd name="connsiteX62" fmla="*/ 5266944 w 21945600"/>
              <a:gd name="connsiteY62" fmla="*/ 36576 h 36576"/>
              <a:gd name="connsiteX63" fmla="*/ 5020056 w 21945600"/>
              <a:gd name="connsiteY63" fmla="*/ 36576 h 36576"/>
              <a:gd name="connsiteX64" fmla="*/ 4553712 w 21945600"/>
              <a:gd name="connsiteY64" fmla="*/ 36576 h 36576"/>
              <a:gd name="connsiteX65" fmla="*/ 4087368 w 21945600"/>
              <a:gd name="connsiteY65" fmla="*/ 36576 h 36576"/>
              <a:gd name="connsiteX66" fmla="*/ 3621024 w 21945600"/>
              <a:gd name="connsiteY66" fmla="*/ 36576 h 36576"/>
              <a:gd name="connsiteX67" fmla="*/ 2715768 w 21945600"/>
              <a:gd name="connsiteY67" fmla="*/ 36576 h 36576"/>
              <a:gd name="connsiteX68" fmla="*/ 2249424 w 21945600"/>
              <a:gd name="connsiteY68" fmla="*/ 36576 h 36576"/>
              <a:gd name="connsiteX69" fmla="*/ 1124712 w 21945600"/>
              <a:gd name="connsiteY69" fmla="*/ 36576 h 36576"/>
              <a:gd name="connsiteX70" fmla="*/ 0 w 21945600"/>
              <a:gd name="connsiteY70" fmla="*/ 36576 h 36576"/>
              <a:gd name="connsiteX71" fmla="*/ 0 w 21945600"/>
              <a:gd name="connsiteY7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1945600" h="36576" fill="none" extrusionOk="0">
                <a:moveTo>
                  <a:pt x="0" y="0"/>
                </a:moveTo>
                <a:cubicBezTo>
                  <a:pt x="421743" y="26373"/>
                  <a:pt x="546320" y="15739"/>
                  <a:pt x="905256" y="0"/>
                </a:cubicBezTo>
                <a:cubicBezTo>
                  <a:pt x="1264192" y="-15739"/>
                  <a:pt x="1386536" y="-15656"/>
                  <a:pt x="1810512" y="0"/>
                </a:cubicBezTo>
                <a:cubicBezTo>
                  <a:pt x="2234488" y="15656"/>
                  <a:pt x="1998624" y="3590"/>
                  <a:pt x="2057400" y="0"/>
                </a:cubicBezTo>
                <a:cubicBezTo>
                  <a:pt x="2116176" y="-3590"/>
                  <a:pt x="2603764" y="-6151"/>
                  <a:pt x="2743200" y="0"/>
                </a:cubicBezTo>
                <a:cubicBezTo>
                  <a:pt x="2882636" y="6151"/>
                  <a:pt x="3353150" y="46913"/>
                  <a:pt x="3867912" y="0"/>
                </a:cubicBezTo>
                <a:cubicBezTo>
                  <a:pt x="4382674" y="-46913"/>
                  <a:pt x="4060330" y="5314"/>
                  <a:pt x="4114800" y="0"/>
                </a:cubicBezTo>
                <a:cubicBezTo>
                  <a:pt x="4169270" y="-5314"/>
                  <a:pt x="4534246" y="-31393"/>
                  <a:pt x="4800600" y="0"/>
                </a:cubicBezTo>
                <a:cubicBezTo>
                  <a:pt x="5066954" y="31393"/>
                  <a:pt x="5323745" y="3319"/>
                  <a:pt x="5486400" y="0"/>
                </a:cubicBezTo>
                <a:cubicBezTo>
                  <a:pt x="5649055" y="-3319"/>
                  <a:pt x="5502934" y="-1313"/>
                  <a:pt x="5513832" y="0"/>
                </a:cubicBezTo>
                <a:cubicBezTo>
                  <a:pt x="5524730" y="1313"/>
                  <a:pt x="5659978" y="-12316"/>
                  <a:pt x="5760720" y="0"/>
                </a:cubicBezTo>
                <a:cubicBezTo>
                  <a:pt x="5861462" y="12316"/>
                  <a:pt x="5898932" y="2721"/>
                  <a:pt x="6007608" y="0"/>
                </a:cubicBezTo>
                <a:cubicBezTo>
                  <a:pt x="6116284" y="-2721"/>
                  <a:pt x="6483483" y="-4819"/>
                  <a:pt x="6693408" y="0"/>
                </a:cubicBezTo>
                <a:cubicBezTo>
                  <a:pt x="6903333" y="4819"/>
                  <a:pt x="7588959" y="10934"/>
                  <a:pt x="7818120" y="0"/>
                </a:cubicBezTo>
                <a:cubicBezTo>
                  <a:pt x="8047281" y="-10934"/>
                  <a:pt x="7993804" y="5221"/>
                  <a:pt x="8065008" y="0"/>
                </a:cubicBezTo>
                <a:cubicBezTo>
                  <a:pt x="8136212" y="-5221"/>
                  <a:pt x="8852325" y="51539"/>
                  <a:pt x="9189720" y="0"/>
                </a:cubicBezTo>
                <a:cubicBezTo>
                  <a:pt x="9527115" y="-51539"/>
                  <a:pt x="9324727" y="-6372"/>
                  <a:pt x="9436608" y="0"/>
                </a:cubicBezTo>
                <a:cubicBezTo>
                  <a:pt x="9548489" y="6372"/>
                  <a:pt x="9796505" y="23327"/>
                  <a:pt x="10122408" y="0"/>
                </a:cubicBezTo>
                <a:cubicBezTo>
                  <a:pt x="10448311" y="-23327"/>
                  <a:pt x="10318828" y="6963"/>
                  <a:pt x="10369296" y="0"/>
                </a:cubicBezTo>
                <a:cubicBezTo>
                  <a:pt x="10419764" y="-6963"/>
                  <a:pt x="10716126" y="-4982"/>
                  <a:pt x="10835640" y="0"/>
                </a:cubicBezTo>
                <a:cubicBezTo>
                  <a:pt x="10955154" y="4982"/>
                  <a:pt x="11219367" y="17886"/>
                  <a:pt x="11521440" y="0"/>
                </a:cubicBezTo>
                <a:cubicBezTo>
                  <a:pt x="11823513" y="-17886"/>
                  <a:pt x="12367047" y="-46479"/>
                  <a:pt x="12646152" y="0"/>
                </a:cubicBezTo>
                <a:cubicBezTo>
                  <a:pt x="12925257" y="46479"/>
                  <a:pt x="13338284" y="-26830"/>
                  <a:pt x="13551408" y="0"/>
                </a:cubicBezTo>
                <a:cubicBezTo>
                  <a:pt x="13764532" y="26830"/>
                  <a:pt x="13846967" y="12769"/>
                  <a:pt x="14017752" y="0"/>
                </a:cubicBezTo>
                <a:cubicBezTo>
                  <a:pt x="14188537" y="-12769"/>
                  <a:pt x="14162126" y="4714"/>
                  <a:pt x="14264640" y="0"/>
                </a:cubicBezTo>
                <a:cubicBezTo>
                  <a:pt x="14367154" y="-4714"/>
                  <a:pt x="14751879" y="36146"/>
                  <a:pt x="15169896" y="0"/>
                </a:cubicBezTo>
                <a:cubicBezTo>
                  <a:pt x="15587913" y="-36146"/>
                  <a:pt x="15406707" y="17941"/>
                  <a:pt x="15636240" y="0"/>
                </a:cubicBezTo>
                <a:cubicBezTo>
                  <a:pt x="15865773" y="-17941"/>
                  <a:pt x="15889022" y="-14655"/>
                  <a:pt x="16102584" y="0"/>
                </a:cubicBezTo>
                <a:cubicBezTo>
                  <a:pt x="16316146" y="14655"/>
                  <a:pt x="16124510" y="870"/>
                  <a:pt x="16130016" y="0"/>
                </a:cubicBezTo>
                <a:cubicBezTo>
                  <a:pt x="16135522" y="-870"/>
                  <a:pt x="16815084" y="42640"/>
                  <a:pt x="17254728" y="0"/>
                </a:cubicBezTo>
                <a:cubicBezTo>
                  <a:pt x="17694372" y="-42640"/>
                  <a:pt x="17737816" y="21051"/>
                  <a:pt x="18159984" y="0"/>
                </a:cubicBezTo>
                <a:cubicBezTo>
                  <a:pt x="18582152" y="-21051"/>
                  <a:pt x="18719883" y="-27879"/>
                  <a:pt x="19065240" y="0"/>
                </a:cubicBezTo>
                <a:cubicBezTo>
                  <a:pt x="19410597" y="27879"/>
                  <a:pt x="19085806" y="974"/>
                  <a:pt x="19092672" y="0"/>
                </a:cubicBezTo>
                <a:cubicBezTo>
                  <a:pt x="19099538" y="-974"/>
                  <a:pt x="19107856" y="-640"/>
                  <a:pt x="19120104" y="0"/>
                </a:cubicBezTo>
                <a:cubicBezTo>
                  <a:pt x="19132352" y="640"/>
                  <a:pt x="19142037" y="-152"/>
                  <a:pt x="19147536" y="0"/>
                </a:cubicBezTo>
                <a:cubicBezTo>
                  <a:pt x="19153035" y="152"/>
                  <a:pt x="19534636" y="-13012"/>
                  <a:pt x="19833336" y="0"/>
                </a:cubicBezTo>
                <a:cubicBezTo>
                  <a:pt x="20132036" y="13012"/>
                  <a:pt x="20306411" y="18934"/>
                  <a:pt x="20738592" y="0"/>
                </a:cubicBezTo>
                <a:cubicBezTo>
                  <a:pt x="21170773" y="-18934"/>
                  <a:pt x="21426379" y="57975"/>
                  <a:pt x="21945600" y="0"/>
                </a:cubicBezTo>
                <a:cubicBezTo>
                  <a:pt x="21944920" y="15182"/>
                  <a:pt x="21945031" y="28240"/>
                  <a:pt x="21945600" y="36576"/>
                </a:cubicBezTo>
                <a:cubicBezTo>
                  <a:pt x="21720449" y="-15473"/>
                  <a:pt x="21092984" y="17470"/>
                  <a:pt x="20820888" y="36576"/>
                </a:cubicBezTo>
                <a:cubicBezTo>
                  <a:pt x="20548792" y="55682"/>
                  <a:pt x="20467037" y="21195"/>
                  <a:pt x="20354544" y="36576"/>
                </a:cubicBezTo>
                <a:cubicBezTo>
                  <a:pt x="20242051" y="51957"/>
                  <a:pt x="20337363" y="36164"/>
                  <a:pt x="20327112" y="36576"/>
                </a:cubicBezTo>
                <a:cubicBezTo>
                  <a:pt x="20316861" y="36988"/>
                  <a:pt x="19714624" y="67514"/>
                  <a:pt x="19421856" y="36576"/>
                </a:cubicBezTo>
                <a:cubicBezTo>
                  <a:pt x="19129088" y="5638"/>
                  <a:pt x="18900022" y="28604"/>
                  <a:pt x="18516600" y="36576"/>
                </a:cubicBezTo>
                <a:cubicBezTo>
                  <a:pt x="18133178" y="44548"/>
                  <a:pt x="17998183" y="54905"/>
                  <a:pt x="17830800" y="36576"/>
                </a:cubicBezTo>
                <a:cubicBezTo>
                  <a:pt x="17663417" y="18247"/>
                  <a:pt x="17647160" y="31655"/>
                  <a:pt x="17583912" y="36576"/>
                </a:cubicBezTo>
                <a:cubicBezTo>
                  <a:pt x="17520664" y="41497"/>
                  <a:pt x="17113969" y="48000"/>
                  <a:pt x="16898112" y="36576"/>
                </a:cubicBezTo>
                <a:cubicBezTo>
                  <a:pt x="16682255" y="25152"/>
                  <a:pt x="16396179" y="46024"/>
                  <a:pt x="15992856" y="36576"/>
                </a:cubicBezTo>
                <a:cubicBezTo>
                  <a:pt x="15589533" y="27128"/>
                  <a:pt x="15453003" y="2006"/>
                  <a:pt x="15087600" y="36576"/>
                </a:cubicBezTo>
                <a:cubicBezTo>
                  <a:pt x="14722197" y="71146"/>
                  <a:pt x="14962139" y="43983"/>
                  <a:pt x="14840712" y="36576"/>
                </a:cubicBezTo>
                <a:cubicBezTo>
                  <a:pt x="14719285" y="29169"/>
                  <a:pt x="14031206" y="3235"/>
                  <a:pt x="13716000" y="36576"/>
                </a:cubicBezTo>
                <a:cubicBezTo>
                  <a:pt x="13400794" y="69917"/>
                  <a:pt x="13699702" y="36784"/>
                  <a:pt x="13688568" y="36576"/>
                </a:cubicBezTo>
                <a:cubicBezTo>
                  <a:pt x="13677434" y="36368"/>
                  <a:pt x="13549601" y="44218"/>
                  <a:pt x="13441680" y="36576"/>
                </a:cubicBezTo>
                <a:cubicBezTo>
                  <a:pt x="13333759" y="28934"/>
                  <a:pt x="13194403" y="43582"/>
                  <a:pt x="12975336" y="36576"/>
                </a:cubicBezTo>
                <a:cubicBezTo>
                  <a:pt x="12756269" y="29570"/>
                  <a:pt x="12496698" y="13112"/>
                  <a:pt x="12070080" y="36576"/>
                </a:cubicBezTo>
                <a:cubicBezTo>
                  <a:pt x="11643462" y="60040"/>
                  <a:pt x="11494515" y="20795"/>
                  <a:pt x="11164824" y="36576"/>
                </a:cubicBezTo>
                <a:cubicBezTo>
                  <a:pt x="10835133" y="52357"/>
                  <a:pt x="10303956" y="87952"/>
                  <a:pt x="10040112" y="36576"/>
                </a:cubicBezTo>
                <a:cubicBezTo>
                  <a:pt x="9776268" y="-14800"/>
                  <a:pt x="9309125" y="40826"/>
                  <a:pt x="8915400" y="36576"/>
                </a:cubicBezTo>
                <a:cubicBezTo>
                  <a:pt x="8521675" y="32326"/>
                  <a:pt x="8235592" y="37410"/>
                  <a:pt x="8010144" y="36576"/>
                </a:cubicBezTo>
                <a:cubicBezTo>
                  <a:pt x="7784696" y="35742"/>
                  <a:pt x="7556705" y="26838"/>
                  <a:pt x="7324344" y="36576"/>
                </a:cubicBezTo>
                <a:cubicBezTo>
                  <a:pt x="7091983" y="46314"/>
                  <a:pt x="7169873" y="40000"/>
                  <a:pt x="7077456" y="36576"/>
                </a:cubicBezTo>
                <a:cubicBezTo>
                  <a:pt x="6985039" y="33152"/>
                  <a:pt x="6395767" y="49824"/>
                  <a:pt x="6172200" y="36576"/>
                </a:cubicBezTo>
                <a:cubicBezTo>
                  <a:pt x="5948633" y="23328"/>
                  <a:pt x="5614848" y="11374"/>
                  <a:pt x="5266944" y="36576"/>
                </a:cubicBezTo>
                <a:cubicBezTo>
                  <a:pt x="4919040" y="61778"/>
                  <a:pt x="5134821" y="40448"/>
                  <a:pt x="5020056" y="36576"/>
                </a:cubicBezTo>
                <a:cubicBezTo>
                  <a:pt x="4905291" y="32704"/>
                  <a:pt x="4664972" y="17908"/>
                  <a:pt x="4553712" y="36576"/>
                </a:cubicBezTo>
                <a:cubicBezTo>
                  <a:pt x="4442452" y="55244"/>
                  <a:pt x="4307490" y="36849"/>
                  <a:pt x="4087368" y="36576"/>
                </a:cubicBezTo>
                <a:cubicBezTo>
                  <a:pt x="3867246" y="36303"/>
                  <a:pt x="3812769" y="37964"/>
                  <a:pt x="3621024" y="36576"/>
                </a:cubicBezTo>
                <a:cubicBezTo>
                  <a:pt x="3429279" y="35188"/>
                  <a:pt x="3130207" y="-2472"/>
                  <a:pt x="2715768" y="36576"/>
                </a:cubicBezTo>
                <a:cubicBezTo>
                  <a:pt x="2301329" y="75624"/>
                  <a:pt x="2368981" y="46863"/>
                  <a:pt x="2249424" y="36576"/>
                </a:cubicBezTo>
                <a:cubicBezTo>
                  <a:pt x="2129867" y="26289"/>
                  <a:pt x="1617980" y="52425"/>
                  <a:pt x="1124712" y="36576"/>
                </a:cubicBezTo>
                <a:cubicBezTo>
                  <a:pt x="631444" y="20727"/>
                  <a:pt x="353459" y="68932"/>
                  <a:pt x="0" y="36576"/>
                </a:cubicBezTo>
                <a:cubicBezTo>
                  <a:pt x="-389" y="28441"/>
                  <a:pt x="988" y="11614"/>
                  <a:pt x="0" y="0"/>
                </a:cubicBezTo>
                <a:close/>
              </a:path>
              <a:path w="21945600" h="36576" stroke="0" extrusionOk="0">
                <a:moveTo>
                  <a:pt x="0" y="0"/>
                </a:moveTo>
                <a:cubicBezTo>
                  <a:pt x="78738" y="-6702"/>
                  <a:pt x="124882" y="4427"/>
                  <a:pt x="246888" y="0"/>
                </a:cubicBezTo>
                <a:cubicBezTo>
                  <a:pt x="368894" y="-4427"/>
                  <a:pt x="264772" y="-808"/>
                  <a:pt x="274320" y="0"/>
                </a:cubicBezTo>
                <a:cubicBezTo>
                  <a:pt x="283868" y="808"/>
                  <a:pt x="425686" y="-10995"/>
                  <a:pt x="521208" y="0"/>
                </a:cubicBezTo>
                <a:cubicBezTo>
                  <a:pt x="616730" y="10995"/>
                  <a:pt x="925127" y="26161"/>
                  <a:pt x="1207008" y="0"/>
                </a:cubicBezTo>
                <a:cubicBezTo>
                  <a:pt x="1488889" y="-26161"/>
                  <a:pt x="1863629" y="25804"/>
                  <a:pt x="2112264" y="0"/>
                </a:cubicBezTo>
                <a:cubicBezTo>
                  <a:pt x="2360899" y="-25804"/>
                  <a:pt x="2856157" y="-38525"/>
                  <a:pt x="3236976" y="0"/>
                </a:cubicBezTo>
                <a:cubicBezTo>
                  <a:pt x="3617795" y="38525"/>
                  <a:pt x="4108532" y="-15185"/>
                  <a:pt x="4361688" y="0"/>
                </a:cubicBezTo>
                <a:cubicBezTo>
                  <a:pt x="4614844" y="15185"/>
                  <a:pt x="4684381" y="-14633"/>
                  <a:pt x="4828032" y="0"/>
                </a:cubicBezTo>
                <a:cubicBezTo>
                  <a:pt x="4971683" y="14633"/>
                  <a:pt x="5329982" y="15220"/>
                  <a:pt x="5733288" y="0"/>
                </a:cubicBezTo>
                <a:cubicBezTo>
                  <a:pt x="6136594" y="-15220"/>
                  <a:pt x="6133637" y="-11909"/>
                  <a:pt x="6419088" y="0"/>
                </a:cubicBezTo>
                <a:cubicBezTo>
                  <a:pt x="6704539" y="11909"/>
                  <a:pt x="6686287" y="21630"/>
                  <a:pt x="6885432" y="0"/>
                </a:cubicBezTo>
                <a:cubicBezTo>
                  <a:pt x="7084577" y="-21630"/>
                  <a:pt x="7368157" y="20345"/>
                  <a:pt x="7790688" y="0"/>
                </a:cubicBezTo>
                <a:cubicBezTo>
                  <a:pt x="8213219" y="-20345"/>
                  <a:pt x="7805774" y="-451"/>
                  <a:pt x="7818120" y="0"/>
                </a:cubicBezTo>
                <a:cubicBezTo>
                  <a:pt x="7830466" y="451"/>
                  <a:pt x="8108732" y="-16692"/>
                  <a:pt x="8284464" y="0"/>
                </a:cubicBezTo>
                <a:cubicBezTo>
                  <a:pt x="8460196" y="16692"/>
                  <a:pt x="8710069" y="20479"/>
                  <a:pt x="8970264" y="0"/>
                </a:cubicBezTo>
                <a:cubicBezTo>
                  <a:pt x="9230459" y="-20479"/>
                  <a:pt x="9654070" y="-23489"/>
                  <a:pt x="9875520" y="0"/>
                </a:cubicBezTo>
                <a:cubicBezTo>
                  <a:pt x="10096970" y="23489"/>
                  <a:pt x="10230055" y="14787"/>
                  <a:pt x="10561320" y="0"/>
                </a:cubicBezTo>
                <a:cubicBezTo>
                  <a:pt x="10892585" y="-14787"/>
                  <a:pt x="11355400" y="42062"/>
                  <a:pt x="11686032" y="0"/>
                </a:cubicBezTo>
                <a:cubicBezTo>
                  <a:pt x="12016664" y="-42062"/>
                  <a:pt x="11707139" y="-1040"/>
                  <a:pt x="11713464" y="0"/>
                </a:cubicBezTo>
                <a:cubicBezTo>
                  <a:pt x="11719789" y="1040"/>
                  <a:pt x="12097394" y="2532"/>
                  <a:pt x="12399264" y="0"/>
                </a:cubicBezTo>
                <a:cubicBezTo>
                  <a:pt x="12701134" y="-2532"/>
                  <a:pt x="12419541" y="1081"/>
                  <a:pt x="12426696" y="0"/>
                </a:cubicBezTo>
                <a:cubicBezTo>
                  <a:pt x="12433851" y="-1081"/>
                  <a:pt x="13203091" y="32097"/>
                  <a:pt x="13551408" y="0"/>
                </a:cubicBezTo>
                <a:cubicBezTo>
                  <a:pt x="13899725" y="-32097"/>
                  <a:pt x="13704994" y="4050"/>
                  <a:pt x="13798296" y="0"/>
                </a:cubicBezTo>
                <a:cubicBezTo>
                  <a:pt x="13891598" y="-4050"/>
                  <a:pt x="13819194" y="591"/>
                  <a:pt x="13825728" y="0"/>
                </a:cubicBezTo>
                <a:cubicBezTo>
                  <a:pt x="13832262" y="-591"/>
                  <a:pt x="14247058" y="-30068"/>
                  <a:pt x="14511528" y="0"/>
                </a:cubicBezTo>
                <a:cubicBezTo>
                  <a:pt x="14775998" y="30068"/>
                  <a:pt x="14668616" y="6993"/>
                  <a:pt x="14758416" y="0"/>
                </a:cubicBezTo>
                <a:cubicBezTo>
                  <a:pt x="14848216" y="-6993"/>
                  <a:pt x="15386840" y="3019"/>
                  <a:pt x="15663672" y="0"/>
                </a:cubicBezTo>
                <a:cubicBezTo>
                  <a:pt x="15940504" y="-3019"/>
                  <a:pt x="15823667" y="2894"/>
                  <a:pt x="15910560" y="0"/>
                </a:cubicBezTo>
                <a:cubicBezTo>
                  <a:pt x="15997453" y="-2894"/>
                  <a:pt x="16588125" y="-8530"/>
                  <a:pt x="17035272" y="0"/>
                </a:cubicBezTo>
                <a:cubicBezTo>
                  <a:pt x="17482419" y="8530"/>
                  <a:pt x="17188794" y="6706"/>
                  <a:pt x="17282160" y="0"/>
                </a:cubicBezTo>
                <a:cubicBezTo>
                  <a:pt x="17375526" y="-6706"/>
                  <a:pt x="17472317" y="-5717"/>
                  <a:pt x="17529048" y="0"/>
                </a:cubicBezTo>
                <a:cubicBezTo>
                  <a:pt x="17585779" y="5717"/>
                  <a:pt x="18174415" y="31621"/>
                  <a:pt x="18434304" y="0"/>
                </a:cubicBezTo>
                <a:cubicBezTo>
                  <a:pt x="18694193" y="-31621"/>
                  <a:pt x="19301918" y="29693"/>
                  <a:pt x="19559016" y="0"/>
                </a:cubicBezTo>
                <a:cubicBezTo>
                  <a:pt x="19816114" y="-29693"/>
                  <a:pt x="19574042" y="702"/>
                  <a:pt x="19586448" y="0"/>
                </a:cubicBezTo>
                <a:cubicBezTo>
                  <a:pt x="19598854" y="-702"/>
                  <a:pt x="20049547" y="-22820"/>
                  <a:pt x="20491704" y="0"/>
                </a:cubicBezTo>
                <a:cubicBezTo>
                  <a:pt x="20933861" y="22820"/>
                  <a:pt x="20755106" y="6629"/>
                  <a:pt x="20958048" y="0"/>
                </a:cubicBezTo>
                <a:cubicBezTo>
                  <a:pt x="21160990" y="-6629"/>
                  <a:pt x="21663188" y="-27211"/>
                  <a:pt x="21945600" y="0"/>
                </a:cubicBezTo>
                <a:cubicBezTo>
                  <a:pt x="21944964" y="7863"/>
                  <a:pt x="21943820" y="25698"/>
                  <a:pt x="21945600" y="36576"/>
                </a:cubicBezTo>
                <a:cubicBezTo>
                  <a:pt x="21738864" y="-5974"/>
                  <a:pt x="21483832" y="56357"/>
                  <a:pt x="21040344" y="36576"/>
                </a:cubicBezTo>
                <a:cubicBezTo>
                  <a:pt x="20596856" y="16795"/>
                  <a:pt x="20741173" y="55968"/>
                  <a:pt x="20574000" y="36576"/>
                </a:cubicBezTo>
                <a:cubicBezTo>
                  <a:pt x="20406827" y="17184"/>
                  <a:pt x="20560204" y="36526"/>
                  <a:pt x="20546568" y="36576"/>
                </a:cubicBezTo>
                <a:cubicBezTo>
                  <a:pt x="20532932" y="36626"/>
                  <a:pt x="20530490" y="36880"/>
                  <a:pt x="20519136" y="36576"/>
                </a:cubicBezTo>
                <a:cubicBezTo>
                  <a:pt x="20507782" y="36272"/>
                  <a:pt x="19823262" y="37799"/>
                  <a:pt x="19613880" y="36576"/>
                </a:cubicBezTo>
                <a:cubicBezTo>
                  <a:pt x="19404498" y="35353"/>
                  <a:pt x="19223151" y="67241"/>
                  <a:pt x="18928080" y="36576"/>
                </a:cubicBezTo>
                <a:cubicBezTo>
                  <a:pt x="18633009" y="5911"/>
                  <a:pt x="18160671" y="-11744"/>
                  <a:pt x="17803368" y="36576"/>
                </a:cubicBezTo>
                <a:cubicBezTo>
                  <a:pt x="17446065" y="84896"/>
                  <a:pt x="17412412" y="14966"/>
                  <a:pt x="17117568" y="36576"/>
                </a:cubicBezTo>
                <a:cubicBezTo>
                  <a:pt x="16822724" y="58186"/>
                  <a:pt x="16494673" y="2337"/>
                  <a:pt x="16212312" y="36576"/>
                </a:cubicBezTo>
                <a:cubicBezTo>
                  <a:pt x="15929951" y="70815"/>
                  <a:pt x="15826333" y="11046"/>
                  <a:pt x="15526512" y="36576"/>
                </a:cubicBezTo>
                <a:cubicBezTo>
                  <a:pt x="15226691" y="62106"/>
                  <a:pt x="15082025" y="15118"/>
                  <a:pt x="14840712" y="36576"/>
                </a:cubicBezTo>
                <a:cubicBezTo>
                  <a:pt x="14599399" y="58034"/>
                  <a:pt x="14517430" y="19609"/>
                  <a:pt x="14374368" y="36576"/>
                </a:cubicBezTo>
                <a:cubicBezTo>
                  <a:pt x="14231306" y="53543"/>
                  <a:pt x="13854278" y="2480"/>
                  <a:pt x="13469112" y="36576"/>
                </a:cubicBezTo>
                <a:cubicBezTo>
                  <a:pt x="13083946" y="70672"/>
                  <a:pt x="13086505" y="29507"/>
                  <a:pt x="12783312" y="36576"/>
                </a:cubicBezTo>
                <a:cubicBezTo>
                  <a:pt x="12480119" y="43645"/>
                  <a:pt x="12228847" y="-3513"/>
                  <a:pt x="11878056" y="36576"/>
                </a:cubicBezTo>
                <a:cubicBezTo>
                  <a:pt x="11527265" y="76665"/>
                  <a:pt x="11722541" y="34421"/>
                  <a:pt x="11631168" y="36576"/>
                </a:cubicBezTo>
                <a:cubicBezTo>
                  <a:pt x="11539795" y="38731"/>
                  <a:pt x="11328250" y="26850"/>
                  <a:pt x="11164824" y="36576"/>
                </a:cubicBezTo>
                <a:cubicBezTo>
                  <a:pt x="11001398" y="46302"/>
                  <a:pt x="10673541" y="78959"/>
                  <a:pt x="10259568" y="36576"/>
                </a:cubicBezTo>
                <a:cubicBezTo>
                  <a:pt x="9845595" y="-5807"/>
                  <a:pt x="9733074" y="59393"/>
                  <a:pt x="9573768" y="36576"/>
                </a:cubicBezTo>
                <a:cubicBezTo>
                  <a:pt x="9414462" y="13759"/>
                  <a:pt x="9555544" y="36473"/>
                  <a:pt x="9546336" y="36576"/>
                </a:cubicBezTo>
                <a:cubicBezTo>
                  <a:pt x="9537128" y="36679"/>
                  <a:pt x="8966343" y="25197"/>
                  <a:pt x="8641080" y="36576"/>
                </a:cubicBezTo>
                <a:cubicBezTo>
                  <a:pt x="8315817" y="47955"/>
                  <a:pt x="8340016" y="17323"/>
                  <a:pt x="8174736" y="36576"/>
                </a:cubicBezTo>
                <a:cubicBezTo>
                  <a:pt x="8009456" y="55829"/>
                  <a:pt x="7277736" y="27510"/>
                  <a:pt x="7050024" y="36576"/>
                </a:cubicBezTo>
                <a:cubicBezTo>
                  <a:pt x="6822312" y="45642"/>
                  <a:pt x="7033761" y="37384"/>
                  <a:pt x="7022592" y="36576"/>
                </a:cubicBezTo>
                <a:cubicBezTo>
                  <a:pt x="7011423" y="35768"/>
                  <a:pt x="6523471" y="22547"/>
                  <a:pt x="6117336" y="36576"/>
                </a:cubicBezTo>
                <a:cubicBezTo>
                  <a:pt x="5711201" y="50605"/>
                  <a:pt x="5866816" y="21657"/>
                  <a:pt x="5650992" y="36576"/>
                </a:cubicBezTo>
                <a:cubicBezTo>
                  <a:pt x="5435168" y="51495"/>
                  <a:pt x="5142184" y="50113"/>
                  <a:pt x="4745736" y="36576"/>
                </a:cubicBezTo>
                <a:cubicBezTo>
                  <a:pt x="4349288" y="23039"/>
                  <a:pt x="4567465" y="35506"/>
                  <a:pt x="4498848" y="36576"/>
                </a:cubicBezTo>
                <a:cubicBezTo>
                  <a:pt x="4430231" y="37646"/>
                  <a:pt x="4316854" y="42140"/>
                  <a:pt x="4251960" y="36576"/>
                </a:cubicBezTo>
                <a:cubicBezTo>
                  <a:pt x="4187066" y="31012"/>
                  <a:pt x="4006963" y="35461"/>
                  <a:pt x="3785616" y="36576"/>
                </a:cubicBezTo>
                <a:cubicBezTo>
                  <a:pt x="3564269" y="37691"/>
                  <a:pt x="3513429" y="13694"/>
                  <a:pt x="3319272" y="36576"/>
                </a:cubicBezTo>
                <a:cubicBezTo>
                  <a:pt x="3125115" y="59458"/>
                  <a:pt x="2634641" y="25517"/>
                  <a:pt x="2414016" y="36576"/>
                </a:cubicBezTo>
                <a:cubicBezTo>
                  <a:pt x="2193391" y="47635"/>
                  <a:pt x="2395840" y="37250"/>
                  <a:pt x="2386584" y="36576"/>
                </a:cubicBezTo>
                <a:cubicBezTo>
                  <a:pt x="2377328" y="35902"/>
                  <a:pt x="1545536" y="28507"/>
                  <a:pt x="1261872" y="36576"/>
                </a:cubicBezTo>
                <a:cubicBezTo>
                  <a:pt x="978208" y="44645"/>
                  <a:pt x="1242837" y="35250"/>
                  <a:pt x="1234440" y="36576"/>
                </a:cubicBezTo>
                <a:cubicBezTo>
                  <a:pt x="1226043" y="37902"/>
                  <a:pt x="282424" y="83210"/>
                  <a:pt x="0" y="36576"/>
                </a:cubicBezTo>
                <a:cubicBezTo>
                  <a:pt x="476" y="24480"/>
                  <a:pt x="-366" y="10102"/>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0C2A246-77B6-3277-5E4D-30BB4AEA5926}"/>
              </a:ext>
            </a:extLst>
          </p:cNvPr>
          <p:cNvSpPr>
            <a:spLocks noGrp="1"/>
          </p:cNvSpPr>
          <p:nvPr>
            <p:ph idx="4294967295"/>
          </p:nvPr>
        </p:nvSpPr>
        <p:spPr>
          <a:xfrm>
            <a:off x="1144986" y="4142632"/>
            <a:ext cx="13427104" cy="8238344"/>
          </a:xfrm>
        </p:spPr>
        <p:txBody>
          <a:bodyPr vert="horz" lIns="91440" tIns="45720" rIns="91440" bIns="45720" rtlCol="0" anchor="t">
            <a:normAutofit/>
          </a:bodyPr>
          <a:lstStyle/>
          <a:p>
            <a:pPr indent="-228600" defTabSz="914400"/>
            <a:endParaRPr lang="en-US" sz="3700" dirty="0"/>
          </a:p>
          <a:p>
            <a:pPr indent="-228600" defTabSz="914400"/>
            <a:r>
              <a:rPr lang="en-US" sz="3700" dirty="0"/>
              <a:t>El </a:t>
            </a:r>
            <a:r>
              <a:rPr lang="en-US" sz="3700" dirty="0" err="1"/>
              <a:t>ataque</a:t>
            </a:r>
            <a:r>
              <a:rPr lang="en-US" sz="3700" dirty="0"/>
              <a:t> MitM se </a:t>
            </a:r>
            <a:r>
              <a:rPr lang="en-US" sz="3700" dirty="0" err="1"/>
              <a:t>lleva</a:t>
            </a:r>
            <a:r>
              <a:rPr lang="en-US" sz="3700" dirty="0"/>
              <a:t> a </a:t>
            </a:r>
            <a:r>
              <a:rPr lang="en-US" sz="3700" dirty="0" err="1"/>
              <a:t>cabo</a:t>
            </a:r>
            <a:r>
              <a:rPr lang="en-US" sz="3700" dirty="0"/>
              <a:t> </a:t>
            </a:r>
            <a:r>
              <a:rPr lang="en-US" sz="3700" dirty="0" err="1"/>
              <a:t>generalmente</a:t>
            </a:r>
            <a:r>
              <a:rPr lang="en-US" sz="3700" dirty="0"/>
              <a:t> </a:t>
            </a:r>
            <a:r>
              <a:rPr lang="en-US" sz="3700" dirty="0" err="1"/>
              <a:t>en</a:t>
            </a:r>
            <a:r>
              <a:rPr lang="en-US" sz="3700" dirty="0"/>
              <a:t> </a:t>
            </a:r>
            <a:r>
              <a:rPr lang="en-US" sz="3700" dirty="0" err="1"/>
              <a:t>una</a:t>
            </a:r>
            <a:r>
              <a:rPr lang="en-US" sz="3700" dirty="0"/>
              <a:t> red no </a:t>
            </a:r>
            <a:r>
              <a:rPr lang="en-US" sz="3700" dirty="0" err="1"/>
              <a:t>segura</a:t>
            </a:r>
            <a:r>
              <a:rPr lang="en-US" sz="3700" dirty="0"/>
              <a:t> o </a:t>
            </a:r>
            <a:r>
              <a:rPr lang="en-US" sz="3700" dirty="0" err="1"/>
              <a:t>en</a:t>
            </a:r>
            <a:r>
              <a:rPr lang="en-US" sz="3700" dirty="0"/>
              <a:t> </a:t>
            </a:r>
            <a:r>
              <a:rPr lang="en-US" sz="3700" dirty="0" err="1"/>
              <a:t>una</a:t>
            </a:r>
            <a:r>
              <a:rPr lang="en-US" sz="3700" dirty="0"/>
              <a:t> red Wi-Fi </a:t>
            </a:r>
            <a:r>
              <a:rPr lang="en-US" sz="3700" dirty="0" err="1"/>
              <a:t>pública</a:t>
            </a:r>
            <a:r>
              <a:rPr lang="en-US" sz="3700" dirty="0"/>
              <a:t>. Por </a:t>
            </a:r>
            <a:r>
              <a:rPr lang="en-US" sz="3700" dirty="0" err="1"/>
              <a:t>ejemplo</a:t>
            </a:r>
            <a:r>
              <a:rPr lang="en-US" sz="3700" dirty="0"/>
              <a:t>, un </a:t>
            </a:r>
            <a:r>
              <a:rPr lang="en-US" sz="3700" dirty="0" err="1"/>
              <a:t>atacante</a:t>
            </a:r>
            <a:r>
              <a:rPr lang="en-US" sz="3700" dirty="0"/>
              <a:t> </a:t>
            </a:r>
            <a:r>
              <a:rPr lang="en-US" sz="3700" dirty="0" err="1"/>
              <a:t>podría</a:t>
            </a:r>
            <a:r>
              <a:rPr lang="en-US" sz="3700" dirty="0"/>
              <a:t> </a:t>
            </a:r>
            <a:r>
              <a:rPr lang="en-US" sz="3700" dirty="0" err="1"/>
              <a:t>configurar</a:t>
            </a:r>
            <a:r>
              <a:rPr lang="en-US" sz="3700" dirty="0"/>
              <a:t> </a:t>
            </a:r>
            <a:r>
              <a:rPr lang="en-US" sz="3700" dirty="0" err="1"/>
              <a:t>una</a:t>
            </a:r>
            <a:r>
              <a:rPr lang="en-US" sz="3700" dirty="0"/>
              <a:t> red Wi-Fi falsa </a:t>
            </a:r>
            <a:r>
              <a:rPr lang="en-US" sz="3700" dirty="0" err="1"/>
              <a:t>en</a:t>
            </a:r>
            <a:r>
              <a:rPr lang="en-US" sz="3700" dirty="0"/>
              <a:t> un </a:t>
            </a:r>
            <a:r>
              <a:rPr lang="en-US" sz="3700" dirty="0" err="1"/>
              <a:t>lugar</a:t>
            </a:r>
            <a:r>
              <a:rPr lang="en-US" sz="3700" dirty="0"/>
              <a:t> </a:t>
            </a:r>
            <a:r>
              <a:rPr lang="en-US" sz="3700" dirty="0" err="1"/>
              <a:t>público</a:t>
            </a:r>
            <a:r>
              <a:rPr lang="en-US" sz="3700" dirty="0"/>
              <a:t> y </a:t>
            </a:r>
            <a:r>
              <a:rPr lang="en-US" sz="3700" dirty="0" err="1"/>
              <a:t>nombrarla</a:t>
            </a:r>
            <a:r>
              <a:rPr lang="en-US" sz="3700" dirty="0"/>
              <a:t> de forma similar a </a:t>
            </a:r>
            <a:r>
              <a:rPr lang="en-US" sz="3700" dirty="0" err="1"/>
              <a:t>una</a:t>
            </a:r>
            <a:r>
              <a:rPr lang="en-US" sz="3700" dirty="0"/>
              <a:t> red Wi-Fi </a:t>
            </a:r>
            <a:r>
              <a:rPr lang="en-US" sz="3700" dirty="0" err="1"/>
              <a:t>legítima</a:t>
            </a:r>
            <a:r>
              <a:rPr lang="en-US" sz="3700" dirty="0"/>
              <a:t>, </a:t>
            </a:r>
            <a:r>
              <a:rPr lang="en-US" sz="3700" dirty="0" err="1"/>
              <a:t>como</a:t>
            </a:r>
            <a:r>
              <a:rPr lang="en-US" sz="3700" dirty="0"/>
              <a:t> la del café local. </a:t>
            </a:r>
            <a:r>
              <a:rPr lang="en-US" sz="3700" dirty="0" err="1"/>
              <a:t>Cuando</a:t>
            </a:r>
            <a:r>
              <a:rPr lang="en-US" sz="3700" dirty="0"/>
              <a:t> </a:t>
            </a:r>
            <a:r>
              <a:rPr lang="en-US" sz="3700" dirty="0" err="1"/>
              <a:t>los</a:t>
            </a:r>
            <a:r>
              <a:rPr lang="en-US" sz="3700" dirty="0"/>
              <a:t> </a:t>
            </a:r>
            <a:r>
              <a:rPr lang="en-US" sz="3700" dirty="0" err="1"/>
              <a:t>usuarios</a:t>
            </a:r>
            <a:r>
              <a:rPr lang="en-US" sz="3700" dirty="0"/>
              <a:t> se </a:t>
            </a:r>
            <a:r>
              <a:rPr lang="en-US" sz="3700" dirty="0" err="1"/>
              <a:t>conectan</a:t>
            </a:r>
            <a:r>
              <a:rPr lang="en-US" sz="3700" dirty="0"/>
              <a:t> a la red falsa, </a:t>
            </a:r>
            <a:r>
              <a:rPr lang="en-US" sz="3700" dirty="0" err="1"/>
              <a:t>toda</a:t>
            </a:r>
            <a:r>
              <a:rPr lang="en-US" sz="3700" dirty="0"/>
              <a:t> </a:t>
            </a:r>
            <a:r>
              <a:rPr lang="en-US" sz="3700" dirty="0" err="1"/>
              <a:t>su</a:t>
            </a:r>
            <a:r>
              <a:rPr lang="en-US" sz="3700" dirty="0"/>
              <a:t> </a:t>
            </a:r>
            <a:r>
              <a:rPr lang="en-US" sz="3700" dirty="0" err="1"/>
              <a:t>comunicación</a:t>
            </a:r>
            <a:r>
              <a:rPr lang="en-US" sz="3700" dirty="0"/>
              <a:t> </a:t>
            </a:r>
            <a:r>
              <a:rPr lang="en-US" sz="3700" dirty="0" err="1"/>
              <a:t>puede</a:t>
            </a:r>
            <a:r>
              <a:rPr lang="en-US" sz="3700" dirty="0"/>
              <a:t> ser </a:t>
            </a:r>
            <a:r>
              <a:rPr lang="en-US" sz="3700" dirty="0" err="1"/>
              <a:t>interceptada</a:t>
            </a:r>
            <a:r>
              <a:rPr lang="en-US" sz="3700" dirty="0"/>
              <a:t> y </a:t>
            </a:r>
            <a:r>
              <a:rPr lang="en-US" sz="3700" dirty="0" err="1"/>
              <a:t>manipulada</a:t>
            </a:r>
            <a:r>
              <a:rPr lang="en-US" sz="3700" dirty="0"/>
              <a:t> </a:t>
            </a:r>
            <a:r>
              <a:rPr lang="en-US" sz="3700" dirty="0" err="1"/>
              <a:t>por</a:t>
            </a:r>
            <a:r>
              <a:rPr lang="en-US" sz="3700" dirty="0"/>
              <a:t> </a:t>
            </a:r>
            <a:r>
              <a:rPr lang="en-US" sz="3700" dirty="0" err="1"/>
              <a:t>el</a:t>
            </a:r>
            <a:r>
              <a:rPr lang="en-US" sz="3700" dirty="0"/>
              <a:t> </a:t>
            </a:r>
            <a:r>
              <a:rPr lang="en-US" sz="3700" dirty="0" err="1"/>
              <a:t>atacante</a:t>
            </a:r>
            <a:r>
              <a:rPr lang="en-US" sz="3700" dirty="0"/>
              <a:t>.</a:t>
            </a:r>
          </a:p>
          <a:p>
            <a:pPr indent="-228600" defTabSz="914400"/>
            <a:r>
              <a:rPr lang="en-US" sz="3700" dirty="0" err="1"/>
              <a:t>Otro</a:t>
            </a:r>
            <a:r>
              <a:rPr lang="en-US" sz="3700" dirty="0"/>
              <a:t> </a:t>
            </a:r>
            <a:r>
              <a:rPr lang="en-US" sz="3700" dirty="0" err="1"/>
              <a:t>ejemplo</a:t>
            </a:r>
            <a:r>
              <a:rPr lang="en-US" sz="3700" dirty="0"/>
              <a:t> de </a:t>
            </a:r>
            <a:r>
              <a:rPr lang="en-US" sz="3700" dirty="0" err="1"/>
              <a:t>ataque</a:t>
            </a:r>
            <a:r>
              <a:rPr lang="en-US" sz="3700" dirty="0"/>
              <a:t> MitM es </a:t>
            </a:r>
            <a:r>
              <a:rPr lang="en-US" sz="3700" dirty="0" err="1"/>
              <a:t>cuando</a:t>
            </a:r>
            <a:r>
              <a:rPr lang="en-US" sz="3700" dirty="0"/>
              <a:t> un </a:t>
            </a:r>
            <a:r>
              <a:rPr lang="en-US" sz="3700" dirty="0" err="1"/>
              <a:t>atacante</a:t>
            </a:r>
            <a:r>
              <a:rPr lang="en-US" sz="3700" dirty="0"/>
              <a:t> </a:t>
            </a:r>
            <a:r>
              <a:rPr lang="en-US" sz="3700" dirty="0" err="1"/>
              <a:t>intercepta</a:t>
            </a:r>
            <a:r>
              <a:rPr lang="en-US" sz="3700" dirty="0"/>
              <a:t> </a:t>
            </a:r>
            <a:r>
              <a:rPr lang="en-US" sz="3700" dirty="0" err="1"/>
              <a:t>una</a:t>
            </a:r>
            <a:r>
              <a:rPr lang="en-US" sz="3700" dirty="0"/>
              <a:t> </a:t>
            </a:r>
            <a:r>
              <a:rPr lang="en-US" sz="3700" dirty="0" err="1"/>
              <a:t>conexión</a:t>
            </a:r>
            <a:r>
              <a:rPr lang="en-US" sz="3700" dirty="0"/>
              <a:t> HTTPS </a:t>
            </a:r>
            <a:r>
              <a:rPr lang="en-US" sz="3700" dirty="0" err="1"/>
              <a:t>cifrada</a:t>
            </a:r>
            <a:r>
              <a:rPr lang="en-US" sz="3700" dirty="0"/>
              <a:t>, que </a:t>
            </a:r>
            <a:r>
              <a:rPr lang="en-US" sz="3700" dirty="0" err="1"/>
              <a:t>normalmente</a:t>
            </a:r>
            <a:r>
              <a:rPr lang="en-US" sz="3700" dirty="0"/>
              <a:t> se </a:t>
            </a:r>
            <a:r>
              <a:rPr lang="en-US" sz="3700" dirty="0" err="1"/>
              <a:t>considera</a:t>
            </a:r>
            <a:r>
              <a:rPr lang="en-US" sz="3700" dirty="0"/>
              <a:t> </a:t>
            </a:r>
            <a:r>
              <a:rPr lang="en-US" sz="3700" dirty="0" err="1"/>
              <a:t>segura</a:t>
            </a:r>
            <a:r>
              <a:rPr lang="en-US" sz="3700" dirty="0"/>
              <a:t>, </a:t>
            </a:r>
            <a:r>
              <a:rPr lang="en-US" sz="3700" dirty="0" err="1"/>
              <a:t>utilizando</a:t>
            </a:r>
            <a:r>
              <a:rPr lang="en-US" sz="3700" dirty="0"/>
              <a:t> </a:t>
            </a:r>
            <a:r>
              <a:rPr lang="en-US" sz="3700" dirty="0" err="1"/>
              <a:t>técnicas</a:t>
            </a:r>
            <a:r>
              <a:rPr lang="en-US" sz="3700" dirty="0"/>
              <a:t> de </a:t>
            </a:r>
            <a:r>
              <a:rPr lang="en-US" sz="3700" dirty="0" err="1"/>
              <a:t>suplantación</a:t>
            </a:r>
            <a:r>
              <a:rPr lang="en-US" sz="3700" dirty="0"/>
              <a:t> de </a:t>
            </a:r>
            <a:r>
              <a:rPr lang="en-US" sz="3700" dirty="0" err="1"/>
              <a:t>certificados</a:t>
            </a:r>
            <a:r>
              <a:rPr lang="en-US" sz="3700" dirty="0"/>
              <a:t>, </a:t>
            </a:r>
            <a:r>
              <a:rPr lang="en-US" sz="3700" dirty="0" err="1"/>
              <a:t>por</a:t>
            </a:r>
            <a:r>
              <a:rPr lang="en-US" sz="3700" dirty="0"/>
              <a:t> </a:t>
            </a:r>
            <a:r>
              <a:rPr lang="en-US" sz="3700" dirty="0" err="1"/>
              <a:t>ejemplo</a:t>
            </a:r>
            <a:r>
              <a:rPr lang="en-US" sz="3700" dirty="0"/>
              <a:t>, para </a:t>
            </a:r>
            <a:r>
              <a:rPr lang="en-US" sz="3700" dirty="0" err="1"/>
              <a:t>engañar</a:t>
            </a:r>
            <a:r>
              <a:rPr lang="en-US" sz="3700" dirty="0"/>
              <a:t> a un </a:t>
            </a:r>
            <a:r>
              <a:rPr lang="en-US" sz="3700" dirty="0" err="1"/>
              <a:t>usuario</a:t>
            </a:r>
            <a:r>
              <a:rPr lang="en-US" sz="3700" dirty="0"/>
              <a:t> y </a:t>
            </a:r>
            <a:r>
              <a:rPr lang="en-US" sz="3700" dirty="0" err="1"/>
              <a:t>hacer</a:t>
            </a:r>
            <a:r>
              <a:rPr lang="en-US" sz="3700" dirty="0"/>
              <a:t> que </a:t>
            </a:r>
            <a:r>
              <a:rPr lang="en-US" sz="3700" dirty="0" err="1"/>
              <a:t>piense</a:t>
            </a:r>
            <a:r>
              <a:rPr lang="en-US" sz="3700" dirty="0"/>
              <a:t> que </a:t>
            </a:r>
            <a:r>
              <a:rPr lang="en-US" sz="3700" dirty="0" err="1"/>
              <a:t>está</a:t>
            </a:r>
            <a:r>
              <a:rPr lang="en-US" sz="3700" dirty="0"/>
              <a:t> </a:t>
            </a:r>
            <a:r>
              <a:rPr lang="en-US" sz="3700" dirty="0" err="1"/>
              <a:t>interactuando</a:t>
            </a:r>
            <a:r>
              <a:rPr lang="en-US" sz="3700" dirty="0"/>
              <a:t> con un sitio web </a:t>
            </a:r>
            <a:r>
              <a:rPr lang="en-US" sz="3700" dirty="0" err="1"/>
              <a:t>legítimo</a:t>
            </a:r>
            <a:r>
              <a:rPr lang="en-US" sz="3700" dirty="0"/>
              <a:t> </a:t>
            </a:r>
            <a:r>
              <a:rPr lang="en-US" sz="3700" dirty="0" err="1"/>
              <a:t>cuando</a:t>
            </a:r>
            <a:r>
              <a:rPr lang="en-US" sz="3700" dirty="0"/>
              <a:t> </a:t>
            </a:r>
            <a:r>
              <a:rPr lang="en-US" sz="3700" dirty="0" err="1"/>
              <a:t>en</a:t>
            </a:r>
            <a:r>
              <a:rPr lang="en-US" sz="3700" dirty="0"/>
              <a:t> </a:t>
            </a:r>
            <a:r>
              <a:rPr lang="en-US" sz="3700" dirty="0" err="1"/>
              <a:t>realidad</a:t>
            </a:r>
            <a:r>
              <a:rPr lang="en-US" sz="3700" dirty="0"/>
              <a:t> </a:t>
            </a:r>
            <a:r>
              <a:rPr lang="en-US" sz="3700" dirty="0" err="1"/>
              <a:t>está</a:t>
            </a:r>
            <a:r>
              <a:rPr lang="en-US" sz="3700" dirty="0"/>
              <a:t> </a:t>
            </a:r>
            <a:r>
              <a:rPr lang="en-US" sz="3700" dirty="0" err="1"/>
              <a:t>comunicándose</a:t>
            </a:r>
            <a:r>
              <a:rPr lang="en-US" sz="3700" dirty="0"/>
              <a:t> con un sitio </a:t>
            </a:r>
            <a:r>
              <a:rPr lang="en-US" sz="3700" dirty="0" err="1"/>
              <a:t>malicioso</a:t>
            </a:r>
            <a:r>
              <a:rPr lang="en-US" sz="3700" dirty="0"/>
              <a:t>.</a:t>
            </a:r>
          </a:p>
        </p:txBody>
      </p:sp>
      <p:pic>
        <p:nvPicPr>
          <p:cNvPr id="4" name="Google Shape;135;p8" descr="Cómo protegerse de los virus, piratas informáticos y demás ataques? |  Tecnología - ComputerHoy.com">
            <a:extLst>
              <a:ext uri="{FF2B5EF4-FFF2-40B4-BE49-F238E27FC236}">
                <a16:creationId xmlns:a16="http://schemas.microsoft.com/office/drawing/2014/main" id="{1237C5F8-EFDC-F31F-D6B7-0F1AA13AFD8B}"/>
              </a:ext>
            </a:extLst>
          </p:cNvPr>
          <p:cNvPicPr preferRelativeResize="0"/>
          <p:nvPr/>
        </p:nvPicPr>
        <p:blipFill rotWithShape="1">
          <a:blip r:embed="rId2"/>
          <a:srcRect l="20442" r="15538" b="1"/>
          <a:stretch/>
        </p:blipFill>
        <p:spPr>
          <a:xfrm>
            <a:off x="15351316" y="4187952"/>
            <a:ext cx="7882128" cy="8193024"/>
          </a:xfrm>
          <a:prstGeom prst="rect">
            <a:avLst/>
          </a:prstGeom>
          <a:noFill/>
        </p:spPr>
      </p:pic>
    </p:spTree>
    <p:extLst>
      <p:ext uri="{BB962C8B-B14F-4D97-AF65-F5344CB8AC3E}">
        <p14:creationId xmlns:p14="http://schemas.microsoft.com/office/powerpoint/2010/main" val="1376069043"/>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3B475F8-50AE-46A0-9943-B2B63183D5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DE294E5-0985-9622-64B9-7BFCE89E52E8}"/>
              </a:ext>
            </a:extLst>
          </p:cNvPr>
          <p:cNvSpPr>
            <a:spLocks noGrp="1"/>
          </p:cNvSpPr>
          <p:nvPr>
            <p:ph type="title" idx="4294967295"/>
          </p:nvPr>
        </p:nvSpPr>
        <p:spPr>
          <a:xfrm>
            <a:off x="1225296" y="730250"/>
            <a:ext cx="13972030" cy="3552968"/>
          </a:xfrm>
        </p:spPr>
        <p:txBody>
          <a:bodyPr vert="horz" lIns="91440" tIns="45720" rIns="91440" bIns="45720" rtlCol="0" anchor="b">
            <a:normAutofit/>
          </a:bodyPr>
          <a:lstStyle/>
          <a:p>
            <a:pPr defTabSz="914400"/>
            <a:r>
              <a:rPr lang="en-US" sz="10800" b="1" dirty="0" err="1"/>
              <a:t>Ataque</a:t>
            </a:r>
            <a:r>
              <a:rPr lang="en-US" sz="10800" b="1" dirty="0"/>
              <a:t> de </a:t>
            </a:r>
            <a:r>
              <a:rPr lang="en-US" sz="10800" b="1" dirty="0" err="1"/>
              <a:t>Inyección</a:t>
            </a:r>
            <a:r>
              <a:rPr lang="en-US" sz="10800" b="1" dirty="0"/>
              <a:t> de SQL</a:t>
            </a:r>
          </a:p>
        </p:txBody>
      </p:sp>
      <p:pic>
        <p:nvPicPr>
          <p:cNvPr id="5" name="Google Shape;135;p8" descr="Cómo protegerse de los virus, piratas informáticos y demás ataques? |  Tecnología - ComputerHoy.com">
            <a:extLst>
              <a:ext uri="{FF2B5EF4-FFF2-40B4-BE49-F238E27FC236}">
                <a16:creationId xmlns:a16="http://schemas.microsoft.com/office/drawing/2014/main" id="{AFCA5F38-BAB7-4431-7833-8B9FEC8ADCA6}"/>
              </a:ext>
            </a:extLst>
          </p:cNvPr>
          <p:cNvPicPr preferRelativeResize="0"/>
          <p:nvPr/>
        </p:nvPicPr>
        <p:blipFill rotWithShape="1">
          <a:blip r:embed="rId2"/>
          <a:stretch/>
        </p:blipFill>
        <p:spPr>
          <a:xfrm>
            <a:off x="17450359" y="523982"/>
            <a:ext cx="5680989" cy="3780440"/>
          </a:xfrm>
          <a:prstGeom prst="rect">
            <a:avLst/>
          </a:prstGeom>
          <a:noFill/>
        </p:spPr>
      </p:pic>
      <p:sp>
        <p:nvSpPr>
          <p:cNvPr id="16" name="sketch line">
            <a:extLst>
              <a:ext uri="{FF2B5EF4-FFF2-40B4-BE49-F238E27FC236}">
                <a16:creationId xmlns:a16="http://schemas.microsoft.com/office/drawing/2014/main" id="{75F6FDB4-2351-48C2-A863-2364A0234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76400" y="4631382"/>
            <a:ext cx="8686800" cy="36576"/>
          </a:xfrm>
          <a:custGeom>
            <a:avLst/>
            <a:gdLst>
              <a:gd name="connsiteX0" fmla="*/ 0 w 8686800"/>
              <a:gd name="connsiteY0" fmla="*/ 0 h 36576"/>
              <a:gd name="connsiteX1" fmla="*/ 581347 w 8686800"/>
              <a:gd name="connsiteY1" fmla="*/ 0 h 36576"/>
              <a:gd name="connsiteX2" fmla="*/ 1249563 w 8686800"/>
              <a:gd name="connsiteY2" fmla="*/ 0 h 36576"/>
              <a:gd name="connsiteX3" fmla="*/ 2004646 w 8686800"/>
              <a:gd name="connsiteY3" fmla="*/ 0 h 36576"/>
              <a:gd name="connsiteX4" fmla="*/ 2585994 w 8686800"/>
              <a:gd name="connsiteY4" fmla="*/ 0 h 36576"/>
              <a:gd name="connsiteX5" fmla="*/ 3254209 w 8686800"/>
              <a:gd name="connsiteY5" fmla="*/ 0 h 36576"/>
              <a:gd name="connsiteX6" fmla="*/ 4096160 w 8686800"/>
              <a:gd name="connsiteY6" fmla="*/ 0 h 36576"/>
              <a:gd name="connsiteX7" fmla="*/ 4590640 w 8686800"/>
              <a:gd name="connsiteY7" fmla="*/ 0 h 36576"/>
              <a:gd name="connsiteX8" fmla="*/ 5345723 w 8686800"/>
              <a:gd name="connsiteY8" fmla="*/ 0 h 36576"/>
              <a:gd name="connsiteX9" fmla="*/ 5840202 w 8686800"/>
              <a:gd name="connsiteY9" fmla="*/ 0 h 36576"/>
              <a:gd name="connsiteX10" fmla="*/ 6508418 w 8686800"/>
              <a:gd name="connsiteY10" fmla="*/ 0 h 36576"/>
              <a:gd name="connsiteX11" fmla="*/ 7263501 w 8686800"/>
              <a:gd name="connsiteY11" fmla="*/ 0 h 36576"/>
              <a:gd name="connsiteX12" fmla="*/ 7671113 w 8686800"/>
              <a:gd name="connsiteY12" fmla="*/ 0 h 36576"/>
              <a:gd name="connsiteX13" fmla="*/ 8078724 w 8686800"/>
              <a:gd name="connsiteY13" fmla="*/ 0 h 36576"/>
              <a:gd name="connsiteX14" fmla="*/ 8686800 w 8686800"/>
              <a:gd name="connsiteY14" fmla="*/ 0 h 36576"/>
              <a:gd name="connsiteX15" fmla="*/ 8686800 w 8686800"/>
              <a:gd name="connsiteY15" fmla="*/ 36576 h 36576"/>
              <a:gd name="connsiteX16" fmla="*/ 7931717 w 8686800"/>
              <a:gd name="connsiteY16" fmla="*/ 36576 h 36576"/>
              <a:gd name="connsiteX17" fmla="*/ 7263501 w 8686800"/>
              <a:gd name="connsiteY17" fmla="*/ 36576 h 36576"/>
              <a:gd name="connsiteX18" fmla="*/ 6682154 w 8686800"/>
              <a:gd name="connsiteY18" fmla="*/ 36576 h 36576"/>
              <a:gd name="connsiteX19" fmla="*/ 5927070 w 8686800"/>
              <a:gd name="connsiteY19" fmla="*/ 36576 h 36576"/>
              <a:gd name="connsiteX20" fmla="*/ 5258855 w 8686800"/>
              <a:gd name="connsiteY20" fmla="*/ 36576 h 36576"/>
              <a:gd name="connsiteX21" fmla="*/ 4416904 w 8686800"/>
              <a:gd name="connsiteY21" fmla="*/ 36576 h 36576"/>
              <a:gd name="connsiteX22" fmla="*/ 3574952 w 8686800"/>
              <a:gd name="connsiteY22" fmla="*/ 36576 h 36576"/>
              <a:gd name="connsiteX23" fmla="*/ 2819869 w 8686800"/>
              <a:gd name="connsiteY23" fmla="*/ 36576 h 36576"/>
              <a:gd name="connsiteX24" fmla="*/ 2064786 w 8686800"/>
              <a:gd name="connsiteY24" fmla="*/ 36576 h 36576"/>
              <a:gd name="connsiteX25" fmla="*/ 1309702 w 8686800"/>
              <a:gd name="connsiteY25" fmla="*/ 36576 h 36576"/>
              <a:gd name="connsiteX26" fmla="*/ 815223 w 8686800"/>
              <a:gd name="connsiteY26" fmla="*/ 36576 h 36576"/>
              <a:gd name="connsiteX27" fmla="*/ 0 w 8686800"/>
              <a:gd name="connsiteY27" fmla="*/ 36576 h 36576"/>
              <a:gd name="connsiteX28" fmla="*/ 0 w 8686800"/>
              <a:gd name="connsiteY28"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686800" h="36576" fill="none" extrusionOk="0">
                <a:moveTo>
                  <a:pt x="0" y="0"/>
                </a:moveTo>
                <a:cubicBezTo>
                  <a:pt x="198285" y="-25666"/>
                  <a:pt x="368763" y="13229"/>
                  <a:pt x="581347" y="0"/>
                </a:cubicBezTo>
                <a:cubicBezTo>
                  <a:pt x="793931" y="-13229"/>
                  <a:pt x="1106527" y="-26801"/>
                  <a:pt x="1249563" y="0"/>
                </a:cubicBezTo>
                <a:cubicBezTo>
                  <a:pt x="1392599" y="26801"/>
                  <a:pt x="1762089" y="-29385"/>
                  <a:pt x="2004646" y="0"/>
                </a:cubicBezTo>
                <a:cubicBezTo>
                  <a:pt x="2247203" y="29385"/>
                  <a:pt x="2391400" y="-22659"/>
                  <a:pt x="2585994" y="0"/>
                </a:cubicBezTo>
                <a:cubicBezTo>
                  <a:pt x="2780588" y="22659"/>
                  <a:pt x="3000382" y="13372"/>
                  <a:pt x="3254209" y="0"/>
                </a:cubicBezTo>
                <a:cubicBezTo>
                  <a:pt x="3508036" y="-13372"/>
                  <a:pt x="3830288" y="-2254"/>
                  <a:pt x="4096160" y="0"/>
                </a:cubicBezTo>
                <a:cubicBezTo>
                  <a:pt x="4362032" y="2254"/>
                  <a:pt x="4390821" y="-19937"/>
                  <a:pt x="4590640" y="0"/>
                </a:cubicBezTo>
                <a:cubicBezTo>
                  <a:pt x="4790459" y="19937"/>
                  <a:pt x="5120408" y="21499"/>
                  <a:pt x="5345723" y="0"/>
                </a:cubicBezTo>
                <a:cubicBezTo>
                  <a:pt x="5571038" y="-21499"/>
                  <a:pt x="5603543" y="-2995"/>
                  <a:pt x="5840202" y="0"/>
                </a:cubicBezTo>
                <a:cubicBezTo>
                  <a:pt x="6076861" y="2995"/>
                  <a:pt x="6309581" y="-30781"/>
                  <a:pt x="6508418" y="0"/>
                </a:cubicBezTo>
                <a:cubicBezTo>
                  <a:pt x="6707255" y="30781"/>
                  <a:pt x="7110644" y="-20987"/>
                  <a:pt x="7263501" y="0"/>
                </a:cubicBezTo>
                <a:cubicBezTo>
                  <a:pt x="7416358" y="20987"/>
                  <a:pt x="7562921" y="10233"/>
                  <a:pt x="7671113" y="0"/>
                </a:cubicBezTo>
                <a:cubicBezTo>
                  <a:pt x="7779305" y="-10233"/>
                  <a:pt x="7957885" y="19709"/>
                  <a:pt x="8078724" y="0"/>
                </a:cubicBezTo>
                <a:cubicBezTo>
                  <a:pt x="8199563" y="-19709"/>
                  <a:pt x="8539685" y="-13832"/>
                  <a:pt x="8686800" y="0"/>
                </a:cubicBezTo>
                <a:cubicBezTo>
                  <a:pt x="8687261" y="9258"/>
                  <a:pt x="8688247" y="24151"/>
                  <a:pt x="8686800" y="36576"/>
                </a:cubicBezTo>
                <a:cubicBezTo>
                  <a:pt x="8335447" y="2147"/>
                  <a:pt x="8103855" y="62911"/>
                  <a:pt x="7931717" y="36576"/>
                </a:cubicBezTo>
                <a:cubicBezTo>
                  <a:pt x="7759579" y="10241"/>
                  <a:pt x="7541705" y="19727"/>
                  <a:pt x="7263501" y="36576"/>
                </a:cubicBezTo>
                <a:cubicBezTo>
                  <a:pt x="6985297" y="53425"/>
                  <a:pt x="6861730" y="24258"/>
                  <a:pt x="6682154" y="36576"/>
                </a:cubicBezTo>
                <a:cubicBezTo>
                  <a:pt x="6502578" y="48894"/>
                  <a:pt x="6301906" y="15094"/>
                  <a:pt x="5927070" y="36576"/>
                </a:cubicBezTo>
                <a:cubicBezTo>
                  <a:pt x="5552234" y="58058"/>
                  <a:pt x="5487319" y="15861"/>
                  <a:pt x="5258855" y="36576"/>
                </a:cubicBezTo>
                <a:cubicBezTo>
                  <a:pt x="5030391" y="57291"/>
                  <a:pt x="4741489" y="36156"/>
                  <a:pt x="4416904" y="36576"/>
                </a:cubicBezTo>
                <a:cubicBezTo>
                  <a:pt x="4092319" y="36996"/>
                  <a:pt x="3943463" y="1811"/>
                  <a:pt x="3574952" y="36576"/>
                </a:cubicBezTo>
                <a:cubicBezTo>
                  <a:pt x="3206441" y="71341"/>
                  <a:pt x="2995013" y="11783"/>
                  <a:pt x="2819869" y="36576"/>
                </a:cubicBezTo>
                <a:cubicBezTo>
                  <a:pt x="2644725" y="61369"/>
                  <a:pt x="2352787" y="30322"/>
                  <a:pt x="2064786" y="36576"/>
                </a:cubicBezTo>
                <a:cubicBezTo>
                  <a:pt x="1776785" y="42830"/>
                  <a:pt x="1540033" y="31051"/>
                  <a:pt x="1309702" y="36576"/>
                </a:cubicBezTo>
                <a:cubicBezTo>
                  <a:pt x="1079371" y="42101"/>
                  <a:pt x="951189" y="33377"/>
                  <a:pt x="815223" y="36576"/>
                </a:cubicBezTo>
                <a:cubicBezTo>
                  <a:pt x="679257" y="39775"/>
                  <a:pt x="224958" y="3631"/>
                  <a:pt x="0" y="36576"/>
                </a:cubicBezTo>
                <a:cubicBezTo>
                  <a:pt x="-472" y="19807"/>
                  <a:pt x="-535" y="8247"/>
                  <a:pt x="0" y="0"/>
                </a:cubicBezTo>
                <a:close/>
              </a:path>
              <a:path w="8686800" h="36576" stroke="0" extrusionOk="0">
                <a:moveTo>
                  <a:pt x="0" y="0"/>
                </a:moveTo>
                <a:cubicBezTo>
                  <a:pt x="170829" y="9621"/>
                  <a:pt x="331763" y="-26788"/>
                  <a:pt x="581347" y="0"/>
                </a:cubicBezTo>
                <a:cubicBezTo>
                  <a:pt x="830931" y="26788"/>
                  <a:pt x="849291" y="15676"/>
                  <a:pt x="988959" y="0"/>
                </a:cubicBezTo>
                <a:cubicBezTo>
                  <a:pt x="1128627" y="-15676"/>
                  <a:pt x="1452357" y="3501"/>
                  <a:pt x="1830910" y="0"/>
                </a:cubicBezTo>
                <a:cubicBezTo>
                  <a:pt x="2209463" y="-3501"/>
                  <a:pt x="2273738" y="22077"/>
                  <a:pt x="2412258" y="0"/>
                </a:cubicBezTo>
                <a:cubicBezTo>
                  <a:pt x="2550778" y="-22077"/>
                  <a:pt x="2764186" y="1357"/>
                  <a:pt x="2993605" y="0"/>
                </a:cubicBezTo>
                <a:cubicBezTo>
                  <a:pt x="3223024" y="-1357"/>
                  <a:pt x="3606034" y="-34729"/>
                  <a:pt x="3835556" y="0"/>
                </a:cubicBezTo>
                <a:cubicBezTo>
                  <a:pt x="4065078" y="34729"/>
                  <a:pt x="4105172" y="-22985"/>
                  <a:pt x="4330036" y="0"/>
                </a:cubicBezTo>
                <a:cubicBezTo>
                  <a:pt x="4554900" y="22985"/>
                  <a:pt x="4855708" y="21899"/>
                  <a:pt x="5171987" y="0"/>
                </a:cubicBezTo>
                <a:cubicBezTo>
                  <a:pt x="5488266" y="-21899"/>
                  <a:pt x="5669057" y="16428"/>
                  <a:pt x="6013938" y="0"/>
                </a:cubicBezTo>
                <a:cubicBezTo>
                  <a:pt x="6358819" y="-16428"/>
                  <a:pt x="6391983" y="-26960"/>
                  <a:pt x="6682154" y="0"/>
                </a:cubicBezTo>
                <a:cubicBezTo>
                  <a:pt x="6972325" y="26960"/>
                  <a:pt x="7173434" y="6085"/>
                  <a:pt x="7524105" y="0"/>
                </a:cubicBezTo>
                <a:cubicBezTo>
                  <a:pt x="7874776" y="-6085"/>
                  <a:pt x="7985215" y="-23134"/>
                  <a:pt x="8105453" y="0"/>
                </a:cubicBezTo>
                <a:cubicBezTo>
                  <a:pt x="8225691" y="23134"/>
                  <a:pt x="8509302" y="-10864"/>
                  <a:pt x="8686800" y="0"/>
                </a:cubicBezTo>
                <a:cubicBezTo>
                  <a:pt x="8685514" y="7335"/>
                  <a:pt x="8686369" y="23090"/>
                  <a:pt x="8686800" y="36576"/>
                </a:cubicBezTo>
                <a:cubicBezTo>
                  <a:pt x="8515262" y="11802"/>
                  <a:pt x="8246114" y="39450"/>
                  <a:pt x="8018585" y="36576"/>
                </a:cubicBezTo>
                <a:cubicBezTo>
                  <a:pt x="7791056" y="33702"/>
                  <a:pt x="7492767" y="46248"/>
                  <a:pt x="7350369" y="36576"/>
                </a:cubicBezTo>
                <a:cubicBezTo>
                  <a:pt x="7207971" y="26904"/>
                  <a:pt x="6719744" y="67178"/>
                  <a:pt x="6508418" y="36576"/>
                </a:cubicBezTo>
                <a:cubicBezTo>
                  <a:pt x="6297092" y="5974"/>
                  <a:pt x="6112964" y="18896"/>
                  <a:pt x="5840202" y="36576"/>
                </a:cubicBezTo>
                <a:cubicBezTo>
                  <a:pt x="5567440" y="54256"/>
                  <a:pt x="5530808" y="29424"/>
                  <a:pt x="5432591" y="36576"/>
                </a:cubicBezTo>
                <a:cubicBezTo>
                  <a:pt x="5334374" y="43728"/>
                  <a:pt x="5164343" y="58812"/>
                  <a:pt x="4938112" y="36576"/>
                </a:cubicBezTo>
                <a:cubicBezTo>
                  <a:pt x="4711881" y="14340"/>
                  <a:pt x="4466790" y="35502"/>
                  <a:pt x="4096160" y="36576"/>
                </a:cubicBezTo>
                <a:cubicBezTo>
                  <a:pt x="3725530" y="37650"/>
                  <a:pt x="3730143" y="52306"/>
                  <a:pt x="3427945" y="36576"/>
                </a:cubicBezTo>
                <a:cubicBezTo>
                  <a:pt x="3125747" y="20846"/>
                  <a:pt x="3071124" y="51159"/>
                  <a:pt x="2933466" y="36576"/>
                </a:cubicBezTo>
                <a:cubicBezTo>
                  <a:pt x="2795808" y="21993"/>
                  <a:pt x="2522026" y="49101"/>
                  <a:pt x="2265250" y="36576"/>
                </a:cubicBezTo>
                <a:cubicBezTo>
                  <a:pt x="2008474" y="24051"/>
                  <a:pt x="1961850" y="38978"/>
                  <a:pt x="1857639" y="36576"/>
                </a:cubicBezTo>
                <a:cubicBezTo>
                  <a:pt x="1753428" y="34174"/>
                  <a:pt x="1618113" y="51508"/>
                  <a:pt x="1450027" y="36576"/>
                </a:cubicBezTo>
                <a:cubicBezTo>
                  <a:pt x="1281941" y="21644"/>
                  <a:pt x="1047132" y="33663"/>
                  <a:pt x="781812" y="36576"/>
                </a:cubicBezTo>
                <a:cubicBezTo>
                  <a:pt x="516492" y="39489"/>
                  <a:pt x="206411" y="10675"/>
                  <a:pt x="0" y="36576"/>
                </a:cubicBezTo>
                <a:cubicBezTo>
                  <a:pt x="-1649" y="19104"/>
                  <a:pt x="652" y="1022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0C2A246-77B6-3277-5E4D-30BB4AEA5926}"/>
              </a:ext>
            </a:extLst>
          </p:cNvPr>
          <p:cNvSpPr>
            <a:spLocks noGrp="1"/>
          </p:cNvSpPr>
          <p:nvPr>
            <p:ph idx="4294967295"/>
          </p:nvPr>
        </p:nvSpPr>
        <p:spPr>
          <a:xfrm>
            <a:off x="1225296" y="5009638"/>
            <a:ext cx="13972032" cy="7344288"/>
          </a:xfrm>
        </p:spPr>
        <p:txBody>
          <a:bodyPr vert="horz" lIns="91440" tIns="45720" rIns="91440" bIns="45720" rtlCol="0">
            <a:normAutofit/>
          </a:bodyPr>
          <a:lstStyle/>
          <a:p>
            <a:pPr indent="-228600" defTabSz="914400"/>
            <a:r>
              <a:rPr lang="en-US" sz="4400" dirty="0" err="1"/>
              <a:t>Ataque</a:t>
            </a:r>
            <a:r>
              <a:rPr lang="en-US" sz="4400" dirty="0"/>
              <a:t> de </a:t>
            </a:r>
            <a:r>
              <a:rPr lang="en-US" sz="4400" dirty="0" err="1"/>
              <a:t>Inyección</a:t>
            </a:r>
            <a:r>
              <a:rPr lang="en-US" sz="4400" dirty="0"/>
              <a:t> de SQL: Este </a:t>
            </a:r>
            <a:r>
              <a:rPr lang="en-US" sz="4400" dirty="0" err="1"/>
              <a:t>tipo</a:t>
            </a:r>
            <a:r>
              <a:rPr lang="en-US" sz="4400" dirty="0"/>
              <a:t> de </a:t>
            </a:r>
            <a:r>
              <a:rPr lang="en-US" sz="4400" dirty="0" err="1"/>
              <a:t>ataque</a:t>
            </a:r>
            <a:r>
              <a:rPr lang="en-US" sz="4400" dirty="0"/>
              <a:t> </a:t>
            </a:r>
            <a:r>
              <a:rPr lang="en-US" sz="4400" dirty="0" err="1"/>
              <a:t>aprovecha</a:t>
            </a:r>
            <a:r>
              <a:rPr lang="en-US" sz="4400" dirty="0"/>
              <a:t> </a:t>
            </a:r>
            <a:r>
              <a:rPr lang="en-US" sz="4400" dirty="0" err="1"/>
              <a:t>una</a:t>
            </a:r>
            <a:r>
              <a:rPr lang="en-US" sz="4400" dirty="0"/>
              <a:t> </a:t>
            </a:r>
            <a:r>
              <a:rPr lang="en-US" sz="4400" dirty="0" err="1"/>
              <a:t>vulnerabilidad</a:t>
            </a:r>
            <a:r>
              <a:rPr lang="en-US" sz="4400" dirty="0"/>
              <a:t> </a:t>
            </a:r>
            <a:r>
              <a:rPr lang="en-US" sz="4400" dirty="0" err="1"/>
              <a:t>en</a:t>
            </a:r>
            <a:r>
              <a:rPr lang="en-US" sz="4400" dirty="0"/>
              <a:t> </a:t>
            </a:r>
            <a:r>
              <a:rPr lang="en-US" sz="4400" dirty="0" err="1"/>
              <a:t>una</a:t>
            </a:r>
            <a:r>
              <a:rPr lang="en-US" sz="4400" dirty="0"/>
              <a:t> </a:t>
            </a:r>
            <a:r>
              <a:rPr lang="en-US" sz="4400" dirty="0" err="1"/>
              <a:t>aplicación</a:t>
            </a:r>
            <a:r>
              <a:rPr lang="en-US" sz="4400" dirty="0"/>
              <a:t> web para </a:t>
            </a:r>
            <a:r>
              <a:rPr lang="en-US" sz="4400" dirty="0" err="1"/>
              <a:t>inyectar</a:t>
            </a:r>
            <a:r>
              <a:rPr lang="en-US" sz="4400" dirty="0"/>
              <a:t> </a:t>
            </a:r>
            <a:r>
              <a:rPr lang="en-US" sz="4400" dirty="0" err="1"/>
              <a:t>código</a:t>
            </a:r>
            <a:r>
              <a:rPr lang="en-US" sz="4400" dirty="0"/>
              <a:t> </a:t>
            </a:r>
            <a:r>
              <a:rPr lang="en-US" sz="4400" dirty="0" err="1"/>
              <a:t>malicioso</a:t>
            </a:r>
            <a:r>
              <a:rPr lang="en-US" sz="4400" dirty="0"/>
              <a:t> </a:t>
            </a:r>
            <a:r>
              <a:rPr lang="en-US" sz="4400" dirty="0" err="1"/>
              <a:t>en</a:t>
            </a:r>
            <a:r>
              <a:rPr lang="en-US" sz="4400" dirty="0"/>
              <a:t> </a:t>
            </a:r>
            <a:r>
              <a:rPr lang="en-US" sz="4400" dirty="0" err="1"/>
              <a:t>una</a:t>
            </a:r>
            <a:r>
              <a:rPr lang="en-US" sz="4400" dirty="0"/>
              <a:t> base de </a:t>
            </a:r>
            <a:r>
              <a:rPr lang="en-US" sz="4400" dirty="0" err="1"/>
              <a:t>datos</a:t>
            </a:r>
            <a:r>
              <a:rPr lang="en-US" sz="4400" dirty="0"/>
              <a:t>, lo que </a:t>
            </a:r>
            <a:r>
              <a:rPr lang="en-US" sz="4400" dirty="0" err="1"/>
              <a:t>puede</a:t>
            </a:r>
            <a:r>
              <a:rPr lang="en-US" sz="4400" dirty="0"/>
              <a:t> </a:t>
            </a:r>
            <a:r>
              <a:rPr lang="en-US" sz="4400" dirty="0" err="1"/>
              <a:t>permitir</a:t>
            </a:r>
            <a:r>
              <a:rPr lang="en-US" sz="4400" dirty="0"/>
              <a:t> al </a:t>
            </a:r>
            <a:r>
              <a:rPr lang="en-US" sz="4400" dirty="0" err="1"/>
              <a:t>atacante</a:t>
            </a:r>
            <a:r>
              <a:rPr lang="en-US" sz="4400" dirty="0"/>
              <a:t> acceder a </a:t>
            </a:r>
            <a:r>
              <a:rPr lang="en-US" sz="4400" dirty="0" err="1"/>
              <a:t>información</a:t>
            </a:r>
            <a:r>
              <a:rPr lang="en-US" sz="4400" dirty="0"/>
              <a:t> </a:t>
            </a:r>
            <a:r>
              <a:rPr lang="en-US" sz="4400" dirty="0" err="1"/>
              <a:t>confidencial</a:t>
            </a:r>
            <a:r>
              <a:rPr lang="en-US" sz="4400" dirty="0"/>
              <a:t>.</a:t>
            </a:r>
          </a:p>
        </p:txBody>
      </p:sp>
      <p:pic>
        <p:nvPicPr>
          <p:cNvPr id="9" name="Imagen 8" descr="Interfaz de usuario gráfica, Diagrama, Aplicación&#10;&#10;Descripción generada automáticamente">
            <a:extLst>
              <a:ext uri="{FF2B5EF4-FFF2-40B4-BE49-F238E27FC236}">
                <a16:creationId xmlns:a16="http://schemas.microsoft.com/office/drawing/2014/main" id="{88A1092B-E314-4E71-0ADC-5CA5699D43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12845" y="4620172"/>
            <a:ext cx="5559471" cy="3780440"/>
          </a:xfrm>
          <a:prstGeom prst="rect">
            <a:avLst/>
          </a:prstGeom>
        </p:spPr>
      </p:pic>
      <p:pic>
        <p:nvPicPr>
          <p:cNvPr id="4" name="Google Shape;135;p8" descr="Cómo protegerse de los virus, piratas informáticos y demás ataques? |  Tecnología - ComputerHoy.com">
            <a:extLst>
              <a:ext uri="{FF2B5EF4-FFF2-40B4-BE49-F238E27FC236}">
                <a16:creationId xmlns:a16="http://schemas.microsoft.com/office/drawing/2014/main" id="{1237C5F8-EFDC-F31F-D6B7-0F1AA13AFD8B}"/>
              </a:ext>
            </a:extLst>
          </p:cNvPr>
          <p:cNvPicPr preferRelativeResize="0"/>
          <p:nvPr/>
        </p:nvPicPr>
        <p:blipFill rotWithShape="1">
          <a:blip r:embed="rId2"/>
          <a:stretch/>
        </p:blipFill>
        <p:spPr>
          <a:xfrm>
            <a:off x="17452086" y="8716362"/>
            <a:ext cx="5680989" cy="3780440"/>
          </a:xfrm>
          <a:prstGeom prst="rect">
            <a:avLst/>
          </a:prstGeom>
          <a:noFill/>
        </p:spPr>
      </p:pic>
    </p:spTree>
    <p:extLst>
      <p:ext uri="{BB962C8B-B14F-4D97-AF65-F5344CB8AC3E}">
        <p14:creationId xmlns:p14="http://schemas.microsoft.com/office/powerpoint/2010/main" val="2902526706"/>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BC0E012-26C0-09BF-BA2D-D165B96BC147}"/>
              </a:ext>
            </a:extLst>
          </p:cNvPr>
          <p:cNvSpPr>
            <a:spLocks noGrp="1"/>
          </p:cNvSpPr>
          <p:nvPr>
            <p:ph type="title" idx="4294967295"/>
          </p:nvPr>
        </p:nvSpPr>
        <p:spPr>
          <a:xfrm>
            <a:off x="1676400" y="730250"/>
            <a:ext cx="21031200" cy="2651126"/>
          </a:xfrm>
        </p:spPr>
        <p:txBody>
          <a:bodyPr vert="horz" lIns="91440" tIns="45720" rIns="91440" bIns="45720" rtlCol="0" anchor="ctr">
            <a:normAutofit/>
          </a:bodyPr>
          <a:lstStyle/>
          <a:p>
            <a:pPr defTabSz="914400"/>
            <a:r>
              <a:rPr lang="en-US" sz="10800" kern="1200" dirty="0">
                <a:solidFill>
                  <a:schemeClr val="tx1"/>
                </a:solidFill>
                <a:latin typeface="+mj-lt"/>
                <a:ea typeface="+mj-ea"/>
                <a:cs typeface="+mj-cs"/>
              </a:rPr>
              <a:t>¿</a:t>
            </a:r>
            <a:r>
              <a:rPr lang="en-US" sz="10800" kern="1200" dirty="0" err="1">
                <a:solidFill>
                  <a:schemeClr val="tx1"/>
                </a:solidFill>
                <a:latin typeface="+mj-lt"/>
                <a:ea typeface="+mj-ea"/>
                <a:cs typeface="+mj-cs"/>
              </a:rPr>
              <a:t>Qué</a:t>
            </a:r>
            <a:r>
              <a:rPr lang="en-US" sz="10800" kern="1200" dirty="0">
                <a:solidFill>
                  <a:schemeClr val="tx1"/>
                </a:solidFill>
                <a:latin typeface="+mj-lt"/>
                <a:ea typeface="+mj-ea"/>
                <a:cs typeface="+mj-cs"/>
              </a:rPr>
              <a:t> es Spoofing y sniffing)</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38072" y="3354746"/>
            <a:ext cx="21707856" cy="36576"/>
          </a:xfrm>
          <a:custGeom>
            <a:avLst/>
            <a:gdLst>
              <a:gd name="connsiteX0" fmla="*/ 0 w 21707856"/>
              <a:gd name="connsiteY0" fmla="*/ 0 h 36576"/>
              <a:gd name="connsiteX1" fmla="*/ 1112528 w 21707856"/>
              <a:gd name="connsiteY1" fmla="*/ 0 h 36576"/>
              <a:gd name="connsiteX2" fmla="*/ 1790898 w 21707856"/>
              <a:gd name="connsiteY2" fmla="*/ 0 h 36576"/>
              <a:gd name="connsiteX3" fmla="*/ 2035112 w 21707856"/>
              <a:gd name="connsiteY3" fmla="*/ 0 h 36576"/>
              <a:gd name="connsiteX4" fmla="*/ 2279325 w 21707856"/>
              <a:gd name="connsiteY4" fmla="*/ 0 h 36576"/>
              <a:gd name="connsiteX5" fmla="*/ 2523538 w 21707856"/>
              <a:gd name="connsiteY5" fmla="*/ 0 h 36576"/>
              <a:gd name="connsiteX6" fmla="*/ 2767752 w 21707856"/>
              <a:gd name="connsiteY6" fmla="*/ 0 h 36576"/>
              <a:gd name="connsiteX7" fmla="*/ 3229044 w 21707856"/>
              <a:gd name="connsiteY7" fmla="*/ 0 h 36576"/>
              <a:gd name="connsiteX8" fmla="*/ 3473257 w 21707856"/>
              <a:gd name="connsiteY8" fmla="*/ 0 h 36576"/>
              <a:gd name="connsiteX9" fmla="*/ 3934549 w 21707856"/>
              <a:gd name="connsiteY9" fmla="*/ 0 h 36576"/>
              <a:gd name="connsiteX10" fmla="*/ 4829998 w 21707856"/>
              <a:gd name="connsiteY10" fmla="*/ 0 h 36576"/>
              <a:gd name="connsiteX11" fmla="*/ 5074211 w 21707856"/>
              <a:gd name="connsiteY11" fmla="*/ 0 h 36576"/>
              <a:gd name="connsiteX12" fmla="*/ 5101346 w 21707856"/>
              <a:gd name="connsiteY12" fmla="*/ 0 h 36576"/>
              <a:gd name="connsiteX13" fmla="*/ 6213874 w 21707856"/>
              <a:gd name="connsiteY13" fmla="*/ 0 h 36576"/>
              <a:gd name="connsiteX14" fmla="*/ 6241009 w 21707856"/>
              <a:gd name="connsiteY14" fmla="*/ 0 h 36576"/>
              <a:gd name="connsiteX15" fmla="*/ 6919379 w 21707856"/>
              <a:gd name="connsiteY15" fmla="*/ 0 h 36576"/>
              <a:gd name="connsiteX16" fmla="*/ 6946514 w 21707856"/>
              <a:gd name="connsiteY16" fmla="*/ 0 h 36576"/>
              <a:gd name="connsiteX17" fmla="*/ 7841963 w 21707856"/>
              <a:gd name="connsiteY17" fmla="*/ 0 h 36576"/>
              <a:gd name="connsiteX18" fmla="*/ 8520333 w 21707856"/>
              <a:gd name="connsiteY18" fmla="*/ 0 h 36576"/>
              <a:gd name="connsiteX19" fmla="*/ 9415783 w 21707856"/>
              <a:gd name="connsiteY19" fmla="*/ 0 h 36576"/>
              <a:gd name="connsiteX20" fmla="*/ 10094153 w 21707856"/>
              <a:gd name="connsiteY20" fmla="*/ 0 h 36576"/>
              <a:gd name="connsiteX21" fmla="*/ 10989602 w 21707856"/>
              <a:gd name="connsiteY21" fmla="*/ 0 h 36576"/>
              <a:gd name="connsiteX22" fmla="*/ 11885051 w 21707856"/>
              <a:gd name="connsiteY22" fmla="*/ 0 h 36576"/>
              <a:gd name="connsiteX23" fmla="*/ 12997579 w 21707856"/>
              <a:gd name="connsiteY23" fmla="*/ 0 h 36576"/>
              <a:gd name="connsiteX24" fmla="*/ 13024714 w 21707856"/>
              <a:gd name="connsiteY24" fmla="*/ 0 h 36576"/>
              <a:gd name="connsiteX25" fmla="*/ 13051848 w 21707856"/>
              <a:gd name="connsiteY25" fmla="*/ 0 h 36576"/>
              <a:gd name="connsiteX26" fmla="*/ 14164376 w 21707856"/>
              <a:gd name="connsiteY26" fmla="*/ 0 h 36576"/>
              <a:gd name="connsiteX27" fmla="*/ 14625668 w 21707856"/>
              <a:gd name="connsiteY27" fmla="*/ 0 h 36576"/>
              <a:gd name="connsiteX28" fmla="*/ 15738196 w 21707856"/>
              <a:gd name="connsiteY28" fmla="*/ 0 h 36576"/>
              <a:gd name="connsiteX29" fmla="*/ 16199488 w 21707856"/>
              <a:gd name="connsiteY29" fmla="*/ 0 h 36576"/>
              <a:gd name="connsiteX30" fmla="*/ 17094937 w 21707856"/>
              <a:gd name="connsiteY30" fmla="*/ 0 h 36576"/>
              <a:gd name="connsiteX31" fmla="*/ 17339150 w 21707856"/>
              <a:gd name="connsiteY31" fmla="*/ 0 h 36576"/>
              <a:gd name="connsiteX32" fmla="*/ 18017520 w 21707856"/>
              <a:gd name="connsiteY32" fmla="*/ 0 h 36576"/>
              <a:gd name="connsiteX33" fmla="*/ 18695891 w 21707856"/>
              <a:gd name="connsiteY33" fmla="*/ 0 h 36576"/>
              <a:gd name="connsiteX34" fmla="*/ 19157183 w 21707856"/>
              <a:gd name="connsiteY34" fmla="*/ 0 h 36576"/>
              <a:gd name="connsiteX35" fmla="*/ 19618475 w 21707856"/>
              <a:gd name="connsiteY35" fmla="*/ 0 h 36576"/>
              <a:gd name="connsiteX36" fmla="*/ 19645610 w 21707856"/>
              <a:gd name="connsiteY36" fmla="*/ 0 h 36576"/>
              <a:gd name="connsiteX37" fmla="*/ 19672744 w 21707856"/>
              <a:gd name="connsiteY37" fmla="*/ 0 h 36576"/>
              <a:gd name="connsiteX38" fmla="*/ 19699879 w 21707856"/>
              <a:gd name="connsiteY38" fmla="*/ 0 h 36576"/>
              <a:gd name="connsiteX39" fmla="*/ 19727014 w 21707856"/>
              <a:gd name="connsiteY39" fmla="*/ 0 h 36576"/>
              <a:gd name="connsiteX40" fmla="*/ 19754149 w 21707856"/>
              <a:gd name="connsiteY40" fmla="*/ 0 h 36576"/>
              <a:gd name="connsiteX41" fmla="*/ 20215441 w 21707856"/>
              <a:gd name="connsiteY41" fmla="*/ 0 h 36576"/>
              <a:gd name="connsiteX42" fmla="*/ 20242576 w 21707856"/>
              <a:gd name="connsiteY42" fmla="*/ 0 h 36576"/>
              <a:gd name="connsiteX43" fmla="*/ 21707856 w 21707856"/>
              <a:gd name="connsiteY43" fmla="*/ 0 h 36576"/>
              <a:gd name="connsiteX44" fmla="*/ 21707856 w 21707856"/>
              <a:gd name="connsiteY44" fmla="*/ 36576 h 36576"/>
              <a:gd name="connsiteX45" fmla="*/ 20812407 w 21707856"/>
              <a:gd name="connsiteY45" fmla="*/ 36576 h 36576"/>
              <a:gd name="connsiteX46" fmla="*/ 20134036 w 21707856"/>
              <a:gd name="connsiteY46" fmla="*/ 36576 h 36576"/>
              <a:gd name="connsiteX47" fmla="*/ 19889823 w 21707856"/>
              <a:gd name="connsiteY47" fmla="*/ 36576 h 36576"/>
              <a:gd name="connsiteX48" fmla="*/ 18777295 w 21707856"/>
              <a:gd name="connsiteY48" fmla="*/ 36576 h 36576"/>
              <a:gd name="connsiteX49" fmla="*/ 17881846 w 21707856"/>
              <a:gd name="connsiteY49" fmla="*/ 36576 h 36576"/>
              <a:gd name="connsiteX50" fmla="*/ 17420554 w 21707856"/>
              <a:gd name="connsiteY50" fmla="*/ 36576 h 36576"/>
              <a:gd name="connsiteX51" fmla="*/ 16308027 w 21707856"/>
              <a:gd name="connsiteY51" fmla="*/ 36576 h 36576"/>
              <a:gd name="connsiteX52" fmla="*/ 15629656 w 21707856"/>
              <a:gd name="connsiteY52" fmla="*/ 36576 h 36576"/>
              <a:gd name="connsiteX53" fmla="*/ 15385443 w 21707856"/>
              <a:gd name="connsiteY53" fmla="*/ 36576 h 36576"/>
              <a:gd name="connsiteX54" fmla="*/ 14272915 w 21707856"/>
              <a:gd name="connsiteY54" fmla="*/ 36576 h 36576"/>
              <a:gd name="connsiteX55" fmla="*/ 14028702 w 21707856"/>
              <a:gd name="connsiteY55" fmla="*/ 36576 h 36576"/>
              <a:gd name="connsiteX56" fmla="*/ 13784489 w 21707856"/>
              <a:gd name="connsiteY56" fmla="*/ 36576 h 36576"/>
              <a:gd name="connsiteX57" fmla="*/ 13106118 w 21707856"/>
              <a:gd name="connsiteY57" fmla="*/ 36576 h 36576"/>
              <a:gd name="connsiteX58" fmla="*/ 12210669 w 21707856"/>
              <a:gd name="connsiteY58" fmla="*/ 36576 h 36576"/>
              <a:gd name="connsiteX59" fmla="*/ 11098141 w 21707856"/>
              <a:gd name="connsiteY59" fmla="*/ 36576 h 36576"/>
              <a:gd name="connsiteX60" fmla="*/ 10853928 w 21707856"/>
              <a:gd name="connsiteY60" fmla="*/ 36576 h 36576"/>
              <a:gd name="connsiteX61" fmla="*/ 10826793 w 21707856"/>
              <a:gd name="connsiteY61" fmla="*/ 36576 h 36576"/>
              <a:gd name="connsiteX62" fmla="*/ 9714266 w 21707856"/>
              <a:gd name="connsiteY62" fmla="*/ 36576 h 36576"/>
              <a:gd name="connsiteX63" fmla="*/ 9470052 w 21707856"/>
              <a:gd name="connsiteY63" fmla="*/ 36576 h 36576"/>
              <a:gd name="connsiteX64" fmla="*/ 9442917 w 21707856"/>
              <a:gd name="connsiteY64" fmla="*/ 36576 h 36576"/>
              <a:gd name="connsiteX65" fmla="*/ 8547468 w 21707856"/>
              <a:gd name="connsiteY65" fmla="*/ 36576 h 36576"/>
              <a:gd name="connsiteX66" fmla="*/ 8520333 w 21707856"/>
              <a:gd name="connsiteY66" fmla="*/ 36576 h 36576"/>
              <a:gd name="connsiteX67" fmla="*/ 7407806 w 21707856"/>
              <a:gd name="connsiteY67" fmla="*/ 36576 h 36576"/>
              <a:gd name="connsiteX68" fmla="*/ 6729435 w 21707856"/>
              <a:gd name="connsiteY68" fmla="*/ 36576 h 36576"/>
              <a:gd name="connsiteX69" fmla="*/ 6268143 w 21707856"/>
              <a:gd name="connsiteY69" fmla="*/ 36576 h 36576"/>
              <a:gd name="connsiteX70" fmla="*/ 6241009 w 21707856"/>
              <a:gd name="connsiteY70" fmla="*/ 36576 h 36576"/>
              <a:gd name="connsiteX71" fmla="*/ 6213874 w 21707856"/>
              <a:gd name="connsiteY71" fmla="*/ 36576 h 36576"/>
              <a:gd name="connsiteX72" fmla="*/ 5535503 w 21707856"/>
              <a:gd name="connsiteY72" fmla="*/ 36576 h 36576"/>
              <a:gd name="connsiteX73" fmla="*/ 4640054 w 21707856"/>
              <a:gd name="connsiteY73" fmla="*/ 36576 h 36576"/>
              <a:gd name="connsiteX74" fmla="*/ 3961684 w 21707856"/>
              <a:gd name="connsiteY74" fmla="*/ 36576 h 36576"/>
              <a:gd name="connsiteX75" fmla="*/ 3066235 w 21707856"/>
              <a:gd name="connsiteY75" fmla="*/ 36576 h 36576"/>
              <a:gd name="connsiteX76" fmla="*/ 2170786 w 21707856"/>
              <a:gd name="connsiteY76" fmla="*/ 36576 h 36576"/>
              <a:gd name="connsiteX77" fmla="*/ 1709494 w 21707856"/>
              <a:gd name="connsiteY77" fmla="*/ 36576 h 36576"/>
              <a:gd name="connsiteX78" fmla="*/ 1248202 w 21707856"/>
              <a:gd name="connsiteY78" fmla="*/ 36576 h 36576"/>
              <a:gd name="connsiteX79" fmla="*/ 786910 w 21707856"/>
              <a:gd name="connsiteY79" fmla="*/ 36576 h 36576"/>
              <a:gd name="connsiteX80" fmla="*/ 0 w 21707856"/>
              <a:gd name="connsiteY80" fmla="*/ 36576 h 36576"/>
              <a:gd name="connsiteX81" fmla="*/ 0 w 21707856"/>
              <a:gd name="connsiteY8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21707856" h="36576" fill="none" extrusionOk="0">
                <a:moveTo>
                  <a:pt x="0" y="0"/>
                </a:moveTo>
                <a:cubicBezTo>
                  <a:pt x="436618" y="-48832"/>
                  <a:pt x="804164" y="8597"/>
                  <a:pt x="1112528" y="0"/>
                </a:cubicBezTo>
                <a:cubicBezTo>
                  <a:pt x="1420892" y="-8597"/>
                  <a:pt x="1567179" y="-13728"/>
                  <a:pt x="1790898" y="0"/>
                </a:cubicBezTo>
                <a:cubicBezTo>
                  <a:pt x="2014617" y="13728"/>
                  <a:pt x="1942554" y="10896"/>
                  <a:pt x="2035112" y="0"/>
                </a:cubicBezTo>
                <a:cubicBezTo>
                  <a:pt x="2127670" y="-10896"/>
                  <a:pt x="2206354" y="11574"/>
                  <a:pt x="2279325" y="0"/>
                </a:cubicBezTo>
                <a:cubicBezTo>
                  <a:pt x="2352296" y="-11574"/>
                  <a:pt x="2407529" y="7413"/>
                  <a:pt x="2523538" y="0"/>
                </a:cubicBezTo>
                <a:cubicBezTo>
                  <a:pt x="2639547" y="-7413"/>
                  <a:pt x="2646730" y="9423"/>
                  <a:pt x="2767752" y="0"/>
                </a:cubicBezTo>
                <a:cubicBezTo>
                  <a:pt x="2888774" y="-9423"/>
                  <a:pt x="3114856" y="-1305"/>
                  <a:pt x="3229044" y="0"/>
                </a:cubicBezTo>
                <a:cubicBezTo>
                  <a:pt x="3343232" y="1305"/>
                  <a:pt x="3379439" y="5758"/>
                  <a:pt x="3473257" y="0"/>
                </a:cubicBezTo>
                <a:cubicBezTo>
                  <a:pt x="3567075" y="-5758"/>
                  <a:pt x="3704601" y="15288"/>
                  <a:pt x="3934549" y="0"/>
                </a:cubicBezTo>
                <a:cubicBezTo>
                  <a:pt x="4164497" y="-15288"/>
                  <a:pt x="4612484" y="21618"/>
                  <a:pt x="4829998" y="0"/>
                </a:cubicBezTo>
                <a:cubicBezTo>
                  <a:pt x="5047512" y="-21618"/>
                  <a:pt x="4959802" y="4245"/>
                  <a:pt x="5074211" y="0"/>
                </a:cubicBezTo>
                <a:cubicBezTo>
                  <a:pt x="5188620" y="-4245"/>
                  <a:pt x="5093915" y="-839"/>
                  <a:pt x="5101346" y="0"/>
                </a:cubicBezTo>
                <a:cubicBezTo>
                  <a:pt x="5108778" y="839"/>
                  <a:pt x="5914609" y="7837"/>
                  <a:pt x="6213874" y="0"/>
                </a:cubicBezTo>
                <a:cubicBezTo>
                  <a:pt x="6513139" y="-7837"/>
                  <a:pt x="6231473" y="16"/>
                  <a:pt x="6241009" y="0"/>
                </a:cubicBezTo>
                <a:cubicBezTo>
                  <a:pt x="6250545" y="-16"/>
                  <a:pt x="6612731" y="11452"/>
                  <a:pt x="6919379" y="0"/>
                </a:cubicBezTo>
                <a:cubicBezTo>
                  <a:pt x="7226027" y="-11452"/>
                  <a:pt x="6937116" y="995"/>
                  <a:pt x="6946514" y="0"/>
                </a:cubicBezTo>
                <a:cubicBezTo>
                  <a:pt x="6955912" y="-995"/>
                  <a:pt x="7594205" y="-16759"/>
                  <a:pt x="7841963" y="0"/>
                </a:cubicBezTo>
                <a:cubicBezTo>
                  <a:pt x="8089721" y="16759"/>
                  <a:pt x="8298859" y="-5374"/>
                  <a:pt x="8520333" y="0"/>
                </a:cubicBezTo>
                <a:cubicBezTo>
                  <a:pt x="8741807" y="5374"/>
                  <a:pt x="9149771" y="26227"/>
                  <a:pt x="9415783" y="0"/>
                </a:cubicBezTo>
                <a:cubicBezTo>
                  <a:pt x="9681795" y="-26227"/>
                  <a:pt x="9760528" y="12613"/>
                  <a:pt x="10094153" y="0"/>
                </a:cubicBezTo>
                <a:cubicBezTo>
                  <a:pt x="10427778" y="-12613"/>
                  <a:pt x="10699657" y="18953"/>
                  <a:pt x="10989602" y="0"/>
                </a:cubicBezTo>
                <a:cubicBezTo>
                  <a:pt x="11279547" y="-18953"/>
                  <a:pt x="11686273" y="-31662"/>
                  <a:pt x="11885051" y="0"/>
                </a:cubicBezTo>
                <a:cubicBezTo>
                  <a:pt x="12083829" y="31662"/>
                  <a:pt x="12727690" y="-3490"/>
                  <a:pt x="12997579" y="0"/>
                </a:cubicBezTo>
                <a:cubicBezTo>
                  <a:pt x="13267468" y="3490"/>
                  <a:pt x="13012423" y="-474"/>
                  <a:pt x="13024714" y="0"/>
                </a:cubicBezTo>
                <a:cubicBezTo>
                  <a:pt x="13037006" y="474"/>
                  <a:pt x="13044842" y="-216"/>
                  <a:pt x="13051848" y="0"/>
                </a:cubicBezTo>
                <a:cubicBezTo>
                  <a:pt x="13058854" y="216"/>
                  <a:pt x="13766274" y="18183"/>
                  <a:pt x="14164376" y="0"/>
                </a:cubicBezTo>
                <a:cubicBezTo>
                  <a:pt x="14562478" y="-18183"/>
                  <a:pt x="14423280" y="-21665"/>
                  <a:pt x="14625668" y="0"/>
                </a:cubicBezTo>
                <a:cubicBezTo>
                  <a:pt x="14828056" y="21665"/>
                  <a:pt x="15321076" y="-48864"/>
                  <a:pt x="15738196" y="0"/>
                </a:cubicBezTo>
                <a:cubicBezTo>
                  <a:pt x="16155316" y="48864"/>
                  <a:pt x="16009825" y="4790"/>
                  <a:pt x="16199488" y="0"/>
                </a:cubicBezTo>
                <a:cubicBezTo>
                  <a:pt x="16389151" y="-4790"/>
                  <a:pt x="16900150" y="42725"/>
                  <a:pt x="17094937" y="0"/>
                </a:cubicBezTo>
                <a:cubicBezTo>
                  <a:pt x="17289724" y="-42725"/>
                  <a:pt x="17277398" y="7502"/>
                  <a:pt x="17339150" y="0"/>
                </a:cubicBezTo>
                <a:cubicBezTo>
                  <a:pt x="17400902" y="-7502"/>
                  <a:pt x="17830911" y="-5678"/>
                  <a:pt x="18017520" y="0"/>
                </a:cubicBezTo>
                <a:cubicBezTo>
                  <a:pt x="18204129" y="5678"/>
                  <a:pt x="18456704" y="-8928"/>
                  <a:pt x="18695891" y="0"/>
                </a:cubicBezTo>
                <a:cubicBezTo>
                  <a:pt x="18935078" y="8928"/>
                  <a:pt x="18984158" y="7980"/>
                  <a:pt x="19157183" y="0"/>
                </a:cubicBezTo>
                <a:cubicBezTo>
                  <a:pt x="19330208" y="-7980"/>
                  <a:pt x="19455202" y="3115"/>
                  <a:pt x="19618475" y="0"/>
                </a:cubicBezTo>
                <a:cubicBezTo>
                  <a:pt x="19781748" y="-3115"/>
                  <a:pt x="19636683" y="-91"/>
                  <a:pt x="19645610" y="0"/>
                </a:cubicBezTo>
                <a:cubicBezTo>
                  <a:pt x="19654537" y="91"/>
                  <a:pt x="19659968" y="-281"/>
                  <a:pt x="19672744" y="0"/>
                </a:cubicBezTo>
                <a:cubicBezTo>
                  <a:pt x="19685520" y="281"/>
                  <a:pt x="19694425" y="-122"/>
                  <a:pt x="19699879" y="0"/>
                </a:cubicBezTo>
                <a:cubicBezTo>
                  <a:pt x="19705333" y="122"/>
                  <a:pt x="19715301" y="1174"/>
                  <a:pt x="19727014" y="0"/>
                </a:cubicBezTo>
                <a:cubicBezTo>
                  <a:pt x="19738728" y="-1174"/>
                  <a:pt x="19743690" y="74"/>
                  <a:pt x="19754149" y="0"/>
                </a:cubicBezTo>
                <a:cubicBezTo>
                  <a:pt x="19764609" y="-74"/>
                  <a:pt x="20087826" y="13960"/>
                  <a:pt x="20215441" y="0"/>
                </a:cubicBezTo>
                <a:cubicBezTo>
                  <a:pt x="20343056" y="-13960"/>
                  <a:pt x="20233317" y="549"/>
                  <a:pt x="20242576" y="0"/>
                </a:cubicBezTo>
                <a:cubicBezTo>
                  <a:pt x="20251836" y="-549"/>
                  <a:pt x="21049530" y="22487"/>
                  <a:pt x="21707856" y="0"/>
                </a:cubicBezTo>
                <a:cubicBezTo>
                  <a:pt x="21707203" y="13956"/>
                  <a:pt x="21709425" y="23769"/>
                  <a:pt x="21707856" y="36576"/>
                </a:cubicBezTo>
                <a:cubicBezTo>
                  <a:pt x="21265687" y="47554"/>
                  <a:pt x="21185306" y="27485"/>
                  <a:pt x="20812407" y="36576"/>
                </a:cubicBezTo>
                <a:cubicBezTo>
                  <a:pt x="20439508" y="45667"/>
                  <a:pt x="20342452" y="33567"/>
                  <a:pt x="20134036" y="36576"/>
                </a:cubicBezTo>
                <a:cubicBezTo>
                  <a:pt x="19925620" y="39585"/>
                  <a:pt x="19955543" y="25767"/>
                  <a:pt x="19889823" y="36576"/>
                </a:cubicBezTo>
                <a:cubicBezTo>
                  <a:pt x="19824103" y="47385"/>
                  <a:pt x="19066878" y="81530"/>
                  <a:pt x="18777295" y="36576"/>
                </a:cubicBezTo>
                <a:cubicBezTo>
                  <a:pt x="18487712" y="-8378"/>
                  <a:pt x="18156713" y="12470"/>
                  <a:pt x="17881846" y="36576"/>
                </a:cubicBezTo>
                <a:cubicBezTo>
                  <a:pt x="17606979" y="60682"/>
                  <a:pt x="17635663" y="21709"/>
                  <a:pt x="17420554" y="36576"/>
                </a:cubicBezTo>
                <a:cubicBezTo>
                  <a:pt x="17205445" y="51443"/>
                  <a:pt x="16780406" y="51311"/>
                  <a:pt x="16308027" y="36576"/>
                </a:cubicBezTo>
                <a:cubicBezTo>
                  <a:pt x="15835648" y="21841"/>
                  <a:pt x="15850489" y="45497"/>
                  <a:pt x="15629656" y="36576"/>
                </a:cubicBezTo>
                <a:cubicBezTo>
                  <a:pt x="15408823" y="27655"/>
                  <a:pt x="15434759" y="32188"/>
                  <a:pt x="15385443" y="36576"/>
                </a:cubicBezTo>
                <a:cubicBezTo>
                  <a:pt x="15336127" y="40964"/>
                  <a:pt x="14755305" y="61220"/>
                  <a:pt x="14272915" y="36576"/>
                </a:cubicBezTo>
                <a:cubicBezTo>
                  <a:pt x="13790525" y="11932"/>
                  <a:pt x="14121907" y="33090"/>
                  <a:pt x="14028702" y="36576"/>
                </a:cubicBezTo>
                <a:cubicBezTo>
                  <a:pt x="13935497" y="40062"/>
                  <a:pt x="13899808" y="31821"/>
                  <a:pt x="13784489" y="36576"/>
                </a:cubicBezTo>
                <a:cubicBezTo>
                  <a:pt x="13669170" y="41331"/>
                  <a:pt x="13356624" y="42047"/>
                  <a:pt x="13106118" y="36576"/>
                </a:cubicBezTo>
                <a:cubicBezTo>
                  <a:pt x="12855612" y="31105"/>
                  <a:pt x="12643761" y="45691"/>
                  <a:pt x="12210669" y="36576"/>
                </a:cubicBezTo>
                <a:cubicBezTo>
                  <a:pt x="11777577" y="27461"/>
                  <a:pt x="11443674" y="-16359"/>
                  <a:pt x="11098141" y="36576"/>
                </a:cubicBezTo>
                <a:cubicBezTo>
                  <a:pt x="10752608" y="89511"/>
                  <a:pt x="10916511" y="27817"/>
                  <a:pt x="10853928" y="36576"/>
                </a:cubicBezTo>
                <a:cubicBezTo>
                  <a:pt x="10791345" y="45335"/>
                  <a:pt x="10836953" y="37846"/>
                  <a:pt x="10826793" y="36576"/>
                </a:cubicBezTo>
                <a:cubicBezTo>
                  <a:pt x="10816633" y="35306"/>
                  <a:pt x="10100443" y="-16716"/>
                  <a:pt x="9714266" y="36576"/>
                </a:cubicBezTo>
                <a:cubicBezTo>
                  <a:pt x="9328089" y="89868"/>
                  <a:pt x="9556897" y="29133"/>
                  <a:pt x="9470052" y="36576"/>
                </a:cubicBezTo>
                <a:cubicBezTo>
                  <a:pt x="9383207" y="44019"/>
                  <a:pt x="9451790" y="35899"/>
                  <a:pt x="9442917" y="36576"/>
                </a:cubicBezTo>
                <a:cubicBezTo>
                  <a:pt x="9434045" y="37253"/>
                  <a:pt x="8788011" y="73682"/>
                  <a:pt x="8547468" y="36576"/>
                </a:cubicBezTo>
                <a:cubicBezTo>
                  <a:pt x="8306925" y="-530"/>
                  <a:pt x="8529170" y="36623"/>
                  <a:pt x="8520333" y="36576"/>
                </a:cubicBezTo>
                <a:cubicBezTo>
                  <a:pt x="8511496" y="36529"/>
                  <a:pt x="7753206" y="44215"/>
                  <a:pt x="7407806" y="36576"/>
                </a:cubicBezTo>
                <a:cubicBezTo>
                  <a:pt x="7062406" y="28937"/>
                  <a:pt x="6924752" y="10847"/>
                  <a:pt x="6729435" y="36576"/>
                </a:cubicBezTo>
                <a:cubicBezTo>
                  <a:pt x="6534118" y="62305"/>
                  <a:pt x="6442839" y="47089"/>
                  <a:pt x="6268143" y="36576"/>
                </a:cubicBezTo>
                <a:cubicBezTo>
                  <a:pt x="6093447" y="26063"/>
                  <a:pt x="6249694" y="35260"/>
                  <a:pt x="6241009" y="36576"/>
                </a:cubicBezTo>
                <a:cubicBezTo>
                  <a:pt x="6232324" y="37892"/>
                  <a:pt x="6221735" y="37119"/>
                  <a:pt x="6213874" y="36576"/>
                </a:cubicBezTo>
                <a:cubicBezTo>
                  <a:pt x="6206013" y="36033"/>
                  <a:pt x="5814993" y="51921"/>
                  <a:pt x="5535503" y="36576"/>
                </a:cubicBezTo>
                <a:cubicBezTo>
                  <a:pt x="5256013" y="21231"/>
                  <a:pt x="5055153" y="1724"/>
                  <a:pt x="4640054" y="36576"/>
                </a:cubicBezTo>
                <a:cubicBezTo>
                  <a:pt x="4224955" y="71428"/>
                  <a:pt x="4120470" y="12211"/>
                  <a:pt x="3961684" y="36576"/>
                </a:cubicBezTo>
                <a:cubicBezTo>
                  <a:pt x="3802898" y="60942"/>
                  <a:pt x="3326272" y="19568"/>
                  <a:pt x="3066235" y="36576"/>
                </a:cubicBezTo>
                <a:cubicBezTo>
                  <a:pt x="2806198" y="53584"/>
                  <a:pt x="2473100" y="73583"/>
                  <a:pt x="2170786" y="36576"/>
                </a:cubicBezTo>
                <a:cubicBezTo>
                  <a:pt x="1868472" y="-431"/>
                  <a:pt x="1931604" y="28923"/>
                  <a:pt x="1709494" y="36576"/>
                </a:cubicBezTo>
                <a:cubicBezTo>
                  <a:pt x="1487384" y="44229"/>
                  <a:pt x="1393997" y="28794"/>
                  <a:pt x="1248202" y="36576"/>
                </a:cubicBezTo>
                <a:cubicBezTo>
                  <a:pt x="1102407" y="44358"/>
                  <a:pt x="1017514" y="45456"/>
                  <a:pt x="786910" y="36576"/>
                </a:cubicBezTo>
                <a:cubicBezTo>
                  <a:pt x="556306" y="27696"/>
                  <a:pt x="330530" y="18118"/>
                  <a:pt x="0" y="36576"/>
                </a:cubicBezTo>
                <a:cubicBezTo>
                  <a:pt x="-280" y="19369"/>
                  <a:pt x="-134" y="7627"/>
                  <a:pt x="0" y="0"/>
                </a:cubicBezTo>
                <a:close/>
              </a:path>
              <a:path w="21707856" h="36576" stroke="0" extrusionOk="0">
                <a:moveTo>
                  <a:pt x="0" y="0"/>
                </a:moveTo>
                <a:cubicBezTo>
                  <a:pt x="129286" y="-9900"/>
                  <a:pt x="260370" y="-16997"/>
                  <a:pt x="461292" y="0"/>
                </a:cubicBezTo>
                <a:cubicBezTo>
                  <a:pt x="662214" y="16997"/>
                  <a:pt x="475112" y="165"/>
                  <a:pt x="488427" y="0"/>
                </a:cubicBezTo>
                <a:cubicBezTo>
                  <a:pt x="501743" y="-165"/>
                  <a:pt x="1140858" y="28654"/>
                  <a:pt x="1600954" y="0"/>
                </a:cubicBezTo>
                <a:cubicBezTo>
                  <a:pt x="2061050" y="-28654"/>
                  <a:pt x="1871265" y="10903"/>
                  <a:pt x="2062246" y="0"/>
                </a:cubicBezTo>
                <a:cubicBezTo>
                  <a:pt x="2253227" y="-10903"/>
                  <a:pt x="2362544" y="-20870"/>
                  <a:pt x="2523538" y="0"/>
                </a:cubicBezTo>
                <a:cubicBezTo>
                  <a:pt x="2684532" y="20870"/>
                  <a:pt x="3360401" y="-6615"/>
                  <a:pt x="3636066" y="0"/>
                </a:cubicBezTo>
                <a:cubicBezTo>
                  <a:pt x="3911731" y="6615"/>
                  <a:pt x="3811588" y="-2064"/>
                  <a:pt x="3880279" y="0"/>
                </a:cubicBezTo>
                <a:cubicBezTo>
                  <a:pt x="3948970" y="2064"/>
                  <a:pt x="4527287" y="-47083"/>
                  <a:pt x="4992807" y="0"/>
                </a:cubicBezTo>
                <a:cubicBezTo>
                  <a:pt x="5458327" y="47083"/>
                  <a:pt x="5748821" y="-8133"/>
                  <a:pt x="6105335" y="0"/>
                </a:cubicBezTo>
                <a:cubicBezTo>
                  <a:pt x="6461849" y="8133"/>
                  <a:pt x="6455516" y="-5124"/>
                  <a:pt x="6783705" y="0"/>
                </a:cubicBezTo>
                <a:cubicBezTo>
                  <a:pt x="7111894" y="5124"/>
                  <a:pt x="7429189" y="-10047"/>
                  <a:pt x="7896233" y="0"/>
                </a:cubicBezTo>
                <a:cubicBezTo>
                  <a:pt x="8363277" y="10047"/>
                  <a:pt x="8165627" y="5195"/>
                  <a:pt x="8357525" y="0"/>
                </a:cubicBezTo>
                <a:cubicBezTo>
                  <a:pt x="8549423" y="-5195"/>
                  <a:pt x="8671344" y="-4988"/>
                  <a:pt x="8818817" y="0"/>
                </a:cubicBezTo>
                <a:cubicBezTo>
                  <a:pt x="8966290" y="4988"/>
                  <a:pt x="9440474" y="-20441"/>
                  <a:pt x="9714266" y="0"/>
                </a:cubicBezTo>
                <a:cubicBezTo>
                  <a:pt x="9988058" y="20441"/>
                  <a:pt x="10052256" y="-12552"/>
                  <a:pt x="10175558" y="0"/>
                </a:cubicBezTo>
                <a:cubicBezTo>
                  <a:pt x="10298860" y="12552"/>
                  <a:pt x="10762539" y="35637"/>
                  <a:pt x="11288085" y="0"/>
                </a:cubicBezTo>
                <a:cubicBezTo>
                  <a:pt x="11813631" y="-35637"/>
                  <a:pt x="11957963" y="3788"/>
                  <a:pt x="12400613" y="0"/>
                </a:cubicBezTo>
                <a:cubicBezTo>
                  <a:pt x="12843263" y="-3788"/>
                  <a:pt x="12902919" y="14905"/>
                  <a:pt x="13078983" y="0"/>
                </a:cubicBezTo>
                <a:cubicBezTo>
                  <a:pt x="13255047" y="-14905"/>
                  <a:pt x="13382117" y="7853"/>
                  <a:pt x="13540275" y="0"/>
                </a:cubicBezTo>
                <a:cubicBezTo>
                  <a:pt x="13698433" y="-7853"/>
                  <a:pt x="13554789" y="970"/>
                  <a:pt x="13567410" y="0"/>
                </a:cubicBezTo>
                <a:cubicBezTo>
                  <a:pt x="13580032" y="-970"/>
                  <a:pt x="13752672" y="1840"/>
                  <a:pt x="13811623" y="0"/>
                </a:cubicBezTo>
                <a:cubicBezTo>
                  <a:pt x="13870574" y="-1840"/>
                  <a:pt x="13983083" y="-4130"/>
                  <a:pt x="14055837" y="0"/>
                </a:cubicBezTo>
                <a:cubicBezTo>
                  <a:pt x="14128591" y="4130"/>
                  <a:pt x="14348895" y="20112"/>
                  <a:pt x="14517129" y="0"/>
                </a:cubicBezTo>
                <a:cubicBezTo>
                  <a:pt x="14685363" y="-20112"/>
                  <a:pt x="15109951" y="45993"/>
                  <a:pt x="15629656" y="0"/>
                </a:cubicBezTo>
                <a:cubicBezTo>
                  <a:pt x="16149361" y="-45993"/>
                  <a:pt x="15978906" y="31365"/>
                  <a:pt x="16308027" y="0"/>
                </a:cubicBezTo>
                <a:cubicBezTo>
                  <a:pt x="16637148" y="-31365"/>
                  <a:pt x="16655719" y="16981"/>
                  <a:pt x="16769319" y="0"/>
                </a:cubicBezTo>
                <a:cubicBezTo>
                  <a:pt x="16882919" y="-16981"/>
                  <a:pt x="16789897" y="832"/>
                  <a:pt x="16796454" y="0"/>
                </a:cubicBezTo>
                <a:cubicBezTo>
                  <a:pt x="16803012" y="-832"/>
                  <a:pt x="16811204" y="1147"/>
                  <a:pt x="16823588" y="0"/>
                </a:cubicBezTo>
                <a:cubicBezTo>
                  <a:pt x="16835972" y="-1147"/>
                  <a:pt x="17408977" y="22558"/>
                  <a:pt x="17719037" y="0"/>
                </a:cubicBezTo>
                <a:cubicBezTo>
                  <a:pt x="18029097" y="-22558"/>
                  <a:pt x="17852172" y="-7836"/>
                  <a:pt x="17963251" y="0"/>
                </a:cubicBezTo>
                <a:cubicBezTo>
                  <a:pt x="18074330" y="7836"/>
                  <a:pt x="18524701" y="-8599"/>
                  <a:pt x="19075778" y="0"/>
                </a:cubicBezTo>
                <a:cubicBezTo>
                  <a:pt x="19626855" y="8599"/>
                  <a:pt x="19432938" y="10898"/>
                  <a:pt x="19537070" y="0"/>
                </a:cubicBezTo>
                <a:cubicBezTo>
                  <a:pt x="19641202" y="-10898"/>
                  <a:pt x="19557165" y="206"/>
                  <a:pt x="19564205" y="0"/>
                </a:cubicBezTo>
                <a:cubicBezTo>
                  <a:pt x="19571245" y="-206"/>
                  <a:pt x="20174378" y="-27276"/>
                  <a:pt x="20459654" y="0"/>
                </a:cubicBezTo>
                <a:cubicBezTo>
                  <a:pt x="20744930" y="27276"/>
                  <a:pt x="20601803" y="11879"/>
                  <a:pt x="20703868" y="0"/>
                </a:cubicBezTo>
                <a:cubicBezTo>
                  <a:pt x="20805933" y="-11879"/>
                  <a:pt x="21270567" y="36992"/>
                  <a:pt x="21707856" y="0"/>
                </a:cubicBezTo>
                <a:cubicBezTo>
                  <a:pt x="21709505" y="15396"/>
                  <a:pt x="21709132" y="22428"/>
                  <a:pt x="21707856" y="36576"/>
                </a:cubicBezTo>
                <a:cubicBezTo>
                  <a:pt x="21607813" y="32505"/>
                  <a:pt x="21580996" y="28387"/>
                  <a:pt x="21463643" y="36576"/>
                </a:cubicBezTo>
                <a:cubicBezTo>
                  <a:pt x="21346290" y="44765"/>
                  <a:pt x="21443267" y="36418"/>
                  <a:pt x="21436508" y="36576"/>
                </a:cubicBezTo>
                <a:cubicBezTo>
                  <a:pt x="21429749" y="36734"/>
                  <a:pt x="21300525" y="34719"/>
                  <a:pt x="21192294" y="36576"/>
                </a:cubicBezTo>
                <a:cubicBezTo>
                  <a:pt x="21084063" y="38433"/>
                  <a:pt x="20924418" y="52474"/>
                  <a:pt x="20731002" y="36576"/>
                </a:cubicBezTo>
                <a:cubicBezTo>
                  <a:pt x="20537586" y="20678"/>
                  <a:pt x="20203573" y="6311"/>
                  <a:pt x="20052632" y="36576"/>
                </a:cubicBezTo>
                <a:cubicBezTo>
                  <a:pt x="19901691" y="66842"/>
                  <a:pt x="19862863" y="45003"/>
                  <a:pt x="19808419" y="36576"/>
                </a:cubicBezTo>
                <a:cubicBezTo>
                  <a:pt x="19753975" y="28149"/>
                  <a:pt x="18941544" y="29634"/>
                  <a:pt x="18695891" y="36576"/>
                </a:cubicBezTo>
                <a:cubicBezTo>
                  <a:pt x="18450238" y="43518"/>
                  <a:pt x="18294580" y="8872"/>
                  <a:pt x="18017520" y="36576"/>
                </a:cubicBezTo>
                <a:cubicBezTo>
                  <a:pt x="17740460" y="64280"/>
                  <a:pt x="17363850" y="22655"/>
                  <a:pt x="16904993" y="36576"/>
                </a:cubicBezTo>
                <a:cubicBezTo>
                  <a:pt x="16446136" y="50497"/>
                  <a:pt x="16346013" y="55768"/>
                  <a:pt x="16009544" y="36576"/>
                </a:cubicBezTo>
                <a:cubicBezTo>
                  <a:pt x="15673075" y="17384"/>
                  <a:pt x="15762584" y="27480"/>
                  <a:pt x="15548252" y="36576"/>
                </a:cubicBezTo>
                <a:cubicBezTo>
                  <a:pt x="15333920" y="45672"/>
                  <a:pt x="14995329" y="45477"/>
                  <a:pt x="14652803" y="36576"/>
                </a:cubicBezTo>
                <a:cubicBezTo>
                  <a:pt x="14310277" y="27675"/>
                  <a:pt x="14489332" y="44269"/>
                  <a:pt x="14408589" y="36576"/>
                </a:cubicBezTo>
                <a:cubicBezTo>
                  <a:pt x="14327846" y="28883"/>
                  <a:pt x="13938429" y="50747"/>
                  <a:pt x="13730219" y="36576"/>
                </a:cubicBezTo>
                <a:cubicBezTo>
                  <a:pt x="13522009" y="22406"/>
                  <a:pt x="13710298" y="35615"/>
                  <a:pt x="13703084" y="36576"/>
                </a:cubicBezTo>
                <a:cubicBezTo>
                  <a:pt x="13695871" y="37537"/>
                  <a:pt x="12932184" y="64110"/>
                  <a:pt x="12590556" y="36576"/>
                </a:cubicBezTo>
                <a:cubicBezTo>
                  <a:pt x="12248928" y="9042"/>
                  <a:pt x="12239067" y="42940"/>
                  <a:pt x="11912186" y="36576"/>
                </a:cubicBezTo>
                <a:cubicBezTo>
                  <a:pt x="11585305" y="30213"/>
                  <a:pt x="11069502" y="31530"/>
                  <a:pt x="10799658" y="36576"/>
                </a:cubicBezTo>
                <a:cubicBezTo>
                  <a:pt x="10529814" y="41622"/>
                  <a:pt x="10562273" y="48589"/>
                  <a:pt x="10338366" y="36576"/>
                </a:cubicBezTo>
                <a:cubicBezTo>
                  <a:pt x="10114459" y="24563"/>
                  <a:pt x="10154033" y="33688"/>
                  <a:pt x="10094153" y="36576"/>
                </a:cubicBezTo>
                <a:cubicBezTo>
                  <a:pt x="10034273" y="39464"/>
                  <a:pt x="9563797" y="43005"/>
                  <a:pt x="9415783" y="36576"/>
                </a:cubicBezTo>
                <a:cubicBezTo>
                  <a:pt x="9267769" y="30148"/>
                  <a:pt x="8896833" y="36928"/>
                  <a:pt x="8520333" y="36576"/>
                </a:cubicBezTo>
                <a:cubicBezTo>
                  <a:pt x="8143833" y="36225"/>
                  <a:pt x="7819560" y="-6048"/>
                  <a:pt x="7407806" y="36576"/>
                </a:cubicBezTo>
                <a:cubicBezTo>
                  <a:pt x="6996052" y="79200"/>
                  <a:pt x="6714190" y="8188"/>
                  <a:pt x="6512357" y="36576"/>
                </a:cubicBezTo>
                <a:cubicBezTo>
                  <a:pt x="6310524" y="64964"/>
                  <a:pt x="5942007" y="78830"/>
                  <a:pt x="5399829" y="36576"/>
                </a:cubicBezTo>
                <a:cubicBezTo>
                  <a:pt x="4857651" y="-5678"/>
                  <a:pt x="4853257" y="43702"/>
                  <a:pt x="4504380" y="36576"/>
                </a:cubicBezTo>
                <a:cubicBezTo>
                  <a:pt x="4155503" y="29450"/>
                  <a:pt x="4367815" y="41229"/>
                  <a:pt x="4260167" y="36576"/>
                </a:cubicBezTo>
                <a:cubicBezTo>
                  <a:pt x="4152519" y="31923"/>
                  <a:pt x="3664390" y="48958"/>
                  <a:pt x="3364718" y="36576"/>
                </a:cubicBezTo>
                <a:cubicBezTo>
                  <a:pt x="3065046" y="24194"/>
                  <a:pt x="2996419" y="29892"/>
                  <a:pt x="2903426" y="36576"/>
                </a:cubicBezTo>
                <a:cubicBezTo>
                  <a:pt x="2810433" y="43260"/>
                  <a:pt x="2762650" y="24524"/>
                  <a:pt x="2659212" y="36576"/>
                </a:cubicBezTo>
                <a:cubicBezTo>
                  <a:pt x="2555774" y="48628"/>
                  <a:pt x="2641363" y="37543"/>
                  <a:pt x="2632078" y="36576"/>
                </a:cubicBezTo>
                <a:cubicBezTo>
                  <a:pt x="2622793" y="35609"/>
                  <a:pt x="2473115" y="31236"/>
                  <a:pt x="2387864" y="36576"/>
                </a:cubicBezTo>
                <a:cubicBezTo>
                  <a:pt x="2302613" y="41916"/>
                  <a:pt x="2194362" y="28392"/>
                  <a:pt x="2143651" y="36576"/>
                </a:cubicBezTo>
                <a:cubicBezTo>
                  <a:pt x="2092940" y="44760"/>
                  <a:pt x="1662472" y="25035"/>
                  <a:pt x="1465280" y="36576"/>
                </a:cubicBezTo>
                <a:cubicBezTo>
                  <a:pt x="1268088" y="48117"/>
                  <a:pt x="1061348" y="49960"/>
                  <a:pt x="786910" y="36576"/>
                </a:cubicBezTo>
                <a:cubicBezTo>
                  <a:pt x="512472" y="23193"/>
                  <a:pt x="353081" y="44478"/>
                  <a:pt x="0" y="36576"/>
                </a:cubicBezTo>
                <a:cubicBezTo>
                  <a:pt x="1259" y="23203"/>
                  <a:pt x="-1128" y="814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531175F-0216-7420-1EEA-F7BE834854A5}"/>
              </a:ext>
            </a:extLst>
          </p:cNvPr>
          <p:cNvSpPr>
            <a:spLocks noGrp="1"/>
          </p:cNvSpPr>
          <p:nvPr>
            <p:ph idx="4294967295"/>
          </p:nvPr>
        </p:nvSpPr>
        <p:spPr>
          <a:xfrm>
            <a:off x="1676400" y="3858768"/>
            <a:ext cx="21031200" cy="8503920"/>
          </a:xfrm>
        </p:spPr>
        <p:txBody>
          <a:bodyPr vert="horz" lIns="91440" tIns="45720" rIns="91440" bIns="45720" rtlCol="0">
            <a:normAutofit/>
          </a:bodyPr>
          <a:lstStyle/>
          <a:p>
            <a:pPr indent="-228600" defTabSz="914400"/>
            <a:r>
              <a:rPr lang="en-US" sz="4100" b="1" dirty="0"/>
              <a:t>El "spoofing</a:t>
            </a:r>
            <a:r>
              <a:rPr lang="en-US" sz="4100" dirty="0"/>
              <a:t>" es </a:t>
            </a:r>
            <a:r>
              <a:rPr lang="en-US" sz="4100" dirty="0" err="1"/>
              <a:t>una</a:t>
            </a:r>
            <a:r>
              <a:rPr lang="en-US" sz="4100" dirty="0"/>
              <a:t> </a:t>
            </a:r>
            <a:r>
              <a:rPr lang="en-US" sz="4100" dirty="0" err="1"/>
              <a:t>técnica</a:t>
            </a:r>
            <a:r>
              <a:rPr lang="en-US" sz="4100" dirty="0"/>
              <a:t> </a:t>
            </a:r>
            <a:r>
              <a:rPr lang="en-US" sz="4100" dirty="0" err="1"/>
              <a:t>en</a:t>
            </a:r>
            <a:r>
              <a:rPr lang="en-US" sz="4100" dirty="0"/>
              <a:t> la que un </a:t>
            </a:r>
            <a:r>
              <a:rPr lang="en-US" sz="4100" dirty="0" err="1"/>
              <a:t>atacante</a:t>
            </a:r>
            <a:r>
              <a:rPr lang="en-US" sz="4100" dirty="0"/>
              <a:t> </a:t>
            </a:r>
            <a:r>
              <a:rPr lang="en-US" sz="4100" dirty="0" err="1"/>
              <a:t>falsifica</a:t>
            </a:r>
            <a:r>
              <a:rPr lang="en-US" sz="4100" dirty="0"/>
              <a:t> </a:t>
            </a:r>
            <a:r>
              <a:rPr lang="en-US" sz="4100" dirty="0" err="1"/>
              <a:t>su</a:t>
            </a:r>
            <a:r>
              <a:rPr lang="en-US" sz="4100" dirty="0"/>
              <a:t> </a:t>
            </a:r>
            <a:r>
              <a:rPr lang="en-US" sz="4100" dirty="0" err="1"/>
              <a:t>dirección</a:t>
            </a:r>
            <a:r>
              <a:rPr lang="en-US" sz="4100" dirty="0"/>
              <a:t> IP, </a:t>
            </a:r>
            <a:r>
              <a:rPr lang="en-US" sz="4100" dirty="0" err="1"/>
              <a:t>dirección</a:t>
            </a:r>
            <a:r>
              <a:rPr lang="en-US" sz="4100" dirty="0"/>
              <a:t> MAC o </a:t>
            </a:r>
            <a:r>
              <a:rPr lang="en-US" sz="4100" dirty="0" err="1"/>
              <a:t>algún</a:t>
            </a:r>
            <a:r>
              <a:rPr lang="en-US" sz="4100" dirty="0"/>
              <a:t> </a:t>
            </a:r>
            <a:r>
              <a:rPr lang="en-US" sz="4100" dirty="0" err="1"/>
              <a:t>otro</a:t>
            </a:r>
            <a:r>
              <a:rPr lang="en-US" sz="4100" dirty="0"/>
              <a:t> </a:t>
            </a:r>
            <a:r>
              <a:rPr lang="en-US" sz="4100" dirty="0" err="1"/>
              <a:t>identificador</a:t>
            </a:r>
            <a:r>
              <a:rPr lang="en-US" sz="4100" dirty="0"/>
              <a:t> de red para </a:t>
            </a:r>
            <a:r>
              <a:rPr lang="en-US" sz="4100" dirty="0" err="1"/>
              <a:t>engañar</a:t>
            </a:r>
            <a:r>
              <a:rPr lang="en-US" sz="4100" dirty="0"/>
              <a:t> a la </a:t>
            </a:r>
            <a:r>
              <a:rPr lang="en-US" sz="4100" dirty="0" err="1"/>
              <a:t>víctima</a:t>
            </a:r>
            <a:r>
              <a:rPr lang="en-US" sz="4100" dirty="0"/>
              <a:t> y </a:t>
            </a:r>
            <a:r>
              <a:rPr lang="en-US" sz="4100" dirty="0" err="1"/>
              <a:t>hacerle</a:t>
            </a:r>
            <a:r>
              <a:rPr lang="en-US" sz="4100" dirty="0"/>
              <a:t> </a:t>
            </a:r>
            <a:r>
              <a:rPr lang="en-US" sz="4100" dirty="0" err="1"/>
              <a:t>creer</a:t>
            </a:r>
            <a:r>
              <a:rPr lang="en-US" sz="4100" dirty="0"/>
              <a:t> que </a:t>
            </a:r>
            <a:r>
              <a:rPr lang="en-US" sz="4100" dirty="0" err="1"/>
              <a:t>el</a:t>
            </a:r>
            <a:r>
              <a:rPr lang="en-US" sz="4100" dirty="0"/>
              <a:t> </a:t>
            </a:r>
            <a:r>
              <a:rPr lang="en-US" sz="4100" dirty="0" err="1"/>
              <a:t>ataque</a:t>
            </a:r>
            <a:r>
              <a:rPr lang="en-US" sz="4100" dirty="0"/>
              <a:t> </a:t>
            </a:r>
            <a:r>
              <a:rPr lang="en-US" sz="4100" dirty="0" err="1"/>
              <a:t>proviene</a:t>
            </a:r>
            <a:r>
              <a:rPr lang="en-US" sz="4100" dirty="0"/>
              <a:t> de </a:t>
            </a:r>
            <a:r>
              <a:rPr lang="en-US" sz="4100" dirty="0" err="1"/>
              <a:t>una</a:t>
            </a:r>
            <a:r>
              <a:rPr lang="en-US" sz="4100" dirty="0"/>
              <a:t> </a:t>
            </a:r>
            <a:r>
              <a:rPr lang="en-US" sz="4100" dirty="0" err="1"/>
              <a:t>fuente</a:t>
            </a:r>
            <a:r>
              <a:rPr lang="en-US" sz="4100" dirty="0"/>
              <a:t> </a:t>
            </a:r>
            <a:r>
              <a:rPr lang="en-US" sz="4100" dirty="0" err="1"/>
              <a:t>confiable</a:t>
            </a:r>
            <a:r>
              <a:rPr lang="en-US" sz="4100" dirty="0"/>
              <a:t>. El </a:t>
            </a:r>
            <a:r>
              <a:rPr lang="en-US" sz="4100" dirty="0" err="1"/>
              <a:t>objetivo</a:t>
            </a:r>
            <a:r>
              <a:rPr lang="en-US" sz="4100" dirty="0"/>
              <a:t> del spoofing </a:t>
            </a:r>
            <a:r>
              <a:rPr lang="en-US" sz="4100" dirty="0" err="1"/>
              <a:t>puede</a:t>
            </a:r>
            <a:r>
              <a:rPr lang="en-US" sz="4100" dirty="0"/>
              <a:t> ser </a:t>
            </a:r>
            <a:r>
              <a:rPr lang="en-US" sz="4100" dirty="0" err="1"/>
              <a:t>ocultar</a:t>
            </a:r>
            <a:r>
              <a:rPr lang="en-US" sz="4100" dirty="0"/>
              <a:t> la </a:t>
            </a:r>
            <a:r>
              <a:rPr lang="en-US" sz="4100" dirty="0" err="1"/>
              <a:t>identidad</a:t>
            </a:r>
            <a:r>
              <a:rPr lang="en-US" sz="4100" dirty="0"/>
              <a:t> del </a:t>
            </a:r>
            <a:r>
              <a:rPr lang="en-US" sz="4100" dirty="0" err="1"/>
              <a:t>atacante</a:t>
            </a:r>
            <a:r>
              <a:rPr lang="en-US" sz="4100" dirty="0"/>
              <a:t> o </a:t>
            </a:r>
            <a:r>
              <a:rPr lang="en-US" sz="4100" dirty="0" err="1"/>
              <a:t>engañar</a:t>
            </a:r>
            <a:r>
              <a:rPr lang="en-US" sz="4100" dirty="0"/>
              <a:t> a la </a:t>
            </a:r>
            <a:r>
              <a:rPr lang="en-US" sz="4100" dirty="0" err="1"/>
              <a:t>víctima</a:t>
            </a:r>
            <a:r>
              <a:rPr lang="en-US" sz="4100" dirty="0"/>
              <a:t> para que </a:t>
            </a:r>
            <a:r>
              <a:rPr lang="en-US" sz="4100" dirty="0" err="1"/>
              <a:t>revele</a:t>
            </a:r>
            <a:r>
              <a:rPr lang="en-US" sz="4100" dirty="0"/>
              <a:t> </a:t>
            </a:r>
            <a:r>
              <a:rPr lang="en-US" sz="4100" dirty="0" err="1"/>
              <a:t>información</a:t>
            </a:r>
            <a:r>
              <a:rPr lang="en-US" sz="4100" dirty="0"/>
              <a:t> </a:t>
            </a:r>
            <a:r>
              <a:rPr lang="en-US" sz="4100" dirty="0" err="1"/>
              <a:t>confidencial</a:t>
            </a:r>
            <a:r>
              <a:rPr lang="en-US" sz="4100" dirty="0"/>
              <a:t>.</a:t>
            </a:r>
          </a:p>
          <a:p>
            <a:pPr indent="-228600" defTabSz="914400"/>
            <a:r>
              <a:rPr lang="en-US" sz="4100" dirty="0"/>
              <a:t>Por </a:t>
            </a:r>
            <a:r>
              <a:rPr lang="en-US" sz="4100" dirty="0" err="1"/>
              <a:t>otro</a:t>
            </a:r>
            <a:r>
              <a:rPr lang="en-US" sz="4100" dirty="0"/>
              <a:t> </a:t>
            </a:r>
            <a:r>
              <a:rPr lang="en-US" sz="4100" dirty="0" err="1"/>
              <a:t>lado</a:t>
            </a:r>
            <a:r>
              <a:rPr lang="en-US" sz="4100" dirty="0"/>
              <a:t>, </a:t>
            </a:r>
            <a:r>
              <a:rPr lang="en-US" sz="4100" dirty="0" err="1"/>
              <a:t>el</a:t>
            </a:r>
            <a:r>
              <a:rPr lang="en-US" sz="4100" dirty="0"/>
              <a:t> "</a:t>
            </a:r>
            <a:r>
              <a:rPr lang="en-US" sz="4100" b="1" dirty="0"/>
              <a:t>sniffing</a:t>
            </a:r>
            <a:r>
              <a:rPr lang="en-US" sz="4100" dirty="0"/>
              <a:t>" es </a:t>
            </a:r>
            <a:r>
              <a:rPr lang="en-US" sz="4100" dirty="0" err="1"/>
              <a:t>una</a:t>
            </a:r>
            <a:r>
              <a:rPr lang="en-US" sz="4100" dirty="0"/>
              <a:t> </a:t>
            </a:r>
            <a:r>
              <a:rPr lang="en-US" sz="4100" dirty="0" err="1"/>
              <a:t>técnica</a:t>
            </a:r>
            <a:r>
              <a:rPr lang="en-US" sz="4100" dirty="0"/>
              <a:t> </a:t>
            </a:r>
            <a:r>
              <a:rPr lang="en-US" sz="4100" dirty="0" err="1"/>
              <a:t>en</a:t>
            </a:r>
            <a:r>
              <a:rPr lang="en-US" sz="4100" dirty="0"/>
              <a:t> la que un </a:t>
            </a:r>
            <a:r>
              <a:rPr lang="en-US" sz="4100" dirty="0" err="1"/>
              <a:t>atacante</a:t>
            </a:r>
            <a:r>
              <a:rPr lang="en-US" sz="4100" dirty="0"/>
              <a:t> </a:t>
            </a:r>
            <a:r>
              <a:rPr lang="en-US" sz="4100" dirty="0" err="1"/>
              <a:t>intercepta</a:t>
            </a:r>
            <a:r>
              <a:rPr lang="en-US" sz="4100" dirty="0"/>
              <a:t> y lee </a:t>
            </a:r>
            <a:r>
              <a:rPr lang="en-US" sz="4100" dirty="0" err="1"/>
              <a:t>el</a:t>
            </a:r>
            <a:r>
              <a:rPr lang="en-US" sz="4100" dirty="0"/>
              <a:t> </a:t>
            </a:r>
            <a:r>
              <a:rPr lang="en-US" sz="4100" dirty="0" err="1"/>
              <a:t>tráfico</a:t>
            </a:r>
            <a:r>
              <a:rPr lang="en-US" sz="4100" dirty="0"/>
              <a:t> de red para </a:t>
            </a:r>
            <a:r>
              <a:rPr lang="en-US" sz="4100" dirty="0" err="1"/>
              <a:t>obtener</a:t>
            </a:r>
            <a:r>
              <a:rPr lang="en-US" sz="4100" dirty="0"/>
              <a:t> </a:t>
            </a:r>
            <a:r>
              <a:rPr lang="en-US" sz="4100" dirty="0" err="1"/>
              <a:t>información</a:t>
            </a:r>
            <a:r>
              <a:rPr lang="en-US" sz="4100" dirty="0"/>
              <a:t> </a:t>
            </a:r>
            <a:r>
              <a:rPr lang="en-US" sz="4100" dirty="0" err="1"/>
              <a:t>confidencial</a:t>
            </a:r>
            <a:r>
              <a:rPr lang="en-US" sz="4100" dirty="0"/>
              <a:t>, </a:t>
            </a:r>
            <a:r>
              <a:rPr lang="en-US" sz="4100" dirty="0" err="1"/>
              <a:t>como</a:t>
            </a:r>
            <a:r>
              <a:rPr lang="en-US" sz="4100" dirty="0"/>
              <a:t> </a:t>
            </a:r>
            <a:r>
              <a:rPr lang="en-US" sz="4100" dirty="0" err="1"/>
              <a:t>contraseñas</a:t>
            </a:r>
            <a:r>
              <a:rPr lang="en-US" sz="4100" dirty="0"/>
              <a:t>, </a:t>
            </a:r>
            <a:r>
              <a:rPr lang="en-US" sz="4100" dirty="0" err="1"/>
              <a:t>nombres</a:t>
            </a:r>
            <a:r>
              <a:rPr lang="en-US" sz="4100" dirty="0"/>
              <a:t> de </a:t>
            </a:r>
            <a:r>
              <a:rPr lang="en-US" sz="4100" dirty="0" err="1"/>
              <a:t>usuario</a:t>
            </a:r>
            <a:r>
              <a:rPr lang="en-US" sz="4100" dirty="0"/>
              <a:t>, </a:t>
            </a:r>
            <a:r>
              <a:rPr lang="en-US" sz="4100" dirty="0" err="1"/>
              <a:t>información</a:t>
            </a:r>
            <a:r>
              <a:rPr lang="en-US" sz="4100" dirty="0"/>
              <a:t> de </a:t>
            </a:r>
            <a:r>
              <a:rPr lang="en-US" sz="4100" dirty="0" err="1"/>
              <a:t>tarjetas</a:t>
            </a:r>
            <a:r>
              <a:rPr lang="en-US" sz="4100" dirty="0"/>
              <a:t> de </a:t>
            </a:r>
            <a:r>
              <a:rPr lang="en-US" sz="4100" dirty="0" err="1"/>
              <a:t>crédito</a:t>
            </a:r>
            <a:r>
              <a:rPr lang="en-US" sz="4100" dirty="0"/>
              <a:t>, etc. El sniffing se </a:t>
            </a:r>
            <a:r>
              <a:rPr lang="en-US" sz="4100" dirty="0" err="1"/>
              <a:t>realiza</a:t>
            </a:r>
            <a:r>
              <a:rPr lang="en-US" sz="4100" dirty="0"/>
              <a:t> </a:t>
            </a:r>
            <a:r>
              <a:rPr lang="en-US" sz="4100" dirty="0" err="1"/>
              <a:t>mediante</a:t>
            </a:r>
            <a:r>
              <a:rPr lang="en-US" sz="4100" dirty="0"/>
              <a:t> </a:t>
            </a:r>
            <a:r>
              <a:rPr lang="en-US" sz="4100" dirty="0" err="1"/>
              <a:t>herramientas</a:t>
            </a:r>
            <a:r>
              <a:rPr lang="en-US" sz="4100" dirty="0"/>
              <a:t> de software que </a:t>
            </a:r>
            <a:r>
              <a:rPr lang="en-US" sz="4100" dirty="0" err="1"/>
              <a:t>capturan</a:t>
            </a:r>
            <a:r>
              <a:rPr lang="en-US" sz="4100" dirty="0"/>
              <a:t> </a:t>
            </a:r>
            <a:r>
              <a:rPr lang="en-US" sz="4100" dirty="0" err="1"/>
              <a:t>los</a:t>
            </a:r>
            <a:r>
              <a:rPr lang="en-US" sz="4100" dirty="0"/>
              <a:t> </a:t>
            </a:r>
            <a:r>
              <a:rPr lang="en-US" sz="4100" dirty="0" err="1"/>
              <a:t>paquetes</a:t>
            </a:r>
            <a:r>
              <a:rPr lang="en-US" sz="4100" dirty="0"/>
              <a:t> de </a:t>
            </a:r>
            <a:r>
              <a:rPr lang="en-US" sz="4100" dirty="0" err="1"/>
              <a:t>datos</a:t>
            </a:r>
            <a:r>
              <a:rPr lang="en-US" sz="4100" dirty="0"/>
              <a:t> que </a:t>
            </a:r>
            <a:r>
              <a:rPr lang="en-US" sz="4100" dirty="0" err="1"/>
              <a:t>circulan</a:t>
            </a:r>
            <a:r>
              <a:rPr lang="en-US" sz="4100" dirty="0"/>
              <a:t> a </a:t>
            </a:r>
            <a:r>
              <a:rPr lang="en-US" sz="4100" dirty="0" err="1"/>
              <a:t>través</a:t>
            </a:r>
            <a:r>
              <a:rPr lang="en-US" sz="4100" dirty="0"/>
              <a:t> de la red y </a:t>
            </a:r>
            <a:r>
              <a:rPr lang="en-US" sz="4100" dirty="0" err="1"/>
              <a:t>los</a:t>
            </a:r>
            <a:r>
              <a:rPr lang="en-US" sz="4100" dirty="0"/>
              <a:t> </a:t>
            </a:r>
            <a:r>
              <a:rPr lang="en-US" sz="4100" dirty="0" err="1"/>
              <a:t>analizan</a:t>
            </a:r>
            <a:r>
              <a:rPr lang="en-US" sz="4100" dirty="0"/>
              <a:t> para </a:t>
            </a:r>
            <a:r>
              <a:rPr lang="en-US" sz="4100" dirty="0" err="1"/>
              <a:t>extraer</a:t>
            </a:r>
            <a:r>
              <a:rPr lang="en-US" sz="4100" dirty="0"/>
              <a:t> </a:t>
            </a:r>
            <a:r>
              <a:rPr lang="en-US" sz="4100" dirty="0" err="1"/>
              <a:t>información</a:t>
            </a:r>
            <a:r>
              <a:rPr lang="en-US" sz="4100" dirty="0"/>
              <a:t> </a:t>
            </a:r>
            <a:r>
              <a:rPr lang="en-US" sz="4100" dirty="0" err="1"/>
              <a:t>útil</a:t>
            </a:r>
            <a:r>
              <a:rPr lang="en-US" sz="4100" dirty="0"/>
              <a:t>.</a:t>
            </a:r>
          </a:p>
          <a:p>
            <a:pPr marL="0" indent="-228600" defTabSz="914400"/>
            <a:r>
              <a:rPr lang="en-US" sz="4100" dirty="0"/>
              <a:t>En </a:t>
            </a:r>
            <a:r>
              <a:rPr lang="en-US" sz="4100" dirty="0" err="1"/>
              <a:t>cuanto</a:t>
            </a:r>
            <a:r>
              <a:rPr lang="en-US" sz="4100" dirty="0"/>
              <a:t> a las </a:t>
            </a:r>
            <a:r>
              <a:rPr lang="en-US" sz="4100" dirty="0" err="1"/>
              <a:t>aplicaciones</a:t>
            </a:r>
            <a:r>
              <a:rPr lang="en-US" sz="4100" dirty="0"/>
              <a:t> que </a:t>
            </a:r>
            <a:r>
              <a:rPr lang="en-US" sz="4100" dirty="0" err="1"/>
              <a:t>realizan</a:t>
            </a:r>
            <a:r>
              <a:rPr lang="en-US" sz="4100" dirty="0"/>
              <a:t> </a:t>
            </a:r>
            <a:r>
              <a:rPr lang="en-US" sz="4100" dirty="0" err="1"/>
              <a:t>estas</a:t>
            </a:r>
            <a:r>
              <a:rPr lang="en-US" sz="4100" dirty="0"/>
              <a:t> </a:t>
            </a:r>
            <a:r>
              <a:rPr lang="en-US" sz="4100" dirty="0" err="1"/>
              <a:t>técnicas</a:t>
            </a:r>
            <a:r>
              <a:rPr lang="en-US" sz="4100" dirty="0"/>
              <a:t>, hay </a:t>
            </a:r>
            <a:r>
              <a:rPr lang="en-US" sz="4100" dirty="0" err="1"/>
              <a:t>muchas</a:t>
            </a:r>
            <a:r>
              <a:rPr lang="en-US" sz="4100" dirty="0"/>
              <a:t> </a:t>
            </a:r>
            <a:r>
              <a:rPr lang="en-US" sz="4100" dirty="0" err="1"/>
              <a:t>herramientas</a:t>
            </a:r>
            <a:r>
              <a:rPr lang="en-US" sz="4100" dirty="0"/>
              <a:t> de software </a:t>
            </a:r>
            <a:r>
              <a:rPr lang="en-US" sz="4100" dirty="0" err="1"/>
              <a:t>disponibles</a:t>
            </a:r>
            <a:r>
              <a:rPr lang="en-US" sz="4100" dirty="0"/>
              <a:t> </a:t>
            </a:r>
            <a:r>
              <a:rPr lang="en-US" sz="4100" dirty="0" err="1"/>
              <a:t>en</a:t>
            </a:r>
            <a:r>
              <a:rPr lang="en-US" sz="4100" dirty="0"/>
              <a:t> </a:t>
            </a:r>
            <a:r>
              <a:rPr lang="en-US" sz="4100" dirty="0" err="1"/>
              <a:t>línea</a:t>
            </a:r>
            <a:r>
              <a:rPr lang="en-US" sz="4100" dirty="0"/>
              <a:t> que </a:t>
            </a:r>
            <a:r>
              <a:rPr lang="en-US" sz="4100" dirty="0" err="1"/>
              <a:t>pueden</a:t>
            </a:r>
            <a:r>
              <a:rPr lang="en-US" sz="4100" dirty="0"/>
              <a:t> ser </a:t>
            </a:r>
            <a:r>
              <a:rPr lang="en-US" sz="4100" dirty="0" err="1"/>
              <a:t>utilizadas</a:t>
            </a:r>
            <a:r>
              <a:rPr lang="en-US" sz="4100" dirty="0"/>
              <a:t> para </a:t>
            </a:r>
            <a:r>
              <a:rPr lang="en-US" sz="4100" dirty="0" err="1"/>
              <a:t>llevar</a:t>
            </a:r>
            <a:r>
              <a:rPr lang="en-US" sz="4100" dirty="0"/>
              <a:t> a </a:t>
            </a:r>
            <a:r>
              <a:rPr lang="en-US" sz="4100" dirty="0" err="1"/>
              <a:t>cabo</a:t>
            </a:r>
            <a:r>
              <a:rPr lang="en-US" sz="4100" dirty="0"/>
              <a:t> </a:t>
            </a:r>
            <a:r>
              <a:rPr lang="en-US" sz="4100" dirty="0" err="1"/>
              <a:t>ataques</a:t>
            </a:r>
            <a:r>
              <a:rPr lang="en-US" sz="4100" dirty="0"/>
              <a:t> de spoofing y sniffing. Por </a:t>
            </a:r>
            <a:r>
              <a:rPr lang="en-US" sz="4100" dirty="0" err="1"/>
              <a:t>ejemplo</a:t>
            </a:r>
            <a:r>
              <a:rPr lang="en-US" sz="4100" dirty="0"/>
              <a:t>, </a:t>
            </a:r>
            <a:r>
              <a:rPr lang="en-US" sz="4100" dirty="0" err="1"/>
              <a:t>el</a:t>
            </a:r>
            <a:r>
              <a:rPr lang="en-US" sz="4100" dirty="0"/>
              <a:t> spoofing se </a:t>
            </a:r>
            <a:r>
              <a:rPr lang="en-US" sz="4100" dirty="0" err="1"/>
              <a:t>puede</a:t>
            </a:r>
            <a:r>
              <a:rPr lang="en-US" sz="4100" dirty="0"/>
              <a:t> </a:t>
            </a:r>
            <a:r>
              <a:rPr lang="en-US" sz="4100" dirty="0" err="1"/>
              <a:t>realizar</a:t>
            </a:r>
            <a:r>
              <a:rPr lang="en-US" sz="4100" dirty="0"/>
              <a:t> con </a:t>
            </a:r>
            <a:r>
              <a:rPr lang="en-US" sz="4100" dirty="0" err="1"/>
              <a:t>herramientas</a:t>
            </a:r>
            <a:r>
              <a:rPr lang="en-US" sz="4100" dirty="0"/>
              <a:t> </a:t>
            </a:r>
            <a:r>
              <a:rPr lang="en-US" sz="4100" dirty="0" err="1"/>
              <a:t>como</a:t>
            </a:r>
            <a:r>
              <a:rPr lang="en-US" sz="4100" dirty="0"/>
              <a:t> Nmap, </a:t>
            </a:r>
            <a:r>
              <a:rPr lang="en-US" sz="4100" dirty="0" err="1"/>
              <a:t>Hping</a:t>
            </a:r>
            <a:r>
              <a:rPr lang="en-US" sz="4100" dirty="0"/>
              <a:t>, </a:t>
            </a:r>
            <a:r>
              <a:rPr lang="en-US" sz="4100" dirty="0" err="1"/>
              <a:t>Scapy</a:t>
            </a:r>
            <a:r>
              <a:rPr lang="en-US" sz="4100" dirty="0"/>
              <a:t>, </a:t>
            </a:r>
            <a:r>
              <a:rPr lang="en-US" sz="4100" dirty="0" err="1"/>
              <a:t>mientras</a:t>
            </a:r>
            <a:r>
              <a:rPr lang="en-US" sz="4100" dirty="0"/>
              <a:t> que </a:t>
            </a:r>
            <a:r>
              <a:rPr lang="en-US" sz="4100" dirty="0" err="1"/>
              <a:t>el</a:t>
            </a:r>
            <a:r>
              <a:rPr lang="en-US" sz="4100" dirty="0"/>
              <a:t> sniffing se </a:t>
            </a:r>
            <a:r>
              <a:rPr lang="en-US" sz="4100" dirty="0" err="1"/>
              <a:t>puede</a:t>
            </a:r>
            <a:r>
              <a:rPr lang="en-US" sz="4100" dirty="0"/>
              <a:t> </a:t>
            </a:r>
            <a:r>
              <a:rPr lang="en-US" sz="4100" dirty="0" err="1"/>
              <a:t>realizar</a:t>
            </a:r>
            <a:r>
              <a:rPr lang="en-US" sz="4100" dirty="0"/>
              <a:t> con </a:t>
            </a:r>
            <a:r>
              <a:rPr lang="en-US" sz="4100" dirty="0" err="1"/>
              <a:t>herramientas</a:t>
            </a:r>
            <a:r>
              <a:rPr lang="en-US" sz="4100" dirty="0"/>
              <a:t> </a:t>
            </a:r>
            <a:r>
              <a:rPr lang="en-US" sz="4100" dirty="0" err="1"/>
              <a:t>como</a:t>
            </a:r>
            <a:r>
              <a:rPr lang="en-US" sz="4100" dirty="0"/>
              <a:t> Wireshark, </a:t>
            </a:r>
            <a:r>
              <a:rPr lang="en-US" sz="4100" dirty="0" err="1"/>
              <a:t>tcpdump</a:t>
            </a:r>
            <a:r>
              <a:rPr lang="en-US" sz="4100" dirty="0"/>
              <a:t>, Ettercap, entre </a:t>
            </a:r>
            <a:r>
              <a:rPr lang="en-US" sz="4100" dirty="0" err="1"/>
              <a:t>otras</a:t>
            </a:r>
            <a:r>
              <a:rPr lang="en-US" sz="4100" dirty="0"/>
              <a:t>.</a:t>
            </a:r>
          </a:p>
          <a:p>
            <a:pPr indent="-228600" defTabSz="914400"/>
            <a:endParaRPr lang="en-US" sz="4100" dirty="0"/>
          </a:p>
        </p:txBody>
      </p:sp>
      <p:pic>
        <p:nvPicPr>
          <p:cNvPr id="4" name="Google Shape;135;p8" descr="Cómo protegerse de los virus, piratas informáticos y demás ataques? |  Tecnología - ComputerHoy.com">
            <a:extLst>
              <a:ext uri="{FF2B5EF4-FFF2-40B4-BE49-F238E27FC236}">
                <a16:creationId xmlns:a16="http://schemas.microsoft.com/office/drawing/2014/main" id="{96C1DA7F-A69B-D878-268D-6AF13ECEDF21}"/>
              </a:ext>
            </a:extLst>
          </p:cNvPr>
          <p:cNvPicPr preferRelativeResize="0"/>
          <p:nvPr/>
        </p:nvPicPr>
        <p:blipFill rotWithShape="1">
          <a:blip r:embed="rId2">
            <a:alphaModFix/>
          </a:blip>
          <a:srcRect/>
          <a:stretch/>
        </p:blipFill>
        <p:spPr>
          <a:xfrm>
            <a:off x="22593300" y="12486797"/>
            <a:ext cx="1790700" cy="1229203"/>
          </a:xfrm>
          <a:prstGeom prst="rect">
            <a:avLst/>
          </a:prstGeom>
          <a:noFill/>
          <a:ln>
            <a:noFill/>
          </a:ln>
        </p:spPr>
      </p:pic>
    </p:spTree>
    <p:extLst>
      <p:ext uri="{BB962C8B-B14F-4D97-AF65-F5344CB8AC3E}">
        <p14:creationId xmlns:p14="http://schemas.microsoft.com/office/powerpoint/2010/main" val="129221624"/>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349D337-BDF6-D426-0B87-2A4EE624DF78}"/>
              </a:ext>
            </a:extLst>
          </p:cNvPr>
          <p:cNvPicPr>
            <a:picLocks noChangeAspect="1"/>
          </p:cNvPicPr>
          <p:nvPr/>
        </p:nvPicPr>
        <p:blipFill rotWithShape="1">
          <a:blip r:embed="rId2"/>
          <a:srcRect t="6388" r="51797" b="8056"/>
          <a:stretch/>
        </p:blipFill>
        <p:spPr>
          <a:xfrm>
            <a:off x="571499" y="1733549"/>
            <a:ext cx="21943067" cy="10953751"/>
          </a:xfrm>
          <a:prstGeom prst="rect">
            <a:avLst/>
          </a:prstGeom>
        </p:spPr>
      </p:pic>
      <p:sp>
        <p:nvSpPr>
          <p:cNvPr id="7" name="CuadroTexto 6">
            <a:extLst>
              <a:ext uri="{FF2B5EF4-FFF2-40B4-BE49-F238E27FC236}">
                <a16:creationId xmlns:a16="http://schemas.microsoft.com/office/drawing/2014/main" id="{7C7DD192-75CC-AA63-0F1F-63891A63F418}"/>
              </a:ext>
            </a:extLst>
          </p:cNvPr>
          <p:cNvSpPr txBox="1"/>
          <p:nvPr/>
        </p:nvSpPr>
        <p:spPr>
          <a:xfrm>
            <a:off x="1066800" y="575563"/>
            <a:ext cx="12192000" cy="4531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s-ES" dirty="0">
                <a:hlinkClick r:id="rId3"/>
              </a:rPr>
              <a:t>MAPA | Mapa en tiempo real de Kaspersky </a:t>
            </a:r>
            <a:r>
              <a:rPr lang="es-ES" dirty="0" err="1">
                <a:hlinkClick r:id="rId3"/>
              </a:rPr>
              <a:t>Cyberthreat</a:t>
            </a:r>
            <a:endParaRPr lang="es-ES" dirty="0"/>
          </a:p>
        </p:txBody>
      </p:sp>
      <p:pic>
        <p:nvPicPr>
          <p:cNvPr id="8" name="Google Shape;135;p8" descr="Cómo protegerse de los virus, piratas informáticos y demás ataques? |  Tecnología - ComputerHoy.com">
            <a:extLst>
              <a:ext uri="{FF2B5EF4-FFF2-40B4-BE49-F238E27FC236}">
                <a16:creationId xmlns:a16="http://schemas.microsoft.com/office/drawing/2014/main" id="{B49C8DBB-5072-A04D-8284-FDB79B6BF327}"/>
              </a:ext>
            </a:extLst>
          </p:cNvPr>
          <p:cNvPicPr preferRelativeResize="0"/>
          <p:nvPr/>
        </p:nvPicPr>
        <p:blipFill rotWithShape="1">
          <a:blip r:embed="rId4">
            <a:alphaModFix/>
          </a:blip>
          <a:srcRect/>
          <a:stretch/>
        </p:blipFill>
        <p:spPr>
          <a:xfrm>
            <a:off x="22593300" y="12496799"/>
            <a:ext cx="1790700" cy="1229203"/>
          </a:xfrm>
          <a:prstGeom prst="rect">
            <a:avLst/>
          </a:prstGeom>
          <a:noFill/>
          <a:ln>
            <a:noFill/>
          </a:ln>
        </p:spPr>
      </p:pic>
    </p:spTree>
    <p:extLst>
      <p:ext uri="{BB962C8B-B14F-4D97-AF65-F5344CB8AC3E}">
        <p14:creationId xmlns:p14="http://schemas.microsoft.com/office/powerpoint/2010/main" val="1047638998"/>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8780EFB-F7B7-A96B-37E6-A5ECDEA3B288}"/>
              </a:ext>
            </a:extLst>
          </p:cNvPr>
          <p:cNvPicPr>
            <a:picLocks noChangeAspect="1"/>
          </p:cNvPicPr>
          <p:nvPr/>
        </p:nvPicPr>
        <p:blipFill>
          <a:blip r:embed="rId2"/>
          <a:stretch>
            <a:fillRect/>
          </a:stretch>
        </p:blipFill>
        <p:spPr>
          <a:xfrm>
            <a:off x="1105226" y="1799601"/>
            <a:ext cx="20327239" cy="10430498"/>
          </a:xfrm>
          <a:prstGeom prst="rect">
            <a:avLst/>
          </a:prstGeom>
        </p:spPr>
      </p:pic>
      <p:sp>
        <p:nvSpPr>
          <p:cNvPr id="5" name="CuadroTexto 4">
            <a:extLst>
              <a:ext uri="{FF2B5EF4-FFF2-40B4-BE49-F238E27FC236}">
                <a16:creationId xmlns:a16="http://schemas.microsoft.com/office/drawing/2014/main" id="{771A0939-0C27-FC98-98B1-17F534230A71}"/>
              </a:ext>
            </a:extLst>
          </p:cNvPr>
          <p:cNvSpPr txBox="1"/>
          <p:nvPr/>
        </p:nvSpPr>
        <p:spPr>
          <a:xfrm>
            <a:off x="2000250" y="446410"/>
            <a:ext cx="14839950" cy="13531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57200" indent="-457200">
              <a:lnSpc>
                <a:spcPct val="90000"/>
              </a:lnSpc>
              <a:spcBef>
                <a:spcPts val="2000"/>
              </a:spcBef>
              <a:buClr>
                <a:schemeClr val="dk1"/>
              </a:buClr>
              <a:buSzPts val="2800"/>
            </a:pPr>
            <a:r>
              <a:rPr lang="es-ES" dirty="0"/>
              <a:t>Mapas de ciberataques a tiempo real</a:t>
            </a:r>
          </a:p>
          <a:p>
            <a:pPr marL="457200" indent="-457200">
              <a:lnSpc>
                <a:spcPct val="90000"/>
              </a:lnSpc>
              <a:spcBef>
                <a:spcPts val="2000"/>
              </a:spcBef>
              <a:buClr>
                <a:schemeClr val="dk1"/>
              </a:buClr>
              <a:buSzPts val="2800"/>
            </a:pPr>
            <a:r>
              <a:rPr lang="es-ES" dirty="0"/>
              <a:t>https://threatmap.checkpoint.com/  </a:t>
            </a:r>
          </a:p>
          <a:p>
            <a:pPr marL="457200" indent="-101600">
              <a:lnSpc>
                <a:spcPct val="90000"/>
              </a:lnSpc>
              <a:spcBef>
                <a:spcPts val="2000"/>
              </a:spcBef>
              <a:buClr>
                <a:schemeClr val="dk1"/>
              </a:buClr>
              <a:buSzPts val="2800"/>
              <a:buNone/>
            </a:pPr>
            <a:endParaRPr lang="es-ES" dirty="0"/>
          </a:p>
        </p:txBody>
      </p:sp>
      <p:pic>
        <p:nvPicPr>
          <p:cNvPr id="6" name="Google Shape;135;p8" descr="Cómo protegerse de los virus, piratas informáticos y demás ataques? |  Tecnología - ComputerHoy.com">
            <a:extLst>
              <a:ext uri="{FF2B5EF4-FFF2-40B4-BE49-F238E27FC236}">
                <a16:creationId xmlns:a16="http://schemas.microsoft.com/office/drawing/2014/main" id="{0217C58C-EBDE-4B82-5297-F2164B71A946}"/>
              </a:ext>
            </a:extLst>
          </p:cNvPr>
          <p:cNvPicPr preferRelativeResize="0"/>
          <p:nvPr/>
        </p:nvPicPr>
        <p:blipFill rotWithShape="1">
          <a:blip r:embed="rId3">
            <a:alphaModFix/>
          </a:blip>
          <a:srcRect/>
          <a:stretch/>
        </p:blipFill>
        <p:spPr>
          <a:xfrm>
            <a:off x="22593300" y="12486797"/>
            <a:ext cx="1790700" cy="1229203"/>
          </a:xfrm>
          <a:prstGeom prst="rect">
            <a:avLst/>
          </a:prstGeom>
          <a:noFill/>
          <a:ln>
            <a:noFill/>
          </a:ln>
        </p:spPr>
      </p:pic>
    </p:spTree>
    <p:extLst>
      <p:ext uri="{BB962C8B-B14F-4D97-AF65-F5344CB8AC3E}">
        <p14:creationId xmlns:p14="http://schemas.microsoft.com/office/powerpoint/2010/main" val="627715258"/>
      </p:ext>
    </p:extLst>
  </p:cSld>
  <p:clrMapOvr>
    <a:masterClrMapping/>
  </p:clrMapOvr>
  <p:transition spd="med"/>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White">
  <a:themeElements>
    <a:clrScheme name="White">
      <a:dk1>
        <a:srgbClr val="000000"/>
      </a:dk1>
      <a:lt1>
        <a:srgbClr val="FFFFFF"/>
      </a:lt1>
      <a:dk2>
        <a:srgbClr val="F3E39D"/>
      </a:dk2>
      <a:lt2>
        <a:srgbClr val="EACD4F"/>
      </a:lt2>
      <a:accent1>
        <a:srgbClr val="0F4C75"/>
      </a:accent1>
      <a:accent2>
        <a:srgbClr val="3A6C8E"/>
      </a:accent2>
      <a:accent3>
        <a:srgbClr val="668DA7"/>
      </a:accent3>
      <a:accent4>
        <a:srgbClr val="91ADC0"/>
      </a:accent4>
      <a:accent5>
        <a:srgbClr val="BDCED9"/>
      </a:accent5>
      <a:accent6>
        <a:srgbClr val="E9EEF2"/>
      </a:accent6>
      <a:hlink>
        <a:srgbClr val="0000FF"/>
      </a:hlink>
      <a:folHlink>
        <a:srgbClr val="FF00FF"/>
      </a:folHlink>
    </a:clrScheme>
    <a:fontScheme name="White">
      <a:majorFont>
        <a:latin typeface="Open Sans Bold"/>
        <a:ea typeface="Open Sans Bold"/>
        <a:cs typeface="Open Sans Bold"/>
      </a:majorFont>
      <a:minorFont>
        <a:latin typeface="Open Sans ExtraBold"/>
        <a:ea typeface="Open Sans ExtraBold"/>
        <a:cs typeface="Open Sans ExtraBold"/>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76470"/>
            <a:satOff val="-53329"/>
            <a:lumOff val="-11960"/>
          </a:schemeClr>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Lato Regular"/>
            <a:ea typeface="Lato Regular"/>
            <a:cs typeface="Lato Regular"/>
            <a:sym typeface="Lato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50000"/>
          </a:lnSpc>
          <a:spcBef>
            <a:spcPts val="0"/>
          </a:spcBef>
          <a:spcAft>
            <a:spcPts val="0"/>
          </a:spcAft>
          <a:buClrTx/>
          <a:buSzTx/>
          <a:buFontTx/>
          <a:buNone/>
          <a:tabLst/>
          <a:defRPr kumimoji="0" sz="1800" b="0" i="0" u="none" strike="noStrike" cap="none" spc="0" normalizeH="0" baseline="0">
            <a:ln>
              <a:noFill/>
            </a:ln>
            <a:solidFill>
              <a:schemeClr val="accent3">
                <a:hueOff val="-130908"/>
                <a:satOff val="-22167"/>
                <a:lumOff val="-7843"/>
              </a:schemeClr>
            </a:solidFill>
            <a:effectLst/>
            <a:uFillTx/>
            <a:latin typeface="Lato Regular"/>
            <a:ea typeface="Lato Regular"/>
            <a:cs typeface="Lato Regular"/>
            <a:sym typeface="Lato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3386</TotalTime>
  <Words>5069</Words>
  <Application>Microsoft Office PowerPoint</Application>
  <PresentationFormat>Personalizado</PresentationFormat>
  <Paragraphs>238</Paragraphs>
  <Slides>47</Slides>
  <Notes>21</Notes>
  <HiddenSlides>0</HiddenSlides>
  <MMClips>0</MMClips>
  <ScaleCrop>false</ScaleCrop>
  <HeadingPairs>
    <vt:vector size="6" baseType="variant">
      <vt:variant>
        <vt:lpstr>Fuentes usadas</vt:lpstr>
      </vt:variant>
      <vt:variant>
        <vt:i4>15</vt:i4>
      </vt:variant>
      <vt:variant>
        <vt:lpstr>Tema</vt:lpstr>
      </vt:variant>
      <vt:variant>
        <vt:i4>1</vt:i4>
      </vt:variant>
      <vt:variant>
        <vt:lpstr>Títulos de diapositiva</vt:lpstr>
      </vt:variant>
      <vt:variant>
        <vt:i4>47</vt:i4>
      </vt:variant>
    </vt:vector>
  </HeadingPairs>
  <TitlesOfParts>
    <vt:vector size="63" baseType="lpstr">
      <vt:lpstr>Aptos</vt:lpstr>
      <vt:lpstr>Aptos Display</vt:lpstr>
      <vt:lpstr>arial</vt:lpstr>
      <vt:lpstr>arial</vt:lpstr>
      <vt:lpstr>Calibri</vt:lpstr>
      <vt:lpstr>Helvetica Neue</vt:lpstr>
      <vt:lpstr>Lato Bold</vt:lpstr>
      <vt:lpstr>Lato Regular</vt:lpstr>
      <vt:lpstr>Noto Sans Symbols</vt:lpstr>
      <vt:lpstr>Open Sans</vt:lpstr>
      <vt:lpstr>Roboto</vt:lpstr>
      <vt:lpstr>Source Sans Pro</vt:lpstr>
      <vt:lpstr>Tahoma</vt:lpstr>
      <vt:lpstr>Times New Roman</vt:lpstr>
      <vt:lpstr>Verdana</vt:lpstr>
      <vt:lpstr>Tema de Office</vt:lpstr>
      <vt:lpstr>Presentación de PowerPoint</vt:lpstr>
      <vt:lpstr>Presentación de PowerPoint</vt:lpstr>
      <vt:lpstr>Presentación de PowerPoint</vt:lpstr>
      <vt:lpstr>Virus informáticos y malware en general.</vt:lpstr>
      <vt:lpstr>1. Formas de actuar y técnicas de los ciberdelincuentes:</vt:lpstr>
      <vt:lpstr>Tipos de ataques</vt:lpstr>
      <vt:lpstr>Eventos-ataques e incidentes de seguridad</vt:lpstr>
      <vt:lpstr>Cómo detectar incidentes de seguridad</vt:lpstr>
      <vt:lpstr>¿QUE ES UN MALWARE?</vt:lpstr>
      <vt:lpstr>Algunos tipos de malware</vt:lpstr>
      <vt:lpstr>VIRUS</vt:lpstr>
      <vt:lpstr>Historia de los virus para escépticos. </vt:lpstr>
      <vt:lpstr>GUSANOS-WORMS</vt:lpstr>
      <vt:lpstr>TROYANOS</vt:lpstr>
      <vt:lpstr>Troyanos bancarios </vt:lpstr>
      <vt:lpstr>Presentación de PowerPoint</vt:lpstr>
      <vt:lpstr>Saber más: Ramsonware:  </vt:lpstr>
      <vt:lpstr>Presentación de PowerPoint</vt:lpstr>
      <vt:lpstr>Casos famosos de Ransomware</vt:lpstr>
      <vt:lpstr>Casos de Ransomware en España</vt:lpstr>
      <vt:lpstr>Presentación de PowerPoint</vt:lpstr>
      <vt:lpstr>Noticia ataque de Ramsonware en 2021</vt:lpstr>
      <vt:lpstr>CODIGO POLIMORFICO</vt:lpstr>
      <vt:lpstr>BOTNETS-sistema de control hacker</vt:lpstr>
      <vt:lpstr>INGENIERIA SOCIAL Y EL FACTOR HUMANO</vt:lpstr>
      <vt:lpstr>Presentación de PowerPoint</vt:lpstr>
      <vt:lpstr>INGENIERIA SOCIAL</vt:lpstr>
      <vt:lpstr>Presentación de PowerPoint</vt:lpstr>
      <vt:lpstr>Presentación de PowerPoint</vt:lpstr>
      <vt:lpstr>Presentación de PowerPoint</vt:lpstr>
      <vt:lpstr>¿QUE ES EL PHISING?</vt:lpstr>
      <vt:lpstr>TIPOS DE PHISING</vt:lpstr>
      <vt:lpstr>Ejemplo de phising</vt:lpstr>
      <vt:lpstr>PELIGRO WILL ROBINSON</vt:lpstr>
      <vt:lpstr>6. Robo de identidad y credenciales.</vt:lpstr>
      <vt:lpstr>Ejemplo fraude</vt:lpstr>
      <vt:lpstr>Ataque por fuerza bruta</vt:lpstr>
      <vt:lpstr>Gráfico principales ataques</vt:lpstr>
      <vt:lpstr>Tipos de ataques 2021</vt:lpstr>
      <vt:lpstr>Otros Patrones de ataques</vt:lpstr>
      <vt:lpstr>Denegaciones de servicios</vt:lpstr>
      <vt:lpstr>ATAQUE MAN IN THE MIDDLE</vt:lpstr>
      <vt:lpstr>ATAQUE MAN IN THE MIDDLE: COMO SE LLEVA A CABO</vt:lpstr>
      <vt:lpstr>Ataque de Inyección de SQL</vt:lpstr>
      <vt:lpstr>¿Qué es Spoofing y sniffing)</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Alberto Ruiz</dc:creator>
  <cp:lastModifiedBy>Alberto Ruiz</cp:lastModifiedBy>
  <cp:revision>334</cp:revision>
  <dcterms:modified xsi:type="dcterms:W3CDTF">2024-11-16T07:45:11Z</dcterms:modified>
</cp:coreProperties>
</file>