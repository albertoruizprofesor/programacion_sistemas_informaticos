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82" r:id="rId4"/>
    <p:sldId id="284" r:id="rId5"/>
    <p:sldId id="290" r:id="rId6"/>
    <p:sldId id="285" r:id="rId7"/>
    <p:sldId id="286" r:id="rId8"/>
    <p:sldId id="287" r:id="rId9"/>
    <p:sldId id="296" r:id="rId10"/>
    <p:sldId id="288" r:id="rId11"/>
    <p:sldId id="291" r:id="rId12"/>
    <p:sldId id="292" r:id="rId13"/>
    <p:sldId id="293" r:id="rId14"/>
    <p:sldId id="294" r:id="rId15"/>
    <p:sldId id="297" r:id="rId16"/>
    <p:sldId id="295" r:id="rId17"/>
    <p:sldId id="289" r:id="rId18"/>
    <p:sldId id="298" r:id="rId19"/>
    <p:sldId id="299" r:id="rId20"/>
    <p:sldId id="300" r:id="rId2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E92FA4-0EED-4E47-BCEC-0C0315D28CD7}" v="28" dt="2025-09-22T17:50:26.4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61" autoAdjust="0"/>
    <p:restoredTop sz="94660"/>
  </p:normalViewPr>
  <p:slideViewPr>
    <p:cSldViewPr snapToGrid="0">
      <p:cViewPr>
        <p:scale>
          <a:sx n="87" d="100"/>
          <a:sy n="87" d="100"/>
        </p:scale>
        <p:origin x="180" y="48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berto Ruiz" userId="47fa91d207cfb014" providerId="LiveId" clId="{85FEFC20-368C-4804-AF35-776ECB9C6605}"/>
    <pc:docChg chg="undo custSel addSld delSld modSld">
      <pc:chgData name="Alberto Ruiz" userId="47fa91d207cfb014" providerId="LiveId" clId="{85FEFC20-368C-4804-AF35-776ECB9C6605}" dt="2025-09-22T17:50:48.851" v="975" actId="26606"/>
      <pc:docMkLst>
        <pc:docMk/>
      </pc:docMkLst>
      <pc:sldChg chg="del">
        <pc:chgData name="Alberto Ruiz" userId="47fa91d207cfb014" providerId="LiveId" clId="{85FEFC20-368C-4804-AF35-776ECB9C6605}" dt="2025-09-22T17:25:31.403" v="497" actId="47"/>
        <pc:sldMkLst>
          <pc:docMk/>
          <pc:sldMk cId="1874761014" sldId="257"/>
        </pc:sldMkLst>
      </pc:sldChg>
      <pc:sldChg chg="del">
        <pc:chgData name="Alberto Ruiz" userId="47fa91d207cfb014" providerId="LiveId" clId="{85FEFC20-368C-4804-AF35-776ECB9C6605}" dt="2025-09-22T17:25:32.146" v="498" actId="47"/>
        <pc:sldMkLst>
          <pc:docMk/>
          <pc:sldMk cId="3750738772" sldId="258"/>
        </pc:sldMkLst>
      </pc:sldChg>
      <pc:sldChg chg="del">
        <pc:chgData name="Alberto Ruiz" userId="47fa91d207cfb014" providerId="LiveId" clId="{85FEFC20-368C-4804-AF35-776ECB9C6605}" dt="2025-09-22T17:25:33.020" v="499" actId="47"/>
        <pc:sldMkLst>
          <pc:docMk/>
          <pc:sldMk cId="1268972705" sldId="259"/>
        </pc:sldMkLst>
      </pc:sldChg>
      <pc:sldChg chg="del">
        <pc:chgData name="Alberto Ruiz" userId="47fa91d207cfb014" providerId="LiveId" clId="{85FEFC20-368C-4804-AF35-776ECB9C6605}" dt="2025-09-22T17:25:33.852" v="500" actId="47"/>
        <pc:sldMkLst>
          <pc:docMk/>
          <pc:sldMk cId="1452762947" sldId="260"/>
        </pc:sldMkLst>
      </pc:sldChg>
      <pc:sldChg chg="del">
        <pc:chgData name="Alberto Ruiz" userId="47fa91d207cfb014" providerId="LiveId" clId="{85FEFC20-368C-4804-AF35-776ECB9C6605}" dt="2025-09-22T17:25:34.576" v="501" actId="47"/>
        <pc:sldMkLst>
          <pc:docMk/>
          <pc:sldMk cId="1560757229" sldId="261"/>
        </pc:sldMkLst>
      </pc:sldChg>
      <pc:sldChg chg="del">
        <pc:chgData name="Alberto Ruiz" userId="47fa91d207cfb014" providerId="LiveId" clId="{85FEFC20-368C-4804-AF35-776ECB9C6605}" dt="2025-09-22T17:25:35.319" v="502" actId="47"/>
        <pc:sldMkLst>
          <pc:docMk/>
          <pc:sldMk cId="3475719411" sldId="262"/>
        </pc:sldMkLst>
      </pc:sldChg>
      <pc:sldChg chg="del">
        <pc:chgData name="Alberto Ruiz" userId="47fa91d207cfb014" providerId="LiveId" clId="{85FEFC20-368C-4804-AF35-776ECB9C6605}" dt="2025-09-22T17:25:36.072" v="503" actId="47"/>
        <pc:sldMkLst>
          <pc:docMk/>
          <pc:sldMk cId="1113577399" sldId="263"/>
        </pc:sldMkLst>
      </pc:sldChg>
      <pc:sldChg chg="del">
        <pc:chgData name="Alberto Ruiz" userId="47fa91d207cfb014" providerId="LiveId" clId="{85FEFC20-368C-4804-AF35-776ECB9C6605}" dt="2025-09-22T17:25:36.778" v="504" actId="47"/>
        <pc:sldMkLst>
          <pc:docMk/>
          <pc:sldMk cId="296029450" sldId="264"/>
        </pc:sldMkLst>
      </pc:sldChg>
      <pc:sldChg chg="del">
        <pc:chgData name="Alberto Ruiz" userId="47fa91d207cfb014" providerId="LiveId" clId="{85FEFC20-368C-4804-AF35-776ECB9C6605}" dt="2025-09-22T17:25:37.569" v="505" actId="47"/>
        <pc:sldMkLst>
          <pc:docMk/>
          <pc:sldMk cId="4135714646" sldId="265"/>
        </pc:sldMkLst>
      </pc:sldChg>
      <pc:sldChg chg="del">
        <pc:chgData name="Alberto Ruiz" userId="47fa91d207cfb014" providerId="LiveId" clId="{85FEFC20-368C-4804-AF35-776ECB9C6605}" dt="2025-09-22T17:25:38.273" v="506" actId="47"/>
        <pc:sldMkLst>
          <pc:docMk/>
          <pc:sldMk cId="514384809" sldId="266"/>
        </pc:sldMkLst>
      </pc:sldChg>
      <pc:sldChg chg="del">
        <pc:chgData name="Alberto Ruiz" userId="47fa91d207cfb014" providerId="LiveId" clId="{85FEFC20-368C-4804-AF35-776ECB9C6605}" dt="2025-09-22T17:25:38.951" v="507" actId="47"/>
        <pc:sldMkLst>
          <pc:docMk/>
          <pc:sldMk cId="3573731633" sldId="267"/>
        </pc:sldMkLst>
      </pc:sldChg>
      <pc:sldChg chg="addSp delSp modSp new del mod setBg">
        <pc:chgData name="Alberto Ruiz" userId="47fa91d207cfb014" providerId="LiveId" clId="{85FEFC20-368C-4804-AF35-776ECB9C6605}" dt="2025-09-22T17:25:39.800" v="508" actId="47"/>
        <pc:sldMkLst>
          <pc:docMk/>
          <pc:sldMk cId="1095080712" sldId="268"/>
        </pc:sldMkLst>
      </pc:sldChg>
      <pc:sldChg chg="addSp delSp modSp new del mod setBg">
        <pc:chgData name="Alberto Ruiz" userId="47fa91d207cfb014" providerId="LiveId" clId="{85FEFC20-368C-4804-AF35-776ECB9C6605}" dt="2025-09-22T17:25:40.504" v="509" actId="47"/>
        <pc:sldMkLst>
          <pc:docMk/>
          <pc:sldMk cId="2535939640" sldId="269"/>
        </pc:sldMkLst>
      </pc:sldChg>
      <pc:sldChg chg="addSp delSp modSp new del mod setBg">
        <pc:chgData name="Alberto Ruiz" userId="47fa91d207cfb014" providerId="LiveId" clId="{85FEFC20-368C-4804-AF35-776ECB9C6605}" dt="2025-09-22T17:25:41.174" v="510" actId="47"/>
        <pc:sldMkLst>
          <pc:docMk/>
          <pc:sldMk cId="1521071263" sldId="270"/>
        </pc:sldMkLst>
      </pc:sldChg>
      <pc:sldChg chg="addSp delSp modSp new del mod setBg">
        <pc:chgData name="Alberto Ruiz" userId="47fa91d207cfb014" providerId="LiveId" clId="{85FEFC20-368C-4804-AF35-776ECB9C6605}" dt="2025-09-22T17:25:41.875" v="511" actId="47"/>
        <pc:sldMkLst>
          <pc:docMk/>
          <pc:sldMk cId="475117557" sldId="271"/>
        </pc:sldMkLst>
      </pc:sldChg>
      <pc:sldChg chg="addSp delSp modSp new del mod setBg">
        <pc:chgData name="Alberto Ruiz" userId="47fa91d207cfb014" providerId="LiveId" clId="{85FEFC20-368C-4804-AF35-776ECB9C6605}" dt="2025-09-22T17:25:42.531" v="512" actId="47"/>
        <pc:sldMkLst>
          <pc:docMk/>
          <pc:sldMk cId="4240907260" sldId="272"/>
        </pc:sldMkLst>
      </pc:sldChg>
      <pc:sldChg chg="addSp delSp modSp new del mod setBg">
        <pc:chgData name="Alberto Ruiz" userId="47fa91d207cfb014" providerId="LiveId" clId="{85FEFC20-368C-4804-AF35-776ECB9C6605}" dt="2025-09-22T17:25:43.219" v="513" actId="47"/>
        <pc:sldMkLst>
          <pc:docMk/>
          <pc:sldMk cId="568486478" sldId="273"/>
        </pc:sldMkLst>
      </pc:sldChg>
      <pc:sldChg chg="addSp delSp modSp new del mod setBg">
        <pc:chgData name="Alberto Ruiz" userId="47fa91d207cfb014" providerId="LiveId" clId="{85FEFC20-368C-4804-AF35-776ECB9C6605}" dt="2025-09-22T17:25:44.544" v="514" actId="47"/>
        <pc:sldMkLst>
          <pc:docMk/>
          <pc:sldMk cId="2369576593" sldId="274"/>
        </pc:sldMkLst>
      </pc:sldChg>
      <pc:sldChg chg="del">
        <pc:chgData name="Alberto Ruiz" userId="47fa91d207cfb014" providerId="LiveId" clId="{85FEFC20-368C-4804-AF35-776ECB9C6605}" dt="2025-09-22T17:25:45.268" v="515" actId="47"/>
        <pc:sldMkLst>
          <pc:docMk/>
          <pc:sldMk cId="96609615" sldId="275"/>
        </pc:sldMkLst>
      </pc:sldChg>
      <pc:sldChg chg="del">
        <pc:chgData name="Alberto Ruiz" userId="47fa91d207cfb014" providerId="LiveId" clId="{85FEFC20-368C-4804-AF35-776ECB9C6605}" dt="2025-09-22T17:26:03.870" v="519" actId="47"/>
        <pc:sldMkLst>
          <pc:docMk/>
          <pc:sldMk cId="3413831629" sldId="276"/>
        </pc:sldMkLst>
      </pc:sldChg>
      <pc:sldChg chg="del">
        <pc:chgData name="Alberto Ruiz" userId="47fa91d207cfb014" providerId="LiveId" clId="{85FEFC20-368C-4804-AF35-776ECB9C6605}" dt="2025-09-22T17:25:51.422" v="516" actId="47"/>
        <pc:sldMkLst>
          <pc:docMk/>
          <pc:sldMk cId="2663837046" sldId="277"/>
        </pc:sldMkLst>
      </pc:sldChg>
      <pc:sldChg chg="del">
        <pc:chgData name="Alberto Ruiz" userId="47fa91d207cfb014" providerId="LiveId" clId="{85FEFC20-368C-4804-AF35-776ECB9C6605}" dt="2025-09-22T17:25:59.985" v="517" actId="47"/>
        <pc:sldMkLst>
          <pc:docMk/>
          <pc:sldMk cId="3743052111" sldId="278"/>
        </pc:sldMkLst>
      </pc:sldChg>
      <pc:sldChg chg="del">
        <pc:chgData name="Alberto Ruiz" userId="47fa91d207cfb014" providerId="LiveId" clId="{85FEFC20-368C-4804-AF35-776ECB9C6605}" dt="2025-09-22T17:26:01.268" v="518" actId="47"/>
        <pc:sldMkLst>
          <pc:docMk/>
          <pc:sldMk cId="1205868725" sldId="279"/>
        </pc:sldMkLst>
      </pc:sldChg>
      <pc:sldChg chg="del">
        <pc:chgData name="Alberto Ruiz" userId="47fa91d207cfb014" providerId="LiveId" clId="{85FEFC20-368C-4804-AF35-776ECB9C6605}" dt="2025-09-22T17:26:05.435" v="520" actId="47"/>
        <pc:sldMkLst>
          <pc:docMk/>
          <pc:sldMk cId="435299905" sldId="280"/>
        </pc:sldMkLst>
      </pc:sldChg>
      <pc:sldChg chg="addSp delSp modSp mod setBg">
        <pc:chgData name="Alberto Ruiz" userId="47fa91d207cfb014" providerId="LiveId" clId="{85FEFC20-368C-4804-AF35-776ECB9C6605}" dt="2025-09-22T17:29:28.698" v="637" actId="26606"/>
        <pc:sldMkLst>
          <pc:docMk/>
          <pc:sldMk cId="2624861979" sldId="282"/>
        </pc:sldMkLst>
        <pc:spChg chg="mod">
          <ac:chgData name="Alberto Ruiz" userId="47fa91d207cfb014" providerId="LiveId" clId="{85FEFC20-368C-4804-AF35-776ECB9C6605}" dt="2025-09-22T17:29:28.698" v="637" actId="26606"/>
          <ac:spMkLst>
            <pc:docMk/>
            <pc:sldMk cId="2624861979" sldId="282"/>
            <ac:spMk id="2" creationId="{5DE496B2-3E85-4797-216F-91168CF1B510}"/>
          </ac:spMkLst>
        </pc:spChg>
        <pc:spChg chg="del mod">
          <ac:chgData name="Alberto Ruiz" userId="47fa91d207cfb014" providerId="LiveId" clId="{85FEFC20-368C-4804-AF35-776ECB9C6605}" dt="2025-09-22T17:29:28.698" v="637" actId="26606"/>
          <ac:spMkLst>
            <pc:docMk/>
            <pc:sldMk cId="2624861979" sldId="282"/>
            <ac:spMk id="3" creationId="{6EDBAD15-97EE-5A2C-0727-D56065C95B2C}"/>
          </ac:spMkLst>
        </pc:spChg>
        <pc:spChg chg="add">
          <ac:chgData name="Alberto Ruiz" userId="47fa91d207cfb014" providerId="LiveId" clId="{85FEFC20-368C-4804-AF35-776ECB9C6605}" dt="2025-09-22T17:29:28.698" v="637" actId="26606"/>
          <ac:spMkLst>
            <pc:docMk/>
            <pc:sldMk cId="2624861979" sldId="282"/>
            <ac:spMk id="10" creationId="{B50AB553-2A96-4A92-96F2-93548E096954}"/>
          </ac:spMkLst>
        </pc:spChg>
        <pc:graphicFrameChg chg="add">
          <ac:chgData name="Alberto Ruiz" userId="47fa91d207cfb014" providerId="LiveId" clId="{85FEFC20-368C-4804-AF35-776ECB9C6605}" dt="2025-09-22T17:29:28.698" v="637" actId="26606"/>
          <ac:graphicFrameMkLst>
            <pc:docMk/>
            <pc:sldMk cId="2624861979" sldId="282"/>
            <ac:graphicFrameMk id="5" creationId="{2D8E6967-3639-063D-60A2-791205057FE9}"/>
          </ac:graphicFrameMkLst>
        </pc:graphicFrameChg>
        <pc:picChg chg="add">
          <ac:chgData name="Alberto Ruiz" userId="47fa91d207cfb014" providerId="LiveId" clId="{85FEFC20-368C-4804-AF35-776ECB9C6605}" dt="2025-09-22T17:29:28.698" v="637" actId="26606"/>
          <ac:picMkLst>
            <pc:docMk/>
            <pc:sldMk cId="2624861979" sldId="282"/>
            <ac:picMk id="6" creationId="{40B6DA66-ABC0-C829-8F1B-07B53B0457ED}"/>
          </ac:picMkLst>
        </pc:picChg>
      </pc:sldChg>
      <pc:sldChg chg="addSp modSp mod setBg">
        <pc:chgData name="Alberto Ruiz" userId="47fa91d207cfb014" providerId="LiveId" clId="{85FEFC20-368C-4804-AF35-776ECB9C6605}" dt="2025-09-22T17:33:19.287" v="653" actId="26606"/>
        <pc:sldMkLst>
          <pc:docMk/>
          <pc:sldMk cId="1171360924" sldId="284"/>
        </pc:sldMkLst>
        <pc:spChg chg="mod">
          <ac:chgData name="Alberto Ruiz" userId="47fa91d207cfb014" providerId="LiveId" clId="{85FEFC20-368C-4804-AF35-776ECB9C6605}" dt="2025-09-22T17:33:19.287" v="653" actId="26606"/>
          <ac:spMkLst>
            <pc:docMk/>
            <pc:sldMk cId="1171360924" sldId="284"/>
            <ac:spMk id="2" creationId="{9E9B7ED3-8073-C20A-1714-6ACAC5F547D3}"/>
          </ac:spMkLst>
        </pc:spChg>
        <pc:spChg chg="mod">
          <ac:chgData name="Alberto Ruiz" userId="47fa91d207cfb014" providerId="LiveId" clId="{85FEFC20-368C-4804-AF35-776ECB9C6605}" dt="2025-09-22T17:33:19.287" v="653" actId="26606"/>
          <ac:spMkLst>
            <pc:docMk/>
            <pc:sldMk cId="1171360924" sldId="284"/>
            <ac:spMk id="3" creationId="{405C4A69-8EF1-6B09-E6EF-DB016271CE8D}"/>
          </ac:spMkLst>
        </pc:spChg>
        <pc:spChg chg="add">
          <ac:chgData name="Alberto Ruiz" userId="47fa91d207cfb014" providerId="LiveId" clId="{85FEFC20-368C-4804-AF35-776ECB9C6605}" dt="2025-09-22T17:33:19.287" v="653" actId="26606"/>
          <ac:spMkLst>
            <pc:docMk/>
            <pc:sldMk cId="1171360924" sldId="284"/>
            <ac:spMk id="9" creationId="{B50AB553-2A96-4A92-96F2-93548E096954}"/>
          </ac:spMkLst>
        </pc:spChg>
        <pc:picChg chg="add">
          <ac:chgData name="Alberto Ruiz" userId="47fa91d207cfb014" providerId="LiveId" clId="{85FEFC20-368C-4804-AF35-776ECB9C6605}" dt="2025-09-22T17:33:19.287" v="653" actId="26606"/>
          <ac:picMkLst>
            <pc:docMk/>
            <pc:sldMk cId="1171360924" sldId="284"/>
            <ac:picMk id="5" creationId="{B479978C-E8E9-73DE-D26A-AC615B6F067C}"/>
          </ac:picMkLst>
        </pc:picChg>
      </pc:sldChg>
      <pc:sldChg chg="addSp delSp modSp mod setBg">
        <pc:chgData name="Alberto Ruiz" userId="47fa91d207cfb014" providerId="LiveId" clId="{85FEFC20-368C-4804-AF35-776ECB9C6605}" dt="2025-09-22T17:33:22.102" v="654" actId="26606"/>
        <pc:sldMkLst>
          <pc:docMk/>
          <pc:sldMk cId="2191137854" sldId="285"/>
        </pc:sldMkLst>
        <pc:spChg chg="mod">
          <ac:chgData name="Alberto Ruiz" userId="47fa91d207cfb014" providerId="LiveId" clId="{85FEFC20-368C-4804-AF35-776ECB9C6605}" dt="2025-09-22T17:33:22.102" v="654" actId="26606"/>
          <ac:spMkLst>
            <pc:docMk/>
            <pc:sldMk cId="2191137854" sldId="285"/>
            <ac:spMk id="2" creationId="{ABFE3A89-9F53-E647-8089-194D16148941}"/>
          </ac:spMkLst>
        </pc:spChg>
        <pc:spChg chg="del">
          <ac:chgData name="Alberto Ruiz" userId="47fa91d207cfb014" providerId="LiveId" clId="{85FEFC20-368C-4804-AF35-776ECB9C6605}" dt="2025-09-22T17:33:14.069" v="652"/>
          <ac:spMkLst>
            <pc:docMk/>
            <pc:sldMk cId="2191137854" sldId="285"/>
            <ac:spMk id="3" creationId="{672B73CF-AE51-5EDF-592D-594919D245F5}"/>
          </ac:spMkLst>
        </pc:spChg>
        <pc:spChg chg="add del mod">
          <ac:chgData name="Alberto Ruiz" userId="47fa91d207cfb014" providerId="LiveId" clId="{85FEFC20-368C-4804-AF35-776ECB9C6605}" dt="2025-09-22T17:33:22.102" v="654" actId="26606"/>
          <ac:spMkLst>
            <pc:docMk/>
            <pc:sldMk cId="2191137854" sldId="285"/>
            <ac:spMk id="4" creationId="{01796C77-CE43-0392-6DB4-B2C6027ACE4C}"/>
          </ac:spMkLst>
        </pc:spChg>
        <pc:spChg chg="add">
          <ac:chgData name="Alberto Ruiz" userId="47fa91d207cfb014" providerId="LiveId" clId="{85FEFC20-368C-4804-AF35-776ECB9C6605}" dt="2025-09-22T17:33:22.102" v="654" actId="26606"/>
          <ac:spMkLst>
            <pc:docMk/>
            <pc:sldMk cId="2191137854" sldId="285"/>
            <ac:spMk id="11" creationId="{B50AB553-2A96-4A92-96F2-93548E096954}"/>
          </ac:spMkLst>
        </pc:spChg>
        <pc:graphicFrameChg chg="add">
          <ac:chgData name="Alberto Ruiz" userId="47fa91d207cfb014" providerId="LiveId" clId="{85FEFC20-368C-4804-AF35-776ECB9C6605}" dt="2025-09-22T17:33:22.102" v="654" actId="26606"/>
          <ac:graphicFrameMkLst>
            <pc:docMk/>
            <pc:sldMk cId="2191137854" sldId="285"/>
            <ac:graphicFrameMk id="6" creationId="{68803FBA-CDC4-A27A-4FF9-19F148FE6ACC}"/>
          </ac:graphicFrameMkLst>
        </pc:graphicFrameChg>
        <pc:picChg chg="add">
          <ac:chgData name="Alberto Ruiz" userId="47fa91d207cfb014" providerId="LiveId" clId="{85FEFC20-368C-4804-AF35-776ECB9C6605}" dt="2025-09-22T17:33:22.102" v="654" actId="26606"/>
          <ac:picMkLst>
            <pc:docMk/>
            <pc:sldMk cId="2191137854" sldId="285"/>
            <ac:picMk id="7" creationId="{28B0E58B-43CE-F38C-3089-AD5DA572D1CE}"/>
          </ac:picMkLst>
        </pc:picChg>
      </pc:sldChg>
      <pc:sldChg chg="addSp delSp modSp mod setBg">
        <pc:chgData name="Alberto Ruiz" userId="47fa91d207cfb014" providerId="LiveId" clId="{85FEFC20-368C-4804-AF35-776ECB9C6605}" dt="2025-09-22T17:34:23.969" v="823" actId="26606"/>
        <pc:sldMkLst>
          <pc:docMk/>
          <pc:sldMk cId="3517709361" sldId="286"/>
        </pc:sldMkLst>
        <pc:spChg chg="mod">
          <ac:chgData name="Alberto Ruiz" userId="47fa91d207cfb014" providerId="LiveId" clId="{85FEFC20-368C-4804-AF35-776ECB9C6605}" dt="2025-09-22T17:34:23.969" v="823" actId="26606"/>
          <ac:spMkLst>
            <pc:docMk/>
            <pc:sldMk cId="3517709361" sldId="286"/>
            <ac:spMk id="2" creationId="{1584783C-4642-8645-8CE4-AEB330453362}"/>
          </ac:spMkLst>
        </pc:spChg>
        <pc:spChg chg="del mod">
          <ac:chgData name="Alberto Ruiz" userId="47fa91d207cfb014" providerId="LiveId" clId="{85FEFC20-368C-4804-AF35-776ECB9C6605}" dt="2025-09-22T17:34:23.969" v="823" actId="26606"/>
          <ac:spMkLst>
            <pc:docMk/>
            <pc:sldMk cId="3517709361" sldId="286"/>
            <ac:spMk id="3" creationId="{CE8979AB-AAD8-CD77-807E-09DCF3F9EA1E}"/>
          </ac:spMkLst>
        </pc:spChg>
        <pc:spChg chg="add">
          <ac:chgData name="Alberto Ruiz" userId="47fa91d207cfb014" providerId="LiveId" clId="{85FEFC20-368C-4804-AF35-776ECB9C6605}" dt="2025-09-22T17:34:23.969" v="823" actId="26606"/>
          <ac:spMkLst>
            <pc:docMk/>
            <pc:sldMk cId="3517709361" sldId="286"/>
            <ac:spMk id="10" creationId="{B50AB553-2A96-4A92-96F2-93548E096954}"/>
          </ac:spMkLst>
        </pc:spChg>
        <pc:graphicFrameChg chg="add">
          <ac:chgData name="Alberto Ruiz" userId="47fa91d207cfb014" providerId="LiveId" clId="{85FEFC20-368C-4804-AF35-776ECB9C6605}" dt="2025-09-22T17:34:23.969" v="823" actId="26606"/>
          <ac:graphicFrameMkLst>
            <pc:docMk/>
            <pc:sldMk cId="3517709361" sldId="286"/>
            <ac:graphicFrameMk id="5" creationId="{82A54ED9-EB04-55BE-5451-775EA93A2181}"/>
          </ac:graphicFrameMkLst>
        </pc:graphicFrameChg>
        <pc:picChg chg="add">
          <ac:chgData name="Alberto Ruiz" userId="47fa91d207cfb014" providerId="LiveId" clId="{85FEFC20-368C-4804-AF35-776ECB9C6605}" dt="2025-09-22T17:34:23.969" v="823" actId="26606"/>
          <ac:picMkLst>
            <pc:docMk/>
            <pc:sldMk cId="3517709361" sldId="286"/>
            <ac:picMk id="6" creationId="{47B9660B-B575-E2A8-8E72-0792C9DD478A}"/>
          </ac:picMkLst>
        </pc:picChg>
      </pc:sldChg>
      <pc:sldChg chg="addSp delSp modSp mod setBg">
        <pc:chgData name="Alberto Ruiz" userId="47fa91d207cfb014" providerId="LiveId" clId="{85FEFC20-368C-4804-AF35-776ECB9C6605}" dt="2025-09-22T17:43:37.990" v="919" actId="403"/>
        <pc:sldMkLst>
          <pc:docMk/>
          <pc:sldMk cId="1879621574" sldId="287"/>
        </pc:sldMkLst>
        <pc:spChg chg="mod">
          <ac:chgData name="Alberto Ruiz" userId="47fa91d207cfb014" providerId="LiveId" clId="{85FEFC20-368C-4804-AF35-776ECB9C6605}" dt="2025-09-22T17:43:22.698" v="912" actId="26606"/>
          <ac:spMkLst>
            <pc:docMk/>
            <pc:sldMk cId="1879621574" sldId="287"/>
            <ac:spMk id="2" creationId="{612F7182-9F41-FD06-E3AD-BD719965D20C}"/>
          </ac:spMkLst>
        </pc:spChg>
        <pc:spChg chg="add del mod">
          <ac:chgData name="Alberto Ruiz" userId="47fa91d207cfb014" providerId="LiveId" clId="{85FEFC20-368C-4804-AF35-776ECB9C6605}" dt="2025-09-22T17:43:22.698" v="912" actId="26606"/>
          <ac:spMkLst>
            <pc:docMk/>
            <pc:sldMk cId="1879621574" sldId="287"/>
            <ac:spMk id="3" creationId="{76D47966-5031-3D66-6D76-FBADE9A068BA}"/>
          </ac:spMkLst>
        </pc:spChg>
        <pc:spChg chg="add">
          <ac:chgData name="Alberto Ruiz" userId="47fa91d207cfb014" providerId="LiveId" clId="{85FEFC20-368C-4804-AF35-776ECB9C6605}" dt="2025-09-22T17:43:22.698" v="912" actId="26606"/>
          <ac:spMkLst>
            <pc:docMk/>
            <pc:sldMk cId="1879621574" sldId="287"/>
            <ac:spMk id="8" creationId="{907EF6B7-1338-4443-8C46-6A318D952DFD}"/>
          </ac:spMkLst>
        </pc:spChg>
        <pc:spChg chg="add del">
          <ac:chgData name="Alberto Ruiz" userId="47fa91d207cfb014" providerId="LiveId" clId="{85FEFC20-368C-4804-AF35-776ECB9C6605}" dt="2025-09-22T17:43:20.846" v="909" actId="26606"/>
          <ac:spMkLst>
            <pc:docMk/>
            <pc:sldMk cId="1879621574" sldId="287"/>
            <ac:spMk id="9" creationId="{C0763A76-9F1C-4FC5-82B7-DD475DA461B2}"/>
          </ac:spMkLst>
        </pc:spChg>
        <pc:spChg chg="add del">
          <ac:chgData name="Alberto Ruiz" userId="47fa91d207cfb014" providerId="LiveId" clId="{85FEFC20-368C-4804-AF35-776ECB9C6605}" dt="2025-09-22T17:43:22.694" v="911" actId="26606"/>
          <ac:spMkLst>
            <pc:docMk/>
            <pc:sldMk cId="1879621574" sldId="287"/>
            <ac:spMk id="10" creationId="{E51BA4DF-2BD4-4EC2-B1DB-B27C8AC71864}"/>
          </ac:spMkLst>
        </pc:spChg>
        <pc:spChg chg="add del">
          <ac:chgData name="Alberto Ruiz" userId="47fa91d207cfb014" providerId="LiveId" clId="{85FEFC20-368C-4804-AF35-776ECB9C6605}" dt="2025-09-22T17:43:20.846" v="909" actId="26606"/>
          <ac:spMkLst>
            <pc:docMk/>
            <pc:sldMk cId="1879621574" sldId="287"/>
            <ac:spMk id="11" creationId="{E81BF4F6-F2CF-4984-9D14-D6966D92F99F}"/>
          </ac:spMkLst>
        </pc:spChg>
        <pc:spChg chg="add">
          <ac:chgData name="Alberto Ruiz" userId="47fa91d207cfb014" providerId="LiveId" clId="{85FEFC20-368C-4804-AF35-776ECB9C6605}" dt="2025-09-22T17:43:22.698" v="912" actId="26606"/>
          <ac:spMkLst>
            <pc:docMk/>
            <pc:sldMk cId="1879621574" sldId="287"/>
            <ac:spMk id="12" creationId="{081E4A58-353D-44AE-B2FC-2A74E2E400F7}"/>
          </ac:spMkLst>
        </pc:spChg>
        <pc:spChg chg="add">
          <ac:chgData name="Alberto Ruiz" userId="47fa91d207cfb014" providerId="LiveId" clId="{85FEFC20-368C-4804-AF35-776ECB9C6605}" dt="2025-09-22T17:43:22.698" v="912" actId="26606"/>
          <ac:spMkLst>
            <pc:docMk/>
            <pc:sldMk cId="1879621574" sldId="287"/>
            <ac:spMk id="15" creationId="{DAAE4CDD-124C-4DCF-9584-B6033B545DD5}"/>
          </ac:spMkLst>
        </pc:spChg>
        <pc:spChg chg="add mod">
          <ac:chgData name="Alberto Ruiz" userId="47fa91d207cfb014" providerId="LiveId" clId="{85FEFC20-368C-4804-AF35-776ECB9C6605}" dt="2025-09-22T17:43:37.990" v="919" actId="403"/>
          <ac:spMkLst>
            <pc:docMk/>
            <pc:sldMk cId="1879621574" sldId="287"/>
            <ac:spMk id="16" creationId="{76D47966-5031-3D66-6D76-FBADE9A068BA}"/>
          </ac:spMkLst>
        </pc:spChg>
        <pc:graphicFrameChg chg="add del">
          <ac:chgData name="Alberto Ruiz" userId="47fa91d207cfb014" providerId="LiveId" clId="{85FEFC20-368C-4804-AF35-776ECB9C6605}" dt="2025-09-22T17:43:22.694" v="911" actId="26606"/>
          <ac:graphicFrameMkLst>
            <pc:docMk/>
            <pc:sldMk cId="1879621574" sldId="287"/>
            <ac:graphicFrameMk id="13" creationId="{3F4D215B-7E17-AC58-BA92-48E735FB7B3E}"/>
          </ac:graphicFrameMkLst>
        </pc:graphicFrameChg>
        <pc:picChg chg="add del">
          <ac:chgData name="Alberto Ruiz" userId="47fa91d207cfb014" providerId="LiveId" clId="{85FEFC20-368C-4804-AF35-776ECB9C6605}" dt="2025-09-22T17:43:20.846" v="909" actId="26606"/>
          <ac:picMkLst>
            <pc:docMk/>
            <pc:sldMk cId="1879621574" sldId="287"/>
            <ac:picMk id="5" creationId="{BFEC98EB-EACF-82CD-A050-AE49FD0EF283}"/>
          </ac:picMkLst>
        </pc:picChg>
        <pc:picChg chg="add del">
          <ac:chgData name="Alberto Ruiz" userId="47fa91d207cfb014" providerId="LiveId" clId="{85FEFC20-368C-4804-AF35-776ECB9C6605}" dt="2025-09-22T17:43:22.694" v="911" actId="26606"/>
          <ac:picMkLst>
            <pc:docMk/>
            <pc:sldMk cId="1879621574" sldId="287"/>
            <ac:picMk id="6" creationId="{E693E18E-2EA6-3369-9EA1-24410DBF611A}"/>
          </ac:picMkLst>
        </pc:picChg>
      </pc:sldChg>
      <pc:sldChg chg="addSp delSp modSp mod setBg">
        <pc:chgData name="Alberto Ruiz" userId="47fa91d207cfb014" providerId="LiveId" clId="{85FEFC20-368C-4804-AF35-776ECB9C6605}" dt="2025-09-22T17:37:26.398" v="830" actId="26606"/>
        <pc:sldMkLst>
          <pc:docMk/>
          <pc:sldMk cId="3830168765" sldId="288"/>
        </pc:sldMkLst>
        <pc:spChg chg="mod">
          <ac:chgData name="Alberto Ruiz" userId="47fa91d207cfb014" providerId="LiveId" clId="{85FEFC20-368C-4804-AF35-776ECB9C6605}" dt="2025-09-22T17:37:26.398" v="830" actId="26606"/>
          <ac:spMkLst>
            <pc:docMk/>
            <pc:sldMk cId="3830168765" sldId="288"/>
            <ac:spMk id="2" creationId="{98FCC85D-7A0A-3465-8AA4-E92B73479D3B}"/>
          </ac:spMkLst>
        </pc:spChg>
        <pc:spChg chg="add del mod">
          <ac:chgData name="Alberto Ruiz" userId="47fa91d207cfb014" providerId="LiveId" clId="{85FEFC20-368C-4804-AF35-776ECB9C6605}" dt="2025-09-22T17:37:26.398" v="830" actId="26606"/>
          <ac:spMkLst>
            <pc:docMk/>
            <pc:sldMk cId="3830168765" sldId="288"/>
            <ac:spMk id="3" creationId="{1F0BB944-6E41-D05C-78F9-BDD51114697C}"/>
          </ac:spMkLst>
        </pc:spChg>
        <pc:spChg chg="add">
          <ac:chgData name="Alberto Ruiz" userId="47fa91d207cfb014" providerId="LiveId" clId="{85FEFC20-368C-4804-AF35-776ECB9C6605}" dt="2025-09-22T17:37:26.398" v="830" actId="26606"/>
          <ac:spMkLst>
            <pc:docMk/>
            <pc:sldMk cId="3830168765" sldId="288"/>
            <ac:spMk id="8" creationId="{1BB867FF-FC45-48F7-8104-F89BE54909F1}"/>
          </ac:spMkLst>
        </pc:spChg>
        <pc:spChg chg="add del">
          <ac:chgData name="Alberto Ruiz" userId="47fa91d207cfb014" providerId="LiveId" clId="{85FEFC20-368C-4804-AF35-776ECB9C6605}" dt="2025-09-22T17:37:26.395" v="829" actId="26606"/>
          <ac:spMkLst>
            <pc:docMk/>
            <pc:sldMk cId="3830168765" sldId="288"/>
            <ac:spMk id="9" creationId="{3ECBE1F1-D69B-4AFA-ABD5-8E41720EF6DE}"/>
          </ac:spMkLst>
        </pc:spChg>
        <pc:spChg chg="add del">
          <ac:chgData name="Alberto Ruiz" userId="47fa91d207cfb014" providerId="LiveId" clId="{85FEFC20-368C-4804-AF35-776ECB9C6605}" dt="2025-09-22T17:37:21.663" v="827" actId="26606"/>
          <ac:spMkLst>
            <pc:docMk/>
            <pc:sldMk cId="3830168765" sldId="288"/>
            <ac:spMk id="10" creationId="{B50AB553-2A96-4A92-96F2-93548E096954}"/>
          </ac:spMkLst>
        </pc:spChg>
        <pc:spChg chg="add del">
          <ac:chgData name="Alberto Ruiz" userId="47fa91d207cfb014" providerId="LiveId" clId="{85FEFC20-368C-4804-AF35-776ECB9C6605}" dt="2025-09-22T17:37:26.395" v="829" actId="26606"/>
          <ac:spMkLst>
            <pc:docMk/>
            <pc:sldMk cId="3830168765" sldId="288"/>
            <ac:spMk id="11" creationId="{603A6265-E10C-4B85-9C20-E75FCAF9CC63}"/>
          </ac:spMkLst>
        </pc:spChg>
        <pc:spChg chg="add del">
          <ac:chgData name="Alberto Ruiz" userId="47fa91d207cfb014" providerId="LiveId" clId="{85FEFC20-368C-4804-AF35-776ECB9C6605}" dt="2025-09-22T17:37:26.395" v="829" actId="26606"/>
          <ac:spMkLst>
            <pc:docMk/>
            <pc:sldMk cId="3830168765" sldId="288"/>
            <ac:spMk id="13" creationId="{1F0BB944-6E41-D05C-78F9-BDD51114697C}"/>
          </ac:spMkLst>
        </pc:spChg>
        <pc:spChg chg="add">
          <ac:chgData name="Alberto Ruiz" userId="47fa91d207cfb014" providerId="LiveId" clId="{85FEFC20-368C-4804-AF35-776ECB9C6605}" dt="2025-09-22T17:37:26.398" v="830" actId="26606"/>
          <ac:spMkLst>
            <pc:docMk/>
            <pc:sldMk cId="3830168765" sldId="288"/>
            <ac:spMk id="15" creationId="{8BB56887-D0D5-4F0C-9E19-7247EB83C8B7}"/>
          </ac:spMkLst>
        </pc:spChg>
        <pc:spChg chg="add">
          <ac:chgData name="Alberto Ruiz" userId="47fa91d207cfb014" providerId="LiveId" clId="{85FEFC20-368C-4804-AF35-776ECB9C6605}" dt="2025-09-22T17:37:26.398" v="830" actId="26606"/>
          <ac:spMkLst>
            <pc:docMk/>
            <pc:sldMk cId="3830168765" sldId="288"/>
            <ac:spMk id="16" creationId="{081E4A58-353D-44AE-B2FC-2A74E2E400F7}"/>
          </ac:spMkLst>
        </pc:spChg>
        <pc:spChg chg="add">
          <ac:chgData name="Alberto Ruiz" userId="47fa91d207cfb014" providerId="LiveId" clId="{85FEFC20-368C-4804-AF35-776ECB9C6605}" dt="2025-09-22T17:37:26.398" v="830" actId="26606"/>
          <ac:spMkLst>
            <pc:docMk/>
            <pc:sldMk cId="3830168765" sldId="288"/>
            <ac:spMk id="17" creationId="{1F0BB944-6E41-D05C-78F9-BDD51114697C}"/>
          </ac:spMkLst>
        </pc:spChg>
        <pc:graphicFrameChg chg="add del">
          <ac:chgData name="Alberto Ruiz" userId="47fa91d207cfb014" providerId="LiveId" clId="{85FEFC20-368C-4804-AF35-776ECB9C6605}" dt="2025-09-22T17:37:21.663" v="827" actId="26606"/>
          <ac:graphicFrameMkLst>
            <pc:docMk/>
            <pc:sldMk cId="3830168765" sldId="288"/>
            <ac:graphicFrameMk id="5" creationId="{9C743199-8B13-0AB1-86A1-C3A2B5B376B5}"/>
          </ac:graphicFrameMkLst>
        </pc:graphicFrameChg>
        <pc:picChg chg="add del">
          <ac:chgData name="Alberto Ruiz" userId="47fa91d207cfb014" providerId="LiveId" clId="{85FEFC20-368C-4804-AF35-776ECB9C6605}" dt="2025-09-22T17:37:21.663" v="827" actId="26606"/>
          <ac:picMkLst>
            <pc:docMk/>
            <pc:sldMk cId="3830168765" sldId="288"/>
            <ac:picMk id="6" creationId="{A77471C1-8FD3-CD75-35DE-C88AD0DCE570}"/>
          </ac:picMkLst>
        </pc:picChg>
        <pc:picChg chg="add del">
          <ac:chgData name="Alberto Ruiz" userId="47fa91d207cfb014" providerId="LiveId" clId="{85FEFC20-368C-4804-AF35-776ECB9C6605}" dt="2025-09-22T17:37:26.395" v="829" actId="26606"/>
          <ac:picMkLst>
            <pc:docMk/>
            <pc:sldMk cId="3830168765" sldId="288"/>
            <ac:picMk id="12" creationId="{8257D448-63E6-A887-9AD8-DA0C6CD3D854}"/>
          </ac:picMkLst>
        </pc:picChg>
      </pc:sldChg>
      <pc:sldChg chg="addSp modSp mod setBg">
        <pc:chgData name="Alberto Ruiz" userId="47fa91d207cfb014" providerId="LiveId" clId="{85FEFC20-368C-4804-AF35-776ECB9C6605}" dt="2025-09-22T17:50:31.496" v="972" actId="26606"/>
        <pc:sldMkLst>
          <pc:docMk/>
          <pc:sldMk cId="4136905644" sldId="289"/>
        </pc:sldMkLst>
        <pc:spChg chg="mod">
          <ac:chgData name="Alberto Ruiz" userId="47fa91d207cfb014" providerId="LiveId" clId="{85FEFC20-368C-4804-AF35-776ECB9C6605}" dt="2025-09-22T17:50:31.496" v="972" actId="26606"/>
          <ac:spMkLst>
            <pc:docMk/>
            <pc:sldMk cId="4136905644" sldId="289"/>
            <ac:spMk id="2" creationId="{4093FC70-9DA3-D818-18AC-CF32F171D3F8}"/>
          </ac:spMkLst>
        </pc:spChg>
        <pc:spChg chg="mod">
          <ac:chgData name="Alberto Ruiz" userId="47fa91d207cfb014" providerId="LiveId" clId="{85FEFC20-368C-4804-AF35-776ECB9C6605}" dt="2025-09-22T17:50:31.496" v="972" actId="26606"/>
          <ac:spMkLst>
            <pc:docMk/>
            <pc:sldMk cId="4136905644" sldId="289"/>
            <ac:spMk id="3" creationId="{BF64F995-9392-7B06-E545-0FCACAD96D6C}"/>
          </ac:spMkLst>
        </pc:spChg>
        <pc:spChg chg="add">
          <ac:chgData name="Alberto Ruiz" userId="47fa91d207cfb014" providerId="LiveId" clId="{85FEFC20-368C-4804-AF35-776ECB9C6605}" dt="2025-09-22T17:50:31.496" v="972" actId="26606"/>
          <ac:spMkLst>
            <pc:docMk/>
            <pc:sldMk cId="4136905644" sldId="289"/>
            <ac:spMk id="8" creationId="{907EF6B7-1338-4443-8C46-6A318D952DFD}"/>
          </ac:spMkLst>
        </pc:spChg>
        <pc:spChg chg="add">
          <ac:chgData name="Alberto Ruiz" userId="47fa91d207cfb014" providerId="LiveId" clId="{85FEFC20-368C-4804-AF35-776ECB9C6605}" dt="2025-09-22T17:50:31.496" v="972" actId="26606"/>
          <ac:spMkLst>
            <pc:docMk/>
            <pc:sldMk cId="4136905644" sldId="289"/>
            <ac:spMk id="10" creationId="{DAAE4CDD-124C-4DCF-9584-B6033B545DD5}"/>
          </ac:spMkLst>
        </pc:spChg>
        <pc:spChg chg="add">
          <ac:chgData name="Alberto Ruiz" userId="47fa91d207cfb014" providerId="LiveId" clId="{85FEFC20-368C-4804-AF35-776ECB9C6605}" dt="2025-09-22T17:50:31.496" v="972" actId="26606"/>
          <ac:spMkLst>
            <pc:docMk/>
            <pc:sldMk cId="4136905644" sldId="289"/>
            <ac:spMk id="12" creationId="{081E4A58-353D-44AE-B2FC-2A74E2E400F7}"/>
          </ac:spMkLst>
        </pc:spChg>
      </pc:sldChg>
      <pc:sldChg chg="addSp modSp new mod">
        <pc:chgData name="Alberto Ruiz" userId="47fa91d207cfb014" providerId="LiveId" clId="{85FEFC20-368C-4804-AF35-776ECB9C6605}" dt="2025-09-22T17:32:08.362" v="651" actId="1076"/>
        <pc:sldMkLst>
          <pc:docMk/>
          <pc:sldMk cId="908033775" sldId="290"/>
        </pc:sldMkLst>
        <pc:picChg chg="add mod">
          <ac:chgData name="Alberto Ruiz" userId="47fa91d207cfb014" providerId="LiveId" clId="{85FEFC20-368C-4804-AF35-776ECB9C6605}" dt="2025-09-22T17:32:08.362" v="651" actId="1076"/>
          <ac:picMkLst>
            <pc:docMk/>
            <pc:sldMk cId="908033775" sldId="290"/>
            <ac:picMk id="4" creationId="{4410BA28-5291-B6D9-2E82-EB889F0534E9}"/>
          </ac:picMkLst>
        </pc:picChg>
      </pc:sldChg>
      <pc:sldChg chg="addSp modSp new mod setBg">
        <pc:chgData name="Alberto Ruiz" userId="47fa91d207cfb014" providerId="LiveId" clId="{85FEFC20-368C-4804-AF35-776ECB9C6605}" dt="2025-09-22T17:40:39.585" v="866" actId="26606"/>
        <pc:sldMkLst>
          <pc:docMk/>
          <pc:sldMk cId="1166698697" sldId="291"/>
        </pc:sldMkLst>
        <pc:spChg chg="mod">
          <ac:chgData name="Alberto Ruiz" userId="47fa91d207cfb014" providerId="LiveId" clId="{85FEFC20-368C-4804-AF35-776ECB9C6605}" dt="2025-09-22T17:40:39.585" v="866" actId="26606"/>
          <ac:spMkLst>
            <pc:docMk/>
            <pc:sldMk cId="1166698697" sldId="291"/>
            <ac:spMk id="2" creationId="{8AB75047-F6F8-970E-5A6C-27B2CFA7AFDD}"/>
          </ac:spMkLst>
        </pc:spChg>
        <pc:spChg chg="mod">
          <ac:chgData name="Alberto Ruiz" userId="47fa91d207cfb014" providerId="LiveId" clId="{85FEFC20-368C-4804-AF35-776ECB9C6605}" dt="2025-09-22T17:40:39.585" v="866" actId="26606"/>
          <ac:spMkLst>
            <pc:docMk/>
            <pc:sldMk cId="1166698697" sldId="291"/>
            <ac:spMk id="3" creationId="{098EE420-9833-68E1-0922-95827DC2590D}"/>
          </ac:spMkLst>
        </pc:spChg>
        <pc:spChg chg="add">
          <ac:chgData name="Alberto Ruiz" userId="47fa91d207cfb014" providerId="LiveId" clId="{85FEFC20-368C-4804-AF35-776ECB9C6605}" dt="2025-09-22T17:40:39.585" v="866" actId="26606"/>
          <ac:spMkLst>
            <pc:docMk/>
            <pc:sldMk cId="1166698697" sldId="291"/>
            <ac:spMk id="8" creationId="{1BB867FF-FC45-48F7-8104-F89BE54909F1}"/>
          </ac:spMkLst>
        </pc:spChg>
        <pc:spChg chg="add">
          <ac:chgData name="Alberto Ruiz" userId="47fa91d207cfb014" providerId="LiveId" clId="{85FEFC20-368C-4804-AF35-776ECB9C6605}" dt="2025-09-22T17:40:39.585" v="866" actId="26606"/>
          <ac:spMkLst>
            <pc:docMk/>
            <pc:sldMk cId="1166698697" sldId="291"/>
            <ac:spMk id="10" creationId="{8BB56887-D0D5-4F0C-9E19-7247EB83C8B7}"/>
          </ac:spMkLst>
        </pc:spChg>
        <pc:spChg chg="add">
          <ac:chgData name="Alberto Ruiz" userId="47fa91d207cfb014" providerId="LiveId" clId="{85FEFC20-368C-4804-AF35-776ECB9C6605}" dt="2025-09-22T17:40:39.585" v="866" actId="26606"/>
          <ac:spMkLst>
            <pc:docMk/>
            <pc:sldMk cId="1166698697" sldId="291"/>
            <ac:spMk id="12" creationId="{081E4A58-353D-44AE-B2FC-2A74E2E400F7}"/>
          </ac:spMkLst>
        </pc:spChg>
      </pc:sldChg>
      <pc:sldChg chg="addSp delSp modSp new mod setBg">
        <pc:chgData name="Alberto Ruiz" userId="47fa91d207cfb014" providerId="LiveId" clId="{85FEFC20-368C-4804-AF35-776ECB9C6605}" dt="2025-09-22T17:40:43.425" v="867" actId="26606"/>
        <pc:sldMkLst>
          <pc:docMk/>
          <pc:sldMk cId="1202599591" sldId="292"/>
        </pc:sldMkLst>
        <pc:spChg chg="mod">
          <ac:chgData name="Alberto Ruiz" userId="47fa91d207cfb014" providerId="LiveId" clId="{85FEFC20-368C-4804-AF35-776ECB9C6605}" dt="2025-09-22T17:40:43.425" v="867" actId="26606"/>
          <ac:spMkLst>
            <pc:docMk/>
            <pc:sldMk cId="1202599591" sldId="292"/>
            <ac:spMk id="2" creationId="{D23EC2D5-A20B-1425-7863-8A1AC7A1F990}"/>
          </ac:spMkLst>
        </pc:spChg>
        <pc:spChg chg="mod">
          <ac:chgData name="Alberto Ruiz" userId="47fa91d207cfb014" providerId="LiveId" clId="{85FEFC20-368C-4804-AF35-776ECB9C6605}" dt="2025-09-22T17:40:43.425" v="867" actId="26606"/>
          <ac:spMkLst>
            <pc:docMk/>
            <pc:sldMk cId="1202599591" sldId="292"/>
            <ac:spMk id="3" creationId="{CB2706AC-E148-6A74-C8E2-BDD55659C015}"/>
          </ac:spMkLst>
        </pc:spChg>
        <pc:spChg chg="add del">
          <ac:chgData name="Alberto Ruiz" userId="47fa91d207cfb014" providerId="LiveId" clId="{85FEFC20-368C-4804-AF35-776ECB9C6605}" dt="2025-09-22T17:40:43.425" v="867" actId="26606"/>
          <ac:spMkLst>
            <pc:docMk/>
            <pc:sldMk cId="1202599591" sldId="292"/>
            <ac:spMk id="9" creationId="{B50AB553-2A96-4A92-96F2-93548E096954}"/>
          </ac:spMkLst>
        </pc:spChg>
        <pc:spChg chg="add">
          <ac:chgData name="Alberto Ruiz" userId="47fa91d207cfb014" providerId="LiveId" clId="{85FEFC20-368C-4804-AF35-776ECB9C6605}" dt="2025-09-22T17:40:43.425" v="867" actId="26606"/>
          <ac:spMkLst>
            <pc:docMk/>
            <pc:sldMk cId="1202599591" sldId="292"/>
            <ac:spMk id="14" creationId="{4F7EBAE4-9945-4473-9E34-B2C66EA0F03D}"/>
          </ac:spMkLst>
        </pc:spChg>
        <pc:spChg chg="add">
          <ac:chgData name="Alberto Ruiz" userId="47fa91d207cfb014" providerId="LiveId" clId="{85FEFC20-368C-4804-AF35-776ECB9C6605}" dt="2025-09-22T17:40:43.425" v="867" actId="26606"/>
          <ac:spMkLst>
            <pc:docMk/>
            <pc:sldMk cId="1202599591" sldId="292"/>
            <ac:spMk id="16" creationId="{70BEB1E7-2F88-40BC-B73D-42E5B6F80BFC}"/>
          </ac:spMkLst>
        </pc:spChg>
        <pc:spChg chg="add">
          <ac:chgData name="Alberto Ruiz" userId="47fa91d207cfb014" providerId="LiveId" clId="{85FEFC20-368C-4804-AF35-776ECB9C6605}" dt="2025-09-22T17:40:43.425" v="867" actId="26606"/>
          <ac:spMkLst>
            <pc:docMk/>
            <pc:sldMk cId="1202599591" sldId="292"/>
            <ac:spMk id="18" creationId="{A7B99495-F43F-4D80-A44F-2CB4764EB90B}"/>
          </ac:spMkLst>
        </pc:spChg>
        <pc:picChg chg="add mod ord">
          <ac:chgData name="Alberto Ruiz" userId="47fa91d207cfb014" providerId="LiveId" clId="{85FEFC20-368C-4804-AF35-776ECB9C6605}" dt="2025-09-22T17:40:43.425" v="867" actId="26606"/>
          <ac:picMkLst>
            <pc:docMk/>
            <pc:sldMk cId="1202599591" sldId="292"/>
            <ac:picMk id="5" creationId="{38C5680C-BA32-D902-B6BD-FB93981B5DF9}"/>
          </ac:picMkLst>
        </pc:picChg>
      </pc:sldChg>
      <pc:sldChg chg="addSp delSp modSp new mod setBg">
        <pc:chgData name="Alberto Ruiz" userId="47fa91d207cfb014" providerId="LiveId" clId="{85FEFC20-368C-4804-AF35-776ECB9C6605}" dt="2025-09-22T17:41:06.240" v="872" actId="26606"/>
        <pc:sldMkLst>
          <pc:docMk/>
          <pc:sldMk cId="1002008813" sldId="293"/>
        </pc:sldMkLst>
        <pc:spChg chg="mod">
          <ac:chgData name="Alberto Ruiz" userId="47fa91d207cfb014" providerId="LiveId" clId="{85FEFC20-368C-4804-AF35-776ECB9C6605}" dt="2025-09-22T17:40:47.775" v="868" actId="26606"/>
          <ac:spMkLst>
            <pc:docMk/>
            <pc:sldMk cId="1002008813" sldId="293"/>
            <ac:spMk id="2" creationId="{0A280DAC-35A6-B674-765F-F46EACDA9C88}"/>
          </ac:spMkLst>
        </pc:spChg>
        <pc:spChg chg="del mod">
          <ac:chgData name="Alberto Ruiz" userId="47fa91d207cfb014" providerId="LiveId" clId="{85FEFC20-368C-4804-AF35-776ECB9C6605}" dt="2025-09-22T17:40:47.775" v="868" actId="26606"/>
          <ac:spMkLst>
            <pc:docMk/>
            <pc:sldMk cId="1002008813" sldId="293"/>
            <ac:spMk id="3" creationId="{B32C8D69-8AE3-2EB0-9770-B9D683B85F45}"/>
          </ac:spMkLst>
        </pc:spChg>
        <pc:spChg chg="add del">
          <ac:chgData name="Alberto Ruiz" userId="47fa91d207cfb014" providerId="LiveId" clId="{85FEFC20-368C-4804-AF35-776ECB9C6605}" dt="2025-09-22T17:41:06.240" v="872" actId="26606"/>
          <ac:spMkLst>
            <pc:docMk/>
            <pc:sldMk cId="1002008813" sldId="293"/>
            <ac:spMk id="10" creationId="{4F7EBAE4-9945-4473-9E34-B2C66EA0F03D}"/>
          </ac:spMkLst>
        </pc:spChg>
        <pc:spChg chg="add del">
          <ac:chgData name="Alberto Ruiz" userId="47fa91d207cfb014" providerId="LiveId" clId="{85FEFC20-368C-4804-AF35-776ECB9C6605}" dt="2025-09-22T17:41:06.240" v="872" actId="26606"/>
          <ac:spMkLst>
            <pc:docMk/>
            <pc:sldMk cId="1002008813" sldId="293"/>
            <ac:spMk id="12" creationId="{70BEB1E7-2F88-40BC-B73D-42E5B6F80BFC}"/>
          </ac:spMkLst>
        </pc:spChg>
        <pc:spChg chg="add del">
          <ac:chgData name="Alberto Ruiz" userId="47fa91d207cfb014" providerId="LiveId" clId="{85FEFC20-368C-4804-AF35-776ECB9C6605}" dt="2025-09-22T17:41:06.240" v="872" actId="26606"/>
          <ac:spMkLst>
            <pc:docMk/>
            <pc:sldMk cId="1002008813" sldId="293"/>
            <ac:spMk id="14" creationId="{A7B99495-F43F-4D80-A44F-2CB4764EB90B}"/>
          </ac:spMkLst>
        </pc:spChg>
        <pc:spChg chg="add">
          <ac:chgData name="Alberto Ruiz" userId="47fa91d207cfb014" providerId="LiveId" clId="{85FEFC20-368C-4804-AF35-776ECB9C6605}" dt="2025-09-22T17:41:06.240" v="872" actId="26606"/>
          <ac:spMkLst>
            <pc:docMk/>
            <pc:sldMk cId="1002008813" sldId="293"/>
            <ac:spMk id="19" creationId="{4F7EBAE4-9945-4473-9E34-B2C66EA0F03D}"/>
          </ac:spMkLst>
        </pc:spChg>
        <pc:spChg chg="add">
          <ac:chgData name="Alberto Ruiz" userId="47fa91d207cfb014" providerId="LiveId" clId="{85FEFC20-368C-4804-AF35-776ECB9C6605}" dt="2025-09-22T17:41:06.240" v="872" actId="26606"/>
          <ac:spMkLst>
            <pc:docMk/>
            <pc:sldMk cId="1002008813" sldId="293"/>
            <ac:spMk id="21" creationId="{70BEB1E7-2F88-40BC-B73D-42E5B6F80BFC}"/>
          </ac:spMkLst>
        </pc:spChg>
        <pc:spChg chg="add">
          <ac:chgData name="Alberto Ruiz" userId="47fa91d207cfb014" providerId="LiveId" clId="{85FEFC20-368C-4804-AF35-776ECB9C6605}" dt="2025-09-22T17:41:06.240" v="872" actId="26606"/>
          <ac:spMkLst>
            <pc:docMk/>
            <pc:sldMk cId="1002008813" sldId="293"/>
            <ac:spMk id="23" creationId="{A7B99495-F43F-4D80-A44F-2CB4764EB90B}"/>
          </ac:spMkLst>
        </pc:spChg>
        <pc:graphicFrameChg chg="add mod modGraphic">
          <ac:chgData name="Alberto Ruiz" userId="47fa91d207cfb014" providerId="LiveId" clId="{85FEFC20-368C-4804-AF35-776ECB9C6605}" dt="2025-09-22T17:41:06.240" v="872" actId="26606"/>
          <ac:graphicFrameMkLst>
            <pc:docMk/>
            <pc:sldMk cId="1002008813" sldId="293"/>
            <ac:graphicFrameMk id="5" creationId="{5D007E00-7B32-3A29-1493-15FF2A6C0059}"/>
          </ac:graphicFrameMkLst>
        </pc:graphicFrameChg>
        <pc:picChg chg="add mod">
          <ac:chgData name="Alberto Ruiz" userId="47fa91d207cfb014" providerId="LiveId" clId="{85FEFC20-368C-4804-AF35-776ECB9C6605}" dt="2025-09-22T17:41:06.240" v="872" actId="26606"/>
          <ac:picMkLst>
            <pc:docMk/>
            <pc:sldMk cId="1002008813" sldId="293"/>
            <ac:picMk id="6" creationId="{6053282A-3769-78DA-3924-823B658EFCA1}"/>
          </ac:picMkLst>
        </pc:picChg>
      </pc:sldChg>
      <pc:sldChg chg="addSp modSp new mod setBg">
        <pc:chgData name="Alberto Ruiz" userId="47fa91d207cfb014" providerId="LiveId" clId="{85FEFC20-368C-4804-AF35-776ECB9C6605}" dt="2025-09-22T17:41:11.634" v="873" actId="26606"/>
        <pc:sldMkLst>
          <pc:docMk/>
          <pc:sldMk cId="1442277376" sldId="294"/>
        </pc:sldMkLst>
        <pc:spChg chg="mod">
          <ac:chgData name="Alberto Ruiz" userId="47fa91d207cfb014" providerId="LiveId" clId="{85FEFC20-368C-4804-AF35-776ECB9C6605}" dt="2025-09-22T17:41:11.634" v="873" actId="26606"/>
          <ac:spMkLst>
            <pc:docMk/>
            <pc:sldMk cId="1442277376" sldId="294"/>
            <ac:spMk id="2" creationId="{2722E11A-2181-2AD5-DE03-03E6248FF036}"/>
          </ac:spMkLst>
        </pc:spChg>
        <pc:spChg chg="mod">
          <ac:chgData name="Alberto Ruiz" userId="47fa91d207cfb014" providerId="LiveId" clId="{85FEFC20-368C-4804-AF35-776ECB9C6605}" dt="2025-09-22T17:41:11.634" v="873" actId="26606"/>
          <ac:spMkLst>
            <pc:docMk/>
            <pc:sldMk cId="1442277376" sldId="294"/>
            <ac:spMk id="3" creationId="{526C8C44-979F-E909-07B0-DD8070C13F44}"/>
          </ac:spMkLst>
        </pc:spChg>
        <pc:spChg chg="add">
          <ac:chgData name="Alberto Ruiz" userId="47fa91d207cfb014" providerId="LiveId" clId="{85FEFC20-368C-4804-AF35-776ECB9C6605}" dt="2025-09-22T17:41:11.634" v="873" actId="26606"/>
          <ac:spMkLst>
            <pc:docMk/>
            <pc:sldMk cId="1442277376" sldId="294"/>
            <ac:spMk id="8" creationId="{907EF6B7-1338-4443-8C46-6A318D952DFD}"/>
          </ac:spMkLst>
        </pc:spChg>
        <pc:spChg chg="add">
          <ac:chgData name="Alberto Ruiz" userId="47fa91d207cfb014" providerId="LiveId" clId="{85FEFC20-368C-4804-AF35-776ECB9C6605}" dt="2025-09-22T17:41:11.634" v="873" actId="26606"/>
          <ac:spMkLst>
            <pc:docMk/>
            <pc:sldMk cId="1442277376" sldId="294"/>
            <ac:spMk id="10" creationId="{DAAE4CDD-124C-4DCF-9584-B6033B545DD5}"/>
          </ac:spMkLst>
        </pc:spChg>
        <pc:spChg chg="add">
          <ac:chgData name="Alberto Ruiz" userId="47fa91d207cfb014" providerId="LiveId" clId="{85FEFC20-368C-4804-AF35-776ECB9C6605}" dt="2025-09-22T17:41:11.634" v="873" actId="26606"/>
          <ac:spMkLst>
            <pc:docMk/>
            <pc:sldMk cId="1442277376" sldId="294"/>
            <ac:spMk id="12" creationId="{081E4A58-353D-44AE-B2FC-2A74E2E400F7}"/>
          </ac:spMkLst>
        </pc:spChg>
      </pc:sldChg>
      <pc:sldChg chg="addSp modSp new mod">
        <pc:chgData name="Alberto Ruiz" userId="47fa91d207cfb014" providerId="LiveId" clId="{85FEFC20-368C-4804-AF35-776ECB9C6605}" dt="2025-09-22T17:42:43.750" v="903" actId="1076"/>
        <pc:sldMkLst>
          <pc:docMk/>
          <pc:sldMk cId="77324183" sldId="295"/>
        </pc:sldMkLst>
        <pc:spChg chg="mod">
          <ac:chgData name="Alberto Ruiz" userId="47fa91d207cfb014" providerId="LiveId" clId="{85FEFC20-368C-4804-AF35-776ECB9C6605}" dt="2025-09-22T17:42:38.613" v="901" actId="20577"/>
          <ac:spMkLst>
            <pc:docMk/>
            <pc:sldMk cId="77324183" sldId="295"/>
            <ac:spMk id="2" creationId="{8AAEA3D3-35A6-CAD0-CDC3-EBEC16437399}"/>
          </ac:spMkLst>
        </pc:spChg>
        <pc:picChg chg="add mod">
          <ac:chgData name="Alberto Ruiz" userId="47fa91d207cfb014" providerId="LiveId" clId="{85FEFC20-368C-4804-AF35-776ECB9C6605}" dt="2025-09-22T17:42:43.750" v="903" actId="1076"/>
          <ac:picMkLst>
            <pc:docMk/>
            <pc:sldMk cId="77324183" sldId="295"/>
            <ac:picMk id="5" creationId="{B9135011-788E-FA31-6395-DD631D533209}"/>
          </ac:picMkLst>
        </pc:picChg>
      </pc:sldChg>
      <pc:sldChg chg="addSp new">
        <pc:chgData name="Alberto Ruiz" userId="47fa91d207cfb014" providerId="LiveId" clId="{85FEFC20-368C-4804-AF35-776ECB9C6605}" dt="2025-09-22T17:46:04.128" v="922"/>
        <pc:sldMkLst>
          <pc:docMk/>
          <pc:sldMk cId="750532084" sldId="296"/>
        </pc:sldMkLst>
        <pc:spChg chg="add">
          <ac:chgData name="Alberto Ruiz" userId="47fa91d207cfb014" providerId="LiveId" clId="{85FEFC20-368C-4804-AF35-776ECB9C6605}" dt="2025-09-22T17:46:01.009" v="921"/>
          <ac:spMkLst>
            <pc:docMk/>
            <pc:sldMk cId="750532084" sldId="296"/>
            <ac:spMk id="4" creationId="{DA4CE241-1848-4361-B7D5-5CB535C6F2C2}"/>
          </ac:spMkLst>
        </pc:spChg>
        <pc:picChg chg="add">
          <ac:chgData name="Alberto Ruiz" userId="47fa91d207cfb014" providerId="LiveId" clId="{85FEFC20-368C-4804-AF35-776ECB9C6605}" dt="2025-09-22T17:46:04.128" v="922"/>
          <ac:picMkLst>
            <pc:docMk/>
            <pc:sldMk cId="750532084" sldId="296"/>
            <ac:picMk id="5" creationId="{1E8802AF-39FF-91A8-9E9B-BA692C70D7CE}"/>
          </ac:picMkLst>
        </pc:picChg>
      </pc:sldChg>
      <pc:sldChg chg="addSp modSp new mod setBg">
        <pc:chgData name="Alberto Ruiz" userId="47fa91d207cfb014" providerId="LiveId" clId="{85FEFC20-368C-4804-AF35-776ECB9C6605}" dt="2025-09-22T17:47:40.036" v="942" actId="26606"/>
        <pc:sldMkLst>
          <pc:docMk/>
          <pc:sldMk cId="77769760" sldId="297"/>
        </pc:sldMkLst>
        <pc:spChg chg="mod">
          <ac:chgData name="Alberto Ruiz" userId="47fa91d207cfb014" providerId="LiveId" clId="{85FEFC20-368C-4804-AF35-776ECB9C6605}" dt="2025-09-22T17:47:40.036" v="942" actId="26606"/>
          <ac:spMkLst>
            <pc:docMk/>
            <pc:sldMk cId="77769760" sldId="297"/>
            <ac:spMk id="2" creationId="{53A80474-D93C-1832-B0FE-962D7191606B}"/>
          </ac:spMkLst>
        </pc:spChg>
        <pc:spChg chg="mod">
          <ac:chgData name="Alberto Ruiz" userId="47fa91d207cfb014" providerId="LiveId" clId="{85FEFC20-368C-4804-AF35-776ECB9C6605}" dt="2025-09-22T17:47:40.036" v="942" actId="26606"/>
          <ac:spMkLst>
            <pc:docMk/>
            <pc:sldMk cId="77769760" sldId="297"/>
            <ac:spMk id="3" creationId="{EBE1CEC6-6077-3179-E03D-B41BE656E126}"/>
          </ac:spMkLst>
        </pc:spChg>
        <pc:spChg chg="add">
          <ac:chgData name="Alberto Ruiz" userId="47fa91d207cfb014" providerId="LiveId" clId="{85FEFC20-368C-4804-AF35-776ECB9C6605}" dt="2025-09-22T17:47:40.036" v="942" actId="26606"/>
          <ac:spMkLst>
            <pc:docMk/>
            <pc:sldMk cId="77769760" sldId="297"/>
            <ac:spMk id="8" creationId="{907EF6B7-1338-4443-8C46-6A318D952DFD}"/>
          </ac:spMkLst>
        </pc:spChg>
        <pc:spChg chg="add">
          <ac:chgData name="Alberto Ruiz" userId="47fa91d207cfb014" providerId="LiveId" clId="{85FEFC20-368C-4804-AF35-776ECB9C6605}" dt="2025-09-22T17:47:40.036" v="942" actId="26606"/>
          <ac:spMkLst>
            <pc:docMk/>
            <pc:sldMk cId="77769760" sldId="297"/>
            <ac:spMk id="10" creationId="{DAAE4CDD-124C-4DCF-9584-B6033B545DD5}"/>
          </ac:spMkLst>
        </pc:spChg>
        <pc:spChg chg="add">
          <ac:chgData name="Alberto Ruiz" userId="47fa91d207cfb014" providerId="LiveId" clId="{85FEFC20-368C-4804-AF35-776ECB9C6605}" dt="2025-09-22T17:47:40.036" v="942" actId="26606"/>
          <ac:spMkLst>
            <pc:docMk/>
            <pc:sldMk cId="77769760" sldId="297"/>
            <ac:spMk id="12" creationId="{081E4A58-353D-44AE-B2FC-2A74E2E400F7}"/>
          </ac:spMkLst>
        </pc:spChg>
      </pc:sldChg>
      <pc:sldChg chg="addSp modSp new mod setBg">
        <pc:chgData name="Alberto Ruiz" userId="47fa91d207cfb014" providerId="LiveId" clId="{85FEFC20-368C-4804-AF35-776ECB9C6605}" dt="2025-09-22T17:50:34.819" v="973" actId="26606"/>
        <pc:sldMkLst>
          <pc:docMk/>
          <pc:sldMk cId="91347579" sldId="298"/>
        </pc:sldMkLst>
        <pc:spChg chg="mod">
          <ac:chgData name="Alberto Ruiz" userId="47fa91d207cfb014" providerId="LiveId" clId="{85FEFC20-368C-4804-AF35-776ECB9C6605}" dt="2025-09-22T17:50:34.819" v="973" actId="26606"/>
          <ac:spMkLst>
            <pc:docMk/>
            <pc:sldMk cId="91347579" sldId="298"/>
            <ac:spMk id="2" creationId="{439A119C-47B7-BB27-286B-CA8CB3D0F68A}"/>
          </ac:spMkLst>
        </pc:spChg>
        <pc:spChg chg="mod">
          <ac:chgData name="Alberto Ruiz" userId="47fa91d207cfb014" providerId="LiveId" clId="{85FEFC20-368C-4804-AF35-776ECB9C6605}" dt="2025-09-22T17:50:34.819" v="973" actId="26606"/>
          <ac:spMkLst>
            <pc:docMk/>
            <pc:sldMk cId="91347579" sldId="298"/>
            <ac:spMk id="3" creationId="{92B29C5B-2988-EE63-FF31-570D12A64842}"/>
          </ac:spMkLst>
        </pc:spChg>
        <pc:spChg chg="add">
          <ac:chgData name="Alberto Ruiz" userId="47fa91d207cfb014" providerId="LiveId" clId="{85FEFC20-368C-4804-AF35-776ECB9C6605}" dt="2025-09-22T17:50:34.819" v="973" actId="26606"/>
          <ac:spMkLst>
            <pc:docMk/>
            <pc:sldMk cId="91347579" sldId="298"/>
            <ac:spMk id="8" creationId="{C2554CA6-288E-4202-BC52-2E5A8F0C0AED}"/>
          </ac:spMkLst>
        </pc:spChg>
        <pc:spChg chg="add">
          <ac:chgData name="Alberto Ruiz" userId="47fa91d207cfb014" providerId="LiveId" clId="{85FEFC20-368C-4804-AF35-776ECB9C6605}" dt="2025-09-22T17:50:34.819" v="973" actId="26606"/>
          <ac:spMkLst>
            <pc:docMk/>
            <pc:sldMk cId="91347579" sldId="298"/>
            <ac:spMk id="10" creationId="{B10BB131-AC8E-4A8E-A5D1-36260F720C3B}"/>
          </ac:spMkLst>
        </pc:spChg>
        <pc:spChg chg="add">
          <ac:chgData name="Alberto Ruiz" userId="47fa91d207cfb014" providerId="LiveId" clId="{85FEFC20-368C-4804-AF35-776ECB9C6605}" dt="2025-09-22T17:50:34.819" v="973" actId="26606"/>
          <ac:spMkLst>
            <pc:docMk/>
            <pc:sldMk cId="91347579" sldId="298"/>
            <ac:spMk id="12" creationId="{5B7778FC-632E-4DCA-A7CB-0D7731CCF970}"/>
          </ac:spMkLst>
        </pc:spChg>
        <pc:spChg chg="add">
          <ac:chgData name="Alberto Ruiz" userId="47fa91d207cfb014" providerId="LiveId" clId="{85FEFC20-368C-4804-AF35-776ECB9C6605}" dt="2025-09-22T17:50:34.819" v="973" actId="26606"/>
          <ac:spMkLst>
            <pc:docMk/>
            <pc:sldMk cId="91347579" sldId="298"/>
            <ac:spMk id="14" creationId="{FA23A907-97FB-4A8F-880A-DD77401C4296}"/>
          </ac:spMkLst>
        </pc:spChg>
      </pc:sldChg>
      <pc:sldChg chg="addSp modSp new mod setBg">
        <pc:chgData name="Alberto Ruiz" userId="47fa91d207cfb014" providerId="LiveId" clId="{85FEFC20-368C-4804-AF35-776ECB9C6605}" dt="2025-09-22T17:50:40.693" v="974" actId="26606"/>
        <pc:sldMkLst>
          <pc:docMk/>
          <pc:sldMk cId="1217792650" sldId="299"/>
        </pc:sldMkLst>
        <pc:spChg chg="mod">
          <ac:chgData name="Alberto Ruiz" userId="47fa91d207cfb014" providerId="LiveId" clId="{85FEFC20-368C-4804-AF35-776ECB9C6605}" dt="2025-09-22T17:50:40.693" v="974" actId="26606"/>
          <ac:spMkLst>
            <pc:docMk/>
            <pc:sldMk cId="1217792650" sldId="299"/>
            <ac:spMk id="2" creationId="{17EC6AB7-B63F-C659-19F6-8715C295949F}"/>
          </ac:spMkLst>
        </pc:spChg>
        <pc:spChg chg="mod">
          <ac:chgData name="Alberto Ruiz" userId="47fa91d207cfb014" providerId="LiveId" clId="{85FEFC20-368C-4804-AF35-776ECB9C6605}" dt="2025-09-22T17:50:40.693" v="974" actId="26606"/>
          <ac:spMkLst>
            <pc:docMk/>
            <pc:sldMk cId="1217792650" sldId="299"/>
            <ac:spMk id="3" creationId="{B5FB16C3-BE2E-343D-4BC6-C04D119F32E2}"/>
          </ac:spMkLst>
        </pc:spChg>
        <pc:spChg chg="add">
          <ac:chgData name="Alberto Ruiz" userId="47fa91d207cfb014" providerId="LiveId" clId="{85FEFC20-368C-4804-AF35-776ECB9C6605}" dt="2025-09-22T17:50:40.693" v="974" actId="26606"/>
          <ac:spMkLst>
            <pc:docMk/>
            <pc:sldMk cId="1217792650" sldId="299"/>
            <ac:spMk id="9" creationId="{3ECBE1F1-D69B-4AFA-ABD5-8E41720EF6DE}"/>
          </ac:spMkLst>
        </pc:spChg>
        <pc:spChg chg="add">
          <ac:chgData name="Alberto Ruiz" userId="47fa91d207cfb014" providerId="LiveId" clId="{85FEFC20-368C-4804-AF35-776ECB9C6605}" dt="2025-09-22T17:50:40.693" v="974" actId="26606"/>
          <ac:spMkLst>
            <pc:docMk/>
            <pc:sldMk cId="1217792650" sldId="299"/>
            <ac:spMk id="11" creationId="{603A6265-E10C-4B85-9C20-E75FCAF9CC63}"/>
          </ac:spMkLst>
        </pc:spChg>
        <pc:picChg chg="add">
          <ac:chgData name="Alberto Ruiz" userId="47fa91d207cfb014" providerId="LiveId" clId="{85FEFC20-368C-4804-AF35-776ECB9C6605}" dt="2025-09-22T17:50:40.693" v="974" actId="26606"/>
          <ac:picMkLst>
            <pc:docMk/>
            <pc:sldMk cId="1217792650" sldId="299"/>
            <ac:picMk id="5" creationId="{3851D65B-788B-D2C4-F95B-F54E9F2AD395}"/>
          </ac:picMkLst>
        </pc:picChg>
      </pc:sldChg>
      <pc:sldChg chg="addSp delSp modSp new mod setBg">
        <pc:chgData name="Alberto Ruiz" userId="47fa91d207cfb014" providerId="LiveId" clId="{85FEFC20-368C-4804-AF35-776ECB9C6605}" dt="2025-09-22T17:50:48.851" v="975" actId="26606"/>
        <pc:sldMkLst>
          <pc:docMk/>
          <pc:sldMk cId="2365938747" sldId="300"/>
        </pc:sldMkLst>
        <pc:spChg chg="mod">
          <ac:chgData name="Alberto Ruiz" userId="47fa91d207cfb014" providerId="LiveId" clId="{85FEFC20-368C-4804-AF35-776ECB9C6605}" dt="2025-09-22T17:50:48.851" v="975" actId="26606"/>
          <ac:spMkLst>
            <pc:docMk/>
            <pc:sldMk cId="2365938747" sldId="300"/>
            <ac:spMk id="2" creationId="{0E1B263D-4BDC-4B96-2F92-57A9600F0136}"/>
          </ac:spMkLst>
        </pc:spChg>
        <pc:spChg chg="del mod">
          <ac:chgData name="Alberto Ruiz" userId="47fa91d207cfb014" providerId="LiveId" clId="{85FEFC20-368C-4804-AF35-776ECB9C6605}" dt="2025-09-22T17:50:48.851" v="975" actId="26606"/>
          <ac:spMkLst>
            <pc:docMk/>
            <pc:sldMk cId="2365938747" sldId="300"/>
            <ac:spMk id="3" creationId="{C15A4D49-306E-A3E0-887F-05ECDE5438B7}"/>
          </ac:spMkLst>
        </pc:spChg>
        <pc:spChg chg="add">
          <ac:chgData name="Alberto Ruiz" userId="47fa91d207cfb014" providerId="LiveId" clId="{85FEFC20-368C-4804-AF35-776ECB9C6605}" dt="2025-09-22T17:50:48.851" v="975" actId="26606"/>
          <ac:spMkLst>
            <pc:docMk/>
            <pc:sldMk cId="2365938747" sldId="300"/>
            <ac:spMk id="9" creationId="{AE2B703B-46F9-481A-A605-82E2A828C4FA}"/>
          </ac:spMkLst>
        </pc:spChg>
        <pc:spChg chg="add">
          <ac:chgData name="Alberto Ruiz" userId="47fa91d207cfb014" providerId="LiveId" clId="{85FEFC20-368C-4804-AF35-776ECB9C6605}" dt="2025-09-22T17:50:48.851" v="975" actId="26606"/>
          <ac:spMkLst>
            <pc:docMk/>
            <pc:sldMk cId="2365938747" sldId="300"/>
            <ac:spMk id="11" creationId="{F13BE4D7-0C3D-4906-B230-A1C5B4665CCF}"/>
          </ac:spMkLst>
        </pc:spChg>
        <pc:graphicFrameChg chg="add">
          <ac:chgData name="Alberto Ruiz" userId="47fa91d207cfb014" providerId="LiveId" clId="{85FEFC20-368C-4804-AF35-776ECB9C6605}" dt="2025-09-22T17:50:48.851" v="975" actId="26606"/>
          <ac:graphicFrameMkLst>
            <pc:docMk/>
            <pc:sldMk cId="2365938747" sldId="300"/>
            <ac:graphicFrameMk id="5" creationId="{504ED92C-1574-3C94-BB13-0E707F47B11F}"/>
          </ac:graphicFrameMkLst>
        </pc:graphicFrameChg>
      </pc:sldChg>
    </pc:docChg>
  </pc:docChgLst>
  <pc:docChgLst>
    <pc:chgData name="Alberto Ruiz" userId="47fa91d207cfb014" providerId="LiveId" clId="{9743E567-337F-4C21-A62A-0C7FCC4B4E77}"/>
    <pc:docChg chg="custSel modSld">
      <pc:chgData name="Alberto Ruiz" userId="47fa91d207cfb014" providerId="LiveId" clId="{9743E567-337F-4C21-A62A-0C7FCC4B4E77}" dt="2025-09-18T06:31:18.816" v="0" actId="478"/>
      <pc:docMkLst>
        <pc:docMk/>
      </pc:docMkLst>
      <pc:sldChg chg="addSp delSp modSp mod">
        <pc:chgData name="Alberto Ruiz" userId="47fa91d207cfb014" providerId="LiveId" clId="{9743E567-337F-4C21-A62A-0C7FCC4B4E77}" dt="2025-09-18T06:31:18.816" v="0" actId="478"/>
        <pc:sldMkLst>
          <pc:docMk/>
          <pc:sldMk cId="4108739217" sldId="256"/>
        </pc:sldMkLst>
        <pc:spChg chg="add mod">
          <ac:chgData name="Alberto Ruiz" userId="47fa91d207cfb014" providerId="LiveId" clId="{9743E567-337F-4C21-A62A-0C7FCC4B4E77}" dt="2025-09-18T06:31:18.816" v="0" actId="478"/>
          <ac:spMkLst>
            <pc:docMk/>
            <pc:sldMk cId="4108739217" sldId="256"/>
            <ac:spMk id="5" creationId="{BB076771-2AA0-A9C7-C61D-786423133F2C}"/>
          </ac:spMkLst>
        </pc:spChg>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3858BF-7E35-410E-B8B9-AB83B05687CC}" type="doc">
      <dgm:prSet loTypeId="urn:microsoft.com/office/officeart/2005/8/layout/default" loCatId="list" qsTypeId="urn:microsoft.com/office/officeart/2005/8/quickstyle/simple5" qsCatId="simple" csTypeId="urn:microsoft.com/office/officeart/2005/8/colors/accent1_2" csCatId="accent1"/>
      <dgm:spPr/>
      <dgm:t>
        <a:bodyPr/>
        <a:lstStyle/>
        <a:p>
          <a:endParaRPr lang="en-US"/>
        </a:p>
      </dgm:t>
    </dgm:pt>
    <dgm:pt modelId="{B03595F5-77F9-4C48-9339-4C331851491A}">
      <dgm:prSet/>
      <dgm:spPr/>
      <dgm:t>
        <a:bodyPr/>
        <a:lstStyle/>
        <a:p>
          <a:r>
            <a:rPr lang="es-ES"/>
            <a:t>Obra </a:t>
          </a:r>
          <a:endParaRPr lang="en-US"/>
        </a:p>
      </dgm:t>
    </dgm:pt>
    <dgm:pt modelId="{6E87D348-6006-42A9-90C5-6587ED4D5C69}" type="parTrans" cxnId="{F60CEDAC-8F7B-45C9-86F1-F405EFDA0407}">
      <dgm:prSet/>
      <dgm:spPr/>
      <dgm:t>
        <a:bodyPr/>
        <a:lstStyle/>
        <a:p>
          <a:endParaRPr lang="en-US"/>
        </a:p>
      </dgm:t>
    </dgm:pt>
    <dgm:pt modelId="{6C11B962-8F61-4544-A712-DDB906BAC06D}" type="sibTrans" cxnId="{F60CEDAC-8F7B-45C9-86F1-F405EFDA0407}">
      <dgm:prSet/>
      <dgm:spPr/>
      <dgm:t>
        <a:bodyPr/>
        <a:lstStyle/>
        <a:p>
          <a:endParaRPr lang="en-US"/>
        </a:p>
      </dgm:t>
    </dgm:pt>
    <dgm:pt modelId="{86203A55-2DB2-44C8-BD53-9154F16F6680}">
      <dgm:prSet/>
      <dgm:spPr/>
      <dgm:t>
        <a:bodyPr/>
        <a:lstStyle/>
        <a:p>
          <a:r>
            <a:rPr lang="es-ES"/>
            <a:t>Energia</a:t>
          </a:r>
          <a:endParaRPr lang="en-US"/>
        </a:p>
      </dgm:t>
    </dgm:pt>
    <dgm:pt modelId="{BCD6A118-387A-4864-8D7D-4C9790DCCC1B}" type="parTrans" cxnId="{22D50B95-09FF-40BC-8CD5-3785E9D6D745}">
      <dgm:prSet/>
      <dgm:spPr/>
      <dgm:t>
        <a:bodyPr/>
        <a:lstStyle/>
        <a:p>
          <a:endParaRPr lang="en-US"/>
        </a:p>
      </dgm:t>
    </dgm:pt>
    <dgm:pt modelId="{73A48C98-D4AD-4D22-8C4F-06E25CBE4C4F}" type="sibTrans" cxnId="{22D50B95-09FF-40BC-8CD5-3785E9D6D745}">
      <dgm:prSet/>
      <dgm:spPr/>
      <dgm:t>
        <a:bodyPr/>
        <a:lstStyle/>
        <a:p>
          <a:endParaRPr lang="en-US"/>
        </a:p>
      </dgm:t>
    </dgm:pt>
    <dgm:pt modelId="{305911B0-17B7-440E-B55B-BA78E27F3751}">
      <dgm:prSet/>
      <dgm:spPr/>
      <dgm:t>
        <a:bodyPr/>
        <a:lstStyle/>
        <a:p>
          <a:r>
            <a:rPr lang="es-ES"/>
            <a:t>Climatización</a:t>
          </a:r>
          <a:endParaRPr lang="en-US"/>
        </a:p>
      </dgm:t>
    </dgm:pt>
    <dgm:pt modelId="{4AD51F66-0438-4C79-9110-3CB03776A29F}" type="parTrans" cxnId="{793C6867-5BED-4B90-89DF-79C97A3DAEE5}">
      <dgm:prSet/>
      <dgm:spPr/>
      <dgm:t>
        <a:bodyPr/>
        <a:lstStyle/>
        <a:p>
          <a:endParaRPr lang="en-US"/>
        </a:p>
      </dgm:t>
    </dgm:pt>
    <dgm:pt modelId="{768E0E0A-ABAD-4D69-AF5D-14706EABEA38}" type="sibTrans" cxnId="{793C6867-5BED-4B90-89DF-79C97A3DAEE5}">
      <dgm:prSet/>
      <dgm:spPr/>
      <dgm:t>
        <a:bodyPr/>
        <a:lstStyle/>
        <a:p>
          <a:endParaRPr lang="en-US"/>
        </a:p>
      </dgm:t>
    </dgm:pt>
    <dgm:pt modelId="{D4A0EEB9-C072-4B68-8C4B-6C808ED003AF}">
      <dgm:prSet/>
      <dgm:spPr/>
      <dgm:t>
        <a:bodyPr/>
        <a:lstStyle/>
        <a:p>
          <a:r>
            <a:rPr lang="es-ES"/>
            <a:t>Sistemas de refrigeración contra incendios</a:t>
          </a:r>
          <a:endParaRPr lang="en-US"/>
        </a:p>
      </dgm:t>
    </dgm:pt>
    <dgm:pt modelId="{F7989AE5-BCA1-45A0-A9A7-036FD1609FC6}" type="parTrans" cxnId="{2615823A-1620-472E-87F8-7620AE7AFD61}">
      <dgm:prSet/>
      <dgm:spPr/>
      <dgm:t>
        <a:bodyPr/>
        <a:lstStyle/>
        <a:p>
          <a:endParaRPr lang="en-US"/>
        </a:p>
      </dgm:t>
    </dgm:pt>
    <dgm:pt modelId="{E424BB2F-2386-43C7-B3EC-F4F713B04675}" type="sibTrans" cxnId="{2615823A-1620-472E-87F8-7620AE7AFD61}">
      <dgm:prSet/>
      <dgm:spPr/>
      <dgm:t>
        <a:bodyPr/>
        <a:lstStyle/>
        <a:p>
          <a:endParaRPr lang="en-US"/>
        </a:p>
      </dgm:t>
    </dgm:pt>
    <dgm:pt modelId="{9ED6582C-6808-42F4-A0DC-E9FF3171B1CE}">
      <dgm:prSet/>
      <dgm:spPr/>
      <dgm:t>
        <a:bodyPr/>
        <a:lstStyle/>
        <a:p>
          <a:r>
            <a:rPr lang="es-ES"/>
            <a:t>Racks</a:t>
          </a:r>
          <a:endParaRPr lang="en-US"/>
        </a:p>
      </dgm:t>
    </dgm:pt>
    <dgm:pt modelId="{418EAC2C-BE5D-458C-8011-77F38A1141DC}" type="parTrans" cxnId="{11E9C452-4369-41F9-9363-8CBABDE636EC}">
      <dgm:prSet/>
      <dgm:spPr/>
      <dgm:t>
        <a:bodyPr/>
        <a:lstStyle/>
        <a:p>
          <a:endParaRPr lang="en-US"/>
        </a:p>
      </dgm:t>
    </dgm:pt>
    <dgm:pt modelId="{47F5FEF0-A0E9-4827-B15E-82932FD62205}" type="sibTrans" cxnId="{11E9C452-4369-41F9-9363-8CBABDE636EC}">
      <dgm:prSet/>
      <dgm:spPr/>
      <dgm:t>
        <a:bodyPr/>
        <a:lstStyle/>
        <a:p>
          <a:endParaRPr lang="en-US"/>
        </a:p>
      </dgm:t>
    </dgm:pt>
    <dgm:pt modelId="{66F054C1-6A73-4EC4-82D6-B20AD1CB4007}">
      <dgm:prSet/>
      <dgm:spPr/>
      <dgm:t>
        <a:bodyPr/>
        <a:lstStyle/>
        <a:p>
          <a:r>
            <a:rPr lang="es-ES"/>
            <a:t>Cableado</a:t>
          </a:r>
          <a:endParaRPr lang="en-US"/>
        </a:p>
      </dgm:t>
    </dgm:pt>
    <dgm:pt modelId="{A2EACA18-30F5-4A07-96EE-CD01BEC6D618}" type="parTrans" cxnId="{1116A0F5-0ED9-450D-9B98-694B2DC7E163}">
      <dgm:prSet/>
      <dgm:spPr/>
      <dgm:t>
        <a:bodyPr/>
        <a:lstStyle/>
        <a:p>
          <a:endParaRPr lang="en-US"/>
        </a:p>
      </dgm:t>
    </dgm:pt>
    <dgm:pt modelId="{65644D20-C761-4ED5-920B-2F9D5F26AB3F}" type="sibTrans" cxnId="{1116A0F5-0ED9-450D-9B98-694B2DC7E163}">
      <dgm:prSet/>
      <dgm:spPr/>
      <dgm:t>
        <a:bodyPr/>
        <a:lstStyle/>
        <a:p>
          <a:endParaRPr lang="en-US"/>
        </a:p>
      </dgm:t>
    </dgm:pt>
    <dgm:pt modelId="{5A94A491-272E-4A50-AD4C-E3B017B6C97E}">
      <dgm:prSet/>
      <dgm:spPr/>
      <dgm:t>
        <a:bodyPr/>
        <a:lstStyle/>
        <a:p>
          <a:r>
            <a:rPr lang="es-ES"/>
            <a:t>segurida</a:t>
          </a:r>
          <a:endParaRPr lang="en-US"/>
        </a:p>
      </dgm:t>
    </dgm:pt>
    <dgm:pt modelId="{52593796-E08A-4E5E-B7A8-7A4EE7EEDE6A}" type="parTrans" cxnId="{975CD8DF-1299-4D34-B6D5-D683C918A12E}">
      <dgm:prSet/>
      <dgm:spPr/>
      <dgm:t>
        <a:bodyPr/>
        <a:lstStyle/>
        <a:p>
          <a:endParaRPr lang="en-US"/>
        </a:p>
      </dgm:t>
    </dgm:pt>
    <dgm:pt modelId="{8B1DD9BA-53F7-4078-9B39-1F71D03EE615}" type="sibTrans" cxnId="{975CD8DF-1299-4D34-B6D5-D683C918A12E}">
      <dgm:prSet/>
      <dgm:spPr/>
      <dgm:t>
        <a:bodyPr/>
        <a:lstStyle/>
        <a:p>
          <a:endParaRPr lang="en-US"/>
        </a:p>
      </dgm:t>
    </dgm:pt>
    <dgm:pt modelId="{7F21F697-CA62-438B-9F4A-359F317F91B3}" type="pres">
      <dgm:prSet presAssocID="{923858BF-7E35-410E-B8B9-AB83B05687CC}" presName="diagram" presStyleCnt="0">
        <dgm:presLayoutVars>
          <dgm:dir/>
          <dgm:resizeHandles val="exact"/>
        </dgm:presLayoutVars>
      </dgm:prSet>
      <dgm:spPr/>
    </dgm:pt>
    <dgm:pt modelId="{45E1B1E3-0887-4761-BDA3-2F799F89FB67}" type="pres">
      <dgm:prSet presAssocID="{B03595F5-77F9-4C48-9339-4C331851491A}" presName="node" presStyleLbl="node1" presStyleIdx="0" presStyleCnt="7">
        <dgm:presLayoutVars>
          <dgm:bulletEnabled val="1"/>
        </dgm:presLayoutVars>
      </dgm:prSet>
      <dgm:spPr/>
    </dgm:pt>
    <dgm:pt modelId="{40E9A0DB-C21B-4095-AC72-8F9AC281D7C7}" type="pres">
      <dgm:prSet presAssocID="{6C11B962-8F61-4544-A712-DDB906BAC06D}" presName="sibTrans" presStyleCnt="0"/>
      <dgm:spPr/>
    </dgm:pt>
    <dgm:pt modelId="{8F7D2F49-737D-4021-8A41-0C174818D95F}" type="pres">
      <dgm:prSet presAssocID="{86203A55-2DB2-44C8-BD53-9154F16F6680}" presName="node" presStyleLbl="node1" presStyleIdx="1" presStyleCnt="7">
        <dgm:presLayoutVars>
          <dgm:bulletEnabled val="1"/>
        </dgm:presLayoutVars>
      </dgm:prSet>
      <dgm:spPr/>
    </dgm:pt>
    <dgm:pt modelId="{8680C46D-934B-4C26-AF1B-E855BB592B98}" type="pres">
      <dgm:prSet presAssocID="{73A48C98-D4AD-4D22-8C4F-06E25CBE4C4F}" presName="sibTrans" presStyleCnt="0"/>
      <dgm:spPr/>
    </dgm:pt>
    <dgm:pt modelId="{030517C9-2760-4CBA-960A-C4E3E6638590}" type="pres">
      <dgm:prSet presAssocID="{305911B0-17B7-440E-B55B-BA78E27F3751}" presName="node" presStyleLbl="node1" presStyleIdx="2" presStyleCnt="7">
        <dgm:presLayoutVars>
          <dgm:bulletEnabled val="1"/>
        </dgm:presLayoutVars>
      </dgm:prSet>
      <dgm:spPr/>
    </dgm:pt>
    <dgm:pt modelId="{4D1795EE-BE2A-42BC-A7A5-E20F3039D345}" type="pres">
      <dgm:prSet presAssocID="{768E0E0A-ABAD-4D69-AF5D-14706EABEA38}" presName="sibTrans" presStyleCnt="0"/>
      <dgm:spPr/>
    </dgm:pt>
    <dgm:pt modelId="{70C60A44-97AA-4868-96BD-718882F2BE06}" type="pres">
      <dgm:prSet presAssocID="{D4A0EEB9-C072-4B68-8C4B-6C808ED003AF}" presName="node" presStyleLbl="node1" presStyleIdx="3" presStyleCnt="7">
        <dgm:presLayoutVars>
          <dgm:bulletEnabled val="1"/>
        </dgm:presLayoutVars>
      </dgm:prSet>
      <dgm:spPr/>
    </dgm:pt>
    <dgm:pt modelId="{FFC26638-6AD0-40B4-9823-405E910FAC30}" type="pres">
      <dgm:prSet presAssocID="{E424BB2F-2386-43C7-B3EC-F4F713B04675}" presName="sibTrans" presStyleCnt="0"/>
      <dgm:spPr/>
    </dgm:pt>
    <dgm:pt modelId="{E643E72A-0531-4A58-8D75-6A437A15EE8D}" type="pres">
      <dgm:prSet presAssocID="{9ED6582C-6808-42F4-A0DC-E9FF3171B1CE}" presName="node" presStyleLbl="node1" presStyleIdx="4" presStyleCnt="7">
        <dgm:presLayoutVars>
          <dgm:bulletEnabled val="1"/>
        </dgm:presLayoutVars>
      </dgm:prSet>
      <dgm:spPr/>
    </dgm:pt>
    <dgm:pt modelId="{BFB72413-C5F5-4846-8679-EBFAA8274A75}" type="pres">
      <dgm:prSet presAssocID="{47F5FEF0-A0E9-4827-B15E-82932FD62205}" presName="sibTrans" presStyleCnt="0"/>
      <dgm:spPr/>
    </dgm:pt>
    <dgm:pt modelId="{688C00E6-2419-4CC5-82C3-11DAF57E2A47}" type="pres">
      <dgm:prSet presAssocID="{66F054C1-6A73-4EC4-82D6-B20AD1CB4007}" presName="node" presStyleLbl="node1" presStyleIdx="5" presStyleCnt="7">
        <dgm:presLayoutVars>
          <dgm:bulletEnabled val="1"/>
        </dgm:presLayoutVars>
      </dgm:prSet>
      <dgm:spPr/>
    </dgm:pt>
    <dgm:pt modelId="{D968E0A9-2264-45E2-9BFE-5F806354A5DB}" type="pres">
      <dgm:prSet presAssocID="{65644D20-C761-4ED5-920B-2F9D5F26AB3F}" presName="sibTrans" presStyleCnt="0"/>
      <dgm:spPr/>
    </dgm:pt>
    <dgm:pt modelId="{ED34C735-82B6-4CFA-8448-539A894FE0F4}" type="pres">
      <dgm:prSet presAssocID="{5A94A491-272E-4A50-AD4C-E3B017B6C97E}" presName="node" presStyleLbl="node1" presStyleIdx="6" presStyleCnt="7">
        <dgm:presLayoutVars>
          <dgm:bulletEnabled val="1"/>
        </dgm:presLayoutVars>
      </dgm:prSet>
      <dgm:spPr/>
    </dgm:pt>
  </dgm:ptLst>
  <dgm:cxnLst>
    <dgm:cxn modelId="{2615823A-1620-472E-87F8-7620AE7AFD61}" srcId="{923858BF-7E35-410E-B8B9-AB83B05687CC}" destId="{D4A0EEB9-C072-4B68-8C4B-6C808ED003AF}" srcOrd="3" destOrd="0" parTransId="{F7989AE5-BCA1-45A0-A9A7-036FD1609FC6}" sibTransId="{E424BB2F-2386-43C7-B3EC-F4F713B04675}"/>
    <dgm:cxn modelId="{793C6867-5BED-4B90-89DF-79C97A3DAEE5}" srcId="{923858BF-7E35-410E-B8B9-AB83B05687CC}" destId="{305911B0-17B7-440E-B55B-BA78E27F3751}" srcOrd="2" destOrd="0" parTransId="{4AD51F66-0438-4C79-9110-3CB03776A29F}" sibTransId="{768E0E0A-ABAD-4D69-AF5D-14706EABEA38}"/>
    <dgm:cxn modelId="{11E9C452-4369-41F9-9363-8CBABDE636EC}" srcId="{923858BF-7E35-410E-B8B9-AB83B05687CC}" destId="{9ED6582C-6808-42F4-A0DC-E9FF3171B1CE}" srcOrd="4" destOrd="0" parTransId="{418EAC2C-BE5D-458C-8011-77F38A1141DC}" sibTransId="{47F5FEF0-A0E9-4827-B15E-82932FD62205}"/>
    <dgm:cxn modelId="{25B89B89-40A7-4DE3-B771-01686EB7EEB6}" type="presOf" srcId="{D4A0EEB9-C072-4B68-8C4B-6C808ED003AF}" destId="{70C60A44-97AA-4868-96BD-718882F2BE06}" srcOrd="0" destOrd="0" presId="urn:microsoft.com/office/officeart/2005/8/layout/default"/>
    <dgm:cxn modelId="{32719690-7F98-4298-8161-F85D1F7E5BE9}" type="presOf" srcId="{86203A55-2DB2-44C8-BD53-9154F16F6680}" destId="{8F7D2F49-737D-4021-8A41-0C174818D95F}" srcOrd="0" destOrd="0" presId="urn:microsoft.com/office/officeart/2005/8/layout/default"/>
    <dgm:cxn modelId="{22D50B95-09FF-40BC-8CD5-3785E9D6D745}" srcId="{923858BF-7E35-410E-B8B9-AB83B05687CC}" destId="{86203A55-2DB2-44C8-BD53-9154F16F6680}" srcOrd="1" destOrd="0" parTransId="{BCD6A118-387A-4864-8D7D-4C9790DCCC1B}" sibTransId="{73A48C98-D4AD-4D22-8C4F-06E25CBE4C4F}"/>
    <dgm:cxn modelId="{F60CEDAC-8F7B-45C9-86F1-F405EFDA0407}" srcId="{923858BF-7E35-410E-B8B9-AB83B05687CC}" destId="{B03595F5-77F9-4C48-9339-4C331851491A}" srcOrd="0" destOrd="0" parTransId="{6E87D348-6006-42A9-90C5-6587ED4D5C69}" sibTransId="{6C11B962-8F61-4544-A712-DDB906BAC06D}"/>
    <dgm:cxn modelId="{9C48ACB0-68FB-4B40-89A7-2F22F82E6826}" type="presOf" srcId="{B03595F5-77F9-4C48-9339-4C331851491A}" destId="{45E1B1E3-0887-4761-BDA3-2F799F89FB67}" srcOrd="0" destOrd="0" presId="urn:microsoft.com/office/officeart/2005/8/layout/default"/>
    <dgm:cxn modelId="{8C6D05C0-299E-4F08-85B0-3FD355D9756C}" type="presOf" srcId="{9ED6582C-6808-42F4-A0DC-E9FF3171B1CE}" destId="{E643E72A-0531-4A58-8D75-6A437A15EE8D}" srcOrd="0" destOrd="0" presId="urn:microsoft.com/office/officeart/2005/8/layout/default"/>
    <dgm:cxn modelId="{975CD8DF-1299-4D34-B6D5-D683C918A12E}" srcId="{923858BF-7E35-410E-B8B9-AB83B05687CC}" destId="{5A94A491-272E-4A50-AD4C-E3B017B6C97E}" srcOrd="6" destOrd="0" parTransId="{52593796-E08A-4E5E-B7A8-7A4EE7EEDE6A}" sibTransId="{8B1DD9BA-53F7-4078-9B39-1F71D03EE615}"/>
    <dgm:cxn modelId="{D74D80E7-97C1-4FA3-934C-A89A5C4F9FCE}" type="presOf" srcId="{305911B0-17B7-440E-B55B-BA78E27F3751}" destId="{030517C9-2760-4CBA-960A-C4E3E6638590}" srcOrd="0" destOrd="0" presId="urn:microsoft.com/office/officeart/2005/8/layout/default"/>
    <dgm:cxn modelId="{D4614FEF-A1BE-46C9-87F6-0414D51F4EB4}" type="presOf" srcId="{923858BF-7E35-410E-B8B9-AB83B05687CC}" destId="{7F21F697-CA62-438B-9F4A-359F317F91B3}" srcOrd="0" destOrd="0" presId="urn:microsoft.com/office/officeart/2005/8/layout/default"/>
    <dgm:cxn modelId="{826F3AF1-844F-4FCF-ACE4-69059D3BACD2}" type="presOf" srcId="{66F054C1-6A73-4EC4-82D6-B20AD1CB4007}" destId="{688C00E6-2419-4CC5-82C3-11DAF57E2A47}" srcOrd="0" destOrd="0" presId="urn:microsoft.com/office/officeart/2005/8/layout/default"/>
    <dgm:cxn modelId="{1116A0F5-0ED9-450D-9B98-694B2DC7E163}" srcId="{923858BF-7E35-410E-B8B9-AB83B05687CC}" destId="{66F054C1-6A73-4EC4-82D6-B20AD1CB4007}" srcOrd="5" destOrd="0" parTransId="{A2EACA18-30F5-4A07-96EE-CD01BEC6D618}" sibTransId="{65644D20-C761-4ED5-920B-2F9D5F26AB3F}"/>
    <dgm:cxn modelId="{3734B5F5-2F5E-48C3-BA8D-07265F9C2F36}" type="presOf" srcId="{5A94A491-272E-4A50-AD4C-E3B017B6C97E}" destId="{ED34C735-82B6-4CFA-8448-539A894FE0F4}" srcOrd="0" destOrd="0" presId="urn:microsoft.com/office/officeart/2005/8/layout/default"/>
    <dgm:cxn modelId="{1F36A692-80AE-41EF-B2FE-728ABB9A5C67}" type="presParOf" srcId="{7F21F697-CA62-438B-9F4A-359F317F91B3}" destId="{45E1B1E3-0887-4761-BDA3-2F799F89FB67}" srcOrd="0" destOrd="0" presId="urn:microsoft.com/office/officeart/2005/8/layout/default"/>
    <dgm:cxn modelId="{23D6C8E2-014D-4FB6-AB68-D7DE9198DF20}" type="presParOf" srcId="{7F21F697-CA62-438B-9F4A-359F317F91B3}" destId="{40E9A0DB-C21B-4095-AC72-8F9AC281D7C7}" srcOrd="1" destOrd="0" presId="urn:microsoft.com/office/officeart/2005/8/layout/default"/>
    <dgm:cxn modelId="{D316165E-B70E-45B3-A027-86188636E46F}" type="presParOf" srcId="{7F21F697-CA62-438B-9F4A-359F317F91B3}" destId="{8F7D2F49-737D-4021-8A41-0C174818D95F}" srcOrd="2" destOrd="0" presId="urn:microsoft.com/office/officeart/2005/8/layout/default"/>
    <dgm:cxn modelId="{A66ADCA7-31BF-41D4-BD32-9BFEADCD82E0}" type="presParOf" srcId="{7F21F697-CA62-438B-9F4A-359F317F91B3}" destId="{8680C46D-934B-4C26-AF1B-E855BB592B98}" srcOrd="3" destOrd="0" presId="urn:microsoft.com/office/officeart/2005/8/layout/default"/>
    <dgm:cxn modelId="{4C712C2C-1B6F-438E-A2F6-5DE0B60AE518}" type="presParOf" srcId="{7F21F697-CA62-438B-9F4A-359F317F91B3}" destId="{030517C9-2760-4CBA-960A-C4E3E6638590}" srcOrd="4" destOrd="0" presId="urn:microsoft.com/office/officeart/2005/8/layout/default"/>
    <dgm:cxn modelId="{160AD124-EE74-47AD-AF0A-0E91E534205C}" type="presParOf" srcId="{7F21F697-CA62-438B-9F4A-359F317F91B3}" destId="{4D1795EE-BE2A-42BC-A7A5-E20F3039D345}" srcOrd="5" destOrd="0" presId="urn:microsoft.com/office/officeart/2005/8/layout/default"/>
    <dgm:cxn modelId="{923B5E29-2F96-47CB-8970-95246B7569B5}" type="presParOf" srcId="{7F21F697-CA62-438B-9F4A-359F317F91B3}" destId="{70C60A44-97AA-4868-96BD-718882F2BE06}" srcOrd="6" destOrd="0" presId="urn:microsoft.com/office/officeart/2005/8/layout/default"/>
    <dgm:cxn modelId="{8940B423-BE3D-4F5C-84AE-CF7E5A12833A}" type="presParOf" srcId="{7F21F697-CA62-438B-9F4A-359F317F91B3}" destId="{FFC26638-6AD0-40B4-9823-405E910FAC30}" srcOrd="7" destOrd="0" presId="urn:microsoft.com/office/officeart/2005/8/layout/default"/>
    <dgm:cxn modelId="{C61DD33F-7B44-4B07-A89C-8A9720923706}" type="presParOf" srcId="{7F21F697-CA62-438B-9F4A-359F317F91B3}" destId="{E643E72A-0531-4A58-8D75-6A437A15EE8D}" srcOrd="8" destOrd="0" presId="urn:microsoft.com/office/officeart/2005/8/layout/default"/>
    <dgm:cxn modelId="{8AD5367A-40E7-425C-B0BB-D572185D6E1D}" type="presParOf" srcId="{7F21F697-CA62-438B-9F4A-359F317F91B3}" destId="{BFB72413-C5F5-4846-8679-EBFAA8274A75}" srcOrd="9" destOrd="0" presId="urn:microsoft.com/office/officeart/2005/8/layout/default"/>
    <dgm:cxn modelId="{85E11AFD-962F-4180-8E5E-D05D7FB3B12E}" type="presParOf" srcId="{7F21F697-CA62-438B-9F4A-359F317F91B3}" destId="{688C00E6-2419-4CC5-82C3-11DAF57E2A47}" srcOrd="10" destOrd="0" presId="urn:microsoft.com/office/officeart/2005/8/layout/default"/>
    <dgm:cxn modelId="{CA97453B-8B6F-425B-ADCA-92C5405A3E2F}" type="presParOf" srcId="{7F21F697-CA62-438B-9F4A-359F317F91B3}" destId="{D968E0A9-2264-45E2-9BFE-5F806354A5DB}" srcOrd="11" destOrd="0" presId="urn:microsoft.com/office/officeart/2005/8/layout/default"/>
    <dgm:cxn modelId="{CC8CD6EE-FE20-4020-9D0D-ADED42A37E0D}" type="presParOf" srcId="{7F21F697-CA62-438B-9F4A-359F317F91B3}" destId="{ED34C735-82B6-4CFA-8448-539A894FE0F4}"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42A1B05-9505-488F-AA66-2CABA856AE8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3B4EF9F0-4D5A-4485-9164-08C8B959C255}">
      <dgm:prSet/>
      <dgm:spPr/>
      <dgm:t>
        <a:bodyPr/>
        <a:lstStyle/>
        <a:p>
          <a:r>
            <a:rPr lang="es-ES" b="1" i="0" baseline="0"/>
            <a:t>Keylogger de software:</a:t>
          </a:r>
          <a:br>
            <a:rPr lang="es-ES" b="0" i="0" baseline="0"/>
          </a:br>
          <a:r>
            <a:rPr lang="es-ES" b="0" i="0" baseline="0"/>
            <a:t>Se instala en el sistema operativo y guarda cada tecla que se pulsa. Puede incluso registrar ventanas activas, contraseñas, chats o correos.</a:t>
          </a:r>
          <a:endParaRPr lang="en-US"/>
        </a:p>
      </dgm:t>
    </dgm:pt>
    <dgm:pt modelId="{74BE9576-A837-4029-B8D7-65534EEDEA8E}" type="parTrans" cxnId="{66BDEBCD-565A-4D47-A1EB-994C609B3FF4}">
      <dgm:prSet/>
      <dgm:spPr/>
      <dgm:t>
        <a:bodyPr/>
        <a:lstStyle/>
        <a:p>
          <a:endParaRPr lang="en-US"/>
        </a:p>
      </dgm:t>
    </dgm:pt>
    <dgm:pt modelId="{DBDA8469-03EA-4A29-9C7A-1EE0F3EEA2DF}" type="sibTrans" cxnId="{66BDEBCD-565A-4D47-A1EB-994C609B3FF4}">
      <dgm:prSet/>
      <dgm:spPr/>
      <dgm:t>
        <a:bodyPr/>
        <a:lstStyle/>
        <a:p>
          <a:endParaRPr lang="en-US"/>
        </a:p>
      </dgm:t>
    </dgm:pt>
    <dgm:pt modelId="{B6F545D6-E019-4AE3-9B0B-72409341AB62}">
      <dgm:prSet/>
      <dgm:spPr/>
      <dgm:t>
        <a:bodyPr/>
        <a:lstStyle/>
        <a:p>
          <a:r>
            <a:rPr lang="es-ES" b="1" i="0" baseline="0"/>
            <a:t>Keylogger de hardware:</a:t>
          </a:r>
          <a:br>
            <a:rPr lang="es-ES" b="0" i="0" baseline="0"/>
          </a:br>
          <a:r>
            <a:rPr lang="es-ES" b="0" i="0" baseline="0"/>
            <a:t>Es un pequeño dispositivo que se conecta entre el teclado y el ordenador (por USB o PS/2). Captura todo lo que se escribe antes de que llegue al PC.</a:t>
          </a:r>
          <a:endParaRPr lang="en-US"/>
        </a:p>
      </dgm:t>
    </dgm:pt>
    <dgm:pt modelId="{6748F784-4D3D-491B-820E-E6B97D48F327}" type="parTrans" cxnId="{DCB694F9-8B33-4838-B352-5C83C72F0C23}">
      <dgm:prSet/>
      <dgm:spPr/>
      <dgm:t>
        <a:bodyPr/>
        <a:lstStyle/>
        <a:p>
          <a:endParaRPr lang="en-US"/>
        </a:p>
      </dgm:t>
    </dgm:pt>
    <dgm:pt modelId="{60A584FE-744F-4261-956F-C2F27E807A2E}" type="sibTrans" cxnId="{DCB694F9-8B33-4838-B352-5C83C72F0C23}">
      <dgm:prSet/>
      <dgm:spPr/>
      <dgm:t>
        <a:bodyPr/>
        <a:lstStyle/>
        <a:p>
          <a:endParaRPr lang="en-US"/>
        </a:p>
      </dgm:t>
    </dgm:pt>
    <dgm:pt modelId="{91241AB4-BF93-48CE-8F32-829189E97714}" type="pres">
      <dgm:prSet presAssocID="{C42A1B05-9505-488F-AA66-2CABA856AE8D}" presName="linear" presStyleCnt="0">
        <dgm:presLayoutVars>
          <dgm:animLvl val="lvl"/>
          <dgm:resizeHandles val="exact"/>
        </dgm:presLayoutVars>
      </dgm:prSet>
      <dgm:spPr/>
    </dgm:pt>
    <dgm:pt modelId="{AC121327-6851-49C2-B832-FA37E8138D07}" type="pres">
      <dgm:prSet presAssocID="{3B4EF9F0-4D5A-4485-9164-08C8B959C255}" presName="parentText" presStyleLbl="node1" presStyleIdx="0" presStyleCnt="2">
        <dgm:presLayoutVars>
          <dgm:chMax val="0"/>
          <dgm:bulletEnabled val="1"/>
        </dgm:presLayoutVars>
      </dgm:prSet>
      <dgm:spPr/>
    </dgm:pt>
    <dgm:pt modelId="{F86C957D-063B-4D0B-B8EC-84D953F23267}" type="pres">
      <dgm:prSet presAssocID="{DBDA8469-03EA-4A29-9C7A-1EE0F3EEA2DF}" presName="spacer" presStyleCnt="0"/>
      <dgm:spPr/>
    </dgm:pt>
    <dgm:pt modelId="{8C12C768-291D-46A0-9ADD-B38A1801D9DA}" type="pres">
      <dgm:prSet presAssocID="{B6F545D6-E019-4AE3-9B0B-72409341AB62}" presName="parentText" presStyleLbl="node1" presStyleIdx="1" presStyleCnt="2">
        <dgm:presLayoutVars>
          <dgm:chMax val="0"/>
          <dgm:bulletEnabled val="1"/>
        </dgm:presLayoutVars>
      </dgm:prSet>
      <dgm:spPr/>
    </dgm:pt>
  </dgm:ptLst>
  <dgm:cxnLst>
    <dgm:cxn modelId="{6DC6CE2F-FD56-4650-A479-003E3F77868D}" type="presOf" srcId="{C42A1B05-9505-488F-AA66-2CABA856AE8D}" destId="{91241AB4-BF93-48CE-8F32-829189E97714}" srcOrd="0" destOrd="0" presId="urn:microsoft.com/office/officeart/2005/8/layout/vList2"/>
    <dgm:cxn modelId="{EE4B4181-D425-4D44-A2F1-52E47D87E0BC}" type="presOf" srcId="{B6F545D6-E019-4AE3-9B0B-72409341AB62}" destId="{8C12C768-291D-46A0-9ADD-B38A1801D9DA}" srcOrd="0" destOrd="0" presId="urn:microsoft.com/office/officeart/2005/8/layout/vList2"/>
    <dgm:cxn modelId="{2054768B-7D05-4CC3-8244-811C3CB6A5A1}" type="presOf" srcId="{3B4EF9F0-4D5A-4485-9164-08C8B959C255}" destId="{AC121327-6851-49C2-B832-FA37E8138D07}" srcOrd="0" destOrd="0" presId="urn:microsoft.com/office/officeart/2005/8/layout/vList2"/>
    <dgm:cxn modelId="{66BDEBCD-565A-4D47-A1EB-994C609B3FF4}" srcId="{C42A1B05-9505-488F-AA66-2CABA856AE8D}" destId="{3B4EF9F0-4D5A-4485-9164-08C8B959C255}" srcOrd="0" destOrd="0" parTransId="{74BE9576-A837-4029-B8D7-65534EEDEA8E}" sibTransId="{DBDA8469-03EA-4A29-9C7A-1EE0F3EEA2DF}"/>
    <dgm:cxn modelId="{DCB694F9-8B33-4838-B352-5C83C72F0C23}" srcId="{C42A1B05-9505-488F-AA66-2CABA856AE8D}" destId="{B6F545D6-E019-4AE3-9B0B-72409341AB62}" srcOrd="1" destOrd="0" parTransId="{6748F784-4D3D-491B-820E-E6B97D48F327}" sibTransId="{60A584FE-744F-4261-956F-C2F27E807A2E}"/>
    <dgm:cxn modelId="{485FC372-B9E5-4D0E-A913-7D707E57DFD5}" type="presParOf" srcId="{91241AB4-BF93-48CE-8F32-829189E97714}" destId="{AC121327-6851-49C2-B832-FA37E8138D07}" srcOrd="0" destOrd="0" presId="urn:microsoft.com/office/officeart/2005/8/layout/vList2"/>
    <dgm:cxn modelId="{1C987273-C051-47C7-8BF2-3653AF3C4426}" type="presParOf" srcId="{91241AB4-BF93-48CE-8F32-829189E97714}" destId="{F86C957D-063B-4D0B-B8EC-84D953F23267}" srcOrd="1" destOrd="0" presId="urn:microsoft.com/office/officeart/2005/8/layout/vList2"/>
    <dgm:cxn modelId="{1A579CF5-E5C2-456F-BFC7-D683A18210B6}" type="presParOf" srcId="{91241AB4-BF93-48CE-8F32-829189E97714}" destId="{8C12C768-291D-46A0-9ADD-B38A1801D9D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B8A318-96D5-4E5F-B3C1-A5440081BC9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4034327-42BA-4A85-8919-C00C472AD900}">
      <dgm:prSet/>
      <dgm:spPr/>
      <dgm:t>
        <a:bodyPr/>
        <a:lstStyle/>
        <a:p>
          <a:r>
            <a:rPr lang="es-ES"/>
            <a:t>Almacenamiento local</a:t>
          </a:r>
          <a:endParaRPr lang="en-US"/>
        </a:p>
      </dgm:t>
    </dgm:pt>
    <dgm:pt modelId="{A4662E16-6686-4D5D-ABD4-01424F527D80}" type="parTrans" cxnId="{9520730F-9C29-498F-9CA9-1489132234DB}">
      <dgm:prSet/>
      <dgm:spPr/>
      <dgm:t>
        <a:bodyPr/>
        <a:lstStyle/>
        <a:p>
          <a:endParaRPr lang="en-US"/>
        </a:p>
      </dgm:t>
    </dgm:pt>
    <dgm:pt modelId="{C605DB83-4BEB-44B2-8B28-088E888F7311}" type="sibTrans" cxnId="{9520730F-9C29-498F-9CA9-1489132234DB}">
      <dgm:prSet/>
      <dgm:spPr/>
      <dgm:t>
        <a:bodyPr/>
        <a:lstStyle/>
        <a:p>
          <a:endParaRPr lang="en-US"/>
        </a:p>
      </dgm:t>
    </dgm:pt>
    <dgm:pt modelId="{E3AF596D-A288-4D78-BA68-015DC6D5DBE7}">
      <dgm:prSet/>
      <dgm:spPr/>
      <dgm:t>
        <a:bodyPr/>
        <a:lstStyle/>
        <a:p>
          <a:r>
            <a:rPr lang="es-ES"/>
            <a:t>Dispositivos externos</a:t>
          </a:r>
          <a:endParaRPr lang="en-US"/>
        </a:p>
      </dgm:t>
    </dgm:pt>
    <dgm:pt modelId="{0FC019C2-CC37-4A11-B3E9-D89D4A4CC8C7}" type="parTrans" cxnId="{E8A84154-FB6F-4A86-B503-F883B0C5082D}">
      <dgm:prSet/>
      <dgm:spPr/>
      <dgm:t>
        <a:bodyPr/>
        <a:lstStyle/>
        <a:p>
          <a:endParaRPr lang="en-US"/>
        </a:p>
      </dgm:t>
    </dgm:pt>
    <dgm:pt modelId="{BBC7B9C3-B7B7-4BA8-996B-BA4EA7CB502F}" type="sibTrans" cxnId="{E8A84154-FB6F-4A86-B503-F883B0C5082D}">
      <dgm:prSet/>
      <dgm:spPr/>
      <dgm:t>
        <a:bodyPr/>
        <a:lstStyle/>
        <a:p>
          <a:endParaRPr lang="en-US"/>
        </a:p>
      </dgm:t>
    </dgm:pt>
    <dgm:pt modelId="{6A1621BA-B3EC-4681-906C-5BAE7F81D18D}">
      <dgm:prSet/>
      <dgm:spPr/>
      <dgm:t>
        <a:bodyPr/>
        <a:lstStyle/>
        <a:p>
          <a:r>
            <a:rPr lang="es-ES"/>
            <a:t>Servidores de almacenamiento en red</a:t>
          </a:r>
          <a:endParaRPr lang="en-US"/>
        </a:p>
      </dgm:t>
    </dgm:pt>
    <dgm:pt modelId="{CD20A6BF-17E4-4F28-B8FD-9D3DFF71FFD5}" type="parTrans" cxnId="{9912E664-335D-438A-920B-82CA6BCF4AFA}">
      <dgm:prSet/>
      <dgm:spPr/>
      <dgm:t>
        <a:bodyPr/>
        <a:lstStyle/>
        <a:p>
          <a:endParaRPr lang="en-US"/>
        </a:p>
      </dgm:t>
    </dgm:pt>
    <dgm:pt modelId="{96DCCFD6-D3A9-4E05-B12F-BA2194CFC3F0}" type="sibTrans" cxnId="{9912E664-335D-438A-920B-82CA6BCF4AFA}">
      <dgm:prSet/>
      <dgm:spPr/>
      <dgm:t>
        <a:bodyPr/>
        <a:lstStyle/>
        <a:p>
          <a:endParaRPr lang="en-US"/>
        </a:p>
      </dgm:t>
    </dgm:pt>
    <dgm:pt modelId="{EE8E6AB1-4A0A-4A8C-AD53-D9E772EA3860}">
      <dgm:prSet/>
      <dgm:spPr/>
      <dgm:t>
        <a:bodyPr/>
        <a:lstStyle/>
        <a:p>
          <a:r>
            <a:rPr lang="es-ES"/>
            <a:t>Sistemas de copias de seguridad</a:t>
          </a:r>
          <a:endParaRPr lang="en-US"/>
        </a:p>
      </dgm:t>
    </dgm:pt>
    <dgm:pt modelId="{EA0EB1A1-8BF4-4981-A9D9-81A881B683F5}" type="parTrans" cxnId="{98CB3FD4-814B-4B58-AE44-5C67EB27FBCB}">
      <dgm:prSet/>
      <dgm:spPr/>
      <dgm:t>
        <a:bodyPr/>
        <a:lstStyle/>
        <a:p>
          <a:endParaRPr lang="en-US"/>
        </a:p>
      </dgm:t>
    </dgm:pt>
    <dgm:pt modelId="{4D052ABC-844D-4529-952C-0AD866E6AF30}" type="sibTrans" cxnId="{98CB3FD4-814B-4B58-AE44-5C67EB27FBCB}">
      <dgm:prSet/>
      <dgm:spPr/>
      <dgm:t>
        <a:bodyPr/>
        <a:lstStyle/>
        <a:p>
          <a:endParaRPr lang="en-US"/>
        </a:p>
      </dgm:t>
    </dgm:pt>
    <dgm:pt modelId="{87A9E66B-5024-4BF0-AD71-577CACBE8CCB}">
      <dgm:prSet/>
      <dgm:spPr/>
      <dgm:t>
        <a:bodyPr/>
        <a:lstStyle/>
        <a:p>
          <a:r>
            <a:rPr lang="es-ES"/>
            <a:t>Uso de almacenamiento en la nube</a:t>
          </a:r>
          <a:endParaRPr lang="en-US"/>
        </a:p>
      </dgm:t>
    </dgm:pt>
    <dgm:pt modelId="{98688906-675B-4AE5-82F3-DBEA4AE23DA0}" type="parTrans" cxnId="{12D9AA44-8AD6-4D4B-A550-1778581EF1BE}">
      <dgm:prSet/>
      <dgm:spPr/>
      <dgm:t>
        <a:bodyPr/>
        <a:lstStyle/>
        <a:p>
          <a:endParaRPr lang="en-US"/>
        </a:p>
      </dgm:t>
    </dgm:pt>
    <dgm:pt modelId="{74ECE07F-E317-467A-B9FD-5E38CD3F73FB}" type="sibTrans" cxnId="{12D9AA44-8AD6-4D4B-A550-1778581EF1BE}">
      <dgm:prSet/>
      <dgm:spPr/>
      <dgm:t>
        <a:bodyPr/>
        <a:lstStyle/>
        <a:p>
          <a:endParaRPr lang="en-US"/>
        </a:p>
      </dgm:t>
    </dgm:pt>
    <dgm:pt modelId="{E28927A0-9069-48B7-B18A-5B8BAFDADD0E}" type="pres">
      <dgm:prSet presAssocID="{4FB8A318-96D5-4E5F-B3C1-A5440081BC97}" presName="linear" presStyleCnt="0">
        <dgm:presLayoutVars>
          <dgm:animLvl val="lvl"/>
          <dgm:resizeHandles val="exact"/>
        </dgm:presLayoutVars>
      </dgm:prSet>
      <dgm:spPr/>
    </dgm:pt>
    <dgm:pt modelId="{279A41B0-904A-43B1-B261-0359CB7D87E1}" type="pres">
      <dgm:prSet presAssocID="{14034327-42BA-4A85-8919-C00C472AD900}" presName="parentText" presStyleLbl="node1" presStyleIdx="0" presStyleCnt="5">
        <dgm:presLayoutVars>
          <dgm:chMax val="0"/>
          <dgm:bulletEnabled val="1"/>
        </dgm:presLayoutVars>
      </dgm:prSet>
      <dgm:spPr/>
    </dgm:pt>
    <dgm:pt modelId="{C353F2AE-B1BB-4463-8D87-18A57B938E8A}" type="pres">
      <dgm:prSet presAssocID="{C605DB83-4BEB-44B2-8B28-088E888F7311}" presName="spacer" presStyleCnt="0"/>
      <dgm:spPr/>
    </dgm:pt>
    <dgm:pt modelId="{4E35AA39-240F-48BF-8816-16D1E7222FB1}" type="pres">
      <dgm:prSet presAssocID="{E3AF596D-A288-4D78-BA68-015DC6D5DBE7}" presName="parentText" presStyleLbl="node1" presStyleIdx="1" presStyleCnt="5">
        <dgm:presLayoutVars>
          <dgm:chMax val="0"/>
          <dgm:bulletEnabled val="1"/>
        </dgm:presLayoutVars>
      </dgm:prSet>
      <dgm:spPr/>
    </dgm:pt>
    <dgm:pt modelId="{D573EA27-3F4E-4BEC-8295-3B42A50BB4B9}" type="pres">
      <dgm:prSet presAssocID="{BBC7B9C3-B7B7-4BA8-996B-BA4EA7CB502F}" presName="spacer" presStyleCnt="0"/>
      <dgm:spPr/>
    </dgm:pt>
    <dgm:pt modelId="{E4705494-6A15-4216-8F61-9D89328DCB8E}" type="pres">
      <dgm:prSet presAssocID="{6A1621BA-B3EC-4681-906C-5BAE7F81D18D}" presName="parentText" presStyleLbl="node1" presStyleIdx="2" presStyleCnt="5">
        <dgm:presLayoutVars>
          <dgm:chMax val="0"/>
          <dgm:bulletEnabled val="1"/>
        </dgm:presLayoutVars>
      </dgm:prSet>
      <dgm:spPr/>
    </dgm:pt>
    <dgm:pt modelId="{FF7FB1E3-C564-4AAE-B20A-4E941F9F280D}" type="pres">
      <dgm:prSet presAssocID="{96DCCFD6-D3A9-4E05-B12F-BA2194CFC3F0}" presName="spacer" presStyleCnt="0"/>
      <dgm:spPr/>
    </dgm:pt>
    <dgm:pt modelId="{092C8938-75C5-4C26-9664-367138505A29}" type="pres">
      <dgm:prSet presAssocID="{EE8E6AB1-4A0A-4A8C-AD53-D9E772EA3860}" presName="parentText" presStyleLbl="node1" presStyleIdx="3" presStyleCnt="5">
        <dgm:presLayoutVars>
          <dgm:chMax val="0"/>
          <dgm:bulletEnabled val="1"/>
        </dgm:presLayoutVars>
      </dgm:prSet>
      <dgm:spPr/>
    </dgm:pt>
    <dgm:pt modelId="{DF084C16-D8C2-48CD-A274-A63B4DAF5BC6}" type="pres">
      <dgm:prSet presAssocID="{4D052ABC-844D-4529-952C-0AD866E6AF30}" presName="spacer" presStyleCnt="0"/>
      <dgm:spPr/>
    </dgm:pt>
    <dgm:pt modelId="{4AF99D35-2CB6-4ACD-BE4F-502D3C45C68F}" type="pres">
      <dgm:prSet presAssocID="{87A9E66B-5024-4BF0-AD71-577CACBE8CCB}" presName="parentText" presStyleLbl="node1" presStyleIdx="4" presStyleCnt="5">
        <dgm:presLayoutVars>
          <dgm:chMax val="0"/>
          <dgm:bulletEnabled val="1"/>
        </dgm:presLayoutVars>
      </dgm:prSet>
      <dgm:spPr/>
    </dgm:pt>
  </dgm:ptLst>
  <dgm:cxnLst>
    <dgm:cxn modelId="{9520730F-9C29-498F-9CA9-1489132234DB}" srcId="{4FB8A318-96D5-4E5F-B3C1-A5440081BC97}" destId="{14034327-42BA-4A85-8919-C00C472AD900}" srcOrd="0" destOrd="0" parTransId="{A4662E16-6686-4D5D-ABD4-01424F527D80}" sibTransId="{C605DB83-4BEB-44B2-8B28-088E888F7311}"/>
    <dgm:cxn modelId="{F6648416-AE97-410E-9BB1-D4EB983B086B}" type="presOf" srcId="{6A1621BA-B3EC-4681-906C-5BAE7F81D18D}" destId="{E4705494-6A15-4216-8F61-9D89328DCB8E}" srcOrd="0" destOrd="0" presId="urn:microsoft.com/office/officeart/2005/8/layout/vList2"/>
    <dgm:cxn modelId="{EE20F040-D121-49C0-87EF-1A55D7BF5D25}" type="presOf" srcId="{87A9E66B-5024-4BF0-AD71-577CACBE8CCB}" destId="{4AF99D35-2CB6-4ACD-BE4F-502D3C45C68F}" srcOrd="0" destOrd="0" presId="urn:microsoft.com/office/officeart/2005/8/layout/vList2"/>
    <dgm:cxn modelId="{12D9AA44-8AD6-4D4B-A550-1778581EF1BE}" srcId="{4FB8A318-96D5-4E5F-B3C1-A5440081BC97}" destId="{87A9E66B-5024-4BF0-AD71-577CACBE8CCB}" srcOrd="4" destOrd="0" parTransId="{98688906-675B-4AE5-82F3-DBEA4AE23DA0}" sibTransId="{74ECE07F-E317-467A-B9FD-5E38CD3F73FB}"/>
    <dgm:cxn modelId="{9912E664-335D-438A-920B-82CA6BCF4AFA}" srcId="{4FB8A318-96D5-4E5F-B3C1-A5440081BC97}" destId="{6A1621BA-B3EC-4681-906C-5BAE7F81D18D}" srcOrd="2" destOrd="0" parTransId="{CD20A6BF-17E4-4F28-B8FD-9D3DFF71FFD5}" sibTransId="{96DCCFD6-D3A9-4E05-B12F-BA2194CFC3F0}"/>
    <dgm:cxn modelId="{E8A84154-FB6F-4A86-B503-F883B0C5082D}" srcId="{4FB8A318-96D5-4E5F-B3C1-A5440081BC97}" destId="{E3AF596D-A288-4D78-BA68-015DC6D5DBE7}" srcOrd="1" destOrd="0" parTransId="{0FC019C2-CC37-4A11-B3E9-D89D4A4CC8C7}" sibTransId="{BBC7B9C3-B7B7-4BA8-996B-BA4EA7CB502F}"/>
    <dgm:cxn modelId="{07739159-1D00-4D9D-8A60-C6F5D85309A0}" type="presOf" srcId="{EE8E6AB1-4A0A-4A8C-AD53-D9E772EA3860}" destId="{092C8938-75C5-4C26-9664-367138505A29}" srcOrd="0" destOrd="0" presId="urn:microsoft.com/office/officeart/2005/8/layout/vList2"/>
    <dgm:cxn modelId="{44C9DE7A-BB61-44C0-8AA2-8A9055011BFF}" type="presOf" srcId="{14034327-42BA-4A85-8919-C00C472AD900}" destId="{279A41B0-904A-43B1-B261-0359CB7D87E1}" srcOrd="0" destOrd="0" presId="urn:microsoft.com/office/officeart/2005/8/layout/vList2"/>
    <dgm:cxn modelId="{4F92628D-07D6-4127-A9C0-8EFABDE24E5E}" type="presOf" srcId="{E3AF596D-A288-4D78-BA68-015DC6D5DBE7}" destId="{4E35AA39-240F-48BF-8816-16D1E7222FB1}" srcOrd="0" destOrd="0" presId="urn:microsoft.com/office/officeart/2005/8/layout/vList2"/>
    <dgm:cxn modelId="{AE0D44B0-5A21-42F3-AF7D-7CF99A0B13D0}" type="presOf" srcId="{4FB8A318-96D5-4E5F-B3C1-A5440081BC97}" destId="{E28927A0-9069-48B7-B18A-5B8BAFDADD0E}" srcOrd="0" destOrd="0" presId="urn:microsoft.com/office/officeart/2005/8/layout/vList2"/>
    <dgm:cxn modelId="{98CB3FD4-814B-4B58-AE44-5C67EB27FBCB}" srcId="{4FB8A318-96D5-4E5F-B3C1-A5440081BC97}" destId="{EE8E6AB1-4A0A-4A8C-AD53-D9E772EA3860}" srcOrd="3" destOrd="0" parTransId="{EA0EB1A1-8BF4-4981-A9D9-81A881B683F5}" sibTransId="{4D052ABC-844D-4529-952C-0AD866E6AF30}"/>
    <dgm:cxn modelId="{4FE449E4-6F44-4798-AB3A-DD3BAEAF2649}" type="presParOf" srcId="{E28927A0-9069-48B7-B18A-5B8BAFDADD0E}" destId="{279A41B0-904A-43B1-B261-0359CB7D87E1}" srcOrd="0" destOrd="0" presId="urn:microsoft.com/office/officeart/2005/8/layout/vList2"/>
    <dgm:cxn modelId="{BA052DF6-4F07-4CB2-861C-81F645E4BF56}" type="presParOf" srcId="{E28927A0-9069-48B7-B18A-5B8BAFDADD0E}" destId="{C353F2AE-B1BB-4463-8D87-18A57B938E8A}" srcOrd="1" destOrd="0" presId="urn:microsoft.com/office/officeart/2005/8/layout/vList2"/>
    <dgm:cxn modelId="{1224F47B-B8E9-4F11-85A4-134D5F20851E}" type="presParOf" srcId="{E28927A0-9069-48B7-B18A-5B8BAFDADD0E}" destId="{4E35AA39-240F-48BF-8816-16D1E7222FB1}" srcOrd="2" destOrd="0" presId="urn:microsoft.com/office/officeart/2005/8/layout/vList2"/>
    <dgm:cxn modelId="{CD0FBCFA-32CD-43A4-8C0A-4095F5B98C66}" type="presParOf" srcId="{E28927A0-9069-48B7-B18A-5B8BAFDADD0E}" destId="{D573EA27-3F4E-4BEC-8295-3B42A50BB4B9}" srcOrd="3" destOrd="0" presId="urn:microsoft.com/office/officeart/2005/8/layout/vList2"/>
    <dgm:cxn modelId="{4AB964DF-8FE5-425D-B07D-651887661F45}" type="presParOf" srcId="{E28927A0-9069-48B7-B18A-5B8BAFDADD0E}" destId="{E4705494-6A15-4216-8F61-9D89328DCB8E}" srcOrd="4" destOrd="0" presId="urn:microsoft.com/office/officeart/2005/8/layout/vList2"/>
    <dgm:cxn modelId="{3D5A025C-3824-4ED3-BF30-76135420D4FC}" type="presParOf" srcId="{E28927A0-9069-48B7-B18A-5B8BAFDADD0E}" destId="{FF7FB1E3-C564-4AAE-B20A-4E941F9F280D}" srcOrd="5" destOrd="0" presId="urn:microsoft.com/office/officeart/2005/8/layout/vList2"/>
    <dgm:cxn modelId="{F575D60F-BF0A-43EE-BA05-7CCBDDA300D1}" type="presParOf" srcId="{E28927A0-9069-48B7-B18A-5B8BAFDADD0E}" destId="{092C8938-75C5-4C26-9664-367138505A29}" srcOrd="6" destOrd="0" presId="urn:microsoft.com/office/officeart/2005/8/layout/vList2"/>
    <dgm:cxn modelId="{991F6622-F263-45CA-BA13-A5CF025C58C0}" type="presParOf" srcId="{E28927A0-9069-48B7-B18A-5B8BAFDADD0E}" destId="{DF084C16-D8C2-48CD-A274-A63B4DAF5BC6}" srcOrd="7" destOrd="0" presId="urn:microsoft.com/office/officeart/2005/8/layout/vList2"/>
    <dgm:cxn modelId="{245990E0-3A66-4A31-8471-7BF532432547}" type="presParOf" srcId="{E28927A0-9069-48B7-B18A-5B8BAFDADD0E}" destId="{4AF99D35-2CB6-4ACD-BE4F-502D3C45C68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722963-87A0-4AC9-A339-F0346A376E15}"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F6D10678-072E-4B4A-B7E8-C56AF185653B}">
      <dgm:prSet/>
      <dgm:spPr/>
      <dgm:t>
        <a:bodyPr/>
        <a:lstStyle/>
        <a:p>
          <a:r>
            <a:rPr lang="es-ES"/>
            <a:t>Las técnicas de análisis permiten extraer valor y significado de grandes volúmenes de datos de log:</a:t>
          </a:r>
          <a:endParaRPr lang="en-US"/>
        </a:p>
      </dgm:t>
    </dgm:pt>
    <dgm:pt modelId="{1DF7C9C0-BEA0-4039-ADB6-FEB185A7C816}" type="parTrans" cxnId="{6445CD2D-4A89-4351-BCB1-F5398860DD3D}">
      <dgm:prSet/>
      <dgm:spPr/>
      <dgm:t>
        <a:bodyPr/>
        <a:lstStyle/>
        <a:p>
          <a:endParaRPr lang="en-US"/>
        </a:p>
      </dgm:t>
    </dgm:pt>
    <dgm:pt modelId="{5D0C7319-CF56-45D6-8351-1E95D3C06DE8}" type="sibTrans" cxnId="{6445CD2D-4A89-4351-BCB1-F5398860DD3D}">
      <dgm:prSet/>
      <dgm:spPr/>
      <dgm:t>
        <a:bodyPr/>
        <a:lstStyle/>
        <a:p>
          <a:endParaRPr lang="en-US"/>
        </a:p>
      </dgm:t>
    </dgm:pt>
    <dgm:pt modelId="{07787828-AC27-4ADA-994F-956DAD48D07A}">
      <dgm:prSet/>
      <dgm:spPr/>
      <dgm:t>
        <a:bodyPr/>
        <a:lstStyle/>
        <a:p>
          <a:r>
            <a:rPr lang="es-ES" b="1" dirty="0"/>
            <a:t>Análisis de Patrones (</a:t>
          </a:r>
          <a:r>
            <a:rPr lang="es-ES" b="1" dirty="0" err="1"/>
            <a:t>Pattern</a:t>
          </a:r>
          <a:r>
            <a:rPr lang="es-ES" b="1" dirty="0"/>
            <a:t> </a:t>
          </a:r>
          <a:r>
            <a:rPr lang="es-ES" b="1" dirty="0" err="1"/>
            <a:t>Matching</a:t>
          </a:r>
          <a:r>
            <a:rPr lang="es-ES" b="1" dirty="0"/>
            <a:t>)</a:t>
          </a:r>
          <a:r>
            <a:rPr lang="es-ES" dirty="0"/>
            <a:t>: Buscar secuencias o patrones específicos en los logs. Por ejemplo, se puede buscar la palabra clave "error" o "fallo" para identificar rápidamente problemas.</a:t>
          </a:r>
          <a:endParaRPr lang="en-US" dirty="0"/>
        </a:p>
      </dgm:t>
    </dgm:pt>
    <dgm:pt modelId="{55F13FC7-7FA4-4413-82D9-BFFA2B4CF6B0}" type="parTrans" cxnId="{2532D248-EE0E-4555-BF81-0F4C919473BF}">
      <dgm:prSet/>
      <dgm:spPr/>
      <dgm:t>
        <a:bodyPr/>
        <a:lstStyle/>
        <a:p>
          <a:endParaRPr lang="en-US"/>
        </a:p>
      </dgm:t>
    </dgm:pt>
    <dgm:pt modelId="{620A60B1-73EB-4759-96DD-56F256862084}" type="sibTrans" cxnId="{2532D248-EE0E-4555-BF81-0F4C919473BF}">
      <dgm:prSet/>
      <dgm:spPr/>
      <dgm:t>
        <a:bodyPr/>
        <a:lstStyle/>
        <a:p>
          <a:endParaRPr lang="en-US"/>
        </a:p>
      </dgm:t>
    </dgm:pt>
    <dgm:pt modelId="{00ED50E0-5A80-4179-9EB9-FA4A86CA30B5}">
      <dgm:prSet/>
      <dgm:spPr/>
      <dgm:t>
        <a:bodyPr/>
        <a:lstStyle/>
        <a:p>
          <a:r>
            <a:rPr lang="es-ES" b="1"/>
            <a:t>Correlación de Eventos (Event Correlation)</a:t>
          </a:r>
          <a:r>
            <a:rPr lang="es-ES"/>
            <a:t>: Relacionar eventos de diferentes fuentes para entender un problema más grande. Por ejemplo, un intento de inicio de sesión fallido en un servidor web puede estar correlacionado con una alerta de seguridad de un firewall.</a:t>
          </a:r>
          <a:endParaRPr lang="en-US"/>
        </a:p>
      </dgm:t>
    </dgm:pt>
    <dgm:pt modelId="{8B0FDCDE-622A-422A-8BFD-E295D46CEF01}" type="parTrans" cxnId="{0B728EF6-9F46-4916-92B3-9F572CBA26A9}">
      <dgm:prSet/>
      <dgm:spPr/>
      <dgm:t>
        <a:bodyPr/>
        <a:lstStyle/>
        <a:p>
          <a:endParaRPr lang="en-US"/>
        </a:p>
      </dgm:t>
    </dgm:pt>
    <dgm:pt modelId="{4FEB51CF-0BA2-475F-B02F-FAB88AE03745}" type="sibTrans" cxnId="{0B728EF6-9F46-4916-92B3-9F572CBA26A9}">
      <dgm:prSet/>
      <dgm:spPr/>
      <dgm:t>
        <a:bodyPr/>
        <a:lstStyle/>
        <a:p>
          <a:endParaRPr lang="en-US"/>
        </a:p>
      </dgm:t>
    </dgm:pt>
    <dgm:pt modelId="{E4D29078-2153-40F5-B548-64ECAD22EC84}">
      <dgm:prSet/>
      <dgm:spPr/>
      <dgm:t>
        <a:bodyPr/>
        <a:lstStyle/>
        <a:p>
          <a:r>
            <a:rPr lang="es-ES" b="1"/>
            <a:t>Anomalías (Anomaly Detection)</a:t>
          </a:r>
          <a:r>
            <a:rPr lang="es-ES"/>
            <a:t>: Identificar eventos que se desvían de un comportamiento normal. Esto es útil para detectar intrusiones o fallos inesperados en el sistema. Por ejemplo, un pico repentino de actividad en un servidor por la noche.</a:t>
          </a:r>
          <a:endParaRPr lang="en-US"/>
        </a:p>
      </dgm:t>
    </dgm:pt>
    <dgm:pt modelId="{3ED44B57-1E25-483F-98D3-663E01857429}" type="parTrans" cxnId="{63A99018-7E15-4D9B-A6B4-886047A971E0}">
      <dgm:prSet/>
      <dgm:spPr/>
      <dgm:t>
        <a:bodyPr/>
        <a:lstStyle/>
        <a:p>
          <a:endParaRPr lang="en-US"/>
        </a:p>
      </dgm:t>
    </dgm:pt>
    <dgm:pt modelId="{367E532E-59CA-44BD-8E27-E8543E9412D9}" type="sibTrans" cxnId="{63A99018-7E15-4D9B-A6B4-886047A971E0}">
      <dgm:prSet/>
      <dgm:spPr/>
      <dgm:t>
        <a:bodyPr/>
        <a:lstStyle/>
        <a:p>
          <a:endParaRPr lang="en-US"/>
        </a:p>
      </dgm:t>
    </dgm:pt>
    <dgm:pt modelId="{80EB28F1-11DE-4F50-86C1-2786E936FF78}">
      <dgm:prSet/>
      <dgm:spPr/>
      <dgm:t>
        <a:bodyPr/>
        <a:lstStyle/>
        <a:p>
          <a:r>
            <a:rPr lang="es-ES" b="1"/>
            <a:t>Agregación y Visualización</a:t>
          </a:r>
          <a:r>
            <a:rPr lang="es-ES"/>
            <a:t>: Resumir grandes cantidades de datos de log y presentarlos en gráficos o dashboards. Herramientas como ELK Stack (Elasticsearch, Logstash, Kibana) o Splunk son muy utilizadas para esto, permitiendo ver tendencias y detectar problemas de un vistazo.</a:t>
          </a:r>
          <a:endParaRPr lang="en-US"/>
        </a:p>
      </dgm:t>
    </dgm:pt>
    <dgm:pt modelId="{48206358-E208-4F7A-953A-32D2DBCC561B}" type="parTrans" cxnId="{73F2AE58-6C31-4A4D-ADF0-D692B642943B}">
      <dgm:prSet/>
      <dgm:spPr/>
      <dgm:t>
        <a:bodyPr/>
        <a:lstStyle/>
        <a:p>
          <a:endParaRPr lang="en-US"/>
        </a:p>
      </dgm:t>
    </dgm:pt>
    <dgm:pt modelId="{C06BF82F-EC7B-4B81-8152-DB009DE83A42}" type="sibTrans" cxnId="{73F2AE58-6C31-4A4D-ADF0-D692B642943B}">
      <dgm:prSet/>
      <dgm:spPr/>
      <dgm:t>
        <a:bodyPr/>
        <a:lstStyle/>
        <a:p>
          <a:endParaRPr lang="en-US"/>
        </a:p>
      </dgm:t>
    </dgm:pt>
    <dgm:pt modelId="{96293A48-8C2E-4DE1-90B8-305AA355B4A3}" type="pres">
      <dgm:prSet presAssocID="{5A722963-87A0-4AC9-A339-F0346A376E15}" presName="vert0" presStyleCnt="0">
        <dgm:presLayoutVars>
          <dgm:dir/>
          <dgm:animOne val="branch"/>
          <dgm:animLvl val="lvl"/>
        </dgm:presLayoutVars>
      </dgm:prSet>
      <dgm:spPr/>
    </dgm:pt>
    <dgm:pt modelId="{57824203-D117-4001-8731-EE54C0A5B671}" type="pres">
      <dgm:prSet presAssocID="{F6D10678-072E-4B4A-B7E8-C56AF185653B}" presName="thickLine" presStyleLbl="alignNode1" presStyleIdx="0" presStyleCnt="5"/>
      <dgm:spPr/>
    </dgm:pt>
    <dgm:pt modelId="{ED3505C8-AF0B-4AF7-A916-0CA9B5E99027}" type="pres">
      <dgm:prSet presAssocID="{F6D10678-072E-4B4A-B7E8-C56AF185653B}" presName="horz1" presStyleCnt="0"/>
      <dgm:spPr/>
    </dgm:pt>
    <dgm:pt modelId="{A8F7295D-37DA-4B26-A23F-71CD4402C23C}" type="pres">
      <dgm:prSet presAssocID="{F6D10678-072E-4B4A-B7E8-C56AF185653B}" presName="tx1" presStyleLbl="revTx" presStyleIdx="0" presStyleCnt="5"/>
      <dgm:spPr/>
    </dgm:pt>
    <dgm:pt modelId="{1673F6A6-623F-43B5-8AB2-94662619107D}" type="pres">
      <dgm:prSet presAssocID="{F6D10678-072E-4B4A-B7E8-C56AF185653B}" presName="vert1" presStyleCnt="0"/>
      <dgm:spPr/>
    </dgm:pt>
    <dgm:pt modelId="{13647C45-6C54-4695-BEED-19D7F77E4596}" type="pres">
      <dgm:prSet presAssocID="{07787828-AC27-4ADA-994F-956DAD48D07A}" presName="thickLine" presStyleLbl="alignNode1" presStyleIdx="1" presStyleCnt="5"/>
      <dgm:spPr/>
    </dgm:pt>
    <dgm:pt modelId="{583668AA-BDC7-424E-89A5-EE6F23478986}" type="pres">
      <dgm:prSet presAssocID="{07787828-AC27-4ADA-994F-956DAD48D07A}" presName="horz1" presStyleCnt="0"/>
      <dgm:spPr/>
    </dgm:pt>
    <dgm:pt modelId="{DF12D5FE-A608-45A3-97C4-41D2CB7EEFB4}" type="pres">
      <dgm:prSet presAssocID="{07787828-AC27-4ADA-994F-956DAD48D07A}" presName="tx1" presStyleLbl="revTx" presStyleIdx="1" presStyleCnt="5"/>
      <dgm:spPr/>
    </dgm:pt>
    <dgm:pt modelId="{DE76B5BB-0648-4853-A711-4DD71D093FD6}" type="pres">
      <dgm:prSet presAssocID="{07787828-AC27-4ADA-994F-956DAD48D07A}" presName="vert1" presStyleCnt="0"/>
      <dgm:spPr/>
    </dgm:pt>
    <dgm:pt modelId="{F1F4F867-0999-4361-8D6F-AC723092504F}" type="pres">
      <dgm:prSet presAssocID="{00ED50E0-5A80-4179-9EB9-FA4A86CA30B5}" presName="thickLine" presStyleLbl="alignNode1" presStyleIdx="2" presStyleCnt="5"/>
      <dgm:spPr/>
    </dgm:pt>
    <dgm:pt modelId="{A2D9E085-6B08-4BA9-A8A1-7AA259A185D9}" type="pres">
      <dgm:prSet presAssocID="{00ED50E0-5A80-4179-9EB9-FA4A86CA30B5}" presName="horz1" presStyleCnt="0"/>
      <dgm:spPr/>
    </dgm:pt>
    <dgm:pt modelId="{B5F85B25-528B-4BB3-A336-CF0A88C9C10C}" type="pres">
      <dgm:prSet presAssocID="{00ED50E0-5A80-4179-9EB9-FA4A86CA30B5}" presName="tx1" presStyleLbl="revTx" presStyleIdx="2" presStyleCnt="5"/>
      <dgm:spPr/>
    </dgm:pt>
    <dgm:pt modelId="{C258CC44-0E71-45E9-A0D6-00F53042D70C}" type="pres">
      <dgm:prSet presAssocID="{00ED50E0-5A80-4179-9EB9-FA4A86CA30B5}" presName="vert1" presStyleCnt="0"/>
      <dgm:spPr/>
    </dgm:pt>
    <dgm:pt modelId="{DB0B89BB-45AD-4575-8DAA-712FCDE3F1D8}" type="pres">
      <dgm:prSet presAssocID="{E4D29078-2153-40F5-B548-64ECAD22EC84}" presName="thickLine" presStyleLbl="alignNode1" presStyleIdx="3" presStyleCnt="5"/>
      <dgm:spPr/>
    </dgm:pt>
    <dgm:pt modelId="{A600BB0A-8691-4C71-BB5B-655360A2D837}" type="pres">
      <dgm:prSet presAssocID="{E4D29078-2153-40F5-B548-64ECAD22EC84}" presName="horz1" presStyleCnt="0"/>
      <dgm:spPr/>
    </dgm:pt>
    <dgm:pt modelId="{3614AEE6-C110-432B-9D2E-07E354C81CF1}" type="pres">
      <dgm:prSet presAssocID="{E4D29078-2153-40F5-B548-64ECAD22EC84}" presName="tx1" presStyleLbl="revTx" presStyleIdx="3" presStyleCnt="5"/>
      <dgm:spPr/>
    </dgm:pt>
    <dgm:pt modelId="{767ABBC4-5A4D-4679-A7FC-6C257E3153D4}" type="pres">
      <dgm:prSet presAssocID="{E4D29078-2153-40F5-B548-64ECAD22EC84}" presName="vert1" presStyleCnt="0"/>
      <dgm:spPr/>
    </dgm:pt>
    <dgm:pt modelId="{9D3175B5-5C75-44D3-A85B-AB18809DDE58}" type="pres">
      <dgm:prSet presAssocID="{80EB28F1-11DE-4F50-86C1-2786E936FF78}" presName="thickLine" presStyleLbl="alignNode1" presStyleIdx="4" presStyleCnt="5"/>
      <dgm:spPr/>
    </dgm:pt>
    <dgm:pt modelId="{25421DB5-65C3-45BF-9DA5-ADBBC0870CD4}" type="pres">
      <dgm:prSet presAssocID="{80EB28F1-11DE-4F50-86C1-2786E936FF78}" presName="horz1" presStyleCnt="0"/>
      <dgm:spPr/>
    </dgm:pt>
    <dgm:pt modelId="{75EAC4CC-4FA0-4836-A2DD-60BBFF27FC60}" type="pres">
      <dgm:prSet presAssocID="{80EB28F1-11DE-4F50-86C1-2786E936FF78}" presName="tx1" presStyleLbl="revTx" presStyleIdx="4" presStyleCnt="5"/>
      <dgm:spPr/>
    </dgm:pt>
    <dgm:pt modelId="{D043DE3C-A635-477F-8E44-204E13ED6009}" type="pres">
      <dgm:prSet presAssocID="{80EB28F1-11DE-4F50-86C1-2786E936FF78}" presName="vert1" presStyleCnt="0"/>
      <dgm:spPr/>
    </dgm:pt>
  </dgm:ptLst>
  <dgm:cxnLst>
    <dgm:cxn modelId="{63A99018-7E15-4D9B-A6B4-886047A971E0}" srcId="{5A722963-87A0-4AC9-A339-F0346A376E15}" destId="{E4D29078-2153-40F5-B548-64ECAD22EC84}" srcOrd="3" destOrd="0" parTransId="{3ED44B57-1E25-483F-98D3-663E01857429}" sibTransId="{367E532E-59CA-44BD-8E27-E8543E9412D9}"/>
    <dgm:cxn modelId="{6445CD2D-4A89-4351-BCB1-F5398860DD3D}" srcId="{5A722963-87A0-4AC9-A339-F0346A376E15}" destId="{F6D10678-072E-4B4A-B7E8-C56AF185653B}" srcOrd="0" destOrd="0" parTransId="{1DF7C9C0-BEA0-4039-ADB6-FEB185A7C816}" sibTransId="{5D0C7319-CF56-45D6-8351-1E95D3C06DE8}"/>
    <dgm:cxn modelId="{8131DF32-7500-42DB-B024-429B86DDA711}" type="presOf" srcId="{5A722963-87A0-4AC9-A339-F0346A376E15}" destId="{96293A48-8C2E-4DE1-90B8-305AA355B4A3}" srcOrd="0" destOrd="0" presId="urn:microsoft.com/office/officeart/2008/layout/LinedList"/>
    <dgm:cxn modelId="{21660460-A788-438A-8C9A-BBBB183D5EFE}" type="presOf" srcId="{80EB28F1-11DE-4F50-86C1-2786E936FF78}" destId="{75EAC4CC-4FA0-4836-A2DD-60BBFF27FC60}" srcOrd="0" destOrd="0" presId="urn:microsoft.com/office/officeart/2008/layout/LinedList"/>
    <dgm:cxn modelId="{2532D248-EE0E-4555-BF81-0F4C919473BF}" srcId="{5A722963-87A0-4AC9-A339-F0346A376E15}" destId="{07787828-AC27-4ADA-994F-956DAD48D07A}" srcOrd="1" destOrd="0" parTransId="{55F13FC7-7FA4-4413-82D9-BFFA2B4CF6B0}" sibTransId="{620A60B1-73EB-4759-96DD-56F256862084}"/>
    <dgm:cxn modelId="{73F2AE58-6C31-4A4D-ADF0-D692B642943B}" srcId="{5A722963-87A0-4AC9-A339-F0346A376E15}" destId="{80EB28F1-11DE-4F50-86C1-2786E936FF78}" srcOrd="4" destOrd="0" parTransId="{48206358-E208-4F7A-953A-32D2DBCC561B}" sibTransId="{C06BF82F-EC7B-4B81-8152-DB009DE83A42}"/>
    <dgm:cxn modelId="{5E4FFF93-275A-45ED-91B7-619DB74EE635}" type="presOf" srcId="{F6D10678-072E-4B4A-B7E8-C56AF185653B}" destId="{A8F7295D-37DA-4B26-A23F-71CD4402C23C}" srcOrd="0" destOrd="0" presId="urn:microsoft.com/office/officeart/2008/layout/LinedList"/>
    <dgm:cxn modelId="{EE7162A8-0836-4DF9-A13A-C230614A9072}" type="presOf" srcId="{00ED50E0-5A80-4179-9EB9-FA4A86CA30B5}" destId="{B5F85B25-528B-4BB3-A336-CF0A88C9C10C}" srcOrd="0" destOrd="0" presId="urn:microsoft.com/office/officeart/2008/layout/LinedList"/>
    <dgm:cxn modelId="{D7210BEB-7BCF-4962-B609-3EFC353FA6BB}" type="presOf" srcId="{07787828-AC27-4ADA-994F-956DAD48D07A}" destId="{DF12D5FE-A608-45A3-97C4-41D2CB7EEFB4}" srcOrd="0" destOrd="0" presId="urn:microsoft.com/office/officeart/2008/layout/LinedList"/>
    <dgm:cxn modelId="{456FA1ED-818C-40EC-ACC6-98FCA05A4689}" type="presOf" srcId="{E4D29078-2153-40F5-B548-64ECAD22EC84}" destId="{3614AEE6-C110-432B-9D2E-07E354C81CF1}" srcOrd="0" destOrd="0" presId="urn:microsoft.com/office/officeart/2008/layout/LinedList"/>
    <dgm:cxn modelId="{0B728EF6-9F46-4916-92B3-9F572CBA26A9}" srcId="{5A722963-87A0-4AC9-A339-F0346A376E15}" destId="{00ED50E0-5A80-4179-9EB9-FA4A86CA30B5}" srcOrd="2" destOrd="0" parTransId="{8B0FDCDE-622A-422A-8BFD-E295D46CEF01}" sibTransId="{4FEB51CF-0BA2-475F-B02F-FAB88AE03745}"/>
    <dgm:cxn modelId="{38F98439-FDCC-4280-9A47-0F14C9E08515}" type="presParOf" srcId="{96293A48-8C2E-4DE1-90B8-305AA355B4A3}" destId="{57824203-D117-4001-8731-EE54C0A5B671}" srcOrd="0" destOrd="0" presId="urn:microsoft.com/office/officeart/2008/layout/LinedList"/>
    <dgm:cxn modelId="{1DAA9A42-EBED-4534-9A73-9015B7D5C1E4}" type="presParOf" srcId="{96293A48-8C2E-4DE1-90B8-305AA355B4A3}" destId="{ED3505C8-AF0B-4AF7-A916-0CA9B5E99027}" srcOrd="1" destOrd="0" presId="urn:microsoft.com/office/officeart/2008/layout/LinedList"/>
    <dgm:cxn modelId="{1CDAF0FA-7AF0-40A2-8C58-78F061C7CC6A}" type="presParOf" srcId="{ED3505C8-AF0B-4AF7-A916-0CA9B5E99027}" destId="{A8F7295D-37DA-4B26-A23F-71CD4402C23C}" srcOrd="0" destOrd="0" presId="urn:microsoft.com/office/officeart/2008/layout/LinedList"/>
    <dgm:cxn modelId="{41DE55AC-0080-48CA-A8BB-638E5CCD1365}" type="presParOf" srcId="{ED3505C8-AF0B-4AF7-A916-0CA9B5E99027}" destId="{1673F6A6-623F-43B5-8AB2-94662619107D}" srcOrd="1" destOrd="0" presId="urn:microsoft.com/office/officeart/2008/layout/LinedList"/>
    <dgm:cxn modelId="{73ED00E8-37AF-4A25-8B01-95B46DE83F50}" type="presParOf" srcId="{96293A48-8C2E-4DE1-90B8-305AA355B4A3}" destId="{13647C45-6C54-4695-BEED-19D7F77E4596}" srcOrd="2" destOrd="0" presId="urn:microsoft.com/office/officeart/2008/layout/LinedList"/>
    <dgm:cxn modelId="{6699CCBF-CBC0-4CA1-930B-B7B89E353F5D}" type="presParOf" srcId="{96293A48-8C2E-4DE1-90B8-305AA355B4A3}" destId="{583668AA-BDC7-424E-89A5-EE6F23478986}" srcOrd="3" destOrd="0" presId="urn:microsoft.com/office/officeart/2008/layout/LinedList"/>
    <dgm:cxn modelId="{2E7C0A0A-5DF0-4D8B-B915-FD4338C0A1B2}" type="presParOf" srcId="{583668AA-BDC7-424E-89A5-EE6F23478986}" destId="{DF12D5FE-A608-45A3-97C4-41D2CB7EEFB4}" srcOrd="0" destOrd="0" presId="urn:microsoft.com/office/officeart/2008/layout/LinedList"/>
    <dgm:cxn modelId="{269C3A8E-D1BA-4400-BCBF-5E35C345ADA9}" type="presParOf" srcId="{583668AA-BDC7-424E-89A5-EE6F23478986}" destId="{DE76B5BB-0648-4853-A711-4DD71D093FD6}" srcOrd="1" destOrd="0" presId="urn:microsoft.com/office/officeart/2008/layout/LinedList"/>
    <dgm:cxn modelId="{A89247FC-1503-437E-97B7-AEA40E159130}" type="presParOf" srcId="{96293A48-8C2E-4DE1-90B8-305AA355B4A3}" destId="{F1F4F867-0999-4361-8D6F-AC723092504F}" srcOrd="4" destOrd="0" presId="urn:microsoft.com/office/officeart/2008/layout/LinedList"/>
    <dgm:cxn modelId="{D1F0006E-56CB-4133-96E2-956359252B66}" type="presParOf" srcId="{96293A48-8C2E-4DE1-90B8-305AA355B4A3}" destId="{A2D9E085-6B08-4BA9-A8A1-7AA259A185D9}" srcOrd="5" destOrd="0" presId="urn:microsoft.com/office/officeart/2008/layout/LinedList"/>
    <dgm:cxn modelId="{350D8B8B-AA06-4395-9CDE-E6A9959E3C50}" type="presParOf" srcId="{A2D9E085-6B08-4BA9-A8A1-7AA259A185D9}" destId="{B5F85B25-528B-4BB3-A336-CF0A88C9C10C}" srcOrd="0" destOrd="0" presId="urn:microsoft.com/office/officeart/2008/layout/LinedList"/>
    <dgm:cxn modelId="{B55BA905-DBF4-4EBA-BA79-6828F7AC120A}" type="presParOf" srcId="{A2D9E085-6B08-4BA9-A8A1-7AA259A185D9}" destId="{C258CC44-0E71-45E9-A0D6-00F53042D70C}" srcOrd="1" destOrd="0" presId="urn:microsoft.com/office/officeart/2008/layout/LinedList"/>
    <dgm:cxn modelId="{3BFF784A-B042-482A-B172-11C2F368A8E0}" type="presParOf" srcId="{96293A48-8C2E-4DE1-90B8-305AA355B4A3}" destId="{DB0B89BB-45AD-4575-8DAA-712FCDE3F1D8}" srcOrd="6" destOrd="0" presId="urn:microsoft.com/office/officeart/2008/layout/LinedList"/>
    <dgm:cxn modelId="{1F388F6A-DBCD-417B-962F-2B19F8DF4354}" type="presParOf" srcId="{96293A48-8C2E-4DE1-90B8-305AA355B4A3}" destId="{A600BB0A-8691-4C71-BB5B-655360A2D837}" srcOrd="7" destOrd="0" presId="urn:microsoft.com/office/officeart/2008/layout/LinedList"/>
    <dgm:cxn modelId="{36045B42-C2CF-4D95-BE25-C2E3AADEF035}" type="presParOf" srcId="{A600BB0A-8691-4C71-BB5B-655360A2D837}" destId="{3614AEE6-C110-432B-9D2E-07E354C81CF1}" srcOrd="0" destOrd="0" presId="urn:microsoft.com/office/officeart/2008/layout/LinedList"/>
    <dgm:cxn modelId="{3412BBF4-E8EA-4DF9-AB0A-BC9CF32C82CB}" type="presParOf" srcId="{A600BB0A-8691-4C71-BB5B-655360A2D837}" destId="{767ABBC4-5A4D-4679-A7FC-6C257E3153D4}" srcOrd="1" destOrd="0" presId="urn:microsoft.com/office/officeart/2008/layout/LinedList"/>
    <dgm:cxn modelId="{3BBE8C75-C0DA-41E4-ABA4-9754A2F3C688}" type="presParOf" srcId="{96293A48-8C2E-4DE1-90B8-305AA355B4A3}" destId="{9D3175B5-5C75-44D3-A85B-AB18809DDE58}" srcOrd="8" destOrd="0" presId="urn:microsoft.com/office/officeart/2008/layout/LinedList"/>
    <dgm:cxn modelId="{A7DE6633-9B19-44EA-828C-9ACD0456C656}" type="presParOf" srcId="{96293A48-8C2E-4DE1-90B8-305AA355B4A3}" destId="{25421DB5-65C3-45BF-9DA5-ADBBC0870CD4}" srcOrd="9" destOrd="0" presId="urn:microsoft.com/office/officeart/2008/layout/LinedList"/>
    <dgm:cxn modelId="{7E09BCC0-9F3D-4E5F-B12A-53AD084C7BCD}" type="presParOf" srcId="{25421DB5-65C3-45BF-9DA5-ADBBC0870CD4}" destId="{75EAC4CC-4FA0-4836-A2DD-60BBFF27FC60}" srcOrd="0" destOrd="0" presId="urn:microsoft.com/office/officeart/2008/layout/LinedList"/>
    <dgm:cxn modelId="{3783B941-A636-4562-B1CD-2B5BBDF2B35E}" type="presParOf" srcId="{25421DB5-65C3-45BF-9DA5-ADBBC0870CD4}" destId="{D043DE3C-A635-477F-8E44-204E13ED600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96D6C23-D647-4FB6-854D-05590F446855}"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626B9408-5A99-4E56-B0C4-A3BD32AE0C03}">
      <dgm:prSet/>
      <dgm:spPr/>
      <dgm:t>
        <a:bodyPr/>
        <a:lstStyle/>
        <a:p>
          <a:r>
            <a:rPr lang="es-ES" b="1"/>
            <a:t>Google Cloud Platform (GCP)</a:t>
          </a:r>
          <a:r>
            <a:rPr lang="es-ES"/>
            <a:t> es la plataforma de nube de Google. Se diferencia por su fuerte enfoque en la analítica de datos, el aprendizaje automático y la infraestructura global que usa la propia Google para sus servicios (como Gmail y YouTube). Es una excelente opción para empresas que buscan capacidades de análisis y IA de alta potencia.</a:t>
          </a:r>
          <a:endParaRPr lang="en-US"/>
        </a:p>
      </dgm:t>
    </dgm:pt>
    <dgm:pt modelId="{ABD93EEE-0F9B-4D99-B995-EB9A0F49F1F2}" type="parTrans" cxnId="{AF72A95B-8B69-4756-92D9-7316FF07471C}">
      <dgm:prSet/>
      <dgm:spPr/>
      <dgm:t>
        <a:bodyPr/>
        <a:lstStyle/>
        <a:p>
          <a:endParaRPr lang="en-US"/>
        </a:p>
      </dgm:t>
    </dgm:pt>
    <dgm:pt modelId="{CA1D6216-D460-40C5-B3C1-F32D55870B1F}" type="sibTrans" cxnId="{AF72A95B-8B69-4756-92D9-7316FF07471C}">
      <dgm:prSet/>
      <dgm:spPr/>
      <dgm:t>
        <a:bodyPr/>
        <a:lstStyle/>
        <a:p>
          <a:endParaRPr lang="en-US"/>
        </a:p>
      </dgm:t>
    </dgm:pt>
    <dgm:pt modelId="{E7C3E5C2-6547-47B3-AF99-F4940D41C246}">
      <dgm:prSet/>
      <dgm:spPr/>
      <dgm:t>
        <a:bodyPr/>
        <a:lstStyle/>
        <a:p>
          <a:r>
            <a:rPr lang="es-ES" b="1"/>
            <a:t>Enfoque</a:t>
          </a:r>
          <a:r>
            <a:rPr lang="es-ES"/>
            <a:t>: Soluciones de nube con énfasis en datos, IA y seguridad.</a:t>
          </a:r>
          <a:endParaRPr lang="en-US"/>
        </a:p>
      </dgm:t>
    </dgm:pt>
    <dgm:pt modelId="{0AFB9665-C2A8-42AA-96F3-88B927521AC5}" type="parTrans" cxnId="{47A48888-D31F-4F3C-86CA-47179C2BA820}">
      <dgm:prSet/>
      <dgm:spPr/>
      <dgm:t>
        <a:bodyPr/>
        <a:lstStyle/>
        <a:p>
          <a:endParaRPr lang="en-US"/>
        </a:p>
      </dgm:t>
    </dgm:pt>
    <dgm:pt modelId="{BC4E9D7E-6122-45D9-B731-CB75399E26DD}" type="sibTrans" cxnId="{47A48888-D31F-4F3C-86CA-47179C2BA820}">
      <dgm:prSet/>
      <dgm:spPr/>
      <dgm:t>
        <a:bodyPr/>
        <a:lstStyle/>
        <a:p>
          <a:endParaRPr lang="en-US"/>
        </a:p>
      </dgm:t>
    </dgm:pt>
    <dgm:pt modelId="{832D0FB1-B0A2-4A97-8382-63C307A81860}">
      <dgm:prSet/>
      <dgm:spPr/>
      <dgm:t>
        <a:bodyPr/>
        <a:lstStyle/>
        <a:p>
          <a:r>
            <a:rPr lang="es-ES" b="1"/>
            <a:t>Funciones principales</a:t>
          </a:r>
          <a:r>
            <a:rPr lang="es-ES"/>
            <a:t>: Computación (Compute Engine), almacenamiento (Cloud Storage) y servicios de datos avanzados como BigQuery.</a:t>
          </a:r>
          <a:endParaRPr lang="en-US"/>
        </a:p>
      </dgm:t>
    </dgm:pt>
    <dgm:pt modelId="{07E30D5E-6677-488A-9768-9E2CD2F0A68D}" type="parTrans" cxnId="{31EF4456-4405-4F25-9843-6DE37B767A22}">
      <dgm:prSet/>
      <dgm:spPr/>
      <dgm:t>
        <a:bodyPr/>
        <a:lstStyle/>
        <a:p>
          <a:endParaRPr lang="en-US"/>
        </a:p>
      </dgm:t>
    </dgm:pt>
    <dgm:pt modelId="{6F8BA7D9-21A3-4FDC-8DEA-BC3F0D43BCCC}" type="sibTrans" cxnId="{31EF4456-4405-4F25-9843-6DE37B767A22}">
      <dgm:prSet/>
      <dgm:spPr/>
      <dgm:t>
        <a:bodyPr/>
        <a:lstStyle/>
        <a:p>
          <a:endParaRPr lang="en-US"/>
        </a:p>
      </dgm:t>
    </dgm:pt>
    <dgm:pt modelId="{472D697F-97D1-4665-93A5-89932DEF2611}" type="pres">
      <dgm:prSet presAssocID="{A96D6C23-D647-4FB6-854D-05590F446855}" presName="root" presStyleCnt="0">
        <dgm:presLayoutVars>
          <dgm:dir/>
          <dgm:resizeHandles val="exact"/>
        </dgm:presLayoutVars>
      </dgm:prSet>
      <dgm:spPr/>
    </dgm:pt>
    <dgm:pt modelId="{625F2C69-7091-4F29-AF9C-D2846525FA59}" type="pres">
      <dgm:prSet presAssocID="{626B9408-5A99-4E56-B0C4-A3BD32AE0C03}" presName="compNode" presStyleCnt="0"/>
      <dgm:spPr/>
    </dgm:pt>
    <dgm:pt modelId="{70109357-0D52-4A66-9384-AD3B7ED7F98D}" type="pres">
      <dgm:prSet presAssocID="{626B9408-5A99-4E56-B0C4-A3BD32AE0C0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yncing Cloud"/>
        </a:ext>
      </dgm:extLst>
    </dgm:pt>
    <dgm:pt modelId="{BC6DF098-D4FB-45EA-8E10-2D18CB1A41C3}" type="pres">
      <dgm:prSet presAssocID="{626B9408-5A99-4E56-B0C4-A3BD32AE0C03}" presName="spaceRect" presStyleCnt="0"/>
      <dgm:spPr/>
    </dgm:pt>
    <dgm:pt modelId="{AF480339-A9A5-4D98-85BA-52C5B1A3BE71}" type="pres">
      <dgm:prSet presAssocID="{626B9408-5A99-4E56-B0C4-A3BD32AE0C03}" presName="textRect" presStyleLbl="revTx" presStyleIdx="0" presStyleCnt="3">
        <dgm:presLayoutVars>
          <dgm:chMax val="1"/>
          <dgm:chPref val="1"/>
        </dgm:presLayoutVars>
      </dgm:prSet>
      <dgm:spPr/>
    </dgm:pt>
    <dgm:pt modelId="{5AC998CC-C87F-496A-BE0C-5377B3775C9F}" type="pres">
      <dgm:prSet presAssocID="{CA1D6216-D460-40C5-B3C1-F32D55870B1F}" presName="sibTrans" presStyleCnt="0"/>
      <dgm:spPr/>
    </dgm:pt>
    <dgm:pt modelId="{7B5452D1-2BD9-4702-8321-9BFB9F07542F}" type="pres">
      <dgm:prSet presAssocID="{E7C3E5C2-6547-47B3-AF99-F4940D41C246}" presName="compNode" presStyleCnt="0"/>
      <dgm:spPr/>
    </dgm:pt>
    <dgm:pt modelId="{FC16948C-FF9B-41A8-8905-EEF61E57E334}" type="pres">
      <dgm:prSet presAssocID="{E7C3E5C2-6547-47B3-AF99-F4940D41C24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ube"/>
        </a:ext>
      </dgm:extLst>
    </dgm:pt>
    <dgm:pt modelId="{73103F6A-BA52-458D-98FE-761CEBA704D5}" type="pres">
      <dgm:prSet presAssocID="{E7C3E5C2-6547-47B3-AF99-F4940D41C246}" presName="spaceRect" presStyleCnt="0"/>
      <dgm:spPr/>
    </dgm:pt>
    <dgm:pt modelId="{11D10E0D-9325-4A3F-AA90-36EAE667D95F}" type="pres">
      <dgm:prSet presAssocID="{E7C3E5C2-6547-47B3-AF99-F4940D41C246}" presName="textRect" presStyleLbl="revTx" presStyleIdx="1" presStyleCnt="3">
        <dgm:presLayoutVars>
          <dgm:chMax val="1"/>
          <dgm:chPref val="1"/>
        </dgm:presLayoutVars>
      </dgm:prSet>
      <dgm:spPr/>
    </dgm:pt>
    <dgm:pt modelId="{6A29BE07-F876-44E5-8082-3E4EF25CE97A}" type="pres">
      <dgm:prSet presAssocID="{BC4E9D7E-6122-45D9-B731-CB75399E26DD}" presName="sibTrans" presStyleCnt="0"/>
      <dgm:spPr/>
    </dgm:pt>
    <dgm:pt modelId="{4A603B3E-39A3-4C1D-8959-EF2B91C6131B}" type="pres">
      <dgm:prSet presAssocID="{832D0FB1-B0A2-4A97-8382-63C307A81860}" presName="compNode" presStyleCnt="0"/>
      <dgm:spPr/>
    </dgm:pt>
    <dgm:pt modelId="{167163D0-9AB1-47B2-8C81-E7105D5D78AB}" type="pres">
      <dgm:prSet presAssocID="{832D0FB1-B0A2-4A97-8382-63C307A8186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rdenador"/>
        </a:ext>
      </dgm:extLst>
    </dgm:pt>
    <dgm:pt modelId="{46BA8B9B-9BF5-4233-9A3C-3C5B94C378CD}" type="pres">
      <dgm:prSet presAssocID="{832D0FB1-B0A2-4A97-8382-63C307A81860}" presName="spaceRect" presStyleCnt="0"/>
      <dgm:spPr/>
    </dgm:pt>
    <dgm:pt modelId="{D3EFF7ED-F948-4A76-9A84-98F68A832561}" type="pres">
      <dgm:prSet presAssocID="{832D0FB1-B0A2-4A97-8382-63C307A81860}" presName="textRect" presStyleLbl="revTx" presStyleIdx="2" presStyleCnt="3">
        <dgm:presLayoutVars>
          <dgm:chMax val="1"/>
          <dgm:chPref val="1"/>
        </dgm:presLayoutVars>
      </dgm:prSet>
      <dgm:spPr/>
    </dgm:pt>
  </dgm:ptLst>
  <dgm:cxnLst>
    <dgm:cxn modelId="{AF72A95B-8B69-4756-92D9-7316FF07471C}" srcId="{A96D6C23-D647-4FB6-854D-05590F446855}" destId="{626B9408-5A99-4E56-B0C4-A3BD32AE0C03}" srcOrd="0" destOrd="0" parTransId="{ABD93EEE-0F9B-4D99-B995-EB9A0F49F1F2}" sibTransId="{CA1D6216-D460-40C5-B3C1-F32D55870B1F}"/>
    <dgm:cxn modelId="{A4428B68-DC5E-44BE-8041-D655917EA22F}" type="presOf" srcId="{832D0FB1-B0A2-4A97-8382-63C307A81860}" destId="{D3EFF7ED-F948-4A76-9A84-98F68A832561}" srcOrd="0" destOrd="0" presId="urn:microsoft.com/office/officeart/2018/2/layout/IconLabelList"/>
    <dgm:cxn modelId="{31EF4456-4405-4F25-9843-6DE37B767A22}" srcId="{A96D6C23-D647-4FB6-854D-05590F446855}" destId="{832D0FB1-B0A2-4A97-8382-63C307A81860}" srcOrd="2" destOrd="0" parTransId="{07E30D5E-6677-488A-9768-9E2CD2F0A68D}" sibTransId="{6F8BA7D9-21A3-4FDC-8DEA-BC3F0D43BCCC}"/>
    <dgm:cxn modelId="{47A48888-D31F-4F3C-86CA-47179C2BA820}" srcId="{A96D6C23-D647-4FB6-854D-05590F446855}" destId="{E7C3E5C2-6547-47B3-AF99-F4940D41C246}" srcOrd="1" destOrd="0" parTransId="{0AFB9665-C2A8-42AA-96F3-88B927521AC5}" sibTransId="{BC4E9D7E-6122-45D9-B731-CB75399E26DD}"/>
    <dgm:cxn modelId="{54FB7397-2DE7-4079-B194-5CFAB97AD482}" type="presOf" srcId="{626B9408-5A99-4E56-B0C4-A3BD32AE0C03}" destId="{AF480339-A9A5-4D98-85BA-52C5B1A3BE71}" srcOrd="0" destOrd="0" presId="urn:microsoft.com/office/officeart/2018/2/layout/IconLabelList"/>
    <dgm:cxn modelId="{BB6317B9-DF19-4A6A-AEBC-8CDDE573FEA1}" type="presOf" srcId="{A96D6C23-D647-4FB6-854D-05590F446855}" destId="{472D697F-97D1-4665-93A5-89932DEF2611}" srcOrd="0" destOrd="0" presId="urn:microsoft.com/office/officeart/2018/2/layout/IconLabelList"/>
    <dgm:cxn modelId="{B4ADFAF1-917F-41B8-ACBE-231D54F32A8D}" type="presOf" srcId="{E7C3E5C2-6547-47B3-AF99-F4940D41C246}" destId="{11D10E0D-9325-4A3F-AA90-36EAE667D95F}" srcOrd="0" destOrd="0" presId="urn:microsoft.com/office/officeart/2018/2/layout/IconLabelList"/>
    <dgm:cxn modelId="{3478555F-4725-48C9-92E5-3BF6C3A178E1}" type="presParOf" srcId="{472D697F-97D1-4665-93A5-89932DEF2611}" destId="{625F2C69-7091-4F29-AF9C-D2846525FA59}" srcOrd="0" destOrd="0" presId="urn:microsoft.com/office/officeart/2018/2/layout/IconLabelList"/>
    <dgm:cxn modelId="{B375A01E-AF61-4FA5-AAF3-96FC2C1F1D34}" type="presParOf" srcId="{625F2C69-7091-4F29-AF9C-D2846525FA59}" destId="{70109357-0D52-4A66-9384-AD3B7ED7F98D}" srcOrd="0" destOrd="0" presId="urn:microsoft.com/office/officeart/2018/2/layout/IconLabelList"/>
    <dgm:cxn modelId="{99EF2567-C873-44CB-864E-0D2E1615FB69}" type="presParOf" srcId="{625F2C69-7091-4F29-AF9C-D2846525FA59}" destId="{BC6DF098-D4FB-45EA-8E10-2D18CB1A41C3}" srcOrd="1" destOrd="0" presId="urn:microsoft.com/office/officeart/2018/2/layout/IconLabelList"/>
    <dgm:cxn modelId="{CF293B1C-459A-44E7-86E9-28F79D924C72}" type="presParOf" srcId="{625F2C69-7091-4F29-AF9C-D2846525FA59}" destId="{AF480339-A9A5-4D98-85BA-52C5B1A3BE71}" srcOrd="2" destOrd="0" presId="urn:microsoft.com/office/officeart/2018/2/layout/IconLabelList"/>
    <dgm:cxn modelId="{EF02079F-188F-43F0-B7F1-812E39E97734}" type="presParOf" srcId="{472D697F-97D1-4665-93A5-89932DEF2611}" destId="{5AC998CC-C87F-496A-BE0C-5377B3775C9F}" srcOrd="1" destOrd="0" presId="urn:microsoft.com/office/officeart/2018/2/layout/IconLabelList"/>
    <dgm:cxn modelId="{99C89D9A-C3E9-4186-B0BB-3AB55B1FCC2B}" type="presParOf" srcId="{472D697F-97D1-4665-93A5-89932DEF2611}" destId="{7B5452D1-2BD9-4702-8321-9BFB9F07542F}" srcOrd="2" destOrd="0" presId="urn:microsoft.com/office/officeart/2018/2/layout/IconLabelList"/>
    <dgm:cxn modelId="{43AC4C3D-366E-4723-9F07-9FA620A26A3D}" type="presParOf" srcId="{7B5452D1-2BD9-4702-8321-9BFB9F07542F}" destId="{FC16948C-FF9B-41A8-8905-EEF61E57E334}" srcOrd="0" destOrd="0" presId="urn:microsoft.com/office/officeart/2018/2/layout/IconLabelList"/>
    <dgm:cxn modelId="{0562C52D-ABF9-44A7-81E3-AFAC4F718367}" type="presParOf" srcId="{7B5452D1-2BD9-4702-8321-9BFB9F07542F}" destId="{73103F6A-BA52-458D-98FE-761CEBA704D5}" srcOrd="1" destOrd="0" presId="urn:microsoft.com/office/officeart/2018/2/layout/IconLabelList"/>
    <dgm:cxn modelId="{0DB4E541-EE09-47F6-84A2-A3E73AE9A9E7}" type="presParOf" srcId="{7B5452D1-2BD9-4702-8321-9BFB9F07542F}" destId="{11D10E0D-9325-4A3F-AA90-36EAE667D95F}" srcOrd="2" destOrd="0" presId="urn:microsoft.com/office/officeart/2018/2/layout/IconLabelList"/>
    <dgm:cxn modelId="{F8636108-0206-4F3B-91E7-84EA476CD6DB}" type="presParOf" srcId="{472D697F-97D1-4665-93A5-89932DEF2611}" destId="{6A29BE07-F876-44E5-8082-3E4EF25CE97A}" srcOrd="3" destOrd="0" presId="urn:microsoft.com/office/officeart/2018/2/layout/IconLabelList"/>
    <dgm:cxn modelId="{33482E73-4807-4D00-9F96-8E0A1969850B}" type="presParOf" srcId="{472D697F-97D1-4665-93A5-89932DEF2611}" destId="{4A603B3E-39A3-4C1D-8959-EF2B91C6131B}" srcOrd="4" destOrd="0" presId="urn:microsoft.com/office/officeart/2018/2/layout/IconLabelList"/>
    <dgm:cxn modelId="{77EAC079-6FFE-4011-BFD7-F78FA483C5AA}" type="presParOf" srcId="{4A603B3E-39A3-4C1D-8959-EF2B91C6131B}" destId="{167163D0-9AB1-47B2-8C81-E7105D5D78AB}" srcOrd="0" destOrd="0" presId="urn:microsoft.com/office/officeart/2018/2/layout/IconLabelList"/>
    <dgm:cxn modelId="{145A45BB-9510-4B1D-863E-A1173D75ABBA}" type="presParOf" srcId="{4A603B3E-39A3-4C1D-8959-EF2B91C6131B}" destId="{46BA8B9B-9BF5-4233-9A3C-3C5B94C378CD}" srcOrd="1" destOrd="0" presId="urn:microsoft.com/office/officeart/2018/2/layout/IconLabelList"/>
    <dgm:cxn modelId="{AADE4994-DB9D-454F-A34E-9360EEC0506E}" type="presParOf" srcId="{4A603B3E-39A3-4C1D-8959-EF2B91C6131B}" destId="{D3EFF7ED-F948-4A76-9A84-98F68A83256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1B1E3-0887-4761-BDA3-2F799F89FB67}">
      <dsp:nvSpPr>
        <dsp:cNvPr id="0" name=""/>
        <dsp:cNvSpPr/>
      </dsp:nvSpPr>
      <dsp:spPr>
        <a:xfrm>
          <a:off x="3080"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a:t>Obra </a:t>
          </a:r>
          <a:endParaRPr lang="en-US" sz="2400" kern="1200"/>
        </a:p>
      </dsp:txBody>
      <dsp:txXfrm>
        <a:off x="3080" y="587032"/>
        <a:ext cx="2444055" cy="1466433"/>
      </dsp:txXfrm>
    </dsp:sp>
    <dsp:sp modelId="{8F7D2F49-737D-4021-8A41-0C174818D95F}">
      <dsp:nvSpPr>
        <dsp:cNvPr id="0" name=""/>
        <dsp:cNvSpPr/>
      </dsp:nvSpPr>
      <dsp:spPr>
        <a:xfrm>
          <a:off x="2691541"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a:t>Energia</a:t>
          </a:r>
          <a:endParaRPr lang="en-US" sz="2400" kern="1200"/>
        </a:p>
      </dsp:txBody>
      <dsp:txXfrm>
        <a:off x="2691541" y="587032"/>
        <a:ext cx="2444055" cy="1466433"/>
      </dsp:txXfrm>
    </dsp:sp>
    <dsp:sp modelId="{030517C9-2760-4CBA-960A-C4E3E6638590}">
      <dsp:nvSpPr>
        <dsp:cNvPr id="0" name=""/>
        <dsp:cNvSpPr/>
      </dsp:nvSpPr>
      <dsp:spPr>
        <a:xfrm>
          <a:off x="5380002"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a:t>Climatización</a:t>
          </a:r>
          <a:endParaRPr lang="en-US" sz="2400" kern="1200"/>
        </a:p>
      </dsp:txBody>
      <dsp:txXfrm>
        <a:off x="5380002" y="587032"/>
        <a:ext cx="2444055" cy="1466433"/>
      </dsp:txXfrm>
    </dsp:sp>
    <dsp:sp modelId="{70C60A44-97AA-4868-96BD-718882F2BE06}">
      <dsp:nvSpPr>
        <dsp:cNvPr id="0" name=""/>
        <dsp:cNvSpPr/>
      </dsp:nvSpPr>
      <dsp:spPr>
        <a:xfrm>
          <a:off x="8068463" y="587032"/>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a:t>Sistemas de refrigeración contra incendios</a:t>
          </a:r>
          <a:endParaRPr lang="en-US" sz="2400" kern="1200"/>
        </a:p>
      </dsp:txBody>
      <dsp:txXfrm>
        <a:off x="8068463" y="587032"/>
        <a:ext cx="2444055" cy="1466433"/>
      </dsp:txXfrm>
    </dsp:sp>
    <dsp:sp modelId="{E643E72A-0531-4A58-8D75-6A437A15EE8D}">
      <dsp:nvSpPr>
        <dsp:cNvPr id="0" name=""/>
        <dsp:cNvSpPr/>
      </dsp:nvSpPr>
      <dsp:spPr>
        <a:xfrm>
          <a:off x="1347311" y="2297871"/>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a:t>Racks</a:t>
          </a:r>
          <a:endParaRPr lang="en-US" sz="2400" kern="1200"/>
        </a:p>
      </dsp:txBody>
      <dsp:txXfrm>
        <a:off x="1347311" y="2297871"/>
        <a:ext cx="2444055" cy="1466433"/>
      </dsp:txXfrm>
    </dsp:sp>
    <dsp:sp modelId="{688C00E6-2419-4CC5-82C3-11DAF57E2A47}">
      <dsp:nvSpPr>
        <dsp:cNvPr id="0" name=""/>
        <dsp:cNvSpPr/>
      </dsp:nvSpPr>
      <dsp:spPr>
        <a:xfrm>
          <a:off x="4035772" y="2297871"/>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a:t>Cableado</a:t>
          </a:r>
          <a:endParaRPr lang="en-US" sz="2400" kern="1200"/>
        </a:p>
      </dsp:txBody>
      <dsp:txXfrm>
        <a:off x="4035772" y="2297871"/>
        <a:ext cx="2444055" cy="1466433"/>
      </dsp:txXfrm>
    </dsp:sp>
    <dsp:sp modelId="{ED34C735-82B6-4CFA-8448-539A894FE0F4}">
      <dsp:nvSpPr>
        <dsp:cNvPr id="0" name=""/>
        <dsp:cNvSpPr/>
      </dsp:nvSpPr>
      <dsp:spPr>
        <a:xfrm>
          <a:off x="6724233" y="2297871"/>
          <a:ext cx="2444055" cy="1466433"/>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s-ES" sz="2400" kern="1200"/>
            <a:t>segurida</a:t>
          </a:r>
          <a:endParaRPr lang="en-US" sz="2400" kern="1200"/>
        </a:p>
      </dsp:txBody>
      <dsp:txXfrm>
        <a:off x="6724233" y="2297871"/>
        <a:ext cx="2444055" cy="14664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121327-6851-49C2-B832-FA37E8138D07}">
      <dsp:nvSpPr>
        <dsp:cNvPr id="0" name=""/>
        <dsp:cNvSpPr/>
      </dsp:nvSpPr>
      <dsp:spPr>
        <a:xfrm>
          <a:off x="0" y="64179"/>
          <a:ext cx="10515600" cy="206973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ES" sz="2900" b="1" i="0" kern="1200" baseline="0"/>
            <a:t>Keylogger de software:</a:t>
          </a:r>
          <a:br>
            <a:rPr lang="es-ES" sz="2900" b="0" i="0" kern="1200" baseline="0"/>
          </a:br>
          <a:r>
            <a:rPr lang="es-ES" sz="2900" b="0" i="0" kern="1200" baseline="0"/>
            <a:t>Se instala en el sistema operativo y guarda cada tecla que se pulsa. Puede incluso registrar ventanas activas, contraseñas, chats o correos.</a:t>
          </a:r>
          <a:endParaRPr lang="en-US" sz="2900" kern="1200"/>
        </a:p>
      </dsp:txBody>
      <dsp:txXfrm>
        <a:off x="101036" y="165215"/>
        <a:ext cx="10313528" cy="1867658"/>
      </dsp:txXfrm>
    </dsp:sp>
    <dsp:sp modelId="{8C12C768-291D-46A0-9ADD-B38A1801D9DA}">
      <dsp:nvSpPr>
        <dsp:cNvPr id="0" name=""/>
        <dsp:cNvSpPr/>
      </dsp:nvSpPr>
      <dsp:spPr>
        <a:xfrm>
          <a:off x="0" y="2217429"/>
          <a:ext cx="10515600" cy="206973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s-ES" sz="2900" b="1" i="0" kern="1200" baseline="0"/>
            <a:t>Keylogger de hardware:</a:t>
          </a:r>
          <a:br>
            <a:rPr lang="es-ES" sz="2900" b="0" i="0" kern="1200" baseline="0"/>
          </a:br>
          <a:r>
            <a:rPr lang="es-ES" sz="2900" b="0" i="0" kern="1200" baseline="0"/>
            <a:t>Es un pequeño dispositivo que se conecta entre el teclado y el ordenador (por USB o PS/2). Captura todo lo que se escribe antes de que llegue al PC.</a:t>
          </a:r>
          <a:endParaRPr lang="en-US" sz="2900" kern="1200"/>
        </a:p>
      </dsp:txBody>
      <dsp:txXfrm>
        <a:off x="101036" y="2318465"/>
        <a:ext cx="10313528" cy="18676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9A41B0-904A-43B1-B261-0359CB7D87E1}">
      <dsp:nvSpPr>
        <dsp:cNvPr id="0" name=""/>
        <dsp:cNvSpPr/>
      </dsp:nvSpPr>
      <dsp:spPr>
        <a:xfrm>
          <a:off x="0" y="25748"/>
          <a:ext cx="10515600" cy="78624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s-ES" sz="3200" kern="1200"/>
            <a:t>Almacenamiento local</a:t>
          </a:r>
          <a:endParaRPr lang="en-US" sz="3200" kern="1200"/>
        </a:p>
      </dsp:txBody>
      <dsp:txXfrm>
        <a:off x="38381" y="64129"/>
        <a:ext cx="10438838" cy="709478"/>
      </dsp:txXfrm>
    </dsp:sp>
    <dsp:sp modelId="{4E35AA39-240F-48BF-8816-16D1E7222FB1}">
      <dsp:nvSpPr>
        <dsp:cNvPr id="0" name=""/>
        <dsp:cNvSpPr/>
      </dsp:nvSpPr>
      <dsp:spPr>
        <a:xfrm>
          <a:off x="0" y="904148"/>
          <a:ext cx="10515600" cy="786240"/>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s-ES" sz="3200" kern="1200"/>
            <a:t>Dispositivos externos</a:t>
          </a:r>
          <a:endParaRPr lang="en-US" sz="3200" kern="1200"/>
        </a:p>
      </dsp:txBody>
      <dsp:txXfrm>
        <a:off x="38381" y="942529"/>
        <a:ext cx="10438838" cy="709478"/>
      </dsp:txXfrm>
    </dsp:sp>
    <dsp:sp modelId="{E4705494-6A15-4216-8F61-9D89328DCB8E}">
      <dsp:nvSpPr>
        <dsp:cNvPr id="0" name=""/>
        <dsp:cNvSpPr/>
      </dsp:nvSpPr>
      <dsp:spPr>
        <a:xfrm>
          <a:off x="0" y="1782549"/>
          <a:ext cx="10515600" cy="78624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s-ES" sz="3200" kern="1200"/>
            <a:t>Servidores de almacenamiento en red</a:t>
          </a:r>
          <a:endParaRPr lang="en-US" sz="3200" kern="1200"/>
        </a:p>
      </dsp:txBody>
      <dsp:txXfrm>
        <a:off x="38381" y="1820930"/>
        <a:ext cx="10438838" cy="709478"/>
      </dsp:txXfrm>
    </dsp:sp>
    <dsp:sp modelId="{092C8938-75C5-4C26-9664-367138505A29}">
      <dsp:nvSpPr>
        <dsp:cNvPr id="0" name=""/>
        <dsp:cNvSpPr/>
      </dsp:nvSpPr>
      <dsp:spPr>
        <a:xfrm>
          <a:off x="0" y="2660949"/>
          <a:ext cx="10515600" cy="786240"/>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s-ES" sz="3200" kern="1200"/>
            <a:t>Sistemas de copias de seguridad</a:t>
          </a:r>
          <a:endParaRPr lang="en-US" sz="3200" kern="1200"/>
        </a:p>
      </dsp:txBody>
      <dsp:txXfrm>
        <a:off x="38381" y="2699330"/>
        <a:ext cx="10438838" cy="709478"/>
      </dsp:txXfrm>
    </dsp:sp>
    <dsp:sp modelId="{4AF99D35-2CB6-4ACD-BE4F-502D3C45C68F}">
      <dsp:nvSpPr>
        <dsp:cNvPr id="0" name=""/>
        <dsp:cNvSpPr/>
      </dsp:nvSpPr>
      <dsp:spPr>
        <a:xfrm>
          <a:off x="0" y="3539349"/>
          <a:ext cx="10515600" cy="78624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s-ES" sz="3200" kern="1200"/>
            <a:t>Uso de almacenamiento en la nube</a:t>
          </a:r>
          <a:endParaRPr lang="en-US" sz="3200" kern="1200"/>
        </a:p>
      </dsp:txBody>
      <dsp:txXfrm>
        <a:off x="38381" y="3577730"/>
        <a:ext cx="10438838" cy="70947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24203-D117-4001-8731-EE54C0A5B671}">
      <dsp:nvSpPr>
        <dsp:cNvPr id="0" name=""/>
        <dsp:cNvSpPr/>
      </dsp:nvSpPr>
      <dsp:spPr>
        <a:xfrm>
          <a:off x="0" y="531"/>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8F7295D-37DA-4B26-A23F-71CD4402C23C}">
      <dsp:nvSpPr>
        <dsp:cNvPr id="0" name=""/>
        <dsp:cNvSpPr/>
      </dsp:nvSpPr>
      <dsp:spPr>
        <a:xfrm>
          <a:off x="0" y="531"/>
          <a:ext cx="5393361"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ES" sz="1300" kern="1200"/>
            <a:t>Las técnicas de análisis permiten extraer valor y significado de grandes volúmenes de datos de log:</a:t>
          </a:r>
          <a:endParaRPr lang="en-US" sz="1300" kern="1200"/>
        </a:p>
      </dsp:txBody>
      <dsp:txXfrm>
        <a:off x="0" y="531"/>
        <a:ext cx="5393361" cy="870055"/>
      </dsp:txXfrm>
    </dsp:sp>
    <dsp:sp modelId="{13647C45-6C54-4695-BEED-19D7F77E4596}">
      <dsp:nvSpPr>
        <dsp:cNvPr id="0" name=""/>
        <dsp:cNvSpPr/>
      </dsp:nvSpPr>
      <dsp:spPr>
        <a:xfrm>
          <a:off x="0" y="870586"/>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F12D5FE-A608-45A3-97C4-41D2CB7EEFB4}">
      <dsp:nvSpPr>
        <dsp:cNvPr id="0" name=""/>
        <dsp:cNvSpPr/>
      </dsp:nvSpPr>
      <dsp:spPr>
        <a:xfrm>
          <a:off x="0" y="870586"/>
          <a:ext cx="5393361"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ES" sz="1300" b="1" kern="1200" dirty="0"/>
            <a:t>Análisis de Patrones (</a:t>
          </a:r>
          <a:r>
            <a:rPr lang="es-ES" sz="1300" b="1" kern="1200" dirty="0" err="1"/>
            <a:t>Pattern</a:t>
          </a:r>
          <a:r>
            <a:rPr lang="es-ES" sz="1300" b="1" kern="1200" dirty="0"/>
            <a:t> </a:t>
          </a:r>
          <a:r>
            <a:rPr lang="es-ES" sz="1300" b="1" kern="1200" dirty="0" err="1"/>
            <a:t>Matching</a:t>
          </a:r>
          <a:r>
            <a:rPr lang="es-ES" sz="1300" b="1" kern="1200" dirty="0"/>
            <a:t>)</a:t>
          </a:r>
          <a:r>
            <a:rPr lang="es-ES" sz="1300" kern="1200" dirty="0"/>
            <a:t>: Buscar secuencias o patrones específicos en los logs. Por ejemplo, se puede buscar la palabra clave "error" o "fallo" para identificar rápidamente problemas.</a:t>
          </a:r>
          <a:endParaRPr lang="en-US" sz="1300" kern="1200" dirty="0"/>
        </a:p>
      </dsp:txBody>
      <dsp:txXfrm>
        <a:off x="0" y="870586"/>
        <a:ext cx="5393361" cy="870055"/>
      </dsp:txXfrm>
    </dsp:sp>
    <dsp:sp modelId="{F1F4F867-0999-4361-8D6F-AC723092504F}">
      <dsp:nvSpPr>
        <dsp:cNvPr id="0" name=""/>
        <dsp:cNvSpPr/>
      </dsp:nvSpPr>
      <dsp:spPr>
        <a:xfrm>
          <a:off x="0" y="1740641"/>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5F85B25-528B-4BB3-A336-CF0A88C9C10C}">
      <dsp:nvSpPr>
        <dsp:cNvPr id="0" name=""/>
        <dsp:cNvSpPr/>
      </dsp:nvSpPr>
      <dsp:spPr>
        <a:xfrm>
          <a:off x="0" y="1740641"/>
          <a:ext cx="5393361"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ES" sz="1300" b="1" kern="1200"/>
            <a:t>Correlación de Eventos (Event Correlation)</a:t>
          </a:r>
          <a:r>
            <a:rPr lang="es-ES" sz="1300" kern="1200"/>
            <a:t>: Relacionar eventos de diferentes fuentes para entender un problema más grande. Por ejemplo, un intento de inicio de sesión fallido en un servidor web puede estar correlacionado con una alerta de seguridad de un firewall.</a:t>
          </a:r>
          <a:endParaRPr lang="en-US" sz="1300" kern="1200"/>
        </a:p>
      </dsp:txBody>
      <dsp:txXfrm>
        <a:off x="0" y="1740641"/>
        <a:ext cx="5393361" cy="870055"/>
      </dsp:txXfrm>
    </dsp:sp>
    <dsp:sp modelId="{DB0B89BB-45AD-4575-8DAA-712FCDE3F1D8}">
      <dsp:nvSpPr>
        <dsp:cNvPr id="0" name=""/>
        <dsp:cNvSpPr/>
      </dsp:nvSpPr>
      <dsp:spPr>
        <a:xfrm>
          <a:off x="0" y="2610696"/>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614AEE6-C110-432B-9D2E-07E354C81CF1}">
      <dsp:nvSpPr>
        <dsp:cNvPr id="0" name=""/>
        <dsp:cNvSpPr/>
      </dsp:nvSpPr>
      <dsp:spPr>
        <a:xfrm>
          <a:off x="0" y="2610696"/>
          <a:ext cx="5393361"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ES" sz="1300" b="1" kern="1200"/>
            <a:t>Anomalías (Anomaly Detection)</a:t>
          </a:r>
          <a:r>
            <a:rPr lang="es-ES" sz="1300" kern="1200"/>
            <a:t>: Identificar eventos que se desvían de un comportamiento normal. Esto es útil para detectar intrusiones o fallos inesperados en el sistema. Por ejemplo, un pico repentino de actividad en un servidor por la noche.</a:t>
          </a:r>
          <a:endParaRPr lang="en-US" sz="1300" kern="1200"/>
        </a:p>
      </dsp:txBody>
      <dsp:txXfrm>
        <a:off x="0" y="2610696"/>
        <a:ext cx="5393361" cy="870055"/>
      </dsp:txXfrm>
    </dsp:sp>
    <dsp:sp modelId="{9D3175B5-5C75-44D3-A85B-AB18809DDE58}">
      <dsp:nvSpPr>
        <dsp:cNvPr id="0" name=""/>
        <dsp:cNvSpPr/>
      </dsp:nvSpPr>
      <dsp:spPr>
        <a:xfrm>
          <a:off x="0" y="3480751"/>
          <a:ext cx="5393361" cy="0"/>
        </a:xfrm>
        <a:prstGeom prst="lin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1270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5EAC4CC-4FA0-4836-A2DD-60BBFF27FC60}">
      <dsp:nvSpPr>
        <dsp:cNvPr id="0" name=""/>
        <dsp:cNvSpPr/>
      </dsp:nvSpPr>
      <dsp:spPr>
        <a:xfrm>
          <a:off x="0" y="3480751"/>
          <a:ext cx="5393361"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s-ES" sz="1300" b="1" kern="1200"/>
            <a:t>Agregación y Visualización</a:t>
          </a:r>
          <a:r>
            <a:rPr lang="es-ES" sz="1300" kern="1200"/>
            <a:t>: Resumir grandes cantidades de datos de log y presentarlos en gráficos o dashboards. Herramientas como ELK Stack (Elasticsearch, Logstash, Kibana) o Splunk son muy utilizadas para esto, permitiendo ver tendencias y detectar problemas de un vistazo.</a:t>
          </a:r>
          <a:endParaRPr lang="en-US" sz="1300" kern="1200"/>
        </a:p>
      </dsp:txBody>
      <dsp:txXfrm>
        <a:off x="0" y="3480751"/>
        <a:ext cx="5393361" cy="8700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109357-0D52-4A66-9384-AD3B7ED7F98D}">
      <dsp:nvSpPr>
        <dsp:cNvPr id="0" name=""/>
        <dsp:cNvSpPr/>
      </dsp:nvSpPr>
      <dsp:spPr>
        <a:xfrm>
          <a:off x="1212569" y="682809"/>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480339-A9A5-4D98-85BA-52C5B1A3BE71}">
      <dsp:nvSpPr>
        <dsp:cNvPr id="0" name=""/>
        <dsp:cNvSpPr/>
      </dsp:nvSpPr>
      <dsp:spPr>
        <a:xfrm>
          <a:off x="417971" y="2431028"/>
          <a:ext cx="2889450"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ES" sz="1100" b="1" kern="1200"/>
            <a:t>Google Cloud Platform (GCP)</a:t>
          </a:r>
          <a:r>
            <a:rPr lang="es-ES" sz="1100" kern="1200"/>
            <a:t> es la plataforma de nube de Google. Se diferencia por su fuerte enfoque en la analítica de datos, el aprendizaje automático y la infraestructura global que usa la propia Google para sus servicios (como Gmail y YouTube). Es una excelente opción para empresas que buscan capacidades de análisis y IA de alta potencia.</a:t>
          </a:r>
          <a:endParaRPr lang="en-US" sz="1100" kern="1200"/>
        </a:p>
      </dsp:txBody>
      <dsp:txXfrm>
        <a:off x="417971" y="2431028"/>
        <a:ext cx="2889450" cy="1237500"/>
      </dsp:txXfrm>
    </dsp:sp>
    <dsp:sp modelId="{FC16948C-FF9B-41A8-8905-EEF61E57E334}">
      <dsp:nvSpPr>
        <dsp:cNvPr id="0" name=""/>
        <dsp:cNvSpPr/>
      </dsp:nvSpPr>
      <dsp:spPr>
        <a:xfrm>
          <a:off x="4607673" y="682809"/>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D10E0D-9325-4A3F-AA90-36EAE667D95F}">
      <dsp:nvSpPr>
        <dsp:cNvPr id="0" name=""/>
        <dsp:cNvSpPr/>
      </dsp:nvSpPr>
      <dsp:spPr>
        <a:xfrm>
          <a:off x="3813075" y="2431028"/>
          <a:ext cx="2889450"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ES" sz="1100" b="1" kern="1200"/>
            <a:t>Enfoque</a:t>
          </a:r>
          <a:r>
            <a:rPr lang="es-ES" sz="1100" kern="1200"/>
            <a:t>: Soluciones de nube con énfasis en datos, IA y seguridad.</a:t>
          </a:r>
          <a:endParaRPr lang="en-US" sz="1100" kern="1200"/>
        </a:p>
      </dsp:txBody>
      <dsp:txXfrm>
        <a:off x="3813075" y="2431028"/>
        <a:ext cx="2889450" cy="1237500"/>
      </dsp:txXfrm>
    </dsp:sp>
    <dsp:sp modelId="{167163D0-9AB1-47B2-8C81-E7105D5D78AB}">
      <dsp:nvSpPr>
        <dsp:cNvPr id="0" name=""/>
        <dsp:cNvSpPr/>
      </dsp:nvSpPr>
      <dsp:spPr>
        <a:xfrm>
          <a:off x="8002777" y="682809"/>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3EFF7ED-F948-4A76-9A84-98F68A832561}">
      <dsp:nvSpPr>
        <dsp:cNvPr id="0" name=""/>
        <dsp:cNvSpPr/>
      </dsp:nvSpPr>
      <dsp:spPr>
        <a:xfrm>
          <a:off x="7208178" y="2431028"/>
          <a:ext cx="2889450" cy="12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s-ES" sz="1100" b="1" kern="1200"/>
            <a:t>Funciones principales</a:t>
          </a:r>
          <a:r>
            <a:rPr lang="es-ES" sz="1100" kern="1200"/>
            <a:t>: Computación (Compute Engine), almacenamiento (Cloud Storage) y servicios de datos avanzados como BigQuery.</a:t>
          </a:r>
          <a:endParaRPr lang="en-US" sz="1100" kern="1200"/>
        </a:p>
      </dsp:txBody>
      <dsp:txXfrm>
        <a:off x="7208178" y="2431028"/>
        <a:ext cx="2889450" cy="12375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DE3699-2B5E-D8D2-24AB-D7878139ED5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6F46D98C-FD8E-DB9D-7C06-074FF6ADB1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A6238F35-D3A3-0E6E-7140-435531643CBB}"/>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5" name="Marcador de pie de página 4">
            <a:extLst>
              <a:ext uri="{FF2B5EF4-FFF2-40B4-BE49-F238E27FC236}">
                <a16:creationId xmlns:a16="http://schemas.microsoft.com/office/drawing/2014/main" id="{AB4D1445-A46D-BB99-EF57-F2E2A68DCCF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0690ABF-8F5F-7B73-15D8-AA742CA57731}"/>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05720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2413D1-B65A-7C34-94E1-E8F035CA669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93E06A1-F03A-23BF-4D48-9A98F5616C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9E9BC34-0E94-AD2E-A9AE-505ACD7B227B}"/>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5" name="Marcador de pie de página 4">
            <a:extLst>
              <a:ext uri="{FF2B5EF4-FFF2-40B4-BE49-F238E27FC236}">
                <a16:creationId xmlns:a16="http://schemas.microsoft.com/office/drawing/2014/main" id="{C041AD84-0989-A854-CFFA-7126874D9A5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79EF560-C098-A468-D531-E0549EC8FE3A}"/>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756632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EB4F04-0F1E-9A9C-12F9-E837657B676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377618FC-4224-2F98-DA3A-6FC8B6C5AF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3371BAA-933F-1AD0-F324-FB95935EA75B}"/>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5" name="Marcador de pie de página 4">
            <a:extLst>
              <a:ext uri="{FF2B5EF4-FFF2-40B4-BE49-F238E27FC236}">
                <a16:creationId xmlns:a16="http://schemas.microsoft.com/office/drawing/2014/main" id="{F8D91D4C-B3A0-AC2F-F3FA-99FE20D5118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CCA7F67-67C8-44FA-4E45-0AFA22C92AFB}"/>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792054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778D26-89E3-8C1A-251F-9BCAE207BA4C}"/>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8C2DCB0-52EA-CD3C-2ABB-BAE16F7FD3E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CBCC20B-5A42-5C24-234E-9B5FB152409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D792458-0460-1E82-B9FA-0385E7109470}"/>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6" name="Marcador de pie de página 5">
            <a:extLst>
              <a:ext uri="{FF2B5EF4-FFF2-40B4-BE49-F238E27FC236}">
                <a16:creationId xmlns:a16="http://schemas.microsoft.com/office/drawing/2014/main" id="{BD4F8980-74BE-D260-FBEE-E9EF9D29A76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3274F2A-4C34-BB06-5D0C-8C9A50AF400F}"/>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61356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DC4AB6-122C-D95D-71B8-FFF99E788834}"/>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130E180-1891-E3F6-0A8D-FD531D4319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287A73F-C8CE-67B3-22E0-DACC1BF39CC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67BC7CA7-FE2C-679E-1FE6-3379EBF7AD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F1EDD20-A6C4-71D8-5847-E0F25A2C83A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DFC64340-5DBB-0CEF-73BC-4F2EE71BF77D}"/>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8" name="Marcador de pie de página 7">
            <a:extLst>
              <a:ext uri="{FF2B5EF4-FFF2-40B4-BE49-F238E27FC236}">
                <a16:creationId xmlns:a16="http://schemas.microsoft.com/office/drawing/2014/main" id="{7351D042-EE0D-E2E4-AC3B-B0A6B000BFA1}"/>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4ED2FA34-0A5A-2B3D-13AD-72F91653CDFA}"/>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810469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EE3055-3D57-C2BA-7B80-08BD57905B54}"/>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EC32614-0045-415E-AB28-CA40E70EDB46}"/>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4" name="Marcador de pie de página 3">
            <a:extLst>
              <a:ext uri="{FF2B5EF4-FFF2-40B4-BE49-F238E27FC236}">
                <a16:creationId xmlns:a16="http://schemas.microsoft.com/office/drawing/2014/main" id="{05E152E3-B701-219B-50DE-97ECB86342BC}"/>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A121551-A3F2-F4F9-6367-8BA196D7E0FF}"/>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319046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BE268F8-65B4-8AAD-75FD-51E4DCF8DFEE}"/>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3" name="Marcador de pie de página 2">
            <a:extLst>
              <a:ext uri="{FF2B5EF4-FFF2-40B4-BE49-F238E27FC236}">
                <a16:creationId xmlns:a16="http://schemas.microsoft.com/office/drawing/2014/main" id="{14047F3F-01B7-02BD-1907-C602F0A4CB0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888AF27F-CC40-A4E2-850B-AFED4AC36F33}"/>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3719221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83EC1D-A118-B813-92D5-2CC4EC6B8D5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C67289F-B58A-3C51-D984-DF3120209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A27070BB-FE1A-BA52-1B86-2544AFC111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6A2B16E-378F-EC2C-A224-03FB9C61DE53}"/>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6" name="Marcador de pie de página 5">
            <a:extLst>
              <a:ext uri="{FF2B5EF4-FFF2-40B4-BE49-F238E27FC236}">
                <a16:creationId xmlns:a16="http://schemas.microsoft.com/office/drawing/2014/main" id="{4D049FEB-B7D2-AAFA-3FEA-3833F652D43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31383F8-43A1-4708-A1BD-0D64D32AE9A0}"/>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031472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77FB2B-2239-A2C5-008D-161B4872ADC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34E77CA8-5140-0A47-35BD-750FAEF76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148ADAF-712E-25A3-011B-1E4A2C3CD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9C62925-D99F-6C6F-6F1C-600717868F45}"/>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6" name="Marcador de pie de página 5">
            <a:extLst>
              <a:ext uri="{FF2B5EF4-FFF2-40B4-BE49-F238E27FC236}">
                <a16:creationId xmlns:a16="http://schemas.microsoft.com/office/drawing/2014/main" id="{8BAD84A6-6E47-4FDF-3DF8-CB66C143EAC4}"/>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6E5C1DB-C5DE-9F9E-8CA4-9FDBB85D3953}"/>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958258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FBFDBB-8793-B28D-4D13-B58E5467D21B}"/>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5B7B66DC-17C3-6BF4-A645-B0A64B7BE22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A23181B-5072-A404-52DA-2E91C938586E}"/>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5" name="Marcador de pie de página 4">
            <a:extLst>
              <a:ext uri="{FF2B5EF4-FFF2-40B4-BE49-F238E27FC236}">
                <a16:creationId xmlns:a16="http://schemas.microsoft.com/office/drawing/2014/main" id="{272A52AA-DB7B-01EC-070D-4F3BC83BFF2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686E288-6182-9D67-EC70-451209C54A84}"/>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1104838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FB4F54C-46F8-93AA-937D-FADB9B19494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C5EA0FE-E0F8-CEE1-1640-B35426B59BD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2ADDFAB-132C-45F4-6A13-E282D81C2567}"/>
              </a:ext>
            </a:extLst>
          </p:cNvPr>
          <p:cNvSpPr>
            <a:spLocks noGrp="1"/>
          </p:cNvSpPr>
          <p:nvPr>
            <p:ph type="dt" sz="half" idx="10"/>
          </p:nvPr>
        </p:nvSpPr>
        <p:spPr/>
        <p:txBody>
          <a:bodyPr/>
          <a:lstStyle/>
          <a:p>
            <a:fld id="{58EAB697-0FEA-4A4B-BBB3-4CD9CB169CC3}" type="datetimeFigureOut">
              <a:rPr lang="es-ES" smtClean="0"/>
              <a:t>22/09/2025</a:t>
            </a:fld>
            <a:endParaRPr lang="es-ES"/>
          </a:p>
        </p:txBody>
      </p:sp>
      <p:sp>
        <p:nvSpPr>
          <p:cNvPr id="5" name="Marcador de pie de página 4">
            <a:extLst>
              <a:ext uri="{FF2B5EF4-FFF2-40B4-BE49-F238E27FC236}">
                <a16:creationId xmlns:a16="http://schemas.microsoft.com/office/drawing/2014/main" id="{C85AA260-435B-8256-133D-58A0568BACA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432E227-6845-939E-B7B7-3AC4B669CDCD}"/>
              </a:ext>
            </a:extLst>
          </p:cNvPr>
          <p:cNvSpPr>
            <a:spLocks noGrp="1"/>
          </p:cNvSpPr>
          <p:nvPr>
            <p:ph type="sldNum" sz="quarter" idx="12"/>
          </p:nvPr>
        </p:nvSpPr>
        <p:spPr/>
        <p:txBody>
          <a:bodyPr/>
          <a:lstStyle/>
          <a:p>
            <a:fld id="{45195776-DB31-446C-B337-D0E63CFCC0FA}" type="slidenum">
              <a:rPr lang="es-ES" smtClean="0"/>
              <a:t>‹Nº›</a:t>
            </a:fld>
            <a:endParaRPr lang="es-ES"/>
          </a:p>
        </p:txBody>
      </p:sp>
    </p:spTree>
    <p:extLst>
      <p:ext uri="{BB962C8B-B14F-4D97-AF65-F5344CB8AC3E}">
        <p14:creationId xmlns:p14="http://schemas.microsoft.com/office/powerpoint/2010/main" val="222792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E663136-3AA9-C5D6-EA7F-FCF60B1762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DB290F0-95F6-3F68-A38F-8D077EC372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8EC4B67-316D-5331-B571-0A2D4AD117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EAB697-0FEA-4A4B-BBB3-4CD9CB169CC3}" type="datetimeFigureOut">
              <a:rPr lang="es-ES" smtClean="0"/>
              <a:t>22/09/2025</a:t>
            </a:fld>
            <a:endParaRPr lang="es-ES"/>
          </a:p>
        </p:txBody>
      </p:sp>
      <p:sp>
        <p:nvSpPr>
          <p:cNvPr id="5" name="Marcador de pie de página 4">
            <a:extLst>
              <a:ext uri="{FF2B5EF4-FFF2-40B4-BE49-F238E27FC236}">
                <a16:creationId xmlns:a16="http://schemas.microsoft.com/office/drawing/2014/main" id="{5237EA8C-7518-F749-3CC7-B3D34E36F1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9705E4F0-AECE-C33E-1767-B9C56D1F39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195776-DB31-446C-B337-D0E63CFCC0FA}" type="slidenum">
              <a:rPr lang="es-ES" smtClean="0"/>
              <a:t>‹Nº›</a:t>
            </a:fld>
            <a:endParaRPr lang="es-ES"/>
          </a:p>
        </p:txBody>
      </p:sp>
    </p:spTree>
    <p:extLst>
      <p:ext uri="{BB962C8B-B14F-4D97-AF65-F5344CB8AC3E}">
        <p14:creationId xmlns:p14="http://schemas.microsoft.com/office/powerpoint/2010/main" val="2123967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77BAFB-3BD3-41BB-9107-FAE224AE2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823A9B-C188-42D4-847C-3AD928DB1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42784" y="253140"/>
            <a:ext cx="6184555" cy="6184555"/>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34B557F3-1A0C-4749-A6DB-EAC082DF3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4848" y="253140"/>
            <a:ext cx="6184555" cy="6184555"/>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4" name="Oval 13">
            <a:extLst>
              <a:ext uri="{FF2B5EF4-FFF2-40B4-BE49-F238E27FC236}">
                <a16:creationId xmlns:a16="http://schemas.microsoft.com/office/drawing/2014/main" id="{55D55AA6-3751-494F-868A-DCEDC5CE8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03723" y="136525"/>
            <a:ext cx="6184555" cy="6184555"/>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4779B4EC-BE3E-9295-AC58-0CAD13A4D444}"/>
              </a:ext>
            </a:extLst>
          </p:cNvPr>
          <p:cNvSpPr>
            <a:spLocks noGrp="1"/>
          </p:cNvSpPr>
          <p:nvPr>
            <p:ph type="ctrTitle"/>
          </p:nvPr>
        </p:nvSpPr>
        <p:spPr>
          <a:xfrm>
            <a:off x="3581400" y="965580"/>
            <a:ext cx="5204489" cy="3160593"/>
          </a:xfrm>
        </p:spPr>
        <p:txBody>
          <a:bodyPr>
            <a:normAutofit/>
          </a:bodyPr>
          <a:lstStyle/>
          <a:p>
            <a:r>
              <a:rPr lang="es-ES" sz="5400">
                <a:solidFill>
                  <a:schemeClr val="bg1"/>
                </a:solidFill>
              </a:rPr>
              <a:t>SEGURIDAD INFORMÁTICA</a:t>
            </a:r>
          </a:p>
        </p:txBody>
      </p:sp>
      <p:sp>
        <p:nvSpPr>
          <p:cNvPr id="16"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8" name="Graphic 212">
            <a:extLst>
              <a:ext uri="{FF2B5EF4-FFF2-40B4-BE49-F238E27FC236}">
                <a16:creationId xmlns:a16="http://schemas.microsoft.com/office/drawing/2014/main" id="{D82AB1B2-7970-42CF-8BF5-567C69E9F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56275" y="97597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nvGrpSpPr>
          <p:cNvPr id="20"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80947" y="1755501"/>
            <a:ext cx="1598829" cy="531293"/>
            <a:chOff x="2504802" y="1755501"/>
            <a:chExt cx="1598829" cy="531293"/>
          </a:xfrm>
          <a:solidFill>
            <a:schemeClr val="bg1"/>
          </a:solidFill>
        </p:grpSpPr>
        <p:sp>
          <p:nvSpPr>
            <p:cNvPr id="21" name="Freeform: Shape 20">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sp>
        <p:nvSpPr>
          <p:cNvPr id="24" name="Oval 23">
            <a:extLst>
              <a:ext uri="{FF2B5EF4-FFF2-40B4-BE49-F238E27FC236}">
                <a16:creationId xmlns:a16="http://schemas.microsoft.com/office/drawing/2014/main" id="{C10FB9CA-E7FA-462C-B537-F1224ED1A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D8469AE7-A75B-4F37-850B-EF5974ABE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19820" y="4236107"/>
            <a:ext cx="510988" cy="510988"/>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28" name="Graphic 4">
            <a:extLst>
              <a:ext uri="{FF2B5EF4-FFF2-40B4-BE49-F238E27FC236}">
                <a16:creationId xmlns:a16="http://schemas.microsoft.com/office/drawing/2014/main" id="{63301095-70B2-49AA-8DA9-A35629AD62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97506" y="4175798"/>
            <a:ext cx="1861486" cy="1861665"/>
            <a:chOff x="5734053" y="3067000"/>
            <a:chExt cx="724484" cy="724549"/>
          </a:xfrm>
          <a:solidFill>
            <a:schemeClr val="bg1"/>
          </a:solidFill>
        </p:grpSpPr>
        <p:sp>
          <p:nvSpPr>
            <p:cNvPr id="29" name="Freeform: Shape 28">
              <a:extLst>
                <a:ext uri="{FF2B5EF4-FFF2-40B4-BE49-F238E27FC236}">
                  <a16:creationId xmlns:a16="http://schemas.microsoft.com/office/drawing/2014/main" id="{D218E08C-0BEA-45C2-8C09-4141DDDA0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067000"/>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232F6090-14E0-44C6-B9FC-C91047BCD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FDB9402B-335C-4892-9E7C-C400E95BE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E7A4371D-4448-409A-93F3-0C92E3EBDC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780149CB-4B8F-4FD1-AC5E-25670C9EA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92D49A1A-35B0-4620-9D1E-A782A0E97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AFF46F08-B1E4-44C1-BD4A-4191D6EAD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8DB16610-3D81-4E5C-850D-5D1245C0D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2624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05501B2-83AC-4299-BE5A-8CA16B408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2624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07CF1B90-3B3A-403E-A94F-8B82945D07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56A1CBA9-4AC1-4C42-9429-3FF31DF28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21318D9B-FD39-402A-ADFA-0E6CC789A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33FB08F-B346-47C0-A7CD-1DE53E6C0D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12624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893AD6F2-6408-4A8E-9749-CB7388EF3D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2624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715D9D2F-1568-4BE3-A54A-69F52492B0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185393"/>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9AB547A7-0D80-491F-98B4-C6B7CC4FC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7E2693CD-DAF5-4B26-9A2F-17673BF31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A96EEE12-952A-4693-B161-D7071D601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F4228DCC-1611-4BDC-90AA-231F67EB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DA163C3C-D3DF-461F-B6A8-90C7C227D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185393"/>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4D021D29-2980-41C3-AB83-DA93C105B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18539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AC09C1FA-1A9D-49A7-9D73-8B777140A3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244637"/>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B8D8CD4-7B9B-48A5-BC59-0CB859354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24463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224D0A27-A8B0-4020-9399-24127726E6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168E8EBA-9F8C-4650-B9BE-38A0A56BC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A460BB3-2605-4AA2-AE1D-B9FB61EBF2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1E2E38EE-DBBE-4CC1-9498-E7193E1B28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244637"/>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191D5C-7D2A-4408-A8F2-389D2360F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24463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08F7193B-B379-4921-9F17-1841D50611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03786"/>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B4C5E53C-6003-4F74-B1CA-C7EA1E499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CB97B2B1-1CF5-46A5-940D-AB8F57F590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0783F4F1-D8CE-4453-B79B-AD976E272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6A7A4C9-F24F-4F00-A2FA-29E788A09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EB694A32-59D6-46E3-8CE4-E4C485C2CB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03786"/>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983EBB4C-28FF-41C6-90D6-5F30FC0868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707659D-8AE9-49B5-AB29-ECC099F495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363031"/>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5C987ECC-9573-46EA-9C4A-7C3CAE39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36302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4DAF6708-18C2-4082-B024-6CEA32AE0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72CBB5AE-39E2-4D9B-A834-64D31B0032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4592DE98-77BF-4E8E-AEB4-1934207BA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5AF5D9A0-BA94-4D2B-8479-26C55355B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363031"/>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2CAA6A8E-7ACF-4EF7-AAD6-734A009DC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3630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D3DD3695-F212-4BAD-BBB3-EC1F62474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22181"/>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AB1B3ECB-7594-4C5C-B62B-E686C0A89E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221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EE54C3C-D9E5-4782-B8F6-058EB2D63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EAE78EEE-DC43-44E1-AB47-ACB80F9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47D67EF-1141-4582-866E-FE02FB2360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99ECC931-60A1-4628-A34B-4B68DA3CC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422181"/>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A587D2BE-3417-44AE-BEEF-57F88CECB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CEB2ED3-A08D-4286-B75D-893289F3F3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06700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7C7DB7BB-8173-4377-85B0-032B7BDAB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93EF69B4-3F48-4509-8BF8-926E23BC1D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067000"/>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C1A86650-1EF5-46E3-885D-96985105A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47EBBDE2-BD90-481F-A671-34E2186FB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87DAF1CB-838D-4C5C-8FB7-76BF677FEB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067000"/>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64573DA8-D2F3-4644-AC79-83843615C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2624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41AB53B8-0D5C-44BD-A2A9-ABBF659E1F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29B7FA60-B453-4877-8D47-CA1209DF9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2624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7A6D2414-BCCC-40E8-B990-47642EFE96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2624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0F37C2B-B7E6-420D-AD39-3AE4A2FBE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2624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6417E45-D7FC-40B8-AD49-941B28D18C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2624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2A8D1963-0C59-476C-AAFA-A7AF4FF50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18539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6BE777A9-EC29-46FC-AD21-AC7FD89B13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C63BA1CE-93FB-42C7-8381-765E50023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18539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7F30F275-ADC8-4FD1-8B4B-673B37517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DB20529C-F2DD-4607-8DEE-19A932968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18539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B8029A9A-DFF9-49CE-8CEE-95A6695F39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185391"/>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6822C2EC-B05D-4CE6-9D59-164769D0E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244634"/>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53A0760F-F576-4A97-94AF-8BBE590844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CA76721C-646A-4910-AD1A-BE6B67767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244634"/>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065D4766-CAEC-4074-A9E2-6110A12389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4F1A0AC6-319D-49D8-A4FB-17A70E8E8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24463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79502B48-2B92-45BF-B9AC-1102B38078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24463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6363AFA7-321F-431C-B2FD-ADCB4D24B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0378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3EDDE1B-7379-4973-8CFD-F3C737104D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1F20B58A-2DB8-46B2-9E93-9C8C817DCD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0378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A5A3EF12-3DA1-4505-A44B-1B9634887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5B08812B-9264-47E7-8EC8-1233869F6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037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2A29F226-A243-410B-BEE4-EBA9DD76F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0378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9DF57348-F837-475C-A7AA-3C7210041E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363028"/>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1E41B89A-9A45-4947-ADB0-9400400498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6C1F1525-32BC-46E1-84E6-C2BB88730B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363028"/>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C73A8972-BA44-40C6-B045-83E78C4D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36302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C196E956-03D1-4F79-826A-A2F5E3DEF1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36302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ADA7B07B-EAC8-4FA5-B14F-3ABF8BA7A2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363029"/>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93C28672-FF9E-4FE0-AC47-2FDD26CD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87" y="342217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E347BAB3-EA9C-4ADD-AE5E-28F2E3C538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38" y="34221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321920C4-EE31-4F03-A0D5-A280D3F4B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83" y="342217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6EBB3D05-4C78-4F10-8D03-8909DBCFB3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33" y="342217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C65F531-84E4-463F-8791-EB6EDFA63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79" y="34221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63BB6A3-D482-43F2-9F5F-20E163CC4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9" y="34221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BDCCD34-EB5D-4194-8A28-1424E98AE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481330"/>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F058544E-163D-4FFF-9A69-0B3A3F2D6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11041486-0577-4F0E-8DD5-5E20E26729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71D11099-C84E-43AC-9F20-92460E170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E598FB87-8AFF-4C56-9E2C-776F4641E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7701E761-16DE-4350-9718-DD81B37FB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481330"/>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552E747F-E415-4348-A11A-4CABCB64B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C6472F13-E6DE-4469-9563-F478261B6E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4057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5C72FE15-910B-4622-A14C-AFA2DFCC02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AB8F759-DEFA-4D35-B76E-6D3034FB77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A1BBCEBD-DCE2-4354-B878-49ABEC367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2CBB3A18-0021-403F-8E24-8805829B4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8FDF7AAC-1EC6-4409-90AB-DBB984883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2" y="3540575"/>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B9999E8-7D25-4049-8328-685B556DC6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4057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77FC8A9-DEAE-424D-B460-12E0F3268D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5997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4F9C69A-0DCF-444A-B970-32B412048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5997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8BD94DDA-54FF-48EE-9DAC-C0EA6F91D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E18A6989-0132-4CB7-BB68-EEBC4E080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A1357332-D19F-4C2B-B474-21D5539B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95C7590-8B80-428C-95A9-638B26542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5997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CA0E8A31-7520-4726-9D96-43BA87407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5997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9407EEE0-5D8E-4CCC-A91B-0CB523227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3" y="365896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799DFCC-868B-4257-B530-8E8D616CC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99" y="365896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F7F5EEB5-FE82-45A8-97C4-88460ABAFB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49"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CD76E4C7-EB07-499D-9BC3-FF39C8B61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86EFDF8D-E5F7-4EB8-B8DA-3CC7E21D88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5"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2CA6506B-EACA-4FB2-81AB-E028F4478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0" y="365896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93E4771-2787-4901-93D8-7E90F3F479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65896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0EA31773-15F1-4605-8787-6891ABB21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5" y="3718118"/>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1302C213-2CD5-4168-9534-111E6E81A8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0" y="371811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9B36C24-2336-41FD-BAC4-6CD69DFD5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0"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CA3AFAFE-D376-4A7B-928B-833531472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9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C685A00-A4F7-4250-BAAA-70978DADE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46"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52682F3-EDD5-4BDC-BB19-A4540873A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91" y="3718118"/>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2C5E1880-CFBA-4547-9C23-6D2C433048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42" y="371811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439AAF4F-2AAD-4A02-A7FA-FE28D5286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57" y="3777362"/>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05614144-9309-41ED-8E05-839A6EEFF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301"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24324D6F-A81D-45F2-BA36-C53F1AB0C6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53"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6B00668D-07BC-47CF-9D1E-F94EC7C56F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701"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CF78A89-29F2-4973-8463-DF3C57EFB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54"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F5BCB645-FB02-40FC-99A4-06CA3F1B2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102" y="377736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6115A3A-2FBE-4633-A426-37D05BC07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50" y="377736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AEFD8D2F-B95A-4C0A-AE85-53171B29F5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481330"/>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4DD4F397-1F35-4E06-8EC1-8F58C51912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B031E5E0-C77D-49F7-ADF2-258D23052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481330"/>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3F044DE9-FE64-4C30-8191-7E1547880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9B18BCEB-85ED-4077-ACB7-FEB2F6443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481330"/>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0C0927E-2CCF-4F8E-8A54-22B8A93C97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48132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D0C3350E-04F5-4FED-9991-4DD964E099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40578"/>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F43D0338-A6C9-4866-8D0C-072664518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405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0EA171B-27E2-4100-9D5F-123CF6E7F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40584"/>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22FD540C-F3DF-40F5-B2BE-BBD113EF4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4058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57768D93-FAD4-4236-969B-B8EE8E88F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4058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0F5E0490-21C2-4EF6-950D-38814F32C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40588"/>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8E981C9B-710F-4034-AE82-28B1B0724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59973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CC62C2CC-DBAE-4877-8F55-02FE00AE8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D8F57D8B-1988-441F-9DAE-A525DA5E9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59973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6715F028-3A13-4D5F-86C4-74C0AD81D6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DC6C9B50-47B3-44E7-B897-43D010A18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59973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F3F602F0-702E-4D5F-A4FC-0E602C02B9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37" y="359973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F379870-B34C-4DFC-9F0A-BDAB8C89F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6589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641092AC-FED1-4D1D-B57C-0AC883CA95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46"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EA8A0B5E-5BB1-46AF-AC31-7D3756F354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1" y="36589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1C519384-2192-432B-B768-64B4BC2DA9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2"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13C77A9D-44F0-4289-A611-D8AF81357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8" y="36589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A54AEDC-E418-4E02-A713-6CE30C0CD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1" y="36589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24FECFE3-9F31-47B0-B17F-CF2A1CEE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9" y="371813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68167DF4-8B16-419B-B7BA-2FD5FF6CC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A543D24F-44C0-4DDF-A30E-8C8407548F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5" y="3718130"/>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63DEAE3C-3931-41EE-B4A1-F9385602BE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45" y="37181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B11945CD-32F6-4C09-82AF-551051231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92" y="3718128"/>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9109F44F-512F-4792-AED2-ECA80DDE16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40" y="37181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29B9E19B-BC56-46F2-BFFF-1688CEA55A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95" y="3777375"/>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F573BDDE-4AED-43FB-B8D1-B5F3708931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50" y="3777375"/>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EFFDA684-6DFF-4629-830E-6F2ACAB8C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96" y="3777375"/>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92E23250-6349-4726-AF61-08A57B3A2E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55" y="3777354"/>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8536AAE6-5497-4B0A-9C9F-4EAA1BB32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314" y="3777450"/>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52B72898-B9DE-4574-BB20-0C317954D4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5" name="Subtítulo 4">
            <a:extLst>
              <a:ext uri="{FF2B5EF4-FFF2-40B4-BE49-F238E27FC236}">
                <a16:creationId xmlns:a16="http://schemas.microsoft.com/office/drawing/2014/main" id="{BB076771-2AA0-A9C7-C61D-786423133F2C}"/>
              </a:ext>
            </a:extLst>
          </p:cNvPr>
          <p:cNvSpPr>
            <a:spLocks noGrp="1"/>
          </p:cNvSpPr>
          <p:nvPr>
            <p:ph type="subTitle" idx="1"/>
          </p:nvPr>
        </p:nvSpPr>
        <p:spPr/>
        <p:txBody>
          <a:bodyPr/>
          <a:lstStyle/>
          <a:p>
            <a:endParaRPr lang="es-ES"/>
          </a:p>
        </p:txBody>
      </p:sp>
    </p:spTree>
    <p:extLst>
      <p:ext uri="{BB962C8B-B14F-4D97-AF65-F5344CB8AC3E}">
        <p14:creationId xmlns:p14="http://schemas.microsoft.com/office/powerpoint/2010/main" val="4108739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5DA3A4-8139-4C4A-2DF6-09A38BB3E24A}"/>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AC531646-0CFE-DB7F-0BB7-AB6E079EE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C8B480ED-D3D2-B09C-9EA1-E3D1FF99D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D313E2-6B46-66DA-4EF7-02FCD33E5417}"/>
              </a:ext>
            </a:extLst>
          </p:cNvPr>
          <p:cNvSpPr>
            <a:spLocks noGrp="1"/>
          </p:cNvSpPr>
          <p:nvPr>
            <p:ph type="title"/>
          </p:nvPr>
        </p:nvSpPr>
        <p:spPr>
          <a:xfrm>
            <a:off x="761803" y="350196"/>
            <a:ext cx="4646904" cy="1624520"/>
          </a:xfrm>
        </p:spPr>
        <p:txBody>
          <a:bodyPr anchor="ctr">
            <a:normAutofit/>
          </a:bodyPr>
          <a:lstStyle/>
          <a:p>
            <a:r>
              <a:rPr lang="es-ES" sz="3700" dirty="0"/>
              <a:t>UNIDAD 2: MEDIDAS DE SEGURIDAD PASIVA</a:t>
            </a:r>
          </a:p>
        </p:txBody>
      </p:sp>
      <p:sp>
        <p:nvSpPr>
          <p:cNvPr id="3" name="Marcador de contenido 2">
            <a:extLst>
              <a:ext uri="{FF2B5EF4-FFF2-40B4-BE49-F238E27FC236}">
                <a16:creationId xmlns:a16="http://schemas.microsoft.com/office/drawing/2014/main" id="{755E79F4-1172-A62D-3F73-D6793E20776D}"/>
              </a:ext>
            </a:extLst>
          </p:cNvPr>
          <p:cNvSpPr>
            <a:spLocks noGrp="1"/>
          </p:cNvSpPr>
          <p:nvPr>
            <p:ph idx="1"/>
          </p:nvPr>
        </p:nvSpPr>
        <p:spPr>
          <a:xfrm>
            <a:off x="761802" y="2743200"/>
            <a:ext cx="4646905" cy="3613149"/>
          </a:xfrm>
        </p:spPr>
        <p:txBody>
          <a:bodyPr anchor="ctr">
            <a:normAutofit fontScale="85000" lnSpcReduction="20000"/>
          </a:bodyPr>
          <a:lstStyle/>
          <a:p>
            <a:r>
              <a:rPr lang="es-ES" sz="2000" dirty="0"/>
              <a:t>PROTECCIÓN FISICA DE EQUIPOS Y SERVIDORES</a:t>
            </a:r>
          </a:p>
          <a:p>
            <a:r>
              <a:rPr lang="es-ES" sz="2000" dirty="0"/>
              <a:t>PLANIFICACIÓN DEL USO DE SISTEMAS DE ALIMENTACIÓN INITERRUMPIDA</a:t>
            </a:r>
          </a:p>
          <a:p>
            <a:r>
              <a:rPr lang="es-ES" sz="2000" dirty="0"/>
              <a:t>SEGURIDAD ANTE INTENTOS DE ESPIONAJE</a:t>
            </a:r>
          </a:p>
          <a:p>
            <a:r>
              <a:rPr lang="es-ES" sz="2000" dirty="0"/>
              <a:t>SEGURIDAD EN SISTEMAS DE ALMACENAMIENTO</a:t>
            </a:r>
          </a:p>
          <a:p>
            <a:r>
              <a:rPr lang="es-ES" sz="2000" dirty="0"/>
              <a:t>SEGURIDAD EN ALMACENAMIENTO REDUNDANTE Y DISTRIBUIDO</a:t>
            </a:r>
          </a:p>
          <a:p>
            <a:r>
              <a:rPr lang="es-ES" sz="2000" dirty="0"/>
              <a:t>CLUSTERES DE SERVIDORES</a:t>
            </a:r>
          </a:p>
          <a:p>
            <a:r>
              <a:rPr lang="es-ES" sz="2000" dirty="0"/>
              <a:t>GESTION DE EVENTOS DE CIBERSEGURIDAD</a:t>
            </a:r>
          </a:p>
          <a:p>
            <a:r>
              <a:rPr lang="es-ES" sz="2000" dirty="0"/>
              <a:t>GESTIÓN DE LOS CENTROS DE DATOS EN LA NUBE</a:t>
            </a:r>
          </a:p>
          <a:p>
            <a:endParaRPr lang="es-ES" sz="2000" dirty="0"/>
          </a:p>
        </p:txBody>
      </p:sp>
      <p:pic>
        <p:nvPicPr>
          <p:cNvPr id="5" name="Picture 4" descr="Candado transparente">
            <a:extLst>
              <a:ext uri="{FF2B5EF4-FFF2-40B4-BE49-F238E27FC236}">
                <a16:creationId xmlns:a16="http://schemas.microsoft.com/office/drawing/2014/main" id="{0F7BA332-8486-61F7-4A86-6D8A0E65771A}"/>
              </a:ext>
            </a:extLst>
          </p:cNvPr>
          <p:cNvPicPr>
            <a:picLocks noChangeAspect="1"/>
          </p:cNvPicPr>
          <p:nvPr/>
        </p:nvPicPr>
        <p:blipFill>
          <a:blip r:embed="rId2"/>
          <a:srcRect l="7930" r="33784"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52618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0B6DA66-ABC0-C829-8F1B-07B53B0457ED}"/>
              </a:ext>
            </a:extLst>
          </p:cNvPr>
          <p:cNvPicPr>
            <a:picLocks noChangeAspect="1"/>
          </p:cNvPicPr>
          <p:nvPr/>
        </p:nvPicPr>
        <p:blipFill>
          <a:blip r:embed="rId2">
            <a:duotone>
              <a:schemeClr val="bg2">
                <a:shade val="45000"/>
                <a:satMod val="135000"/>
              </a:schemeClr>
              <a:prstClr val="white"/>
            </a:duotone>
          </a:blip>
          <a:srcRect t="12420" b="331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DE496B2-3E85-4797-216F-91168CF1B510}"/>
              </a:ext>
            </a:extLst>
          </p:cNvPr>
          <p:cNvSpPr>
            <a:spLocks noGrp="1"/>
          </p:cNvSpPr>
          <p:nvPr>
            <p:ph type="title"/>
          </p:nvPr>
        </p:nvSpPr>
        <p:spPr>
          <a:xfrm>
            <a:off x="838200" y="365125"/>
            <a:ext cx="10515600" cy="1325563"/>
          </a:xfrm>
        </p:spPr>
        <p:txBody>
          <a:bodyPr>
            <a:normAutofit/>
          </a:bodyPr>
          <a:lstStyle/>
          <a:p>
            <a:r>
              <a:rPr lang="es-ES" sz="3700"/>
              <a:t>PROTECCIÓN FISICA DE EQUIPOS Y SERVIDORES</a:t>
            </a:r>
            <a:br>
              <a:rPr lang="es-ES" sz="3700"/>
            </a:br>
            <a:endParaRPr lang="es-ES" sz="3700"/>
          </a:p>
        </p:txBody>
      </p:sp>
      <p:graphicFrame>
        <p:nvGraphicFramePr>
          <p:cNvPr id="5" name="Marcador de contenido 2">
            <a:extLst>
              <a:ext uri="{FF2B5EF4-FFF2-40B4-BE49-F238E27FC236}">
                <a16:creationId xmlns:a16="http://schemas.microsoft.com/office/drawing/2014/main" id="{2D8E6967-3639-063D-60A2-791205057FE9}"/>
              </a:ext>
            </a:extLst>
          </p:cNvPr>
          <p:cNvGraphicFramePr>
            <a:graphicFrameLocks noGrp="1"/>
          </p:cNvGraphicFramePr>
          <p:nvPr>
            <p:ph idx="1"/>
            <p:extLst>
              <p:ext uri="{D42A27DB-BD31-4B8C-83A1-F6EECF244321}">
                <p14:modId xmlns:p14="http://schemas.microsoft.com/office/powerpoint/2010/main" val="215979890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4861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Habitación con servidores iluminados">
            <a:extLst>
              <a:ext uri="{FF2B5EF4-FFF2-40B4-BE49-F238E27FC236}">
                <a16:creationId xmlns:a16="http://schemas.microsoft.com/office/drawing/2014/main" id="{B479978C-E8E9-73DE-D26A-AC615B6F067C}"/>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E9B7ED3-8073-C20A-1714-6ACAC5F547D3}"/>
              </a:ext>
            </a:extLst>
          </p:cNvPr>
          <p:cNvSpPr>
            <a:spLocks noGrp="1"/>
          </p:cNvSpPr>
          <p:nvPr>
            <p:ph type="title"/>
          </p:nvPr>
        </p:nvSpPr>
        <p:spPr>
          <a:xfrm>
            <a:off x="838200" y="365125"/>
            <a:ext cx="10515600" cy="1325563"/>
          </a:xfrm>
        </p:spPr>
        <p:txBody>
          <a:bodyPr>
            <a:normAutofit/>
          </a:bodyPr>
          <a:lstStyle/>
          <a:p>
            <a:r>
              <a:rPr lang="es-ES" sz="2800"/>
              <a:t>PLANIFICACIÓN DEL USO DE SISTEMAS DE ALIMENTACIÓN INITERRUMPIDA</a:t>
            </a:r>
            <a:br>
              <a:rPr lang="es-ES" sz="2800"/>
            </a:br>
            <a:endParaRPr lang="es-ES" sz="2800"/>
          </a:p>
        </p:txBody>
      </p:sp>
      <p:sp>
        <p:nvSpPr>
          <p:cNvPr id="3" name="Marcador de contenido 2">
            <a:extLst>
              <a:ext uri="{FF2B5EF4-FFF2-40B4-BE49-F238E27FC236}">
                <a16:creationId xmlns:a16="http://schemas.microsoft.com/office/drawing/2014/main" id="{405C4A69-8EF1-6B09-E6EF-DB016271CE8D}"/>
              </a:ext>
            </a:extLst>
          </p:cNvPr>
          <p:cNvSpPr>
            <a:spLocks noGrp="1"/>
          </p:cNvSpPr>
          <p:nvPr>
            <p:ph idx="1"/>
          </p:nvPr>
        </p:nvSpPr>
        <p:spPr>
          <a:xfrm>
            <a:off x="838200" y="1825625"/>
            <a:ext cx="10515600" cy="4351338"/>
          </a:xfrm>
        </p:spPr>
        <p:txBody>
          <a:bodyPr>
            <a:normAutofit/>
          </a:bodyPr>
          <a:lstStyle/>
          <a:p>
            <a:r>
              <a:rPr lang="es-ES" sz="2200" b="1"/>
              <a:t>¿Qué es un SAI?</a:t>
            </a:r>
          </a:p>
          <a:p>
            <a:r>
              <a:rPr lang="es-ES" sz="2200"/>
              <a:t>Un </a:t>
            </a:r>
            <a:r>
              <a:rPr lang="es-ES" sz="2200" b="1"/>
              <a:t>SAI</a:t>
            </a:r>
            <a:r>
              <a:rPr lang="es-ES" sz="2200"/>
              <a:t> (Sistema de Alimentación Ininterrumpida) es un dispositivo que sirve para proteger los equipos electrónicos, como computadoras, servidores, televisores o consolas de videojuegos, de problemas eléctricos. Su función principal es proporcionar energía de respaldo de forma instantánea cuando se interrumpe el suministro eléctrico principal, ya sea por un apagón, una bajada de tensión o un pico de voltaje.</a:t>
            </a:r>
          </a:p>
          <a:p>
            <a:r>
              <a:rPr lang="es-ES" sz="2200"/>
              <a:t>Piensa en el SAI como una batería de emergencia inteligente. Cuando la luz se va, el SAI entra en acción de inmediato, dándote tiempo para guardar tu trabajo y apagar los equipos de forma segura, evitando la pérdida de datos y posibles daños en los componentes. Además de la batería, muchos SAI también filtran la energía eléctrica para proteger tus dispositivos de fluctuaciones o picos de tensión que podrían dañarlos a largo plazo.</a:t>
            </a:r>
          </a:p>
        </p:txBody>
      </p:sp>
    </p:spTree>
    <p:extLst>
      <p:ext uri="{BB962C8B-B14F-4D97-AF65-F5344CB8AC3E}">
        <p14:creationId xmlns:p14="http://schemas.microsoft.com/office/powerpoint/2010/main" val="1171360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D491F7-CB30-4656-F23F-0A7E57917B66}"/>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DF644489-1F26-2F10-63DF-D8E8EEF37116}"/>
              </a:ext>
            </a:extLst>
          </p:cNvPr>
          <p:cNvSpPr>
            <a:spLocks noGrp="1"/>
          </p:cNvSpPr>
          <p:nvPr>
            <p:ph idx="1"/>
          </p:nvPr>
        </p:nvSpPr>
        <p:spPr/>
        <p:txBody>
          <a:bodyPr/>
          <a:lstStyle/>
          <a:p>
            <a:endParaRPr lang="es-ES"/>
          </a:p>
        </p:txBody>
      </p:sp>
      <p:pic>
        <p:nvPicPr>
          <p:cNvPr id="4" name="Imagen 3">
            <a:extLst>
              <a:ext uri="{FF2B5EF4-FFF2-40B4-BE49-F238E27FC236}">
                <a16:creationId xmlns:a16="http://schemas.microsoft.com/office/drawing/2014/main" id="{4410BA28-5291-B6D9-2E82-EB889F0534E9}"/>
              </a:ext>
            </a:extLst>
          </p:cNvPr>
          <p:cNvPicPr>
            <a:picLocks noChangeAspect="1"/>
          </p:cNvPicPr>
          <p:nvPr/>
        </p:nvPicPr>
        <p:blipFill>
          <a:blip r:embed="rId2"/>
          <a:stretch>
            <a:fillRect/>
          </a:stretch>
        </p:blipFill>
        <p:spPr>
          <a:xfrm>
            <a:off x="3436620" y="532952"/>
            <a:ext cx="4953000" cy="4953000"/>
          </a:xfrm>
          <a:prstGeom prst="rect">
            <a:avLst/>
          </a:prstGeom>
        </p:spPr>
      </p:pic>
    </p:spTree>
    <p:extLst>
      <p:ext uri="{BB962C8B-B14F-4D97-AF65-F5344CB8AC3E}">
        <p14:creationId xmlns:p14="http://schemas.microsoft.com/office/powerpoint/2010/main" val="908033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B0E58B-43CE-F38C-3089-AD5DA572D1CE}"/>
              </a:ext>
            </a:extLst>
          </p:cNvPr>
          <p:cNvPicPr>
            <a:picLocks noChangeAspect="1"/>
          </p:cNvPicPr>
          <p:nvPr/>
        </p:nvPicPr>
        <p:blipFill>
          <a:blip r:embed="rId2">
            <a:duotone>
              <a:schemeClr val="bg2">
                <a:shade val="45000"/>
                <a:satMod val="135000"/>
              </a:schemeClr>
              <a:prstClr val="white"/>
            </a:duotone>
          </a:blip>
          <a:srcRect t="15188" b="543"/>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BFE3A89-9F53-E647-8089-194D16148941}"/>
              </a:ext>
            </a:extLst>
          </p:cNvPr>
          <p:cNvSpPr>
            <a:spLocks noGrp="1"/>
          </p:cNvSpPr>
          <p:nvPr>
            <p:ph type="title"/>
          </p:nvPr>
        </p:nvSpPr>
        <p:spPr>
          <a:xfrm>
            <a:off x="838200" y="365125"/>
            <a:ext cx="10515600" cy="1325563"/>
          </a:xfrm>
        </p:spPr>
        <p:txBody>
          <a:bodyPr>
            <a:normAutofit/>
          </a:bodyPr>
          <a:lstStyle/>
          <a:p>
            <a:r>
              <a:rPr lang="es-ES" dirty="0"/>
              <a:t>SEGURIDAD ANTE INTENTOS DE ESPIONAJE</a:t>
            </a:r>
            <a:br>
              <a:rPr lang="es-ES" dirty="0"/>
            </a:br>
            <a:endParaRPr lang="es-ES" dirty="0"/>
          </a:p>
        </p:txBody>
      </p:sp>
      <p:graphicFrame>
        <p:nvGraphicFramePr>
          <p:cNvPr id="6" name="Rectangle 1">
            <a:extLst>
              <a:ext uri="{FF2B5EF4-FFF2-40B4-BE49-F238E27FC236}">
                <a16:creationId xmlns:a16="http://schemas.microsoft.com/office/drawing/2014/main" id="{68803FBA-CDC4-A27A-4FF9-19F148FE6ACC}"/>
              </a:ext>
            </a:extLst>
          </p:cNvPr>
          <p:cNvGraphicFramePr>
            <a:graphicFrameLocks noGrp="1"/>
          </p:cNvGraphicFramePr>
          <p:nvPr>
            <p:ph idx="1"/>
            <p:extLst>
              <p:ext uri="{D42A27DB-BD31-4B8C-83A1-F6EECF244321}">
                <p14:modId xmlns:p14="http://schemas.microsoft.com/office/powerpoint/2010/main" val="65610804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1137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7B9660B-B575-E2A8-8E72-0792C9DD478A}"/>
              </a:ext>
            </a:extLst>
          </p:cNvPr>
          <p:cNvPicPr>
            <a:picLocks noChangeAspect="1"/>
          </p:cNvPicPr>
          <p:nvPr/>
        </p:nvPicPr>
        <p:blipFill>
          <a:blip r:embed="rId2">
            <a:duotone>
              <a:schemeClr val="bg2">
                <a:shade val="45000"/>
                <a:satMod val="135000"/>
              </a:schemeClr>
              <a:prstClr val="white"/>
            </a:duotone>
          </a:blip>
          <a:srcRect t="12256" b="315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584783C-4642-8645-8CE4-AEB330453362}"/>
              </a:ext>
            </a:extLst>
          </p:cNvPr>
          <p:cNvSpPr>
            <a:spLocks noGrp="1"/>
          </p:cNvSpPr>
          <p:nvPr>
            <p:ph type="title"/>
          </p:nvPr>
        </p:nvSpPr>
        <p:spPr>
          <a:xfrm>
            <a:off x="838200" y="365125"/>
            <a:ext cx="10515600" cy="1325563"/>
          </a:xfrm>
        </p:spPr>
        <p:txBody>
          <a:bodyPr>
            <a:normAutofit/>
          </a:bodyPr>
          <a:lstStyle/>
          <a:p>
            <a:r>
              <a:rPr lang="es-ES" sz="3700"/>
              <a:t>SEGURIDAD EN SISTEMAS DE ALMACENAMIENTO</a:t>
            </a:r>
            <a:br>
              <a:rPr lang="es-ES" sz="3700"/>
            </a:br>
            <a:endParaRPr lang="es-ES" sz="3700"/>
          </a:p>
        </p:txBody>
      </p:sp>
      <p:graphicFrame>
        <p:nvGraphicFramePr>
          <p:cNvPr id="5" name="Marcador de contenido 2">
            <a:extLst>
              <a:ext uri="{FF2B5EF4-FFF2-40B4-BE49-F238E27FC236}">
                <a16:creationId xmlns:a16="http://schemas.microsoft.com/office/drawing/2014/main" id="{82A54ED9-EB04-55BE-5451-775EA93A2181}"/>
              </a:ext>
            </a:extLst>
          </p:cNvPr>
          <p:cNvGraphicFramePr>
            <a:graphicFrameLocks noGrp="1"/>
          </p:cNvGraphicFramePr>
          <p:nvPr>
            <p:ph idx="1"/>
            <p:extLst>
              <p:ext uri="{D42A27DB-BD31-4B8C-83A1-F6EECF244321}">
                <p14:modId xmlns:p14="http://schemas.microsoft.com/office/powerpoint/2010/main" val="105536563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17709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12F7182-9F41-FD06-E3AD-BD719965D20C}"/>
              </a:ext>
            </a:extLst>
          </p:cNvPr>
          <p:cNvSpPr>
            <a:spLocks noGrp="1"/>
          </p:cNvSpPr>
          <p:nvPr>
            <p:ph type="title"/>
          </p:nvPr>
        </p:nvSpPr>
        <p:spPr>
          <a:xfrm>
            <a:off x="686834" y="1153572"/>
            <a:ext cx="3200400" cy="4461163"/>
          </a:xfrm>
        </p:spPr>
        <p:txBody>
          <a:bodyPr>
            <a:normAutofit/>
          </a:bodyPr>
          <a:lstStyle/>
          <a:p>
            <a:r>
              <a:rPr lang="es-ES" sz="2800">
                <a:solidFill>
                  <a:srgbClr val="FFFFFF"/>
                </a:solidFill>
              </a:rPr>
              <a:t>SEGURIDAD EN ALMACENAMIENTO REDUNDANTE Y DISTRIBUIDO</a:t>
            </a:r>
            <a:br>
              <a:rPr lang="es-ES" sz="2800">
                <a:solidFill>
                  <a:srgbClr val="FFFFFF"/>
                </a:solidFill>
              </a:rPr>
            </a:br>
            <a:endParaRPr lang="es-ES" sz="28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Marcador de contenido 2">
            <a:extLst>
              <a:ext uri="{FF2B5EF4-FFF2-40B4-BE49-F238E27FC236}">
                <a16:creationId xmlns:a16="http://schemas.microsoft.com/office/drawing/2014/main" id="{76D47966-5031-3D66-6D76-FBADE9A068BA}"/>
              </a:ext>
            </a:extLst>
          </p:cNvPr>
          <p:cNvSpPr>
            <a:spLocks noGrp="1"/>
          </p:cNvSpPr>
          <p:nvPr>
            <p:ph idx="1"/>
          </p:nvPr>
        </p:nvSpPr>
        <p:spPr>
          <a:xfrm>
            <a:off x="4034118" y="215153"/>
            <a:ext cx="7319681" cy="6443831"/>
          </a:xfrm>
        </p:spPr>
        <p:txBody>
          <a:bodyPr anchor="ctr">
            <a:normAutofit/>
          </a:bodyPr>
          <a:lstStyle/>
          <a:p>
            <a:pPr marL="0" indent="0">
              <a:buNone/>
            </a:pPr>
            <a:r>
              <a:rPr lang="es-ES" sz="1400" b="1" dirty="0"/>
              <a:t>RAID 0 (</a:t>
            </a:r>
            <a:r>
              <a:rPr lang="es-ES" sz="1400" b="1" dirty="0" err="1"/>
              <a:t>Striping</a:t>
            </a:r>
            <a:r>
              <a:rPr lang="es-ES" sz="1400" b="1" dirty="0"/>
              <a:t>)</a:t>
            </a:r>
          </a:p>
          <a:p>
            <a:r>
              <a:rPr lang="es-ES" sz="1400" b="1" dirty="0"/>
              <a:t>Qué hace:</a:t>
            </a:r>
            <a:r>
              <a:rPr lang="es-ES" sz="1400" dirty="0"/>
              <a:t> divide los datos en bloques y los reparte entre varios discos.</a:t>
            </a:r>
          </a:p>
          <a:p>
            <a:r>
              <a:rPr lang="es-ES" sz="1400" b="1" dirty="0"/>
              <a:t>Ventaja:</a:t>
            </a:r>
            <a:r>
              <a:rPr lang="es-ES" sz="1400" dirty="0"/>
              <a:t> muchísima </a:t>
            </a:r>
            <a:r>
              <a:rPr lang="es-ES" sz="1400" b="1" dirty="0"/>
              <a:t>velocidad</a:t>
            </a:r>
            <a:r>
              <a:rPr lang="es-ES" sz="1400" dirty="0"/>
              <a:t> en lecturas/escrituras.</a:t>
            </a:r>
          </a:p>
          <a:p>
            <a:r>
              <a:rPr lang="es-ES" sz="1400" b="1" dirty="0"/>
              <a:t>Inconveniente:</a:t>
            </a:r>
            <a:r>
              <a:rPr lang="es-ES" sz="1400" dirty="0"/>
              <a:t> </a:t>
            </a:r>
            <a:r>
              <a:rPr lang="es-ES" sz="1400" b="1" dirty="0"/>
              <a:t>sin tolerancia a fallos</a:t>
            </a:r>
            <a:r>
              <a:rPr lang="es-ES" sz="1400" dirty="0"/>
              <a:t> — si falla un disco, se pierde todo.</a:t>
            </a:r>
          </a:p>
          <a:p>
            <a:r>
              <a:rPr lang="es-ES" sz="1400" b="1" dirty="0"/>
              <a:t>Cuándo usarlo:</a:t>
            </a:r>
            <a:r>
              <a:rPr lang="es-ES" sz="1400" dirty="0"/>
              <a:t> solo cuando la velocidad importa y los datos no son críticos (ej. almacenamiento temporal, edición de vídeo).</a:t>
            </a:r>
          </a:p>
          <a:p>
            <a:pPr marL="0" indent="0">
              <a:buNone/>
            </a:pPr>
            <a:r>
              <a:rPr lang="es-ES" sz="1400" b="1" dirty="0"/>
              <a:t>RAID 1 (</a:t>
            </a:r>
            <a:r>
              <a:rPr lang="es-ES" sz="1400" b="1" dirty="0" err="1"/>
              <a:t>Mirroring</a:t>
            </a:r>
            <a:r>
              <a:rPr lang="es-ES" sz="1400" b="1" dirty="0"/>
              <a:t>)</a:t>
            </a:r>
          </a:p>
          <a:p>
            <a:r>
              <a:rPr lang="es-ES" sz="1400" b="1" dirty="0"/>
              <a:t>Qué hace:</a:t>
            </a:r>
            <a:r>
              <a:rPr lang="es-ES" sz="1400" dirty="0"/>
              <a:t> copia exactamente los mismos datos en dos (o más) discos.</a:t>
            </a:r>
          </a:p>
          <a:p>
            <a:r>
              <a:rPr lang="es-ES" sz="1400" b="1" dirty="0"/>
              <a:t>Ventaja:</a:t>
            </a:r>
            <a:r>
              <a:rPr lang="es-ES" sz="1400" dirty="0"/>
              <a:t> </a:t>
            </a:r>
            <a:r>
              <a:rPr lang="es-ES" sz="1400" b="1" dirty="0"/>
              <a:t>alta disponibilidad</a:t>
            </a:r>
            <a:r>
              <a:rPr lang="es-ES" sz="1400" dirty="0"/>
              <a:t> — si un disco falla, otro tiene la copia íntegra.</a:t>
            </a:r>
          </a:p>
          <a:p>
            <a:r>
              <a:rPr lang="es-ES" sz="1400" b="1" dirty="0"/>
              <a:t>Inconveniente:</a:t>
            </a:r>
            <a:r>
              <a:rPr lang="es-ES" sz="1400" dirty="0"/>
              <a:t> </a:t>
            </a:r>
            <a:r>
              <a:rPr lang="es-ES" sz="1400" b="1" dirty="0"/>
              <a:t>capacidad útil 50%</a:t>
            </a:r>
            <a:r>
              <a:rPr lang="es-ES" sz="1400" dirty="0"/>
              <a:t> (necesitas 2 discos para la misma capacidad) y coste en discos.</a:t>
            </a:r>
          </a:p>
          <a:p>
            <a:r>
              <a:rPr lang="es-ES" sz="1400" b="1" dirty="0"/>
              <a:t>Cuándo usarlo:</a:t>
            </a:r>
            <a:r>
              <a:rPr lang="es-ES" sz="1400" dirty="0"/>
              <a:t> sistemas que necesitan seguridad simple y recuperación rápida (ej. servidores pequeños).</a:t>
            </a:r>
          </a:p>
          <a:p>
            <a:pPr marL="0" indent="0">
              <a:buNone/>
            </a:pPr>
            <a:r>
              <a:rPr lang="es-ES" sz="1400" b="1" dirty="0"/>
              <a:t>RAID 5 (</a:t>
            </a:r>
            <a:r>
              <a:rPr lang="es-ES" sz="1400" b="1" dirty="0" err="1"/>
              <a:t>Striping</a:t>
            </a:r>
            <a:r>
              <a:rPr lang="es-ES" sz="1400" b="1" dirty="0"/>
              <a:t> + Paridad)</a:t>
            </a:r>
          </a:p>
          <a:p>
            <a:r>
              <a:rPr lang="es-ES" sz="1400" b="1" dirty="0"/>
              <a:t>Qué hace:</a:t>
            </a:r>
            <a:r>
              <a:rPr lang="es-ES" sz="1400" dirty="0"/>
              <a:t> reparte datos entre varios discos y añade bloques de </a:t>
            </a:r>
            <a:r>
              <a:rPr lang="es-ES" sz="1400" b="1" dirty="0"/>
              <a:t>paridad</a:t>
            </a:r>
            <a:r>
              <a:rPr lang="es-ES" sz="1400" dirty="0"/>
              <a:t> distribuidos que permiten reconstruir datos si falla un disco.</a:t>
            </a:r>
          </a:p>
          <a:p>
            <a:r>
              <a:rPr lang="es-ES" sz="1400" b="1" dirty="0"/>
              <a:t>Ventaja:</a:t>
            </a:r>
            <a:r>
              <a:rPr lang="es-ES" sz="1400" dirty="0"/>
              <a:t> buen </a:t>
            </a:r>
            <a:r>
              <a:rPr lang="es-ES" sz="1400" b="1" dirty="0"/>
              <a:t>equilibrio</a:t>
            </a:r>
            <a:r>
              <a:rPr lang="es-ES" sz="1400" dirty="0"/>
              <a:t> entre rendimiento, capacidad y tolerancia a fallos (puede aguantar 1 disco fallado).</a:t>
            </a:r>
          </a:p>
          <a:p>
            <a:r>
              <a:rPr lang="es-ES" sz="1400" b="1" dirty="0"/>
              <a:t>Inconveniente:</a:t>
            </a:r>
            <a:r>
              <a:rPr lang="es-ES" sz="1400" dirty="0"/>
              <a:t> necesita </a:t>
            </a:r>
            <a:r>
              <a:rPr lang="es-ES" sz="1400" b="1" dirty="0"/>
              <a:t>mínimo 3 discos</a:t>
            </a:r>
            <a:r>
              <a:rPr lang="es-ES" sz="1400" dirty="0"/>
              <a:t>; reconstruir tras un fallo puede ser lento y costoso en I/O.</a:t>
            </a:r>
          </a:p>
          <a:p>
            <a:r>
              <a:rPr lang="es-ES" sz="1400" b="1" dirty="0"/>
              <a:t>Cuándo usarlo:</a:t>
            </a:r>
            <a:r>
              <a:rPr lang="es-ES" sz="1400" dirty="0"/>
              <a:t> entornos que quieren seguridad y eficiencia de almacenamiento (ej. servidores de ficheros empresariales).</a:t>
            </a:r>
          </a:p>
          <a:p>
            <a:endParaRPr lang="es-ES" sz="1400" dirty="0"/>
          </a:p>
        </p:txBody>
      </p:sp>
    </p:spTree>
    <p:extLst>
      <p:ext uri="{BB962C8B-B14F-4D97-AF65-F5344CB8AC3E}">
        <p14:creationId xmlns:p14="http://schemas.microsoft.com/office/powerpoint/2010/main" val="1879621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2F9D1C-4129-8794-A382-0F16AFEFCDD4}"/>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E8524512-840E-FF76-F6E4-82CC5AE4DD9C}"/>
              </a:ext>
            </a:extLst>
          </p:cNvPr>
          <p:cNvSpPr>
            <a:spLocks noGrp="1"/>
          </p:cNvSpPr>
          <p:nvPr>
            <p:ph idx="1"/>
          </p:nvPr>
        </p:nvSpPr>
        <p:spPr/>
        <p:txBody>
          <a:bodyPr/>
          <a:lstStyle/>
          <a:p>
            <a:endParaRPr lang="es-ES"/>
          </a:p>
        </p:txBody>
      </p:sp>
      <p:sp>
        <p:nvSpPr>
          <p:cNvPr id="4" name="AutoShape 2" descr="Imagen de salida">
            <a:extLst>
              <a:ext uri="{FF2B5EF4-FFF2-40B4-BE49-F238E27FC236}">
                <a16:creationId xmlns:a16="http://schemas.microsoft.com/office/drawing/2014/main" id="{DA4CE241-1848-4361-B7D5-5CB535C6F2C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
          </a:p>
        </p:txBody>
      </p:sp>
      <p:pic>
        <p:nvPicPr>
          <p:cNvPr id="5" name="Imagen 4">
            <a:extLst>
              <a:ext uri="{FF2B5EF4-FFF2-40B4-BE49-F238E27FC236}">
                <a16:creationId xmlns:a16="http://schemas.microsoft.com/office/drawing/2014/main" id="{1E8802AF-39FF-91A8-9E9B-BA692C70D7CE}"/>
              </a:ext>
            </a:extLst>
          </p:cNvPr>
          <p:cNvPicPr>
            <a:picLocks noChangeAspect="1"/>
          </p:cNvPicPr>
          <p:nvPr/>
        </p:nvPicPr>
        <p:blipFill>
          <a:blip r:embed="rId2"/>
          <a:stretch>
            <a:fillRect/>
          </a:stretch>
        </p:blipFill>
        <p:spPr>
          <a:xfrm>
            <a:off x="0" y="1430311"/>
            <a:ext cx="12192000" cy="3997377"/>
          </a:xfrm>
          <a:prstGeom prst="rect">
            <a:avLst/>
          </a:prstGeom>
        </p:spPr>
      </p:pic>
    </p:spTree>
    <p:extLst>
      <p:ext uri="{BB962C8B-B14F-4D97-AF65-F5344CB8AC3E}">
        <p14:creationId xmlns:p14="http://schemas.microsoft.com/office/powerpoint/2010/main" val="750532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98FCC85D-7A0A-3465-8AA4-E92B73479D3B}"/>
              </a:ext>
            </a:extLst>
          </p:cNvPr>
          <p:cNvSpPr>
            <a:spLocks noGrp="1"/>
          </p:cNvSpPr>
          <p:nvPr>
            <p:ph type="title"/>
          </p:nvPr>
        </p:nvSpPr>
        <p:spPr>
          <a:xfrm>
            <a:off x="838200" y="365125"/>
            <a:ext cx="10515600" cy="1325563"/>
          </a:xfrm>
        </p:spPr>
        <p:txBody>
          <a:bodyPr>
            <a:normAutofit/>
          </a:bodyPr>
          <a:lstStyle/>
          <a:p>
            <a:r>
              <a:rPr lang="es-ES"/>
              <a:t>CLUSTERES DE SERVIDORES</a:t>
            </a:r>
            <a:br>
              <a:rPr lang="es-ES"/>
            </a:br>
            <a:endParaRPr lang="es-ES" dirty="0"/>
          </a:p>
        </p:txBody>
      </p:sp>
      <p:sp>
        <p:nvSpPr>
          <p:cNvPr id="16"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Marcador de contenido 2">
            <a:extLst>
              <a:ext uri="{FF2B5EF4-FFF2-40B4-BE49-F238E27FC236}">
                <a16:creationId xmlns:a16="http://schemas.microsoft.com/office/drawing/2014/main" id="{1F0BB944-6E41-D05C-78F9-BDD51114697C}"/>
              </a:ext>
            </a:extLst>
          </p:cNvPr>
          <p:cNvSpPr>
            <a:spLocks noGrp="1"/>
          </p:cNvSpPr>
          <p:nvPr>
            <p:ph idx="1"/>
          </p:nvPr>
        </p:nvSpPr>
        <p:spPr>
          <a:xfrm>
            <a:off x="838200" y="1825625"/>
            <a:ext cx="10515600" cy="4351338"/>
          </a:xfrm>
        </p:spPr>
        <p:txBody>
          <a:bodyPr>
            <a:normAutofit/>
          </a:bodyPr>
          <a:lstStyle/>
          <a:p>
            <a:r>
              <a:rPr lang="es-ES" sz="1300"/>
              <a:t>Un </a:t>
            </a:r>
            <a:r>
              <a:rPr lang="es-ES" sz="1300" b="1"/>
              <a:t>clúster de servidores</a:t>
            </a:r>
            <a:r>
              <a:rPr lang="es-ES" sz="1300"/>
              <a:t> es un grupo de servidores conectados en red que trabajan juntos como si fueran un solo sistema para aumentar el rendimiento, la disponibilidad y la fiabilidad de los servicios. La idea principal es que si un servidor falla, otro dentro del clúster puede asumir su carga de trabajo de forma automática, garantizando que el servicio siga funcionando sin interrupciones.</a:t>
            </a:r>
          </a:p>
          <a:p>
            <a:br>
              <a:rPr lang="es-ES" sz="1300"/>
            </a:br>
            <a:endParaRPr lang="es-ES" sz="1300"/>
          </a:p>
          <a:p>
            <a:r>
              <a:rPr lang="es-ES" sz="1300" b="1"/>
              <a:t>Tipos principales</a:t>
            </a:r>
          </a:p>
          <a:p>
            <a:r>
              <a:rPr lang="es-ES" sz="1300"/>
              <a:t>Existen tres tipos de clústeres, cada uno con un propósito distinto:</a:t>
            </a:r>
          </a:p>
          <a:p>
            <a:r>
              <a:rPr lang="es-ES" sz="1300" b="1"/>
              <a:t>Clúster de alta disponibilidad (</a:t>
            </a:r>
            <a:r>
              <a:rPr lang="es-ES" sz="1300" b="1" err="1"/>
              <a:t>Failover</a:t>
            </a:r>
            <a:r>
              <a:rPr lang="es-ES" sz="1300" b="1"/>
              <a:t>)</a:t>
            </a:r>
            <a:r>
              <a:rPr lang="es-ES" sz="1300"/>
              <a:t>: Su objetivo es garantizar la continuidad del servicio. Si uno de los servidores principales se cae, el clúster transfiere sus tareas a un servidor de respaldo en cuestión de segundos, minimizando el tiempo de inactividad. Esto es crucial para servicios críticos como bases de datos, aplicaciones bancarias o plataformas de comercio electrónico.</a:t>
            </a:r>
          </a:p>
          <a:p>
            <a:r>
              <a:rPr lang="es-ES" sz="1300" b="1"/>
              <a:t>Clúster de balanceo de carga (Load </a:t>
            </a:r>
            <a:r>
              <a:rPr lang="es-ES" sz="1300" b="1" err="1"/>
              <a:t>Balancing</a:t>
            </a:r>
            <a:r>
              <a:rPr lang="es-ES" sz="1300" b="1"/>
              <a:t>)</a:t>
            </a:r>
            <a:r>
              <a:rPr lang="es-ES" sz="1300"/>
              <a:t>: Este tipo de clúster distribuye las peticiones de los usuarios entre varios servidores. Esto evita que un solo servidor se sature, mejorando el rendimiento y la velocidad de respuesta de la aplicación, especialmente en sitios web con mucho tráfico.</a:t>
            </a:r>
          </a:p>
          <a:p>
            <a:r>
              <a:rPr lang="es-ES" sz="1300" b="1"/>
              <a:t>Clúster de alto rendimiento (High-Performance Computing - HPC)</a:t>
            </a:r>
            <a:r>
              <a:rPr lang="es-ES" sz="1300"/>
              <a:t>: Diseñado para procesar grandes cantidades de datos o realizar cálculos complejos y muy intensivos. Los servidores de este clúster trabajan en paralelo, dividiendo una tarea grande en partes más pequeñas para completarla mucho más rápido que un solo servidor. Se utiliza en investigación científica, simulaciones, y análisis de datos a gran escala.</a:t>
            </a:r>
          </a:p>
          <a:p>
            <a:endParaRPr lang="es-ES" sz="1300"/>
          </a:p>
        </p:txBody>
      </p:sp>
    </p:spTree>
    <p:extLst>
      <p:ext uri="{BB962C8B-B14F-4D97-AF65-F5344CB8AC3E}">
        <p14:creationId xmlns:p14="http://schemas.microsoft.com/office/powerpoint/2010/main" val="383016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8AB75047-F6F8-970E-5A6C-27B2CFA7AFDD}"/>
              </a:ext>
            </a:extLst>
          </p:cNvPr>
          <p:cNvSpPr>
            <a:spLocks noGrp="1"/>
          </p:cNvSpPr>
          <p:nvPr>
            <p:ph type="title"/>
          </p:nvPr>
        </p:nvSpPr>
        <p:spPr>
          <a:xfrm>
            <a:off x="838200" y="365125"/>
            <a:ext cx="10515600" cy="1325563"/>
          </a:xfrm>
        </p:spPr>
        <p:txBody>
          <a:bodyPr>
            <a:normAutofit/>
          </a:bodyPr>
          <a:lstStyle/>
          <a:p>
            <a:r>
              <a:rPr lang="es-ES" sz="4100"/>
              <a:t>GESTION DE EVENTOS DE CIBERSEGURIDAD</a:t>
            </a:r>
            <a:br>
              <a:rPr lang="es-ES" sz="4100"/>
            </a:br>
            <a:endParaRPr lang="es-ES" sz="410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098EE420-9833-68E1-0922-95827DC2590D}"/>
              </a:ext>
            </a:extLst>
          </p:cNvPr>
          <p:cNvSpPr>
            <a:spLocks noGrp="1"/>
          </p:cNvSpPr>
          <p:nvPr>
            <p:ph idx="1"/>
          </p:nvPr>
        </p:nvSpPr>
        <p:spPr>
          <a:xfrm>
            <a:off x="838200" y="1825625"/>
            <a:ext cx="10515600" cy="4351338"/>
          </a:xfrm>
        </p:spPr>
        <p:txBody>
          <a:bodyPr>
            <a:normAutofit/>
          </a:bodyPr>
          <a:lstStyle/>
          <a:p>
            <a:r>
              <a:rPr lang="es-ES" b="1" dirty="0"/>
              <a:t>¿Qué es un Log?</a:t>
            </a:r>
          </a:p>
          <a:p>
            <a:r>
              <a:rPr lang="es-ES" dirty="0"/>
              <a:t>Un </a:t>
            </a:r>
            <a:r>
              <a:rPr lang="es-ES" b="1" dirty="0"/>
              <a:t>log</a:t>
            </a:r>
            <a:r>
              <a:rPr lang="es-ES" dirty="0"/>
              <a:t> (o registro) es un archivo que guarda un historial de eventos, actividades y operaciones que ocurren en un sistema informático, una aplicación o un dispositivo de red. Su propósito principal es documentar lo que ha sucedido, lo que es fundamental para el monitoreo, la depuración de errores, la auditoría de seguridad y el análisis de rendimiento. Los logs son como un diario detallado del sistema.</a:t>
            </a:r>
          </a:p>
          <a:p>
            <a:endParaRPr lang="es-ES" dirty="0"/>
          </a:p>
        </p:txBody>
      </p:sp>
    </p:spTree>
    <p:extLst>
      <p:ext uri="{BB962C8B-B14F-4D97-AF65-F5344CB8AC3E}">
        <p14:creationId xmlns:p14="http://schemas.microsoft.com/office/powerpoint/2010/main" val="1166698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D23EC2D5-A20B-1425-7863-8A1AC7A1F990}"/>
              </a:ext>
            </a:extLst>
          </p:cNvPr>
          <p:cNvSpPr>
            <a:spLocks noGrp="1"/>
          </p:cNvSpPr>
          <p:nvPr>
            <p:ph type="title"/>
          </p:nvPr>
        </p:nvSpPr>
        <p:spPr>
          <a:xfrm>
            <a:off x="838200" y="365125"/>
            <a:ext cx="5393361" cy="1325563"/>
          </a:xfrm>
        </p:spPr>
        <p:txBody>
          <a:bodyPr>
            <a:normAutofit/>
          </a:bodyPr>
          <a:lstStyle/>
          <a:p>
            <a:r>
              <a:rPr lang="es-ES" sz="3700" b="1"/>
              <a:t>Características de un Log</a:t>
            </a:r>
            <a:br>
              <a:rPr lang="es-ES" sz="3700"/>
            </a:br>
            <a:endParaRPr lang="es-ES" sz="3700"/>
          </a:p>
        </p:txBody>
      </p:sp>
      <p:sp>
        <p:nvSpPr>
          <p:cNvPr id="3" name="Marcador de contenido 2">
            <a:extLst>
              <a:ext uri="{FF2B5EF4-FFF2-40B4-BE49-F238E27FC236}">
                <a16:creationId xmlns:a16="http://schemas.microsoft.com/office/drawing/2014/main" id="{CB2706AC-E148-6A74-C8E2-BDD55659C015}"/>
              </a:ext>
            </a:extLst>
          </p:cNvPr>
          <p:cNvSpPr>
            <a:spLocks noGrp="1"/>
          </p:cNvSpPr>
          <p:nvPr>
            <p:ph idx="1"/>
          </p:nvPr>
        </p:nvSpPr>
        <p:spPr>
          <a:xfrm>
            <a:off x="838200" y="1825625"/>
            <a:ext cx="5393361" cy="4351338"/>
          </a:xfrm>
        </p:spPr>
        <p:txBody>
          <a:bodyPr>
            <a:normAutofit/>
          </a:bodyPr>
          <a:lstStyle/>
          <a:p>
            <a:r>
              <a:rPr lang="es-ES" sz="2000" b="1"/>
              <a:t>Inmutabilidad</a:t>
            </a:r>
            <a:r>
              <a:rPr lang="es-ES" sz="2000"/>
              <a:t>: Una vez que un evento se escribe en el log, no se puede modificar. Esto asegura la integridad de la información para futuras auditorías.</a:t>
            </a:r>
          </a:p>
          <a:p>
            <a:r>
              <a:rPr lang="es-ES" sz="2000" b="1"/>
              <a:t>Formato de Tiempo</a:t>
            </a:r>
            <a:r>
              <a:rPr lang="es-ES" sz="2000"/>
              <a:t>: Cada evento está asociado con una marca de tiempo precisa (</a:t>
            </a:r>
            <a:r>
              <a:rPr lang="es-ES" sz="2000" err="1"/>
              <a:t>timestamp</a:t>
            </a:r>
            <a:r>
              <a:rPr lang="es-ES" sz="2000"/>
              <a:t>) que indica cuándo ocurrió. Esto es crucial para la correlación de eventos.</a:t>
            </a:r>
          </a:p>
          <a:p>
            <a:r>
              <a:rPr lang="es-ES" sz="2000" b="1"/>
              <a:t>Serialidad</a:t>
            </a:r>
            <a:r>
              <a:rPr lang="es-ES" sz="2000"/>
              <a:t>: Los eventos se registran en el orden cronológico en que sucedieron.</a:t>
            </a:r>
          </a:p>
          <a:p>
            <a:r>
              <a:rPr lang="es-ES" sz="2000" b="1"/>
              <a:t>Detalle</a:t>
            </a:r>
            <a:r>
              <a:rPr lang="es-ES" sz="2000"/>
              <a:t>: Los logs suelen incluir información relevante sobre el evento, como el usuario que lo causó, la acción realizada, el resultado de la operación y cualquier error.</a:t>
            </a:r>
          </a:p>
          <a:p>
            <a:endParaRPr lang="es-ES" sz="2000"/>
          </a:p>
        </p:txBody>
      </p:sp>
      <p:pic>
        <p:nvPicPr>
          <p:cNvPr id="5" name="Picture 4" descr="Lupa resalta un rendimiento económico decreciente">
            <a:extLst>
              <a:ext uri="{FF2B5EF4-FFF2-40B4-BE49-F238E27FC236}">
                <a16:creationId xmlns:a16="http://schemas.microsoft.com/office/drawing/2014/main" id="{38C5680C-BA32-D902-B6BD-FB93981B5DF9}"/>
              </a:ext>
            </a:extLst>
          </p:cNvPr>
          <p:cNvPicPr>
            <a:picLocks noChangeAspect="1"/>
          </p:cNvPicPr>
          <p:nvPr/>
        </p:nvPicPr>
        <p:blipFill>
          <a:blip r:embed="rId2"/>
          <a:srcRect l="7746" r="25503"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6"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259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0A280DAC-35A6-B674-765F-F46EACDA9C88}"/>
              </a:ext>
            </a:extLst>
          </p:cNvPr>
          <p:cNvSpPr>
            <a:spLocks noGrp="1"/>
          </p:cNvSpPr>
          <p:nvPr>
            <p:ph type="title"/>
          </p:nvPr>
        </p:nvSpPr>
        <p:spPr>
          <a:xfrm>
            <a:off x="838200" y="365125"/>
            <a:ext cx="5393361" cy="1325563"/>
          </a:xfrm>
        </p:spPr>
        <p:txBody>
          <a:bodyPr>
            <a:normAutofit/>
          </a:bodyPr>
          <a:lstStyle/>
          <a:p>
            <a:r>
              <a:rPr lang="es-ES" sz="3400" b="1"/>
              <a:t>Técnicas de Análisis de Logs</a:t>
            </a:r>
            <a:br>
              <a:rPr lang="es-ES" sz="3400"/>
            </a:br>
            <a:endParaRPr lang="es-ES" sz="3400"/>
          </a:p>
        </p:txBody>
      </p:sp>
      <p:pic>
        <p:nvPicPr>
          <p:cNvPr id="6" name="Picture 5">
            <a:extLst>
              <a:ext uri="{FF2B5EF4-FFF2-40B4-BE49-F238E27FC236}">
                <a16:creationId xmlns:a16="http://schemas.microsoft.com/office/drawing/2014/main" id="{6053282A-3769-78DA-3924-823B658EFCA1}"/>
              </a:ext>
            </a:extLst>
          </p:cNvPr>
          <p:cNvPicPr>
            <a:picLocks noChangeAspect="1"/>
          </p:cNvPicPr>
          <p:nvPr/>
        </p:nvPicPr>
        <p:blipFill>
          <a:blip r:embed="rId2"/>
          <a:srcRect l="19178" r="14070"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1"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Marcador de contenido 2">
            <a:extLst>
              <a:ext uri="{FF2B5EF4-FFF2-40B4-BE49-F238E27FC236}">
                <a16:creationId xmlns:a16="http://schemas.microsoft.com/office/drawing/2014/main" id="{5D007E00-7B32-3A29-1493-15FF2A6C0059}"/>
              </a:ext>
            </a:extLst>
          </p:cNvPr>
          <p:cNvGraphicFramePr>
            <a:graphicFrameLocks noGrp="1"/>
          </p:cNvGraphicFramePr>
          <p:nvPr>
            <p:ph idx="1"/>
            <p:extLst>
              <p:ext uri="{D42A27DB-BD31-4B8C-83A1-F6EECF244321}">
                <p14:modId xmlns:p14="http://schemas.microsoft.com/office/powerpoint/2010/main" val="299999730"/>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02008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22E11A-2181-2AD5-DE03-03E6248FF036}"/>
              </a:ext>
            </a:extLst>
          </p:cNvPr>
          <p:cNvSpPr>
            <a:spLocks noGrp="1"/>
          </p:cNvSpPr>
          <p:nvPr>
            <p:ph type="title"/>
          </p:nvPr>
        </p:nvSpPr>
        <p:spPr>
          <a:xfrm>
            <a:off x="686834" y="1153572"/>
            <a:ext cx="3200400" cy="4461163"/>
          </a:xfrm>
        </p:spPr>
        <p:txBody>
          <a:bodyPr>
            <a:normAutofit/>
          </a:bodyPr>
          <a:lstStyle/>
          <a:p>
            <a:r>
              <a:rPr lang="es-ES" b="1">
                <a:solidFill>
                  <a:srgbClr val="FFFFFF"/>
                </a:solidFill>
              </a:rPr>
              <a:t>Tipos de Elementos que Generan Logs</a:t>
            </a:r>
            <a:br>
              <a:rPr lang="es-ES">
                <a:solidFill>
                  <a:srgbClr val="FFFFFF"/>
                </a:solidFill>
              </a:rPr>
            </a:br>
            <a:endParaRPr lang="es-E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526C8C44-979F-E909-07B0-DD8070C13F44}"/>
              </a:ext>
            </a:extLst>
          </p:cNvPr>
          <p:cNvSpPr>
            <a:spLocks noGrp="1"/>
          </p:cNvSpPr>
          <p:nvPr>
            <p:ph idx="1"/>
          </p:nvPr>
        </p:nvSpPr>
        <p:spPr>
          <a:xfrm>
            <a:off x="4447308" y="591344"/>
            <a:ext cx="6906491" cy="5585619"/>
          </a:xfrm>
        </p:spPr>
        <p:txBody>
          <a:bodyPr anchor="ctr">
            <a:normAutofit/>
          </a:bodyPr>
          <a:lstStyle/>
          <a:p>
            <a:r>
              <a:rPr lang="es-ES" sz="1800"/>
              <a:t>Casi cualquier componente de software o hardware en un entorno de TI puede generar logs. Los más comunes son:</a:t>
            </a:r>
          </a:p>
          <a:p>
            <a:r>
              <a:rPr lang="es-ES" sz="1800" b="1"/>
              <a:t>Sistemas Operativos</a:t>
            </a:r>
            <a:r>
              <a:rPr lang="es-ES" sz="1800"/>
              <a:t>: Windows, Linux y macOS registran arranques, apagados, fallos del sistema, eventos de seguridad (inicios de sesión) y actividad de procesos.</a:t>
            </a:r>
          </a:p>
          <a:p>
            <a:r>
              <a:rPr lang="es-ES" sz="1800" b="1"/>
              <a:t>Servidores Web</a:t>
            </a:r>
            <a:r>
              <a:rPr lang="es-ES" sz="1800"/>
              <a:t>: Apache, </a:t>
            </a:r>
            <a:r>
              <a:rPr lang="es-ES" sz="1800" err="1"/>
              <a:t>Nginx</a:t>
            </a:r>
            <a:r>
              <a:rPr lang="es-ES" sz="1800"/>
              <a:t> o IIS registran cada solicitud HTTP que reciben, incluyendo la IP del cliente, la página solicitada, el código de respuesta y el navegador utilizado.</a:t>
            </a:r>
          </a:p>
          <a:p>
            <a:r>
              <a:rPr lang="es-ES" sz="1800" b="1"/>
              <a:t>Aplicaciones de Software</a:t>
            </a:r>
            <a:r>
              <a:rPr lang="es-ES" sz="1800"/>
              <a:t>: Cualquier aplicación (desde una base de datos hasta un juego) puede generar logs de su propio funcionamiento, errores internos, y operaciones de usuario.</a:t>
            </a:r>
          </a:p>
          <a:p>
            <a:r>
              <a:rPr lang="es-ES" sz="1800" b="1"/>
              <a:t>Dispositivos de Red</a:t>
            </a:r>
            <a:r>
              <a:rPr lang="es-ES" sz="1800"/>
              <a:t>: </a:t>
            </a:r>
            <a:r>
              <a:rPr lang="es-ES" sz="1800" err="1"/>
              <a:t>Routers</a:t>
            </a:r>
            <a:r>
              <a:rPr lang="es-ES" sz="1800"/>
              <a:t>, switches y firewalls registran el tráfico de red, los intentos de conexión, las reglas de firewall aplicadas y los errores de comunicación.</a:t>
            </a:r>
          </a:p>
          <a:p>
            <a:r>
              <a:rPr lang="es-ES" sz="1800" b="1"/>
              <a:t>Bases de Datos</a:t>
            </a:r>
            <a:r>
              <a:rPr lang="es-ES" sz="1800"/>
              <a:t>: Generan registros de transacciones, consultas, errores de conexión y cambios en los datos.</a:t>
            </a:r>
          </a:p>
          <a:p>
            <a:endParaRPr lang="es-ES" sz="1800"/>
          </a:p>
        </p:txBody>
      </p:sp>
    </p:spTree>
    <p:extLst>
      <p:ext uri="{BB962C8B-B14F-4D97-AF65-F5344CB8AC3E}">
        <p14:creationId xmlns:p14="http://schemas.microsoft.com/office/powerpoint/2010/main" val="1442277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3A80474-D93C-1832-B0FE-962D7191606B}"/>
              </a:ext>
            </a:extLst>
          </p:cNvPr>
          <p:cNvSpPr>
            <a:spLocks noGrp="1"/>
          </p:cNvSpPr>
          <p:nvPr>
            <p:ph type="title"/>
          </p:nvPr>
        </p:nvSpPr>
        <p:spPr>
          <a:xfrm>
            <a:off x="686834" y="1153572"/>
            <a:ext cx="3200400" cy="4461163"/>
          </a:xfrm>
        </p:spPr>
        <p:txBody>
          <a:bodyPr>
            <a:normAutofit/>
          </a:bodyPr>
          <a:lstStyle/>
          <a:p>
            <a:r>
              <a:rPr lang="es-ES">
                <a:solidFill>
                  <a:srgbClr val="FFFFFF"/>
                </a:solidFill>
              </a:rPr>
              <a:t>Eventos en Linux</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EBE1CEC6-6077-3179-E03D-B41BE656E126}"/>
              </a:ext>
            </a:extLst>
          </p:cNvPr>
          <p:cNvSpPr>
            <a:spLocks noGrp="1"/>
          </p:cNvSpPr>
          <p:nvPr>
            <p:ph idx="1"/>
          </p:nvPr>
        </p:nvSpPr>
        <p:spPr>
          <a:xfrm>
            <a:off x="4447308" y="591344"/>
            <a:ext cx="6906491" cy="5585619"/>
          </a:xfrm>
        </p:spPr>
        <p:txBody>
          <a:bodyPr anchor="ctr">
            <a:normAutofit/>
          </a:bodyPr>
          <a:lstStyle/>
          <a:p>
            <a:r>
              <a:rPr lang="es-ES" sz="1500" b="1" dirty="0"/>
              <a:t>En Linux, los logs (registros de eventos) son fundamentales para la administración del sistema y la seguridad. Permiten saber qué ocurre en el sistema operativo, aplicaciones y servicios.</a:t>
            </a:r>
            <a:endParaRPr lang="es-ES" sz="1500" dirty="0"/>
          </a:p>
          <a:p>
            <a:br>
              <a:rPr lang="es-ES" sz="1500" b="1" dirty="0"/>
            </a:br>
            <a:endParaRPr lang="es-ES" sz="1500" dirty="0"/>
          </a:p>
          <a:p>
            <a:r>
              <a:rPr lang="es-ES" sz="1500" b="1" dirty="0"/>
              <a:t>🔹 1. Ubicación de los logs</a:t>
            </a:r>
            <a:endParaRPr lang="es-ES" sz="1500" dirty="0"/>
          </a:p>
          <a:p>
            <a:r>
              <a:rPr lang="es-ES" sz="1500" b="1" dirty="0"/>
              <a:t>La mayoría de los registros están en la carpeta:</a:t>
            </a:r>
            <a:endParaRPr lang="es-ES" sz="1500" dirty="0"/>
          </a:p>
          <a:p>
            <a:r>
              <a:rPr lang="es-ES" sz="1500" b="1" dirty="0"/>
              <a:t>/</a:t>
            </a:r>
            <a:r>
              <a:rPr lang="es-ES" sz="1500" b="1" dirty="0" err="1"/>
              <a:t>var</a:t>
            </a:r>
            <a:r>
              <a:rPr lang="es-ES" sz="1500" b="1" dirty="0"/>
              <a:t>/log/</a:t>
            </a:r>
            <a:endParaRPr lang="es-ES" sz="1500" dirty="0"/>
          </a:p>
          <a:p>
            <a:r>
              <a:rPr lang="es-ES" sz="1500" b="1" dirty="0"/>
              <a:t>Algunos ficheros importantes:</a:t>
            </a:r>
            <a:endParaRPr lang="es-ES" sz="1500" dirty="0"/>
          </a:p>
          <a:p>
            <a:pPr lvl="0"/>
            <a:r>
              <a:rPr lang="es-ES" sz="1500" b="1" dirty="0"/>
              <a:t>/</a:t>
            </a:r>
            <a:r>
              <a:rPr lang="es-ES" sz="1500" b="1" dirty="0" err="1"/>
              <a:t>var</a:t>
            </a:r>
            <a:r>
              <a:rPr lang="es-ES" sz="1500" b="1" dirty="0"/>
              <a:t>/log/</a:t>
            </a:r>
            <a:r>
              <a:rPr lang="es-ES" sz="1500" b="1" dirty="0" err="1"/>
              <a:t>syslog</a:t>
            </a:r>
            <a:r>
              <a:rPr lang="es-ES" sz="1500" b="1" dirty="0"/>
              <a:t> → eventos generales del sistema (Debian/Ubuntu).</a:t>
            </a:r>
            <a:endParaRPr lang="es-ES" sz="1500" dirty="0"/>
          </a:p>
          <a:p>
            <a:pPr lvl="0"/>
            <a:r>
              <a:rPr lang="es-ES" sz="1500" b="1" dirty="0"/>
              <a:t>/</a:t>
            </a:r>
            <a:r>
              <a:rPr lang="es-ES" sz="1500" b="1" dirty="0" err="1"/>
              <a:t>var</a:t>
            </a:r>
            <a:r>
              <a:rPr lang="es-ES" sz="1500" b="1" dirty="0"/>
              <a:t>/log/</a:t>
            </a:r>
            <a:r>
              <a:rPr lang="es-ES" sz="1500" b="1" dirty="0" err="1"/>
              <a:t>messages</a:t>
            </a:r>
            <a:r>
              <a:rPr lang="es-ES" sz="1500" b="1" dirty="0"/>
              <a:t> → eventos del sistema (CentOS/RHEL).</a:t>
            </a:r>
            <a:endParaRPr lang="es-ES" sz="1500" dirty="0"/>
          </a:p>
          <a:p>
            <a:pPr lvl="0"/>
            <a:r>
              <a:rPr lang="es-ES" sz="1500" b="1" dirty="0"/>
              <a:t>/</a:t>
            </a:r>
            <a:r>
              <a:rPr lang="es-ES" sz="1500" b="1" dirty="0" err="1"/>
              <a:t>var</a:t>
            </a:r>
            <a:r>
              <a:rPr lang="es-ES" sz="1500" b="1" dirty="0"/>
              <a:t>/log/auth.log → accesos y autenticaciones (inicios de sesión, sudo, SSH).</a:t>
            </a:r>
            <a:endParaRPr lang="es-ES" sz="1500" dirty="0"/>
          </a:p>
          <a:p>
            <a:pPr lvl="0"/>
            <a:r>
              <a:rPr lang="es-ES" sz="1500" b="1" dirty="0"/>
              <a:t>/</a:t>
            </a:r>
            <a:r>
              <a:rPr lang="es-ES" sz="1500" b="1" dirty="0" err="1"/>
              <a:t>var</a:t>
            </a:r>
            <a:r>
              <a:rPr lang="es-ES" sz="1500" b="1" dirty="0"/>
              <a:t>/log/kern.log → mensajes del </a:t>
            </a:r>
            <a:r>
              <a:rPr lang="es-ES" sz="1500" b="1" dirty="0" err="1"/>
              <a:t>kernel</a:t>
            </a:r>
            <a:r>
              <a:rPr lang="es-ES" sz="1500" b="1" dirty="0"/>
              <a:t>.</a:t>
            </a:r>
            <a:endParaRPr lang="es-ES" sz="1500" dirty="0"/>
          </a:p>
          <a:p>
            <a:pPr lvl="0"/>
            <a:r>
              <a:rPr lang="es-ES" sz="1500" b="1" dirty="0"/>
              <a:t>/</a:t>
            </a:r>
            <a:r>
              <a:rPr lang="es-ES" sz="1500" b="1" dirty="0" err="1"/>
              <a:t>var</a:t>
            </a:r>
            <a:r>
              <a:rPr lang="es-ES" sz="1500" b="1" dirty="0"/>
              <a:t>/log/</a:t>
            </a:r>
            <a:r>
              <a:rPr lang="es-ES" sz="1500" b="1" dirty="0" err="1"/>
              <a:t>dmesg</a:t>
            </a:r>
            <a:r>
              <a:rPr lang="es-ES" sz="1500" b="1" dirty="0"/>
              <a:t> → información de arranque y hardware.</a:t>
            </a:r>
            <a:endParaRPr lang="es-ES" sz="1500" dirty="0"/>
          </a:p>
          <a:p>
            <a:pPr lvl="0"/>
            <a:r>
              <a:rPr lang="es-ES" sz="1500" b="1" dirty="0"/>
              <a:t>/</a:t>
            </a:r>
            <a:r>
              <a:rPr lang="es-ES" sz="1500" b="1" dirty="0" err="1"/>
              <a:t>var</a:t>
            </a:r>
            <a:r>
              <a:rPr lang="es-ES" sz="1500" b="1" dirty="0"/>
              <a:t>/log/apache2/access.log y error.log → logs de servidor web Apache.</a:t>
            </a:r>
            <a:endParaRPr lang="es-ES" sz="1500" dirty="0"/>
          </a:p>
          <a:p>
            <a:br>
              <a:rPr lang="es-ES" sz="1500" b="1" dirty="0"/>
            </a:br>
            <a:endParaRPr lang="es-ES" sz="1500" dirty="0"/>
          </a:p>
          <a:p>
            <a:endParaRPr lang="es-ES" sz="1500" dirty="0"/>
          </a:p>
        </p:txBody>
      </p:sp>
    </p:spTree>
    <p:extLst>
      <p:ext uri="{BB962C8B-B14F-4D97-AF65-F5344CB8AC3E}">
        <p14:creationId xmlns:p14="http://schemas.microsoft.com/office/powerpoint/2010/main" val="77769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AEA3D3-35A6-CAD0-CDC3-EBEC16437399}"/>
              </a:ext>
            </a:extLst>
          </p:cNvPr>
          <p:cNvSpPr>
            <a:spLocks noGrp="1"/>
          </p:cNvSpPr>
          <p:nvPr>
            <p:ph type="title"/>
          </p:nvPr>
        </p:nvSpPr>
        <p:spPr/>
        <p:txBody>
          <a:bodyPr/>
          <a:lstStyle/>
          <a:p>
            <a:r>
              <a:rPr lang="es-ES" dirty="0"/>
              <a:t>Visor de eventos en </a:t>
            </a:r>
            <a:r>
              <a:rPr lang="es-ES" dirty="0" err="1"/>
              <a:t>windows</a:t>
            </a:r>
            <a:endParaRPr lang="es-ES" dirty="0"/>
          </a:p>
        </p:txBody>
      </p:sp>
      <p:sp>
        <p:nvSpPr>
          <p:cNvPr id="3" name="Marcador de contenido 2">
            <a:extLst>
              <a:ext uri="{FF2B5EF4-FFF2-40B4-BE49-F238E27FC236}">
                <a16:creationId xmlns:a16="http://schemas.microsoft.com/office/drawing/2014/main" id="{3BC53697-2F48-E9B1-C36C-335E540FDC7A}"/>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B9135011-788E-FA31-6395-DD631D533209}"/>
              </a:ext>
            </a:extLst>
          </p:cNvPr>
          <p:cNvPicPr>
            <a:picLocks noChangeAspect="1"/>
          </p:cNvPicPr>
          <p:nvPr/>
        </p:nvPicPr>
        <p:blipFill>
          <a:blip r:embed="rId2"/>
          <a:stretch>
            <a:fillRect/>
          </a:stretch>
        </p:blipFill>
        <p:spPr>
          <a:xfrm>
            <a:off x="2347912" y="1377156"/>
            <a:ext cx="7496175" cy="5248275"/>
          </a:xfrm>
          <a:prstGeom prst="rect">
            <a:avLst/>
          </a:prstGeom>
        </p:spPr>
      </p:pic>
    </p:spTree>
    <p:extLst>
      <p:ext uri="{BB962C8B-B14F-4D97-AF65-F5344CB8AC3E}">
        <p14:creationId xmlns:p14="http://schemas.microsoft.com/office/powerpoint/2010/main" val="77324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093FC70-9DA3-D818-18AC-CF32F171D3F8}"/>
              </a:ext>
            </a:extLst>
          </p:cNvPr>
          <p:cNvSpPr>
            <a:spLocks noGrp="1"/>
          </p:cNvSpPr>
          <p:nvPr>
            <p:ph type="title"/>
          </p:nvPr>
        </p:nvSpPr>
        <p:spPr>
          <a:xfrm>
            <a:off x="686834" y="1153572"/>
            <a:ext cx="3200400" cy="4461163"/>
          </a:xfrm>
        </p:spPr>
        <p:txBody>
          <a:bodyPr>
            <a:normAutofit/>
          </a:bodyPr>
          <a:lstStyle/>
          <a:p>
            <a:r>
              <a:rPr lang="es-ES">
                <a:solidFill>
                  <a:srgbClr val="FFFFFF"/>
                </a:solidFill>
              </a:rPr>
              <a:t>GESTIÓN DE LOS CENTROS DE DATOS EN LA NUBE</a:t>
            </a:r>
            <a:br>
              <a:rPr lang="es-ES">
                <a:solidFill>
                  <a:srgbClr val="FFFFFF"/>
                </a:solidFill>
              </a:rPr>
            </a:br>
            <a:endParaRPr lang="es-E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BF64F995-9392-7B06-E545-0FCACAD96D6C}"/>
              </a:ext>
            </a:extLst>
          </p:cNvPr>
          <p:cNvSpPr>
            <a:spLocks noGrp="1"/>
          </p:cNvSpPr>
          <p:nvPr>
            <p:ph idx="1"/>
          </p:nvPr>
        </p:nvSpPr>
        <p:spPr>
          <a:xfrm>
            <a:off x="4447308" y="591344"/>
            <a:ext cx="6906491" cy="5585619"/>
          </a:xfrm>
        </p:spPr>
        <p:txBody>
          <a:bodyPr anchor="ctr">
            <a:normAutofit/>
          </a:bodyPr>
          <a:lstStyle/>
          <a:p>
            <a:r>
              <a:rPr lang="es-ES" sz="2400" b="1" err="1"/>
              <a:t>System</a:t>
            </a:r>
            <a:r>
              <a:rPr lang="es-ES" sz="2400" b="1"/>
              <a:t> Center </a:t>
            </a:r>
            <a:r>
              <a:rPr lang="es-ES" sz="2400" b="1" err="1"/>
              <a:t>Configuration</a:t>
            </a:r>
            <a:r>
              <a:rPr lang="es-ES" sz="2400" b="1"/>
              <a:t> Manager (SCCM)</a:t>
            </a:r>
          </a:p>
          <a:p>
            <a:r>
              <a:rPr lang="es-ES" sz="2400" b="1"/>
              <a:t>SCCM</a:t>
            </a:r>
            <a:r>
              <a:rPr lang="es-ES" sz="2400"/>
              <a:t> es una herramienta de Microsoft diseñada para </a:t>
            </a:r>
            <a:r>
              <a:rPr lang="es-ES" sz="2400" b="1"/>
              <a:t>gestionar dispositivos y servidores </a:t>
            </a:r>
            <a:r>
              <a:rPr lang="es-ES" sz="2400" b="1" err="1"/>
              <a:t>on</a:t>
            </a:r>
            <a:r>
              <a:rPr lang="es-ES" sz="2400" b="1"/>
              <a:t>-premise</a:t>
            </a:r>
            <a:r>
              <a:rPr lang="es-ES" sz="2400"/>
              <a:t> (dentro de tu propia red). Esencialmente, es una solución para administrar hardware y software, desplegar aplicaciones, instalar actualizaciones de seguridad (parches) y garantizar el cumplimiento de políticas en una red corporativa. Es como un centro de control para todos los ordenadores y servidores de una empresa que no están en la nube.</a:t>
            </a:r>
          </a:p>
          <a:p>
            <a:r>
              <a:rPr lang="es-ES" sz="2400" b="1"/>
              <a:t>Enfoque</a:t>
            </a:r>
            <a:r>
              <a:rPr lang="es-ES" sz="2400"/>
              <a:t>: Gestión de infraestructura local.</a:t>
            </a:r>
          </a:p>
          <a:p>
            <a:r>
              <a:rPr lang="es-ES" sz="2400" b="1"/>
              <a:t>Funciones principales</a:t>
            </a:r>
            <a:r>
              <a:rPr lang="es-ES" sz="2400"/>
              <a:t>: Despliegue de sistemas operativos, inventario de hardware y software, gestión de parches y distribución de software.</a:t>
            </a:r>
          </a:p>
          <a:p>
            <a:endParaRPr lang="es-ES" sz="2400"/>
          </a:p>
        </p:txBody>
      </p:sp>
    </p:spTree>
    <p:extLst>
      <p:ext uri="{BB962C8B-B14F-4D97-AF65-F5344CB8AC3E}">
        <p14:creationId xmlns:p14="http://schemas.microsoft.com/office/powerpoint/2010/main" val="4136905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39A119C-47B7-BB27-286B-CA8CB3D0F68A}"/>
              </a:ext>
            </a:extLst>
          </p:cNvPr>
          <p:cNvSpPr>
            <a:spLocks noGrp="1"/>
          </p:cNvSpPr>
          <p:nvPr>
            <p:ph type="title"/>
          </p:nvPr>
        </p:nvSpPr>
        <p:spPr>
          <a:xfrm>
            <a:off x="1171074" y="1396686"/>
            <a:ext cx="3240506" cy="4064628"/>
          </a:xfrm>
        </p:spPr>
        <p:txBody>
          <a:bodyPr>
            <a:normAutofit/>
          </a:bodyPr>
          <a:lstStyle/>
          <a:p>
            <a:r>
              <a:rPr lang="es-ES" b="1">
                <a:solidFill>
                  <a:srgbClr val="FFFFFF"/>
                </a:solidFill>
              </a:rPr>
              <a:t>Azure Solutions</a:t>
            </a:r>
            <a:br>
              <a:rPr lang="es-ES" b="1">
                <a:solidFill>
                  <a:srgbClr val="FFFFFF"/>
                </a:solidFill>
              </a:rPr>
            </a:br>
            <a:endParaRPr lang="es-ES">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92B29C5B-2988-EE63-FF31-570D12A64842}"/>
              </a:ext>
            </a:extLst>
          </p:cNvPr>
          <p:cNvSpPr>
            <a:spLocks noGrp="1"/>
          </p:cNvSpPr>
          <p:nvPr>
            <p:ph idx="1"/>
          </p:nvPr>
        </p:nvSpPr>
        <p:spPr>
          <a:xfrm>
            <a:off x="5370153" y="1526033"/>
            <a:ext cx="5536397" cy="3935281"/>
          </a:xfrm>
        </p:spPr>
        <p:txBody>
          <a:bodyPr>
            <a:normAutofit/>
          </a:bodyPr>
          <a:lstStyle/>
          <a:p>
            <a:r>
              <a:rPr lang="es-ES" sz="1500" b="1"/>
              <a:t>Azure</a:t>
            </a:r>
            <a:r>
              <a:rPr lang="es-ES" sz="1500"/>
              <a:t> es la plataforma de nube de Microsoft. En lugar de gestionar tu propio hardware, puedes alquilar recursos informáticos como servidores, bases de datos y redes virtuales a través de Internet. Azure ofrece una vasta gama de servicios que van desde la simple creación de una máquina virtual hasta soluciones avanzadas de inteligencia artificial y análisis de datos.</a:t>
            </a:r>
          </a:p>
          <a:p>
            <a:r>
              <a:rPr lang="es-ES" sz="1500" b="1"/>
              <a:t>Enfoque</a:t>
            </a:r>
            <a:r>
              <a:rPr lang="es-ES" sz="1500"/>
              <a:t>: Servicios de infraestructura y plataforma en la nube.</a:t>
            </a:r>
          </a:p>
          <a:p>
            <a:r>
              <a:rPr lang="es-ES" sz="1500" b="1"/>
              <a:t>Funciones principales</a:t>
            </a:r>
            <a:r>
              <a:rPr lang="es-ES" sz="1500"/>
              <a:t>: IaaS (Infraestructura como Servicio) para </a:t>
            </a:r>
            <a:r>
              <a:rPr lang="es-ES" sz="1500" err="1"/>
              <a:t>VMs</a:t>
            </a:r>
            <a:r>
              <a:rPr lang="es-ES" sz="1500"/>
              <a:t> y almacenamiento; PaaS (Plataforma como Servicio) para desarrollo de aplicaciones; y SaaS (Software como Servicio) como Office 365.</a:t>
            </a:r>
          </a:p>
          <a:p>
            <a:endParaRPr lang="es-ES" sz="1500"/>
          </a:p>
        </p:txBody>
      </p:sp>
    </p:spTree>
    <p:extLst>
      <p:ext uri="{BB962C8B-B14F-4D97-AF65-F5344CB8AC3E}">
        <p14:creationId xmlns:p14="http://schemas.microsoft.com/office/powerpoint/2010/main" val="91347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spositivo móvil con aplicaciones">
            <a:extLst>
              <a:ext uri="{FF2B5EF4-FFF2-40B4-BE49-F238E27FC236}">
                <a16:creationId xmlns:a16="http://schemas.microsoft.com/office/drawing/2014/main" id="{3851D65B-788B-D2C4-F95B-F54E9F2AD395}"/>
              </a:ext>
            </a:extLst>
          </p:cNvPr>
          <p:cNvPicPr>
            <a:picLocks noChangeAspect="1"/>
          </p:cNvPicPr>
          <p:nvPr/>
        </p:nvPicPr>
        <p:blipFill>
          <a:blip r:embed="rId2"/>
          <a:srcRect l="47598" r="8027"/>
          <a:stretch>
            <a:fillRect/>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7EC6AB7-B63F-C659-19F6-8715C295949F}"/>
              </a:ext>
            </a:extLst>
          </p:cNvPr>
          <p:cNvSpPr>
            <a:spLocks noGrp="1"/>
          </p:cNvSpPr>
          <p:nvPr>
            <p:ph type="title"/>
          </p:nvPr>
        </p:nvSpPr>
        <p:spPr>
          <a:xfrm>
            <a:off x="6115317" y="405685"/>
            <a:ext cx="5464968" cy="1559301"/>
          </a:xfrm>
        </p:spPr>
        <p:txBody>
          <a:bodyPr>
            <a:normAutofit/>
          </a:bodyPr>
          <a:lstStyle/>
          <a:p>
            <a:r>
              <a:rPr lang="es-ES" sz="3400" b="1"/>
              <a:t>Amazon Web Services (AWS)</a:t>
            </a:r>
            <a:br>
              <a:rPr lang="es-ES" sz="3400" b="1"/>
            </a:br>
            <a:endParaRPr lang="es-ES" sz="3400"/>
          </a:p>
        </p:txBody>
      </p:sp>
      <p:sp>
        <p:nvSpPr>
          <p:cNvPr id="3" name="Marcador de contenido 2">
            <a:extLst>
              <a:ext uri="{FF2B5EF4-FFF2-40B4-BE49-F238E27FC236}">
                <a16:creationId xmlns:a16="http://schemas.microsoft.com/office/drawing/2014/main" id="{B5FB16C3-BE2E-343D-4BC6-C04D119F32E2}"/>
              </a:ext>
            </a:extLst>
          </p:cNvPr>
          <p:cNvSpPr>
            <a:spLocks noGrp="1"/>
          </p:cNvSpPr>
          <p:nvPr>
            <p:ph idx="1"/>
          </p:nvPr>
        </p:nvSpPr>
        <p:spPr>
          <a:xfrm>
            <a:off x="6115317" y="2743200"/>
            <a:ext cx="5247340" cy="3496878"/>
          </a:xfrm>
        </p:spPr>
        <p:txBody>
          <a:bodyPr anchor="ctr">
            <a:normAutofit/>
          </a:bodyPr>
          <a:lstStyle/>
          <a:p>
            <a:r>
              <a:rPr lang="es-ES" sz="1700" b="1"/>
              <a:t>AWS</a:t>
            </a:r>
            <a:r>
              <a:rPr lang="es-ES" sz="1700"/>
              <a:t> es el líder del mercado en servicios de computación en la nube. Al igual que Azure, ofrece una amplia colección de servicios para construir aplicaciones y sitios web sin la necesidad de comprar y mantener servidores físicos. Su popularidad se debe a su gran escalabilidad y a la diversidad de servicios que ofrece, cubriendo casi cualquier necesidad tecnológica.</a:t>
            </a:r>
          </a:p>
          <a:p>
            <a:r>
              <a:rPr lang="es-ES" sz="1700" b="1"/>
              <a:t>Enfoque</a:t>
            </a:r>
            <a:r>
              <a:rPr lang="es-ES" sz="1700"/>
              <a:t>: Infraestructura y servicios de computación en la nube.</a:t>
            </a:r>
          </a:p>
          <a:p>
            <a:r>
              <a:rPr lang="es-ES" sz="1700" b="1"/>
              <a:t>Funciones principales</a:t>
            </a:r>
            <a:r>
              <a:rPr lang="es-ES" sz="1700"/>
              <a:t>: Ofrece servicios similares a Azure, como EC2 (servidores virtuales), S3 (almacenamiento de objetos) y bases de datos RDS</a:t>
            </a:r>
          </a:p>
          <a:p>
            <a:endParaRPr lang="es-ES" sz="1700"/>
          </a:p>
        </p:txBody>
      </p:sp>
    </p:spTree>
    <p:extLst>
      <p:ext uri="{BB962C8B-B14F-4D97-AF65-F5344CB8AC3E}">
        <p14:creationId xmlns:p14="http://schemas.microsoft.com/office/powerpoint/2010/main" val="1217792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E1B263D-4BDC-4B96-2F92-57A9600F0136}"/>
              </a:ext>
            </a:extLst>
          </p:cNvPr>
          <p:cNvSpPr>
            <a:spLocks noGrp="1"/>
          </p:cNvSpPr>
          <p:nvPr>
            <p:ph type="title"/>
          </p:nvPr>
        </p:nvSpPr>
        <p:spPr>
          <a:xfrm>
            <a:off x="838200" y="459863"/>
            <a:ext cx="10515600" cy="1004594"/>
          </a:xfrm>
        </p:spPr>
        <p:txBody>
          <a:bodyPr>
            <a:normAutofit/>
          </a:bodyPr>
          <a:lstStyle/>
          <a:p>
            <a:pPr algn="ctr"/>
            <a:r>
              <a:rPr lang="es-ES" sz="3100" b="1">
                <a:solidFill>
                  <a:srgbClr val="FFFFFF"/>
                </a:solidFill>
              </a:rPr>
              <a:t>Google Cloud Platform (GCP)</a:t>
            </a:r>
            <a:br>
              <a:rPr lang="es-ES" sz="3100" b="1">
                <a:solidFill>
                  <a:srgbClr val="FFFFFF"/>
                </a:solidFill>
              </a:rPr>
            </a:br>
            <a:endParaRPr lang="es-ES" sz="3100">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504ED92C-1574-3C94-BB13-0E707F47B11F}"/>
              </a:ext>
            </a:extLst>
          </p:cNvPr>
          <p:cNvGraphicFramePr>
            <a:graphicFrameLocks noGrp="1"/>
          </p:cNvGraphicFramePr>
          <p:nvPr>
            <p:ph idx="1"/>
            <p:extLst>
              <p:ext uri="{D42A27DB-BD31-4B8C-83A1-F6EECF244321}">
                <p14:modId xmlns:p14="http://schemas.microsoft.com/office/powerpoint/2010/main" val="4289588003"/>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593874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2038</Words>
  <Application>Microsoft Office PowerPoint</Application>
  <PresentationFormat>Panorámica</PresentationFormat>
  <Paragraphs>108</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Aptos</vt:lpstr>
      <vt:lpstr>Aptos Display</vt:lpstr>
      <vt:lpstr>Arial</vt:lpstr>
      <vt:lpstr>Calibri</vt:lpstr>
      <vt:lpstr>Tema de Office</vt:lpstr>
      <vt:lpstr>SEGURIDAD INFORMÁTICA</vt:lpstr>
      <vt:lpstr>UNIDAD 2: MEDIDAS DE SEGURIDAD PASIVA</vt:lpstr>
      <vt:lpstr>PROTECCIÓN FISICA DE EQUIPOS Y SERVIDORES </vt:lpstr>
      <vt:lpstr>PLANIFICACIÓN DEL USO DE SISTEMAS DE ALIMENTACIÓN INITERRUMPIDA </vt:lpstr>
      <vt:lpstr>Presentación de PowerPoint</vt:lpstr>
      <vt:lpstr>SEGURIDAD ANTE INTENTOS DE ESPIONAJE </vt:lpstr>
      <vt:lpstr>SEGURIDAD EN SISTEMAS DE ALMACENAMIENTO </vt:lpstr>
      <vt:lpstr>SEGURIDAD EN ALMACENAMIENTO REDUNDANTE Y DISTRIBUIDO </vt:lpstr>
      <vt:lpstr>Presentación de PowerPoint</vt:lpstr>
      <vt:lpstr>CLUSTERES DE SERVIDORES </vt:lpstr>
      <vt:lpstr>GESTION DE EVENTOS DE CIBERSEGURIDAD </vt:lpstr>
      <vt:lpstr>Características de un Log </vt:lpstr>
      <vt:lpstr>Técnicas de Análisis de Logs </vt:lpstr>
      <vt:lpstr>Tipos de Elementos que Generan Logs </vt:lpstr>
      <vt:lpstr>Eventos en Linux</vt:lpstr>
      <vt:lpstr>Visor de eventos en windows</vt:lpstr>
      <vt:lpstr>GESTIÓN DE LOS CENTROS DE DATOS EN LA NUBE </vt:lpstr>
      <vt:lpstr>Azure Solutions </vt:lpstr>
      <vt:lpstr>Amazon Web Services (AWS) </vt:lpstr>
      <vt:lpstr>Google Cloud Platform (GCP)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Alberto Ruiz</dc:creator>
  <cp:lastModifiedBy>Alberto Ruiz</cp:lastModifiedBy>
  <cp:revision>3</cp:revision>
  <dcterms:created xsi:type="dcterms:W3CDTF">2025-09-17T16:17:53Z</dcterms:created>
  <dcterms:modified xsi:type="dcterms:W3CDTF">2025-09-22T17:50:54Z</dcterms:modified>
</cp:coreProperties>
</file>