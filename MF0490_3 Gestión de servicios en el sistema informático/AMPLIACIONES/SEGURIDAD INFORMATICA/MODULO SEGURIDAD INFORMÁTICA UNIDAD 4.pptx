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3" r:id="rId3"/>
    <p:sldId id="284" r:id="rId4"/>
    <p:sldId id="290" r:id="rId5"/>
    <p:sldId id="291" r:id="rId6"/>
    <p:sldId id="292" r:id="rId7"/>
    <p:sldId id="307" r:id="rId8"/>
    <p:sldId id="285" r:id="rId9"/>
    <p:sldId id="293" r:id="rId10"/>
    <p:sldId id="286" r:id="rId11"/>
    <p:sldId id="294" r:id="rId12"/>
    <p:sldId id="295" r:id="rId13"/>
    <p:sldId id="296" r:id="rId14"/>
    <p:sldId id="298" r:id="rId15"/>
    <p:sldId id="299" r:id="rId16"/>
    <p:sldId id="287" r:id="rId17"/>
    <p:sldId id="297" r:id="rId18"/>
    <p:sldId id="300" r:id="rId19"/>
    <p:sldId id="301" r:id="rId20"/>
    <p:sldId id="288" r:id="rId21"/>
    <p:sldId id="302" r:id="rId22"/>
    <p:sldId id="289" r:id="rId23"/>
    <p:sldId id="303" r:id="rId24"/>
    <p:sldId id="304" r:id="rId25"/>
    <p:sldId id="305" r:id="rId26"/>
    <p:sldId id="306" r:id="rId2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61" autoAdjust="0"/>
    <p:restoredTop sz="94660"/>
  </p:normalViewPr>
  <p:slideViewPr>
    <p:cSldViewPr snapToGrid="0">
      <p:cViewPr varScale="1">
        <p:scale>
          <a:sx n="48" d="100"/>
          <a:sy n="48" d="100"/>
        </p:scale>
        <p:origin x="936" y="26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berto Ruiz" userId="47fa91d207cfb014" providerId="LiveId" clId="{85FEFC20-368C-4804-AF35-776ECB9C6605}"/>
    <pc:docChg chg="undo custSel addSld delSld modSld">
      <pc:chgData name="Alberto Ruiz" userId="47fa91d207cfb014" providerId="LiveId" clId="{85FEFC20-368C-4804-AF35-776ECB9C6605}" dt="2025-09-24T17:08:02.113" v="1476" actId="680"/>
      <pc:docMkLst>
        <pc:docMk/>
      </pc:docMkLst>
      <pc:sldChg chg="del">
        <pc:chgData name="Alberto Ruiz" userId="47fa91d207cfb014" providerId="LiveId" clId="{85FEFC20-368C-4804-AF35-776ECB9C6605}" dt="2025-09-22T17:25:31.403" v="497" actId="47"/>
        <pc:sldMkLst>
          <pc:docMk/>
          <pc:sldMk cId="1874761014" sldId="257"/>
        </pc:sldMkLst>
      </pc:sldChg>
      <pc:sldChg chg="del">
        <pc:chgData name="Alberto Ruiz" userId="47fa91d207cfb014" providerId="LiveId" clId="{85FEFC20-368C-4804-AF35-776ECB9C6605}" dt="2025-09-22T17:25:32.146" v="498" actId="47"/>
        <pc:sldMkLst>
          <pc:docMk/>
          <pc:sldMk cId="3750738772" sldId="258"/>
        </pc:sldMkLst>
      </pc:sldChg>
      <pc:sldChg chg="del">
        <pc:chgData name="Alberto Ruiz" userId="47fa91d207cfb014" providerId="LiveId" clId="{85FEFC20-368C-4804-AF35-776ECB9C6605}" dt="2025-09-22T17:25:33.020" v="499" actId="47"/>
        <pc:sldMkLst>
          <pc:docMk/>
          <pc:sldMk cId="1268972705" sldId="259"/>
        </pc:sldMkLst>
      </pc:sldChg>
      <pc:sldChg chg="del">
        <pc:chgData name="Alberto Ruiz" userId="47fa91d207cfb014" providerId="LiveId" clId="{85FEFC20-368C-4804-AF35-776ECB9C6605}" dt="2025-09-22T17:25:33.852" v="500" actId="47"/>
        <pc:sldMkLst>
          <pc:docMk/>
          <pc:sldMk cId="1452762947" sldId="260"/>
        </pc:sldMkLst>
      </pc:sldChg>
      <pc:sldChg chg="del">
        <pc:chgData name="Alberto Ruiz" userId="47fa91d207cfb014" providerId="LiveId" clId="{85FEFC20-368C-4804-AF35-776ECB9C6605}" dt="2025-09-22T17:25:34.576" v="501" actId="47"/>
        <pc:sldMkLst>
          <pc:docMk/>
          <pc:sldMk cId="1560757229" sldId="261"/>
        </pc:sldMkLst>
      </pc:sldChg>
      <pc:sldChg chg="del">
        <pc:chgData name="Alberto Ruiz" userId="47fa91d207cfb014" providerId="LiveId" clId="{85FEFC20-368C-4804-AF35-776ECB9C6605}" dt="2025-09-22T17:25:35.319" v="502" actId="47"/>
        <pc:sldMkLst>
          <pc:docMk/>
          <pc:sldMk cId="3475719411" sldId="262"/>
        </pc:sldMkLst>
      </pc:sldChg>
      <pc:sldChg chg="del">
        <pc:chgData name="Alberto Ruiz" userId="47fa91d207cfb014" providerId="LiveId" clId="{85FEFC20-368C-4804-AF35-776ECB9C6605}" dt="2025-09-22T17:25:36.072" v="503" actId="47"/>
        <pc:sldMkLst>
          <pc:docMk/>
          <pc:sldMk cId="1113577399" sldId="263"/>
        </pc:sldMkLst>
      </pc:sldChg>
      <pc:sldChg chg="del">
        <pc:chgData name="Alberto Ruiz" userId="47fa91d207cfb014" providerId="LiveId" clId="{85FEFC20-368C-4804-AF35-776ECB9C6605}" dt="2025-09-22T17:25:36.778" v="504" actId="47"/>
        <pc:sldMkLst>
          <pc:docMk/>
          <pc:sldMk cId="296029450" sldId="264"/>
        </pc:sldMkLst>
      </pc:sldChg>
      <pc:sldChg chg="del">
        <pc:chgData name="Alberto Ruiz" userId="47fa91d207cfb014" providerId="LiveId" clId="{85FEFC20-368C-4804-AF35-776ECB9C6605}" dt="2025-09-22T17:25:37.569" v="505" actId="47"/>
        <pc:sldMkLst>
          <pc:docMk/>
          <pc:sldMk cId="4135714646" sldId="265"/>
        </pc:sldMkLst>
      </pc:sldChg>
      <pc:sldChg chg="del">
        <pc:chgData name="Alberto Ruiz" userId="47fa91d207cfb014" providerId="LiveId" clId="{85FEFC20-368C-4804-AF35-776ECB9C6605}" dt="2025-09-22T17:25:38.273" v="506" actId="47"/>
        <pc:sldMkLst>
          <pc:docMk/>
          <pc:sldMk cId="514384809" sldId="266"/>
        </pc:sldMkLst>
      </pc:sldChg>
      <pc:sldChg chg="del">
        <pc:chgData name="Alberto Ruiz" userId="47fa91d207cfb014" providerId="LiveId" clId="{85FEFC20-368C-4804-AF35-776ECB9C6605}" dt="2025-09-22T17:25:38.951" v="507" actId="47"/>
        <pc:sldMkLst>
          <pc:docMk/>
          <pc:sldMk cId="3573731633" sldId="267"/>
        </pc:sldMkLst>
      </pc:sldChg>
      <pc:sldChg chg="addSp delSp modSp new del mod setBg">
        <pc:chgData name="Alberto Ruiz" userId="47fa91d207cfb014" providerId="LiveId" clId="{85FEFC20-368C-4804-AF35-776ECB9C6605}" dt="2025-09-22T17:25:39.800" v="508" actId="47"/>
        <pc:sldMkLst>
          <pc:docMk/>
          <pc:sldMk cId="1095080712" sldId="268"/>
        </pc:sldMkLst>
      </pc:sldChg>
      <pc:sldChg chg="addSp delSp modSp new del mod setBg">
        <pc:chgData name="Alberto Ruiz" userId="47fa91d207cfb014" providerId="LiveId" clId="{85FEFC20-368C-4804-AF35-776ECB9C6605}" dt="2025-09-22T17:25:40.504" v="509" actId="47"/>
        <pc:sldMkLst>
          <pc:docMk/>
          <pc:sldMk cId="2535939640" sldId="269"/>
        </pc:sldMkLst>
      </pc:sldChg>
      <pc:sldChg chg="addSp delSp modSp new del mod setBg">
        <pc:chgData name="Alberto Ruiz" userId="47fa91d207cfb014" providerId="LiveId" clId="{85FEFC20-368C-4804-AF35-776ECB9C6605}" dt="2025-09-22T17:25:41.174" v="510" actId="47"/>
        <pc:sldMkLst>
          <pc:docMk/>
          <pc:sldMk cId="1521071263" sldId="270"/>
        </pc:sldMkLst>
      </pc:sldChg>
      <pc:sldChg chg="addSp delSp modSp new del mod setBg">
        <pc:chgData name="Alberto Ruiz" userId="47fa91d207cfb014" providerId="LiveId" clId="{85FEFC20-368C-4804-AF35-776ECB9C6605}" dt="2025-09-22T17:25:41.875" v="511" actId="47"/>
        <pc:sldMkLst>
          <pc:docMk/>
          <pc:sldMk cId="475117557" sldId="271"/>
        </pc:sldMkLst>
      </pc:sldChg>
      <pc:sldChg chg="addSp delSp modSp new del mod setBg">
        <pc:chgData name="Alberto Ruiz" userId="47fa91d207cfb014" providerId="LiveId" clId="{85FEFC20-368C-4804-AF35-776ECB9C6605}" dt="2025-09-22T17:25:42.531" v="512" actId="47"/>
        <pc:sldMkLst>
          <pc:docMk/>
          <pc:sldMk cId="4240907260" sldId="272"/>
        </pc:sldMkLst>
      </pc:sldChg>
      <pc:sldChg chg="addSp delSp modSp new del mod setBg">
        <pc:chgData name="Alberto Ruiz" userId="47fa91d207cfb014" providerId="LiveId" clId="{85FEFC20-368C-4804-AF35-776ECB9C6605}" dt="2025-09-22T17:25:43.219" v="513" actId="47"/>
        <pc:sldMkLst>
          <pc:docMk/>
          <pc:sldMk cId="568486478" sldId="273"/>
        </pc:sldMkLst>
      </pc:sldChg>
      <pc:sldChg chg="addSp delSp modSp new del mod setBg">
        <pc:chgData name="Alberto Ruiz" userId="47fa91d207cfb014" providerId="LiveId" clId="{85FEFC20-368C-4804-AF35-776ECB9C6605}" dt="2025-09-22T17:25:44.544" v="514" actId="47"/>
        <pc:sldMkLst>
          <pc:docMk/>
          <pc:sldMk cId="2369576593" sldId="274"/>
        </pc:sldMkLst>
      </pc:sldChg>
      <pc:sldChg chg="del">
        <pc:chgData name="Alberto Ruiz" userId="47fa91d207cfb014" providerId="LiveId" clId="{85FEFC20-368C-4804-AF35-776ECB9C6605}" dt="2025-09-22T17:25:45.268" v="515" actId="47"/>
        <pc:sldMkLst>
          <pc:docMk/>
          <pc:sldMk cId="96609615" sldId="275"/>
        </pc:sldMkLst>
      </pc:sldChg>
      <pc:sldChg chg="del">
        <pc:chgData name="Alberto Ruiz" userId="47fa91d207cfb014" providerId="LiveId" clId="{85FEFC20-368C-4804-AF35-776ECB9C6605}" dt="2025-09-22T17:26:03.870" v="519" actId="47"/>
        <pc:sldMkLst>
          <pc:docMk/>
          <pc:sldMk cId="3413831629" sldId="276"/>
        </pc:sldMkLst>
      </pc:sldChg>
      <pc:sldChg chg="del">
        <pc:chgData name="Alberto Ruiz" userId="47fa91d207cfb014" providerId="LiveId" clId="{85FEFC20-368C-4804-AF35-776ECB9C6605}" dt="2025-09-22T17:25:51.422" v="516" actId="47"/>
        <pc:sldMkLst>
          <pc:docMk/>
          <pc:sldMk cId="2663837046" sldId="277"/>
        </pc:sldMkLst>
      </pc:sldChg>
      <pc:sldChg chg="del">
        <pc:chgData name="Alberto Ruiz" userId="47fa91d207cfb014" providerId="LiveId" clId="{85FEFC20-368C-4804-AF35-776ECB9C6605}" dt="2025-09-22T17:25:59.985" v="517" actId="47"/>
        <pc:sldMkLst>
          <pc:docMk/>
          <pc:sldMk cId="3743052111" sldId="278"/>
        </pc:sldMkLst>
      </pc:sldChg>
      <pc:sldChg chg="del">
        <pc:chgData name="Alberto Ruiz" userId="47fa91d207cfb014" providerId="LiveId" clId="{85FEFC20-368C-4804-AF35-776ECB9C6605}" dt="2025-09-22T17:26:01.268" v="518" actId="47"/>
        <pc:sldMkLst>
          <pc:docMk/>
          <pc:sldMk cId="1205868725" sldId="279"/>
        </pc:sldMkLst>
      </pc:sldChg>
      <pc:sldChg chg="del">
        <pc:chgData name="Alberto Ruiz" userId="47fa91d207cfb014" providerId="LiveId" clId="{85FEFC20-368C-4804-AF35-776ECB9C6605}" dt="2025-09-22T17:26:05.435" v="520" actId="47"/>
        <pc:sldMkLst>
          <pc:docMk/>
          <pc:sldMk cId="435299905" sldId="280"/>
        </pc:sldMkLst>
      </pc:sldChg>
      <pc:sldChg chg="addSp delSp modSp mod setBg">
        <pc:chgData name="Alberto Ruiz" userId="47fa91d207cfb014" providerId="LiveId" clId="{85FEFC20-368C-4804-AF35-776ECB9C6605}" dt="2025-09-22T17:29:28.698" v="637" actId="26606"/>
        <pc:sldMkLst>
          <pc:docMk/>
          <pc:sldMk cId="2624861979" sldId="282"/>
        </pc:sldMkLst>
      </pc:sldChg>
      <pc:sldChg chg="addSp modSp mod setBg">
        <pc:chgData name="Alberto Ruiz" userId="47fa91d207cfb014" providerId="LiveId" clId="{85FEFC20-368C-4804-AF35-776ECB9C6605}" dt="2025-09-22T17:33:19.287" v="653" actId="26606"/>
        <pc:sldMkLst>
          <pc:docMk/>
          <pc:sldMk cId="1171360924" sldId="284"/>
        </pc:sldMkLst>
      </pc:sldChg>
      <pc:sldChg chg="addSp delSp modSp mod setBg">
        <pc:chgData name="Alberto Ruiz" userId="47fa91d207cfb014" providerId="LiveId" clId="{85FEFC20-368C-4804-AF35-776ECB9C6605}" dt="2025-09-22T17:33:22.102" v="654" actId="26606"/>
        <pc:sldMkLst>
          <pc:docMk/>
          <pc:sldMk cId="2191137854" sldId="285"/>
        </pc:sldMkLst>
      </pc:sldChg>
      <pc:sldChg chg="addSp delSp modSp mod setBg">
        <pc:chgData name="Alberto Ruiz" userId="47fa91d207cfb014" providerId="LiveId" clId="{85FEFC20-368C-4804-AF35-776ECB9C6605}" dt="2025-09-22T17:34:23.969" v="823" actId="26606"/>
        <pc:sldMkLst>
          <pc:docMk/>
          <pc:sldMk cId="3517709361" sldId="286"/>
        </pc:sldMkLst>
      </pc:sldChg>
      <pc:sldChg chg="addSp modSp mod setBg">
        <pc:chgData name="Alberto Ruiz" userId="47fa91d207cfb014" providerId="LiveId" clId="{85FEFC20-368C-4804-AF35-776ECB9C6605}" dt="2025-09-24T16:21:18.621" v="1124" actId="26606"/>
        <pc:sldMkLst>
          <pc:docMk/>
          <pc:sldMk cId="1284387177" sldId="287"/>
        </pc:sldMkLst>
        <pc:spChg chg="mod">
          <ac:chgData name="Alberto Ruiz" userId="47fa91d207cfb014" providerId="LiveId" clId="{85FEFC20-368C-4804-AF35-776ECB9C6605}" dt="2025-09-24T16:21:18.621" v="1124" actId="26606"/>
          <ac:spMkLst>
            <pc:docMk/>
            <pc:sldMk cId="1284387177" sldId="287"/>
            <ac:spMk id="2" creationId="{CA4287E4-6DB4-CE1D-765D-31F23C2E1560}"/>
          </ac:spMkLst>
        </pc:spChg>
        <pc:spChg chg="mod">
          <ac:chgData name="Alberto Ruiz" userId="47fa91d207cfb014" providerId="LiveId" clId="{85FEFC20-368C-4804-AF35-776ECB9C6605}" dt="2025-09-24T16:21:18.621" v="1124" actId="26606"/>
          <ac:spMkLst>
            <pc:docMk/>
            <pc:sldMk cId="1284387177" sldId="287"/>
            <ac:spMk id="3" creationId="{94579484-6DAC-A08B-E9DD-2FA51285D720}"/>
          </ac:spMkLst>
        </pc:spChg>
        <pc:spChg chg="add">
          <ac:chgData name="Alberto Ruiz" userId="47fa91d207cfb014" providerId="LiveId" clId="{85FEFC20-368C-4804-AF35-776ECB9C6605}" dt="2025-09-24T16:21:18.621" v="1124" actId="26606"/>
          <ac:spMkLst>
            <pc:docMk/>
            <pc:sldMk cId="1284387177" sldId="287"/>
            <ac:spMk id="8" creationId="{907EF6B7-1338-4443-8C46-6A318D952DFD}"/>
          </ac:spMkLst>
        </pc:spChg>
        <pc:spChg chg="add">
          <ac:chgData name="Alberto Ruiz" userId="47fa91d207cfb014" providerId="LiveId" clId="{85FEFC20-368C-4804-AF35-776ECB9C6605}" dt="2025-09-24T16:21:18.621" v="1124" actId="26606"/>
          <ac:spMkLst>
            <pc:docMk/>
            <pc:sldMk cId="1284387177" sldId="287"/>
            <ac:spMk id="10" creationId="{DAAE4CDD-124C-4DCF-9584-B6033B545DD5}"/>
          </ac:spMkLst>
        </pc:spChg>
        <pc:spChg chg="add">
          <ac:chgData name="Alberto Ruiz" userId="47fa91d207cfb014" providerId="LiveId" clId="{85FEFC20-368C-4804-AF35-776ECB9C6605}" dt="2025-09-24T16:21:18.621" v="1124" actId="26606"/>
          <ac:spMkLst>
            <pc:docMk/>
            <pc:sldMk cId="1284387177" sldId="287"/>
            <ac:spMk id="12" creationId="{081E4A58-353D-44AE-B2FC-2A74E2E400F7}"/>
          </ac:spMkLst>
        </pc:spChg>
      </pc:sldChg>
      <pc:sldChg chg="addSp delSp modSp mod setBg">
        <pc:chgData name="Alberto Ruiz" userId="47fa91d207cfb014" providerId="LiveId" clId="{85FEFC20-368C-4804-AF35-776ECB9C6605}" dt="2025-09-22T17:43:37.990" v="919" actId="403"/>
        <pc:sldMkLst>
          <pc:docMk/>
          <pc:sldMk cId="1879621574" sldId="287"/>
        </pc:sldMkLst>
      </pc:sldChg>
      <pc:sldChg chg="addSp modSp mod setBg">
        <pc:chgData name="Alberto Ruiz" userId="47fa91d207cfb014" providerId="LiveId" clId="{85FEFC20-368C-4804-AF35-776ECB9C6605}" dt="2025-09-24T16:57:03.453" v="1384" actId="403"/>
        <pc:sldMkLst>
          <pc:docMk/>
          <pc:sldMk cId="935927114" sldId="288"/>
        </pc:sldMkLst>
        <pc:spChg chg="mod">
          <ac:chgData name="Alberto Ruiz" userId="47fa91d207cfb014" providerId="LiveId" clId="{85FEFC20-368C-4804-AF35-776ECB9C6605}" dt="2025-09-24T16:56:34.277" v="1371" actId="26606"/>
          <ac:spMkLst>
            <pc:docMk/>
            <pc:sldMk cId="935927114" sldId="288"/>
            <ac:spMk id="2" creationId="{7067A14A-636D-DBA6-5037-7213FCFBD4FB}"/>
          </ac:spMkLst>
        </pc:spChg>
        <pc:spChg chg="mod">
          <ac:chgData name="Alberto Ruiz" userId="47fa91d207cfb014" providerId="LiveId" clId="{85FEFC20-368C-4804-AF35-776ECB9C6605}" dt="2025-09-24T16:57:03.453" v="1384" actId="403"/>
          <ac:spMkLst>
            <pc:docMk/>
            <pc:sldMk cId="935927114" sldId="288"/>
            <ac:spMk id="3" creationId="{C9BB0032-92B3-E414-F94B-262825BC7711}"/>
          </ac:spMkLst>
        </pc:spChg>
        <pc:spChg chg="add">
          <ac:chgData name="Alberto Ruiz" userId="47fa91d207cfb014" providerId="LiveId" clId="{85FEFC20-368C-4804-AF35-776ECB9C6605}" dt="2025-09-24T16:56:34.277" v="1371" actId="26606"/>
          <ac:spMkLst>
            <pc:docMk/>
            <pc:sldMk cId="935927114" sldId="288"/>
            <ac:spMk id="8" creationId="{09588DA8-065E-4F6F-8EFD-43104AB2E0CF}"/>
          </ac:spMkLst>
        </pc:spChg>
        <pc:spChg chg="add">
          <ac:chgData name="Alberto Ruiz" userId="47fa91d207cfb014" providerId="LiveId" clId="{85FEFC20-368C-4804-AF35-776ECB9C6605}" dt="2025-09-24T16:56:34.277" v="1371" actId="26606"/>
          <ac:spMkLst>
            <pc:docMk/>
            <pc:sldMk cId="935927114" sldId="288"/>
            <ac:spMk id="10" creationId="{C4285719-470E-454C-AF62-8323075F1F5B}"/>
          </ac:spMkLst>
        </pc:spChg>
        <pc:spChg chg="add">
          <ac:chgData name="Alberto Ruiz" userId="47fa91d207cfb014" providerId="LiveId" clId="{85FEFC20-368C-4804-AF35-776ECB9C6605}" dt="2025-09-24T16:56:34.277" v="1371" actId="26606"/>
          <ac:spMkLst>
            <pc:docMk/>
            <pc:sldMk cId="935927114" sldId="288"/>
            <ac:spMk id="12" creationId="{CD9FE4EF-C4D8-49A0-B2FF-81D8DB7D8A24}"/>
          </ac:spMkLst>
        </pc:spChg>
        <pc:spChg chg="add">
          <ac:chgData name="Alberto Ruiz" userId="47fa91d207cfb014" providerId="LiveId" clId="{85FEFC20-368C-4804-AF35-776ECB9C6605}" dt="2025-09-24T16:56:34.277" v="1371" actId="26606"/>
          <ac:spMkLst>
            <pc:docMk/>
            <pc:sldMk cId="935927114" sldId="288"/>
            <ac:spMk id="14" creationId="{4300840D-0A0B-4512-BACA-B439D5B9C57C}"/>
          </ac:spMkLst>
        </pc:spChg>
        <pc:spChg chg="add">
          <ac:chgData name="Alberto Ruiz" userId="47fa91d207cfb014" providerId="LiveId" clId="{85FEFC20-368C-4804-AF35-776ECB9C6605}" dt="2025-09-24T16:56:34.277" v="1371" actId="26606"/>
          <ac:spMkLst>
            <pc:docMk/>
            <pc:sldMk cId="935927114" sldId="288"/>
            <ac:spMk id="16" creationId="{D2B78728-A580-49A7-84F9-6EF6F583ADE0}"/>
          </ac:spMkLst>
        </pc:spChg>
        <pc:spChg chg="add">
          <ac:chgData name="Alberto Ruiz" userId="47fa91d207cfb014" providerId="LiveId" clId="{85FEFC20-368C-4804-AF35-776ECB9C6605}" dt="2025-09-24T16:56:34.277" v="1371" actId="26606"/>
          <ac:spMkLst>
            <pc:docMk/>
            <pc:sldMk cId="935927114" sldId="288"/>
            <ac:spMk id="18" creationId="{38FAA1A1-D861-433F-88FA-1E9D6FD31D11}"/>
          </ac:spMkLst>
        </pc:spChg>
        <pc:spChg chg="add">
          <ac:chgData name="Alberto Ruiz" userId="47fa91d207cfb014" providerId="LiveId" clId="{85FEFC20-368C-4804-AF35-776ECB9C6605}" dt="2025-09-24T16:56:34.277" v="1371" actId="26606"/>
          <ac:spMkLst>
            <pc:docMk/>
            <pc:sldMk cId="935927114" sldId="288"/>
            <ac:spMk id="20" creationId="{8D71EDA1-87BF-4D5D-AB79-F346FD19278A}"/>
          </ac:spMkLst>
        </pc:spChg>
      </pc:sldChg>
      <pc:sldChg chg="addSp delSp modSp mod setBg">
        <pc:chgData name="Alberto Ruiz" userId="47fa91d207cfb014" providerId="LiveId" clId="{85FEFC20-368C-4804-AF35-776ECB9C6605}" dt="2025-09-22T17:37:26.398" v="830" actId="26606"/>
        <pc:sldMkLst>
          <pc:docMk/>
          <pc:sldMk cId="3830168765" sldId="288"/>
        </pc:sldMkLst>
      </pc:sldChg>
      <pc:sldChg chg="addSp modSp mod setBg">
        <pc:chgData name="Alberto Ruiz" userId="47fa91d207cfb014" providerId="LiveId" clId="{85FEFC20-368C-4804-AF35-776ECB9C6605}" dt="2025-09-22T17:50:31.496" v="972" actId="26606"/>
        <pc:sldMkLst>
          <pc:docMk/>
          <pc:sldMk cId="4136905644" sldId="289"/>
        </pc:sldMkLst>
      </pc:sldChg>
      <pc:sldChg chg="addSp modSp mod setBg">
        <pc:chgData name="Alberto Ruiz" userId="47fa91d207cfb014" providerId="LiveId" clId="{85FEFC20-368C-4804-AF35-776ECB9C6605}" dt="2025-09-24T17:06:32.499" v="1435" actId="255"/>
        <pc:sldMkLst>
          <pc:docMk/>
          <pc:sldMk cId="4190714582" sldId="289"/>
        </pc:sldMkLst>
        <pc:spChg chg="mod">
          <ac:chgData name="Alberto Ruiz" userId="47fa91d207cfb014" providerId="LiveId" clId="{85FEFC20-368C-4804-AF35-776ECB9C6605}" dt="2025-09-24T17:06:22.701" v="1432" actId="26606"/>
          <ac:spMkLst>
            <pc:docMk/>
            <pc:sldMk cId="4190714582" sldId="289"/>
            <ac:spMk id="2" creationId="{0414018B-30EC-5D89-9CBA-3768EFA2FB7F}"/>
          </ac:spMkLst>
        </pc:spChg>
        <pc:spChg chg="mod">
          <ac:chgData name="Alberto Ruiz" userId="47fa91d207cfb014" providerId="LiveId" clId="{85FEFC20-368C-4804-AF35-776ECB9C6605}" dt="2025-09-24T17:06:32.499" v="1435" actId="255"/>
          <ac:spMkLst>
            <pc:docMk/>
            <pc:sldMk cId="4190714582" sldId="289"/>
            <ac:spMk id="3" creationId="{79390927-DEC8-B786-ACD6-53157792F3A2}"/>
          </ac:spMkLst>
        </pc:spChg>
        <pc:spChg chg="add">
          <ac:chgData name="Alberto Ruiz" userId="47fa91d207cfb014" providerId="LiveId" clId="{85FEFC20-368C-4804-AF35-776ECB9C6605}" dt="2025-09-24T17:06:22.701" v="1432" actId="26606"/>
          <ac:spMkLst>
            <pc:docMk/>
            <pc:sldMk cId="4190714582" sldId="289"/>
            <ac:spMk id="8" creationId="{09588DA8-065E-4F6F-8EFD-43104AB2E0CF}"/>
          </ac:spMkLst>
        </pc:spChg>
        <pc:spChg chg="add">
          <ac:chgData name="Alberto Ruiz" userId="47fa91d207cfb014" providerId="LiveId" clId="{85FEFC20-368C-4804-AF35-776ECB9C6605}" dt="2025-09-24T17:06:22.701" v="1432" actId="26606"/>
          <ac:spMkLst>
            <pc:docMk/>
            <pc:sldMk cId="4190714582" sldId="289"/>
            <ac:spMk id="10" creationId="{C4285719-470E-454C-AF62-8323075F1F5B}"/>
          </ac:spMkLst>
        </pc:spChg>
        <pc:spChg chg="add">
          <ac:chgData name="Alberto Ruiz" userId="47fa91d207cfb014" providerId="LiveId" clId="{85FEFC20-368C-4804-AF35-776ECB9C6605}" dt="2025-09-24T17:06:22.701" v="1432" actId="26606"/>
          <ac:spMkLst>
            <pc:docMk/>
            <pc:sldMk cId="4190714582" sldId="289"/>
            <ac:spMk id="12" creationId="{CD9FE4EF-C4D8-49A0-B2FF-81D8DB7D8A24}"/>
          </ac:spMkLst>
        </pc:spChg>
        <pc:spChg chg="add">
          <ac:chgData name="Alberto Ruiz" userId="47fa91d207cfb014" providerId="LiveId" clId="{85FEFC20-368C-4804-AF35-776ECB9C6605}" dt="2025-09-24T17:06:22.701" v="1432" actId="26606"/>
          <ac:spMkLst>
            <pc:docMk/>
            <pc:sldMk cId="4190714582" sldId="289"/>
            <ac:spMk id="14" creationId="{4300840D-0A0B-4512-BACA-B439D5B9C57C}"/>
          </ac:spMkLst>
        </pc:spChg>
        <pc:spChg chg="add">
          <ac:chgData name="Alberto Ruiz" userId="47fa91d207cfb014" providerId="LiveId" clId="{85FEFC20-368C-4804-AF35-776ECB9C6605}" dt="2025-09-24T17:06:22.701" v="1432" actId="26606"/>
          <ac:spMkLst>
            <pc:docMk/>
            <pc:sldMk cId="4190714582" sldId="289"/>
            <ac:spMk id="16" creationId="{D2B78728-A580-49A7-84F9-6EF6F583ADE0}"/>
          </ac:spMkLst>
        </pc:spChg>
        <pc:spChg chg="add">
          <ac:chgData name="Alberto Ruiz" userId="47fa91d207cfb014" providerId="LiveId" clId="{85FEFC20-368C-4804-AF35-776ECB9C6605}" dt="2025-09-24T17:06:22.701" v="1432" actId="26606"/>
          <ac:spMkLst>
            <pc:docMk/>
            <pc:sldMk cId="4190714582" sldId="289"/>
            <ac:spMk id="18" creationId="{38FAA1A1-D861-433F-88FA-1E9D6FD31D11}"/>
          </ac:spMkLst>
        </pc:spChg>
        <pc:spChg chg="add">
          <ac:chgData name="Alberto Ruiz" userId="47fa91d207cfb014" providerId="LiveId" clId="{85FEFC20-368C-4804-AF35-776ECB9C6605}" dt="2025-09-24T17:06:22.701" v="1432" actId="26606"/>
          <ac:spMkLst>
            <pc:docMk/>
            <pc:sldMk cId="4190714582" sldId="289"/>
            <ac:spMk id="20" creationId="{8D71EDA1-87BF-4D5D-AB79-F346FD19278A}"/>
          </ac:spMkLst>
        </pc:spChg>
      </pc:sldChg>
      <pc:sldChg chg="addSp modSp new mod">
        <pc:chgData name="Alberto Ruiz" userId="47fa91d207cfb014" providerId="LiveId" clId="{85FEFC20-368C-4804-AF35-776ECB9C6605}" dt="2025-09-22T17:32:08.362" v="651" actId="1076"/>
        <pc:sldMkLst>
          <pc:docMk/>
          <pc:sldMk cId="908033775" sldId="290"/>
        </pc:sldMkLst>
      </pc:sldChg>
      <pc:sldChg chg="addSp modSp new mod setBg">
        <pc:chgData name="Alberto Ruiz" userId="47fa91d207cfb014" providerId="LiveId" clId="{85FEFC20-368C-4804-AF35-776ECB9C6605}" dt="2025-09-22T17:40:39.585" v="866" actId="26606"/>
        <pc:sldMkLst>
          <pc:docMk/>
          <pc:sldMk cId="1166698697" sldId="291"/>
        </pc:sldMkLst>
      </pc:sldChg>
      <pc:sldChg chg="addSp delSp modSp new mod setBg">
        <pc:chgData name="Alberto Ruiz" userId="47fa91d207cfb014" providerId="LiveId" clId="{85FEFC20-368C-4804-AF35-776ECB9C6605}" dt="2025-09-22T17:40:43.425" v="867" actId="26606"/>
        <pc:sldMkLst>
          <pc:docMk/>
          <pc:sldMk cId="1202599591" sldId="292"/>
        </pc:sldMkLst>
      </pc:sldChg>
      <pc:sldChg chg="addSp delSp modSp new mod setBg">
        <pc:chgData name="Alberto Ruiz" userId="47fa91d207cfb014" providerId="LiveId" clId="{85FEFC20-368C-4804-AF35-776ECB9C6605}" dt="2025-09-22T17:41:06.240" v="872" actId="26606"/>
        <pc:sldMkLst>
          <pc:docMk/>
          <pc:sldMk cId="1002008813" sldId="293"/>
        </pc:sldMkLst>
      </pc:sldChg>
      <pc:sldChg chg="addSp delSp modSp mod setBg">
        <pc:chgData name="Alberto Ruiz" userId="47fa91d207cfb014" providerId="LiveId" clId="{85FEFC20-368C-4804-AF35-776ECB9C6605}" dt="2025-09-24T16:26:24.796" v="1156" actId="20577"/>
        <pc:sldMkLst>
          <pc:docMk/>
          <pc:sldMk cId="542680462" sldId="294"/>
        </pc:sldMkLst>
        <pc:spChg chg="mod">
          <ac:chgData name="Alberto Ruiz" userId="47fa91d207cfb014" providerId="LiveId" clId="{85FEFC20-368C-4804-AF35-776ECB9C6605}" dt="2025-09-24T16:18:19.243" v="1088" actId="26606"/>
          <ac:spMkLst>
            <pc:docMk/>
            <pc:sldMk cId="542680462" sldId="294"/>
            <ac:spMk id="2" creationId="{D820F90D-EBCC-B462-6CC9-3C3692130612}"/>
          </ac:spMkLst>
        </pc:spChg>
        <pc:spChg chg="mod">
          <ac:chgData name="Alberto Ruiz" userId="47fa91d207cfb014" providerId="LiveId" clId="{85FEFC20-368C-4804-AF35-776ECB9C6605}" dt="2025-09-24T16:26:24.796" v="1156" actId="20577"/>
          <ac:spMkLst>
            <pc:docMk/>
            <pc:sldMk cId="542680462" sldId="294"/>
            <ac:spMk id="3" creationId="{356FC0BB-BD66-5DAF-0F1A-4DD7EAD87527}"/>
          </ac:spMkLst>
        </pc:spChg>
        <pc:spChg chg="add">
          <ac:chgData name="Alberto Ruiz" userId="47fa91d207cfb014" providerId="LiveId" clId="{85FEFC20-368C-4804-AF35-776ECB9C6605}" dt="2025-09-24T16:18:19.243" v="1088" actId="26606"/>
          <ac:spMkLst>
            <pc:docMk/>
            <pc:sldMk cId="542680462" sldId="294"/>
            <ac:spMk id="8" creationId="{327D73B4-9F5C-4A64-A179-51B9500CB8B5}"/>
          </ac:spMkLst>
        </pc:spChg>
        <pc:spChg chg="add">
          <ac:chgData name="Alberto Ruiz" userId="47fa91d207cfb014" providerId="LiveId" clId="{85FEFC20-368C-4804-AF35-776ECB9C6605}" dt="2025-09-24T16:18:19.243" v="1088" actId="26606"/>
          <ac:spMkLst>
            <pc:docMk/>
            <pc:sldMk cId="542680462" sldId="294"/>
            <ac:spMk id="10" creationId="{C1F06963-6374-4B48-844F-071A9BAAAE02}"/>
          </ac:spMkLst>
        </pc:spChg>
        <pc:spChg chg="add">
          <ac:chgData name="Alberto Ruiz" userId="47fa91d207cfb014" providerId="LiveId" clId="{85FEFC20-368C-4804-AF35-776ECB9C6605}" dt="2025-09-24T16:18:19.243" v="1088" actId="26606"/>
          <ac:spMkLst>
            <pc:docMk/>
            <pc:sldMk cId="542680462" sldId="294"/>
            <ac:spMk id="12" creationId="{6CB927A4-E432-4310-9CD5-E89FF5063179}"/>
          </ac:spMkLst>
        </pc:spChg>
        <pc:spChg chg="add">
          <ac:chgData name="Alberto Ruiz" userId="47fa91d207cfb014" providerId="LiveId" clId="{85FEFC20-368C-4804-AF35-776ECB9C6605}" dt="2025-09-24T16:18:19.243" v="1088" actId="26606"/>
          <ac:spMkLst>
            <pc:docMk/>
            <pc:sldMk cId="542680462" sldId="294"/>
            <ac:spMk id="14" creationId="{1453BF6C-B012-48B7-B4E8-6D7AC7C27D02}"/>
          </ac:spMkLst>
        </pc:spChg>
        <pc:spChg chg="add">
          <ac:chgData name="Alberto Ruiz" userId="47fa91d207cfb014" providerId="LiveId" clId="{85FEFC20-368C-4804-AF35-776ECB9C6605}" dt="2025-09-24T16:18:19.243" v="1088" actId="26606"/>
          <ac:spMkLst>
            <pc:docMk/>
            <pc:sldMk cId="542680462" sldId="294"/>
            <ac:spMk id="16" creationId="{E3020543-B24B-4EC4-8FFC-8DD88EEA91A8}"/>
          </ac:spMkLst>
        </pc:spChg>
        <pc:cxnChg chg="add">
          <ac:chgData name="Alberto Ruiz" userId="47fa91d207cfb014" providerId="LiveId" clId="{85FEFC20-368C-4804-AF35-776ECB9C6605}" dt="2025-09-24T16:18:19.243" v="1088" actId="26606"/>
          <ac:cxnSpMkLst>
            <pc:docMk/>
            <pc:sldMk cId="542680462" sldId="294"/>
            <ac:cxnSpMk id="18" creationId="{C49DA8F6-BCC1-4447-B54C-57856834B94B}"/>
          </ac:cxnSpMkLst>
        </pc:cxnChg>
      </pc:sldChg>
      <pc:sldChg chg="addSp modSp new mod setBg">
        <pc:chgData name="Alberto Ruiz" userId="47fa91d207cfb014" providerId="LiveId" clId="{85FEFC20-368C-4804-AF35-776ECB9C6605}" dt="2025-09-22T17:41:11.634" v="873" actId="26606"/>
        <pc:sldMkLst>
          <pc:docMk/>
          <pc:sldMk cId="1442277376" sldId="294"/>
        </pc:sldMkLst>
      </pc:sldChg>
      <pc:sldChg chg="addSp modSp new mod">
        <pc:chgData name="Alberto Ruiz" userId="47fa91d207cfb014" providerId="LiveId" clId="{85FEFC20-368C-4804-AF35-776ECB9C6605}" dt="2025-09-22T17:42:43.750" v="903" actId="1076"/>
        <pc:sldMkLst>
          <pc:docMk/>
          <pc:sldMk cId="77324183" sldId="295"/>
        </pc:sldMkLst>
      </pc:sldChg>
      <pc:sldChg chg="addSp modSp new mod setBg">
        <pc:chgData name="Alberto Ruiz" userId="47fa91d207cfb014" providerId="LiveId" clId="{85FEFC20-368C-4804-AF35-776ECB9C6605}" dt="2025-09-24T16:18:28.362" v="1093" actId="26606"/>
        <pc:sldMkLst>
          <pc:docMk/>
          <pc:sldMk cId="2686958983" sldId="295"/>
        </pc:sldMkLst>
        <pc:spChg chg="mod">
          <ac:chgData name="Alberto Ruiz" userId="47fa91d207cfb014" providerId="LiveId" clId="{85FEFC20-368C-4804-AF35-776ECB9C6605}" dt="2025-09-24T16:18:28.362" v="1093" actId="26606"/>
          <ac:spMkLst>
            <pc:docMk/>
            <pc:sldMk cId="2686958983" sldId="295"/>
            <ac:spMk id="2" creationId="{81AFFFEE-C552-387F-D297-86B8CC4D2710}"/>
          </ac:spMkLst>
        </pc:spChg>
        <pc:spChg chg="mod">
          <ac:chgData name="Alberto Ruiz" userId="47fa91d207cfb014" providerId="LiveId" clId="{85FEFC20-368C-4804-AF35-776ECB9C6605}" dt="2025-09-24T16:18:28.362" v="1093" actId="26606"/>
          <ac:spMkLst>
            <pc:docMk/>
            <pc:sldMk cId="2686958983" sldId="295"/>
            <ac:spMk id="3" creationId="{CCF941B8-414E-4B29-6129-70991F761AD4}"/>
          </ac:spMkLst>
        </pc:spChg>
        <pc:spChg chg="add">
          <ac:chgData name="Alberto Ruiz" userId="47fa91d207cfb014" providerId="LiveId" clId="{85FEFC20-368C-4804-AF35-776ECB9C6605}" dt="2025-09-24T16:18:28.362" v="1093" actId="26606"/>
          <ac:spMkLst>
            <pc:docMk/>
            <pc:sldMk cId="2686958983" sldId="295"/>
            <ac:spMk id="8" creationId="{327D73B4-9F5C-4A64-A179-51B9500CB8B5}"/>
          </ac:spMkLst>
        </pc:spChg>
        <pc:spChg chg="add">
          <ac:chgData name="Alberto Ruiz" userId="47fa91d207cfb014" providerId="LiveId" clId="{85FEFC20-368C-4804-AF35-776ECB9C6605}" dt="2025-09-24T16:18:28.362" v="1093" actId="26606"/>
          <ac:spMkLst>
            <pc:docMk/>
            <pc:sldMk cId="2686958983" sldId="295"/>
            <ac:spMk id="10" creationId="{C1F06963-6374-4B48-844F-071A9BAAAE02}"/>
          </ac:spMkLst>
        </pc:spChg>
        <pc:spChg chg="add">
          <ac:chgData name="Alberto Ruiz" userId="47fa91d207cfb014" providerId="LiveId" clId="{85FEFC20-368C-4804-AF35-776ECB9C6605}" dt="2025-09-24T16:18:28.362" v="1093" actId="26606"/>
          <ac:spMkLst>
            <pc:docMk/>
            <pc:sldMk cId="2686958983" sldId="295"/>
            <ac:spMk id="12" creationId="{6CB927A4-E432-4310-9CD5-E89FF5063179}"/>
          </ac:spMkLst>
        </pc:spChg>
        <pc:spChg chg="add">
          <ac:chgData name="Alberto Ruiz" userId="47fa91d207cfb014" providerId="LiveId" clId="{85FEFC20-368C-4804-AF35-776ECB9C6605}" dt="2025-09-24T16:18:28.362" v="1093" actId="26606"/>
          <ac:spMkLst>
            <pc:docMk/>
            <pc:sldMk cId="2686958983" sldId="295"/>
            <ac:spMk id="14" creationId="{1453BF6C-B012-48B7-B4E8-6D7AC7C27D02}"/>
          </ac:spMkLst>
        </pc:spChg>
        <pc:spChg chg="add">
          <ac:chgData name="Alberto Ruiz" userId="47fa91d207cfb014" providerId="LiveId" clId="{85FEFC20-368C-4804-AF35-776ECB9C6605}" dt="2025-09-24T16:18:28.362" v="1093" actId="26606"/>
          <ac:spMkLst>
            <pc:docMk/>
            <pc:sldMk cId="2686958983" sldId="295"/>
            <ac:spMk id="16" creationId="{E3020543-B24B-4EC4-8FFC-8DD88EEA91A8}"/>
          </ac:spMkLst>
        </pc:spChg>
        <pc:cxnChg chg="add">
          <ac:chgData name="Alberto Ruiz" userId="47fa91d207cfb014" providerId="LiveId" clId="{85FEFC20-368C-4804-AF35-776ECB9C6605}" dt="2025-09-24T16:18:28.362" v="1093" actId="26606"/>
          <ac:cxnSpMkLst>
            <pc:docMk/>
            <pc:sldMk cId="2686958983" sldId="295"/>
            <ac:cxnSpMk id="18" creationId="{C49DA8F6-BCC1-4447-B54C-57856834B94B}"/>
          </ac:cxnSpMkLst>
        </pc:cxnChg>
      </pc:sldChg>
      <pc:sldChg chg="addSp new">
        <pc:chgData name="Alberto Ruiz" userId="47fa91d207cfb014" providerId="LiveId" clId="{85FEFC20-368C-4804-AF35-776ECB9C6605}" dt="2025-09-22T17:46:04.128" v="922"/>
        <pc:sldMkLst>
          <pc:docMk/>
          <pc:sldMk cId="750532084" sldId="296"/>
        </pc:sldMkLst>
      </pc:sldChg>
      <pc:sldChg chg="addSp modSp new mod setBg">
        <pc:chgData name="Alberto Ruiz" userId="47fa91d207cfb014" providerId="LiveId" clId="{85FEFC20-368C-4804-AF35-776ECB9C6605}" dt="2025-09-24T16:18:32.566" v="1094" actId="26606"/>
        <pc:sldMkLst>
          <pc:docMk/>
          <pc:sldMk cId="3665212363" sldId="296"/>
        </pc:sldMkLst>
        <pc:spChg chg="mod">
          <ac:chgData name="Alberto Ruiz" userId="47fa91d207cfb014" providerId="LiveId" clId="{85FEFC20-368C-4804-AF35-776ECB9C6605}" dt="2025-09-24T16:18:32.566" v="1094" actId="26606"/>
          <ac:spMkLst>
            <pc:docMk/>
            <pc:sldMk cId="3665212363" sldId="296"/>
            <ac:spMk id="2" creationId="{A83C0E6E-7143-EED0-00CB-902AD0F3743B}"/>
          </ac:spMkLst>
        </pc:spChg>
        <pc:spChg chg="mod">
          <ac:chgData name="Alberto Ruiz" userId="47fa91d207cfb014" providerId="LiveId" clId="{85FEFC20-368C-4804-AF35-776ECB9C6605}" dt="2025-09-24T16:18:32.566" v="1094" actId="26606"/>
          <ac:spMkLst>
            <pc:docMk/>
            <pc:sldMk cId="3665212363" sldId="296"/>
            <ac:spMk id="3" creationId="{63B01733-FE58-9E6F-EFA5-66617D6E81EA}"/>
          </ac:spMkLst>
        </pc:spChg>
        <pc:spChg chg="add">
          <ac:chgData name="Alberto Ruiz" userId="47fa91d207cfb014" providerId="LiveId" clId="{85FEFC20-368C-4804-AF35-776ECB9C6605}" dt="2025-09-24T16:18:32.566" v="1094" actId="26606"/>
          <ac:spMkLst>
            <pc:docMk/>
            <pc:sldMk cId="3665212363" sldId="296"/>
            <ac:spMk id="8" creationId="{327D73B4-9F5C-4A64-A179-51B9500CB8B5}"/>
          </ac:spMkLst>
        </pc:spChg>
        <pc:spChg chg="add">
          <ac:chgData name="Alberto Ruiz" userId="47fa91d207cfb014" providerId="LiveId" clId="{85FEFC20-368C-4804-AF35-776ECB9C6605}" dt="2025-09-24T16:18:32.566" v="1094" actId="26606"/>
          <ac:spMkLst>
            <pc:docMk/>
            <pc:sldMk cId="3665212363" sldId="296"/>
            <ac:spMk id="10" creationId="{C1F06963-6374-4B48-844F-071A9BAAAE02}"/>
          </ac:spMkLst>
        </pc:spChg>
        <pc:spChg chg="add">
          <ac:chgData name="Alberto Ruiz" userId="47fa91d207cfb014" providerId="LiveId" clId="{85FEFC20-368C-4804-AF35-776ECB9C6605}" dt="2025-09-24T16:18:32.566" v="1094" actId="26606"/>
          <ac:spMkLst>
            <pc:docMk/>
            <pc:sldMk cId="3665212363" sldId="296"/>
            <ac:spMk id="12" creationId="{6CB927A4-E432-4310-9CD5-E89FF5063179}"/>
          </ac:spMkLst>
        </pc:spChg>
        <pc:spChg chg="add">
          <ac:chgData name="Alberto Ruiz" userId="47fa91d207cfb014" providerId="LiveId" clId="{85FEFC20-368C-4804-AF35-776ECB9C6605}" dt="2025-09-24T16:18:32.566" v="1094" actId="26606"/>
          <ac:spMkLst>
            <pc:docMk/>
            <pc:sldMk cId="3665212363" sldId="296"/>
            <ac:spMk id="14" creationId="{1453BF6C-B012-48B7-B4E8-6D7AC7C27D02}"/>
          </ac:spMkLst>
        </pc:spChg>
        <pc:spChg chg="add">
          <ac:chgData name="Alberto Ruiz" userId="47fa91d207cfb014" providerId="LiveId" clId="{85FEFC20-368C-4804-AF35-776ECB9C6605}" dt="2025-09-24T16:18:32.566" v="1094" actId="26606"/>
          <ac:spMkLst>
            <pc:docMk/>
            <pc:sldMk cId="3665212363" sldId="296"/>
            <ac:spMk id="16" creationId="{E3020543-B24B-4EC4-8FFC-8DD88EEA91A8}"/>
          </ac:spMkLst>
        </pc:spChg>
        <pc:cxnChg chg="add">
          <ac:chgData name="Alberto Ruiz" userId="47fa91d207cfb014" providerId="LiveId" clId="{85FEFC20-368C-4804-AF35-776ECB9C6605}" dt="2025-09-24T16:18:32.566" v="1094" actId="26606"/>
          <ac:cxnSpMkLst>
            <pc:docMk/>
            <pc:sldMk cId="3665212363" sldId="296"/>
            <ac:cxnSpMk id="18" creationId="{C49DA8F6-BCC1-4447-B54C-57856834B94B}"/>
          </ac:cxnSpMkLst>
        </pc:cxnChg>
      </pc:sldChg>
      <pc:sldChg chg="addSp modSp new mod setBg">
        <pc:chgData name="Alberto Ruiz" userId="47fa91d207cfb014" providerId="LiveId" clId="{85FEFC20-368C-4804-AF35-776ECB9C6605}" dt="2025-09-22T17:47:40.036" v="942" actId="26606"/>
        <pc:sldMkLst>
          <pc:docMk/>
          <pc:sldMk cId="77769760" sldId="297"/>
        </pc:sldMkLst>
      </pc:sldChg>
      <pc:sldChg chg="addSp modSp add mod setBg">
        <pc:chgData name="Alberto Ruiz" userId="47fa91d207cfb014" providerId="LiveId" clId="{85FEFC20-368C-4804-AF35-776ECB9C6605}" dt="2025-09-24T16:21:23.865" v="1125" actId="26606"/>
        <pc:sldMkLst>
          <pc:docMk/>
          <pc:sldMk cId="3615449401" sldId="297"/>
        </pc:sldMkLst>
        <pc:spChg chg="mod">
          <ac:chgData name="Alberto Ruiz" userId="47fa91d207cfb014" providerId="LiveId" clId="{85FEFC20-368C-4804-AF35-776ECB9C6605}" dt="2025-09-24T16:21:23.865" v="1125" actId="26606"/>
          <ac:spMkLst>
            <pc:docMk/>
            <pc:sldMk cId="3615449401" sldId="297"/>
            <ac:spMk id="2" creationId="{1AABC13E-B450-9496-B102-A67BAF17398E}"/>
          </ac:spMkLst>
        </pc:spChg>
        <pc:spChg chg="mod">
          <ac:chgData name="Alberto Ruiz" userId="47fa91d207cfb014" providerId="LiveId" clId="{85FEFC20-368C-4804-AF35-776ECB9C6605}" dt="2025-09-24T16:21:23.865" v="1125" actId="26606"/>
          <ac:spMkLst>
            <pc:docMk/>
            <pc:sldMk cId="3615449401" sldId="297"/>
            <ac:spMk id="3" creationId="{4866ED81-F085-D073-EAAD-4BB673700F72}"/>
          </ac:spMkLst>
        </pc:spChg>
        <pc:picChg chg="add">
          <ac:chgData name="Alberto Ruiz" userId="47fa91d207cfb014" providerId="LiveId" clId="{85FEFC20-368C-4804-AF35-776ECB9C6605}" dt="2025-09-24T16:21:23.865" v="1125" actId="26606"/>
          <ac:picMkLst>
            <pc:docMk/>
            <pc:sldMk cId="3615449401" sldId="297"/>
            <ac:picMk id="5" creationId="{946D7524-6869-D770-0EB7-7FE3830460C1}"/>
          </ac:picMkLst>
        </pc:picChg>
        <pc:cxnChg chg="add">
          <ac:chgData name="Alberto Ruiz" userId="47fa91d207cfb014" providerId="LiveId" clId="{85FEFC20-368C-4804-AF35-776ECB9C6605}" dt="2025-09-24T16:21:23.865" v="1125" actId="26606"/>
          <ac:cxnSpMkLst>
            <pc:docMk/>
            <pc:sldMk cId="3615449401" sldId="297"/>
            <ac:cxnSpMk id="9" creationId="{1503BFE4-729B-D9D0-C17B-501E6AF1127A}"/>
          </ac:cxnSpMkLst>
        </pc:cxnChg>
      </pc:sldChg>
      <pc:sldChg chg="addSp modSp new mod setBg">
        <pc:chgData name="Alberto Ruiz" userId="47fa91d207cfb014" providerId="LiveId" clId="{85FEFC20-368C-4804-AF35-776ECB9C6605}" dt="2025-09-22T17:50:34.819" v="973" actId="26606"/>
        <pc:sldMkLst>
          <pc:docMk/>
          <pc:sldMk cId="91347579" sldId="298"/>
        </pc:sldMkLst>
      </pc:sldChg>
      <pc:sldChg chg="addSp modSp new mod setBg">
        <pc:chgData name="Alberto Ruiz" userId="47fa91d207cfb014" providerId="LiveId" clId="{85FEFC20-368C-4804-AF35-776ECB9C6605}" dt="2025-09-24T16:44:33.355" v="1252" actId="26606"/>
        <pc:sldMkLst>
          <pc:docMk/>
          <pc:sldMk cId="699358039" sldId="298"/>
        </pc:sldMkLst>
        <pc:spChg chg="mod">
          <ac:chgData name="Alberto Ruiz" userId="47fa91d207cfb014" providerId="LiveId" clId="{85FEFC20-368C-4804-AF35-776ECB9C6605}" dt="2025-09-24T16:44:33.355" v="1252" actId="26606"/>
          <ac:spMkLst>
            <pc:docMk/>
            <pc:sldMk cId="699358039" sldId="298"/>
            <ac:spMk id="2" creationId="{09A718A1-8C66-2345-AF74-585AD0D5E86A}"/>
          </ac:spMkLst>
        </pc:spChg>
        <pc:spChg chg="mod">
          <ac:chgData name="Alberto Ruiz" userId="47fa91d207cfb014" providerId="LiveId" clId="{85FEFC20-368C-4804-AF35-776ECB9C6605}" dt="2025-09-24T16:44:33.355" v="1252" actId="26606"/>
          <ac:spMkLst>
            <pc:docMk/>
            <pc:sldMk cId="699358039" sldId="298"/>
            <ac:spMk id="3" creationId="{0C72FA80-794A-E129-2BE0-B4EEDE8FD307}"/>
          </ac:spMkLst>
        </pc:spChg>
        <pc:spChg chg="add">
          <ac:chgData name="Alberto Ruiz" userId="47fa91d207cfb014" providerId="LiveId" clId="{85FEFC20-368C-4804-AF35-776ECB9C6605}" dt="2025-09-24T16:44:33.355" v="1252" actId="26606"/>
          <ac:spMkLst>
            <pc:docMk/>
            <pc:sldMk cId="699358039" sldId="298"/>
            <ac:spMk id="8" creationId="{907EF6B7-1338-4443-8C46-6A318D952DFD}"/>
          </ac:spMkLst>
        </pc:spChg>
        <pc:spChg chg="add">
          <ac:chgData name="Alberto Ruiz" userId="47fa91d207cfb014" providerId="LiveId" clId="{85FEFC20-368C-4804-AF35-776ECB9C6605}" dt="2025-09-24T16:44:33.355" v="1252" actId="26606"/>
          <ac:spMkLst>
            <pc:docMk/>
            <pc:sldMk cId="699358039" sldId="298"/>
            <ac:spMk id="10" creationId="{DAAE4CDD-124C-4DCF-9584-B6033B545DD5}"/>
          </ac:spMkLst>
        </pc:spChg>
        <pc:spChg chg="add">
          <ac:chgData name="Alberto Ruiz" userId="47fa91d207cfb014" providerId="LiveId" clId="{85FEFC20-368C-4804-AF35-776ECB9C6605}" dt="2025-09-24T16:44:33.355" v="1252" actId="26606"/>
          <ac:spMkLst>
            <pc:docMk/>
            <pc:sldMk cId="699358039" sldId="298"/>
            <ac:spMk id="12" creationId="{081E4A58-353D-44AE-B2FC-2A74E2E400F7}"/>
          </ac:spMkLst>
        </pc:spChg>
      </pc:sldChg>
      <pc:sldChg chg="addSp modSp new mod setBg">
        <pc:chgData name="Alberto Ruiz" userId="47fa91d207cfb014" providerId="LiveId" clId="{85FEFC20-368C-4804-AF35-776ECB9C6605}" dt="2025-09-22T17:50:40.693" v="974" actId="26606"/>
        <pc:sldMkLst>
          <pc:docMk/>
          <pc:sldMk cId="1217792650" sldId="299"/>
        </pc:sldMkLst>
      </pc:sldChg>
      <pc:sldChg chg="addSp delSp modSp new mod setBg">
        <pc:chgData name="Alberto Ruiz" userId="47fa91d207cfb014" providerId="LiveId" clId="{85FEFC20-368C-4804-AF35-776ECB9C6605}" dt="2025-09-24T16:44:36.987" v="1253" actId="26606"/>
        <pc:sldMkLst>
          <pc:docMk/>
          <pc:sldMk cId="1304951473" sldId="299"/>
        </pc:sldMkLst>
        <pc:spChg chg="mod">
          <ac:chgData name="Alberto Ruiz" userId="47fa91d207cfb014" providerId="LiveId" clId="{85FEFC20-368C-4804-AF35-776ECB9C6605}" dt="2025-09-24T16:44:36.987" v="1253" actId="26606"/>
          <ac:spMkLst>
            <pc:docMk/>
            <pc:sldMk cId="1304951473" sldId="299"/>
            <ac:spMk id="2" creationId="{7439C03F-1ABB-6614-A541-84F2D224034A}"/>
          </ac:spMkLst>
        </pc:spChg>
        <pc:spChg chg="add mod">
          <ac:chgData name="Alberto Ruiz" userId="47fa91d207cfb014" providerId="LiveId" clId="{85FEFC20-368C-4804-AF35-776ECB9C6605}" dt="2025-09-24T16:44:36.987" v="1253" actId="26606"/>
          <ac:spMkLst>
            <pc:docMk/>
            <pc:sldMk cId="1304951473" sldId="299"/>
            <ac:spMk id="4" creationId="{0CD1C43D-646D-1A96-5E05-3A563C78C496}"/>
          </ac:spMkLst>
        </pc:spChg>
        <pc:spChg chg="add">
          <ac:chgData name="Alberto Ruiz" userId="47fa91d207cfb014" providerId="LiveId" clId="{85FEFC20-368C-4804-AF35-776ECB9C6605}" dt="2025-09-24T16:44:36.987" v="1253" actId="26606"/>
          <ac:spMkLst>
            <pc:docMk/>
            <pc:sldMk cId="1304951473" sldId="299"/>
            <ac:spMk id="9" creationId="{C2554CA6-288E-4202-BC52-2E5A8F0C0AED}"/>
          </ac:spMkLst>
        </pc:spChg>
        <pc:spChg chg="add">
          <ac:chgData name="Alberto Ruiz" userId="47fa91d207cfb014" providerId="LiveId" clId="{85FEFC20-368C-4804-AF35-776ECB9C6605}" dt="2025-09-24T16:44:36.987" v="1253" actId="26606"/>
          <ac:spMkLst>
            <pc:docMk/>
            <pc:sldMk cId="1304951473" sldId="299"/>
            <ac:spMk id="11" creationId="{B10BB131-AC8E-4A8E-A5D1-36260F720C3B}"/>
          </ac:spMkLst>
        </pc:spChg>
        <pc:spChg chg="add">
          <ac:chgData name="Alberto Ruiz" userId="47fa91d207cfb014" providerId="LiveId" clId="{85FEFC20-368C-4804-AF35-776ECB9C6605}" dt="2025-09-24T16:44:36.987" v="1253" actId="26606"/>
          <ac:spMkLst>
            <pc:docMk/>
            <pc:sldMk cId="1304951473" sldId="299"/>
            <ac:spMk id="13" creationId="{5B7778FC-632E-4DCA-A7CB-0D7731CCF970}"/>
          </ac:spMkLst>
        </pc:spChg>
        <pc:spChg chg="add">
          <ac:chgData name="Alberto Ruiz" userId="47fa91d207cfb014" providerId="LiveId" clId="{85FEFC20-368C-4804-AF35-776ECB9C6605}" dt="2025-09-24T16:44:36.987" v="1253" actId="26606"/>
          <ac:spMkLst>
            <pc:docMk/>
            <pc:sldMk cId="1304951473" sldId="299"/>
            <ac:spMk id="15" creationId="{FA23A907-97FB-4A8F-880A-DD77401C4296}"/>
          </ac:spMkLst>
        </pc:spChg>
      </pc:sldChg>
      <pc:sldChg chg="addSp delSp modSp new mod setBg">
        <pc:chgData name="Alberto Ruiz" userId="47fa91d207cfb014" providerId="LiveId" clId="{85FEFC20-368C-4804-AF35-776ECB9C6605}" dt="2025-09-24T16:51:29.950" v="1349" actId="26606"/>
        <pc:sldMkLst>
          <pc:docMk/>
          <pc:sldMk cId="2259716126" sldId="300"/>
        </pc:sldMkLst>
        <pc:spChg chg="mod">
          <ac:chgData name="Alberto Ruiz" userId="47fa91d207cfb014" providerId="LiveId" clId="{85FEFC20-368C-4804-AF35-776ECB9C6605}" dt="2025-09-24T16:51:29.950" v="1349" actId="26606"/>
          <ac:spMkLst>
            <pc:docMk/>
            <pc:sldMk cId="2259716126" sldId="300"/>
            <ac:spMk id="2" creationId="{7E91E8E1-9AA7-5B70-BA5B-ED8A3FFF9096}"/>
          </ac:spMkLst>
        </pc:spChg>
        <pc:spChg chg="add">
          <ac:chgData name="Alberto Ruiz" userId="47fa91d207cfb014" providerId="LiveId" clId="{85FEFC20-368C-4804-AF35-776ECB9C6605}" dt="2025-09-24T16:51:29.950" v="1349" actId="26606"/>
          <ac:spMkLst>
            <pc:docMk/>
            <pc:sldMk cId="2259716126" sldId="300"/>
            <ac:spMk id="10" creationId="{B50AB553-2A96-4A92-96F2-93548E096954}"/>
          </ac:spMkLst>
        </pc:spChg>
        <pc:graphicFrameChg chg="add">
          <ac:chgData name="Alberto Ruiz" userId="47fa91d207cfb014" providerId="LiveId" clId="{85FEFC20-368C-4804-AF35-776ECB9C6605}" dt="2025-09-24T16:51:29.950" v="1349" actId="26606"/>
          <ac:graphicFrameMkLst>
            <pc:docMk/>
            <pc:sldMk cId="2259716126" sldId="300"/>
            <ac:graphicFrameMk id="7" creationId="{AD11410C-D1CA-6864-6FD0-F6AE8584320B}"/>
          </ac:graphicFrameMkLst>
        </pc:graphicFrameChg>
        <pc:picChg chg="add">
          <ac:chgData name="Alberto Ruiz" userId="47fa91d207cfb014" providerId="LiveId" clId="{85FEFC20-368C-4804-AF35-776ECB9C6605}" dt="2025-09-24T16:51:29.950" v="1349" actId="26606"/>
          <ac:picMkLst>
            <pc:docMk/>
            <pc:sldMk cId="2259716126" sldId="300"/>
            <ac:picMk id="6" creationId="{D05F6521-26E1-F7AD-1CEA-5E80FFF1EE7C}"/>
          </ac:picMkLst>
        </pc:picChg>
      </pc:sldChg>
      <pc:sldChg chg="addSp delSp modSp new mod setBg">
        <pc:chgData name="Alberto Ruiz" userId="47fa91d207cfb014" providerId="LiveId" clId="{85FEFC20-368C-4804-AF35-776ECB9C6605}" dt="2025-09-22T17:50:48.851" v="975" actId="26606"/>
        <pc:sldMkLst>
          <pc:docMk/>
          <pc:sldMk cId="2365938747" sldId="300"/>
        </pc:sldMkLst>
      </pc:sldChg>
      <pc:sldChg chg="addSp modSp new mod setBg">
        <pc:chgData name="Alberto Ruiz" userId="47fa91d207cfb014" providerId="LiveId" clId="{85FEFC20-368C-4804-AF35-776ECB9C6605}" dt="2025-09-24T16:52:03.591" v="1365" actId="14100"/>
        <pc:sldMkLst>
          <pc:docMk/>
          <pc:sldMk cId="972017034" sldId="301"/>
        </pc:sldMkLst>
        <pc:spChg chg="mod">
          <ac:chgData name="Alberto Ruiz" userId="47fa91d207cfb014" providerId="LiveId" clId="{85FEFC20-368C-4804-AF35-776ECB9C6605}" dt="2025-09-24T16:51:34.252" v="1350" actId="26606"/>
          <ac:spMkLst>
            <pc:docMk/>
            <pc:sldMk cId="972017034" sldId="301"/>
            <ac:spMk id="2" creationId="{9B6C1491-A0C5-8DD5-9EC8-1C8142A3AAA3}"/>
          </ac:spMkLst>
        </pc:spChg>
        <pc:spChg chg="mod">
          <ac:chgData name="Alberto Ruiz" userId="47fa91d207cfb014" providerId="LiveId" clId="{85FEFC20-368C-4804-AF35-776ECB9C6605}" dt="2025-09-24T16:52:03.591" v="1365" actId="14100"/>
          <ac:spMkLst>
            <pc:docMk/>
            <pc:sldMk cId="972017034" sldId="301"/>
            <ac:spMk id="3" creationId="{8C04EC67-C499-3ECF-92E2-2260444760CD}"/>
          </ac:spMkLst>
        </pc:spChg>
        <pc:spChg chg="add">
          <ac:chgData name="Alberto Ruiz" userId="47fa91d207cfb014" providerId="LiveId" clId="{85FEFC20-368C-4804-AF35-776ECB9C6605}" dt="2025-09-24T16:51:34.252" v="1350" actId="26606"/>
          <ac:spMkLst>
            <pc:docMk/>
            <pc:sldMk cId="972017034" sldId="301"/>
            <ac:spMk id="8" creationId="{907EF6B7-1338-4443-8C46-6A318D952DFD}"/>
          </ac:spMkLst>
        </pc:spChg>
        <pc:spChg chg="add">
          <ac:chgData name="Alberto Ruiz" userId="47fa91d207cfb014" providerId="LiveId" clId="{85FEFC20-368C-4804-AF35-776ECB9C6605}" dt="2025-09-24T16:51:34.252" v="1350" actId="26606"/>
          <ac:spMkLst>
            <pc:docMk/>
            <pc:sldMk cId="972017034" sldId="301"/>
            <ac:spMk id="10" creationId="{DAAE4CDD-124C-4DCF-9584-B6033B545DD5}"/>
          </ac:spMkLst>
        </pc:spChg>
        <pc:spChg chg="add">
          <ac:chgData name="Alberto Ruiz" userId="47fa91d207cfb014" providerId="LiveId" clId="{85FEFC20-368C-4804-AF35-776ECB9C6605}" dt="2025-09-24T16:51:34.252" v="1350" actId="26606"/>
          <ac:spMkLst>
            <pc:docMk/>
            <pc:sldMk cId="972017034" sldId="301"/>
            <ac:spMk id="12" creationId="{081E4A58-353D-44AE-B2FC-2A74E2E400F7}"/>
          </ac:spMkLst>
        </pc:spChg>
      </pc:sldChg>
      <pc:sldChg chg="modSp add mod">
        <pc:chgData name="Alberto Ruiz" userId="47fa91d207cfb014" providerId="LiveId" clId="{85FEFC20-368C-4804-AF35-776ECB9C6605}" dt="2025-09-24T16:57:28.022" v="1396" actId="403"/>
        <pc:sldMkLst>
          <pc:docMk/>
          <pc:sldMk cId="3291211572" sldId="302"/>
        </pc:sldMkLst>
        <pc:spChg chg="mod">
          <ac:chgData name="Alberto Ruiz" userId="47fa91d207cfb014" providerId="LiveId" clId="{85FEFC20-368C-4804-AF35-776ECB9C6605}" dt="2025-09-24T16:57:28.022" v="1396" actId="403"/>
          <ac:spMkLst>
            <pc:docMk/>
            <pc:sldMk cId="3291211572" sldId="302"/>
            <ac:spMk id="3" creationId="{0D2A050F-1760-86E4-7A80-B22D3116B7E3}"/>
          </ac:spMkLst>
        </pc:spChg>
      </pc:sldChg>
      <pc:sldChg chg="addSp modSp new mod setBg">
        <pc:chgData name="Alberto Ruiz" userId="47fa91d207cfb014" providerId="LiveId" clId="{85FEFC20-368C-4804-AF35-776ECB9C6605}" dt="2025-09-24T17:06:47.714" v="1439" actId="255"/>
        <pc:sldMkLst>
          <pc:docMk/>
          <pc:sldMk cId="2930059075" sldId="303"/>
        </pc:sldMkLst>
        <pc:spChg chg="mod">
          <ac:chgData name="Alberto Ruiz" userId="47fa91d207cfb014" providerId="LiveId" clId="{85FEFC20-368C-4804-AF35-776ECB9C6605}" dt="2025-09-24T17:06:38.077" v="1436" actId="26606"/>
          <ac:spMkLst>
            <pc:docMk/>
            <pc:sldMk cId="2930059075" sldId="303"/>
            <ac:spMk id="2" creationId="{92475D72-6678-43EF-227A-5434675A9E60}"/>
          </ac:spMkLst>
        </pc:spChg>
        <pc:spChg chg="mod">
          <ac:chgData name="Alberto Ruiz" userId="47fa91d207cfb014" providerId="LiveId" clId="{85FEFC20-368C-4804-AF35-776ECB9C6605}" dt="2025-09-24T17:06:47.714" v="1439" actId="255"/>
          <ac:spMkLst>
            <pc:docMk/>
            <pc:sldMk cId="2930059075" sldId="303"/>
            <ac:spMk id="3" creationId="{63C66A34-4217-AA9F-20BB-79EED5BEA220}"/>
          </ac:spMkLst>
        </pc:spChg>
        <pc:spChg chg="add">
          <ac:chgData name="Alberto Ruiz" userId="47fa91d207cfb014" providerId="LiveId" clId="{85FEFC20-368C-4804-AF35-776ECB9C6605}" dt="2025-09-24T17:06:38.077" v="1436" actId="26606"/>
          <ac:spMkLst>
            <pc:docMk/>
            <pc:sldMk cId="2930059075" sldId="303"/>
            <ac:spMk id="8" creationId="{09588DA8-065E-4F6F-8EFD-43104AB2E0CF}"/>
          </ac:spMkLst>
        </pc:spChg>
        <pc:spChg chg="add">
          <ac:chgData name="Alberto Ruiz" userId="47fa91d207cfb014" providerId="LiveId" clId="{85FEFC20-368C-4804-AF35-776ECB9C6605}" dt="2025-09-24T17:06:38.077" v="1436" actId="26606"/>
          <ac:spMkLst>
            <pc:docMk/>
            <pc:sldMk cId="2930059075" sldId="303"/>
            <ac:spMk id="10" creationId="{C4285719-470E-454C-AF62-8323075F1F5B}"/>
          </ac:spMkLst>
        </pc:spChg>
        <pc:spChg chg="add">
          <ac:chgData name="Alberto Ruiz" userId="47fa91d207cfb014" providerId="LiveId" clId="{85FEFC20-368C-4804-AF35-776ECB9C6605}" dt="2025-09-24T17:06:38.077" v="1436" actId="26606"/>
          <ac:spMkLst>
            <pc:docMk/>
            <pc:sldMk cId="2930059075" sldId="303"/>
            <ac:spMk id="12" creationId="{CD9FE4EF-C4D8-49A0-B2FF-81D8DB7D8A24}"/>
          </ac:spMkLst>
        </pc:spChg>
        <pc:spChg chg="add">
          <ac:chgData name="Alberto Ruiz" userId="47fa91d207cfb014" providerId="LiveId" clId="{85FEFC20-368C-4804-AF35-776ECB9C6605}" dt="2025-09-24T17:06:38.077" v="1436" actId="26606"/>
          <ac:spMkLst>
            <pc:docMk/>
            <pc:sldMk cId="2930059075" sldId="303"/>
            <ac:spMk id="14" creationId="{4300840D-0A0B-4512-BACA-B439D5B9C57C}"/>
          </ac:spMkLst>
        </pc:spChg>
        <pc:spChg chg="add">
          <ac:chgData name="Alberto Ruiz" userId="47fa91d207cfb014" providerId="LiveId" clId="{85FEFC20-368C-4804-AF35-776ECB9C6605}" dt="2025-09-24T17:06:38.077" v="1436" actId="26606"/>
          <ac:spMkLst>
            <pc:docMk/>
            <pc:sldMk cId="2930059075" sldId="303"/>
            <ac:spMk id="16" creationId="{D2B78728-A580-49A7-84F9-6EF6F583ADE0}"/>
          </ac:spMkLst>
        </pc:spChg>
        <pc:spChg chg="add">
          <ac:chgData name="Alberto Ruiz" userId="47fa91d207cfb014" providerId="LiveId" clId="{85FEFC20-368C-4804-AF35-776ECB9C6605}" dt="2025-09-24T17:06:38.077" v="1436" actId="26606"/>
          <ac:spMkLst>
            <pc:docMk/>
            <pc:sldMk cId="2930059075" sldId="303"/>
            <ac:spMk id="18" creationId="{38FAA1A1-D861-433F-88FA-1E9D6FD31D11}"/>
          </ac:spMkLst>
        </pc:spChg>
        <pc:spChg chg="add">
          <ac:chgData name="Alberto Ruiz" userId="47fa91d207cfb014" providerId="LiveId" clId="{85FEFC20-368C-4804-AF35-776ECB9C6605}" dt="2025-09-24T17:06:38.077" v="1436" actId="26606"/>
          <ac:spMkLst>
            <pc:docMk/>
            <pc:sldMk cId="2930059075" sldId="303"/>
            <ac:spMk id="20" creationId="{8D71EDA1-87BF-4D5D-AB79-F346FD19278A}"/>
          </ac:spMkLst>
        </pc:spChg>
      </pc:sldChg>
      <pc:sldChg chg="addSp modSp new mod setBg">
        <pc:chgData name="Alberto Ruiz" userId="47fa91d207cfb014" providerId="LiveId" clId="{85FEFC20-368C-4804-AF35-776ECB9C6605}" dt="2025-09-24T17:06:50.787" v="1440" actId="26606"/>
        <pc:sldMkLst>
          <pc:docMk/>
          <pc:sldMk cId="4195051442" sldId="304"/>
        </pc:sldMkLst>
        <pc:spChg chg="mod">
          <ac:chgData name="Alberto Ruiz" userId="47fa91d207cfb014" providerId="LiveId" clId="{85FEFC20-368C-4804-AF35-776ECB9C6605}" dt="2025-09-24T17:06:50.787" v="1440" actId="26606"/>
          <ac:spMkLst>
            <pc:docMk/>
            <pc:sldMk cId="4195051442" sldId="304"/>
            <ac:spMk id="2" creationId="{E88AEFD7-E0C4-37C7-38EE-BF94E58B9604}"/>
          </ac:spMkLst>
        </pc:spChg>
        <pc:spChg chg="mod">
          <ac:chgData name="Alberto Ruiz" userId="47fa91d207cfb014" providerId="LiveId" clId="{85FEFC20-368C-4804-AF35-776ECB9C6605}" dt="2025-09-24T17:06:50.787" v="1440" actId="26606"/>
          <ac:spMkLst>
            <pc:docMk/>
            <pc:sldMk cId="4195051442" sldId="304"/>
            <ac:spMk id="3" creationId="{A27E02E7-A2C8-7D0F-6FE7-DEDD14B69BD5}"/>
          </ac:spMkLst>
        </pc:spChg>
        <pc:spChg chg="add">
          <ac:chgData name="Alberto Ruiz" userId="47fa91d207cfb014" providerId="LiveId" clId="{85FEFC20-368C-4804-AF35-776ECB9C6605}" dt="2025-09-24T17:06:50.787" v="1440" actId="26606"/>
          <ac:spMkLst>
            <pc:docMk/>
            <pc:sldMk cId="4195051442" sldId="304"/>
            <ac:spMk id="8" creationId="{09588DA8-065E-4F6F-8EFD-43104AB2E0CF}"/>
          </ac:spMkLst>
        </pc:spChg>
        <pc:spChg chg="add">
          <ac:chgData name="Alberto Ruiz" userId="47fa91d207cfb014" providerId="LiveId" clId="{85FEFC20-368C-4804-AF35-776ECB9C6605}" dt="2025-09-24T17:06:50.787" v="1440" actId="26606"/>
          <ac:spMkLst>
            <pc:docMk/>
            <pc:sldMk cId="4195051442" sldId="304"/>
            <ac:spMk id="10" creationId="{C4285719-470E-454C-AF62-8323075F1F5B}"/>
          </ac:spMkLst>
        </pc:spChg>
        <pc:spChg chg="add">
          <ac:chgData name="Alberto Ruiz" userId="47fa91d207cfb014" providerId="LiveId" clId="{85FEFC20-368C-4804-AF35-776ECB9C6605}" dt="2025-09-24T17:06:50.787" v="1440" actId="26606"/>
          <ac:spMkLst>
            <pc:docMk/>
            <pc:sldMk cId="4195051442" sldId="304"/>
            <ac:spMk id="12" creationId="{CD9FE4EF-C4D8-49A0-B2FF-81D8DB7D8A24}"/>
          </ac:spMkLst>
        </pc:spChg>
        <pc:spChg chg="add">
          <ac:chgData name="Alberto Ruiz" userId="47fa91d207cfb014" providerId="LiveId" clId="{85FEFC20-368C-4804-AF35-776ECB9C6605}" dt="2025-09-24T17:06:50.787" v="1440" actId="26606"/>
          <ac:spMkLst>
            <pc:docMk/>
            <pc:sldMk cId="4195051442" sldId="304"/>
            <ac:spMk id="14" creationId="{4300840D-0A0B-4512-BACA-B439D5B9C57C}"/>
          </ac:spMkLst>
        </pc:spChg>
        <pc:spChg chg="add">
          <ac:chgData name="Alberto Ruiz" userId="47fa91d207cfb014" providerId="LiveId" clId="{85FEFC20-368C-4804-AF35-776ECB9C6605}" dt="2025-09-24T17:06:50.787" v="1440" actId="26606"/>
          <ac:spMkLst>
            <pc:docMk/>
            <pc:sldMk cId="4195051442" sldId="304"/>
            <ac:spMk id="16" creationId="{D2B78728-A580-49A7-84F9-6EF6F583ADE0}"/>
          </ac:spMkLst>
        </pc:spChg>
        <pc:spChg chg="add">
          <ac:chgData name="Alberto Ruiz" userId="47fa91d207cfb014" providerId="LiveId" clId="{85FEFC20-368C-4804-AF35-776ECB9C6605}" dt="2025-09-24T17:06:50.787" v="1440" actId="26606"/>
          <ac:spMkLst>
            <pc:docMk/>
            <pc:sldMk cId="4195051442" sldId="304"/>
            <ac:spMk id="18" creationId="{38FAA1A1-D861-433F-88FA-1E9D6FD31D11}"/>
          </ac:spMkLst>
        </pc:spChg>
        <pc:spChg chg="add">
          <ac:chgData name="Alberto Ruiz" userId="47fa91d207cfb014" providerId="LiveId" clId="{85FEFC20-368C-4804-AF35-776ECB9C6605}" dt="2025-09-24T17:06:50.787" v="1440" actId="26606"/>
          <ac:spMkLst>
            <pc:docMk/>
            <pc:sldMk cId="4195051442" sldId="304"/>
            <ac:spMk id="20" creationId="{8D71EDA1-87BF-4D5D-AB79-F346FD19278A}"/>
          </ac:spMkLst>
        </pc:spChg>
      </pc:sldChg>
      <pc:sldChg chg="addSp modSp new mod setBg">
        <pc:chgData name="Alberto Ruiz" userId="47fa91d207cfb014" providerId="LiveId" clId="{85FEFC20-368C-4804-AF35-776ECB9C6605}" dt="2025-09-24T17:07:59.334" v="1475" actId="255"/>
        <pc:sldMkLst>
          <pc:docMk/>
          <pc:sldMk cId="167883628" sldId="305"/>
        </pc:sldMkLst>
        <pc:spChg chg="mod">
          <ac:chgData name="Alberto Ruiz" userId="47fa91d207cfb014" providerId="LiveId" clId="{85FEFC20-368C-4804-AF35-776ECB9C6605}" dt="2025-09-24T17:07:48.681" v="1472" actId="26606"/>
          <ac:spMkLst>
            <pc:docMk/>
            <pc:sldMk cId="167883628" sldId="305"/>
            <ac:spMk id="2" creationId="{91D94E61-D8FF-7687-62A4-7F9AF731B2A0}"/>
          </ac:spMkLst>
        </pc:spChg>
        <pc:spChg chg="mod">
          <ac:chgData name="Alberto Ruiz" userId="47fa91d207cfb014" providerId="LiveId" clId="{85FEFC20-368C-4804-AF35-776ECB9C6605}" dt="2025-09-24T17:07:59.334" v="1475" actId="255"/>
          <ac:spMkLst>
            <pc:docMk/>
            <pc:sldMk cId="167883628" sldId="305"/>
            <ac:spMk id="3" creationId="{E7369BE8-4226-F568-2A60-E709E842330B}"/>
          </ac:spMkLst>
        </pc:spChg>
        <pc:spChg chg="add">
          <ac:chgData name="Alberto Ruiz" userId="47fa91d207cfb014" providerId="LiveId" clId="{85FEFC20-368C-4804-AF35-776ECB9C6605}" dt="2025-09-24T17:07:48.681" v="1472" actId="26606"/>
          <ac:spMkLst>
            <pc:docMk/>
            <pc:sldMk cId="167883628" sldId="305"/>
            <ac:spMk id="8" creationId="{09588DA8-065E-4F6F-8EFD-43104AB2E0CF}"/>
          </ac:spMkLst>
        </pc:spChg>
        <pc:spChg chg="add">
          <ac:chgData name="Alberto Ruiz" userId="47fa91d207cfb014" providerId="LiveId" clId="{85FEFC20-368C-4804-AF35-776ECB9C6605}" dt="2025-09-24T17:07:48.681" v="1472" actId="26606"/>
          <ac:spMkLst>
            <pc:docMk/>
            <pc:sldMk cId="167883628" sldId="305"/>
            <ac:spMk id="10" creationId="{C4285719-470E-454C-AF62-8323075F1F5B}"/>
          </ac:spMkLst>
        </pc:spChg>
        <pc:spChg chg="add">
          <ac:chgData name="Alberto Ruiz" userId="47fa91d207cfb014" providerId="LiveId" clId="{85FEFC20-368C-4804-AF35-776ECB9C6605}" dt="2025-09-24T17:07:48.681" v="1472" actId="26606"/>
          <ac:spMkLst>
            <pc:docMk/>
            <pc:sldMk cId="167883628" sldId="305"/>
            <ac:spMk id="12" creationId="{CD9FE4EF-C4D8-49A0-B2FF-81D8DB7D8A24}"/>
          </ac:spMkLst>
        </pc:spChg>
        <pc:spChg chg="add">
          <ac:chgData name="Alberto Ruiz" userId="47fa91d207cfb014" providerId="LiveId" clId="{85FEFC20-368C-4804-AF35-776ECB9C6605}" dt="2025-09-24T17:07:48.681" v="1472" actId="26606"/>
          <ac:spMkLst>
            <pc:docMk/>
            <pc:sldMk cId="167883628" sldId="305"/>
            <ac:spMk id="14" creationId="{4300840D-0A0B-4512-BACA-B439D5B9C57C}"/>
          </ac:spMkLst>
        </pc:spChg>
        <pc:spChg chg="add">
          <ac:chgData name="Alberto Ruiz" userId="47fa91d207cfb014" providerId="LiveId" clId="{85FEFC20-368C-4804-AF35-776ECB9C6605}" dt="2025-09-24T17:07:48.681" v="1472" actId="26606"/>
          <ac:spMkLst>
            <pc:docMk/>
            <pc:sldMk cId="167883628" sldId="305"/>
            <ac:spMk id="16" creationId="{D2B78728-A580-49A7-84F9-6EF6F583ADE0}"/>
          </ac:spMkLst>
        </pc:spChg>
        <pc:spChg chg="add">
          <ac:chgData name="Alberto Ruiz" userId="47fa91d207cfb014" providerId="LiveId" clId="{85FEFC20-368C-4804-AF35-776ECB9C6605}" dt="2025-09-24T17:07:48.681" v="1472" actId="26606"/>
          <ac:spMkLst>
            <pc:docMk/>
            <pc:sldMk cId="167883628" sldId="305"/>
            <ac:spMk id="18" creationId="{38FAA1A1-D861-433F-88FA-1E9D6FD31D11}"/>
          </ac:spMkLst>
        </pc:spChg>
        <pc:spChg chg="add">
          <ac:chgData name="Alberto Ruiz" userId="47fa91d207cfb014" providerId="LiveId" clId="{85FEFC20-368C-4804-AF35-776ECB9C6605}" dt="2025-09-24T17:07:48.681" v="1472" actId="26606"/>
          <ac:spMkLst>
            <pc:docMk/>
            <pc:sldMk cId="167883628" sldId="305"/>
            <ac:spMk id="20" creationId="{8D71EDA1-87BF-4D5D-AB79-F346FD19278A}"/>
          </ac:spMkLst>
        </pc:spChg>
      </pc:sldChg>
      <pc:sldChg chg="new">
        <pc:chgData name="Alberto Ruiz" userId="47fa91d207cfb014" providerId="LiveId" clId="{85FEFC20-368C-4804-AF35-776ECB9C6605}" dt="2025-09-24T17:08:02.113" v="1476" actId="680"/>
        <pc:sldMkLst>
          <pc:docMk/>
          <pc:sldMk cId="2722454959" sldId="306"/>
        </pc:sldMkLst>
      </pc:sldChg>
    </pc:docChg>
  </pc:docChgLst>
  <pc:docChgLst>
    <pc:chgData name="Alberto Ruiz" userId="47fa91d207cfb014" providerId="LiveId" clId="{9743E567-337F-4C21-A62A-0C7FCC4B4E77}"/>
    <pc:docChg chg="undo custSel addSld delSld modSld">
      <pc:chgData name="Alberto Ruiz" userId="47fa91d207cfb014" providerId="LiveId" clId="{9743E567-337F-4C21-A62A-0C7FCC4B4E77}" dt="2025-09-26T07:43:03.700" v="2161" actId="27614"/>
      <pc:docMkLst>
        <pc:docMk/>
      </pc:docMkLst>
      <pc:sldChg chg="addSp delSp modSp mod">
        <pc:chgData name="Alberto Ruiz" userId="47fa91d207cfb014" providerId="LiveId" clId="{9743E567-337F-4C21-A62A-0C7FCC4B4E77}" dt="2025-09-18T06:31:18.816" v="0" actId="478"/>
        <pc:sldMkLst>
          <pc:docMk/>
          <pc:sldMk cId="4108739217" sldId="256"/>
        </pc:sldMkLst>
        <pc:spChg chg="add mod">
          <ac:chgData name="Alberto Ruiz" userId="47fa91d207cfb014" providerId="LiveId" clId="{9743E567-337F-4C21-A62A-0C7FCC4B4E77}" dt="2025-09-18T06:31:18.816" v="0" actId="478"/>
          <ac:spMkLst>
            <pc:docMk/>
            <pc:sldMk cId="4108739217" sldId="256"/>
            <ac:spMk id="5" creationId="{BB076771-2AA0-A9C7-C61D-786423133F2C}"/>
          </ac:spMkLst>
        </pc:spChg>
      </pc:sldChg>
      <pc:sldChg chg="del">
        <pc:chgData name="Alberto Ruiz" userId="47fa91d207cfb014" providerId="LiveId" clId="{9743E567-337F-4C21-A62A-0C7FCC4B4E77}" dt="2025-09-23T10:52:57.600" v="2" actId="47"/>
        <pc:sldMkLst>
          <pc:docMk/>
          <pc:sldMk cId="2624861979" sldId="282"/>
        </pc:sldMkLst>
      </pc:sldChg>
      <pc:sldChg chg="modSp mod">
        <pc:chgData name="Alberto Ruiz" userId="47fa91d207cfb014" providerId="LiveId" clId="{9743E567-337F-4C21-A62A-0C7FCC4B4E77}" dt="2025-09-23T10:57:00.873" v="348" actId="20577"/>
        <pc:sldMkLst>
          <pc:docMk/>
          <pc:sldMk cId="152618039" sldId="283"/>
        </pc:sldMkLst>
        <pc:spChg chg="mod">
          <ac:chgData name="Alberto Ruiz" userId="47fa91d207cfb014" providerId="LiveId" clId="{9743E567-337F-4C21-A62A-0C7FCC4B4E77}" dt="2025-09-23T10:53:40.793" v="80" actId="20577"/>
          <ac:spMkLst>
            <pc:docMk/>
            <pc:sldMk cId="152618039" sldId="283"/>
            <ac:spMk id="2" creationId="{28D313E2-6B46-66DA-4EF7-02FCD33E5417}"/>
          </ac:spMkLst>
        </pc:spChg>
        <pc:spChg chg="mod">
          <ac:chgData name="Alberto Ruiz" userId="47fa91d207cfb014" providerId="LiveId" clId="{9743E567-337F-4C21-A62A-0C7FCC4B4E77}" dt="2025-09-23T10:57:00.873" v="348" actId="20577"/>
          <ac:spMkLst>
            <pc:docMk/>
            <pc:sldMk cId="152618039" sldId="283"/>
            <ac:spMk id="3" creationId="{755E79F4-1172-A62D-3F73-D6793E20776D}"/>
          </ac:spMkLst>
        </pc:spChg>
      </pc:sldChg>
      <pc:sldChg chg="addSp delSp modSp new mod setBg">
        <pc:chgData name="Alberto Ruiz" userId="47fa91d207cfb014" providerId="LiveId" clId="{9743E567-337F-4C21-A62A-0C7FCC4B4E77}" dt="2025-09-23T11:08:16.375" v="414" actId="26606"/>
        <pc:sldMkLst>
          <pc:docMk/>
          <pc:sldMk cId="144583344" sldId="284"/>
        </pc:sldMkLst>
      </pc:sldChg>
      <pc:sldChg chg="del">
        <pc:chgData name="Alberto Ruiz" userId="47fa91d207cfb014" providerId="LiveId" clId="{9743E567-337F-4C21-A62A-0C7FCC4B4E77}" dt="2025-09-23T10:52:58.044" v="3" actId="47"/>
        <pc:sldMkLst>
          <pc:docMk/>
          <pc:sldMk cId="1171360924" sldId="284"/>
        </pc:sldMkLst>
      </pc:sldChg>
      <pc:sldChg chg="addSp modSp mod setBg">
        <pc:chgData name="Alberto Ruiz" userId="47fa91d207cfb014" providerId="LiveId" clId="{9743E567-337F-4C21-A62A-0C7FCC4B4E77}" dt="2025-09-24T12:03:51.857" v="1649" actId="26606"/>
        <pc:sldMkLst>
          <pc:docMk/>
          <pc:sldMk cId="3781436359" sldId="284"/>
        </pc:sldMkLst>
        <pc:spChg chg="mod">
          <ac:chgData name="Alberto Ruiz" userId="47fa91d207cfb014" providerId="LiveId" clId="{9743E567-337F-4C21-A62A-0C7FCC4B4E77}" dt="2025-09-24T12:03:51.857" v="1649" actId="26606"/>
          <ac:spMkLst>
            <pc:docMk/>
            <pc:sldMk cId="3781436359" sldId="284"/>
            <ac:spMk id="2" creationId="{B500D4E1-6914-3344-D4AA-FAE19BEDB0F1}"/>
          </ac:spMkLst>
        </pc:spChg>
        <pc:spChg chg="mod">
          <ac:chgData name="Alberto Ruiz" userId="47fa91d207cfb014" providerId="LiveId" clId="{9743E567-337F-4C21-A62A-0C7FCC4B4E77}" dt="2025-09-24T12:03:51.857" v="1649" actId="26606"/>
          <ac:spMkLst>
            <pc:docMk/>
            <pc:sldMk cId="3781436359" sldId="284"/>
            <ac:spMk id="3" creationId="{72C148E7-F1AB-5A54-9D92-0ADDD0DFFB04}"/>
          </ac:spMkLst>
        </pc:spChg>
        <pc:spChg chg="add">
          <ac:chgData name="Alberto Ruiz" userId="47fa91d207cfb014" providerId="LiveId" clId="{9743E567-337F-4C21-A62A-0C7FCC4B4E77}" dt="2025-09-24T12:03:51.857" v="1649" actId="26606"/>
          <ac:spMkLst>
            <pc:docMk/>
            <pc:sldMk cId="3781436359" sldId="284"/>
            <ac:spMk id="8" creationId="{DEE2AD96-B495-4E06-9291-B71706F728CB}"/>
          </ac:spMkLst>
        </pc:spChg>
        <pc:spChg chg="add">
          <ac:chgData name="Alberto Ruiz" userId="47fa91d207cfb014" providerId="LiveId" clId="{9743E567-337F-4C21-A62A-0C7FCC4B4E77}" dt="2025-09-24T12:03:51.857" v="1649" actId="26606"/>
          <ac:spMkLst>
            <pc:docMk/>
            <pc:sldMk cId="3781436359" sldId="284"/>
            <ac:spMk id="10" creationId="{53CF6D67-C5A8-4ADD-9E8E-1E38CA1D3166}"/>
          </ac:spMkLst>
        </pc:spChg>
        <pc:spChg chg="add">
          <ac:chgData name="Alberto Ruiz" userId="47fa91d207cfb014" providerId="LiveId" clId="{9743E567-337F-4C21-A62A-0C7FCC4B4E77}" dt="2025-09-24T12:03:51.857" v="1649" actId="26606"/>
          <ac:spMkLst>
            <pc:docMk/>
            <pc:sldMk cId="3781436359" sldId="284"/>
            <ac:spMk id="12" creationId="{86909FA0-B515-4681-B7A8-FA281D133B94}"/>
          </ac:spMkLst>
        </pc:spChg>
        <pc:spChg chg="add">
          <ac:chgData name="Alberto Ruiz" userId="47fa91d207cfb014" providerId="LiveId" clId="{9743E567-337F-4C21-A62A-0C7FCC4B4E77}" dt="2025-09-24T12:03:51.857" v="1649" actId="26606"/>
          <ac:spMkLst>
            <pc:docMk/>
            <pc:sldMk cId="3781436359" sldId="284"/>
            <ac:spMk id="14" creationId="{21C9FE86-FCC3-4A31-AA1C-C882262B7FE7}"/>
          </ac:spMkLst>
        </pc:spChg>
        <pc:spChg chg="add">
          <ac:chgData name="Alberto Ruiz" userId="47fa91d207cfb014" providerId="LiveId" clId="{9743E567-337F-4C21-A62A-0C7FCC4B4E77}" dt="2025-09-24T12:03:51.857" v="1649" actId="26606"/>
          <ac:spMkLst>
            <pc:docMk/>
            <pc:sldMk cId="3781436359" sldId="284"/>
            <ac:spMk id="16" creationId="{7D96243B-ECED-4B71-8E06-AE9A285EAD20}"/>
          </ac:spMkLst>
        </pc:spChg>
        <pc:spChg chg="add">
          <ac:chgData name="Alberto Ruiz" userId="47fa91d207cfb014" providerId="LiveId" clId="{9743E567-337F-4C21-A62A-0C7FCC4B4E77}" dt="2025-09-24T12:03:51.857" v="1649" actId="26606"/>
          <ac:spMkLst>
            <pc:docMk/>
            <pc:sldMk cId="3781436359" sldId="284"/>
            <ac:spMk id="18" creationId="{A09989E4-EFDC-4A90-A633-E0525FB4139E}"/>
          </ac:spMkLst>
        </pc:spChg>
      </pc:sldChg>
      <pc:sldChg chg="addSp modSp mod setBg">
        <pc:chgData name="Alberto Ruiz" userId="47fa91d207cfb014" providerId="LiveId" clId="{9743E567-337F-4C21-A62A-0C7FCC4B4E77}" dt="2025-09-24T12:18:15.635" v="1761" actId="26606"/>
        <pc:sldMkLst>
          <pc:docMk/>
          <pc:sldMk cId="1632013338" sldId="285"/>
        </pc:sldMkLst>
        <pc:spChg chg="mod">
          <ac:chgData name="Alberto Ruiz" userId="47fa91d207cfb014" providerId="LiveId" clId="{9743E567-337F-4C21-A62A-0C7FCC4B4E77}" dt="2025-09-24T12:18:15.635" v="1761" actId="26606"/>
          <ac:spMkLst>
            <pc:docMk/>
            <pc:sldMk cId="1632013338" sldId="285"/>
            <ac:spMk id="2" creationId="{80E5684D-8E2E-7E5C-F0C9-83B0818FD12B}"/>
          </ac:spMkLst>
        </pc:spChg>
        <pc:spChg chg="mod">
          <ac:chgData name="Alberto Ruiz" userId="47fa91d207cfb014" providerId="LiveId" clId="{9743E567-337F-4C21-A62A-0C7FCC4B4E77}" dt="2025-09-24T12:18:15.635" v="1761" actId="26606"/>
          <ac:spMkLst>
            <pc:docMk/>
            <pc:sldMk cId="1632013338" sldId="285"/>
            <ac:spMk id="3" creationId="{F8CFD588-970C-4BFE-6D22-1415FC756AC5}"/>
          </ac:spMkLst>
        </pc:spChg>
        <pc:spChg chg="add">
          <ac:chgData name="Alberto Ruiz" userId="47fa91d207cfb014" providerId="LiveId" clId="{9743E567-337F-4C21-A62A-0C7FCC4B4E77}" dt="2025-09-24T12:18:15.635" v="1761" actId="26606"/>
          <ac:spMkLst>
            <pc:docMk/>
            <pc:sldMk cId="1632013338" sldId="285"/>
            <ac:spMk id="8" creationId="{C2554CA6-288E-4202-BC52-2E5A8F0C0AED}"/>
          </ac:spMkLst>
        </pc:spChg>
        <pc:spChg chg="add">
          <ac:chgData name="Alberto Ruiz" userId="47fa91d207cfb014" providerId="LiveId" clId="{9743E567-337F-4C21-A62A-0C7FCC4B4E77}" dt="2025-09-24T12:18:15.635" v="1761" actId="26606"/>
          <ac:spMkLst>
            <pc:docMk/>
            <pc:sldMk cId="1632013338" sldId="285"/>
            <ac:spMk id="10" creationId="{B10BB131-AC8E-4A8E-A5D1-36260F720C3B}"/>
          </ac:spMkLst>
        </pc:spChg>
        <pc:spChg chg="add">
          <ac:chgData name="Alberto Ruiz" userId="47fa91d207cfb014" providerId="LiveId" clId="{9743E567-337F-4C21-A62A-0C7FCC4B4E77}" dt="2025-09-24T12:18:15.635" v="1761" actId="26606"/>
          <ac:spMkLst>
            <pc:docMk/>
            <pc:sldMk cId="1632013338" sldId="285"/>
            <ac:spMk id="12" creationId="{5B7778FC-632E-4DCA-A7CB-0D7731CCF970}"/>
          </ac:spMkLst>
        </pc:spChg>
        <pc:spChg chg="add">
          <ac:chgData name="Alberto Ruiz" userId="47fa91d207cfb014" providerId="LiveId" clId="{9743E567-337F-4C21-A62A-0C7FCC4B4E77}" dt="2025-09-24T12:18:15.635" v="1761" actId="26606"/>
          <ac:spMkLst>
            <pc:docMk/>
            <pc:sldMk cId="1632013338" sldId="285"/>
            <ac:spMk id="14" creationId="{FA23A907-97FB-4A8F-880A-DD77401C4296}"/>
          </ac:spMkLst>
        </pc:spChg>
      </pc:sldChg>
      <pc:sldChg chg="del">
        <pc:chgData name="Alberto Ruiz" userId="47fa91d207cfb014" providerId="LiveId" clId="{9743E567-337F-4C21-A62A-0C7FCC4B4E77}" dt="2025-09-23T10:52:58.423" v="5" actId="47"/>
        <pc:sldMkLst>
          <pc:docMk/>
          <pc:sldMk cId="2191137854" sldId="285"/>
        </pc:sldMkLst>
      </pc:sldChg>
      <pc:sldChg chg="addSp delSp modSp new mod">
        <pc:chgData name="Alberto Ruiz" userId="47fa91d207cfb014" providerId="LiveId" clId="{9743E567-337F-4C21-A62A-0C7FCC4B4E77}" dt="2025-09-23T11:05:50.373" v="411" actId="1076"/>
        <pc:sldMkLst>
          <pc:docMk/>
          <pc:sldMk cId="4177545456" sldId="285"/>
        </pc:sldMkLst>
      </pc:sldChg>
      <pc:sldChg chg="addSp delSp modSp mod setBg">
        <pc:chgData name="Alberto Ruiz" userId="47fa91d207cfb014" providerId="LiveId" clId="{9743E567-337F-4C21-A62A-0C7FCC4B4E77}" dt="2025-09-24T12:26:56.264" v="1998" actId="26606"/>
        <pc:sldMkLst>
          <pc:docMk/>
          <pc:sldMk cId="1101300920" sldId="286"/>
        </pc:sldMkLst>
        <pc:spChg chg="mod">
          <ac:chgData name="Alberto Ruiz" userId="47fa91d207cfb014" providerId="LiveId" clId="{9743E567-337F-4C21-A62A-0C7FCC4B4E77}" dt="2025-09-24T12:26:56.264" v="1998" actId="26606"/>
          <ac:spMkLst>
            <pc:docMk/>
            <pc:sldMk cId="1101300920" sldId="286"/>
            <ac:spMk id="2" creationId="{B25E840B-2FE1-513B-77E9-6BC9342702D9}"/>
          </ac:spMkLst>
        </pc:spChg>
        <pc:spChg chg="add">
          <ac:chgData name="Alberto Ruiz" userId="47fa91d207cfb014" providerId="LiveId" clId="{9743E567-337F-4C21-A62A-0C7FCC4B4E77}" dt="2025-09-24T12:26:56.264" v="1998" actId="26606"/>
          <ac:spMkLst>
            <pc:docMk/>
            <pc:sldMk cId="1101300920" sldId="286"/>
            <ac:spMk id="9" creationId="{BACC6370-2D7E-4714-9D71-7542949D7D5D}"/>
          </ac:spMkLst>
        </pc:spChg>
        <pc:spChg chg="add">
          <ac:chgData name="Alberto Ruiz" userId="47fa91d207cfb014" providerId="LiveId" clId="{9743E567-337F-4C21-A62A-0C7FCC4B4E77}" dt="2025-09-24T12:26:56.264" v="1998" actId="26606"/>
          <ac:spMkLst>
            <pc:docMk/>
            <pc:sldMk cId="1101300920" sldId="286"/>
            <ac:spMk id="11" creationId="{256B2C21-A230-48C0-8DF1-C46611373C44}"/>
          </ac:spMkLst>
        </pc:spChg>
        <pc:spChg chg="add">
          <ac:chgData name="Alberto Ruiz" userId="47fa91d207cfb014" providerId="LiveId" clId="{9743E567-337F-4C21-A62A-0C7FCC4B4E77}" dt="2025-09-24T12:26:56.264" v="1998" actId="26606"/>
          <ac:spMkLst>
            <pc:docMk/>
            <pc:sldMk cId="1101300920" sldId="286"/>
            <ac:spMk id="13" creationId="{3847E18C-932D-4C95-AABA-FEC7C9499AD7}"/>
          </ac:spMkLst>
        </pc:spChg>
        <pc:spChg chg="add">
          <ac:chgData name="Alberto Ruiz" userId="47fa91d207cfb014" providerId="LiveId" clId="{9743E567-337F-4C21-A62A-0C7FCC4B4E77}" dt="2025-09-24T12:26:56.264" v="1998" actId="26606"/>
          <ac:spMkLst>
            <pc:docMk/>
            <pc:sldMk cId="1101300920" sldId="286"/>
            <ac:spMk id="15" creationId="{3150CB11-0C61-439E-910F-5787759E72A0}"/>
          </ac:spMkLst>
        </pc:spChg>
        <pc:spChg chg="add">
          <ac:chgData name="Alberto Ruiz" userId="47fa91d207cfb014" providerId="LiveId" clId="{9743E567-337F-4C21-A62A-0C7FCC4B4E77}" dt="2025-09-24T12:26:56.264" v="1998" actId="26606"/>
          <ac:spMkLst>
            <pc:docMk/>
            <pc:sldMk cId="1101300920" sldId="286"/>
            <ac:spMk id="17" creationId="{43F8A58B-5155-44CE-A5FF-7647B47D0A7A}"/>
          </ac:spMkLst>
        </pc:spChg>
        <pc:spChg chg="add">
          <ac:chgData name="Alberto Ruiz" userId="47fa91d207cfb014" providerId="LiveId" clId="{9743E567-337F-4C21-A62A-0C7FCC4B4E77}" dt="2025-09-24T12:26:56.264" v="1998" actId="26606"/>
          <ac:spMkLst>
            <pc:docMk/>
            <pc:sldMk cId="1101300920" sldId="286"/>
            <ac:spMk id="19" creationId="{443F2ACA-E6D6-4028-82DD-F03C262D5DE6}"/>
          </ac:spMkLst>
        </pc:spChg>
        <pc:graphicFrameChg chg="add">
          <ac:chgData name="Alberto Ruiz" userId="47fa91d207cfb014" providerId="LiveId" clId="{9743E567-337F-4C21-A62A-0C7FCC4B4E77}" dt="2025-09-24T12:26:56.264" v="1998" actId="26606"/>
          <ac:graphicFrameMkLst>
            <pc:docMk/>
            <pc:sldMk cId="1101300920" sldId="286"/>
            <ac:graphicFrameMk id="5" creationId="{18F5D6EB-665F-B7FF-855C-FAC14C34377A}"/>
          </ac:graphicFrameMkLst>
        </pc:graphicFrameChg>
      </pc:sldChg>
      <pc:sldChg chg="addSp delSp modSp new mod setBg">
        <pc:chgData name="Alberto Ruiz" userId="47fa91d207cfb014" providerId="LiveId" clId="{9743E567-337F-4C21-A62A-0C7FCC4B4E77}" dt="2025-09-23T11:14:09.674" v="860" actId="26606"/>
        <pc:sldMkLst>
          <pc:docMk/>
          <pc:sldMk cId="2177018543" sldId="286"/>
        </pc:sldMkLst>
      </pc:sldChg>
      <pc:sldChg chg="del">
        <pc:chgData name="Alberto Ruiz" userId="47fa91d207cfb014" providerId="LiveId" clId="{9743E567-337F-4C21-A62A-0C7FCC4B4E77}" dt="2025-09-23T10:52:58.595" v="6" actId="47"/>
        <pc:sldMkLst>
          <pc:docMk/>
          <pc:sldMk cId="3517709361" sldId="286"/>
        </pc:sldMkLst>
      </pc:sldChg>
      <pc:sldChg chg="del">
        <pc:chgData name="Alberto Ruiz" userId="47fa91d207cfb014" providerId="LiveId" clId="{9743E567-337F-4C21-A62A-0C7FCC4B4E77}" dt="2025-09-23T10:52:58.768" v="7" actId="47"/>
        <pc:sldMkLst>
          <pc:docMk/>
          <pc:sldMk cId="1879621574" sldId="287"/>
        </pc:sldMkLst>
      </pc:sldChg>
      <pc:sldChg chg="addSp delSp modSp new mod setBg">
        <pc:chgData name="Alberto Ruiz" userId="47fa91d207cfb014" providerId="LiveId" clId="{9743E567-337F-4C21-A62A-0C7FCC4B4E77}" dt="2025-09-23T11:14:13.693" v="861" actId="26606"/>
        <pc:sldMkLst>
          <pc:docMk/>
          <pc:sldMk cId="2927665545" sldId="287"/>
        </pc:sldMkLst>
      </pc:sldChg>
      <pc:sldChg chg="addSp delSp modSp new mod setBg">
        <pc:chgData name="Alberto Ruiz" userId="47fa91d207cfb014" providerId="LiveId" clId="{9743E567-337F-4C21-A62A-0C7FCC4B4E77}" dt="2025-09-23T11:20:03.600" v="986" actId="26606"/>
        <pc:sldMkLst>
          <pc:docMk/>
          <pc:sldMk cId="2222828972" sldId="288"/>
        </pc:sldMkLst>
      </pc:sldChg>
      <pc:sldChg chg="del">
        <pc:chgData name="Alberto Ruiz" userId="47fa91d207cfb014" providerId="LiveId" clId="{9743E567-337F-4C21-A62A-0C7FCC4B4E77}" dt="2025-09-23T10:52:59.129" v="9" actId="47"/>
        <pc:sldMkLst>
          <pc:docMk/>
          <pc:sldMk cId="3830168765" sldId="288"/>
        </pc:sldMkLst>
      </pc:sldChg>
      <pc:sldChg chg="addSp delSp modSp new mod setBg">
        <pc:chgData name="Alberto Ruiz" userId="47fa91d207cfb014" providerId="LiveId" clId="{9743E567-337F-4C21-A62A-0C7FCC4B4E77}" dt="2025-09-23T11:29:50.276" v="1302" actId="26606"/>
        <pc:sldMkLst>
          <pc:docMk/>
          <pc:sldMk cId="3979568687" sldId="289"/>
        </pc:sldMkLst>
      </pc:sldChg>
      <pc:sldChg chg="del">
        <pc:chgData name="Alberto Ruiz" userId="47fa91d207cfb014" providerId="LiveId" clId="{9743E567-337F-4C21-A62A-0C7FCC4B4E77}" dt="2025-09-23T10:53:01.467" v="16" actId="47"/>
        <pc:sldMkLst>
          <pc:docMk/>
          <pc:sldMk cId="4136905644" sldId="289"/>
        </pc:sldMkLst>
      </pc:sldChg>
      <pc:sldChg chg="del">
        <pc:chgData name="Alberto Ruiz" userId="47fa91d207cfb014" providerId="LiveId" clId="{9743E567-337F-4C21-A62A-0C7FCC4B4E77}" dt="2025-09-23T10:52:58.234" v="4" actId="47"/>
        <pc:sldMkLst>
          <pc:docMk/>
          <pc:sldMk cId="908033775" sldId="290"/>
        </pc:sldMkLst>
      </pc:sldChg>
      <pc:sldChg chg="addSp delSp modSp new mod setBg">
        <pc:chgData name="Alberto Ruiz" userId="47fa91d207cfb014" providerId="LiveId" clId="{9743E567-337F-4C21-A62A-0C7FCC4B4E77}" dt="2025-09-23T11:36:16.741" v="1406" actId="26606"/>
        <pc:sldMkLst>
          <pc:docMk/>
          <pc:sldMk cId="2340477628" sldId="290"/>
        </pc:sldMkLst>
      </pc:sldChg>
      <pc:sldChg chg="addSp modSp mod setBg">
        <pc:chgData name="Alberto Ruiz" userId="47fa91d207cfb014" providerId="LiveId" clId="{9743E567-337F-4C21-A62A-0C7FCC4B4E77}" dt="2025-09-24T12:03:57.006" v="1650" actId="26606"/>
        <pc:sldMkLst>
          <pc:docMk/>
          <pc:sldMk cId="4281954436" sldId="290"/>
        </pc:sldMkLst>
        <pc:spChg chg="mod">
          <ac:chgData name="Alberto Ruiz" userId="47fa91d207cfb014" providerId="LiveId" clId="{9743E567-337F-4C21-A62A-0C7FCC4B4E77}" dt="2025-09-24T12:03:57.006" v="1650" actId="26606"/>
          <ac:spMkLst>
            <pc:docMk/>
            <pc:sldMk cId="4281954436" sldId="290"/>
            <ac:spMk id="2" creationId="{00EACE22-9428-2C1F-EA09-3CD788457278}"/>
          </ac:spMkLst>
        </pc:spChg>
        <pc:spChg chg="mod">
          <ac:chgData name="Alberto Ruiz" userId="47fa91d207cfb014" providerId="LiveId" clId="{9743E567-337F-4C21-A62A-0C7FCC4B4E77}" dt="2025-09-24T12:03:57.006" v="1650" actId="26606"/>
          <ac:spMkLst>
            <pc:docMk/>
            <pc:sldMk cId="4281954436" sldId="290"/>
            <ac:spMk id="3" creationId="{F41A8B55-48AD-65F6-ED2B-9794A3855233}"/>
          </ac:spMkLst>
        </pc:spChg>
        <pc:spChg chg="add">
          <ac:chgData name="Alberto Ruiz" userId="47fa91d207cfb014" providerId="LiveId" clId="{9743E567-337F-4C21-A62A-0C7FCC4B4E77}" dt="2025-09-24T12:03:57.006" v="1650" actId="26606"/>
          <ac:spMkLst>
            <pc:docMk/>
            <pc:sldMk cId="4281954436" sldId="290"/>
            <ac:spMk id="8" creationId="{DEE2AD96-B495-4E06-9291-B71706F728CB}"/>
          </ac:spMkLst>
        </pc:spChg>
        <pc:spChg chg="add">
          <ac:chgData name="Alberto Ruiz" userId="47fa91d207cfb014" providerId="LiveId" clId="{9743E567-337F-4C21-A62A-0C7FCC4B4E77}" dt="2025-09-24T12:03:57.006" v="1650" actId="26606"/>
          <ac:spMkLst>
            <pc:docMk/>
            <pc:sldMk cId="4281954436" sldId="290"/>
            <ac:spMk id="10" creationId="{53CF6D67-C5A8-4ADD-9E8E-1E38CA1D3166}"/>
          </ac:spMkLst>
        </pc:spChg>
        <pc:spChg chg="add">
          <ac:chgData name="Alberto Ruiz" userId="47fa91d207cfb014" providerId="LiveId" clId="{9743E567-337F-4C21-A62A-0C7FCC4B4E77}" dt="2025-09-24T12:03:57.006" v="1650" actId="26606"/>
          <ac:spMkLst>
            <pc:docMk/>
            <pc:sldMk cId="4281954436" sldId="290"/>
            <ac:spMk id="12" creationId="{86909FA0-B515-4681-B7A8-FA281D133B94}"/>
          </ac:spMkLst>
        </pc:spChg>
        <pc:spChg chg="add">
          <ac:chgData name="Alberto Ruiz" userId="47fa91d207cfb014" providerId="LiveId" clId="{9743E567-337F-4C21-A62A-0C7FCC4B4E77}" dt="2025-09-24T12:03:57.006" v="1650" actId="26606"/>
          <ac:spMkLst>
            <pc:docMk/>
            <pc:sldMk cId="4281954436" sldId="290"/>
            <ac:spMk id="14" creationId="{21C9FE86-FCC3-4A31-AA1C-C882262B7FE7}"/>
          </ac:spMkLst>
        </pc:spChg>
        <pc:spChg chg="add">
          <ac:chgData name="Alberto Ruiz" userId="47fa91d207cfb014" providerId="LiveId" clId="{9743E567-337F-4C21-A62A-0C7FCC4B4E77}" dt="2025-09-24T12:03:57.006" v="1650" actId="26606"/>
          <ac:spMkLst>
            <pc:docMk/>
            <pc:sldMk cId="4281954436" sldId="290"/>
            <ac:spMk id="16" creationId="{7D96243B-ECED-4B71-8E06-AE9A285EAD20}"/>
          </ac:spMkLst>
        </pc:spChg>
        <pc:spChg chg="add">
          <ac:chgData name="Alberto Ruiz" userId="47fa91d207cfb014" providerId="LiveId" clId="{9743E567-337F-4C21-A62A-0C7FCC4B4E77}" dt="2025-09-24T12:03:57.006" v="1650" actId="26606"/>
          <ac:spMkLst>
            <pc:docMk/>
            <pc:sldMk cId="4281954436" sldId="290"/>
            <ac:spMk id="18" creationId="{A09989E4-EFDC-4A90-A633-E0525FB4139E}"/>
          </ac:spMkLst>
        </pc:spChg>
      </pc:sldChg>
      <pc:sldChg chg="del">
        <pc:chgData name="Alberto Ruiz" userId="47fa91d207cfb014" providerId="LiveId" clId="{9743E567-337F-4C21-A62A-0C7FCC4B4E77}" dt="2025-09-23T10:52:59.309" v="10" actId="47"/>
        <pc:sldMkLst>
          <pc:docMk/>
          <pc:sldMk cId="1166698697" sldId="291"/>
        </pc:sldMkLst>
      </pc:sldChg>
      <pc:sldChg chg="addSp delSp modSp new mod setBg">
        <pc:chgData name="Alberto Ruiz" userId="47fa91d207cfb014" providerId="LiveId" clId="{9743E567-337F-4C21-A62A-0C7FCC4B4E77}" dt="2025-09-23T12:28:41.862" v="1486" actId="26606"/>
        <pc:sldMkLst>
          <pc:docMk/>
          <pc:sldMk cId="2518525717" sldId="291"/>
        </pc:sldMkLst>
      </pc:sldChg>
      <pc:sldChg chg="addSp delSp modSp mod setBg">
        <pc:chgData name="Alberto Ruiz" userId="47fa91d207cfb014" providerId="LiveId" clId="{9743E567-337F-4C21-A62A-0C7FCC4B4E77}" dt="2025-09-24T12:04:01.381" v="1651" actId="26606"/>
        <pc:sldMkLst>
          <pc:docMk/>
          <pc:sldMk cId="4008434162" sldId="291"/>
        </pc:sldMkLst>
        <pc:spChg chg="mod">
          <ac:chgData name="Alberto Ruiz" userId="47fa91d207cfb014" providerId="LiveId" clId="{9743E567-337F-4C21-A62A-0C7FCC4B4E77}" dt="2025-09-24T12:04:01.381" v="1651" actId="26606"/>
          <ac:spMkLst>
            <pc:docMk/>
            <pc:sldMk cId="4008434162" sldId="291"/>
            <ac:spMk id="2" creationId="{B52915FA-5380-83F1-750C-871135E9051E}"/>
          </ac:spMkLst>
        </pc:spChg>
        <pc:spChg chg="add">
          <ac:chgData name="Alberto Ruiz" userId="47fa91d207cfb014" providerId="LiveId" clId="{9743E567-337F-4C21-A62A-0C7FCC4B4E77}" dt="2025-09-24T12:04:01.381" v="1651" actId="26606"/>
          <ac:spMkLst>
            <pc:docMk/>
            <pc:sldMk cId="4008434162" sldId="291"/>
            <ac:spMk id="9" creationId="{BACC6370-2D7E-4714-9D71-7542949D7D5D}"/>
          </ac:spMkLst>
        </pc:spChg>
        <pc:spChg chg="add">
          <ac:chgData name="Alberto Ruiz" userId="47fa91d207cfb014" providerId="LiveId" clId="{9743E567-337F-4C21-A62A-0C7FCC4B4E77}" dt="2025-09-24T12:04:01.381" v="1651" actId="26606"/>
          <ac:spMkLst>
            <pc:docMk/>
            <pc:sldMk cId="4008434162" sldId="291"/>
            <ac:spMk id="11" creationId="{256B2C21-A230-48C0-8DF1-C46611373C44}"/>
          </ac:spMkLst>
        </pc:spChg>
        <pc:spChg chg="add">
          <ac:chgData name="Alberto Ruiz" userId="47fa91d207cfb014" providerId="LiveId" clId="{9743E567-337F-4C21-A62A-0C7FCC4B4E77}" dt="2025-09-24T12:04:01.381" v="1651" actId="26606"/>
          <ac:spMkLst>
            <pc:docMk/>
            <pc:sldMk cId="4008434162" sldId="291"/>
            <ac:spMk id="13" creationId="{3847E18C-932D-4C95-AABA-FEC7C9499AD7}"/>
          </ac:spMkLst>
        </pc:spChg>
        <pc:spChg chg="add">
          <ac:chgData name="Alberto Ruiz" userId="47fa91d207cfb014" providerId="LiveId" clId="{9743E567-337F-4C21-A62A-0C7FCC4B4E77}" dt="2025-09-24T12:04:01.381" v="1651" actId="26606"/>
          <ac:spMkLst>
            <pc:docMk/>
            <pc:sldMk cId="4008434162" sldId="291"/>
            <ac:spMk id="15" creationId="{3150CB11-0C61-439E-910F-5787759E72A0}"/>
          </ac:spMkLst>
        </pc:spChg>
        <pc:spChg chg="add">
          <ac:chgData name="Alberto Ruiz" userId="47fa91d207cfb014" providerId="LiveId" clId="{9743E567-337F-4C21-A62A-0C7FCC4B4E77}" dt="2025-09-24T12:04:01.381" v="1651" actId="26606"/>
          <ac:spMkLst>
            <pc:docMk/>
            <pc:sldMk cId="4008434162" sldId="291"/>
            <ac:spMk id="17" creationId="{43F8A58B-5155-44CE-A5FF-7647B47D0A7A}"/>
          </ac:spMkLst>
        </pc:spChg>
        <pc:spChg chg="add">
          <ac:chgData name="Alberto Ruiz" userId="47fa91d207cfb014" providerId="LiveId" clId="{9743E567-337F-4C21-A62A-0C7FCC4B4E77}" dt="2025-09-24T12:04:01.381" v="1651" actId="26606"/>
          <ac:spMkLst>
            <pc:docMk/>
            <pc:sldMk cId="4008434162" sldId="291"/>
            <ac:spMk id="19" creationId="{443F2ACA-E6D6-4028-82DD-F03C262D5DE6}"/>
          </ac:spMkLst>
        </pc:spChg>
        <pc:graphicFrameChg chg="add">
          <ac:chgData name="Alberto Ruiz" userId="47fa91d207cfb014" providerId="LiveId" clId="{9743E567-337F-4C21-A62A-0C7FCC4B4E77}" dt="2025-09-24T12:04:01.381" v="1651" actId="26606"/>
          <ac:graphicFrameMkLst>
            <pc:docMk/>
            <pc:sldMk cId="4008434162" sldId="291"/>
            <ac:graphicFrameMk id="5" creationId="{DF259075-7A9C-7118-4857-04AA13397EFA}"/>
          </ac:graphicFrameMkLst>
        </pc:graphicFrameChg>
      </pc:sldChg>
      <pc:sldChg chg="del">
        <pc:chgData name="Alberto Ruiz" userId="47fa91d207cfb014" providerId="LiveId" clId="{9743E567-337F-4C21-A62A-0C7FCC4B4E77}" dt="2025-09-23T10:52:59.509" v="11" actId="47"/>
        <pc:sldMkLst>
          <pc:docMk/>
          <pc:sldMk cId="1202599591" sldId="292"/>
        </pc:sldMkLst>
      </pc:sldChg>
      <pc:sldChg chg="addSp delSp modSp new mod setBg">
        <pc:chgData name="Alberto Ruiz" userId="47fa91d207cfb014" providerId="LiveId" clId="{9743E567-337F-4C21-A62A-0C7FCC4B4E77}" dt="2025-09-23T15:15:06.824" v="1550" actId="26606"/>
        <pc:sldMkLst>
          <pc:docMk/>
          <pc:sldMk cId="1537041161" sldId="292"/>
        </pc:sldMkLst>
      </pc:sldChg>
      <pc:sldChg chg="addSp delSp modSp mod setBg">
        <pc:chgData name="Alberto Ruiz" userId="47fa91d207cfb014" providerId="LiveId" clId="{9743E567-337F-4C21-A62A-0C7FCC4B4E77}" dt="2025-09-24T12:04:05.626" v="1652" actId="26606"/>
        <pc:sldMkLst>
          <pc:docMk/>
          <pc:sldMk cId="3465514534" sldId="292"/>
        </pc:sldMkLst>
        <pc:spChg chg="mod">
          <ac:chgData name="Alberto Ruiz" userId="47fa91d207cfb014" providerId="LiveId" clId="{9743E567-337F-4C21-A62A-0C7FCC4B4E77}" dt="2025-09-24T12:04:05.626" v="1652" actId="26606"/>
          <ac:spMkLst>
            <pc:docMk/>
            <pc:sldMk cId="3465514534" sldId="292"/>
            <ac:spMk id="2" creationId="{CEAF07FE-420A-07D9-2954-0545AB086867}"/>
          </ac:spMkLst>
        </pc:spChg>
        <pc:spChg chg="add">
          <ac:chgData name="Alberto Ruiz" userId="47fa91d207cfb014" providerId="LiveId" clId="{9743E567-337F-4C21-A62A-0C7FCC4B4E77}" dt="2025-09-24T12:04:05.626" v="1652" actId="26606"/>
          <ac:spMkLst>
            <pc:docMk/>
            <pc:sldMk cId="3465514534" sldId="292"/>
            <ac:spMk id="9" creationId="{BACC6370-2D7E-4714-9D71-7542949D7D5D}"/>
          </ac:spMkLst>
        </pc:spChg>
        <pc:spChg chg="add">
          <ac:chgData name="Alberto Ruiz" userId="47fa91d207cfb014" providerId="LiveId" clId="{9743E567-337F-4C21-A62A-0C7FCC4B4E77}" dt="2025-09-24T12:04:05.626" v="1652" actId="26606"/>
          <ac:spMkLst>
            <pc:docMk/>
            <pc:sldMk cId="3465514534" sldId="292"/>
            <ac:spMk id="11" creationId="{256B2C21-A230-48C0-8DF1-C46611373C44}"/>
          </ac:spMkLst>
        </pc:spChg>
        <pc:spChg chg="add">
          <ac:chgData name="Alberto Ruiz" userId="47fa91d207cfb014" providerId="LiveId" clId="{9743E567-337F-4C21-A62A-0C7FCC4B4E77}" dt="2025-09-24T12:04:05.626" v="1652" actId="26606"/>
          <ac:spMkLst>
            <pc:docMk/>
            <pc:sldMk cId="3465514534" sldId="292"/>
            <ac:spMk id="13" creationId="{3847E18C-932D-4C95-AABA-FEC7C9499AD7}"/>
          </ac:spMkLst>
        </pc:spChg>
        <pc:spChg chg="add">
          <ac:chgData name="Alberto Ruiz" userId="47fa91d207cfb014" providerId="LiveId" clId="{9743E567-337F-4C21-A62A-0C7FCC4B4E77}" dt="2025-09-24T12:04:05.626" v="1652" actId="26606"/>
          <ac:spMkLst>
            <pc:docMk/>
            <pc:sldMk cId="3465514534" sldId="292"/>
            <ac:spMk id="15" creationId="{3150CB11-0C61-439E-910F-5787759E72A0}"/>
          </ac:spMkLst>
        </pc:spChg>
        <pc:spChg chg="add">
          <ac:chgData name="Alberto Ruiz" userId="47fa91d207cfb014" providerId="LiveId" clId="{9743E567-337F-4C21-A62A-0C7FCC4B4E77}" dt="2025-09-24T12:04:05.626" v="1652" actId="26606"/>
          <ac:spMkLst>
            <pc:docMk/>
            <pc:sldMk cId="3465514534" sldId="292"/>
            <ac:spMk id="17" creationId="{43F8A58B-5155-44CE-A5FF-7647B47D0A7A}"/>
          </ac:spMkLst>
        </pc:spChg>
        <pc:spChg chg="add">
          <ac:chgData name="Alberto Ruiz" userId="47fa91d207cfb014" providerId="LiveId" clId="{9743E567-337F-4C21-A62A-0C7FCC4B4E77}" dt="2025-09-24T12:04:05.626" v="1652" actId="26606"/>
          <ac:spMkLst>
            <pc:docMk/>
            <pc:sldMk cId="3465514534" sldId="292"/>
            <ac:spMk id="19" creationId="{443F2ACA-E6D6-4028-82DD-F03C262D5DE6}"/>
          </ac:spMkLst>
        </pc:spChg>
        <pc:graphicFrameChg chg="add">
          <ac:chgData name="Alberto Ruiz" userId="47fa91d207cfb014" providerId="LiveId" clId="{9743E567-337F-4C21-A62A-0C7FCC4B4E77}" dt="2025-09-24T12:04:05.626" v="1652" actId="26606"/>
          <ac:graphicFrameMkLst>
            <pc:docMk/>
            <pc:sldMk cId="3465514534" sldId="292"/>
            <ac:graphicFrameMk id="5" creationId="{EB4C56E2-A5BD-14EC-E92F-03F66A6739B5}"/>
          </ac:graphicFrameMkLst>
        </pc:graphicFrameChg>
      </pc:sldChg>
      <pc:sldChg chg="addSp delSp modSp new mod setBg">
        <pc:chgData name="Alberto Ruiz" userId="47fa91d207cfb014" providerId="LiveId" clId="{9743E567-337F-4C21-A62A-0C7FCC4B4E77}" dt="2025-09-23T15:15:57.258" v="1562" actId="1076"/>
        <pc:sldMkLst>
          <pc:docMk/>
          <pc:sldMk cId="201943607" sldId="293"/>
        </pc:sldMkLst>
      </pc:sldChg>
      <pc:sldChg chg="del">
        <pc:chgData name="Alberto Ruiz" userId="47fa91d207cfb014" providerId="LiveId" clId="{9743E567-337F-4C21-A62A-0C7FCC4B4E77}" dt="2025-09-23T10:52:59.702" v="12" actId="47"/>
        <pc:sldMkLst>
          <pc:docMk/>
          <pc:sldMk cId="1002008813" sldId="293"/>
        </pc:sldMkLst>
      </pc:sldChg>
      <pc:sldChg chg="addSp delSp modSp new mod setBg">
        <pc:chgData name="Alberto Ruiz" userId="47fa91d207cfb014" providerId="LiveId" clId="{9743E567-337F-4C21-A62A-0C7FCC4B4E77}" dt="2025-09-24T12:21:28.817" v="1904" actId="26606"/>
        <pc:sldMkLst>
          <pc:docMk/>
          <pc:sldMk cId="4024440558" sldId="293"/>
        </pc:sldMkLst>
        <pc:spChg chg="mod">
          <ac:chgData name="Alberto Ruiz" userId="47fa91d207cfb014" providerId="LiveId" clId="{9743E567-337F-4C21-A62A-0C7FCC4B4E77}" dt="2025-09-24T12:21:28.817" v="1904" actId="26606"/>
          <ac:spMkLst>
            <pc:docMk/>
            <pc:sldMk cId="4024440558" sldId="293"/>
            <ac:spMk id="2" creationId="{02C21CE9-BD95-7528-121C-F68B59F6D800}"/>
          </ac:spMkLst>
        </pc:spChg>
        <pc:spChg chg="add">
          <ac:chgData name="Alberto Ruiz" userId="47fa91d207cfb014" providerId="LiveId" clId="{9743E567-337F-4C21-A62A-0C7FCC4B4E77}" dt="2025-09-24T12:21:28.817" v="1904" actId="26606"/>
          <ac:spMkLst>
            <pc:docMk/>
            <pc:sldMk cId="4024440558" sldId="293"/>
            <ac:spMk id="10" creationId="{B50AB553-2A96-4A92-96F2-93548E096954}"/>
          </ac:spMkLst>
        </pc:spChg>
        <pc:graphicFrameChg chg="add">
          <ac:chgData name="Alberto Ruiz" userId="47fa91d207cfb014" providerId="LiveId" clId="{9743E567-337F-4C21-A62A-0C7FCC4B4E77}" dt="2025-09-24T12:21:28.817" v="1904" actId="26606"/>
          <ac:graphicFrameMkLst>
            <pc:docMk/>
            <pc:sldMk cId="4024440558" sldId="293"/>
            <ac:graphicFrameMk id="5" creationId="{E849CE58-E765-AFA1-76F3-0C42F9B1F84E}"/>
          </ac:graphicFrameMkLst>
        </pc:graphicFrameChg>
        <pc:picChg chg="add">
          <ac:chgData name="Alberto Ruiz" userId="47fa91d207cfb014" providerId="LiveId" clId="{9743E567-337F-4C21-A62A-0C7FCC4B4E77}" dt="2025-09-24T12:21:28.817" v="1904" actId="26606"/>
          <ac:picMkLst>
            <pc:docMk/>
            <pc:sldMk cId="4024440558" sldId="293"/>
            <ac:picMk id="6" creationId="{2F78EDF8-C7C0-2071-39FE-A166FDD5DA73}"/>
          </ac:picMkLst>
        </pc:picChg>
      </pc:sldChg>
      <pc:sldChg chg="addSp modSp new mod setBg">
        <pc:chgData name="Alberto Ruiz" userId="47fa91d207cfb014" providerId="LiveId" clId="{9743E567-337F-4C21-A62A-0C7FCC4B4E77}" dt="2025-09-23T15:16:05.747" v="1564" actId="1076"/>
        <pc:sldMkLst>
          <pc:docMk/>
          <pc:sldMk cId="294674519" sldId="294"/>
        </pc:sldMkLst>
      </pc:sldChg>
      <pc:sldChg chg="new">
        <pc:chgData name="Alberto Ruiz" userId="47fa91d207cfb014" providerId="LiveId" clId="{9743E567-337F-4C21-A62A-0C7FCC4B4E77}" dt="2025-09-24T12:27:04.969" v="1999" actId="680"/>
        <pc:sldMkLst>
          <pc:docMk/>
          <pc:sldMk cId="542680462" sldId="294"/>
        </pc:sldMkLst>
      </pc:sldChg>
      <pc:sldChg chg="del">
        <pc:chgData name="Alberto Ruiz" userId="47fa91d207cfb014" providerId="LiveId" clId="{9743E567-337F-4C21-A62A-0C7FCC4B4E77}" dt="2025-09-23T10:53:00.183" v="13" actId="47"/>
        <pc:sldMkLst>
          <pc:docMk/>
          <pc:sldMk cId="1442277376" sldId="294"/>
        </pc:sldMkLst>
      </pc:sldChg>
      <pc:sldChg chg="del">
        <pc:chgData name="Alberto Ruiz" userId="47fa91d207cfb014" providerId="LiveId" clId="{9743E567-337F-4C21-A62A-0C7FCC4B4E77}" dt="2025-09-23T10:53:01.069" v="15" actId="47"/>
        <pc:sldMkLst>
          <pc:docMk/>
          <pc:sldMk cId="77324183" sldId="295"/>
        </pc:sldMkLst>
      </pc:sldChg>
      <pc:sldChg chg="addSp modSp new mod setBg">
        <pc:chgData name="Alberto Ruiz" userId="47fa91d207cfb014" providerId="LiveId" clId="{9743E567-337F-4C21-A62A-0C7FCC4B4E77}" dt="2025-09-23T15:16:14.252" v="1566" actId="1076"/>
        <pc:sldMkLst>
          <pc:docMk/>
          <pc:sldMk cId="4109821813" sldId="295"/>
        </pc:sldMkLst>
      </pc:sldChg>
      <pc:sldChg chg="del">
        <pc:chgData name="Alberto Ruiz" userId="47fa91d207cfb014" providerId="LiveId" clId="{9743E567-337F-4C21-A62A-0C7FCC4B4E77}" dt="2025-09-23T10:52:58.950" v="8" actId="47"/>
        <pc:sldMkLst>
          <pc:docMk/>
          <pc:sldMk cId="750532084" sldId="296"/>
        </pc:sldMkLst>
      </pc:sldChg>
      <pc:sldChg chg="addSp modSp new mod setBg">
        <pc:chgData name="Alberto Ruiz" userId="47fa91d207cfb014" providerId="LiveId" clId="{9743E567-337F-4C21-A62A-0C7FCC4B4E77}" dt="2025-09-23T15:18:44.711" v="1635" actId="27636"/>
        <pc:sldMkLst>
          <pc:docMk/>
          <pc:sldMk cId="3992892498" sldId="296"/>
        </pc:sldMkLst>
      </pc:sldChg>
      <pc:sldChg chg="del">
        <pc:chgData name="Alberto Ruiz" userId="47fa91d207cfb014" providerId="LiveId" clId="{9743E567-337F-4C21-A62A-0C7FCC4B4E77}" dt="2025-09-23T10:53:00.599" v="14" actId="47"/>
        <pc:sldMkLst>
          <pc:docMk/>
          <pc:sldMk cId="77769760" sldId="297"/>
        </pc:sldMkLst>
      </pc:sldChg>
      <pc:sldChg chg="addSp modSp new mod setBg">
        <pc:chgData name="Alberto Ruiz" userId="47fa91d207cfb014" providerId="LiveId" clId="{9743E567-337F-4C21-A62A-0C7FCC4B4E77}" dt="2025-09-23T15:33:55.704" v="1647" actId="26606"/>
        <pc:sldMkLst>
          <pc:docMk/>
          <pc:sldMk cId="1868293708" sldId="297"/>
        </pc:sldMkLst>
      </pc:sldChg>
      <pc:sldChg chg="del">
        <pc:chgData name="Alberto Ruiz" userId="47fa91d207cfb014" providerId="LiveId" clId="{9743E567-337F-4C21-A62A-0C7FCC4B4E77}" dt="2025-09-23T10:53:01.900" v="17" actId="47"/>
        <pc:sldMkLst>
          <pc:docMk/>
          <pc:sldMk cId="91347579" sldId="298"/>
        </pc:sldMkLst>
      </pc:sldChg>
      <pc:sldChg chg="addSp modSp new mod setBg">
        <pc:chgData name="Alberto Ruiz" userId="47fa91d207cfb014" providerId="LiveId" clId="{9743E567-337F-4C21-A62A-0C7FCC4B4E77}" dt="2025-09-23T15:33:58.523" v="1648" actId="26606"/>
        <pc:sldMkLst>
          <pc:docMk/>
          <pc:sldMk cId="3184751279" sldId="298"/>
        </pc:sldMkLst>
      </pc:sldChg>
      <pc:sldChg chg="del">
        <pc:chgData name="Alberto Ruiz" userId="47fa91d207cfb014" providerId="LiveId" clId="{9743E567-337F-4C21-A62A-0C7FCC4B4E77}" dt="2025-09-23T10:53:02.347" v="18" actId="47"/>
        <pc:sldMkLst>
          <pc:docMk/>
          <pc:sldMk cId="1217792650" sldId="299"/>
        </pc:sldMkLst>
      </pc:sldChg>
      <pc:sldChg chg="del">
        <pc:chgData name="Alberto Ruiz" userId="47fa91d207cfb014" providerId="LiveId" clId="{9743E567-337F-4C21-A62A-0C7FCC4B4E77}" dt="2025-09-23T10:53:02.866" v="19" actId="47"/>
        <pc:sldMkLst>
          <pc:docMk/>
          <pc:sldMk cId="2365938747" sldId="300"/>
        </pc:sldMkLst>
      </pc:sldChg>
      <pc:sldChg chg="addSp delSp modSp new mod setBg">
        <pc:chgData name="Alberto Ruiz" userId="47fa91d207cfb014" providerId="LiveId" clId="{9743E567-337F-4C21-A62A-0C7FCC4B4E77}" dt="2025-09-26T07:43:03.700" v="2161" actId="27614"/>
        <pc:sldMkLst>
          <pc:docMk/>
          <pc:sldMk cId="2887050702" sldId="307"/>
        </pc:sldMkLst>
        <pc:spChg chg="mod">
          <ac:chgData name="Alberto Ruiz" userId="47fa91d207cfb014" providerId="LiveId" clId="{9743E567-337F-4C21-A62A-0C7FCC4B4E77}" dt="2025-09-26T07:39:02.607" v="2160" actId="26606"/>
          <ac:spMkLst>
            <pc:docMk/>
            <pc:sldMk cId="2887050702" sldId="307"/>
            <ac:spMk id="2" creationId="{4420252D-EBCC-0A5B-3900-0CCACA00DC2B}"/>
          </ac:spMkLst>
        </pc:spChg>
        <pc:spChg chg="del mod">
          <ac:chgData name="Alberto Ruiz" userId="47fa91d207cfb014" providerId="LiveId" clId="{9743E567-337F-4C21-A62A-0C7FCC4B4E77}" dt="2025-09-26T07:39:02.607" v="2160" actId="26606"/>
          <ac:spMkLst>
            <pc:docMk/>
            <pc:sldMk cId="2887050702" sldId="307"/>
            <ac:spMk id="3" creationId="{883CC7F0-44A5-B7BF-91AC-F639588883CC}"/>
          </ac:spMkLst>
        </pc:spChg>
        <pc:spChg chg="add">
          <ac:chgData name="Alberto Ruiz" userId="47fa91d207cfb014" providerId="LiveId" clId="{9743E567-337F-4C21-A62A-0C7FCC4B4E77}" dt="2025-09-26T07:39:02.607" v="2160" actId="26606"/>
          <ac:spMkLst>
            <pc:docMk/>
            <pc:sldMk cId="2887050702" sldId="307"/>
            <ac:spMk id="10" creationId="{B50AB553-2A96-4A92-96F2-93548E096954}"/>
          </ac:spMkLst>
        </pc:spChg>
        <pc:graphicFrameChg chg="add">
          <ac:chgData name="Alberto Ruiz" userId="47fa91d207cfb014" providerId="LiveId" clId="{9743E567-337F-4C21-A62A-0C7FCC4B4E77}" dt="2025-09-26T07:39:02.607" v="2160" actId="26606"/>
          <ac:graphicFrameMkLst>
            <pc:docMk/>
            <pc:sldMk cId="2887050702" sldId="307"/>
            <ac:graphicFrameMk id="5" creationId="{9C9F650B-1630-74E2-44CC-D5940C33E6CC}"/>
          </ac:graphicFrameMkLst>
        </pc:graphicFrameChg>
        <pc:picChg chg="add mod">
          <ac:chgData name="Alberto Ruiz" userId="47fa91d207cfb014" providerId="LiveId" clId="{9743E567-337F-4C21-A62A-0C7FCC4B4E77}" dt="2025-09-26T07:43:03.700" v="2161" actId="27614"/>
          <ac:picMkLst>
            <pc:docMk/>
            <pc:sldMk cId="2887050702" sldId="307"/>
            <ac:picMk id="6" creationId="{FE8C8F80-85C7-CB7E-CB91-5FF9FD086DA2}"/>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026686A-B5EE-4576-ACEA-1BFF0CF5C809}" type="doc">
      <dgm:prSet loTypeId="urn:microsoft.com/office/officeart/2005/8/layout/default" loCatId="list" qsTypeId="urn:microsoft.com/office/officeart/2005/8/quickstyle/simple4" qsCatId="simple" csTypeId="urn:microsoft.com/office/officeart/2005/8/colors/colorful1" csCatId="colorful"/>
      <dgm:spPr/>
      <dgm:t>
        <a:bodyPr/>
        <a:lstStyle/>
        <a:p>
          <a:endParaRPr lang="en-US"/>
        </a:p>
      </dgm:t>
    </dgm:pt>
    <dgm:pt modelId="{9746B6C9-DD5A-475A-A2EA-27E2F06DFABF}">
      <dgm:prSet/>
      <dgm:spPr/>
      <dgm:t>
        <a:bodyPr/>
        <a:lstStyle/>
        <a:p>
          <a:r>
            <a:rPr lang="es-ES"/>
            <a:t>Botnets</a:t>
          </a:r>
          <a:endParaRPr lang="en-US"/>
        </a:p>
      </dgm:t>
    </dgm:pt>
    <dgm:pt modelId="{343B002B-5878-435E-A302-FBC34C1DD2D3}" type="parTrans" cxnId="{A29FD1AF-D836-459E-919A-F04BC8E076C5}">
      <dgm:prSet/>
      <dgm:spPr/>
      <dgm:t>
        <a:bodyPr/>
        <a:lstStyle/>
        <a:p>
          <a:endParaRPr lang="en-US"/>
        </a:p>
      </dgm:t>
    </dgm:pt>
    <dgm:pt modelId="{A5198B9B-4FA8-42E7-8A63-B6CF79248818}" type="sibTrans" cxnId="{A29FD1AF-D836-459E-919A-F04BC8E076C5}">
      <dgm:prSet/>
      <dgm:spPr/>
      <dgm:t>
        <a:bodyPr/>
        <a:lstStyle/>
        <a:p>
          <a:endParaRPr lang="en-US"/>
        </a:p>
      </dgm:t>
    </dgm:pt>
    <dgm:pt modelId="{06D83448-121C-42E5-980E-5BED7A7C4A21}">
      <dgm:prSet/>
      <dgm:spPr/>
      <dgm:t>
        <a:bodyPr/>
        <a:lstStyle/>
        <a:p>
          <a:r>
            <a:rPr lang="es-ES"/>
            <a:t>Spoofing</a:t>
          </a:r>
          <a:endParaRPr lang="en-US"/>
        </a:p>
      </dgm:t>
    </dgm:pt>
    <dgm:pt modelId="{63158CC3-8543-43A3-973D-091F0C0BE4BA}" type="parTrans" cxnId="{03336CC8-6CE6-4F11-B001-9013CBB3F22D}">
      <dgm:prSet/>
      <dgm:spPr/>
      <dgm:t>
        <a:bodyPr/>
        <a:lstStyle/>
        <a:p>
          <a:endParaRPr lang="en-US"/>
        </a:p>
      </dgm:t>
    </dgm:pt>
    <dgm:pt modelId="{15B1F5C8-23A7-4A2B-A392-C1365EFC6674}" type="sibTrans" cxnId="{03336CC8-6CE6-4F11-B001-9013CBB3F22D}">
      <dgm:prSet/>
      <dgm:spPr/>
      <dgm:t>
        <a:bodyPr/>
        <a:lstStyle/>
        <a:p>
          <a:endParaRPr lang="en-US"/>
        </a:p>
      </dgm:t>
    </dgm:pt>
    <dgm:pt modelId="{52D761EB-9FA7-4604-AA25-5359F665FEB6}">
      <dgm:prSet/>
      <dgm:spPr/>
      <dgm:t>
        <a:bodyPr/>
        <a:lstStyle/>
        <a:p>
          <a:r>
            <a:rPr lang="es-ES"/>
            <a:t>ARP Spoofing</a:t>
          </a:r>
          <a:endParaRPr lang="en-US"/>
        </a:p>
      </dgm:t>
    </dgm:pt>
    <dgm:pt modelId="{22ABF9E0-2B38-469E-9894-536EDAA16BBA}" type="parTrans" cxnId="{750F02F1-42C3-413C-88D7-128736A93A19}">
      <dgm:prSet/>
      <dgm:spPr/>
      <dgm:t>
        <a:bodyPr/>
        <a:lstStyle/>
        <a:p>
          <a:endParaRPr lang="en-US"/>
        </a:p>
      </dgm:t>
    </dgm:pt>
    <dgm:pt modelId="{709CCE96-D121-4B03-8CED-E3C4B3226939}" type="sibTrans" cxnId="{750F02F1-42C3-413C-88D7-128736A93A19}">
      <dgm:prSet/>
      <dgm:spPr/>
      <dgm:t>
        <a:bodyPr/>
        <a:lstStyle/>
        <a:p>
          <a:endParaRPr lang="en-US"/>
        </a:p>
      </dgm:t>
    </dgm:pt>
    <dgm:pt modelId="{8B817145-E3A8-4735-B7CC-1BBC4D74AC0D}">
      <dgm:prSet/>
      <dgm:spPr/>
      <dgm:t>
        <a:bodyPr/>
        <a:lstStyle/>
        <a:p>
          <a:r>
            <a:rPr lang="es-ES"/>
            <a:t>DNS Spoofing</a:t>
          </a:r>
          <a:endParaRPr lang="en-US"/>
        </a:p>
      </dgm:t>
    </dgm:pt>
    <dgm:pt modelId="{910C36AD-1E86-4E13-B2BD-5CFA6CF593A5}" type="parTrans" cxnId="{4997E7C4-F4B5-413F-867A-2A77CAA9C076}">
      <dgm:prSet/>
      <dgm:spPr/>
      <dgm:t>
        <a:bodyPr/>
        <a:lstStyle/>
        <a:p>
          <a:endParaRPr lang="en-US"/>
        </a:p>
      </dgm:t>
    </dgm:pt>
    <dgm:pt modelId="{3D7090A8-097E-4D81-920D-2BEE6184BDA9}" type="sibTrans" cxnId="{4997E7C4-F4B5-413F-867A-2A77CAA9C076}">
      <dgm:prSet/>
      <dgm:spPr/>
      <dgm:t>
        <a:bodyPr/>
        <a:lstStyle/>
        <a:p>
          <a:endParaRPr lang="en-US"/>
        </a:p>
      </dgm:t>
    </dgm:pt>
    <dgm:pt modelId="{4270DA32-960E-4143-AD34-C039B52EA47C}">
      <dgm:prSet/>
      <dgm:spPr/>
      <dgm:t>
        <a:bodyPr/>
        <a:lstStyle/>
        <a:p>
          <a:r>
            <a:rPr lang="es-ES"/>
            <a:t>Web Spoofing</a:t>
          </a:r>
          <a:endParaRPr lang="en-US"/>
        </a:p>
      </dgm:t>
    </dgm:pt>
    <dgm:pt modelId="{D095FC65-08C5-46F7-8529-8627020BFA38}" type="parTrans" cxnId="{B9ECBA8A-887A-4DC3-8F92-80725E67148F}">
      <dgm:prSet/>
      <dgm:spPr/>
      <dgm:t>
        <a:bodyPr/>
        <a:lstStyle/>
        <a:p>
          <a:endParaRPr lang="en-US"/>
        </a:p>
      </dgm:t>
    </dgm:pt>
    <dgm:pt modelId="{7D2EE25E-8C51-4A25-A85B-C9DA8ABD05F1}" type="sibTrans" cxnId="{B9ECBA8A-887A-4DC3-8F92-80725E67148F}">
      <dgm:prSet/>
      <dgm:spPr/>
      <dgm:t>
        <a:bodyPr/>
        <a:lstStyle/>
        <a:p>
          <a:endParaRPr lang="en-US"/>
        </a:p>
      </dgm:t>
    </dgm:pt>
    <dgm:pt modelId="{55FBCB8E-6160-43CD-8C58-432E159528EE}">
      <dgm:prSet/>
      <dgm:spPr/>
      <dgm:t>
        <a:bodyPr/>
        <a:lstStyle/>
        <a:p>
          <a:r>
            <a:rPr lang="es-ES"/>
            <a:t>Mail Spoofing</a:t>
          </a:r>
          <a:endParaRPr lang="en-US"/>
        </a:p>
      </dgm:t>
    </dgm:pt>
    <dgm:pt modelId="{B1C8795C-BF30-4F47-AE55-9AB14AB9A3A8}" type="parTrans" cxnId="{F467BB7F-7842-4618-AD9F-8F79DFC888AD}">
      <dgm:prSet/>
      <dgm:spPr/>
      <dgm:t>
        <a:bodyPr/>
        <a:lstStyle/>
        <a:p>
          <a:endParaRPr lang="en-US"/>
        </a:p>
      </dgm:t>
    </dgm:pt>
    <dgm:pt modelId="{94303826-CB52-4A92-A9B2-CD728AD8E477}" type="sibTrans" cxnId="{F467BB7F-7842-4618-AD9F-8F79DFC888AD}">
      <dgm:prSet/>
      <dgm:spPr/>
      <dgm:t>
        <a:bodyPr/>
        <a:lstStyle/>
        <a:p>
          <a:endParaRPr lang="en-US"/>
        </a:p>
      </dgm:t>
    </dgm:pt>
    <dgm:pt modelId="{5522DCEB-04F5-415D-8EBC-4BBB69648455}">
      <dgm:prSet/>
      <dgm:spPr/>
      <dgm:t>
        <a:bodyPr/>
        <a:lstStyle/>
        <a:p>
          <a:r>
            <a:rPr lang="es-ES"/>
            <a:t>GPS Spoofing</a:t>
          </a:r>
          <a:endParaRPr lang="en-US"/>
        </a:p>
      </dgm:t>
    </dgm:pt>
    <dgm:pt modelId="{980ECA72-9C21-46AC-8BDA-4DD6EF05E88F}" type="parTrans" cxnId="{E5712B3B-1791-4C48-9BE3-6100CB230971}">
      <dgm:prSet/>
      <dgm:spPr/>
      <dgm:t>
        <a:bodyPr/>
        <a:lstStyle/>
        <a:p>
          <a:endParaRPr lang="en-US"/>
        </a:p>
      </dgm:t>
    </dgm:pt>
    <dgm:pt modelId="{6BFB281A-C69E-41FB-A49D-829E38BDA03B}" type="sibTrans" cxnId="{E5712B3B-1791-4C48-9BE3-6100CB230971}">
      <dgm:prSet/>
      <dgm:spPr/>
      <dgm:t>
        <a:bodyPr/>
        <a:lstStyle/>
        <a:p>
          <a:endParaRPr lang="en-US"/>
        </a:p>
      </dgm:t>
    </dgm:pt>
    <dgm:pt modelId="{74BBAFF3-1A94-49D7-84D1-46AA6E1C78C3}">
      <dgm:prSet/>
      <dgm:spPr/>
      <dgm:t>
        <a:bodyPr/>
        <a:lstStyle/>
        <a:p>
          <a:r>
            <a:rPr lang="es-ES"/>
            <a:t>Ataques fuerza bruta</a:t>
          </a:r>
          <a:endParaRPr lang="en-US"/>
        </a:p>
      </dgm:t>
    </dgm:pt>
    <dgm:pt modelId="{C8D02108-5A1D-4706-BF8B-9053FFAA12A4}" type="parTrans" cxnId="{8D6DA66F-560F-4A66-9009-ED13234BF8DB}">
      <dgm:prSet/>
      <dgm:spPr/>
      <dgm:t>
        <a:bodyPr/>
        <a:lstStyle/>
        <a:p>
          <a:endParaRPr lang="en-US"/>
        </a:p>
      </dgm:t>
    </dgm:pt>
    <dgm:pt modelId="{123A7867-D9B7-43AE-86E1-E79D9184E005}" type="sibTrans" cxnId="{8D6DA66F-560F-4A66-9009-ED13234BF8DB}">
      <dgm:prSet/>
      <dgm:spPr/>
      <dgm:t>
        <a:bodyPr/>
        <a:lstStyle/>
        <a:p>
          <a:endParaRPr lang="en-US"/>
        </a:p>
      </dgm:t>
    </dgm:pt>
    <dgm:pt modelId="{6B26E09B-F7AF-4CC2-A6EE-8A7F611E37A8}">
      <dgm:prSet/>
      <dgm:spPr/>
      <dgm:t>
        <a:bodyPr/>
        <a:lstStyle/>
        <a:p>
          <a:r>
            <a:rPr lang="es-ES"/>
            <a:t>Ataques javascript</a:t>
          </a:r>
          <a:endParaRPr lang="en-US"/>
        </a:p>
      </dgm:t>
    </dgm:pt>
    <dgm:pt modelId="{13F60632-7E20-4533-9645-068EC52ED5A0}" type="parTrans" cxnId="{E758377D-0E27-4DB5-8AC7-E65D21367466}">
      <dgm:prSet/>
      <dgm:spPr/>
      <dgm:t>
        <a:bodyPr/>
        <a:lstStyle/>
        <a:p>
          <a:endParaRPr lang="en-US"/>
        </a:p>
      </dgm:t>
    </dgm:pt>
    <dgm:pt modelId="{3D15D668-685F-44BA-A7A6-1F7B9C985564}" type="sibTrans" cxnId="{E758377D-0E27-4DB5-8AC7-E65D21367466}">
      <dgm:prSet/>
      <dgm:spPr/>
      <dgm:t>
        <a:bodyPr/>
        <a:lstStyle/>
        <a:p>
          <a:endParaRPr lang="en-US"/>
        </a:p>
      </dgm:t>
    </dgm:pt>
    <dgm:pt modelId="{A52AA72B-4B4C-45AC-954A-32FFCCB511B6}">
      <dgm:prSet/>
      <dgm:spPr/>
      <dgm:t>
        <a:bodyPr/>
        <a:lstStyle/>
        <a:p>
          <a:r>
            <a:rPr lang="es-ES"/>
            <a:t>SQL inyection</a:t>
          </a:r>
          <a:endParaRPr lang="en-US"/>
        </a:p>
      </dgm:t>
    </dgm:pt>
    <dgm:pt modelId="{6796D974-60D0-4CBF-A92C-B059F2373D6D}" type="parTrans" cxnId="{22FEB7BD-E44F-468D-B4BE-FD177461C6F8}">
      <dgm:prSet/>
      <dgm:spPr/>
      <dgm:t>
        <a:bodyPr/>
        <a:lstStyle/>
        <a:p>
          <a:endParaRPr lang="en-US"/>
        </a:p>
      </dgm:t>
    </dgm:pt>
    <dgm:pt modelId="{39F6C1EF-A4AC-4DF2-B5D0-175177D712C6}" type="sibTrans" cxnId="{22FEB7BD-E44F-468D-B4BE-FD177461C6F8}">
      <dgm:prSet/>
      <dgm:spPr/>
      <dgm:t>
        <a:bodyPr/>
        <a:lstStyle/>
        <a:p>
          <a:endParaRPr lang="en-US"/>
        </a:p>
      </dgm:t>
    </dgm:pt>
    <dgm:pt modelId="{B12496E1-457C-47D9-B2B0-03D65DA39E6E}">
      <dgm:prSet/>
      <dgm:spPr/>
      <dgm:t>
        <a:bodyPr/>
        <a:lstStyle/>
        <a:p>
          <a:r>
            <a:rPr lang="es-ES"/>
            <a:t>Rootkits</a:t>
          </a:r>
          <a:endParaRPr lang="en-US"/>
        </a:p>
      </dgm:t>
    </dgm:pt>
    <dgm:pt modelId="{F5D832FD-F780-4A1F-BB1F-CC4E5FA341F3}" type="parTrans" cxnId="{03A30DF3-1BC8-4243-892C-B83AA7015737}">
      <dgm:prSet/>
      <dgm:spPr/>
      <dgm:t>
        <a:bodyPr/>
        <a:lstStyle/>
        <a:p>
          <a:endParaRPr lang="en-US"/>
        </a:p>
      </dgm:t>
    </dgm:pt>
    <dgm:pt modelId="{4D6050C8-9E8A-4896-BA39-13C92C2D0312}" type="sibTrans" cxnId="{03A30DF3-1BC8-4243-892C-B83AA7015737}">
      <dgm:prSet/>
      <dgm:spPr/>
      <dgm:t>
        <a:bodyPr/>
        <a:lstStyle/>
        <a:p>
          <a:endParaRPr lang="en-US"/>
        </a:p>
      </dgm:t>
    </dgm:pt>
    <dgm:pt modelId="{6B63BFE5-97B4-4AB5-9A34-6A4BC12E68FB}" type="pres">
      <dgm:prSet presAssocID="{9026686A-B5EE-4576-ACEA-1BFF0CF5C809}" presName="diagram" presStyleCnt="0">
        <dgm:presLayoutVars>
          <dgm:dir/>
          <dgm:resizeHandles val="exact"/>
        </dgm:presLayoutVars>
      </dgm:prSet>
      <dgm:spPr/>
    </dgm:pt>
    <dgm:pt modelId="{5823E25F-BF00-4039-BAC8-F621B45D0FAC}" type="pres">
      <dgm:prSet presAssocID="{9746B6C9-DD5A-475A-A2EA-27E2F06DFABF}" presName="node" presStyleLbl="node1" presStyleIdx="0" presStyleCnt="11">
        <dgm:presLayoutVars>
          <dgm:bulletEnabled val="1"/>
        </dgm:presLayoutVars>
      </dgm:prSet>
      <dgm:spPr/>
    </dgm:pt>
    <dgm:pt modelId="{43C48E4C-12C3-4861-AE60-CCC7B19FECBD}" type="pres">
      <dgm:prSet presAssocID="{A5198B9B-4FA8-42E7-8A63-B6CF79248818}" presName="sibTrans" presStyleCnt="0"/>
      <dgm:spPr/>
    </dgm:pt>
    <dgm:pt modelId="{24A02B6B-EE39-415D-B4A1-E4127E70F4CB}" type="pres">
      <dgm:prSet presAssocID="{06D83448-121C-42E5-980E-5BED7A7C4A21}" presName="node" presStyleLbl="node1" presStyleIdx="1" presStyleCnt="11">
        <dgm:presLayoutVars>
          <dgm:bulletEnabled val="1"/>
        </dgm:presLayoutVars>
      </dgm:prSet>
      <dgm:spPr/>
    </dgm:pt>
    <dgm:pt modelId="{D764BB13-CF3B-48FE-878E-94C73056273A}" type="pres">
      <dgm:prSet presAssocID="{15B1F5C8-23A7-4A2B-A392-C1365EFC6674}" presName="sibTrans" presStyleCnt="0"/>
      <dgm:spPr/>
    </dgm:pt>
    <dgm:pt modelId="{6264A75A-5557-4AB9-9E10-EE4CD9468B39}" type="pres">
      <dgm:prSet presAssocID="{52D761EB-9FA7-4604-AA25-5359F665FEB6}" presName="node" presStyleLbl="node1" presStyleIdx="2" presStyleCnt="11">
        <dgm:presLayoutVars>
          <dgm:bulletEnabled val="1"/>
        </dgm:presLayoutVars>
      </dgm:prSet>
      <dgm:spPr/>
    </dgm:pt>
    <dgm:pt modelId="{FD6747D1-0C1F-4FDE-89A5-38CFEDB4BA2C}" type="pres">
      <dgm:prSet presAssocID="{709CCE96-D121-4B03-8CED-E3C4B3226939}" presName="sibTrans" presStyleCnt="0"/>
      <dgm:spPr/>
    </dgm:pt>
    <dgm:pt modelId="{6A3A4952-54A5-4875-B782-16E750E33272}" type="pres">
      <dgm:prSet presAssocID="{8B817145-E3A8-4735-B7CC-1BBC4D74AC0D}" presName="node" presStyleLbl="node1" presStyleIdx="3" presStyleCnt="11">
        <dgm:presLayoutVars>
          <dgm:bulletEnabled val="1"/>
        </dgm:presLayoutVars>
      </dgm:prSet>
      <dgm:spPr/>
    </dgm:pt>
    <dgm:pt modelId="{9FE74461-B55B-411D-A90C-408B40B5AD69}" type="pres">
      <dgm:prSet presAssocID="{3D7090A8-097E-4D81-920D-2BEE6184BDA9}" presName="sibTrans" presStyleCnt="0"/>
      <dgm:spPr/>
    </dgm:pt>
    <dgm:pt modelId="{22124457-9FA3-4E74-AF05-29C818E9D0B7}" type="pres">
      <dgm:prSet presAssocID="{4270DA32-960E-4143-AD34-C039B52EA47C}" presName="node" presStyleLbl="node1" presStyleIdx="4" presStyleCnt="11">
        <dgm:presLayoutVars>
          <dgm:bulletEnabled val="1"/>
        </dgm:presLayoutVars>
      </dgm:prSet>
      <dgm:spPr/>
    </dgm:pt>
    <dgm:pt modelId="{34A6E9A6-5571-49F2-9D7B-62EF03713AA4}" type="pres">
      <dgm:prSet presAssocID="{7D2EE25E-8C51-4A25-A85B-C9DA8ABD05F1}" presName="sibTrans" presStyleCnt="0"/>
      <dgm:spPr/>
    </dgm:pt>
    <dgm:pt modelId="{B079C7CE-3A3C-4480-AFB4-D57649303559}" type="pres">
      <dgm:prSet presAssocID="{55FBCB8E-6160-43CD-8C58-432E159528EE}" presName="node" presStyleLbl="node1" presStyleIdx="5" presStyleCnt="11">
        <dgm:presLayoutVars>
          <dgm:bulletEnabled val="1"/>
        </dgm:presLayoutVars>
      </dgm:prSet>
      <dgm:spPr/>
    </dgm:pt>
    <dgm:pt modelId="{88F24564-D6E9-4639-B1C4-9DC34B047D1B}" type="pres">
      <dgm:prSet presAssocID="{94303826-CB52-4A92-A9B2-CD728AD8E477}" presName="sibTrans" presStyleCnt="0"/>
      <dgm:spPr/>
    </dgm:pt>
    <dgm:pt modelId="{3E71492A-65DB-4110-A882-DCB37159D49D}" type="pres">
      <dgm:prSet presAssocID="{5522DCEB-04F5-415D-8EBC-4BBB69648455}" presName="node" presStyleLbl="node1" presStyleIdx="6" presStyleCnt="11">
        <dgm:presLayoutVars>
          <dgm:bulletEnabled val="1"/>
        </dgm:presLayoutVars>
      </dgm:prSet>
      <dgm:spPr/>
    </dgm:pt>
    <dgm:pt modelId="{404629DD-4D59-4B39-B17A-4CA713D8C113}" type="pres">
      <dgm:prSet presAssocID="{6BFB281A-C69E-41FB-A49D-829E38BDA03B}" presName="sibTrans" presStyleCnt="0"/>
      <dgm:spPr/>
    </dgm:pt>
    <dgm:pt modelId="{E4618AE9-A4B1-400E-9009-61C3D7C20488}" type="pres">
      <dgm:prSet presAssocID="{74BBAFF3-1A94-49D7-84D1-46AA6E1C78C3}" presName="node" presStyleLbl="node1" presStyleIdx="7" presStyleCnt="11">
        <dgm:presLayoutVars>
          <dgm:bulletEnabled val="1"/>
        </dgm:presLayoutVars>
      </dgm:prSet>
      <dgm:spPr/>
    </dgm:pt>
    <dgm:pt modelId="{58898C91-C9ED-4F97-B169-F6A4A3436C79}" type="pres">
      <dgm:prSet presAssocID="{123A7867-D9B7-43AE-86E1-E79D9184E005}" presName="sibTrans" presStyleCnt="0"/>
      <dgm:spPr/>
    </dgm:pt>
    <dgm:pt modelId="{374FED78-5BB2-4699-B719-0FF967AC0323}" type="pres">
      <dgm:prSet presAssocID="{6B26E09B-F7AF-4CC2-A6EE-8A7F611E37A8}" presName="node" presStyleLbl="node1" presStyleIdx="8" presStyleCnt="11">
        <dgm:presLayoutVars>
          <dgm:bulletEnabled val="1"/>
        </dgm:presLayoutVars>
      </dgm:prSet>
      <dgm:spPr/>
    </dgm:pt>
    <dgm:pt modelId="{4E9C5FD9-3C21-4982-A630-3B418F79AB8D}" type="pres">
      <dgm:prSet presAssocID="{3D15D668-685F-44BA-A7A6-1F7B9C985564}" presName="sibTrans" presStyleCnt="0"/>
      <dgm:spPr/>
    </dgm:pt>
    <dgm:pt modelId="{A9815378-090E-44F3-85E9-2C3A964FA826}" type="pres">
      <dgm:prSet presAssocID="{A52AA72B-4B4C-45AC-954A-32FFCCB511B6}" presName="node" presStyleLbl="node1" presStyleIdx="9" presStyleCnt="11">
        <dgm:presLayoutVars>
          <dgm:bulletEnabled val="1"/>
        </dgm:presLayoutVars>
      </dgm:prSet>
      <dgm:spPr/>
    </dgm:pt>
    <dgm:pt modelId="{136A04AB-7259-4148-87BC-98449CD1B023}" type="pres">
      <dgm:prSet presAssocID="{39F6C1EF-A4AC-4DF2-B5D0-175177D712C6}" presName="sibTrans" presStyleCnt="0"/>
      <dgm:spPr/>
    </dgm:pt>
    <dgm:pt modelId="{7D69FC9D-80F6-413F-AD46-0844B2D242CF}" type="pres">
      <dgm:prSet presAssocID="{B12496E1-457C-47D9-B2B0-03D65DA39E6E}" presName="node" presStyleLbl="node1" presStyleIdx="10" presStyleCnt="11">
        <dgm:presLayoutVars>
          <dgm:bulletEnabled val="1"/>
        </dgm:presLayoutVars>
      </dgm:prSet>
      <dgm:spPr/>
    </dgm:pt>
  </dgm:ptLst>
  <dgm:cxnLst>
    <dgm:cxn modelId="{6105B000-0C16-487F-AE5E-3B6E69ACDE83}" type="presOf" srcId="{9746B6C9-DD5A-475A-A2EA-27E2F06DFABF}" destId="{5823E25F-BF00-4039-BAC8-F621B45D0FAC}" srcOrd="0" destOrd="0" presId="urn:microsoft.com/office/officeart/2005/8/layout/default"/>
    <dgm:cxn modelId="{2AD63B0F-CEF4-4354-B8D0-B9567AF7235D}" type="presOf" srcId="{4270DA32-960E-4143-AD34-C039B52EA47C}" destId="{22124457-9FA3-4E74-AF05-29C818E9D0B7}" srcOrd="0" destOrd="0" presId="urn:microsoft.com/office/officeart/2005/8/layout/default"/>
    <dgm:cxn modelId="{FA97511A-D206-4393-9EBC-FF0B17530118}" type="presOf" srcId="{9026686A-B5EE-4576-ACEA-1BFF0CF5C809}" destId="{6B63BFE5-97B4-4AB5-9A34-6A4BC12E68FB}" srcOrd="0" destOrd="0" presId="urn:microsoft.com/office/officeart/2005/8/layout/default"/>
    <dgm:cxn modelId="{E5712B3B-1791-4C48-9BE3-6100CB230971}" srcId="{9026686A-B5EE-4576-ACEA-1BFF0CF5C809}" destId="{5522DCEB-04F5-415D-8EBC-4BBB69648455}" srcOrd="6" destOrd="0" parTransId="{980ECA72-9C21-46AC-8BDA-4DD6EF05E88F}" sibTransId="{6BFB281A-C69E-41FB-A49D-829E38BDA03B}"/>
    <dgm:cxn modelId="{8D6DA66F-560F-4A66-9009-ED13234BF8DB}" srcId="{9026686A-B5EE-4576-ACEA-1BFF0CF5C809}" destId="{74BBAFF3-1A94-49D7-84D1-46AA6E1C78C3}" srcOrd="7" destOrd="0" parTransId="{C8D02108-5A1D-4706-BF8B-9053FFAA12A4}" sibTransId="{123A7867-D9B7-43AE-86E1-E79D9184E005}"/>
    <dgm:cxn modelId="{71532055-1C8E-47F1-B239-7F1CD5917EAC}" type="presOf" srcId="{5522DCEB-04F5-415D-8EBC-4BBB69648455}" destId="{3E71492A-65DB-4110-A882-DCB37159D49D}" srcOrd="0" destOrd="0" presId="urn:microsoft.com/office/officeart/2005/8/layout/default"/>
    <dgm:cxn modelId="{E758377D-0E27-4DB5-8AC7-E65D21367466}" srcId="{9026686A-B5EE-4576-ACEA-1BFF0CF5C809}" destId="{6B26E09B-F7AF-4CC2-A6EE-8A7F611E37A8}" srcOrd="8" destOrd="0" parTransId="{13F60632-7E20-4533-9645-068EC52ED5A0}" sibTransId="{3D15D668-685F-44BA-A7A6-1F7B9C985564}"/>
    <dgm:cxn modelId="{F467BB7F-7842-4618-AD9F-8F79DFC888AD}" srcId="{9026686A-B5EE-4576-ACEA-1BFF0CF5C809}" destId="{55FBCB8E-6160-43CD-8C58-432E159528EE}" srcOrd="5" destOrd="0" parTransId="{B1C8795C-BF30-4F47-AE55-9AB14AB9A3A8}" sibTransId="{94303826-CB52-4A92-A9B2-CD728AD8E477}"/>
    <dgm:cxn modelId="{B8F93687-A435-4238-A709-197500C59AC1}" type="presOf" srcId="{A52AA72B-4B4C-45AC-954A-32FFCCB511B6}" destId="{A9815378-090E-44F3-85E9-2C3A964FA826}" srcOrd="0" destOrd="0" presId="urn:microsoft.com/office/officeart/2005/8/layout/default"/>
    <dgm:cxn modelId="{B9ECBA8A-887A-4DC3-8F92-80725E67148F}" srcId="{9026686A-B5EE-4576-ACEA-1BFF0CF5C809}" destId="{4270DA32-960E-4143-AD34-C039B52EA47C}" srcOrd="4" destOrd="0" parTransId="{D095FC65-08C5-46F7-8529-8627020BFA38}" sibTransId="{7D2EE25E-8C51-4A25-A85B-C9DA8ABD05F1}"/>
    <dgm:cxn modelId="{BD2C3F8F-2487-43B6-9BED-E83104B07D25}" type="presOf" srcId="{B12496E1-457C-47D9-B2B0-03D65DA39E6E}" destId="{7D69FC9D-80F6-413F-AD46-0844B2D242CF}" srcOrd="0" destOrd="0" presId="urn:microsoft.com/office/officeart/2005/8/layout/default"/>
    <dgm:cxn modelId="{3AF397A8-247A-4188-8901-19F4C0E0CF57}" type="presOf" srcId="{06D83448-121C-42E5-980E-5BED7A7C4A21}" destId="{24A02B6B-EE39-415D-B4A1-E4127E70F4CB}" srcOrd="0" destOrd="0" presId="urn:microsoft.com/office/officeart/2005/8/layout/default"/>
    <dgm:cxn modelId="{F9BD5AAA-748C-454F-A716-1FEB6095D42B}" type="presOf" srcId="{6B26E09B-F7AF-4CC2-A6EE-8A7F611E37A8}" destId="{374FED78-5BB2-4699-B719-0FF967AC0323}" srcOrd="0" destOrd="0" presId="urn:microsoft.com/office/officeart/2005/8/layout/default"/>
    <dgm:cxn modelId="{A29FD1AF-D836-459E-919A-F04BC8E076C5}" srcId="{9026686A-B5EE-4576-ACEA-1BFF0CF5C809}" destId="{9746B6C9-DD5A-475A-A2EA-27E2F06DFABF}" srcOrd="0" destOrd="0" parTransId="{343B002B-5878-435E-A302-FBC34C1DD2D3}" sibTransId="{A5198B9B-4FA8-42E7-8A63-B6CF79248818}"/>
    <dgm:cxn modelId="{22FEB7BD-E44F-468D-B4BE-FD177461C6F8}" srcId="{9026686A-B5EE-4576-ACEA-1BFF0CF5C809}" destId="{A52AA72B-4B4C-45AC-954A-32FFCCB511B6}" srcOrd="9" destOrd="0" parTransId="{6796D974-60D0-4CBF-A92C-B059F2373D6D}" sibTransId="{39F6C1EF-A4AC-4DF2-B5D0-175177D712C6}"/>
    <dgm:cxn modelId="{4997E7C4-F4B5-413F-867A-2A77CAA9C076}" srcId="{9026686A-B5EE-4576-ACEA-1BFF0CF5C809}" destId="{8B817145-E3A8-4735-B7CC-1BBC4D74AC0D}" srcOrd="3" destOrd="0" parTransId="{910C36AD-1E86-4E13-B2BD-5CFA6CF593A5}" sibTransId="{3D7090A8-097E-4D81-920D-2BEE6184BDA9}"/>
    <dgm:cxn modelId="{6D4981C5-CE2D-4E79-AA7C-BD282F9A740E}" type="presOf" srcId="{55FBCB8E-6160-43CD-8C58-432E159528EE}" destId="{B079C7CE-3A3C-4480-AFB4-D57649303559}" srcOrd="0" destOrd="0" presId="urn:microsoft.com/office/officeart/2005/8/layout/default"/>
    <dgm:cxn modelId="{03336CC8-6CE6-4F11-B001-9013CBB3F22D}" srcId="{9026686A-B5EE-4576-ACEA-1BFF0CF5C809}" destId="{06D83448-121C-42E5-980E-5BED7A7C4A21}" srcOrd="1" destOrd="0" parTransId="{63158CC3-8543-43A3-973D-091F0C0BE4BA}" sibTransId="{15B1F5C8-23A7-4A2B-A392-C1365EFC6674}"/>
    <dgm:cxn modelId="{907373C9-0F18-4EC4-88E6-6F99EE8ADEAC}" type="presOf" srcId="{52D761EB-9FA7-4604-AA25-5359F665FEB6}" destId="{6264A75A-5557-4AB9-9E10-EE4CD9468B39}" srcOrd="0" destOrd="0" presId="urn:microsoft.com/office/officeart/2005/8/layout/default"/>
    <dgm:cxn modelId="{ECFE78DA-77FC-4BA2-BC95-2ABE7C4FE5D2}" type="presOf" srcId="{74BBAFF3-1A94-49D7-84D1-46AA6E1C78C3}" destId="{E4618AE9-A4B1-400E-9009-61C3D7C20488}" srcOrd="0" destOrd="0" presId="urn:microsoft.com/office/officeart/2005/8/layout/default"/>
    <dgm:cxn modelId="{23A32ADD-3B07-4144-9EF1-912FAECC0272}" type="presOf" srcId="{8B817145-E3A8-4735-B7CC-1BBC4D74AC0D}" destId="{6A3A4952-54A5-4875-B782-16E750E33272}" srcOrd="0" destOrd="0" presId="urn:microsoft.com/office/officeart/2005/8/layout/default"/>
    <dgm:cxn modelId="{750F02F1-42C3-413C-88D7-128736A93A19}" srcId="{9026686A-B5EE-4576-ACEA-1BFF0CF5C809}" destId="{52D761EB-9FA7-4604-AA25-5359F665FEB6}" srcOrd="2" destOrd="0" parTransId="{22ABF9E0-2B38-469E-9894-536EDAA16BBA}" sibTransId="{709CCE96-D121-4B03-8CED-E3C4B3226939}"/>
    <dgm:cxn modelId="{03A30DF3-1BC8-4243-892C-B83AA7015737}" srcId="{9026686A-B5EE-4576-ACEA-1BFF0CF5C809}" destId="{B12496E1-457C-47D9-B2B0-03D65DA39E6E}" srcOrd="10" destOrd="0" parTransId="{F5D832FD-F780-4A1F-BB1F-CC4E5FA341F3}" sibTransId="{4D6050C8-9E8A-4896-BA39-13C92C2D0312}"/>
    <dgm:cxn modelId="{253DF796-BA51-4FE2-9FF1-58AB80722C55}" type="presParOf" srcId="{6B63BFE5-97B4-4AB5-9A34-6A4BC12E68FB}" destId="{5823E25F-BF00-4039-BAC8-F621B45D0FAC}" srcOrd="0" destOrd="0" presId="urn:microsoft.com/office/officeart/2005/8/layout/default"/>
    <dgm:cxn modelId="{5D663FF2-359C-49CB-B973-D526314DE72C}" type="presParOf" srcId="{6B63BFE5-97B4-4AB5-9A34-6A4BC12E68FB}" destId="{43C48E4C-12C3-4861-AE60-CCC7B19FECBD}" srcOrd="1" destOrd="0" presId="urn:microsoft.com/office/officeart/2005/8/layout/default"/>
    <dgm:cxn modelId="{0F33F568-0B81-42E3-A685-C5390C2E74B4}" type="presParOf" srcId="{6B63BFE5-97B4-4AB5-9A34-6A4BC12E68FB}" destId="{24A02B6B-EE39-415D-B4A1-E4127E70F4CB}" srcOrd="2" destOrd="0" presId="urn:microsoft.com/office/officeart/2005/8/layout/default"/>
    <dgm:cxn modelId="{6392D43E-9149-4C86-9FCB-F38171EBBF6B}" type="presParOf" srcId="{6B63BFE5-97B4-4AB5-9A34-6A4BC12E68FB}" destId="{D764BB13-CF3B-48FE-878E-94C73056273A}" srcOrd="3" destOrd="0" presId="urn:microsoft.com/office/officeart/2005/8/layout/default"/>
    <dgm:cxn modelId="{57095CBF-5D45-4284-A55A-8D5FCA51B97E}" type="presParOf" srcId="{6B63BFE5-97B4-4AB5-9A34-6A4BC12E68FB}" destId="{6264A75A-5557-4AB9-9E10-EE4CD9468B39}" srcOrd="4" destOrd="0" presId="urn:microsoft.com/office/officeart/2005/8/layout/default"/>
    <dgm:cxn modelId="{FCCA0A13-D9E1-4A96-945B-2B5D684C70F8}" type="presParOf" srcId="{6B63BFE5-97B4-4AB5-9A34-6A4BC12E68FB}" destId="{FD6747D1-0C1F-4FDE-89A5-38CFEDB4BA2C}" srcOrd="5" destOrd="0" presId="urn:microsoft.com/office/officeart/2005/8/layout/default"/>
    <dgm:cxn modelId="{6ECEE138-2B07-4D3A-8BCE-B0787D3B5A55}" type="presParOf" srcId="{6B63BFE5-97B4-4AB5-9A34-6A4BC12E68FB}" destId="{6A3A4952-54A5-4875-B782-16E750E33272}" srcOrd="6" destOrd="0" presId="urn:microsoft.com/office/officeart/2005/8/layout/default"/>
    <dgm:cxn modelId="{94D38001-FD2E-4DA2-8A1B-E1D2917F4F58}" type="presParOf" srcId="{6B63BFE5-97B4-4AB5-9A34-6A4BC12E68FB}" destId="{9FE74461-B55B-411D-A90C-408B40B5AD69}" srcOrd="7" destOrd="0" presId="urn:microsoft.com/office/officeart/2005/8/layout/default"/>
    <dgm:cxn modelId="{5D9D0731-E85F-4DE5-9F1F-FBB3B212912F}" type="presParOf" srcId="{6B63BFE5-97B4-4AB5-9A34-6A4BC12E68FB}" destId="{22124457-9FA3-4E74-AF05-29C818E9D0B7}" srcOrd="8" destOrd="0" presId="urn:microsoft.com/office/officeart/2005/8/layout/default"/>
    <dgm:cxn modelId="{34BDF01E-B182-4413-A413-98EB4487A815}" type="presParOf" srcId="{6B63BFE5-97B4-4AB5-9A34-6A4BC12E68FB}" destId="{34A6E9A6-5571-49F2-9D7B-62EF03713AA4}" srcOrd="9" destOrd="0" presId="urn:microsoft.com/office/officeart/2005/8/layout/default"/>
    <dgm:cxn modelId="{DEBDA2AC-24E2-40D9-A7ED-81BDFB4838D5}" type="presParOf" srcId="{6B63BFE5-97B4-4AB5-9A34-6A4BC12E68FB}" destId="{B079C7CE-3A3C-4480-AFB4-D57649303559}" srcOrd="10" destOrd="0" presId="urn:microsoft.com/office/officeart/2005/8/layout/default"/>
    <dgm:cxn modelId="{3272DD66-3A49-4BCD-B1AE-B3C12CCACD7D}" type="presParOf" srcId="{6B63BFE5-97B4-4AB5-9A34-6A4BC12E68FB}" destId="{88F24564-D6E9-4639-B1C4-9DC34B047D1B}" srcOrd="11" destOrd="0" presId="urn:microsoft.com/office/officeart/2005/8/layout/default"/>
    <dgm:cxn modelId="{E7300993-2A98-44B3-85E8-0562790C6305}" type="presParOf" srcId="{6B63BFE5-97B4-4AB5-9A34-6A4BC12E68FB}" destId="{3E71492A-65DB-4110-A882-DCB37159D49D}" srcOrd="12" destOrd="0" presId="urn:microsoft.com/office/officeart/2005/8/layout/default"/>
    <dgm:cxn modelId="{2CBD6101-AE1B-45AE-8E1B-B882760DC80D}" type="presParOf" srcId="{6B63BFE5-97B4-4AB5-9A34-6A4BC12E68FB}" destId="{404629DD-4D59-4B39-B17A-4CA713D8C113}" srcOrd="13" destOrd="0" presId="urn:microsoft.com/office/officeart/2005/8/layout/default"/>
    <dgm:cxn modelId="{13BA1FC1-D804-43F6-9814-E705FCA1B062}" type="presParOf" srcId="{6B63BFE5-97B4-4AB5-9A34-6A4BC12E68FB}" destId="{E4618AE9-A4B1-400E-9009-61C3D7C20488}" srcOrd="14" destOrd="0" presId="urn:microsoft.com/office/officeart/2005/8/layout/default"/>
    <dgm:cxn modelId="{2A2587E8-9F3B-4DC1-88AB-CE3BC3D3814B}" type="presParOf" srcId="{6B63BFE5-97B4-4AB5-9A34-6A4BC12E68FB}" destId="{58898C91-C9ED-4F97-B169-F6A4A3436C79}" srcOrd="15" destOrd="0" presId="urn:microsoft.com/office/officeart/2005/8/layout/default"/>
    <dgm:cxn modelId="{A54EE89F-EF3A-4B4C-B50A-B886BFF7B047}" type="presParOf" srcId="{6B63BFE5-97B4-4AB5-9A34-6A4BC12E68FB}" destId="{374FED78-5BB2-4699-B719-0FF967AC0323}" srcOrd="16" destOrd="0" presId="urn:microsoft.com/office/officeart/2005/8/layout/default"/>
    <dgm:cxn modelId="{21C472B7-943B-46E6-A0BB-F5D110877CB3}" type="presParOf" srcId="{6B63BFE5-97B4-4AB5-9A34-6A4BC12E68FB}" destId="{4E9C5FD9-3C21-4982-A630-3B418F79AB8D}" srcOrd="17" destOrd="0" presId="urn:microsoft.com/office/officeart/2005/8/layout/default"/>
    <dgm:cxn modelId="{832575CC-D0E2-4A3D-A3A3-2B54E271E005}" type="presParOf" srcId="{6B63BFE5-97B4-4AB5-9A34-6A4BC12E68FB}" destId="{A9815378-090E-44F3-85E9-2C3A964FA826}" srcOrd="18" destOrd="0" presId="urn:microsoft.com/office/officeart/2005/8/layout/default"/>
    <dgm:cxn modelId="{22233F34-2F68-432D-A461-1B59A55987B0}" type="presParOf" srcId="{6B63BFE5-97B4-4AB5-9A34-6A4BC12E68FB}" destId="{136A04AB-7259-4148-87BC-98449CD1B023}" srcOrd="19" destOrd="0" presId="urn:microsoft.com/office/officeart/2005/8/layout/default"/>
    <dgm:cxn modelId="{7A50E164-1A53-4183-89E3-9945F2C684D4}" type="presParOf" srcId="{6B63BFE5-97B4-4AB5-9A34-6A4BC12E68FB}" destId="{7D69FC9D-80F6-413F-AD46-0844B2D242CF}"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61A526-5008-4C86-B39E-85DFCAE37326}"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823EB6E8-09A3-4DD0-85DB-5F1343E1CDDC}">
      <dgm:prSet/>
      <dgm:spPr/>
      <dgm:t>
        <a:bodyPr/>
        <a:lstStyle/>
        <a:p>
          <a:r>
            <a:rPr lang="es-ES" b="1"/>
            <a:t>Qué es arpwatch?</a:t>
          </a:r>
          <a:endParaRPr lang="en-US"/>
        </a:p>
      </dgm:t>
    </dgm:pt>
    <dgm:pt modelId="{362371B8-E37B-46B2-B3BA-F8A8D901D95E}" type="parTrans" cxnId="{500992CA-F0E2-47BC-90C5-D62B640A7FC9}">
      <dgm:prSet/>
      <dgm:spPr/>
      <dgm:t>
        <a:bodyPr/>
        <a:lstStyle/>
        <a:p>
          <a:endParaRPr lang="en-US"/>
        </a:p>
      </dgm:t>
    </dgm:pt>
    <dgm:pt modelId="{5DAAF206-16D1-49B9-B86E-26FD8981B46B}" type="sibTrans" cxnId="{500992CA-F0E2-47BC-90C5-D62B640A7FC9}">
      <dgm:prSet/>
      <dgm:spPr/>
      <dgm:t>
        <a:bodyPr/>
        <a:lstStyle/>
        <a:p>
          <a:endParaRPr lang="en-US"/>
        </a:p>
      </dgm:t>
    </dgm:pt>
    <dgm:pt modelId="{BBBBE593-0BD6-47B1-9116-CF394A2458B5}">
      <dgm:prSet/>
      <dgm:spPr/>
      <dgm:t>
        <a:bodyPr/>
        <a:lstStyle/>
        <a:p>
          <a:r>
            <a:rPr lang="es-ES"/>
            <a:t>Es una </a:t>
          </a:r>
          <a:r>
            <a:rPr lang="es-ES" b="1"/>
            <a:t>herramienta de monitorización de red</a:t>
          </a:r>
          <a:r>
            <a:rPr lang="es-ES"/>
            <a:t>.</a:t>
          </a:r>
          <a:endParaRPr lang="en-US"/>
        </a:p>
      </dgm:t>
    </dgm:pt>
    <dgm:pt modelId="{76055379-DE9E-487F-B94A-77084C2C1CB5}" type="parTrans" cxnId="{8EF57E9C-77E8-42D9-B48C-E589640FF0E3}">
      <dgm:prSet/>
      <dgm:spPr/>
      <dgm:t>
        <a:bodyPr/>
        <a:lstStyle/>
        <a:p>
          <a:endParaRPr lang="en-US"/>
        </a:p>
      </dgm:t>
    </dgm:pt>
    <dgm:pt modelId="{948A1EB8-D156-424E-B459-88DBB9B3D0BB}" type="sibTrans" cxnId="{8EF57E9C-77E8-42D9-B48C-E589640FF0E3}">
      <dgm:prSet/>
      <dgm:spPr/>
      <dgm:t>
        <a:bodyPr/>
        <a:lstStyle/>
        <a:p>
          <a:endParaRPr lang="en-US"/>
        </a:p>
      </dgm:t>
    </dgm:pt>
    <dgm:pt modelId="{63E19590-DCF5-4CE5-986F-BB3343A5B08F}">
      <dgm:prSet/>
      <dgm:spPr/>
      <dgm:t>
        <a:bodyPr/>
        <a:lstStyle/>
        <a:p>
          <a:r>
            <a:rPr lang="es-ES"/>
            <a:t>Se ejecuta como un demonio (arpwatchd) y va registrando las asociaciones entre </a:t>
          </a:r>
          <a:r>
            <a:rPr lang="es-ES" b="1"/>
            <a:t>IP ↔ MAC</a:t>
          </a:r>
          <a:r>
            <a:rPr lang="es-ES"/>
            <a:t> que detecta en la red.</a:t>
          </a:r>
          <a:endParaRPr lang="en-US"/>
        </a:p>
      </dgm:t>
    </dgm:pt>
    <dgm:pt modelId="{DDA5366A-5116-4063-9371-A3ACE398C560}" type="parTrans" cxnId="{DB94AAF2-0237-41F1-AE73-BE175120AC67}">
      <dgm:prSet/>
      <dgm:spPr/>
      <dgm:t>
        <a:bodyPr/>
        <a:lstStyle/>
        <a:p>
          <a:endParaRPr lang="en-US"/>
        </a:p>
      </dgm:t>
    </dgm:pt>
    <dgm:pt modelId="{1DE8DF74-B794-42E9-B7A7-9EAE42B11B92}" type="sibTrans" cxnId="{DB94AAF2-0237-41F1-AE73-BE175120AC67}">
      <dgm:prSet/>
      <dgm:spPr/>
      <dgm:t>
        <a:bodyPr/>
        <a:lstStyle/>
        <a:p>
          <a:endParaRPr lang="en-US"/>
        </a:p>
      </dgm:t>
    </dgm:pt>
    <dgm:pt modelId="{58B92752-32DD-4AA0-90E9-D439878FCEA2}">
      <dgm:prSet/>
      <dgm:spPr/>
      <dgm:t>
        <a:bodyPr/>
        <a:lstStyle/>
        <a:p>
          <a:r>
            <a:rPr lang="es-ES"/>
            <a:t>Si aparece un cambio (ej. una IP ahora responde con otra MAC), genera una </a:t>
          </a:r>
          <a:r>
            <a:rPr lang="es-ES" b="1"/>
            <a:t>alerta</a:t>
          </a:r>
          <a:endParaRPr lang="en-US"/>
        </a:p>
      </dgm:t>
    </dgm:pt>
    <dgm:pt modelId="{A98DD3F0-06C9-4D88-A2E6-AD44010DE59F}" type="parTrans" cxnId="{575D23F9-7191-4DE4-9B22-79D0EBED14F4}">
      <dgm:prSet/>
      <dgm:spPr/>
      <dgm:t>
        <a:bodyPr/>
        <a:lstStyle/>
        <a:p>
          <a:endParaRPr lang="en-US"/>
        </a:p>
      </dgm:t>
    </dgm:pt>
    <dgm:pt modelId="{99A57C76-CC11-48EA-8ED8-947DC8023815}" type="sibTrans" cxnId="{575D23F9-7191-4DE4-9B22-79D0EBED14F4}">
      <dgm:prSet/>
      <dgm:spPr/>
      <dgm:t>
        <a:bodyPr/>
        <a:lstStyle/>
        <a:p>
          <a:endParaRPr lang="en-US"/>
        </a:p>
      </dgm:t>
    </dgm:pt>
    <dgm:pt modelId="{96361361-6130-4E48-A10C-261F3C4D05CA}">
      <dgm:prSet/>
      <dgm:spPr/>
      <dgm:t>
        <a:bodyPr/>
        <a:lstStyle/>
        <a:p>
          <a:r>
            <a:rPr lang="en-US"/>
            <a:t>sudo apt update</a:t>
          </a:r>
        </a:p>
      </dgm:t>
    </dgm:pt>
    <dgm:pt modelId="{B969FD04-F5FB-4860-BD55-7F1F5C47EEDE}" type="parTrans" cxnId="{88490C11-A29D-4503-A6CE-89BD813812AC}">
      <dgm:prSet/>
      <dgm:spPr/>
      <dgm:t>
        <a:bodyPr/>
        <a:lstStyle/>
        <a:p>
          <a:endParaRPr lang="en-US"/>
        </a:p>
      </dgm:t>
    </dgm:pt>
    <dgm:pt modelId="{4A4427AC-097A-4802-BE0A-78276D80FFA4}" type="sibTrans" cxnId="{88490C11-A29D-4503-A6CE-89BD813812AC}">
      <dgm:prSet/>
      <dgm:spPr/>
      <dgm:t>
        <a:bodyPr/>
        <a:lstStyle/>
        <a:p>
          <a:endParaRPr lang="en-US"/>
        </a:p>
      </dgm:t>
    </dgm:pt>
    <dgm:pt modelId="{07196265-8FDA-479C-94BC-111725DFD334}">
      <dgm:prSet/>
      <dgm:spPr/>
      <dgm:t>
        <a:bodyPr/>
        <a:lstStyle/>
        <a:p>
          <a:r>
            <a:rPr lang="en-US"/>
            <a:t>sudo apt install arpwatch</a:t>
          </a:r>
        </a:p>
      </dgm:t>
    </dgm:pt>
    <dgm:pt modelId="{69C6860F-A941-429A-BE88-245D9520AA6C}" type="parTrans" cxnId="{46F3B3C2-2E93-4523-A007-5E11C9AFBD57}">
      <dgm:prSet/>
      <dgm:spPr/>
      <dgm:t>
        <a:bodyPr/>
        <a:lstStyle/>
        <a:p>
          <a:endParaRPr lang="en-US"/>
        </a:p>
      </dgm:t>
    </dgm:pt>
    <dgm:pt modelId="{D0553C3B-7616-4760-BEBE-946812A5C6A0}" type="sibTrans" cxnId="{46F3B3C2-2E93-4523-A007-5E11C9AFBD57}">
      <dgm:prSet/>
      <dgm:spPr/>
      <dgm:t>
        <a:bodyPr/>
        <a:lstStyle/>
        <a:p>
          <a:endParaRPr lang="en-US"/>
        </a:p>
      </dgm:t>
    </dgm:pt>
    <dgm:pt modelId="{EC73EEE1-FF47-4238-A8E4-9718734EA23F}" type="pres">
      <dgm:prSet presAssocID="{EC61A526-5008-4C86-B39E-85DFCAE37326}" presName="vert0" presStyleCnt="0">
        <dgm:presLayoutVars>
          <dgm:dir/>
          <dgm:animOne val="branch"/>
          <dgm:animLvl val="lvl"/>
        </dgm:presLayoutVars>
      </dgm:prSet>
      <dgm:spPr/>
    </dgm:pt>
    <dgm:pt modelId="{9DBF02E6-69C4-4195-B52C-0A2C01F5A7AA}" type="pres">
      <dgm:prSet presAssocID="{823EB6E8-09A3-4DD0-85DB-5F1343E1CDDC}" presName="thickLine" presStyleLbl="alignNode1" presStyleIdx="0" presStyleCnt="6"/>
      <dgm:spPr/>
    </dgm:pt>
    <dgm:pt modelId="{14DE27DC-DDD7-4A71-AB44-8579189A734B}" type="pres">
      <dgm:prSet presAssocID="{823EB6E8-09A3-4DD0-85DB-5F1343E1CDDC}" presName="horz1" presStyleCnt="0"/>
      <dgm:spPr/>
    </dgm:pt>
    <dgm:pt modelId="{4ECE3940-36BB-492C-9BD9-907F4C51A2F5}" type="pres">
      <dgm:prSet presAssocID="{823EB6E8-09A3-4DD0-85DB-5F1343E1CDDC}" presName="tx1" presStyleLbl="revTx" presStyleIdx="0" presStyleCnt="6"/>
      <dgm:spPr/>
    </dgm:pt>
    <dgm:pt modelId="{FC425917-AF0E-4115-8791-4CD3AFBCB523}" type="pres">
      <dgm:prSet presAssocID="{823EB6E8-09A3-4DD0-85DB-5F1343E1CDDC}" presName="vert1" presStyleCnt="0"/>
      <dgm:spPr/>
    </dgm:pt>
    <dgm:pt modelId="{26308FC0-9C3D-43B1-AA1E-EB3AE260562F}" type="pres">
      <dgm:prSet presAssocID="{BBBBE593-0BD6-47B1-9116-CF394A2458B5}" presName="thickLine" presStyleLbl="alignNode1" presStyleIdx="1" presStyleCnt="6"/>
      <dgm:spPr/>
    </dgm:pt>
    <dgm:pt modelId="{FA632F37-7C36-482B-BC75-0E8829B075C9}" type="pres">
      <dgm:prSet presAssocID="{BBBBE593-0BD6-47B1-9116-CF394A2458B5}" presName="horz1" presStyleCnt="0"/>
      <dgm:spPr/>
    </dgm:pt>
    <dgm:pt modelId="{127F472B-3D81-4B8D-85AF-67E69BE81D11}" type="pres">
      <dgm:prSet presAssocID="{BBBBE593-0BD6-47B1-9116-CF394A2458B5}" presName="tx1" presStyleLbl="revTx" presStyleIdx="1" presStyleCnt="6"/>
      <dgm:spPr/>
    </dgm:pt>
    <dgm:pt modelId="{7D12EE4D-AB1D-4A66-9336-DB74F4F7D3A9}" type="pres">
      <dgm:prSet presAssocID="{BBBBE593-0BD6-47B1-9116-CF394A2458B5}" presName="vert1" presStyleCnt="0"/>
      <dgm:spPr/>
    </dgm:pt>
    <dgm:pt modelId="{F142F6F0-F16B-4DDE-9C8D-F014FEF5C98B}" type="pres">
      <dgm:prSet presAssocID="{63E19590-DCF5-4CE5-986F-BB3343A5B08F}" presName="thickLine" presStyleLbl="alignNode1" presStyleIdx="2" presStyleCnt="6"/>
      <dgm:spPr/>
    </dgm:pt>
    <dgm:pt modelId="{7CE72E5D-A8B6-4F72-BC99-4A8D756D7F06}" type="pres">
      <dgm:prSet presAssocID="{63E19590-DCF5-4CE5-986F-BB3343A5B08F}" presName="horz1" presStyleCnt="0"/>
      <dgm:spPr/>
    </dgm:pt>
    <dgm:pt modelId="{04AA43BA-5BDC-426E-A266-5E8D2D4D08FE}" type="pres">
      <dgm:prSet presAssocID="{63E19590-DCF5-4CE5-986F-BB3343A5B08F}" presName="tx1" presStyleLbl="revTx" presStyleIdx="2" presStyleCnt="6"/>
      <dgm:spPr/>
    </dgm:pt>
    <dgm:pt modelId="{86B6587D-9D7E-4A26-98C2-9E1360C3E7B7}" type="pres">
      <dgm:prSet presAssocID="{63E19590-DCF5-4CE5-986F-BB3343A5B08F}" presName="vert1" presStyleCnt="0"/>
      <dgm:spPr/>
    </dgm:pt>
    <dgm:pt modelId="{27B8D967-C19E-4044-A05E-5EFC85B2B61D}" type="pres">
      <dgm:prSet presAssocID="{58B92752-32DD-4AA0-90E9-D439878FCEA2}" presName="thickLine" presStyleLbl="alignNode1" presStyleIdx="3" presStyleCnt="6"/>
      <dgm:spPr/>
    </dgm:pt>
    <dgm:pt modelId="{134B3E72-FB37-4D8A-85B3-5C0257AC54F5}" type="pres">
      <dgm:prSet presAssocID="{58B92752-32DD-4AA0-90E9-D439878FCEA2}" presName="horz1" presStyleCnt="0"/>
      <dgm:spPr/>
    </dgm:pt>
    <dgm:pt modelId="{AD599BD6-8B7D-4E7E-ACBD-3DD07A9EA0EF}" type="pres">
      <dgm:prSet presAssocID="{58B92752-32DD-4AA0-90E9-D439878FCEA2}" presName="tx1" presStyleLbl="revTx" presStyleIdx="3" presStyleCnt="6"/>
      <dgm:spPr/>
    </dgm:pt>
    <dgm:pt modelId="{3738412C-603E-43EE-AE84-7DB4E6E4A7C2}" type="pres">
      <dgm:prSet presAssocID="{58B92752-32DD-4AA0-90E9-D439878FCEA2}" presName="vert1" presStyleCnt="0"/>
      <dgm:spPr/>
    </dgm:pt>
    <dgm:pt modelId="{AB189A4E-95F8-4B92-96FD-FE65EEB49147}" type="pres">
      <dgm:prSet presAssocID="{96361361-6130-4E48-A10C-261F3C4D05CA}" presName="thickLine" presStyleLbl="alignNode1" presStyleIdx="4" presStyleCnt="6"/>
      <dgm:spPr/>
    </dgm:pt>
    <dgm:pt modelId="{C949F14C-9491-462C-9E9D-EFBCE823E06B}" type="pres">
      <dgm:prSet presAssocID="{96361361-6130-4E48-A10C-261F3C4D05CA}" presName="horz1" presStyleCnt="0"/>
      <dgm:spPr/>
    </dgm:pt>
    <dgm:pt modelId="{1E429DDF-E7CE-4BB9-A9CE-3697A816B2D9}" type="pres">
      <dgm:prSet presAssocID="{96361361-6130-4E48-A10C-261F3C4D05CA}" presName="tx1" presStyleLbl="revTx" presStyleIdx="4" presStyleCnt="6"/>
      <dgm:spPr/>
    </dgm:pt>
    <dgm:pt modelId="{EA1D6320-61E0-4E7C-AA57-9F8CCBA6D530}" type="pres">
      <dgm:prSet presAssocID="{96361361-6130-4E48-A10C-261F3C4D05CA}" presName="vert1" presStyleCnt="0"/>
      <dgm:spPr/>
    </dgm:pt>
    <dgm:pt modelId="{1510712E-AFBE-435C-9CF2-A9FC1CC1962D}" type="pres">
      <dgm:prSet presAssocID="{07196265-8FDA-479C-94BC-111725DFD334}" presName="thickLine" presStyleLbl="alignNode1" presStyleIdx="5" presStyleCnt="6"/>
      <dgm:spPr/>
    </dgm:pt>
    <dgm:pt modelId="{4033A461-B85B-4E6F-88A5-706C884DE3F3}" type="pres">
      <dgm:prSet presAssocID="{07196265-8FDA-479C-94BC-111725DFD334}" presName="horz1" presStyleCnt="0"/>
      <dgm:spPr/>
    </dgm:pt>
    <dgm:pt modelId="{EBB5F4F7-A7DA-4A8B-B1DD-52BAC62BFC92}" type="pres">
      <dgm:prSet presAssocID="{07196265-8FDA-479C-94BC-111725DFD334}" presName="tx1" presStyleLbl="revTx" presStyleIdx="5" presStyleCnt="6"/>
      <dgm:spPr/>
    </dgm:pt>
    <dgm:pt modelId="{EDFF79B2-C8B3-4851-8A21-C160FB7076A3}" type="pres">
      <dgm:prSet presAssocID="{07196265-8FDA-479C-94BC-111725DFD334}" presName="vert1" presStyleCnt="0"/>
      <dgm:spPr/>
    </dgm:pt>
  </dgm:ptLst>
  <dgm:cxnLst>
    <dgm:cxn modelId="{88490C11-A29D-4503-A6CE-89BD813812AC}" srcId="{EC61A526-5008-4C86-B39E-85DFCAE37326}" destId="{96361361-6130-4E48-A10C-261F3C4D05CA}" srcOrd="4" destOrd="0" parTransId="{B969FD04-F5FB-4860-BD55-7F1F5C47EEDE}" sibTransId="{4A4427AC-097A-4802-BE0A-78276D80FFA4}"/>
    <dgm:cxn modelId="{D0417445-1A41-4418-858E-D3303BDCC241}" type="presOf" srcId="{96361361-6130-4E48-A10C-261F3C4D05CA}" destId="{1E429DDF-E7CE-4BB9-A9CE-3697A816B2D9}" srcOrd="0" destOrd="0" presId="urn:microsoft.com/office/officeart/2008/layout/LinedList"/>
    <dgm:cxn modelId="{1CE1534B-30C0-468D-BC8F-15687D92B273}" type="presOf" srcId="{58B92752-32DD-4AA0-90E9-D439878FCEA2}" destId="{AD599BD6-8B7D-4E7E-ACBD-3DD07A9EA0EF}" srcOrd="0" destOrd="0" presId="urn:microsoft.com/office/officeart/2008/layout/LinedList"/>
    <dgm:cxn modelId="{1E43EA7B-92E1-4719-A34E-B7AFE1BB0A24}" type="presOf" srcId="{63E19590-DCF5-4CE5-986F-BB3343A5B08F}" destId="{04AA43BA-5BDC-426E-A266-5E8D2D4D08FE}" srcOrd="0" destOrd="0" presId="urn:microsoft.com/office/officeart/2008/layout/LinedList"/>
    <dgm:cxn modelId="{FDC4D880-E0B0-46EB-868A-F8F260D96DF4}" type="presOf" srcId="{823EB6E8-09A3-4DD0-85DB-5F1343E1CDDC}" destId="{4ECE3940-36BB-492C-9BD9-907F4C51A2F5}" srcOrd="0" destOrd="0" presId="urn:microsoft.com/office/officeart/2008/layout/LinedList"/>
    <dgm:cxn modelId="{8EF57E9C-77E8-42D9-B48C-E589640FF0E3}" srcId="{EC61A526-5008-4C86-B39E-85DFCAE37326}" destId="{BBBBE593-0BD6-47B1-9116-CF394A2458B5}" srcOrd="1" destOrd="0" parTransId="{76055379-DE9E-487F-B94A-77084C2C1CB5}" sibTransId="{948A1EB8-D156-424E-B459-88DBB9B3D0BB}"/>
    <dgm:cxn modelId="{D158FD9D-D38D-4670-B079-8134788D74C2}" type="presOf" srcId="{07196265-8FDA-479C-94BC-111725DFD334}" destId="{EBB5F4F7-A7DA-4A8B-B1DD-52BAC62BFC92}" srcOrd="0" destOrd="0" presId="urn:microsoft.com/office/officeart/2008/layout/LinedList"/>
    <dgm:cxn modelId="{95D6EEA4-337C-4611-9F93-064FE0375A2D}" type="presOf" srcId="{BBBBE593-0BD6-47B1-9116-CF394A2458B5}" destId="{127F472B-3D81-4B8D-85AF-67E69BE81D11}" srcOrd="0" destOrd="0" presId="urn:microsoft.com/office/officeart/2008/layout/LinedList"/>
    <dgm:cxn modelId="{231182B3-A123-414C-A812-237E574B93D0}" type="presOf" srcId="{EC61A526-5008-4C86-B39E-85DFCAE37326}" destId="{EC73EEE1-FF47-4238-A8E4-9718734EA23F}" srcOrd="0" destOrd="0" presId="urn:microsoft.com/office/officeart/2008/layout/LinedList"/>
    <dgm:cxn modelId="{46F3B3C2-2E93-4523-A007-5E11C9AFBD57}" srcId="{EC61A526-5008-4C86-B39E-85DFCAE37326}" destId="{07196265-8FDA-479C-94BC-111725DFD334}" srcOrd="5" destOrd="0" parTransId="{69C6860F-A941-429A-BE88-245D9520AA6C}" sibTransId="{D0553C3B-7616-4760-BEBE-946812A5C6A0}"/>
    <dgm:cxn modelId="{500992CA-F0E2-47BC-90C5-D62B640A7FC9}" srcId="{EC61A526-5008-4C86-B39E-85DFCAE37326}" destId="{823EB6E8-09A3-4DD0-85DB-5F1343E1CDDC}" srcOrd="0" destOrd="0" parTransId="{362371B8-E37B-46B2-B3BA-F8A8D901D95E}" sibTransId="{5DAAF206-16D1-49B9-B86E-26FD8981B46B}"/>
    <dgm:cxn modelId="{DB94AAF2-0237-41F1-AE73-BE175120AC67}" srcId="{EC61A526-5008-4C86-B39E-85DFCAE37326}" destId="{63E19590-DCF5-4CE5-986F-BB3343A5B08F}" srcOrd="2" destOrd="0" parTransId="{DDA5366A-5116-4063-9371-A3ACE398C560}" sibTransId="{1DE8DF74-B794-42E9-B7A7-9EAE42B11B92}"/>
    <dgm:cxn modelId="{575D23F9-7191-4DE4-9B22-79D0EBED14F4}" srcId="{EC61A526-5008-4C86-B39E-85DFCAE37326}" destId="{58B92752-32DD-4AA0-90E9-D439878FCEA2}" srcOrd="3" destOrd="0" parTransId="{A98DD3F0-06C9-4D88-A2E6-AD44010DE59F}" sibTransId="{99A57C76-CC11-48EA-8ED8-947DC8023815}"/>
    <dgm:cxn modelId="{AC4C0930-3B1C-4019-9706-1AE75B9667AD}" type="presParOf" srcId="{EC73EEE1-FF47-4238-A8E4-9718734EA23F}" destId="{9DBF02E6-69C4-4195-B52C-0A2C01F5A7AA}" srcOrd="0" destOrd="0" presId="urn:microsoft.com/office/officeart/2008/layout/LinedList"/>
    <dgm:cxn modelId="{F2474A11-B211-4ECB-A2D7-6B2CB2EEE420}" type="presParOf" srcId="{EC73EEE1-FF47-4238-A8E4-9718734EA23F}" destId="{14DE27DC-DDD7-4A71-AB44-8579189A734B}" srcOrd="1" destOrd="0" presId="urn:microsoft.com/office/officeart/2008/layout/LinedList"/>
    <dgm:cxn modelId="{CD152FAF-E174-459D-ADB2-4B799D986E77}" type="presParOf" srcId="{14DE27DC-DDD7-4A71-AB44-8579189A734B}" destId="{4ECE3940-36BB-492C-9BD9-907F4C51A2F5}" srcOrd="0" destOrd="0" presId="urn:microsoft.com/office/officeart/2008/layout/LinedList"/>
    <dgm:cxn modelId="{5FB51199-AAEE-4718-9996-02FD5D985B0A}" type="presParOf" srcId="{14DE27DC-DDD7-4A71-AB44-8579189A734B}" destId="{FC425917-AF0E-4115-8791-4CD3AFBCB523}" srcOrd="1" destOrd="0" presId="urn:microsoft.com/office/officeart/2008/layout/LinedList"/>
    <dgm:cxn modelId="{14FE4FB8-5E84-49E2-9ACB-F6ABBA023547}" type="presParOf" srcId="{EC73EEE1-FF47-4238-A8E4-9718734EA23F}" destId="{26308FC0-9C3D-43B1-AA1E-EB3AE260562F}" srcOrd="2" destOrd="0" presId="urn:microsoft.com/office/officeart/2008/layout/LinedList"/>
    <dgm:cxn modelId="{178278B5-505B-4814-AE9A-2C832E5161C0}" type="presParOf" srcId="{EC73EEE1-FF47-4238-A8E4-9718734EA23F}" destId="{FA632F37-7C36-482B-BC75-0E8829B075C9}" srcOrd="3" destOrd="0" presId="urn:microsoft.com/office/officeart/2008/layout/LinedList"/>
    <dgm:cxn modelId="{6E8787C5-01ED-4AD0-8C06-A39FE297FB02}" type="presParOf" srcId="{FA632F37-7C36-482B-BC75-0E8829B075C9}" destId="{127F472B-3D81-4B8D-85AF-67E69BE81D11}" srcOrd="0" destOrd="0" presId="urn:microsoft.com/office/officeart/2008/layout/LinedList"/>
    <dgm:cxn modelId="{14C3A1BF-6506-41C1-B971-6FC4CA11DA73}" type="presParOf" srcId="{FA632F37-7C36-482B-BC75-0E8829B075C9}" destId="{7D12EE4D-AB1D-4A66-9336-DB74F4F7D3A9}" srcOrd="1" destOrd="0" presId="urn:microsoft.com/office/officeart/2008/layout/LinedList"/>
    <dgm:cxn modelId="{C2E85FC7-095B-4DC3-BC89-D6F369F9D02B}" type="presParOf" srcId="{EC73EEE1-FF47-4238-A8E4-9718734EA23F}" destId="{F142F6F0-F16B-4DDE-9C8D-F014FEF5C98B}" srcOrd="4" destOrd="0" presId="urn:microsoft.com/office/officeart/2008/layout/LinedList"/>
    <dgm:cxn modelId="{7E16C6A6-06EB-40BF-8090-901C4A3806AB}" type="presParOf" srcId="{EC73EEE1-FF47-4238-A8E4-9718734EA23F}" destId="{7CE72E5D-A8B6-4F72-BC99-4A8D756D7F06}" srcOrd="5" destOrd="0" presId="urn:microsoft.com/office/officeart/2008/layout/LinedList"/>
    <dgm:cxn modelId="{88DD6F75-4EF0-4FC0-9A56-98C1F2BAC1A2}" type="presParOf" srcId="{7CE72E5D-A8B6-4F72-BC99-4A8D756D7F06}" destId="{04AA43BA-5BDC-426E-A266-5E8D2D4D08FE}" srcOrd="0" destOrd="0" presId="urn:microsoft.com/office/officeart/2008/layout/LinedList"/>
    <dgm:cxn modelId="{B698D432-1A62-44B7-8EF6-F59882DF3F24}" type="presParOf" srcId="{7CE72E5D-A8B6-4F72-BC99-4A8D756D7F06}" destId="{86B6587D-9D7E-4A26-98C2-9E1360C3E7B7}" srcOrd="1" destOrd="0" presId="urn:microsoft.com/office/officeart/2008/layout/LinedList"/>
    <dgm:cxn modelId="{CF19CA30-E353-4E58-A370-9B3946E3E06D}" type="presParOf" srcId="{EC73EEE1-FF47-4238-A8E4-9718734EA23F}" destId="{27B8D967-C19E-4044-A05E-5EFC85B2B61D}" srcOrd="6" destOrd="0" presId="urn:microsoft.com/office/officeart/2008/layout/LinedList"/>
    <dgm:cxn modelId="{CE04316B-1A97-4D67-93D8-C65D370B8EA4}" type="presParOf" srcId="{EC73EEE1-FF47-4238-A8E4-9718734EA23F}" destId="{134B3E72-FB37-4D8A-85B3-5C0257AC54F5}" srcOrd="7" destOrd="0" presId="urn:microsoft.com/office/officeart/2008/layout/LinedList"/>
    <dgm:cxn modelId="{A04D2563-EADF-4AAD-B1BE-6D710FC4646A}" type="presParOf" srcId="{134B3E72-FB37-4D8A-85B3-5C0257AC54F5}" destId="{AD599BD6-8B7D-4E7E-ACBD-3DD07A9EA0EF}" srcOrd="0" destOrd="0" presId="urn:microsoft.com/office/officeart/2008/layout/LinedList"/>
    <dgm:cxn modelId="{CAD3E8D9-5AE4-4A44-AFA6-30026C8E865B}" type="presParOf" srcId="{134B3E72-FB37-4D8A-85B3-5C0257AC54F5}" destId="{3738412C-603E-43EE-AE84-7DB4E6E4A7C2}" srcOrd="1" destOrd="0" presId="urn:microsoft.com/office/officeart/2008/layout/LinedList"/>
    <dgm:cxn modelId="{CF1DA775-34C4-4A90-B7EA-FEEF059A94CC}" type="presParOf" srcId="{EC73EEE1-FF47-4238-A8E4-9718734EA23F}" destId="{AB189A4E-95F8-4B92-96FD-FE65EEB49147}" srcOrd="8" destOrd="0" presId="urn:microsoft.com/office/officeart/2008/layout/LinedList"/>
    <dgm:cxn modelId="{D785C457-0CC3-44A1-8FD7-2F70825E9DF1}" type="presParOf" srcId="{EC73EEE1-FF47-4238-A8E4-9718734EA23F}" destId="{C949F14C-9491-462C-9E9D-EFBCE823E06B}" srcOrd="9" destOrd="0" presId="urn:microsoft.com/office/officeart/2008/layout/LinedList"/>
    <dgm:cxn modelId="{0FD177ED-0053-447A-AD7B-B36FE5957BAE}" type="presParOf" srcId="{C949F14C-9491-462C-9E9D-EFBCE823E06B}" destId="{1E429DDF-E7CE-4BB9-A9CE-3697A816B2D9}" srcOrd="0" destOrd="0" presId="urn:microsoft.com/office/officeart/2008/layout/LinedList"/>
    <dgm:cxn modelId="{BA1673CC-56DD-4281-9F9B-2F6EB54023F5}" type="presParOf" srcId="{C949F14C-9491-462C-9E9D-EFBCE823E06B}" destId="{EA1D6320-61E0-4E7C-AA57-9F8CCBA6D530}" srcOrd="1" destOrd="0" presId="urn:microsoft.com/office/officeart/2008/layout/LinedList"/>
    <dgm:cxn modelId="{E8377055-754A-45B7-B022-30F0D7C63F83}" type="presParOf" srcId="{EC73EEE1-FF47-4238-A8E4-9718734EA23F}" destId="{1510712E-AFBE-435C-9CF2-A9FC1CC1962D}" srcOrd="10" destOrd="0" presId="urn:microsoft.com/office/officeart/2008/layout/LinedList"/>
    <dgm:cxn modelId="{6F82E2CD-A884-4DFA-89C5-F6BAE97917FC}" type="presParOf" srcId="{EC73EEE1-FF47-4238-A8E4-9718734EA23F}" destId="{4033A461-B85B-4E6F-88A5-706C884DE3F3}" srcOrd="11" destOrd="0" presId="urn:microsoft.com/office/officeart/2008/layout/LinedList"/>
    <dgm:cxn modelId="{0A7F7330-B6C7-43B6-AE47-C00DA21A0BD2}" type="presParOf" srcId="{4033A461-B85B-4E6F-88A5-706C884DE3F3}" destId="{EBB5F4F7-A7DA-4A8B-B1DD-52BAC62BFC92}" srcOrd="0" destOrd="0" presId="urn:microsoft.com/office/officeart/2008/layout/LinedList"/>
    <dgm:cxn modelId="{F3A1FC91-4F8D-4974-A2FE-954B0B79D2F8}" type="presParOf" srcId="{4033A461-B85B-4E6F-88A5-706C884DE3F3}" destId="{EDFF79B2-C8B3-4851-8A21-C160FB7076A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4BE949-7B33-46A7-944F-D40C3A071661}" type="doc">
      <dgm:prSet loTypeId="urn:microsoft.com/office/officeart/2005/8/layout/default" loCatId="list" qsTypeId="urn:microsoft.com/office/officeart/2005/8/quickstyle/simple2" qsCatId="simple" csTypeId="urn:microsoft.com/office/officeart/2005/8/colors/accent1_2" csCatId="accent1"/>
      <dgm:spPr/>
      <dgm:t>
        <a:bodyPr/>
        <a:lstStyle/>
        <a:p>
          <a:endParaRPr lang="en-US"/>
        </a:p>
      </dgm:t>
    </dgm:pt>
    <dgm:pt modelId="{CC6C1E28-92D9-4849-9796-5C8DF4979588}">
      <dgm:prSet/>
      <dgm:spPr/>
      <dgm:t>
        <a:bodyPr/>
        <a:lstStyle/>
        <a:p>
          <a:r>
            <a:rPr lang="es-ES"/>
            <a:t>Reconocimiento o footprintign</a:t>
          </a:r>
          <a:endParaRPr lang="en-US"/>
        </a:p>
      </dgm:t>
    </dgm:pt>
    <dgm:pt modelId="{4CF5066E-BBFA-4DAA-A6E6-D77119A8F8A9}" type="parTrans" cxnId="{8C23D3B7-E03E-4FDE-BE29-2CF774D8C5C4}">
      <dgm:prSet/>
      <dgm:spPr/>
      <dgm:t>
        <a:bodyPr/>
        <a:lstStyle/>
        <a:p>
          <a:endParaRPr lang="en-US"/>
        </a:p>
      </dgm:t>
    </dgm:pt>
    <dgm:pt modelId="{1042160B-D023-4AD1-98A4-0EDE344FE75F}" type="sibTrans" cxnId="{8C23D3B7-E03E-4FDE-BE29-2CF774D8C5C4}">
      <dgm:prSet/>
      <dgm:spPr/>
      <dgm:t>
        <a:bodyPr/>
        <a:lstStyle/>
        <a:p>
          <a:endParaRPr lang="en-US"/>
        </a:p>
      </dgm:t>
    </dgm:pt>
    <dgm:pt modelId="{CA7E7E81-5451-4168-B3E1-0917BD793C76}">
      <dgm:prSet/>
      <dgm:spPr/>
      <dgm:t>
        <a:bodyPr/>
        <a:lstStyle/>
        <a:p>
          <a:r>
            <a:rPr lang="es-ES"/>
            <a:t>Escaneo o fingerprinting</a:t>
          </a:r>
          <a:endParaRPr lang="en-US"/>
        </a:p>
      </dgm:t>
    </dgm:pt>
    <dgm:pt modelId="{7B245FFF-FDE1-4568-BEB0-6EE1C06338C2}" type="parTrans" cxnId="{E6CFAC19-CF95-40F0-A50E-C4C6E6B03711}">
      <dgm:prSet/>
      <dgm:spPr/>
      <dgm:t>
        <a:bodyPr/>
        <a:lstStyle/>
        <a:p>
          <a:endParaRPr lang="en-US"/>
        </a:p>
      </dgm:t>
    </dgm:pt>
    <dgm:pt modelId="{D94FDAAE-3C3D-4B86-B622-311425CEDD28}" type="sibTrans" cxnId="{E6CFAC19-CF95-40F0-A50E-C4C6E6B03711}">
      <dgm:prSet/>
      <dgm:spPr/>
      <dgm:t>
        <a:bodyPr/>
        <a:lstStyle/>
        <a:p>
          <a:endParaRPr lang="en-US"/>
        </a:p>
      </dgm:t>
    </dgm:pt>
    <dgm:pt modelId="{E592ACB7-8AC3-4342-A8A4-234E6BDADA17}">
      <dgm:prSet/>
      <dgm:spPr/>
      <dgm:t>
        <a:bodyPr/>
        <a:lstStyle/>
        <a:p>
          <a:r>
            <a:rPr lang="es-ES"/>
            <a:t>Intrusión</a:t>
          </a:r>
          <a:endParaRPr lang="en-US"/>
        </a:p>
      </dgm:t>
    </dgm:pt>
    <dgm:pt modelId="{4D845154-25A2-4E8A-951B-4F941ADFFA10}" type="parTrans" cxnId="{7495E4DE-BFB6-4BF0-BD19-AAD0B57948E7}">
      <dgm:prSet/>
      <dgm:spPr/>
      <dgm:t>
        <a:bodyPr/>
        <a:lstStyle/>
        <a:p>
          <a:endParaRPr lang="en-US"/>
        </a:p>
      </dgm:t>
    </dgm:pt>
    <dgm:pt modelId="{40C4B050-9F2E-4FCB-BAD9-EACC7875E2BD}" type="sibTrans" cxnId="{7495E4DE-BFB6-4BF0-BD19-AAD0B57948E7}">
      <dgm:prSet/>
      <dgm:spPr/>
      <dgm:t>
        <a:bodyPr/>
        <a:lstStyle/>
        <a:p>
          <a:endParaRPr lang="en-US"/>
        </a:p>
      </dgm:t>
    </dgm:pt>
    <dgm:pt modelId="{E47E70DA-7F1E-4B22-A0FB-1161DDD1C301}">
      <dgm:prSet/>
      <dgm:spPr/>
      <dgm:t>
        <a:bodyPr/>
        <a:lstStyle/>
        <a:p>
          <a:r>
            <a:rPr lang="es-ES"/>
            <a:t>Robo de la información</a:t>
          </a:r>
          <a:endParaRPr lang="en-US"/>
        </a:p>
      </dgm:t>
    </dgm:pt>
    <dgm:pt modelId="{04B35609-73D4-4DE6-8845-44FF45985D2E}" type="parTrans" cxnId="{6DFC1CA1-447A-4D86-A709-92D3A2E4B432}">
      <dgm:prSet/>
      <dgm:spPr/>
      <dgm:t>
        <a:bodyPr/>
        <a:lstStyle/>
        <a:p>
          <a:endParaRPr lang="en-US"/>
        </a:p>
      </dgm:t>
    </dgm:pt>
    <dgm:pt modelId="{B8EF951C-759A-4F03-A1BB-30A461E067A7}" type="sibTrans" cxnId="{6DFC1CA1-447A-4D86-A709-92D3A2E4B432}">
      <dgm:prSet/>
      <dgm:spPr/>
      <dgm:t>
        <a:bodyPr/>
        <a:lstStyle/>
        <a:p>
          <a:endParaRPr lang="en-US"/>
        </a:p>
      </dgm:t>
    </dgm:pt>
    <dgm:pt modelId="{D26971F2-DFFC-4314-8F39-76F06E0E1BFB}">
      <dgm:prSet/>
      <dgm:spPr/>
      <dgm:t>
        <a:bodyPr/>
        <a:lstStyle/>
        <a:p>
          <a:r>
            <a:rPr lang="es-ES"/>
            <a:t>Ocultamiento del ataque</a:t>
          </a:r>
          <a:endParaRPr lang="en-US"/>
        </a:p>
      </dgm:t>
    </dgm:pt>
    <dgm:pt modelId="{0942D52A-7F14-4DA2-B23D-EF74C294AACD}" type="parTrans" cxnId="{BD1048C7-605D-40A8-897E-318ED2CEDACC}">
      <dgm:prSet/>
      <dgm:spPr/>
      <dgm:t>
        <a:bodyPr/>
        <a:lstStyle/>
        <a:p>
          <a:endParaRPr lang="en-US"/>
        </a:p>
      </dgm:t>
    </dgm:pt>
    <dgm:pt modelId="{7C0D33C1-3203-42AF-8FE5-B8A29171F652}" type="sibTrans" cxnId="{BD1048C7-605D-40A8-897E-318ED2CEDACC}">
      <dgm:prSet/>
      <dgm:spPr/>
      <dgm:t>
        <a:bodyPr/>
        <a:lstStyle/>
        <a:p>
          <a:endParaRPr lang="en-US"/>
        </a:p>
      </dgm:t>
    </dgm:pt>
    <dgm:pt modelId="{87C0C845-AB7C-478E-B6ED-FFD2BF804316}" type="pres">
      <dgm:prSet presAssocID="{194BE949-7B33-46A7-944F-D40C3A071661}" presName="diagram" presStyleCnt="0">
        <dgm:presLayoutVars>
          <dgm:dir/>
          <dgm:resizeHandles val="exact"/>
        </dgm:presLayoutVars>
      </dgm:prSet>
      <dgm:spPr/>
    </dgm:pt>
    <dgm:pt modelId="{9AF1FFB4-21A7-4A2D-A191-76D2F11B2BE3}" type="pres">
      <dgm:prSet presAssocID="{CC6C1E28-92D9-4849-9796-5C8DF4979588}" presName="node" presStyleLbl="node1" presStyleIdx="0" presStyleCnt="5">
        <dgm:presLayoutVars>
          <dgm:bulletEnabled val="1"/>
        </dgm:presLayoutVars>
      </dgm:prSet>
      <dgm:spPr/>
    </dgm:pt>
    <dgm:pt modelId="{1ABDDA2A-55A5-4276-9842-1FE735FCA5E7}" type="pres">
      <dgm:prSet presAssocID="{1042160B-D023-4AD1-98A4-0EDE344FE75F}" presName="sibTrans" presStyleCnt="0"/>
      <dgm:spPr/>
    </dgm:pt>
    <dgm:pt modelId="{2C27B778-B340-4002-ABEF-4BF04B18D7D0}" type="pres">
      <dgm:prSet presAssocID="{CA7E7E81-5451-4168-B3E1-0917BD793C76}" presName="node" presStyleLbl="node1" presStyleIdx="1" presStyleCnt="5">
        <dgm:presLayoutVars>
          <dgm:bulletEnabled val="1"/>
        </dgm:presLayoutVars>
      </dgm:prSet>
      <dgm:spPr/>
    </dgm:pt>
    <dgm:pt modelId="{5EF8C34E-367F-414C-8513-09AFE1E709EE}" type="pres">
      <dgm:prSet presAssocID="{D94FDAAE-3C3D-4B86-B622-311425CEDD28}" presName="sibTrans" presStyleCnt="0"/>
      <dgm:spPr/>
    </dgm:pt>
    <dgm:pt modelId="{B432A7F2-DEF0-4492-AA8E-AF3C21A18B47}" type="pres">
      <dgm:prSet presAssocID="{E592ACB7-8AC3-4342-A8A4-234E6BDADA17}" presName="node" presStyleLbl="node1" presStyleIdx="2" presStyleCnt="5">
        <dgm:presLayoutVars>
          <dgm:bulletEnabled val="1"/>
        </dgm:presLayoutVars>
      </dgm:prSet>
      <dgm:spPr/>
    </dgm:pt>
    <dgm:pt modelId="{0A53BA47-9F96-4C53-825E-1EDDD94AAB39}" type="pres">
      <dgm:prSet presAssocID="{40C4B050-9F2E-4FCB-BAD9-EACC7875E2BD}" presName="sibTrans" presStyleCnt="0"/>
      <dgm:spPr/>
    </dgm:pt>
    <dgm:pt modelId="{A81D8F9B-6DAD-4A97-A8EE-CBE8135936C1}" type="pres">
      <dgm:prSet presAssocID="{E47E70DA-7F1E-4B22-A0FB-1161DDD1C301}" presName="node" presStyleLbl="node1" presStyleIdx="3" presStyleCnt="5">
        <dgm:presLayoutVars>
          <dgm:bulletEnabled val="1"/>
        </dgm:presLayoutVars>
      </dgm:prSet>
      <dgm:spPr/>
    </dgm:pt>
    <dgm:pt modelId="{D48F22BD-B466-466F-9C96-CC6BA0D49BE9}" type="pres">
      <dgm:prSet presAssocID="{B8EF951C-759A-4F03-A1BB-30A461E067A7}" presName="sibTrans" presStyleCnt="0"/>
      <dgm:spPr/>
    </dgm:pt>
    <dgm:pt modelId="{33F369EB-DE0B-4164-8B95-C8892600EC7D}" type="pres">
      <dgm:prSet presAssocID="{D26971F2-DFFC-4314-8F39-76F06E0E1BFB}" presName="node" presStyleLbl="node1" presStyleIdx="4" presStyleCnt="5">
        <dgm:presLayoutVars>
          <dgm:bulletEnabled val="1"/>
        </dgm:presLayoutVars>
      </dgm:prSet>
      <dgm:spPr/>
    </dgm:pt>
  </dgm:ptLst>
  <dgm:cxnLst>
    <dgm:cxn modelId="{87FAD918-B27B-4F14-8795-3882987D13BE}" type="presOf" srcId="{E592ACB7-8AC3-4342-A8A4-234E6BDADA17}" destId="{B432A7F2-DEF0-4492-AA8E-AF3C21A18B47}" srcOrd="0" destOrd="0" presId="urn:microsoft.com/office/officeart/2005/8/layout/default"/>
    <dgm:cxn modelId="{E6CFAC19-CF95-40F0-A50E-C4C6E6B03711}" srcId="{194BE949-7B33-46A7-944F-D40C3A071661}" destId="{CA7E7E81-5451-4168-B3E1-0917BD793C76}" srcOrd="1" destOrd="0" parTransId="{7B245FFF-FDE1-4568-BEB0-6EE1C06338C2}" sibTransId="{D94FDAAE-3C3D-4B86-B622-311425CEDD28}"/>
    <dgm:cxn modelId="{5E25FB2E-16AB-416C-B51D-2E04B7FA8043}" type="presOf" srcId="{194BE949-7B33-46A7-944F-D40C3A071661}" destId="{87C0C845-AB7C-478E-B6ED-FFD2BF804316}" srcOrd="0" destOrd="0" presId="urn:microsoft.com/office/officeart/2005/8/layout/default"/>
    <dgm:cxn modelId="{DC2E445A-DA9E-4F5D-8023-5CECA7C00F8F}" type="presOf" srcId="{D26971F2-DFFC-4314-8F39-76F06E0E1BFB}" destId="{33F369EB-DE0B-4164-8B95-C8892600EC7D}" srcOrd="0" destOrd="0" presId="urn:microsoft.com/office/officeart/2005/8/layout/default"/>
    <dgm:cxn modelId="{ED784B95-DC79-4D62-933B-D7AF100EDF5E}" type="presOf" srcId="{CC6C1E28-92D9-4849-9796-5C8DF4979588}" destId="{9AF1FFB4-21A7-4A2D-A191-76D2F11B2BE3}" srcOrd="0" destOrd="0" presId="urn:microsoft.com/office/officeart/2005/8/layout/default"/>
    <dgm:cxn modelId="{6DFC1CA1-447A-4D86-A709-92D3A2E4B432}" srcId="{194BE949-7B33-46A7-944F-D40C3A071661}" destId="{E47E70DA-7F1E-4B22-A0FB-1161DDD1C301}" srcOrd="3" destOrd="0" parTransId="{04B35609-73D4-4DE6-8845-44FF45985D2E}" sibTransId="{B8EF951C-759A-4F03-A1BB-30A461E067A7}"/>
    <dgm:cxn modelId="{8C23D3B7-E03E-4FDE-BE29-2CF774D8C5C4}" srcId="{194BE949-7B33-46A7-944F-D40C3A071661}" destId="{CC6C1E28-92D9-4849-9796-5C8DF4979588}" srcOrd="0" destOrd="0" parTransId="{4CF5066E-BBFA-4DAA-A6E6-D77119A8F8A9}" sibTransId="{1042160B-D023-4AD1-98A4-0EDE344FE75F}"/>
    <dgm:cxn modelId="{BD1048C7-605D-40A8-897E-318ED2CEDACC}" srcId="{194BE949-7B33-46A7-944F-D40C3A071661}" destId="{D26971F2-DFFC-4314-8F39-76F06E0E1BFB}" srcOrd="4" destOrd="0" parTransId="{0942D52A-7F14-4DA2-B23D-EF74C294AACD}" sibTransId="{7C0D33C1-3203-42AF-8FE5-B8A29171F652}"/>
    <dgm:cxn modelId="{7A93E1CF-DF59-42F9-9680-B48AE472FC0A}" type="presOf" srcId="{E47E70DA-7F1E-4B22-A0FB-1161DDD1C301}" destId="{A81D8F9B-6DAD-4A97-A8EE-CBE8135936C1}" srcOrd="0" destOrd="0" presId="urn:microsoft.com/office/officeart/2005/8/layout/default"/>
    <dgm:cxn modelId="{4DC3D2D6-A71C-4C7D-8928-30D0C19A0C66}" type="presOf" srcId="{CA7E7E81-5451-4168-B3E1-0917BD793C76}" destId="{2C27B778-B340-4002-ABEF-4BF04B18D7D0}" srcOrd="0" destOrd="0" presId="urn:microsoft.com/office/officeart/2005/8/layout/default"/>
    <dgm:cxn modelId="{7495E4DE-BFB6-4BF0-BD19-AAD0B57948E7}" srcId="{194BE949-7B33-46A7-944F-D40C3A071661}" destId="{E592ACB7-8AC3-4342-A8A4-234E6BDADA17}" srcOrd="2" destOrd="0" parTransId="{4D845154-25A2-4E8A-951B-4F941ADFFA10}" sibTransId="{40C4B050-9F2E-4FCB-BAD9-EACC7875E2BD}"/>
    <dgm:cxn modelId="{B546D1BD-0056-4DDE-8300-B4882106DB4F}" type="presParOf" srcId="{87C0C845-AB7C-478E-B6ED-FFD2BF804316}" destId="{9AF1FFB4-21A7-4A2D-A191-76D2F11B2BE3}" srcOrd="0" destOrd="0" presId="urn:microsoft.com/office/officeart/2005/8/layout/default"/>
    <dgm:cxn modelId="{396DD5EE-6810-48CB-821D-50EAD12F2CB6}" type="presParOf" srcId="{87C0C845-AB7C-478E-B6ED-FFD2BF804316}" destId="{1ABDDA2A-55A5-4276-9842-1FE735FCA5E7}" srcOrd="1" destOrd="0" presId="urn:microsoft.com/office/officeart/2005/8/layout/default"/>
    <dgm:cxn modelId="{1CBA2409-B77B-46FD-B2BE-B763B7099559}" type="presParOf" srcId="{87C0C845-AB7C-478E-B6ED-FFD2BF804316}" destId="{2C27B778-B340-4002-ABEF-4BF04B18D7D0}" srcOrd="2" destOrd="0" presId="urn:microsoft.com/office/officeart/2005/8/layout/default"/>
    <dgm:cxn modelId="{2EFB80FA-A61F-4CB7-A51A-552ECB78C844}" type="presParOf" srcId="{87C0C845-AB7C-478E-B6ED-FFD2BF804316}" destId="{5EF8C34E-367F-414C-8513-09AFE1E709EE}" srcOrd="3" destOrd="0" presId="urn:microsoft.com/office/officeart/2005/8/layout/default"/>
    <dgm:cxn modelId="{AFD8244A-FA84-485C-BBCF-5304D1518CD5}" type="presParOf" srcId="{87C0C845-AB7C-478E-B6ED-FFD2BF804316}" destId="{B432A7F2-DEF0-4492-AA8E-AF3C21A18B47}" srcOrd="4" destOrd="0" presId="urn:microsoft.com/office/officeart/2005/8/layout/default"/>
    <dgm:cxn modelId="{70CA9F89-AA7F-4CCB-99BB-EE7F917EAF51}" type="presParOf" srcId="{87C0C845-AB7C-478E-B6ED-FFD2BF804316}" destId="{0A53BA47-9F96-4C53-825E-1EDDD94AAB39}" srcOrd="5" destOrd="0" presId="urn:microsoft.com/office/officeart/2005/8/layout/default"/>
    <dgm:cxn modelId="{E92EF6A9-E41A-4612-9EA1-5F3CFDBDD465}" type="presParOf" srcId="{87C0C845-AB7C-478E-B6ED-FFD2BF804316}" destId="{A81D8F9B-6DAD-4A97-A8EE-CBE8135936C1}" srcOrd="6" destOrd="0" presId="urn:microsoft.com/office/officeart/2005/8/layout/default"/>
    <dgm:cxn modelId="{E2724A4B-38CF-4280-A1C8-9970400250F5}" type="presParOf" srcId="{87C0C845-AB7C-478E-B6ED-FFD2BF804316}" destId="{D48F22BD-B466-466F-9C96-CC6BA0D49BE9}" srcOrd="7" destOrd="0" presId="urn:microsoft.com/office/officeart/2005/8/layout/default"/>
    <dgm:cxn modelId="{BC587AC6-E1E3-4544-89C1-28F16985BA75}" type="presParOf" srcId="{87C0C845-AB7C-478E-B6ED-FFD2BF804316}" destId="{33F369EB-DE0B-4164-8B95-C8892600EC7D}"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7E016D3-805C-41FC-AE49-1A783C2951FF}"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9979A5D0-0150-4C40-B3C7-1438E7264CD0}">
      <dgm:prSet/>
      <dgm:spPr/>
      <dgm:t>
        <a:bodyPr/>
        <a:lstStyle/>
        <a:p>
          <a:r>
            <a:rPr lang="es-ES"/>
            <a:t>Spam</a:t>
          </a:r>
          <a:endParaRPr lang="en-US"/>
        </a:p>
      </dgm:t>
    </dgm:pt>
    <dgm:pt modelId="{56D5612F-37AC-43F8-88BD-F31F5D7C1B21}" type="parTrans" cxnId="{96FCCCD2-260C-4BC2-B058-64CF3180D029}">
      <dgm:prSet/>
      <dgm:spPr/>
      <dgm:t>
        <a:bodyPr/>
        <a:lstStyle/>
        <a:p>
          <a:endParaRPr lang="en-US"/>
        </a:p>
      </dgm:t>
    </dgm:pt>
    <dgm:pt modelId="{29B0FFD4-F016-4308-8DC3-0F8EB9D731C3}" type="sibTrans" cxnId="{96FCCCD2-260C-4BC2-B058-64CF3180D029}">
      <dgm:prSet/>
      <dgm:spPr/>
      <dgm:t>
        <a:bodyPr/>
        <a:lstStyle/>
        <a:p>
          <a:endParaRPr lang="en-US"/>
        </a:p>
      </dgm:t>
    </dgm:pt>
    <dgm:pt modelId="{17B2D908-1417-4E7C-8CFF-24E4B6BB9C57}">
      <dgm:prSet/>
      <dgm:spPr/>
      <dgm:t>
        <a:bodyPr/>
        <a:lstStyle/>
        <a:p>
          <a:r>
            <a:rPr lang="es-ES"/>
            <a:t>Phising</a:t>
          </a:r>
          <a:endParaRPr lang="en-US"/>
        </a:p>
      </dgm:t>
    </dgm:pt>
    <dgm:pt modelId="{2F51FDA8-8D96-4D86-BE7F-DEEF277B4ED3}" type="parTrans" cxnId="{096947E9-2DF0-4F28-A846-928D1C1B9CE1}">
      <dgm:prSet/>
      <dgm:spPr/>
      <dgm:t>
        <a:bodyPr/>
        <a:lstStyle/>
        <a:p>
          <a:endParaRPr lang="en-US"/>
        </a:p>
      </dgm:t>
    </dgm:pt>
    <dgm:pt modelId="{B4F26C9C-16C1-46CB-8A65-E37E106681B4}" type="sibTrans" cxnId="{096947E9-2DF0-4F28-A846-928D1C1B9CE1}">
      <dgm:prSet/>
      <dgm:spPr/>
      <dgm:t>
        <a:bodyPr/>
        <a:lstStyle/>
        <a:p>
          <a:endParaRPr lang="en-US"/>
        </a:p>
      </dgm:t>
    </dgm:pt>
    <dgm:pt modelId="{3819E71B-DEA5-462A-A50C-197D0DE2F30E}">
      <dgm:prSet/>
      <dgm:spPr/>
      <dgm:t>
        <a:bodyPr/>
        <a:lstStyle/>
        <a:p>
          <a:r>
            <a:rPr lang="es-ES"/>
            <a:t>Smishing</a:t>
          </a:r>
          <a:endParaRPr lang="en-US"/>
        </a:p>
      </dgm:t>
    </dgm:pt>
    <dgm:pt modelId="{94EEDEE6-F741-4E9B-89D2-654A294B66C1}" type="parTrans" cxnId="{7DADEEF3-D9D0-418C-AAE0-96ABB15A17F3}">
      <dgm:prSet/>
      <dgm:spPr/>
      <dgm:t>
        <a:bodyPr/>
        <a:lstStyle/>
        <a:p>
          <a:endParaRPr lang="en-US"/>
        </a:p>
      </dgm:t>
    </dgm:pt>
    <dgm:pt modelId="{0977D108-045A-4126-A40D-A7251A97CE1F}" type="sibTrans" cxnId="{7DADEEF3-D9D0-418C-AAE0-96ABB15A17F3}">
      <dgm:prSet/>
      <dgm:spPr/>
      <dgm:t>
        <a:bodyPr/>
        <a:lstStyle/>
        <a:p>
          <a:endParaRPr lang="en-US"/>
        </a:p>
      </dgm:t>
    </dgm:pt>
    <dgm:pt modelId="{9E7B7BC5-DDE2-4BA1-87DD-72549C0C6F57}">
      <dgm:prSet/>
      <dgm:spPr/>
      <dgm:t>
        <a:bodyPr/>
        <a:lstStyle/>
        <a:p>
          <a:r>
            <a:rPr lang="es-ES"/>
            <a:t>Pharming</a:t>
          </a:r>
          <a:endParaRPr lang="en-US"/>
        </a:p>
      </dgm:t>
    </dgm:pt>
    <dgm:pt modelId="{7D6DBA36-1A85-4F80-B38D-5C56FE380BB1}" type="parTrans" cxnId="{2D7CE390-CF6E-4846-87AC-5E9E506E369E}">
      <dgm:prSet/>
      <dgm:spPr/>
      <dgm:t>
        <a:bodyPr/>
        <a:lstStyle/>
        <a:p>
          <a:endParaRPr lang="en-US"/>
        </a:p>
      </dgm:t>
    </dgm:pt>
    <dgm:pt modelId="{5C88DCAA-2697-4BB1-B219-6E17E7972DD5}" type="sibTrans" cxnId="{2D7CE390-CF6E-4846-87AC-5E9E506E369E}">
      <dgm:prSet/>
      <dgm:spPr/>
      <dgm:t>
        <a:bodyPr/>
        <a:lstStyle/>
        <a:p>
          <a:endParaRPr lang="en-US"/>
        </a:p>
      </dgm:t>
    </dgm:pt>
    <dgm:pt modelId="{8DA27F59-E694-40BE-8BF8-91E313E00BB5}">
      <dgm:prSet/>
      <dgm:spPr/>
      <dgm:t>
        <a:bodyPr/>
        <a:lstStyle/>
        <a:p>
          <a:r>
            <a:rPr lang="es-ES"/>
            <a:t>Pharming local</a:t>
          </a:r>
          <a:endParaRPr lang="en-US"/>
        </a:p>
      </dgm:t>
    </dgm:pt>
    <dgm:pt modelId="{BF29339E-E901-493B-9A1A-55EBD40A65C8}" type="parTrans" cxnId="{3524260F-FAE6-425D-9F05-1059850FA6B9}">
      <dgm:prSet/>
      <dgm:spPr/>
      <dgm:t>
        <a:bodyPr/>
        <a:lstStyle/>
        <a:p>
          <a:endParaRPr lang="en-US"/>
        </a:p>
      </dgm:t>
    </dgm:pt>
    <dgm:pt modelId="{3505EA7F-1F99-44E8-8D70-3F868A4904A5}" type="sibTrans" cxnId="{3524260F-FAE6-425D-9F05-1059850FA6B9}">
      <dgm:prSet/>
      <dgm:spPr/>
      <dgm:t>
        <a:bodyPr/>
        <a:lstStyle/>
        <a:p>
          <a:endParaRPr lang="en-US"/>
        </a:p>
      </dgm:t>
    </dgm:pt>
    <dgm:pt modelId="{B9554231-99FE-4294-92B7-EF84B9137B50}">
      <dgm:prSet/>
      <dgm:spPr/>
      <dgm:t>
        <a:bodyPr/>
        <a:lstStyle/>
        <a:p>
          <a:r>
            <a:rPr lang="es-ES"/>
            <a:t>Vishing</a:t>
          </a:r>
          <a:endParaRPr lang="en-US"/>
        </a:p>
      </dgm:t>
    </dgm:pt>
    <dgm:pt modelId="{0B7274D6-4FE8-4AB2-84A7-B8A9EE7710BF}" type="parTrans" cxnId="{7E5E4AF3-94EC-47FF-B42D-0C5177F8AF29}">
      <dgm:prSet/>
      <dgm:spPr/>
      <dgm:t>
        <a:bodyPr/>
        <a:lstStyle/>
        <a:p>
          <a:endParaRPr lang="en-US"/>
        </a:p>
      </dgm:t>
    </dgm:pt>
    <dgm:pt modelId="{E66FCD63-1A14-47A2-9345-00CB406ECF05}" type="sibTrans" cxnId="{7E5E4AF3-94EC-47FF-B42D-0C5177F8AF29}">
      <dgm:prSet/>
      <dgm:spPr/>
      <dgm:t>
        <a:bodyPr/>
        <a:lstStyle/>
        <a:p>
          <a:endParaRPr lang="en-US"/>
        </a:p>
      </dgm:t>
    </dgm:pt>
    <dgm:pt modelId="{362F9B0A-43E8-4D7F-B3A5-9D15CAEF4E4A}">
      <dgm:prSet/>
      <dgm:spPr/>
      <dgm:t>
        <a:bodyPr/>
        <a:lstStyle/>
        <a:p>
          <a:r>
            <a:rPr lang="es-ES"/>
            <a:t>Ataque Dos, Ddos</a:t>
          </a:r>
          <a:endParaRPr lang="en-US"/>
        </a:p>
      </dgm:t>
    </dgm:pt>
    <dgm:pt modelId="{AE13BCA0-1333-4B88-82EF-4F3A3FC39A8C}" type="parTrans" cxnId="{BE1683B6-A879-4C45-8851-282CFF08C867}">
      <dgm:prSet/>
      <dgm:spPr/>
      <dgm:t>
        <a:bodyPr/>
        <a:lstStyle/>
        <a:p>
          <a:endParaRPr lang="en-US"/>
        </a:p>
      </dgm:t>
    </dgm:pt>
    <dgm:pt modelId="{75D6A846-FB79-496D-A9F4-92C3C39DD2A7}" type="sibTrans" cxnId="{BE1683B6-A879-4C45-8851-282CFF08C867}">
      <dgm:prSet/>
      <dgm:spPr/>
      <dgm:t>
        <a:bodyPr/>
        <a:lstStyle/>
        <a:p>
          <a:endParaRPr lang="en-US"/>
        </a:p>
      </dgm:t>
    </dgm:pt>
    <dgm:pt modelId="{3AACF9C8-ED26-494A-9BEB-9A6950370264}">
      <dgm:prSet/>
      <dgm:spPr/>
      <dgm:t>
        <a:bodyPr/>
        <a:lstStyle/>
        <a:p>
          <a:r>
            <a:rPr lang="es-ES"/>
            <a:t>Por volumen</a:t>
          </a:r>
          <a:endParaRPr lang="en-US"/>
        </a:p>
      </dgm:t>
    </dgm:pt>
    <dgm:pt modelId="{B32B6D52-99B7-4B60-832D-DD45CAA0D417}" type="parTrans" cxnId="{396EB964-3666-4613-BA4D-399547928DB7}">
      <dgm:prSet/>
      <dgm:spPr/>
      <dgm:t>
        <a:bodyPr/>
        <a:lstStyle/>
        <a:p>
          <a:endParaRPr lang="en-US"/>
        </a:p>
      </dgm:t>
    </dgm:pt>
    <dgm:pt modelId="{46D3EDC3-81A2-4854-A5E3-35E621CCE770}" type="sibTrans" cxnId="{396EB964-3666-4613-BA4D-399547928DB7}">
      <dgm:prSet/>
      <dgm:spPr/>
      <dgm:t>
        <a:bodyPr/>
        <a:lstStyle/>
        <a:p>
          <a:endParaRPr lang="en-US"/>
        </a:p>
      </dgm:t>
    </dgm:pt>
    <dgm:pt modelId="{D266A31A-8B68-486C-89BE-85087CC0655B}">
      <dgm:prSet/>
      <dgm:spPr/>
      <dgm:t>
        <a:bodyPr/>
        <a:lstStyle/>
        <a:p>
          <a:r>
            <a:rPr lang="es-ES"/>
            <a:t>Por protocolo</a:t>
          </a:r>
          <a:endParaRPr lang="en-US"/>
        </a:p>
      </dgm:t>
    </dgm:pt>
    <dgm:pt modelId="{482297D1-C377-441C-8C99-01A8CEC0D9AE}" type="parTrans" cxnId="{6EF74228-7E92-4731-9B00-4EDF74996489}">
      <dgm:prSet/>
      <dgm:spPr/>
      <dgm:t>
        <a:bodyPr/>
        <a:lstStyle/>
        <a:p>
          <a:endParaRPr lang="en-US"/>
        </a:p>
      </dgm:t>
    </dgm:pt>
    <dgm:pt modelId="{F84D0156-D0D9-4AC0-8407-632B1B4D5069}" type="sibTrans" cxnId="{6EF74228-7E92-4731-9B00-4EDF74996489}">
      <dgm:prSet/>
      <dgm:spPr/>
      <dgm:t>
        <a:bodyPr/>
        <a:lstStyle/>
        <a:p>
          <a:endParaRPr lang="en-US"/>
        </a:p>
      </dgm:t>
    </dgm:pt>
    <dgm:pt modelId="{8DF55EC5-CD83-49CE-BC29-FC80DBB639D8}">
      <dgm:prSet/>
      <dgm:spPr/>
      <dgm:t>
        <a:bodyPr/>
        <a:lstStyle/>
        <a:p>
          <a:r>
            <a:rPr lang="es-ES"/>
            <a:t>Por aplicaciones</a:t>
          </a:r>
          <a:endParaRPr lang="en-US"/>
        </a:p>
      </dgm:t>
    </dgm:pt>
    <dgm:pt modelId="{E1482659-98B2-426F-B318-B6EF5886A35C}" type="parTrans" cxnId="{5B111FB6-1590-4980-AD15-510A4CBE1C13}">
      <dgm:prSet/>
      <dgm:spPr/>
      <dgm:t>
        <a:bodyPr/>
        <a:lstStyle/>
        <a:p>
          <a:endParaRPr lang="en-US"/>
        </a:p>
      </dgm:t>
    </dgm:pt>
    <dgm:pt modelId="{BA4267A5-7479-4669-9FD6-0BFF1F2BA444}" type="sibTrans" cxnId="{5B111FB6-1590-4980-AD15-510A4CBE1C13}">
      <dgm:prSet/>
      <dgm:spPr/>
      <dgm:t>
        <a:bodyPr/>
        <a:lstStyle/>
        <a:p>
          <a:endParaRPr lang="en-US"/>
        </a:p>
      </dgm:t>
    </dgm:pt>
    <dgm:pt modelId="{AFE29FCF-93D1-4B18-A824-A74DC20301DA}" type="pres">
      <dgm:prSet presAssocID="{17E016D3-805C-41FC-AE49-1A783C2951FF}" presName="Name0" presStyleCnt="0">
        <dgm:presLayoutVars>
          <dgm:dir/>
          <dgm:animLvl val="lvl"/>
          <dgm:resizeHandles val="exact"/>
        </dgm:presLayoutVars>
      </dgm:prSet>
      <dgm:spPr/>
    </dgm:pt>
    <dgm:pt modelId="{93D3D554-1075-4729-BE2D-55AF35758013}" type="pres">
      <dgm:prSet presAssocID="{9979A5D0-0150-4C40-B3C7-1438E7264CD0}" presName="linNode" presStyleCnt="0"/>
      <dgm:spPr/>
    </dgm:pt>
    <dgm:pt modelId="{4130154E-2186-4099-B1F9-FD06A26DCE21}" type="pres">
      <dgm:prSet presAssocID="{9979A5D0-0150-4C40-B3C7-1438E7264CD0}" presName="parentText" presStyleLbl="node1" presStyleIdx="0" presStyleCnt="3">
        <dgm:presLayoutVars>
          <dgm:chMax val="1"/>
          <dgm:bulletEnabled val="1"/>
        </dgm:presLayoutVars>
      </dgm:prSet>
      <dgm:spPr/>
    </dgm:pt>
    <dgm:pt modelId="{3E66445D-8EAE-48CC-A16C-707005095C10}" type="pres">
      <dgm:prSet presAssocID="{29B0FFD4-F016-4308-8DC3-0F8EB9D731C3}" presName="sp" presStyleCnt="0"/>
      <dgm:spPr/>
    </dgm:pt>
    <dgm:pt modelId="{00F90506-42DE-4DBD-95E4-7FB0017A4B9A}" type="pres">
      <dgm:prSet presAssocID="{17B2D908-1417-4E7C-8CFF-24E4B6BB9C57}" presName="linNode" presStyleCnt="0"/>
      <dgm:spPr/>
    </dgm:pt>
    <dgm:pt modelId="{3956DCB4-B393-4070-9952-4B39378F896F}" type="pres">
      <dgm:prSet presAssocID="{17B2D908-1417-4E7C-8CFF-24E4B6BB9C57}" presName="parentText" presStyleLbl="node1" presStyleIdx="1" presStyleCnt="3">
        <dgm:presLayoutVars>
          <dgm:chMax val="1"/>
          <dgm:bulletEnabled val="1"/>
        </dgm:presLayoutVars>
      </dgm:prSet>
      <dgm:spPr/>
    </dgm:pt>
    <dgm:pt modelId="{0157D272-1063-4B0D-A4AA-CE067D1892E8}" type="pres">
      <dgm:prSet presAssocID="{17B2D908-1417-4E7C-8CFF-24E4B6BB9C57}" presName="descendantText" presStyleLbl="alignAccFollowNode1" presStyleIdx="0" presStyleCnt="2">
        <dgm:presLayoutVars>
          <dgm:bulletEnabled val="1"/>
        </dgm:presLayoutVars>
      </dgm:prSet>
      <dgm:spPr/>
    </dgm:pt>
    <dgm:pt modelId="{F72430F0-50EF-4239-82B0-B0B976042A99}" type="pres">
      <dgm:prSet presAssocID="{B4F26C9C-16C1-46CB-8A65-E37E106681B4}" presName="sp" presStyleCnt="0"/>
      <dgm:spPr/>
    </dgm:pt>
    <dgm:pt modelId="{EE0D5A0E-6FD1-4BAB-94EE-44458E7EEF89}" type="pres">
      <dgm:prSet presAssocID="{362F9B0A-43E8-4D7F-B3A5-9D15CAEF4E4A}" presName="linNode" presStyleCnt="0"/>
      <dgm:spPr/>
    </dgm:pt>
    <dgm:pt modelId="{0CD43627-D6DE-4EFB-87F9-8F57075D9CF7}" type="pres">
      <dgm:prSet presAssocID="{362F9B0A-43E8-4D7F-B3A5-9D15CAEF4E4A}" presName="parentText" presStyleLbl="node1" presStyleIdx="2" presStyleCnt="3">
        <dgm:presLayoutVars>
          <dgm:chMax val="1"/>
          <dgm:bulletEnabled val="1"/>
        </dgm:presLayoutVars>
      </dgm:prSet>
      <dgm:spPr/>
    </dgm:pt>
    <dgm:pt modelId="{654AD8BA-C84D-45D2-A70C-1DEA66AA1714}" type="pres">
      <dgm:prSet presAssocID="{362F9B0A-43E8-4D7F-B3A5-9D15CAEF4E4A}" presName="descendantText" presStyleLbl="alignAccFollowNode1" presStyleIdx="1" presStyleCnt="2">
        <dgm:presLayoutVars>
          <dgm:bulletEnabled val="1"/>
        </dgm:presLayoutVars>
      </dgm:prSet>
      <dgm:spPr/>
    </dgm:pt>
  </dgm:ptLst>
  <dgm:cxnLst>
    <dgm:cxn modelId="{3524260F-FAE6-425D-9F05-1059850FA6B9}" srcId="{17B2D908-1417-4E7C-8CFF-24E4B6BB9C57}" destId="{8DA27F59-E694-40BE-8BF8-91E313E00BB5}" srcOrd="2" destOrd="0" parTransId="{BF29339E-E901-493B-9A1A-55EBD40A65C8}" sibTransId="{3505EA7F-1F99-44E8-8D70-3F868A4904A5}"/>
    <dgm:cxn modelId="{2968C823-7B0E-4C2C-8A12-0D02FB1485A8}" type="presOf" srcId="{362F9B0A-43E8-4D7F-B3A5-9D15CAEF4E4A}" destId="{0CD43627-D6DE-4EFB-87F9-8F57075D9CF7}" srcOrd="0" destOrd="0" presId="urn:microsoft.com/office/officeart/2005/8/layout/vList5"/>
    <dgm:cxn modelId="{6EF74228-7E92-4731-9B00-4EDF74996489}" srcId="{362F9B0A-43E8-4D7F-B3A5-9D15CAEF4E4A}" destId="{D266A31A-8B68-486C-89BE-85087CC0655B}" srcOrd="1" destOrd="0" parTransId="{482297D1-C377-441C-8C99-01A8CEC0D9AE}" sibTransId="{F84D0156-D0D9-4AC0-8407-632B1B4D5069}"/>
    <dgm:cxn modelId="{E3904E2A-1A5C-40D4-BBF7-31D9E0527F57}" type="presOf" srcId="{17B2D908-1417-4E7C-8CFF-24E4B6BB9C57}" destId="{3956DCB4-B393-4070-9952-4B39378F896F}" srcOrd="0" destOrd="0" presId="urn:microsoft.com/office/officeart/2005/8/layout/vList5"/>
    <dgm:cxn modelId="{264D712C-2809-4B48-BDF8-33E946DE3A02}" type="presOf" srcId="{9E7B7BC5-DDE2-4BA1-87DD-72549C0C6F57}" destId="{0157D272-1063-4B0D-A4AA-CE067D1892E8}" srcOrd="0" destOrd="1" presId="urn:microsoft.com/office/officeart/2005/8/layout/vList5"/>
    <dgm:cxn modelId="{E3939A43-3204-40D9-B543-3008F278C7D0}" type="presOf" srcId="{8DA27F59-E694-40BE-8BF8-91E313E00BB5}" destId="{0157D272-1063-4B0D-A4AA-CE067D1892E8}" srcOrd="0" destOrd="2" presId="urn:microsoft.com/office/officeart/2005/8/layout/vList5"/>
    <dgm:cxn modelId="{396EB964-3666-4613-BA4D-399547928DB7}" srcId="{362F9B0A-43E8-4D7F-B3A5-9D15CAEF4E4A}" destId="{3AACF9C8-ED26-494A-9BEB-9A6950370264}" srcOrd="0" destOrd="0" parTransId="{B32B6D52-99B7-4B60-832D-DD45CAA0D417}" sibTransId="{46D3EDC3-81A2-4854-A5E3-35E621CCE770}"/>
    <dgm:cxn modelId="{715B3945-1B28-46BD-B77E-5CE3CD5CF9BC}" type="presOf" srcId="{3AACF9C8-ED26-494A-9BEB-9A6950370264}" destId="{654AD8BA-C84D-45D2-A70C-1DEA66AA1714}" srcOrd="0" destOrd="0" presId="urn:microsoft.com/office/officeart/2005/8/layout/vList5"/>
    <dgm:cxn modelId="{6A878A68-4900-492B-B93D-3A615EC44E17}" type="presOf" srcId="{D266A31A-8B68-486C-89BE-85087CC0655B}" destId="{654AD8BA-C84D-45D2-A70C-1DEA66AA1714}" srcOrd="0" destOrd="1" presId="urn:microsoft.com/office/officeart/2005/8/layout/vList5"/>
    <dgm:cxn modelId="{10C86250-BDEA-4798-A753-238C45454C2D}" type="presOf" srcId="{8DF55EC5-CD83-49CE-BC29-FC80DBB639D8}" destId="{654AD8BA-C84D-45D2-A70C-1DEA66AA1714}" srcOrd="0" destOrd="2" presId="urn:microsoft.com/office/officeart/2005/8/layout/vList5"/>
    <dgm:cxn modelId="{50642E71-19A9-4589-AE24-34F4CF38F9B6}" type="presOf" srcId="{17E016D3-805C-41FC-AE49-1A783C2951FF}" destId="{AFE29FCF-93D1-4B18-A824-A74DC20301DA}" srcOrd="0" destOrd="0" presId="urn:microsoft.com/office/officeart/2005/8/layout/vList5"/>
    <dgm:cxn modelId="{1C892A81-A321-41EA-80E5-D75BE04C6FED}" type="presOf" srcId="{3819E71B-DEA5-462A-A50C-197D0DE2F30E}" destId="{0157D272-1063-4B0D-A4AA-CE067D1892E8}" srcOrd="0" destOrd="0" presId="urn:microsoft.com/office/officeart/2005/8/layout/vList5"/>
    <dgm:cxn modelId="{2D7CE390-CF6E-4846-87AC-5E9E506E369E}" srcId="{17B2D908-1417-4E7C-8CFF-24E4B6BB9C57}" destId="{9E7B7BC5-DDE2-4BA1-87DD-72549C0C6F57}" srcOrd="1" destOrd="0" parTransId="{7D6DBA36-1A85-4F80-B38D-5C56FE380BB1}" sibTransId="{5C88DCAA-2697-4BB1-B219-6E17E7972DD5}"/>
    <dgm:cxn modelId="{7A7058AC-D840-4575-AF5F-FC3303FFBC06}" type="presOf" srcId="{9979A5D0-0150-4C40-B3C7-1438E7264CD0}" destId="{4130154E-2186-4099-B1F9-FD06A26DCE21}" srcOrd="0" destOrd="0" presId="urn:microsoft.com/office/officeart/2005/8/layout/vList5"/>
    <dgm:cxn modelId="{5B111FB6-1590-4980-AD15-510A4CBE1C13}" srcId="{362F9B0A-43E8-4D7F-B3A5-9D15CAEF4E4A}" destId="{8DF55EC5-CD83-49CE-BC29-FC80DBB639D8}" srcOrd="2" destOrd="0" parTransId="{E1482659-98B2-426F-B318-B6EF5886A35C}" sibTransId="{BA4267A5-7479-4669-9FD6-0BFF1F2BA444}"/>
    <dgm:cxn modelId="{BE1683B6-A879-4C45-8851-282CFF08C867}" srcId="{17E016D3-805C-41FC-AE49-1A783C2951FF}" destId="{362F9B0A-43E8-4D7F-B3A5-9D15CAEF4E4A}" srcOrd="2" destOrd="0" parTransId="{AE13BCA0-1333-4B88-82EF-4F3A3FC39A8C}" sibTransId="{75D6A846-FB79-496D-A9F4-92C3C39DD2A7}"/>
    <dgm:cxn modelId="{96FCCCD2-260C-4BC2-B058-64CF3180D029}" srcId="{17E016D3-805C-41FC-AE49-1A783C2951FF}" destId="{9979A5D0-0150-4C40-B3C7-1438E7264CD0}" srcOrd="0" destOrd="0" parTransId="{56D5612F-37AC-43F8-88BD-F31F5D7C1B21}" sibTransId="{29B0FFD4-F016-4308-8DC3-0F8EB9D731C3}"/>
    <dgm:cxn modelId="{214C77E5-F503-456B-B0B4-2782860520F1}" type="presOf" srcId="{B9554231-99FE-4294-92B7-EF84B9137B50}" destId="{0157D272-1063-4B0D-A4AA-CE067D1892E8}" srcOrd="0" destOrd="3" presId="urn:microsoft.com/office/officeart/2005/8/layout/vList5"/>
    <dgm:cxn modelId="{096947E9-2DF0-4F28-A846-928D1C1B9CE1}" srcId="{17E016D3-805C-41FC-AE49-1A783C2951FF}" destId="{17B2D908-1417-4E7C-8CFF-24E4B6BB9C57}" srcOrd="1" destOrd="0" parTransId="{2F51FDA8-8D96-4D86-BE7F-DEEF277B4ED3}" sibTransId="{B4F26C9C-16C1-46CB-8A65-E37E106681B4}"/>
    <dgm:cxn modelId="{7E5E4AF3-94EC-47FF-B42D-0C5177F8AF29}" srcId="{17B2D908-1417-4E7C-8CFF-24E4B6BB9C57}" destId="{B9554231-99FE-4294-92B7-EF84B9137B50}" srcOrd="3" destOrd="0" parTransId="{0B7274D6-4FE8-4AB2-84A7-B8A9EE7710BF}" sibTransId="{E66FCD63-1A14-47A2-9345-00CB406ECF05}"/>
    <dgm:cxn modelId="{7DADEEF3-D9D0-418C-AAE0-96ABB15A17F3}" srcId="{17B2D908-1417-4E7C-8CFF-24E4B6BB9C57}" destId="{3819E71B-DEA5-462A-A50C-197D0DE2F30E}" srcOrd="0" destOrd="0" parTransId="{94EEDEE6-F741-4E9B-89D2-654A294B66C1}" sibTransId="{0977D108-045A-4126-A40D-A7251A97CE1F}"/>
    <dgm:cxn modelId="{5B6BC379-B5E1-4643-ADB5-98254C712CB8}" type="presParOf" srcId="{AFE29FCF-93D1-4B18-A824-A74DC20301DA}" destId="{93D3D554-1075-4729-BE2D-55AF35758013}" srcOrd="0" destOrd="0" presId="urn:microsoft.com/office/officeart/2005/8/layout/vList5"/>
    <dgm:cxn modelId="{E020DADE-012A-4774-80BA-3C005C525BF2}" type="presParOf" srcId="{93D3D554-1075-4729-BE2D-55AF35758013}" destId="{4130154E-2186-4099-B1F9-FD06A26DCE21}" srcOrd="0" destOrd="0" presId="urn:microsoft.com/office/officeart/2005/8/layout/vList5"/>
    <dgm:cxn modelId="{9DE81277-B9BB-4D7D-8D8C-7318518C278D}" type="presParOf" srcId="{AFE29FCF-93D1-4B18-A824-A74DC20301DA}" destId="{3E66445D-8EAE-48CC-A16C-707005095C10}" srcOrd="1" destOrd="0" presId="urn:microsoft.com/office/officeart/2005/8/layout/vList5"/>
    <dgm:cxn modelId="{491E6E01-670A-4BC9-8F0F-6DDAA471C354}" type="presParOf" srcId="{AFE29FCF-93D1-4B18-A824-A74DC20301DA}" destId="{00F90506-42DE-4DBD-95E4-7FB0017A4B9A}" srcOrd="2" destOrd="0" presId="urn:microsoft.com/office/officeart/2005/8/layout/vList5"/>
    <dgm:cxn modelId="{233283F6-6BF9-4A25-BEBE-269087CE428F}" type="presParOf" srcId="{00F90506-42DE-4DBD-95E4-7FB0017A4B9A}" destId="{3956DCB4-B393-4070-9952-4B39378F896F}" srcOrd="0" destOrd="0" presId="urn:microsoft.com/office/officeart/2005/8/layout/vList5"/>
    <dgm:cxn modelId="{478E4CD3-1DD7-4803-984E-83262AEAEF0E}" type="presParOf" srcId="{00F90506-42DE-4DBD-95E4-7FB0017A4B9A}" destId="{0157D272-1063-4B0D-A4AA-CE067D1892E8}" srcOrd="1" destOrd="0" presId="urn:microsoft.com/office/officeart/2005/8/layout/vList5"/>
    <dgm:cxn modelId="{94098AB4-8946-4C48-9AB4-C628D9EFCEED}" type="presParOf" srcId="{AFE29FCF-93D1-4B18-A824-A74DC20301DA}" destId="{F72430F0-50EF-4239-82B0-B0B976042A99}" srcOrd="3" destOrd="0" presId="urn:microsoft.com/office/officeart/2005/8/layout/vList5"/>
    <dgm:cxn modelId="{6252C45C-4DC0-42D4-850A-D1DE209E83B6}" type="presParOf" srcId="{AFE29FCF-93D1-4B18-A824-A74DC20301DA}" destId="{EE0D5A0E-6FD1-4BAB-94EE-44458E7EEF89}" srcOrd="4" destOrd="0" presId="urn:microsoft.com/office/officeart/2005/8/layout/vList5"/>
    <dgm:cxn modelId="{E416D97F-99FC-41FC-B39E-EAA984F91FAE}" type="presParOf" srcId="{EE0D5A0E-6FD1-4BAB-94EE-44458E7EEF89}" destId="{0CD43627-D6DE-4EFB-87F9-8F57075D9CF7}" srcOrd="0" destOrd="0" presId="urn:microsoft.com/office/officeart/2005/8/layout/vList5"/>
    <dgm:cxn modelId="{8E24D44D-C69E-4195-9917-33DCF4EBD17A}" type="presParOf" srcId="{EE0D5A0E-6FD1-4BAB-94EE-44458E7EEF89}" destId="{654AD8BA-C84D-45D2-A70C-1DEA66AA171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CC45880-BA6E-40B8-B715-E76DF59801FA}" type="doc">
      <dgm:prSet loTypeId="urn:microsoft.com/office/officeart/2005/8/layout/list1" loCatId="list" qsTypeId="urn:microsoft.com/office/officeart/2005/8/quickstyle/simple4" qsCatId="simple" csTypeId="urn:microsoft.com/office/officeart/2005/8/colors/colorful5" csCatId="colorful"/>
      <dgm:spPr/>
      <dgm:t>
        <a:bodyPr/>
        <a:lstStyle/>
        <a:p>
          <a:endParaRPr lang="en-US"/>
        </a:p>
      </dgm:t>
    </dgm:pt>
    <dgm:pt modelId="{616CFE5A-F08D-4E3F-98CC-988C9FED0A0B}">
      <dgm:prSet/>
      <dgm:spPr/>
      <dgm:t>
        <a:bodyPr/>
        <a:lstStyle/>
        <a:p>
          <a:r>
            <a:rPr lang="es-ES"/>
            <a:t>Cifrado</a:t>
          </a:r>
          <a:endParaRPr lang="en-US"/>
        </a:p>
      </dgm:t>
    </dgm:pt>
    <dgm:pt modelId="{7CFEE4E6-7D96-4BE3-B7DE-9B535C1BC1ED}" type="parTrans" cxnId="{0783A70E-EB56-4A0C-82CB-D0850F0D1E21}">
      <dgm:prSet/>
      <dgm:spPr/>
      <dgm:t>
        <a:bodyPr/>
        <a:lstStyle/>
        <a:p>
          <a:endParaRPr lang="en-US"/>
        </a:p>
      </dgm:t>
    </dgm:pt>
    <dgm:pt modelId="{BDCC304D-0867-475B-AE6B-3D330421CFB3}" type="sibTrans" cxnId="{0783A70E-EB56-4A0C-82CB-D0850F0D1E21}">
      <dgm:prSet/>
      <dgm:spPr/>
      <dgm:t>
        <a:bodyPr/>
        <a:lstStyle/>
        <a:p>
          <a:endParaRPr lang="en-US"/>
        </a:p>
      </dgm:t>
    </dgm:pt>
    <dgm:pt modelId="{EF959EEB-D5BE-4CB1-80A4-1C8148D20BCF}">
      <dgm:prSet/>
      <dgm:spPr/>
      <dgm:t>
        <a:bodyPr/>
        <a:lstStyle/>
        <a:p>
          <a:r>
            <a:rPr lang="es-ES"/>
            <a:t>Autenticación</a:t>
          </a:r>
          <a:endParaRPr lang="en-US"/>
        </a:p>
      </dgm:t>
    </dgm:pt>
    <dgm:pt modelId="{7752C985-39A9-4B57-9A5C-1BCB61AB37AB}" type="parTrans" cxnId="{325D9914-1A86-4898-AD8F-EBC24AE09E90}">
      <dgm:prSet/>
      <dgm:spPr/>
      <dgm:t>
        <a:bodyPr/>
        <a:lstStyle/>
        <a:p>
          <a:endParaRPr lang="en-US"/>
        </a:p>
      </dgm:t>
    </dgm:pt>
    <dgm:pt modelId="{C80392DE-6D18-46EF-A470-B384C77B20DD}" type="sibTrans" cxnId="{325D9914-1A86-4898-AD8F-EBC24AE09E90}">
      <dgm:prSet/>
      <dgm:spPr/>
      <dgm:t>
        <a:bodyPr/>
        <a:lstStyle/>
        <a:p>
          <a:endParaRPr lang="en-US"/>
        </a:p>
      </dgm:t>
    </dgm:pt>
    <dgm:pt modelId="{38EE4659-D57E-432B-BB77-4007C05F9445}">
      <dgm:prSet/>
      <dgm:spPr/>
      <dgm:t>
        <a:bodyPr/>
        <a:lstStyle/>
        <a:p>
          <a:r>
            <a:rPr lang="es-ES"/>
            <a:t>Firma digital</a:t>
          </a:r>
          <a:endParaRPr lang="en-US"/>
        </a:p>
      </dgm:t>
    </dgm:pt>
    <dgm:pt modelId="{033263A9-64B6-4BE6-9E57-A6613BEC365D}" type="parTrans" cxnId="{586CF6C4-CBF3-4B13-9040-53B8A76D75BA}">
      <dgm:prSet/>
      <dgm:spPr/>
      <dgm:t>
        <a:bodyPr/>
        <a:lstStyle/>
        <a:p>
          <a:endParaRPr lang="en-US"/>
        </a:p>
      </dgm:t>
    </dgm:pt>
    <dgm:pt modelId="{426ADE42-2EE2-4124-85C5-1B34950FED45}" type="sibTrans" cxnId="{586CF6C4-CBF3-4B13-9040-53B8A76D75BA}">
      <dgm:prSet/>
      <dgm:spPr/>
      <dgm:t>
        <a:bodyPr/>
        <a:lstStyle/>
        <a:p>
          <a:endParaRPr lang="en-US"/>
        </a:p>
      </dgm:t>
    </dgm:pt>
    <dgm:pt modelId="{FFC83F56-61B8-493B-AFCD-680E54F92F6C}" type="pres">
      <dgm:prSet presAssocID="{9CC45880-BA6E-40B8-B715-E76DF59801FA}" presName="linear" presStyleCnt="0">
        <dgm:presLayoutVars>
          <dgm:dir/>
          <dgm:animLvl val="lvl"/>
          <dgm:resizeHandles val="exact"/>
        </dgm:presLayoutVars>
      </dgm:prSet>
      <dgm:spPr/>
    </dgm:pt>
    <dgm:pt modelId="{34FAB8F6-DA04-4B57-AA55-B1283E133948}" type="pres">
      <dgm:prSet presAssocID="{616CFE5A-F08D-4E3F-98CC-988C9FED0A0B}" presName="parentLin" presStyleCnt="0"/>
      <dgm:spPr/>
    </dgm:pt>
    <dgm:pt modelId="{B60B2237-618F-4DF5-B434-870B094B32E0}" type="pres">
      <dgm:prSet presAssocID="{616CFE5A-F08D-4E3F-98CC-988C9FED0A0B}" presName="parentLeftMargin" presStyleLbl="node1" presStyleIdx="0" presStyleCnt="3"/>
      <dgm:spPr/>
    </dgm:pt>
    <dgm:pt modelId="{D90B57E5-F26E-475C-A0C1-32E68ADFFBDF}" type="pres">
      <dgm:prSet presAssocID="{616CFE5A-F08D-4E3F-98CC-988C9FED0A0B}" presName="parentText" presStyleLbl="node1" presStyleIdx="0" presStyleCnt="3">
        <dgm:presLayoutVars>
          <dgm:chMax val="0"/>
          <dgm:bulletEnabled val="1"/>
        </dgm:presLayoutVars>
      </dgm:prSet>
      <dgm:spPr/>
    </dgm:pt>
    <dgm:pt modelId="{E87AAC0A-BFF5-45D4-9ED7-665CA33A969B}" type="pres">
      <dgm:prSet presAssocID="{616CFE5A-F08D-4E3F-98CC-988C9FED0A0B}" presName="negativeSpace" presStyleCnt="0"/>
      <dgm:spPr/>
    </dgm:pt>
    <dgm:pt modelId="{E483DFE4-76AB-480A-81D3-C5379BE3C36F}" type="pres">
      <dgm:prSet presAssocID="{616CFE5A-F08D-4E3F-98CC-988C9FED0A0B}" presName="childText" presStyleLbl="conFgAcc1" presStyleIdx="0" presStyleCnt="3">
        <dgm:presLayoutVars>
          <dgm:bulletEnabled val="1"/>
        </dgm:presLayoutVars>
      </dgm:prSet>
      <dgm:spPr/>
    </dgm:pt>
    <dgm:pt modelId="{C79A15EC-D60A-4AA4-8428-A76948D77642}" type="pres">
      <dgm:prSet presAssocID="{BDCC304D-0867-475B-AE6B-3D330421CFB3}" presName="spaceBetweenRectangles" presStyleCnt="0"/>
      <dgm:spPr/>
    </dgm:pt>
    <dgm:pt modelId="{2C6B52C2-5381-4ADD-9CEB-0D456387F157}" type="pres">
      <dgm:prSet presAssocID="{EF959EEB-D5BE-4CB1-80A4-1C8148D20BCF}" presName="parentLin" presStyleCnt="0"/>
      <dgm:spPr/>
    </dgm:pt>
    <dgm:pt modelId="{A3BD9160-D617-4A4D-A81F-1E6B9C650FAB}" type="pres">
      <dgm:prSet presAssocID="{EF959EEB-D5BE-4CB1-80A4-1C8148D20BCF}" presName="parentLeftMargin" presStyleLbl="node1" presStyleIdx="0" presStyleCnt="3"/>
      <dgm:spPr/>
    </dgm:pt>
    <dgm:pt modelId="{21CCE4CF-ACA8-4FFF-87D9-148B4DC6B6D3}" type="pres">
      <dgm:prSet presAssocID="{EF959EEB-D5BE-4CB1-80A4-1C8148D20BCF}" presName="parentText" presStyleLbl="node1" presStyleIdx="1" presStyleCnt="3">
        <dgm:presLayoutVars>
          <dgm:chMax val="0"/>
          <dgm:bulletEnabled val="1"/>
        </dgm:presLayoutVars>
      </dgm:prSet>
      <dgm:spPr/>
    </dgm:pt>
    <dgm:pt modelId="{D3D61B15-0E00-46D3-8D79-15B11B47CB80}" type="pres">
      <dgm:prSet presAssocID="{EF959EEB-D5BE-4CB1-80A4-1C8148D20BCF}" presName="negativeSpace" presStyleCnt="0"/>
      <dgm:spPr/>
    </dgm:pt>
    <dgm:pt modelId="{C20B3A88-CC89-4402-9E8B-8018A9DE48FD}" type="pres">
      <dgm:prSet presAssocID="{EF959EEB-D5BE-4CB1-80A4-1C8148D20BCF}" presName="childText" presStyleLbl="conFgAcc1" presStyleIdx="1" presStyleCnt="3">
        <dgm:presLayoutVars>
          <dgm:bulletEnabled val="1"/>
        </dgm:presLayoutVars>
      </dgm:prSet>
      <dgm:spPr/>
    </dgm:pt>
    <dgm:pt modelId="{E2122314-4F2C-4EE9-87FD-676F7428D04F}" type="pres">
      <dgm:prSet presAssocID="{C80392DE-6D18-46EF-A470-B384C77B20DD}" presName="spaceBetweenRectangles" presStyleCnt="0"/>
      <dgm:spPr/>
    </dgm:pt>
    <dgm:pt modelId="{E7A3C041-A3DB-410F-A965-F7C8DBCDAA83}" type="pres">
      <dgm:prSet presAssocID="{38EE4659-D57E-432B-BB77-4007C05F9445}" presName="parentLin" presStyleCnt="0"/>
      <dgm:spPr/>
    </dgm:pt>
    <dgm:pt modelId="{BBE9D3C3-6A89-448D-9797-05FA2FEFAB84}" type="pres">
      <dgm:prSet presAssocID="{38EE4659-D57E-432B-BB77-4007C05F9445}" presName="parentLeftMargin" presStyleLbl="node1" presStyleIdx="1" presStyleCnt="3"/>
      <dgm:spPr/>
    </dgm:pt>
    <dgm:pt modelId="{2453D624-7822-4DE1-B3D1-A2B547233B83}" type="pres">
      <dgm:prSet presAssocID="{38EE4659-D57E-432B-BB77-4007C05F9445}" presName="parentText" presStyleLbl="node1" presStyleIdx="2" presStyleCnt="3">
        <dgm:presLayoutVars>
          <dgm:chMax val="0"/>
          <dgm:bulletEnabled val="1"/>
        </dgm:presLayoutVars>
      </dgm:prSet>
      <dgm:spPr/>
    </dgm:pt>
    <dgm:pt modelId="{B14234F8-5D65-4CBE-BF14-287B6D777D2D}" type="pres">
      <dgm:prSet presAssocID="{38EE4659-D57E-432B-BB77-4007C05F9445}" presName="negativeSpace" presStyleCnt="0"/>
      <dgm:spPr/>
    </dgm:pt>
    <dgm:pt modelId="{BD6A2D2A-B93F-4D7D-AF6D-0987E69001DE}" type="pres">
      <dgm:prSet presAssocID="{38EE4659-D57E-432B-BB77-4007C05F9445}" presName="childText" presStyleLbl="conFgAcc1" presStyleIdx="2" presStyleCnt="3">
        <dgm:presLayoutVars>
          <dgm:bulletEnabled val="1"/>
        </dgm:presLayoutVars>
      </dgm:prSet>
      <dgm:spPr/>
    </dgm:pt>
  </dgm:ptLst>
  <dgm:cxnLst>
    <dgm:cxn modelId="{0783A70E-EB56-4A0C-82CB-D0850F0D1E21}" srcId="{9CC45880-BA6E-40B8-B715-E76DF59801FA}" destId="{616CFE5A-F08D-4E3F-98CC-988C9FED0A0B}" srcOrd="0" destOrd="0" parTransId="{7CFEE4E6-7D96-4BE3-B7DE-9B535C1BC1ED}" sibTransId="{BDCC304D-0867-475B-AE6B-3D330421CFB3}"/>
    <dgm:cxn modelId="{325D9914-1A86-4898-AD8F-EBC24AE09E90}" srcId="{9CC45880-BA6E-40B8-B715-E76DF59801FA}" destId="{EF959EEB-D5BE-4CB1-80A4-1C8148D20BCF}" srcOrd="1" destOrd="0" parTransId="{7752C985-39A9-4B57-9A5C-1BCB61AB37AB}" sibTransId="{C80392DE-6D18-46EF-A470-B384C77B20DD}"/>
    <dgm:cxn modelId="{2EB3D121-23CF-482B-AD88-A4FA27767D20}" type="presOf" srcId="{EF959EEB-D5BE-4CB1-80A4-1C8148D20BCF}" destId="{21CCE4CF-ACA8-4FFF-87D9-148B4DC6B6D3}" srcOrd="1" destOrd="0" presId="urn:microsoft.com/office/officeart/2005/8/layout/list1"/>
    <dgm:cxn modelId="{A3E84F50-4584-4A22-9FFA-A25E579186DE}" type="presOf" srcId="{38EE4659-D57E-432B-BB77-4007C05F9445}" destId="{2453D624-7822-4DE1-B3D1-A2B547233B83}" srcOrd="1" destOrd="0" presId="urn:microsoft.com/office/officeart/2005/8/layout/list1"/>
    <dgm:cxn modelId="{22C80A8C-E496-40DD-88FD-B7A562ED1D0A}" type="presOf" srcId="{616CFE5A-F08D-4E3F-98CC-988C9FED0A0B}" destId="{D90B57E5-F26E-475C-A0C1-32E68ADFFBDF}" srcOrd="1" destOrd="0" presId="urn:microsoft.com/office/officeart/2005/8/layout/list1"/>
    <dgm:cxn modelId="{6062748F-8DA0-46A5-82DC-D0215558916B}" type="presOf" srcId="{616CFE5A-F08D-4E3F-98CC-988C9FED0A0B}" destId="{B60B2237-618F-4DF5-B434-870B094B32E0}" srcOrd="0" destOrd="0" presId="urn:microsoft.com/office/officeart/2005/8/layout/list1"/>
    <dgm:cxn modelId="{CC13BC96-5811-40AC-8DA2-5D752C22EC66}" type="presOf" srcId="{38EE4659-D57E-432B-BB77-4007C05F9445}" destId="{BBE9D3C3-6A89-448D-9797-05FA2FEFAB84}" srcOrd="0" destOrd="0" presId="urn:microsoft.com/office/officeart/2005/8/layout/list1"/>
    <dgm:cxn modelId="{586CF6C4-CBF3-4B13-9040-53B8A76D75BA}" srcId="{9CC45880-BA6E-40B8-B715-E76DF59801FA}" destId="{38EE4659-D57E-432B-BB77-4007C05F9445}" srcOrd="2" destOrd="0" parTransId="{033263A9-64B6-4BE6-9E57-A6613BEC365D}" sibTransId="{426ADE42-2EE2-4124-85C5-1B34950FED45}"/>
    <dgm:cxn modelId="{7B524ED3-D3A0-438A-BF03-6FD8DEFC51C7}" type="presOf" srcId="{EF959EEB-D5BE-4CB1-80A4-1C8148D20BCF}" destId="{A3BD9160-D617-4A4D-A81F-1E6B9C650FAB}" srcOrd="0" destOrd="0" presId="urn:microsoft.com/office/officeart/2005/8/layout/list1"/>
    <dgm:cxn modelId="{E898F1E7-C46A-45ED-8A31-877E5146CB91}" type="presOf" srcId="{9CC45880-BA6E-40B8-B715-E76DF59801FA}" destId="{FFC83F56-61B8-493B-AFCD-680E54F92F6C}" srcOrd="0" destOrd="0" presId="urn:microsoft.com/office/officeart/2005/8/layout/list1"/>
    <dgm:cxn modelId="{1CEBBF7C-D125-4685-97ED-9AD3EC90B0F3}" type="presParOf" srcId="{FFC83F56-61B8-493B-AFCD-680E54F92F6C}" destId="{34FAB8F6-DA04-4B57-AA55-B1283E133948}" srcOrd="0" destOrd="0" presId="urn:microsoft.com/office/officeart/2005/8/layout/list1"/>
    <dgm:cxn modelId="{DE594256-E334-4AF3-801E-78E6F0DA29C8}" type="presParOf" srcId="{34FAB8F6-DA04-4B57-AA55-B1283E133948}" destId="{B60B2237-618F-4DF5-B434-870B094B32E0}" srcOrd="0" destOrd="0" presId="urn:microsoft.com/office/officeart/2005/8/layout/list1"/>
    <dgm:cxn modelId="{413F4CC3-926D-48F2-A882-6023A7EA362F}" type="presParOf" srcId="{34FAB8F6-DA04-4B57-AA55-B1283E133948}" destId="{D90B57E5-F26E-475C-A0C1-32E68ADFFBDF}" srcOrd="1" destOrd="0" presId="urn:microsoft.com/office/officeart/2005/8/layout/list1"/>
    <dgm:cxn modelId="{F2BEF664-77AB-4B11-9C81-E980A7915C62}" type="presParOf" srcId="{FFC83F56-61B8-493B-AFCD-680E54F92F6C}" destId="{E87AAC0A-BFF5-45D4-9ED7-665CA33A969B}" srcOrd="1" destOrd="0" presId="urn:microsoft.com/office/officeart/2005/8/layout/list1"/>
    <dgm:cxn modelId="{C43FB6C0-9875-475B-8C19-843987F5F299}" type="presParOf" srcId="{FFC83F56-61B8-493B-AFCD-680E54F92F6C}" destId="{E483DFE4-76AB-480A-81D3-C5379BE3C36F}" srcOrd="2" destOrd="0" presId="urn:microsoft.com/office/officeart/2005/8/layout/list1"/>
    <dgm:cxn modelId="{0B3ECCD0-AF9A-4160-95C2-DD0099008E09}" type="presParOf" srcId="{FFC83F56-61B8-493B-AFCD-680E54F92F6C}" destId="{C79A15EC-D60A-4AA4-8428-A76948D77642}" srcOrd="3" destOrd="0" presId="urn:microsoft.com/office/officeart/2005/8/layout/list1"/>
    <dgm:cxn modelId="{1AE2D597-3404-4F8C-9B15-5B8919EEE6E0}" type="presParOf" srcId="{FFC83F56-61B8-493B-AFCD-680E54F92F6C}" destId="{2C6B52C2-5381-4ADD-9CEB-0D456387F157}" srcOrd="4" destOrd="0" presId="urn:microsoft.com/office/officeart/2005/8/layout/list1"/>
    <dgm:cxn modelId="{BB11B042-1E66-4750-A732-09A40513C358}" type="presParOf" srcId="{2C6B52C2-5381-4ADD-9CEB-0D456387F157}" destId="{A3BD9160-D617-4A4D-A81F-1E6B9C650FAB}" srcOrd="0" destOrd="0" presId="urn:microsoft.com/office/officeart/2005/8/layout/list1"/>
    <dgm:cxn modelId="{0120572C-8F09-4AD9-8477-9F2E75E1C8B1}" type="presParOf" srcId="{2C6B52C2-5381-4ADD-9CEB-0D456387F157}" destId="{21CCE4CF-ACA8-4FFF-87D9-148B4DC6B6D3}" srcOrd="1" destOrd="0" presId="urn:microsoft.com/office/officeart/2005/8/layout/list1"/>
    <dgm:cxn modelId="{AA40F9B5-C944-41F5-9C13-041970A727E6}" type="presParOf" srcId="{FFC83F56-61B8-493B-AFCD-680E54F92F6C}" destId="{D3D61B15-0E00-46D3-8D79-15B11B47CB80}" srcOrd="5" destOrd="0" presId="urn:microsoft.com/office/officeart/2005/8/layout/list1"/>
    <dgm:cxn modelId="{FC3560A6-69E3-41FC-B074-2886A7856A77}" type="presParOf" srcId="{FFC83F56-61B8-493B-AFCD-680E54F92F6C}" destId="{C20B3A88-CC89-4402-9E8B-8018A9DE48FD}" srcOrd="6" destOrd="0" presId="urn:microsoft.com/office/officeart/2005/8/layout/list1"/>
    <dgm:cxn modelId="{3C8F6E92-DA70-4978-A351-C5FA35456963}" type="presParOf" srcId="{FFC83F56-61B8-493B-AFCD-680E54F92F6C}" destId="{E2122314-4F2C-4EE9-87FD-676F7428D04F}" srcOrd="7" destOrd="0" presId="urn:microsoft.com/office/officeart/2005/8/layout/list1"/>
    <dgm:cxn modelId="{BAF50A6E-5A15-461B-A852-A2B1E62D4229}" type="presParOf" srcId="{FFC83F56-61B8-493B-AFCD-680E54F92F6C}" destId="{E7A3C041-A3DB-410F-A965-F7C8DBCDAA83}" srcOrd="8" destOrd="0" presId="urn:microsoft.com/office/officeart/2005/8/layout/list1"/>
    <dgm:cxn modelId="{256B8C1A-B3B1-47E4-A10C-D6F32E0D3B3F}" type="presParOf" srcId="{E7A3C041-A3DB-410F-A965-F7C8DBCDAA83}" destId="{BBE9D3C3-6A89-448D-9797-05FA2FEFAB84}" srcOrd="0" destOrd="0" presId="urn:microsoft.com/office/officeart/2005/8/layout/list1"/>
    <dgm:cxn modelId="{DBB8C328-5768-4AC2-8B4F-45E83DF2E7AD}" type="presParOf" srcId="{E7A3C041-A3DB-410F-A965-F7C8DBCDAA83}" destId="{2453D624-7822-4DE1-B3D1-A2B547233B83}" srcOrd="1" destOrd="0" presId="urn:microsoft.com/office/officeart/2005/8/layout/list1"/>
    <dgm:cxn modelId="{02A2FDA5-465B-41DA-BC6B-E8C2CF003822}" type="presParOf" srcId="{FFC83F56-61B8-493B-AFCD-680E54F92F6C}" destId="{B14234F8-5D65-4CBE-BF14-287B6D777D2D}" srcOrd="9" destOrd="0" presId="urn:microsoft.com/office/officeart/2005/8/layout/list1"/>
    <dgm:cxn modelId="{1D9E98EF-853C-4A55-B78F-21279EF7F2AF}" type="presParOf" srcId="{FFC83F56-61B8-493B-AFCD-680E54F92F6C}" destId="{BD6A2D2A-B93F-4D7D-AF6D-0987E69001DE}"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5A812E0-C916-4E5A-A5F2-B53531258C69}" type="doc">
      <dgm:prSet loTypeId="urn:microsoft.com/office/officeart/2005/8/layout/hierarchy1" loCatId="hierarchy" qsTypeId="urn:microsoft.com/office/officeart/2005/8/quickstyle/simple5" qsCatId="simple" csTypeId="urn:microsoft.com/office/officeart/2005/8/colors/colorful2" csCatId="colorful"/>
      <dgm:spPr/>
      <dgm:t>
        <a:bodyPr/>
        <a:lstStyle/>
        <a:p>
          <a:endParaRPr lang="en-US"/>
        </a:p>
      </dgm:t>
    </dgm:pt>
    <dgm:pt modelId="{E68250B3-0E68-443A-95B9-565AF188077B}">
      <dgm:prSet/>
      <dgm:spPr/>
      <dgm:t>
        <a:bodyPr/>
        <a:lstStyle/>
        <a:p>
          <a:r>
            <a:rPr lang="es-ES" b="1"/>
            <a:t>John the Ripper </a:t>
          </a:r>
          <a:r>
            <a:rPr lang="es-ES"/>
            <a:t>es una herramienta de auditoría de contraseñas muy conocida, originalmente para Unix.Uso legítimo: administradores y pentesters la usan en entornos autorizados para comprobar la robustez de las contraseñas (auditoría interna).Qué hace a alto nivel: toma hashes de contraseñas (por ejemplo extraídos legalmente de un fichero de pruebas) y trata de “descifrarlos” mediante ataques automatizados (ataques por diccionario, por reglas, por fuerza bruta).</a:t>
          </a:r>
          <a:endParaRPr lang="en-US"/>
        </a:p>
      </dgm:t>
    </dgm:pt>
    <dgm:pt modelId="{8585051A-CC18-418E-A680-052006A6BAD7}" type="parTrans" cxnId="{4BCE60DA-EEA6-43AD-85E9-0CE66D1F86D9}">
      <dgm:prSet/>
      <dgm:spPr/>
      <dgm:t>
        <a:bodyPr/>
        <a:lstStyle/>
        <a:p>
          <a:endParaRPr lang="en-US"/>
        </a:p>
      </dgm:t>
    </dgm:pt>
    <dgm:pt modelId="{D4214EAA-F471-4E6A-BC54-BF82459CA20A}" type="sibTrans" cxnId="{4BCE60DA-EEA6-43AD-85E9-0CE66D1F86D9}">
      <dgm:prSet/>
      <dgm:spPr/>
      <dgm:t>
        <a:bodyPr/>
        <a:lstStyle/>
        <a:p>
          <a:endParaRPr lang="en-US"/>
        </a:p>
      </dgm:t>
    </dgm:pt>
    <dgm:pt modelId="{358312AF-4816-4864-B893-A7BDA89C2C54}">
      <dgm:prSet/>
      <dgm:spPr/>
      <dgm:t>
        <a:bodyPr/>
        <a:lstStyle/>
        <a:p>
          <a:r>
            <a:rPr lang="es-ES" b="1"/>
            <a:t>Cain &amp; Abel fue </a:t>
          </a:r>
          <a:r>
            <a:rPr lang="es-ES"/>
            <a:t>(y sigue siendo conocido) un programa para Windows con interfaz gráfica que ofrecía múltiples funciones: recuperación de contraseñas locales, análisis de hashes, sniffing de red y algunas técnicas de ataque (ej. ARP spoofing). Estado y aviso: es una herramienta antigua y potente, pero muy asociada a usos maliciosos. Además, en muchos sistemas modernos no funciona bien y los antivirus la marcan. Uso responsable: como recurso educativo para entender vectores de ataque y cómo defenderse — solo en laboratorio autorizado.</a:t>
          </a:r>
          <a:endParaRPr lang="en-US"/>
        </a:p>
      </dgm:t>
    </dgm:pt>
    <dgm:pt modelId="{4C979A0A-9F3E-499A-A13A-0E662FAF9CDA}" type="parTrans" cxnId="{69302244-5579-4751-BF46-1AA5EF344974}">
      <dgm:prSet/>
      <dgm:spPr/>
      <dgm:t>
        <a:bodyPr/>
        <a:lstStyle/>
        <a:p>
          <a:endParaRPr lang="en-US"/>
        </a:p>
      </dgm:t>
    </dgm:pt>
    <dgm:pt modelId="{B054E8FC-9A37-46D4-A7CF-19A36A7AE9EB}" type="sibTrans" cxnId="{69302244-5579-4751-BF46-1AA5EF344974}">
      <dgm:prSet/>
      <dgm:spPr/>
      <dgm:t>
        <a:bodyPr/>
        <a:lstStyle/>
        <a:p>
          <a:endParaRPr lang="en-US"/>
        </a:p>
      </dgm:t>
    </dgm:pt>
    <dgm:pt modelId="{89A39B29-9E29-4E40-A650-5B16E6398922}" type="pres">
      <dgm:prSet presAssocID="{55A812E0-C916-4E5A-A5F2-B53531258C69}" presName="hierChild1" presStyleCnt="0">
        <dgm:presLayoutVars>
          <dgm:chPref val="1"/>
          <dgm:dir/>
          <dgm:animOne val="branch"/>
          <dgm:animLvl val="lvl"/>
          <dgm:resizeHandles/>
        </dgm:presLayoutVars>
      </dgm:prSet>
      <dgm:spPr/>
    </dgm:pt>
    <dgm:pt modelId="{4AA5DF07-BADA-4749-98DE-8146FF0F5A8C}" type="pres">
      <dgm:prSet presAssocID="{E68250B3-0E68-443A-95B9-565AF188077B}" presName="hierRoot1" presStyleCnt="0"/>
      <dgm:spPr/>
    </dgm:pt>
    <dgm:pt modelId="{A8845754-2151-40EA-827E-3F53C442C9F4}" type="pres">
      <dgm:prSet presAssocID="{E68250B3-0E68-443A-95B9-565AF188077B}" presName="composite" presStyleCnt="0"/>
      <dgm:spPr/>
    </dgm:pt>
    <dgm:pt modelId="{BFDA38F6-8A86-4C70-815F-1B3288573707}" type="pres">
      <dgm:prSet presAssocID="{E68250B3-0E68-443A-95B9-565AF188077B}" presName="background" presStyleLbl="node0" presStyleIdx="0" presStyleCnt="2"/>
      <dgm:spPr/>
    </dgm:pt>
    <dgm:pt modelId="{277741A1-CD05-49D8-AEE7-8CFF26223145}" type="pres">
      <dgm:prSet presAssocID="{E68250B3-0E68-443A-95B9-565AF188077B}" presName="text" presStyleLbl="fgAcc0" presStyleIdx="0" presStyleCnt="2">
        <dgm:presLayoutVars>
          <dgm:chPref val="3"/>
        </dgm:presLayoutVars>
      </dgm:prSet>
      <dgm:spPr/>
    </dgm:pt>
    <dgm:pt modelId="{F487D496-D4A9-441D-BD10-A2A9B13FD2A8}" type="pres">
      <dgm:prSet presAssocID="{E68250B3-0E68-443A-95B9-565AF188077B}" presName="hierChild2" presStyleCnt="0"/>
      <dgm:spPr/>
    </dgm:pt>
    <dgm:pt modelId="{10FC8E61-FAC9-4F6D-B7BB-A8738EC6A7BC}" type="pres">
      <dgm:prSet presAssocID="{358312AF-4816-4864-B893-A7BDA89C2C54}" presName="hierRoot1" presStyleCnt="0"/>
      <dgm:spPr/>
    </dgm:pt>
    <dgm:pt modelId="{56266E66-A398-4A1E-A37C-5BB381CB26C4}" type="pres">
      <dgm:prSet presAssocID="{358312AF-4816-4864-B893-A7BDA89C2C54}" presName="composite" presStyleCnt="0"/>
      <dgm:spPr/>
    </dgm:pt>
    <dgm:pt modelId="{1A919DFF-F714-45B8-B73A-ABA248006E0C}" type="pres">
      <dgm:prSet presAssocID="{358312AF-4816-4864-B893-A7BDA89C2C54}" presName="background" presStyleLbl="node0" presStyleIdx="1" presStyleCnt="2"/>
      <dgm:spPr/>
    </dgm:pt>
    <dgm:pt modelId="{762B278F-1B12-4789-BC3F-662496A45502}" type="pres">
      <dgm:prSet presAssocID="{358312AF-4816-4864-B893-A7BDA89C2C54}" presName="text" presStyleLbl="fgAcc0" presStyleIdx="1" presStyleCnt="2">
        <dgm:presLayoutVars>
          <dgm:chPref val="3"/>
        </dgm:presLayoutVars>
      </dgm:prSet>
      <dgm:spPr/>
    </dgm:pt>
    <dgm:pt modelId="{A95F166B-D08F-4BD7-B6BD-B3BAE0E8F8CD}" type="pres">
      <dgm:prSet presAssocID="{358312AF-4816-4864-B893-A7BDA89C2C54}" presName="hierChild2" presStyleCnt="0"/>
      <dgm:spPr/>
    </dgm:pt>
  </dgm:ptLst>
  <dgm:cxnLst>
    <dgm:cxn modelId="{69302244-5579-4751-BF46-1AA5EF344974}" srcId="{55A812E0-C916-4E5A-A5F2-B53531258C69}" destId="{358312AF-4816-4864-B893-A7BDA89C2C54}" srcOrd="1" destOrd="0" parTransId="{4C979A0A-9F3E-499A-A13A-0E662FAF9CDA}" sibTransId="{B054E8FC-9A37-46D4-A7CF-19A36A7AE9EB}"/>
    <dgm:cxn modelId="{5CC96D45-7C11-4C43-8398-398865193CD7}" type="presOf" srcId="{55A812E0-C916-4E5A-A5F2-B53531258C69}" destId="{89A39B29-9E29-4E40-A650-5B16E6398922}" srcOrd="0" destOrd="0" presId="urn:microsoft.com/office/officeart/2005/8/layout/hierarchy1"/>
    <dgm:cxn modelId="{9642E9B7-4EB5-4CEB-B8A2-37DE7F7CCEC9}" type="presOf" srcId="{E68250B3-0E68-443A-95B9-565AF188077B}" destId="{277741A1-CD05-49D8-AEE7-8CFF26223145}" srcOrd="0" destOrd="0" presId="urn:microsoft.com/office/officeart/2005/8/layout/hierarchy1"/>
    <dgm:cxn modelId="{4BCE60DA-EEA6-43AD-85E9-0CE66D1F86D9}" srcId="{55A812E0-C916-4E5A-A5F2-B53531258C69}" destId="{E68250B3-0E68-443A-95B9-565AF188077B}" srcOrd="0" destOrd="0" parTransId="{8585051A-CC18-418E-A680-052006A6BAD7}" sibTransId="{D4214EAA-F471-4E6A-BC54-BF82459CA20A}"/>
    <dgm:cxn modelId="{C5BD9CF8-E769-463F-9229-60BBF63D61A8}" type="presOf" srcId="{358312AF-4816-4864-B893-A7BDA89C2C54}" destId="{762B278F-1B12-4789-BC3F-662496A45502}" srcOrd="0" destOrd="0" presId="urn:microsoft.com/office/officeart/2005/8/layout/hierarchy1"/>
    <dgm:cxn modelId="{7C88DD3F-A00F-41E6-9665-9E459F493305}" type="presParOf" srcId="{89A39B29-9E29-4E40-A650-5B16E6398922}" destId="{4AA5DF07-BADA-4749-98DE-8146FF0F5A8C}" srcOrd="0" destOrd="0" presId="urn:microsoft.com/office/officeart/2005/8/layout/hierarchy1"/>
    <dgm:cxn modelId="{F88CA4DE-12ED-4150-BFBC-3C71682462E0}" type="presParOf" srcId="{4AA5DF07-BADA-4749-98DE-8146FF0F5A8C}" destId="{A8845754-2151-40EA-827E-3F53C442C9F4}" srcOrd="0" destOrd="0" presId="urn:microsoft.com/office/officeart/2005/8/layout/hierarchy1"/>
    <dgm:cxn modelId="{5B552648-FB01-4DAA-8885-4982E086A0ED}" type="presParOf" srcId="{A8845754-2151-40EA-827E-3F53C442C9F4}" destId="{BFDA38F6-8A86-4C70-815F-1B3288573707}" srcOrd="0" destOrd="0" presId="urn:microsoft.com/office/officeart/2005/8/layout/hierarchy1"/>
    <dgm:cxn modelId="{85968CB0-E661-4A78-A1F6-9455F8540E16}" type="presParOf" srcId="{A8845754-2151-40EA-827E-3F53C442C9F4}" destId="{277741A1-CD05-49D8-AEE7-8CFF26223145}" srcOrd="1" destOrd="0" presId="urn:microsoft.com/office/officeart/2005/8/layout/hierarchy1"/>
    <dgm:cxn modelId="{30ED6131-D200-444F-8A7C-3DF21D84016B}" type="presParOf" srcId="{4AA5DF07-BADA-4749-98DE-8146FF0F5A8C}" destId="{F487D496-D4A9-441D-BD10-A2A9B13FD2A8}" srcOrd="1" destOrd="0" presId="urn:microsoft.com/office/officeart/2005/8/layout/hierarchy1"/>
    <dgm:cxn modelId="{7911EE2A-041D-4282-88F7-E42924B4498B}" type="presParOf" srcId="{89A39B29-9E29-4E40-A650-5B16E6398922}" destId="{10FC8E61-FAC9-4F6D-B7BB-A8738EC6A7BC}" srcOrd="1" destOrd="0" presId="urn:microsoft.com/office/officeart/2005/8/layout/hierarchy1"/>
    <dgm:cxn modelId="{2DDDB949-6271-4A74-A9DC-5BC5EE5A4285}" type="presParOf" srcId="{10FC8E61-FAC9-4F6D-B7BB-A8738EC6A7BC}" destId="{56266E66-A398-4A1E-A37C-5BB381CB26C4}" srcOrd="0" destOrd="0" presId="urn:microsoft.com/office/officeart/2005/8/layout/hierarchy1"/>
    <dgm:cxn modelId="{BFFB8F65-E153-497B-9A5D-FF50D09378A7}" type="presParOf" srcId="{56266E66-A398-4A1E-A37C-5BB381CB26C4}" destId="{1A919DFF-F714-45B8-B73A-ABA248006E0C}" srcOrd="0" destOrd="0" presId="urn:microsoft.com/office/officeart/2005/8/layout/hierarchy1"/>
    <dgm:cxn modelId="{55D63825-A0EF-4F8A-917E-D2CF5FCF204F}" type="presParOf" srcId="{56266E66-A398-4A1E-A37C-5BB381CB26C4}" destId="{762B278F-1B12-4789-BC3F-662496A45502}" srcOrd="1" destOrd="0" presId="urn:microsoft.com/office/officeart/2005/8/layout/hierarchy1"/>
    <dgm:cxn modelId="{7F7F3316-AD03-46EC-87E5-6CC2F8501A9B}" type="presParOf" srcId="{10FC8E61-FAC9-4F6D-B7BB-A8738EC6A7BC}" destId="{A95F166B-D08F-4BD7-B6BD-B3BAE0E8F8C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23E25F-BF00-4039-BAC8-F621B45D0FAC}">
      <dsp:nvSpPr>
        <dsp:cNvPr id="0" name=""/>
        <dsp:cNvSpPr/>
      </dsp:nvSpPr>
      <dsp:spPr>
        <a:xfrm>
          <a:off x="104169" y="2282"/>
          <a:ext cx="2018279" cy="1210967"/>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a:t>Botnets</a:t>
          </a:r>
          <a:endParaRPr lang="en-US" sz="2700" kern="1200"/>
        </a:p>
      </dsp:txBody>
      <dsp:txXfrm>
        <a:off x="104169" y="2282"/>
        <a:ext cx="2018279" cy="1210967"/>
      </dsp:txXfrm>
    </dsp:sp>
    <dsp:sp modelId="{24A02B6B-EE39-415D-B4A1-E4127E70F4CB}">
      <dsp:nvSpPr>
        <dsp:cNvPr id="0" name=""/>
        <dsp:cNvSpPr/>
      </dsp:nvSpPr>
      <dsp:spPr>
        <a:xfrm>
          <a:off x="2324276" y="2282"/>
          <a:ext cx="2018279" cy="121096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a:t>Spoofing</a:t>
          </a:r>
          <a:endParaRPr lang="en-US" sz="2700" kern="1200"/>
        </a:p>
      </dsp:txBody>
      <dsp:txXfrm>
        <a:off x="2324276" y="2282"/>
        <a:ext cx="2018279" cy="1210967"/>
      </dsp:txXfrm>
    </dsp:sp>
    <dsp:sp modelId="{6264A75A-5557-4AB9-9E10-EE4CD9468B39}">
      <dsp:nvSpPr>
        <dsp:cNvPr id="0" name=""/>
        <dsp:cNvSpPr/>
      </dsp:nvSpPr>
      <dsp:spPr>
        <a:xfrm>
          <a:off x="4544384" y="2282"/>
          <a:ext cx="2018279" cy="1210967"/>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a:t>ARP Spoofing</a:t>
          </a:r>
          <a:endParaRPr lang="en-US" sz="2700" kern="1200"/>
        </a:p>
      </dsp:txBody>
      <dsp:txXfrm>
        <a:off x="4544384" y="2282"/>
        <a:ext cx="2018279" cy="1210967"/>
      </dsp:txXfrm>
    </dsp:sp>
    <dsp:sp modelId="{6A3A4952-54A5-4875-B782-16E750E33272}">
      <dsp:nvSpPr>
        <dsp:cNvPr id="0" name=""/>
        <dsp:cNvSpPr/>
      </dsp:nvSpPr>
      <dsp:spPr>
        <a:xfrm>
          <a:off x="104169" y="1415078"/>
          <a:ext cx="2018279" cy="121096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a:t>DNS Spoofing</a:t>
          </a:r>
          <a:endParaRPr lang="en-US" sz="2700" kern="1200"/>
        </a:p>
      </dsp:txBody>
      <dsp:txXfrm>
        <a:off x="104169" y="1415078"/>
        <a:ext cx="2018279" cy="1210967"/>
      </dsp:txXfrm>
    </dsp:sp>
    <dsp:sp modelId="{22124457-9FA3-4E74-AF05-29C818E9D0B7}">
      <dsp:nvSpPr>
        <dsp:cNvPr id="0" name=""/>
        <dsp:cNvSpPr/>
      </dsp:nvSpPr>
      <dsp:spPr>
        <a:xfrm>
          <a:off x="2324276" y="1415078"/>
          <a:ext cx="2018279" cy="1210967"/>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a:t>Web Spoofing</a:t>
          </a:r>
          <a:endParaRPr lang="en-US" sz="2700" kern="1200"/>
        </a:p>
      </dsp:txBody>
      <dsp:txXfrm>
        <a:off x="2324276" y="1415078"/>
        <a:ext cx="2018279" cy="1210967"/>
      </dsp:txXfrm>
    </dsp:sp>
    <dsp:sp modelId="{B079C7CE-3A3C-4480-AFB4-D57649303559}">
      <dsp:nvSpPr>
        <dsp:cNvPr id="0" name=""/>
        <dsp:cNvSpPr/>
      </dsp:nvSpPr>
      <dsp:spPr>
        <a:xfrm>
          <a:off x="4544384" y="1415078"/>
          <a:ext cx="2018279" cy="1210967"/>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a:t>Mail Spoofing</a:t>
          </a:r>
          <a:endParaRPr lang="en-US" sz="2700" kern="1200"/>
        </a:p>
      </dsp:txBody>
      <dsp:txXfrm>
        <a:off x="4544384" y="1415078"/>
        <a:ext cx="2018279" cy="1210967"/>
      </dsp:txXfrm>
    </dsp:sp>
    <dsp:sp modelId="{3E71492A-65DB-4110-A882-DCB37159D49D}">
      <dsp:nvSpPr>
        <dsp:cNvPr id="0" name=""/>
        <dsp:cNvSpPr/>
      </dsp:nvSpPr>
      <dsp:spPr>
        <a:xfrm>
          <a:off x="104169" y="2827873"/>
          <a:ext cx="2018279" cy="121096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a:t>GPS Spoofing</a:t>
          </a:r>
          <a:endParaRPr lang="en-US" sz="2700" kern="1200"/>
        </a:p>
      </dsp:txBody>
      <dsp:txXfrm>
        <a:off x="104169" y="2827873"/>
        <a:ext cx="2018279" cy="1210967"/>
      </dsp:txXfrm>
    </dsp:sp>
    <dsp:sp modelId="{E4618AE9-A4B1-400E-9009-61C3D7C20488}">
      <dsp:nvSpPr>
        <dsp:cNvPr id="0" name=""/>
        <dsp:cNvSpPr/>
      </dsp:nvSpPr>
      <dsp:spPr>
        <a:xfrm>
          <a:off x="2324276" y="2827873"/>
          <a:ext cx="2018279" cy="1210967"/>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a:t>Ataques fuerza bruta</a:t>
          </a:r>
          <a:endParaRPr lang="en-US" sz="2700" kern="1200"/>
        </a:p>
      </dsp:txBody>
      <dsp:txXfrm>
        <a:off x="2324276" y="2827873"/>
        <a:ext cx="2018279" cy="1210967"/>
      </dsp:txXfrm>
    </dsp:sp>
    <dsp:sp modelId="{374FED78-5BB2-4699-B719-0FF967AC0323}">
      <dsp:nvSpPr>
        <dsp:cNvPr id="0" name=""/>
        <dsp:cNvSpPr/>
      </dsp:nvSpPr>
      <dsp:spPr>
        <a:xfrm>
          <a:off x="4544384" y="2827873"/>
          <a:ext cx="2018279" cy="121096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a:t>Ataques javascript</a:t>
          </a:r>
          <a:endParaRPr lang="en-US" sz="2700" kern="1200"/>
        </a:p>
      </dsp:txBody>
      <dsp:txXfrm>
        <a:off x="4544384" y="2827873"/>
        <a:ext cx="2018279" cy="1210967"/>
      </dsp:txXfrm>
    </dsp:sp>
    <dsp:sp modelId="{A9815378-090E-44F3-85E9-2C3A964FA826}">
      <dsp:nvSpPr>
        <dsp:cNvPr id="0" name=""/>
        <dsp:cNvSpPr/>
      </dsp:nvSpPr>
      <dsp:spPr>
        <a:xfrm>
          <a:off x="1214223" y="4240669"/>
          <a:ext cx="2018279" cy="1210967"/>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a:t>SQL inyection</a:t>
          </a:r>
          <a:endParaRPr lang="en-US" sz="2700" kern="1200"/>
        </a:p>
      </dsp:txBody>
      <dsp:txXfrm>
        <a:off x="1214223" y="4240669"/>
        <a:ext cx="2018279" cy="1210967"/>
      </dsp:txXfrm>
    </dsp:sp>
    <dsp:sp modelId="{7D69FC9D-80F6-413F-AD46-0844B2D242CF}">
      <dsp:nvSpPr>
        <dsp:cNvPr id="0" name=""/>
        <dsp:cNvSpPr/>
      </dsp:nvSpPr>
      <dsp:spPr>
        <a:xfrm>
          <a:off x="3434330" y="4240669"/>
          <a:ext cx="2018279" cy="1210967"/>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s-ES" sz="2700" kern="1200"/>
            <a:t>Rootkits</a:t>
          </a:r>
          <a:endParaRPr lang="en-US" sz="2700" kern="1200"/>
        </a:p>
      </dsp:txBody>
      <dsp:txXfrm>
        <a:off x="3434330" y="4240669"/>
        <a:ext cx="2018279" cy="12109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BF02E6-69C4-4195-B52C-0A2C01F5A7AA}">
      <dsp:nvSpPr>
        <dsp:cNvPr id="0" name=""/>
        <dsp:cNvSpPr/>
      </dsp:nvSpPr>
      <dsp:spPr>
        <a:xfrm>
          <a:off x="0" y="2663"/>
          <a:ext cx="6666833"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4ECE3940-36BB-492C-9BD9-907F4C51A2F5}">
      <dsp:nvSpPr>
        <dsp:cNvPr id="0" name=""/>
        <dsp:cNvSpPr/>
      </dsp:nvSpPr>
      <dsp:spPr>
        <a:xfrm>
          <a:off x="0" y="2663"/>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b="1" kern="1200"/>
            <a:t>Qué es arpwatch?</a:t>
          </a:r>
          <a:endParaRPr lang="en-US" sz="2000" kern="1200"/>
        </a:p>
      </dsp:txBody>
      <dsp:txXfrm>
        <a:off x="0" y="2663"/>
        <a:ext cx="6666833" cy="908098"/>
      </dsp:txXfrm>
    </dsp:sp>
    <dsp:sp modelId="{26308FC0-9C3D-43B1-AA1E-EB3AE260562F}">
      <dsp:nvSpPr>
        <dsp:cNvPr id="0" name=""/>
        <dsp:cNvSpPr/>
      </dsp:nvSpPr>
      <dsp:spPr>
        <a:xfrm>
          <a:off x="0" y="910762"/>
          <a:ext cx="6666833" cy="0"/>
        </a:xfrm>
        <a:prstGeom prst="line">
          <a:avLst/>
        </a:prstGeom>
        <a:gradFill rotWithShape="0">
          <a:gsLst>
            <a:gs pos="0">
              <a:schemeClr val="accent2">
                <a:hueOff val="1288723"/>
                <a:satOff val="-3699"/>
                <a:lumOff val="-5922"/>
                <a:alphaOff val="0"/>
                <a:satMod val="103000"/>
                <a:lumMod val="102000"/>
                <a:tint val="94000"/>
              </a:schemeClr>
            </a:gs>
            <a:gs pos="50000">
              <a:schemeClr val="accent2">
                <a:hueOff val="1288723"/>
                <a:satOff val="-3699"/>
                <a:lumOff val="-5922"/>
                <a:alphaOff val="0"/>
                <a:satMod val="110000"/>
                <a:lumMod val="100000"/>
                <a:shade val="100000"/>
              </a:schemeClr>
            </a:gs>
            <a:gs pos="100000">
              <a:schemeClr val="accent2">
                <a:hueOff val="1288723"/>
                <a:satOff val="-3699"/>
                <a:lumOff val="-5922"/>
                <a:alphaOff val="0"/>
                <a:lumMod val="99000"/>
                <a:satMod val="120000"/>
                <a:shade val="78000"/>
              </a:schemeClr>
            </a:gs>
          </a:gsLst>
          <a:lin ang="5400000" scaled="0"/>
        </a:gradFill>
        <a:ln w="12700" cap="flat" cmpd="sng" algn="ctr">
          <a:solidFill>
            <a:schemeClr val="accent2">
              <a:hueOff val="1288723"/>
              <a:satOff val="-3699"/>
              <a:lumOff val="-592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27F472B-3D81-4B8D-85AF-67E69BE81D11}">
      <dsp:nvSpPr>
        <dsp:cNvPr id="0" name=""/>
        <dsp:cNvSpPr/>
      </dsp:nvSpPr>
      <dsp:spPr>
        <a:xfrm>
          <a:off x="0" y="910762"/>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kern="1200"/>
            <a:t>Es una </a:t>
          </a:r>
          <a:r>
            <a:rPr lang="es-ES" sz="2000" b="1" kern="1200"/>
            <a:t>herramienta de monitorización de red</a:t>
          </a:r>
          <a:r>
            <a:rPr lang="es-ES" sz="2000" kern="1200"/>
            <a:t>.</a:t>
          </a:r>
          <a:endParaRPr lang="en-US" sz="2000" kern="1200"/>
        </a:p>
      </dsp:txBody>
      <dsp:txXfrm>
        <a:off x="0" y="910762"/>
        <a:ext cx="6666833" cy="908098"/>
      </dsp:txXfrm>
    </dsp:sp>
    <dsp:sp modelId="{F142F6F0-F16B-4DDE-9C8D-F014FEF5C98B}">
      <dsp:nvSpPr>
        <dsp:cNvPr id="0" name=""/>
        <dsp:cNvSpPr/>
      </dsp:nvSpPr>
      <dsp:spPr>
        <a:xfrm>
          <a:off x="0" y="1818861"/>
          <a:ext cx="6666833" cy="0"/>
        </a:xfrm>
        <a:prstGeom prst="line">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w="12700" cap="flat" cmpd="sng" algn="ctr">
          <a:solidFill>
            <a:schemeClr val="accent2">
              <a:hueOff val="2577445"/>
              <a:satOff val="-7397"/>
              <a:lumOff val="-1184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04AA43BA-5BDC-426E-A266-5E8D2D4D08FE}">
      <dsp:nvSpPr>
        <dsp:cNvPr id="0" name=""/>
        <dsp:cNvSpPr/>
      </dsp:nvSpPr>
      <dsp:spPr>
        <a:xfrm>
          <a:off x="0" y="1818861"/>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kern="1200"/>
            <a:t>Se ejecuta como un demonio (arpwatchd) y va registrando las asociaciones entre </a:t>
          </a:r>
          <a:r>
            <a:rPr lang="es-ES" sz="2000" b="1" kern="1200"/>
            <a:t>IP ↔ MAC</a:t>
          </a:r>
          <a:r>
            <a:rPr lang="es-ES" sz="2000" kern="1200"/>
            <a:t> que detecta en la red.</a:t>
          </a:r>
          <a:endParaRPr lang="en-US" sz="2000" kern="1200"/>
        </a:p>
      </dsp:txBody>
      <dsp:txXfrm>
        <a:off x="0" y="1818861"/>
        <a:ext cx="6666833" cy="908098"/>
      </dsp:txXfrm>
    </dsp:sp>
    <dsp:sp modelId="{27B8D967-C19E-4044-A05E-5EFC85B2B61D}">
      <dsp:nvSpPr>
        <dsp:cNvPr id="0" name=""/>
        <dsp:cNvSpPr/>
      </dsp:nvSpPr>
      <dsp:spPr>
        <a:xfrm>
          <a:off x="0" y="2726960"/>
          <a:ext cx="6666833" cy="0"/>
        </a:xfrm>
        <a:prstGeom prst="line">
          <a:avLst/>
        </a:prstGeom>
        <a:gradFill rotWithShape="0">
          <a:gsLst>
            <a:gs pos="0">
              <a:schemeClr val="accent2">
                <a:hueOff val="3866169"/>
                <a:satOff val="-11096"/>
                <a:lumOff val="-17765"/>
                <a:alphaOff val="0"/>
                <a:satMod val="103000"/>
                <a:lumMod val="102000"/>
                <a:tint val="94000"/>
              </a:schemeClr>
            </a:gs>
            <a:gs pos="50000">
              <a:schemeClr val="accent2">
                <a:hueOff val="3866169"/>
                <a:satOff val="-11096"/>
                <a:lumOff val="-17765"/>
                <a:alphaOff val="0"/>
                <a:satMod val="110000"/>
                <a:lumMod val="100000"/>
                <a:shade val="100000"/>
              </a:schemeClr>
            </a:gs>
            <a:gs pos="100000">
              <a:schemeClr val="accent2">
                <a:hueOff val="3866169"/>
                <a:satOff val="-11096"/>
                <a:lumOff val="-17765"/>
                <a:alphaOff val="0"/>
                <a:lumMod val="99000"/>
                <a:satMod val="120000"/>
                <a:shade val="78000"/>
              </a:schemeClr>
            </a:gs>
          </a:gsLst>
          <a:lin ang="5400000" scaled="0"/>
        </a:gradFill>
        <a:ln w="12700" cap="flat" cmpd="sng" algn="ctr">
          <a:solidFill>
            <a:schemeClr val="accent2">
              <a:hueOff val="3866169"/>
              <a:satOff val="-11096"/>
              <a:lumOff val="-17765"/>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D599BD6-8B7D-4E7E-ACBD-3DD07A9EA0EF}">
      <dsp:nvSpPr>
        <dsp:cNvPr id="0" name=""/>
        <dsp:cNvSpPr/>
      </dsp:nvSpPr>
      <dsp:spPr>
        <a:xfrm>
          <a:off x="0" y="2726960"/>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kern="1200"/>
            <a:t>Si aparece un cambio (ej. una IP ahora responde con otra MAC), genera una </a:t>
          </a:r>
          <a:r>
            <a:rPr lang="es-ES" sz="2000" b="1" kern="1200"/>
            <a:t>alerta</a:t>
          </a:r>
          <a:endParaRPr lang="en-US" sz="2000" kern="1200"/>
        </a:p>
      </dsp:txBody>
      <dsp:txXfrm>
        <a:off x="0" y="2726960"/>
        <a:ext cx="6666833" cy="908098"/>
      </dsp:txXfrm>
    </dsp:sp>
    <dsp:sp modelId="{AB189A4E-95F8-4B92-96FD-FE65EEB49147}">
      <dsp:nvSpPr>
        <dsp:cNvPr id="0" name=""/>
        <dsp:cNvSpPr/>
      </dsp:nvSpPr>
      <dsp:spPr>
        <a:xfrm>
          <a:off x="0" y="3635058"/>
          <a:ext cx="6666833" cy="0"/>
        </a:xfrm>
        <a:prstGeom prst="line">
          <a:avLst/>
        </a:prstGeom>
        <a:gradFill rotWithShape="0">
          <a:gsLst>
            <a:gs pos="0">
              <a:schemeClr val="accent2">
                <a:hueOff val="5154891"/>
                <a:satOff val="-14794"/>
                <a:lumOff val="-23687"/>
                <a:alphaOff val="0"/>
                <a:satMod val="103000"/>
                <a:lumMod val="102000"/>
                <a:tint val="94000"/>
              </a:schemeClr>
            </a:gs>
            <a:gs pos="50000">
              <a:schemeClr val="accent2">
                <a:hueOff val="5154891"/>
                <a:satOff val="-14794"/>
                <a:lumOff val="-23687"/>
                <a:alphaOff val="0"/>
                <a:satMod val="110000"/>
                <a:lumMod val="100000"/>
                <a:shade val="100000"/>
              </a:schemeClr>
            </a:gs>
            <a:gs pos="100000">
              <a:schemeClr val="accent2">
                <a:hueOff val="5154891"/>
                <a:satOff val="-14794"/>
                <a:lumOff val="-23687"/>
                <a:alphaOff val="0"/>
                <a:lumMod val="99000"/>
                <a:satMod val="120000"/>
                <a:shade val="78000"/>
              </a:schemeClr>
            </a:gs>
          </a:gsLst>
          <a:lin ang="5400000" scaled="0"/>
        </a:gradFill>
        <a:ln w="12700" cap="flat" cmpd="sng" algn="ctr">
          <a:solidFill>
            <a:schemeClr val="accent2">
              <a:hueOff val="5154891"/>
              <a:satOff val="-14794"/>
              <a:lumOff val="-23687"/>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1E429DDF-E7CE-4BB9-A9CE-3697A816B2D9}">
      <dsp:nvSpPr>
        <dsp:cNvPr id="0" name=""/>
        <dsp:cNvSpPr/>
      </dsp:nvSpPr>
      <dsp:spPr>
        <a:xfrm>
          <a:off x="0" y="3635058"/>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sudo apt update</a:t>
          </a:r>
        </a:p>
      </dsp:txBody>
      <dsp:txXfrm>
        <a:off x="0" y="3635058"/>
        <a:ext cx="6666833" cy="908098"/>
      </dsp:txXfrm>
    </dsp:sp>
    <dsp:sp modelId="{1510712E-AFBE-435C-9CF2-A9FC1CC1962D}">
      <dsp:nvSpPr>
        <dsp:cNvPr id="0" name=""/>
        <dsp:cNvSpPr/>
      </dsp:nvSpPr>
      <dsp:spPr>
        <a:xfrm>
          <a:off x="0" y="4543157"/>
          <a:ext cx="6666833" cy="0"/>
        </a:xfrm>
        <a:prstGeom prst="line">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BB5F4F7-A7DA-4A8B-B1DD-52BAC62BFC92}">
      <dsp:nvSpPr>
        <dsp:cNvPr id="0" name=""/>
        <dsp:cNvSpPr/>
      </dsp:nvSpPr>
      <dsp:spPr>
        <a:xfrm>
          <a:off x="0" y="4543157"/>
          <a:ext cx="6666833" cy="908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sudo apt install arpwatch</a:t>
          </a:r>
        </a:p>
      </dsp:txBody>
      <dsp:txXfrm>
        <a:off x="0" y="4543157"/>
        <a:ext cx="6666833" cy="9080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F1FFB4-21A7-4A2D-A191-76D2F11B2BE3}">
      <dsp:nvSpPr>
        <dsp:cNvPr id="0" name=""/>
        <dsp:cNvSpPr/>
      </dsp:nvSpPr>
      <dsp:spPr>
        <a:xfrm>
          <a:off x="0" y="39687"/>
          <a:ext cx="3286125" cy="19716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ES" sz="3300" kern="1200"/>
            <a:t>Reconocimiento o footprintign</a:t>
          </a:r>
          <a:endParaRPr lang="en-US" sz="3300" kern="1200"/>
        </a:p>
      </dsp:txBody>
      <dsp:txXfrm>
        <a:off x="0" y="39687"/>
        <a:ext cx="3286125" cy="1971675"/>
      </dsp:txXfrm>
    </dsp:sp>
    <dsp:sp modelId="{2C27B778-B340-4002-ABEF-4BF04B18D7D0}">
      <dsp:nvSpPr>
        <dsp:cNvPr id="0" name=""/>
        <dsp:cNvSpPr/>
      </dsp:nvSpPr>
      <dsp:spPr>
        <a:xfrm>
          <a:off x="3614737" y="39687"/>
          <a:ext cx="3286125" cy="19716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ES" sz="3300" kern="1200"/>
            <a:t>Escaneo o fingerprinting</a:t>
          </a:r>
          <a:endParaRPr lang="en-US" sz="3300" kern="1200"/>
        </a:p>
      </dsp:txBody>
      <dsp:txXfrm>
        <a:off x="3614737" y="39687"/>
        <a:ext cx="3286125" cy="1971675"/>
      </dsp:txXfrm>
    </dsp:sp>
    <dsp:sp modelId="{B432A7F2-DEF0-4492-AA8E-AF3C21A18B47}">
      <dsp:nvSpPr>
        <dsp:cNvPr id="0" name=""/>
        <dsp:cNvSpPr/>
      </dsp:nvSpPr>
      <dsp:spPr>
        <a:xfrm>
          <a:off x="7229475" y="39687"/>
          <a:ext cx="3286125" cy="19716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ES" sz="3300" kern="1200"/>
            <a:t>Intrusión</a:t>
          </a:r>
          <a:endParaRPr lang="en-US" sz="3300" kern="1200"/>
        </a:p>
      </dsp:txBody>
      <dsp:txXfrm>
        <a:off x="7229475" y="39687"/>
        <a:ext cx="3286125" cy="1971675"/>
      </dsp:txXfrm>
    </dsp:sp>
    <dsp:sp modelId="{A81D8F9B-6DAD-4A97-A8EE-CBE8135936C1}">
      <dsp:nvSpPr>
        <dsp:cNvPr id="0" name=""/>
        <dsp:cNvSpPr/>
      </dsp:nvSpPr>
      <dsp:spPr>
        <a:xfrm>
          <a:off x="1807368" y="2339975"/>
          <a:ext cx="3286125" cy="19716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ES" sz="3300" kern="1200"/>
            <a:t>Robo de la información</a:t>
          </a:r>
          <a:endParaRPr lang="en-US" sz="3300" kern="1200"/>
        </a:p>
      </dsp:txBody>
      <dsp:txXfrm>
        <a:off x="1807368" y="2339975"/>
        <a:ext cx="3286125" cy="1971675"/>
      </dsp:txXfrm>
    </dsp:sp>
    <dsp:sp modelId="{33F369EB-DE0B-4164-8B95-C8892600EC7D}">
      <dsp:nvSpPr>
        <dsp:cNvPr id="0" name=""/>
        <dsp:cNvSpPr/>
      </dsp:nvSpPr>
      <dsp:spPr>
        <a:xfrm>
          <a:off x="5422106" y="2339975"/>
          <a:ext cx="3286125" cy="19716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s-ES" sz="3300" kern="1200"/>
            <a:t>Ocultamiento del ataque</a:t>
          </a:r>
          <a:endParaRPr lang="en-US" sz="3300" kern="1200"/>
        </a:p>
      </dsp:txBody>
      <dsp:txXfrm>
        <a:off x="5422106" y="2339975"/>
        <a:ext cx="3286125" cy="19716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0154E-2186-4099-B1F9-FD06A26DCE21}">
      <dsp:nvSpPr>
        <dsp:cNvPr id="0" name=""/>
        <dsp:cNvSpPr/>
      </dsp:nvSpPr>
      <dsp:spPr>
        <a:xfrm>
          <a:off x="0" y="2124"/>
          <a:ext cx="3785616" cy="140228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es-ES" sz="3900" kern="1200"/>
            <a:t>Spam</a:t>
          </a:r>
          <a:endParaRPr lang="en-US" sz="3900" kern="1200"/>
        </a:p>
      </dsp:txBody>
      <dsp:txXfrm>
        <a:off x="68454" y="70578"/>
        <a:ext cx="3648708" cy="1265378"/>
      </dsp:txXfrm>
    </dsp:sp>
    <dsp:sp modelId="{0157D272-1063-4B0D-A4AA-CE067D1892E8}">
      <dsp:nvSpPr>
        <dsp:cNvPr id="0" name=""/>
        <dsp:cNvSpPr/>
      </dsp:nvSpPr>
      <dsp:spPr>
        <a:xfrm rot="5400000">
          <a:off x="6589693" y="-1189323"/>
          <a:ext cx="1121829"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s-ES" sz="1500" kern="1200"/>
            <a:t>Smishing</a:t>
          </a:r>
          <a:endParaRPr lang="en-US" sz="1500" kern="1200"/>
        </a:p>
        <a:p>
          <a:pPr marL="114300" lvl="1" indent="-114300" algn="l" defTabSz="666750">
            <a:lnSpc>
              <a:spcPct val="90000"/>
            </a:lnSpc>
            <a:spcBef>
              <a:spcPct val="0"/>
            </a:spcBef>
            <a:spcAft>
              <a:spcPct val="15000"/>
            </a:spcAft>
            <a:buChar char="•"/>
          </a:pPr>
          <a:r>
            <a:rPr lang="es-ES" sz="1500" kern="1200"/>
            <a:t>Pharming</a:t>
          </a:r>
          <a:endParaRPr lang="en-US" sz="1500" kern="1200"/>
        </a:p>
        <a:p>
          <a:pPr marL="114300" lvl="1" indent="-114300" algn="l" defTabSz="666750">
            <a:lnSpc>
              <a:spcPct val="90000"/>
            </a:lnSpc>
            <a:spcBef>
              <a:spcPct val="0"/>
            </a:spcBef>
            <a:spcAft>
              <a:spcPct val="15000"/>
            </a:spcAft>
            <a:buChar char="•"/>
          </a:pPr>
          <a:r>
            <a:rPr lang="es-ES" sz="1500" kern="1200"/>
            <a:t>Pharming local</a:t>
          </a:r>
          <a:endParaRPr lang="en-US" sz="1500" kern="1200"/>
        </a:p>
        <a:p>
          <a:pPr marL="114300" lvl="1" indent="-114300" algn="l" defTabSz="666750">
            <a:lnSpc>
              <a:spcPct val="90000"/>
            </a:lnSpc>
            <a:spcBef>
              <a:spcPct val="0"/>
            </a:spcBef>
            <a:spcAft>
              <a:spcPct val="15000"/>
            </a:spcAft>
            <a:buChar char="•"/>
          </a:pPr>
          <a:r>
            <a:rPr lang="es-ES" sz="1500" kern="1200"/>
            <a:t>Vishing</a:t>
          </a:r>
          <a:endParaRPr lang="en-US" sz="1500" kern="1200"/>
        </a:p>
      </dsp:txBody>
      <dsp:txXfrm rot="-5400000">
        <a:off x="3785616" y="1669517"/>
        <a:ext cx="6675221" cy="1012303"/>
      </dsp:txXfrm>
    </dsp:sp>
    <dsp:sp modelId="{3956DCB4-B393-4070-9952-4B39378F896F}">
      <dsp:nvSpPr>
        <dsp:cNvPr id="0" name=""/>
        <dsp:cNvSpPr/>
      </dsp:nvSpPr>
      <dsp:spPr>
        <a:xfrm>
          <a:off x="0" y="1474525"/>
          <a:ext cx="3785616" cy="140228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es-ES" sz="3900" kern="1200"/>
            <a:t>Phising</a:t>
          </a:r>
          <a:endParaRPr lang="en-US" sz="3900" kern="1200"/>
        </a:p>
      </dsp:txBody>
      <dsp:txXfrm>
        <a:off x="68454" y="1542979"/>
        <a:ext cx="3648708" cy="1265378"/>
      </dsp:txXfrm>
    </dsp:sp>
    <dsp:sp modelId="{654AD8BA-C84D-45D2-A70C-1DEA66AA1714}">
      <dsp:nvSpPr>
        <dsp:cNvPr id="0" name=""/>
        <dsp:cNvSpPr/>
      </dsp:nvSpPr>
      <dsp:spPr>
        <a:xfrm rot="5400000">
          <a:off x="6589693" y="283077"/>
          <a:ext cx="1121829"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s-ES" sz="1500" kern="1200"/>
            <a:t>Por volumen</a:t>
          </a:r>
          <a:endParaRPr lang="en-US" sz="1500" kern="1200"/>
        </a:p>
        <a:p>
          <a:pPr marL="114300" lvl="1" indent="-114300" algn="l" defTabSz="666750">
            <a:lnSpc>
              <a:spcPct val="90000"/>
            </a:lnSpc>
            <a:spcBef>
              <a:spcPct val="0"/>
            </a:spcBef>
            <a:spcAft>
              <a:spcPct val="15000"/>
            </a:spcAft>
            <a:buChar char="•"/>
          </a:pPr>
          <a:r>
            <a:rPr lang="es-ES" sz="1500" kern="1200"/>
            <a:t>Por protocolo</a:t>
          </a:r>
          <a:endParaRPr lang="en-US" sz="1500" kern="1200"/>
        </a:p>
        <a:p>
          <a:pPr marL="114300" lvl="1" indent="-114300" algn="l" defTabSz="666750">
            <a:lnSpc>
              <a:spcPct val="90000"/>
            </a:lnSpc>
            <a:spcBef>
              <a:spcPct val="0"/>
            </a:spcBef>
            <a:spcAft>
              <a:spcPct val="15000"/>
            </a:spcAft>
            <a:buChar char="•"/>
          </a:pPr>
          <a:r>
            <a:rPr lang="es-ES" sz="1500" kern="1200"/>
            <a:t>Por aplicaciones</a:t>
          </a:r>
          <a:endParaRPr lang="en-US" sz="1500" kern="1200"/>
        </a:p>
      </dsp:txBody>
      <dsp:txXfrm rot="-5400000">
        <a:off x="3785616" y="3141918"/>
        <a:ext cx="6675221" cy="1012303"/>
      </dsp:txXfrm>
    </dsp:sp>
    <dsp:sp modelId="{0CD43627-D6DE-4EFB-87F9-8F57075D9CF7}">
      <dsp:nvSpPr>
        <dsp:cNvPr id="0" name=""/>
        <dsp:cNvSpPr/>
      </dsp:nvSpPr>
      <dsp:spPr>
        <a:xfrm>
          <a:off x="0" y="2946926"/>
          <a:ext cx="3785616" cy="140228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es-ES" sz="3900" kern="1200"/>
            <a:t>Ataque Dos, Ddos</a:t>
          </a:r>
          <a:endParaRPr lang="en-US" sz="3900" kern="1200"/>
        </a:p>
      </dsp:txBody>
      <dsp:txXfrm>
        <a:off x="68454" y="3015380"/>
        <a:ext cx="3648708" cy="12653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83DFE4-76AB-480A-81D3-C5379BE3C36F}">
      <dsp:nvSpPr>
        <dsp:cNvPr id="0" name=""/>
        <dsp:cNvSpPr/>
      </dsp:nvSpPr>
      <dsp:spPr>
        <a:xfrm>
          <a:off x="0" y="653180"/>
          <a:ext cx="6666833" cy="10332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90B57E5-F26E-475C-A0C1-32E68ADFFBDF}">
      <dsp:nvSpPr>
        <dsp:cNvPr id="0" name=""/>
        <dsp:cNvSpPr/>
      </dsp:nvSpPr>
      <dsp:spPr>
        <a:xfrm>
          <a:off x="333341" y="48020"/>
          <a:ext cx="4666783" cy="121032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822450">
            <a:lnSpc>
              <a:spcPct val="90000"/>
            </a:lnSpc>
            <a:spcBef>
              <a:spcPct val="0"/>
            </a:spcBef>
            <a:spcAft>
              <a:spcPct val="35000"/>
            </a:spcAft>
            <a:buNone/>
          </a:pPr>
          <a:r>
            <a:rPr lang="es-ES" sz="4100" kern="1200"/>
            <a:t>Cifrado</a:t>
          </a:r>
          <a:endParaRPr lang="en-US" sz="4100" kern="1200"/>
        </a:p>
      </dsp:txBody>
      <dsp:txXfrm>
        <a:off x="392424" y="107103"/>
        <a:ext cx="4548617" cy="1092154"/>
      </dsp:txXfrm>
    </dsp:sp>
    <dsp:sp modelId="{C20B3A88-CC89-4402-9E8B-8018A9DE48FD}">
      <dsp:nvSpPr>
        <dsp:cNvPr id="0" name=""/>
        <dsp:cNvSpPr/>
      </dsp:nvSpPr>
      <dsp:spPr>
        <a:xfrm>
          <a:off x="0" y="2512940"/>
          <a:ext cx="6666833" cy="1033200"/>
        </a:xfrm>
        <a:prstGeom prst="rect">
          <a:avLst/>
        </a:prstGeom>
        <a:solidFill>
          <a:schemeClr val="lt1">
            <a:alpha val="90000"/>
            <a:hueOff val="0"/>
            <a:satOff val="0"/>
            <a:lumOff val="0"/>
            <a:alphaOff val="0"/>
          </a:schemeClr>
        </a:solidFill>
        <a:ln w="12700" cap="flat" cmpd="sng" algn="ctr">
          <a:solidFill>
            <a:schemeClr val="accent5">
              <a:hueOff val="-6076075"/>
              <a:satOff val="-413"/>
              <a:lumOff val="981"/>
              <a:alphaOff val="0"/>
            </a:schemeClr>
          </a:solidFill>
          <a:prstDash val="solid"/>
          <a:miter lim="800000"/>
        </a:ln>
        <a:effectLst/>
      </dsp:spPr>
      <dsp:style>
        <a:lnRef idx="1">
          <a:scrgbClr r="0" g="0" b="0"/>
        </a:lnRef>
        <a:fillRef idx="1">
          <a:scrgbClr r="0" g="0" b="0"/>
        </a:fillRef>
        <a:effectRef idx="0">
          <a:scrgbClr r="0" g="0" b="0"/>
        </a:effectRef>
        <a:fontRef idx="minor"/>
      </dsp:style>
    </dsp:sp>
    <dsp:sp modelId="{21CCE4CF-ACA8-4FFF-87D9-148B4DC6B6D3}">
      <dsp:nvSpPr>
        <dsp:cNvPr id="0" name=""/>
        <dsp:cNvSpPr/>
      </dsp:nvSpPr>
      <dsp:spPr>
        <a:xfrm>
          <a:off x="333341" y="1907780"/>
          <a:ext cx="4666783" cy="121032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822450">
            <a:lnSpc>
              <a:spcPct val="90000"/>
            </a:lnSpc>
            <a:spcBef>
              <a:spcPct val="0"/>
            </a:spcBef>
            <a:spcAft>
              <a:spcPct val="35000"/>
            </a:spcAft>
            <a:buNone/>
          </a:pPr>
          <a:r>
            <a:rPr lang="es-ES" sz="4100" kern="1200"/>
            <a:t>Autenticación</a:t>
          </a:r>
          <a:endParaRPr lang="en-US" sz="4100" kern="1200"/>
        </a:p>
      </dsp:txBody>
      <dsp:txXfrm>
        <a:off x="392424" y="1966863"/>
        <a:ext cx="4548617" cy="1092154"/>
      </dsp:txXfrm>
    </dsp:sp>
    <dsp:sp modelId="{BD6A2D2A-B93F-4D7D-AF6D-0987E69001DE}">
      <dsp:nvSpPr>
        <dsp:cNvPr id="0" name=""/>
        <dsp:cNvSpPr/>
      </dsp:nvSpPr>
      <dsp:spPr>
        <a:xfrm>
          <a:off x="0" y="4372700"/>
          <a:ext cx="6666833" cy="1033200"/>
        </a:xfrm>
        <a:prstGeom prst="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0">
          <a:scrgbClr r="0" g="0" b="0"/>
        </a:effectRef>
        <a:fontRef idx="minor"/>
      </dsp:style>
    </dsp:sp>
    <dsp:sp modelId="{2453D624-7822-4DE1-B3D1-A2B547233B83}">
      <dsp:nvSpPr>
        <dsp:cNvPr id="0" name=""/>
        <dsp:cNvSpPr/>
      </dsp:nvSpPr>
      <dsp:spPr>
        <a:xfrm>
          <a:off x="333341" y="3767540"/>
          <a:ext cx="4666783" cy="121032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822450">
            <a:lnSpc>
              <a:spcPct val="90000"/>
            </a:lnSpc>
            <a:spcBef>
              <a:spcPct val="0"/>
            </a:spcBef>
            <a:spcAft>
              <a:spcPct val="35000"/>
            </a:spcAft>
            <a:buNone/>
          </a:pPr>
          <a:r>
            <a:rPr lang="es-ES" sz="4100" kern="1200"/>
            <a:t>Firma digital</a:t>
          </a:r>
          <a:endParaRPr lang="en-US" sz="4100" kern="1200"/>
        </a:p>
      </dsp:txBody>
      <dsp:txXfrm>
        <a:off x="392424" y="3826623"/>
        <a:ext cx="4548617" cy="10921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DA38F6-8A86-4C70-815F-1B3288573707}">
      <dsp:nvSpPr>
        <dsp:cNvPr id="0" name=""/>
        <dsp:cNvSpPr/>
      </dsp:nvSpPr>
      <dsp:spPr>
        <a:xfrm>
          <a:off x="1283"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77741A1-CD05-49D8-AEE7-8CFF26223145}">
      <dsp:nvSpPr>
        <dsp:cNvPr id="0" name=""/>
        <dsp:cNvSpPr/>
      </dsp:nvSpPr>
      <dsp:spPr>
        <a:xfrm>
          <a:off x="501904"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ES" sz="1500" b="1" kern="1200"/>
            <a:t>John the Ripper </a:t>
          </a:r>
          <a:r>
            <a:rPr lang="es-ES" sz="1500" kern="1200"/>
            <a:t>es una herramienta de auditoría de contraseñas muy conocida, originalmente para Unix.Uso legítimo: administradores y pentesters la usan en entornos autorizados para comprobar la robustez de las contraseñas (auditoría interna).Qué hace a alto nivel: toma hashes de contraseñas (por ejemplo extraídos legalmente de un fichero de pruebas) y trata de “descifrarlos” mediante ataques automatizados (ataques por diccionario, por reglas, por fuerza bruta).</a:t>
          </a:r>
          <a:endParaRPr lang="en-US" sz="1500" kern="1200"/>
        </a:p>
      </dsp:txBody>
      <dsp:txXfrm>
        <a:off x="585701" y="1066737"/>
        <a:ext cx="4337991" cy="2693452"/>
      </dsp:txXfrm>
    </dsp:sp>
    <dsp:sp modelId="{1A919DFF-F714-45B8-B73A-ABA248006E0C}">
      <dsp:nvSpPr>
        <dsp:cNvPr id="0" name=""/>
        <dsp:cNvSpPr/>
      </dsp:nvSpPr>
      <dsp:spPr>
        <a:xfrm>
          <a:off x="5508110" y="507350"/>
          <a:ext cx="4505585" cy="2861046"/>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62B278F-1B12-4789-BC3F-662496A45502}">
      <dsp:nvSpPr>
        <dsp:cNvPr id="0" name=""/>
        <dsp:cNvSpPr/>
      </dsp:nvSpPr>
      <dsp:spPr>
        <a:xfrm>
          <a:off x="6008730"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ES" sz="1500" b="1" kern="1200"/>
            <a:t>Cain &amp; Abel fue </a:t>
          </a:r>
          <a:r>
            <a:rPr lang="es-ES" sz="1500" kern="1200"/>
            <a:t>(y sigue siendo conocido) un programa para Windows con interfaz gráfica que ofrecía múltiples funciones: recuperación de contraseñas locales, análisis de hashes, sniffing de red y algunas técnicas de ataque (ej. ARP spoofing). Estado y aviso: es una herramienta antigua y potente, pero muy asociada a usos maliciosos. Además, en muchos sistemas modernos no funciona bien y los antivirus la marcan. Uso responsable: como recurso educativo para entender vectores de ataque y cómo defenderse — solo en laboratorio autorizado.</a:t>
          </a:r>
          <a:endParaRPr lang="en-US" sz="1500" kern="1200"/>
        </a:p>
      </dsp:txBody>
      <dsp:txXfrm>
        <a:off x="6092527" y="1066737"/>
        <a:ext cx="4337991" cy="269345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DE3699-2B5E-D8D2-24AB-D7878139ED5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6F46D98C-FD8E-DB9D-7C06-074FF6ADB1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A6238F35-D3A3-0E6E-7140-435531643CBB}"/>
              </a:ext>
            </a:extLst>
          </p:cNvPr>
          <p:cNvSpPr>
            <a:spLocks noGrp="1"/>
          </p:cNvSpPr>
          <p:nvPr>
            <p:ph type="dt" sz="half" idx="10"/>
          </p:nvPr>
        </p:nvSpPr>
        <p:spPr/>
        <p:txBody>
          <a:bodyPr/>
          <a:lstStyle/>
          <a:p>
            <a:fld id="{58EAB697-0FEA-4A4B-BBB3-4CD9CB169CC3}" type="datetimeFigureOut">
              <a:rPr lang="es-ES" smtClean="0"/>
              <a:t>26/09/2025</a:t>
            </a:fld>
            <a:endParaRPr lang="es-ES"/>
          </a:p>
        </p:txBody>
      </p:sp>
      <p:sp>
        <p:nvSpPr>
          <p:cNvPr id="5" name="Marcador de pie de página 4">
            <a:extLst>
              <a:ext uri="{FF2B5EF4-FFF2-40B4-BE49-F238E27FC236}">
                <a16:creationId xmlns:a16="http://schemas.microsoft.com/office/drawing/2014/main" id="{AB4D1445-A46D-BB99-EF57-F2E2A68DCCF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0690ABF-8F5F-7B73-15D8-AA742CA57731}"/>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205720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2413D1-B65A-7C34-94E1-E8F035CA669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93E06A1-F03A-23BF-4D48-9A98F5616C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9E9BC34-0E94-AD2E-A9AE-505ACD7B227B}"/>
              </a:ext>
            </a:extLst>
          </p:cNvPr>
          <p:cNvSpPr>
            <a:spLocks noGrp="1"/>
          </p:cNvSpPr>
          <p:nvPr>
            <p:ph type="dt" sz="half" idx="10"/>
          </p:nvPr>
        </p:nvSpPr>
        <p:spPr/>
        <p:txBody>
          <a:bodyPr/>
          <a:lstStyle/>
          <a:p>
            <a:fld id="{58EAB697-0FEA-4A4B-BBB3-4CD9CB169CC3}" type="datetimeFigureOut">
              <a:rPr lang="es-ES" smtClean="0"/>
              <a:t>26/09/2025</a:t>
            </a:fld>
            <a:endParaRPr lang="es-ES"/>
          </a:p>
        </p:txBody>
      </p:sp>
      <p:sp>
        <p:nvSpPr>
          <p:cNvPr id="5" name="Marcador de pie de página 4">
            <a:extLst>
              <a:ext uri="{FF2B5EF4-FFF2-40B4-BE49-F238E27FC236}">
                <a16:creationId xmlns:a16="http://schemas.microsoft.com/office/drawing/2014/main" id="{C041AD84-0989-A854-CFFA-7126874D9A5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79EF560-C098-A468-D531-E0549EC8FE3A}"/>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756632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EB4F04-0F1E-9A9C-12F9-E837657B676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377618FC-4224-2F98-DA3A-6FC8B6C5AF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3371BAA-933F-1AD0-F324-FB95935EA75B}"/>
              </a:ext>
            </a:extLst>
          </p:cNvPr>
          <p:cNvSpPr>
            <a:spLocks noGrp="1"/>
          </p:cNvSpPr>
          <p:nvPr>
            <p:ph type="dt" sz="half" idx="10"/>
          </p:nvPr>
        </p:nvSpPr>
        <p:spPr/>
        <p:txBody>
          <a:bodyPr/>
          <a:lstStyle/>
          <a:p>
            <a:fld id="{58EAB697-0FEA-4A4B-BBB3-4CD9CB169CC3}" type="datetimeFigureOut">
              <a:rPr lang="es-ES" smtClean="0"/>
              <a:t>26/09/2025</a:t>
            </a:fld>
            <a:endParaRPr lang="es-ES"/>
          </a:p>
        </p:txBody>
      </p:sp>
      <p:sp>
        <p:nvSpPr>
          <p:cNvPr id="5" name="Marcador de pie de página 4">
            <a:extLst>
              <a:ext uri="{FF2B5EF4-FFF2-40B4-BE49-F238E27FC236}">
                <a16:creationId xmlns:a16="http://schemas.microsoft.com/office/drawing/2014/main" id="{F8D91D4C-B3A0-AC2F-F3FA-99FE20D5118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CCA7F67-67C8-44FA-4E45-0AFA22C92AFB}"/>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1792054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778D26-89E3-8C1A-251F-9BCAE207BA4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8C2DCB0-52EA-CD3C-2ABB-BAE16F7FD3E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4CBCC20B-5A42-5C24-234E-9B5FB152409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FD792458-0460-1E82-B9FA-0385E7109470}"/>
              </a:ext>
            </a:extLst>
          </p:cNvPr>
          <p:cNvSpPr>
            <a:spLocks noGrp="1"/>
          </p:cNvSpPr>
          <p:nvPr>
            <p:ph type="dt" sz="half" idx="10"/>
          </p:nvPr>
        </p:nvSpPr>
        <p:spPr/>
        <p:txBody>
          <a:bodyPr/>
          <a:lstStyle/>
          <a:p>
            <a:fld id="{58EAB697-0FEA-4A4B-BBB3-4CD9CB169CC3}" type="datetimeFigureOut">
              <a:rPr lang="es-ES" smtClean="0"/>
              <a:t>26/09/2025</a:t>
            </a:fld>
            <a:endParaRPr lang="es-ES"/>
          </a:p>
        </p:txBody>
      </p:sp>
      <p:sp>
        <p:nvSpPr>
          <p:cNvPr id="6" name="Marcador de pie de página 5">
            <a:extLst>
              <a:ext uri="{FF2B5EF4-FFF2-40B4-BE49-F238E27FC236}">
                <a16:creationId xmlns:a16="http://schemas.microsoft.com/office/drawing/2014/main" id="{BD4F8980-74BE-D260-FBEE-E9EF9D29A76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3274F2A-4C34-BB06-5D0C-8C9A50AF400F}"/>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61356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DC4AB6-122C-D95D-71B8-FFF99E788834}"/>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130E180-1891-E3F6-0A8D-FD531D4319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287A73F-C8CE-67B3-22E0-DACC1BF39CC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67BC7CA7-FE2C-679E-1FE6-3379EBF7AD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F1EDD20-A6C4-71D8-5847-E0F25A2C83A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DFC64340-5DBB-0CEF-73BC-4F2EE71BF77D}"/>
              </a:ext>
            </a:extLst>
          </p:cNvPr>
          <p:cNvSpPr>
            <a:spLocks noGrp="1"/>
          </p:cNvSpPr>
          <p:nvPr>
            <p:ph type="dt" sz="half" idx="10"/>
          </p:nvPr>
        </p:nvSpPr>
        <p:spPr/>
        <p:txBody>
          <a:bodyPr/>
          <a:lstStyle/>
          <a:p>
            <a:fld id="{58EAB697-0FEA-4A4B-BBB3-4CD9CB169CC3}" type="datetimeFigureOut">
              <a:rPr lang="es-ES" smtClean="0"/>
              <a:t>26/09/2025</a:t>
            </a:fld>
            <a:endParaRPr lang="es-ES"/>
          </a:p>
        </p:txBody>
      </p:sp>
      <p:sp>
        <p:nvSpPr>
          <p:cNvPr id="8" name="Marcador de pie de página 7">
            <a:extLst>
              <a:ext uri="{FF2B5EF4-FFF2-40B4-BE49-F238E27FC236}">
                <a16:creationId xmlns:a16="http://schemas.microsoft.com/office/drawing/2014/main" id="{7351D042-EE0D-E2E4-AC3B-B0A6B000BFA1}"/>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4ED2FA34-0A5A-2B3D-13AD-72F91653CDFA}"/>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1810469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EE3055-3D57-C2BA-7B80-08BD57905B54}"/>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EC32614-0045-415E-AB28-CA40E70EDB46}"/>
              </a:ext>
            </a:extLst>
          </p:cNvPr>
          <p:cNvSpPr>
            <a:spLocks noGrp="1"/>
          </p:cNvSpPr>
          <p:nvPr>
            <p:ph type="dt" sz="half" idx="10"/>
          </p:nvPr>
        </p:nvSpPr>
        <p:spPr/>
        <p:txBody>
          <a:bodyPr/>
          <a:lstStyle/>
          <a:p>
            <a:fld id="{58EAB697-0FEA-4A4B-BBB3-4CD9CB169CC3}" type="datetimeFigureOut">
              <a:rPr lang="es-ES" smtClean="0"/>
              <a:t>26/09/2025</a:t>
            </a:fld>
            <a:endParaRPr lang="es-ES"/>
          </a:p>
        </p:txBody>
      </p:sp>
      <p:sp>
        <p:nvSpPr>
          <p:cNvPr id="4" name="Marcador de pie de página 3">
            <a:extLst>
              <a:ext uri="{FF2B5EF4-FFF2-40B4-BE49-F238E27FC236}">
                <a16:creationId xmlns:a16="http://schemas.microsoft.com/office/drawing/2014/main" id="{05E152E3-B701-219B-50DE-97ECB86342BC}"/>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A121551-A3F2-F4F9-6367-8BA196D7E0FF}"/>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2319046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BE268F8-65B4-8AAD-75FD-51E4DCF8DFEE}"/>
              </a:ext>
            </a:extLst>
          </p:cNvPr>
          <p:cNvSpPr>
            <a:spLocks noGrp="1"/>
          </p:cNvSpPr>
          <p:nvPr>
            <p:ph type="dt" sz="half" idx="10"/>
          </p:nvPr>
        </p:nvSpPr>
        <p:spPr/>
        <p:txBody>
          <a:bodyPr/>
          <a:lstStyle/>
          <a:p>
            <a:fld id="{58EAB697-0FEA-4A4B-BBB3-4CD9CB169CC3}" type="datetimeFigureOut">
              <a:rPr lang="es-ES" smtClean="0"/>
              <a:t>26/09/2025</a:t>
            </a:fld>
            <a:endParaRPr lang="es-ES"/>
          </a:p>
        </p:txBody>
      </p:sp>
      <p:sp>
        <p:nvSpPr>
          <p:cNvPr id="3" name="Marcador de pie de página 2">
            <a:extLst>
              <a:ext uri="{FF2B5EF4-FFF2-40B4-BE49-F238E27FC236}">
                <a16:creationId xmlns:a16="http://schemas.microsoft.com/office/drawing/2014/main" id="{14047F3F-01B7-02BD-1907-C602F0A4CB0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888AF27F-CC40-A4E2-850B-AFED4AC36F33}"/>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3719221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83EC1D-A118-B813-92D5-2CC4EC6B8D5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C67289F-B58A-3C51-D984-DF31202093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A27070BB-FE1A-BA52-1B86-2544AFC111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6A2B16E-378F-EC2C-A224-03FB9C61DE53}"/>
              </a:ext>
            </a:extLst>
          </p:cNvPr>
          <p:cNvSpPr>
            <a:spLocks noGrp="1"/>
          </p:cNvSpPr>
          <p:nvPr>
            <p:ph type="dt" sz="half" idx="10"/>
          </p:nvPr>
        </p:nvSpPr>
        <p:spPr/>
        <p:txBody>
          <a:bodyPr/>
          <a:lstStyle/>
          <a:p>
            <a:fld id="{58EAB697-0FEA-4A4B-BBB3-4CD9CB169CC3}" type="datetimeFigureOut">
              <a:rPr lang="es-ES" smtClean="0"/>
              <a:t>26/09/2025</a:t>
            </a:fld>
            <a:endParaRPr lang="es-ES"/>
          </a:p>
        </p:txBody>
      </p:sp>
      <p:sp>
        <p:nvSpPr>
          <p:cNvPr id="6" name="Marcador de pie de página 5">
            <a:extLst>
              <a:ext uri="{FF2B5EF4-FFF2-40B4-BE49-F238E27FC236}">
                <a16:creationId xmlns:a16="http://schemas.microsoft.com/office/drawing/2014/main" id="{4D049FEB-B7D2-AAFA-3FEA-3833F652D43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31383F8-43A1-4708-A1BD-0D64D32AE9A0}"/>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2031472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77FB2B-2239-A2C5-008D-161B4872ADC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34E77CA8-5140-0A47-35BD-750FAEF768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8148ADAF-712E-25A3-011B-1E4A2C3CDB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9C62925-D99F-6C6F-6F1C-600717868F45}"/>
              </a:ext>
            </a:extLst>
          </p:cNvPr>
          <p:cNvSpPr>
            <a:spLocks noGrp="1"/>
          </p:cNvSpPr>
          <p:nvPr>
            <p:ph type="dt" sz="half" idx="10"/>
          </p:nvPr>
        </p:nvSpPr>
        <p:spPr/>
        <p:txBody>
          <a:bodyPr/>
          <a:lstStyle/>
          <a:p>
            <a:fld id="{58EAB697-0FEA-4A4B-BBB3-4CD9CB169CC3}" type="datetimeFigureOut">
              <a:rPr lang="es-ES" smtClean="0"/>
              <a:t>26/09/2025</a:t>
            </a:fld>
            <a:endParaRPr lang="es-ES"/>
          </a:p>
        </p:txBody>
      </p:sp>
      <p:sp>
        <p:nvSpPr>
          <p:cNvPr id="6" name="Marcador de pie de página 5">
            <a:extLst>
              <a:ext uri="{FF2B5EF4-FFF2-40B4-BE49-F238E27FC236}">
                <a16:creationId xmlns:a16="http://schemas.microsoft.com/office/drawing/2014/main" id="{8BAD84A6-6E47-4FDF-3DF8-CB66C143EAC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6E5C1DB-C5DE-9F9E-8CA4-9FDBB85D3953}"/>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1958258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FBFDBB-8793-B28D-4D13-B58E5467D21B}"/>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B7B66DC-17C3-6BF4-A645-B0A64B7BE22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A23181B-5072-A404-52DA-2E91C938586E}"/>
              </a:ext>
            </a:extLst>
          </p:cNvPr>
          <p:cNvSpPr>
            <a:spLocks noGrp="1"/>
          </p:cNvSpPr>
          <p:nvPr>
            <p:ph type="dt" sz="half" idx="10"/>
          </p:nvPr>
        </p:nvSpPr>
        <p:spPr/>
        <p:txBody>
          <a:bodyPr/>
          <a:lstStyle/>
          <a:p>
            <a:fld id="{58EAB697-0FEA-4A4B-BBB3-4CD9CB169CC3}" type="datetimeFigureOut">
              <a:rPr lang="es-ES" smtClean="0"/>
              <a:t>26/09/2025</a:t>
            </a:fld>
            <a:endParaRPr lang="es-ES"/>
          </a:p>
        </p:txBody>
      </p:sp>
      <p:sp>
        <p:nvSpPr>
          <p:cNvPr id="5" name="Marcador de pie de página 4">
            <a:extLst>
              <a:ext uri="{FF2B5EF4-FFF2-40B4-BE49-F238E27FC236}">
                <a16:creationId xmlns:a16="http://schemas.microsoft.com/office/drawing/2014/main" id="{272A52AA-DB7B-01EC-070D-4F3BC83BFF2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686E288-6182-9D67-EC70-451209C54A84}"/>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1104838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FB4F54C-46F8-93AA-937D-FADB9B19494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C5EA0FE-E0F8-CEE1-1640-B35426B59BD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2ADDFAB-132C-45F4-6A13-E282D81C2567}"/>
              </a:ext>
            </a:extLst>
          </p:cNvPr>
          <p:cNvSpPr>
            <a:spLocks noGrp="1"/>
          </p:cNvSpPr>
          <p:nvPr>
            <p:ph type="dt" sz="half" idx="10"/>
          </p:nvPr>
        </p:nvSpPr>
        <p:spPr/>
        <p:txBody>
          <a:bodyPr/>
          <a:lstStyle/>
          <a:p>
            <a:fld id="{58EAB697-0FEA-4A4B-BBB3-4CD9CB169CC3}" type="datetimeFigureOut">
              <a:rPr lang="es-ES" smtClean="0"/>
              <a:t>26/09/2025</a:t>
            </a:fld>
            <a:endParaRPr lang="es-ES"/>
          </a:p>
        </p:txBody>
      </p:sp>
      <p:sp>
        <p:nvSpPr>
          <p:cNvPr id="5" name="Marcador de pie de página 4">
            <a:extLst>
              <a:ext uri="{FF2B5EF4-FFF2-40B4-BE49-F238E27FC236}">
                <a16:creationId xmlns:a16="http://schemas.microsoft.com/office/drawing/2014/main" id="{C85AA260-435B-8256-133D-58A0568BACA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432E227-6845-939E-B7B7-3AC4B669CDCD}"/>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2227920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E663136-3AA9-C5D6-EA7F-FCF60B1762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DB290F0-95F6-3F68-A38F-8D077EC372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8EC4B67-316D-5331-B571-0A2D4AD117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EAB697-0FEA-4A4B-BBB3-4CD9CB169CC3}" type="datetimeFigureOut">
              <a:rPr lang="es-ES" smtClean="0"/>
              <a:t>26/09/2025</a:t>
            </a:fld>
            <a:endParaRPr lang="es-ES"/>
          </a:p>
        </p:txBody>
      </p:sp>
      <p:sp>
        <p:nvSpPr>
          <p:cNvPr id="5" name="Marcador de pie de página 4">
            <a:extLst>
              <a:ext uri="{FF2B5EF4-FFF2-40B4-BE49-F238E27FC236}">
                <a16:creationId xmlns:a16="http://schemas.microsoft.com/office/drawing/2014/main" id="{5237EA8C-7518-F749-3CC7-B3D34E36F1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9705E4F0-AECE-C33E-1767-B9C56D1F39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195776-DB31-446C-B337-D0E63CFCC0FA}" type="slidenum">
              <a:rPr lang="es-ES" smtClean="0"/>
              <a:t>‹Nº›</a:t>
            </a:fld>
            <a:endParaRPr lang="es-ES"/>
          </a:p>
        </p:txBody>
      </p:sp>
    </p:spTree>
    <p:extLst>
      <p:ext uri="{BB962C8B-B14F-4D97-AF65-F5344CB8AC3E}">
        <p14:creationId xmlns:p14="http://schemas.microsoft.com/office/powerpoint/2010/main" val="2123967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4779B4EC-BE3E-9295-AC58-0CAD13A4D444}"/>
              </a:ext>
            </a:extLst>
          </p:cNvPr>
          <p:cNvSpPr>
            <a:spLocks noGrp="1"/>
          </p:cNvSpPr>
          <p:nvPr>
            <p:ph type="ctrTitle"/>
          </p:nvPr>
        </p:nvSpPr>
        <p:spPr>
          <a:xfrm>
            <a:off x="3581400" y="965580"/>
            <a:ext cx="5204489" cy="3160593"/>
          </a:xfrm>
        </p:spPr>
        <p:txBody>
          <a:bodyPr>
            <a:normAutofit/>
          </a:bodyPr>
          <a:lstStyle/>
          <a:p>
            <a:r>
              <a:rPr lang="es-ES" sz="5400">
                <a:solidFill>
                  <a:schemeClr val="bg1"/>
                </a:solidFill>
              </a:rPr>
              <a:t>SEGURIDAD INFORMÁTICA</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5" name="Subtítulo 4">
            <a:extLst>
              <a:ext uri="{FF2B5EF4-FFF2-40B4-BE49-F238E27FC236}">
                <a16:creationId xmlns:a16="http://schemas.microsoft.com/office/drawing/2014/main" id="{BB076771-2AA0-A9C7-C61D-786423133F2C}"/>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4108739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5DA3A4-8139-4C4A-2DF6-09A38BB3E24A}"/>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AC531646-0CFE-DB7F-0BB7-AB6E079EE1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C8B480ED-D3D2-B09C-9EA1-E3D1FF99D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8D313E2-6B46-66DA-4EF7-02FCD33E5417}"/>
              </a:ext>
            </a:extLst>
          </p:cNvPr>
          <p:cNvSpPr>
            <a:spLocks noGrp="1"/>
          </p:cNvSpPr>
          <p:nvPr>
            <p:ph type="title"/>
          </p:nvPr>
        </p:nvSpPr>
        <p:spPr>
          <a:xfrm>
            <a:off x="761803" y="350196"/>
            <a:ext cx="4646904" cy="1624520"/>
          </a:xfrm>
        </p:spPr>
        <p:txBody>
          <a:bodyPr anchor="ctr">
            <a:normAutofit/>
          </a:bodyPr>
          <a:lstStyle/>
          <a:p>
            <a:r>
              <a:rPr lang="es-ES" sz="3700" dirty="0"/>
              <a:t>UNIDAD 4: ASEGURAMIENTO DE LA PRIVACIDAD</a:t>
            </a:r>
          </a:p>
        </p:txBody>
      </p:sp>
      <p:sp>
        <p:nvSpPr>
          <p:cNvPr id="3" name="Marcador de contenido 2">
            <a:extLst>
              <a:ext uri="{FF2B5EF4-FFF2-40B4-BE49-F238E27FC236}">
                <a16:creationId xmlns:a16="http://schemas.microsoft.com/office/drawing/2014/main" id="{755E79F4-1172-A62D-3F73-D6793E20776D}"/>
              </a:ext>
            </a:extLst>
          </p:cNvPr>
          <p:cNvSpPr>
            <a:spLocks noGrp="1"/>
          </p:cNvSpPr>
          <p:nvPr>
            <p:ph idx="1"/>
          </p:nvPr>
        </p:nvSpPr>
        <p:spPr>
          <a:xfrm>
            <a:off x="761802" y="2743200"/>
            <a:ext cx="4646905" cy="3613149"/>
          </a:xfrm>
        </p:spPr>
        <p:txBody>
          <a:bodyPr anchor="ctr">
            <a:normAutofit/>
          </a:bodyPr>
          <a:lstStyle/>
          <a:p>
            <a:r>
              <a:rPr lang="es-ES" sz="2000" dirty="0"/>
              <a:t>1. Fraudes informáticos y robos de información.</a:t>
            </a:r>
          </a:p>
          <a:p>
            <a:r>
              <a:rPr lang="es-ES" sz="2000" dirty="0"/>
              <a:t>2. Metodologías en el ataque</a:t>
            </a:r>
          </a:p>
          <a:p>
            <a:r>
              <a:rPr lang="es-ES" sz="2000" dirty="0"/>
              <a:t>3. El cifrado de la información</a:t>
            </a:r>
          </a:p>
          <a:p>
            <a:r>
              <a:rPr lang="es-ES" sz="2000" dirty="0"/>
              <a:t>4. Sistemas de identificación en las comunicaciones</a:t>
            </a:r>
          </a:p>
          <a:p>
            <a:r>
              <a:rPr lang="es-ES" sz="2000" dirty="0"/>
              <a:t>5. Protocolos seguros</a:t>
            </a:r>
          </a:p>
          <a:p>
            <a:r>
              <a:rPr lang="es-ES" sz="2000" dirty="0"/>
              <a:t>6. Seguridad en redes informáticas</a:t>
            </a:r>
          </a:p>
          <a:p>
            <a:endParaRPr lang="es-ES" sz="2000" dirty="0"/>
          </a:p>
          <a:p>
            <a:endParaRPr lang="es-ES" sz="2000" dirty="0"/>
          </a:p>
        </p:txBody>
      </p:sp>
      <p:pic>
        <p:nvPicPr>
          <p:cNvPr id="5" name="Picture 4" descr="Candado transparente">
            <a:extLst>
              <a:ext uri="{FF2B5EF4-FFF2-40B4-BE49-F238E27FC236}">
                <a16:creationId xmlns:a16="http://schemas.microsoft.com/office/drawing/2014/main" id="{0F7BA332-8486-61F7-4A86-6D8A0E65771A}"/>
              </a:ext>
            </a:extLst>
          </p:cNvPr>
          <p:cNvPicPr>
            <a:picLocks noChangeAspect="1"/>
          </p:cNvPicPr>
          <p:nvPr/>
        </p:nvPicPr>
        <p:blipFill>
          <a:blip r:embed="rId2"/>
          <a:srcRect l="7930" r="33784" b="2"/>
          <a:stretch>
            <a:fillRect/>
          </a:stretch>
        </p:blipFill>
        <p:spPr>
          <a:xfrm>
            <a:off x="6096000" y="1"/>
            <a:ext cx="6102825" cy="6858000"/>
          </a:xfrm>
          <a:prstGeom prst="rect">
            <a:avLst/>
          </a:prstGeom>
        </p:spPr>
      </p:pic>
    </p:spTree>
    <p:extLst>
      <p:ext uri="{BB962C8B-B14F-4D97-AF65-F5344CB8AC3E}">
        <p14:creationId xmlns:p14="http://schemas.microsoft.com/office/powerpoint/2010/main" val="152618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B500D4E1-6914-3344-D4AA-FAE19BEDB0F1}"/>
              </a:ext>
            </a:extLst>
          </p:cNvPr>
          <p:cNvSpPr>
            <a:spLocks noGrp="1"/>
          </p:cNvSpPr>
          <p:nvPr>
            <p:ph type="title"/>
          </p:nvPr>
        </p:nvSpPr>
        <p:spPr>
          <a:xfrm>
            <a:off x="826396" y="586855"/>
            <a:ext cx="4230100" cy="3387497"/>
          </a:xfrm>
        </p:spPr>
        <p:txBody>
          <a:bodyPr anchor="b">
            <a:normAutofit/>
          </a:bodyPr>
          <a:lstStyle/>
          <a:p>
            <a:pPr algn="r"/>
            <a:r>
              <a:rPr lang="es-ES" sz="4000">
                <a:solidFill>
                  <a:srgbClr val="FFFFFF"/>
                </a:solidFill>
              </a:rPr>
              <a:t>1. Fraudes informáticos y robos de información.</a:t>
            </a:r>
            <a:br>
              <a:rPr lang="es-ES" sz="4000">
                <a:solidFill>
                  <a:srgbClr val="FFFFFF"/>
                </a:solidFill>
              </a:rPr>
            </a:br>
            <a:endParaRPr lang="es-ES" sz="4000">
              <a:solidFill>
                <a:srgbClr val="FFFFFF"/>
              </a:solidFill>
            </a:endParaRPr>
          </a:p>
        </p:txBody>
      </p:sp>
      <p:sp>
        <p:nvSpPr>
          <p:cNvPr id="3" name="Marcador de contenido 2">
            <a:extLst>
              <a:ext uri="{FF2B5EF4-FFF2-40B4-BE49-F238E27FC236}">
                <a16:creationId xmlns:a16="http://schemas.microsoft.com/office/drawing/2014/main" id="{72C148E7-F1AB-5A54-9D92-0ADDD0DFFB04}"/>
              </a:ext>
            </a:extLst>
          </p:cNvPr>
          <p:cNvSpPr>
            <a:spLocks noGrp="1"/>
          </p:cNvSpPr>
          <p:nvPr>
            <p:ph idx="1"/>
          </p:nvPr>
        </p:nvSpPr>
        <p:spPr>
          <a:xfrm>
            <a:off x="6503158" y="649480"/>
            <a:ext cx="4862447" cy="5546047"/>
          </a:xfrm>
        </p:spPr>
        <p:txBody>
          <a:bodyPr anchor="ctr">
            <a:normAutofit/>
          </a:bodyPr>
          <a:lstStyle/>
          <a:p>
            <a:r>
              <a:rPr lang="es-ES" sz="2000"/>
              <a:t>Clasificación de atacantes:</a:t>
            </a:r>
          </a:p>
          <a:p>
            <a:pPr lvl="1"/>
            <a:r>
              <a:rPr lang="es-ES" sz="2000"/>
              <a:t>Hacker</a:t>
            </a:r>
          </a:p>
          <a:p>
            <a:pPr lvl="1"/>
            <a:r>
              <a:rPr lang="es-ES" sz="2000"/>
              <a:t>Hacking ético. White hat o sneaker</a:t>
            </a:r>
          </a:p>
          <a:p>
            <a:pPr lvl="1"/>
            <a:r>
              <a:rPr lang="es-ES" sz="2000"/>
              <a:t>Cracker o black hat</a:t>
            </a:r>
          </a:p>
          <a:p>
            <a:pPr lvl="1"/>
            <a:r>
              <a:rPr lang="es-ES" sz="2000"/>
              <a:t>Grey hat</a:t>
            </a:r>
          </a:p>
          <a:p>
            <a:pPr lvl="1"/>
            <a:r>
              <a:rPr lang="es-ES" sz="2000"/>
              <a:t>Insider</a:t>
            </a:r>
          </a:p>
          <a:p>
            <a:pPr lvl="1"/>
            <a:r>
              <a:rPr lang="es-ES" sz="2000"/>
              <a:t>Phreaker</a:t>
            </a:r>
          </a:p>
          <a:p>
            <a:pPr lvl="1"/>
            <a:r>
              <a:rPr lang="es-ES" sz="2000"/>
              <a:t>CopyHacker</a:t>
            </a:r>
          </a:p>
          <a:p>
            <a:pPr lvl="1"/>
            <a:r>
              <a:rPr lang="es-ES" sz="2000"/>
              <a:t>Bucanero</a:t>
            </a:r>
          </a:p>
          <a:p>
            <a:pPr lvl="1"/>
            <a:r>
              <a:rPr lang="es-ES" sz="2000"/>
              <a:t>Script kiddy</a:t>
            </a:r>
          </a:p>
          <a:p>
            <a:pPr lvl="1"/>
            <a:r>
              <a:rPr lang="es-ES" sz="2000"/>
              <a:t>Lammer</a:t>
            </a:r>
          </a:p>
          <a:p>
            <a:endParaRPr lang="es-ES" sz="2000"/>
          </a:p>
        </p:txBody>
      </p:sp>
    </p:spTree>
    <p:extLst>
      <p:ext uri="{BB962C8B-B14F-4D97-AF65-F5344CB8AC3E}">
        <p14:creationId xmlns:p14="http://schemas.microsoft.com/office/powerpoint/2010/main" val="3781436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00EACE22-9428-2C1F-EA09-3CD788457278}"/>
              </a:ext>
            </a:extLst>
          </p:cNvPr>
          <p:cNvSpPr>
            <a:spLocks noGrp="1"/>
          </p:cNvSpPr>
          <p:nvPr>
            <p:ph type="title"/>
          </p:nvPr>
        </p:nvSpPr>
        <p:spPr>
          <a:xfrm>
            <a:off x="826396" y="586855"/>
            <a:ext cx="4230100" cy="3387497"/>
          </a:xfrm>
        </p:spPr>
        <p:txBody>
          <a:bodyPr anchor="b">
            <a:normAutofit/>
          </a:bodyPr>
          <a:lstStyle/>
          <a:p>
            <a:pPr algn="r"/>
            <a:r>
              <a:rPr lang="es-ES" sz="4000">
                <a:solidFill>
                  <a:srgbClr val="FFFFFF"/>
                </a:solidFill>
              </a:rPr>
              <a:t>Tipos de atacantes según el ataque</a:t>
            </a:r>
          </a:p>
        </p:txBody>
      </p:sp>
      <p:sp>
        <p:nvSpPr>
          <p:cNvPr id="3" name="Marcador de contenido 2">
            <a:extLst>
              <a:ext uri="{FF2B5EF4-FFF2-40B4-BE49-F238E27FC236}">
                <a16:creationId xmlns:a16="http://schemas.microsoft.com/office/drawing/2014/main" id="{F41A8B55-48AD-65F6-ED2B-9794A3855233}"/>
              </a:ext>
            </a:extLst>
          </p:cNvPr>
          <p:cNvSpPr>
            <a:spLocks noGrp="1"/>
          </p:cNvSpPr>
          <p:nvPr>
            <p:ph idx="1"/>
          </p:nvPr>
        </p:nvSpPr>
        <p:spPr>
          <a:xfrm>
            <a:off x="6503158" y="649480"/>
            <a:ext cx="4862447" cy="5546047"/>
          </a:xfrm>
        </p:spPr>
        <p:txBody>
          <a:bodyPr anchor="ctr">
            <a:normAutofit/>
          </a:bodyPr>
          <a:lstStyle/>
          <a:p>
            <a:r>
              <a:rPr lang="es-ES" sz="2000"/>
              <a:t>Sniffer</a:t>
            </a:r>
          </a:p>
          <a:p>
            <a:r>
              <a:rPr lang="es-ES" sz="2000"/>
              <a:t>Spammer</a:t>
            </a:r>
          </a:p>
          <a:p>
            <a:r>
              <a:rPr lang="es-ES" sz="2000"/>
              <a:t>Programador de malware</a:t>
            </a:r>
          </a:p>
          <a:p>
            <a:r>
              <a:rPr lang="es-ES" sz="2000"/>
              <a:t>Intruso</a:t>
            </a:r>
          </a:p>
          <a:p>
            <a:r>
              <a:rPr lang="es-ES" sz="2000"/>
              <a:t>Instalador de bots</a:t>
            </a:r>
          </a:p>
          <a:p>
            <a:r>
              <a:rPr lang="es-ES" sz="2000"/>
              <a:t>Carder</a:t>
            </a:r>
          </a:p>
          <a:p>
            <a:r>
              <a:rPr lang="es-ES" sz="2000"/>
              <a:t>Ciberpunk</a:t>
            </a:r>
          </a:p>
          <a:p>
            <a:r>
              <a:rPr lang="es-ES" sz="2000"/>
              <a:t>Ciberhacktivista relacionado con anonymus</a:t>
            </a:r>
          </a:p>
          <a:p>
            <a:endParaRPr lang="es-ES" sz="2000"/>
          </a:p>
          <a:p>
            <a:endParaRPr lang="es-ES" sz="2000"/>
          </a:p>
          <a:p>
            <a:endParaRPr lang="es-ES" sz="2000"/>
          </a:p>
        </p:txBody>
      </p:sp>
    </p:spTree>
    <p:extLst>
      <p:ext uri="{BB962C8B-B14F-4D97-AF65-F5344CB8AC3E}">
        <p14:creationId xmlns:p14="http://schemas.microsoft.com/office/powerpoint/2010/main" val="4281954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52915FA-5380-83F1-750C-871135E9051E}"/>
              </a:ext>
            </a:extLst>
          </p:cNvPr>
          <p:cNvSpPr>
            <a:spLocks noGrp="1"/>
          </p:cNvSpPr>
          <p:nvPr>
            <p:ph type="title"/>
          </p:nvPr>
        </p:nvSpPr>
        <p:spPr>
          <a:xfrm>
            <a:off x="586478" y="1683756"/>
            <a:ext cx="3115265" cy="2396359"/>
          </a:xfrm>
        </p:spPr>
        <p:txBody>
          <a:bodyPr anchor="b">
            <a:normAutofit/>
          </a:bodyPr>
          <a:lstStyle/>
          <a:p>
            <a:pPr algn="r"/>
            <a:r>
              <a:rPr lang="es-ES" sz="3100">
                <a:solidFill>
                  <a:srgbClr val="FFFFFF"/>
                </a:solidFill>
              </a:rPr>
              <a:t>Métodos de ciberdelincuencia</a:t>
            </a:r>
          </a:p>
        </p:txBody>
      </p:sp>
      <p:graphicFrame>
        <p:nvGraphicFramePr>
          <p:cNvPr id="5" name="Marcador de contenido 2">
            <a:extLst>
              <a:ext uri="{FF2B5EF4-FFF2-40B4-BE49-F238E27FC236}">
                <a16:creationId xmlns:a16="http://schemas.microsoft.com/office/drawing/2014/main" id="{DF259075-7A9C-7118-4857-04AA13397EFA}"/>
              </a:ext>
            </a:extLst>
          </p:cNvPr>
          <p:cNvGraphicFramePr>
            <a:graphicFrameLocks noGrp="1"/>
          </p:cNvGraphicFramePr>
          <p:nvPr>
            <p:ph idx="1"/>
            <p:extLst>
              <p:ext uri="{D42A27DB-BD31-4B8C-83A1-F6EECF244321}">
                <p14:modId xmlns:p14="http://schemas.microsoft.com/office/powerpoint/2010/main" val="299344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8434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EAF07FE-420A-07D9-2954-0545AB086867}"/>
              </a:ext>
            </a:extLst>
          </p:cNvPr>
          <p:cNvSpPr>
            <a:spLocks noGrp="1"/>
          </p:cNvSpPr>
          <p:nvPr>
            <p:ph type="title"/>
          </p:nvPr>
        </p:nvSpPr>
        <p:spPr>
          <a:xfrm>
            <a:off x="586478" y="1683756"/>
            <a:ext cx="3115265" cy="2396359"/>
          </a:xfrm>
        </p:spPr>
        <p:txBody>
          <a:bodyPr anchor="b">
            <a:normAutofit/>
          </a:bodyPr>
          <a:lstStyle/>
          <a:p>
            <a:pPr algn="r"/>
            <a:r>
              <a:rPr lang="es-ES" sz="4000">
                <a:solidFill>
                  <a:srgbClr val="FFFFFF"/>
                </a:solidFill>
              </a:rPr>
              <a:t>ARPWATCH</a:t>
            </a:r>
          </a:p>
        </p:txBody>
      </p:sp>
      <p:graphicFrame>
        <p:nvGraphicFramePr>
          <p:cNvPr id="5" name="Marcador de contenido 2">
            <a:extLst>
              <a:ext uri="{FF2B5EF4-FFF2-40B4-BE49-F238E27FC236}">
                <a16:creationId xmlns:a16="http://schemas.microsoft.com/office/drawing/2014/main" id="{EB4C56E2-A5BD-14EC-E92F-03F66A6739B5}"/>
              </a:ext>
            </a:extLst>
          </p:cNvPr>
          <p:cNvGraphicFramePr>
            <a:graphicFrameLocks noGrp="1"/>
          </p:cNvGraphicFramePr>
          <p:nvPr>
            <p:ph idx="1"/>
            <p:extLst>
              <p:ext uri="{D42A27DB-BD31-4B8C-83A1-F6EECF244321}">
                <p14:modId xmlns:p14="http://schemas.microsoft.com/office/powerpoint/2010/main" val="299339046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5514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Patrón de fondo&#10;&#10;El contenido generado por IA puede ser incorrecto.">
            <a:extLst>
              <a:ext uri="{FF2B5EF4-FFF2-40B4-BE49-F238E27FC236}">
                <a16:creationId xmlns:a16="http://schemas.microsoft.com/office/drawing/2014/main" id="{FE8C8F80-85C7-CB7E-CB91-5FF9FD086DA2}"/>
              </a:ext>
            </a:extLst>
          </p:cNvPr>
          <p:cNvPicPr>
            <a:picLocks noChangeAspect="1"/>
          </p:cNvPicPr>
          <p:nvPr/>
        </p:nvPicPr>
        <p:blipFill>
          <a:blip r:embed="rId2">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420252D-EBCC-0A5B-3900-0CCACA00DC2B}"/>
              </a:ext>
            </a:extLst>
          </p:cNvPr>
          <p:cNvSpPr>
            <a:spLocks noGrp="1"/>
          </p:cNvSpPr>
          <p:nvPr>
            <p:ph type="title"/>
          </p:nvPr>
        </p:nvSpPr>
        <p:spPr>
          <a:xfrm>
            <a:off x="838200" y="365125"/>
            <a:ext cx="10515600" cy="1325563"/>
          </a:xfrm>
        </p:spPr>
        <p:txBody>
          <a:bodyPr>
            <a:normAutofit/>
          </a:bodyPr>
          <a:lstStyle/>
          <a:p>
            <a:r>
              <a:rPr lang="es-ES" dirty="0"/>
              <a:t>Fases de un ataque informático</a:t>
            </a:r>
          </a:p>
        </p:txBody>
      </p:sp>
      <p:graphicFrame>
        <p:nvGraphicFramePr>
          <p:cNvPr id="5" name="Marcador de contenido 2">
            <a:extLst>
              <a:ext uri="{FF2B5EF4-FFF2-40B4-BE49-F238E27FC236}">
                <a16:creationId xmlns:a16="http://schemas.microsoft.com/office/drawing/2014/main" id="{9C9F650B-1630-74E2-44CC-D5940C33E6CC}"/>
              </a:ext>
            </a:extLst>
          </p:cNvPr>
          <p:cNvGraphicFramePr>
            <a:graphicFrameLocks noGrp="1"/>
          </p:cNvGraphicFramePr>
          <p:nvPr>
            <p:ph idx="1"/>
            <p:extLst>
              <p:ext uri="{D42A27DB-BD31-4B8C-83A1-F6EECF244321}">
                <p14:modId xmlns:p14="http://schemas.microsoft.com/office/powerpoint/2010/main" val="7932790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7050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0E5684D-8E2E-7E5C-F0C9-83B0818FD12B}"/>
              </a:ext>
            </a:extLst>
          </p:cNvPr>
          <p:cNvSpPr>
            <a:spLocks noGrp="1"/>
          </p:cNvSpPr>
          <p:nvPr>
            <p:ph type="title"/>
          </p:nvPr>
        </p:nvSpPr>
        <p:spPr>
          <a:xfrm>
            <a:off x="1171074" y="1396686"/>
            <a:ext cx="3240506" cy="4064628"/>
          </a:xfrm>
        </p:spPr>
        <p:txBody>
          <a:bodyPr>
            <a:normAutofit/>
          </a:bodyPr>
          <a:lstStyle/>
          <a:p>
            <a:r>
              <a:rPr lang="es-ES">
                <a:solidFill>
                  <a:srgbClr val="FFFFFF"/>
                </a:solidFill>
              </a:rPr>
              <a:t>2. Metodologías en el ataque</a:t>
            </a:r>
            <a:br>
              <a:rPr lang="es-ES">
                <a:solidFill>
                  <a:srgbClr val="FFFFFF"/>
                </a:solidFill>
              </a:rPr>
            </a:br>
            <a:endParaRPr lang="es-ES">
              <a:solidFill>
                <a:srgbClr val="FFFFFF"/>
              </a:solidFill>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F8CFD588-970C-4BFE-6D22-1415FC756AC5}"/>
              </a:ext>
            </a:extLst>
          </p:cNvPr>
          <p:cNvSpPr>
            <a:spLocks noGrp="1"/>
          </p:cNvSpPr>
          <p:nvPr>
            <p:ph idx="1"/>
          </p:nvPr>
        </p:nvSpPr>
        <p:spPr>
          <a:xfrm>
            <a:off x="5370153" y="1526033"/>
            <a:ext cx="5536397" cy="3935281"/>
          </a:xfrm>
        </p:spPr>
        <p:txBody>
          <a:bodyPr>
            <a:normAutofit/>
          </a:bodyPr>
          <a:lstStyle/>
          <a:p>
            <a:r>
              <a:rPr lang="es-ES" dirty="0"/>
              <a:t>Malware</a:t>
            </a:r>
          </a:p>
          <a:p>
            <a:pPr lvl="1"/>
            <a:r>
              <a:rPr lang="es-ES" dirty="0" err="1"/>
              <a:t>Virus,Gusano</a:t>
            </a:r>
            <a:r>
              <a:rPr lang="es-ES" dirty="0"/>
              <a:t> (</a:t>
            </a:r>
            <a:r>
              <a:rPr lang="es-ES" dirty="0" err="1"/>
              <a:t>Worm</a:t>
            </a:r>
            <a:r>
              <a:rPr lang="es-ES" dirty="0"/>
              <a:t>),,troyano,</a:t>
            </a:r>
          </a:p>
          <a:p>
            <a:pPr lvl="1"/>
            <a:r>
              <a:rPr lang="es-ES" dirty="0"/>
              <a:t>Troyano</a:t>
            </a:r>
          </a:p>
          <a:p>
            <a:pPr lvl="1"/>
            <a:r>
              <a:rPr lang="es-ES" dirty="0"/>
              <a:t>Spyware</a:t>
            </a:r>
          </a:p>
          <a:p>
            <a:pPr lvl="1"/>
            <a:r>
              <a:rPr lang="es-ES" dirty="0" err="1"/>
              <a:t>Botnet</a:t>
            </a:r>
            <a:endParaRPr lang="es-ES" dirty="0"/>
          </a:p>
          <a:p>
            <a:pPr lvl="1"/>
            <a:r>
              <a:rPr lang="es-ES" dirty="0" err="1"/>
              <a:t>ScareWare</a:t>
            </a:r>
            <a:endParaRPr lang="es-ES" dirty="0"/>
          </a:p>
          <a:p>
            <a:pPr lvl="1"/>
            <a:r>
              <a:rPr lang="es-ES" dirty="0" err="1"/>
              <a:t>Keylogger</a:t>
            </a:r>
            <a:endParaRPr lang="es-ES" dirty="0"/>
          </a:p>
          <a:p>
            <a:pPr lvl="1"/>
            <a:r>
              <a:rPr lang="es-ES" dirty="0" err="1"/>
              <a:t>Backdoors</a:t>
            </a:r>
            <a:endParaRPr lang="es-ES" dirty="0"/>
          </a:p>
          <a:p>
            <a:pPr lvl="1"/>
            <a:endParaRPr lang="es-ES" dirty="0"/>
          </a:p>
        </p:txBody>
      </p:sp>
    </p:spTree>
    <p:extLst>
      <p:ext uri="{BB962C8B-B14F-4D97-AF65-F5344CB8AC3E}">
        <p14:creationId xmlns:p14="http://schemas.microsoft.com/office/powerpoint/2010/main" val="1632013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F78EDF8-C7C0-2071-39FE-A166FDD5DA73}"/>
              </a:ext>
            </a:extLst>
          </p:cNvPr>
          <p:cNvPicPr>
            <a:picLocks noChangeAspect="1"/>
          </p:cNvPicPr>
          <p:nvPr/>
        </p:nvPicPr>
        <p:blipFill>
          <a:blip r:embed="rId2">
            <a:duotone>
              <a:schemeClr val="bg2">
                <a:shade val="45000"/>
                <a:satMod val="135000"/>
              </a:schemeClr>
              <a:prstClr val="white"/>
            </a:duotone>
          </a:blip>
          <a:srcRect t="11931" b="380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2C21CE9-BD95-7528-121C-F68B59F6D800}"/>
              </a:ext>
            </a:extLst>
          </p:cNvPr>
          <p:cNvSpPr>
            <a:spLocks noGrp="1"/>
          </p:cNvSpPr>
          <p:nvPr>
            <p:ph type="title"/>
          </p:nvPr>
        </p:nvSpPr>
        <p:spPr>
          <a:xfrm>
            <a:off x="838200" y="365125"/>
            <a:ext cx="10515600" cy="1325563"/>
          </a:xfrm>
        </p:spPr>
        <p:txBody>
          <a:bodyPr>
            <a:normAutofit/>
          </a:bodyPr>
          <a:lstStyle/>
          <a:p>
            <a:r>
              <a:rPr lang="es-ES" dirty="0"/>
              <a:t>otros</a:t>
            </a:r>
          </a:p>
        </p:txBody>
      </p:sp>
      <p:graphicFrame>
        <p:nvGraphicFramePr>
          <p:cNvPr id="5" name="Marcador de contenido 2">
            <a:extLst>
              <a:ext uri="{FF2B5EF4-FFF2-40B4-BE49-F238E27FC236}">
                <a16:creationId xmlns:a16="http://schemas.microsoft.com/office/drawing/2014/main" id="{E849CE58-E765-AFA1-76F3-0C42F9B1F84E}"/>
              </a:ext>
            </a:extLst>
          </p:cNvPr>
          <p:cNvGraphicFramePr>
            <a:graphicFrameLocks noGrp="1"/>
          </p:cNvGraphicFramePr>
          <p:nvPr>
            <p:ph idx="1"/>
            <p:extLst>
              <p:ext uri="{D42A27DB-BD31-4B8C-83A1-F6EECF244321}">
                <p14:modId xmlns:p14="http://schemas.microsoft.com/office/powerpoint/2010/main" val="384483387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24440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25E840B-2FE1-513B-77E9-6BC9342702D9}"/>
              </a:ext>
            </a:extLst>
          </p:cNvPr>
          <p:cNvSpPr>
            <a:spLocks noGrp="1"/>
          </p:cNvSpPr>
          <p:nvPr>
            <p:ph type="title"/>
          </p:nvPr>
        </p:nvSpPr>
        <p:spPr>
          <a:xfrm>
            <a:off x="586478" y="1683756"/>
            <a:ext cx="3115265" cy="2396359"/>
          </a:xfrm>
        </p:spPr>
        <p:txBody>
          <a:bodyPr anchor="b">
            <a:normAutofit/>
          </a:bodyPr>
          <a:lstStyle/>
          <a:p>
            <a:pPr algn="r"/>
            <a:r>
              <a:rPr lang="es-ES" sz="4000">
                <a:solidFill>
                  <a:srgbClr val="FFFFFF"/>
                </a:solidFill>
              </a:rPr>
              <a:t>3. El cifrado de la información</a:t>
            </a:r>
            <a:br>
              <a:rPr lang="es-ES" sz="4000">
                <a:solidFill>
                  <a:srgbClr val="FFFFFF"/>
                </a:solidFill>
              </a:rPr>
            </a:br>
            <a:endParaRPr lang="es-ES" sz="4000">
              <a:solidFill>
                <a:srgbClr val="FFFFFF"/>
              </a:solidFill>
            </a:endParaRPr>
          </a:p>
        </p:txBody>
      </p:sp>
      <p:graphicFrame>
        <p:nvGraphicFramePr>
          <p:cNvPr id="5" name="Marcador de contenido 2">
            <a:extLst>
              <a:ext uri="{FF2B5EF4-FFF2-40B4-BE49-F238E27FC236}">
                <a16:creationId xmlns:a16="http://schemas.microsoft.com/office/drawing/2014/main" id="{18F5D6EB-665F-B7FF-855C-FAC14C34377A}"/>
              </a:ext>
            </a:extLst>
          </p:cNvPr>
          <p:cNvGraphicFramePr>
            <a:graphicFrameLocks noGrp="1"/>
          </p:cNvGraphicFramePr>
          <p:nvPr>
            <p:ph idx="1"/>
            <p:extLst>
              <p:ext uri="{D42A27DB-BD31-4B8C-83A1-F6EECF244321}">
                <p14:modId xmlns:p14="http://schemas.microsoft.com/office/powerpoint/2010/main" val="337373373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1300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820F90D-EBCC-B462-6CC9-3C3692130612}"/>
              </a:ext>
            </a:extLst>
          </p:cNvPr>
          <p:cNvSpPr>
            <a:spLocks noGrp="1"/>
          </p:cNvSpPr>
          <p:nvPr>
            <p:ph type="title"/>
          </p:nvPr>
        </p:nvSpPr>
        <p:spPr>
          <a:xfrm>
            <a:off x="1245072" y="1289765"/>
            <a:ext cx="3651101" cy="4270963"/>
          </a:xfrm>
        </p:spPr>
        <p:txBody>
          <a:bodyPr anchor="ctr">
            <a:normAutofit/>
          </a:bodyPr>
          <a:lstStyle/>
          <a:p>
            <a:pPr algn="ctr"/>
            <a:r>
              <a:rPr lang="es-ES" sz="5600">
                <a:solidFill>
                  <a:srgbClr val="FFFFFF"/>
                </a:solidFill>
              </a:rPr>
              <a:t>Criptografía basada  en la naturaleza de la clave</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Marcador de contenido 2">
            <a:extLst>
              <a:ext uri="{FF2B5EF4-FFF2-40B4-BE49-F238E27FC236}">
                <a16:creationId xmlns:a16="http://schemas.microsoft.com/office/drawing/2014/main" id="{356FC0BB-BD66-5DAF-0F1A-4DD7EAD87527}"/>
              </a:ext>
            </a:extLst>
          </p:cNvPr>
          <p:cNvSpPr>
            <a:spLocks noGrp="1"/>
          </p:cNvSpPr>
          <p:nvPr>
            <p:ph idx="1"/>
          </p:nvPr>
        </p:nvSpPr>
        <p:spPr>
          <a:xfrm>
            <a:off x="5941717" y="204396"/>
            <a:ext cx="5127123" cy="6151954"/>
          </a:xfrm>
        </p:spPr>
        <p:txBody>
          <a:bodyPr anchor="ctr">
            <a:normAutofit lnSpcReduction="10000"/>
          </a:bodyPr>
          <a:lstStyle/>
          <a:p>
            <a:r>
              <a:rPr lang="es-ES" sz="1400" dirty="0">
                <a:solidFill>
                  <a:schemeClr val="tx1">
                    <a:alpha val="80000"/>
                  </a:schemeClr>
                </a:solidFill>
              </a:rPr>
              <a:t>Criptografía: Simétrica, Asimétrica y Mixta</a:t>
            </a:r>
          </a:p>
          <a:p>
            <a:r>
              <a:rPr lang="es-ES" sz="1400" b="1" dirty="0">
                <a:solidFill>
                  <a:schemeClr val="tx1">
                    <a:alpha val="80000"/>
                  </a:schemeClr>
                </a:solidFill>
                <a:highlight>
                  <a:srgbClr val="FFFF00"/>
                </a:highlight>
              </a:rPr>
              <a:t>1. Criptografía simétrica (o privada)</a:t>
            </a:r>
          </a:p>
          <a:p>
            <a:r>
              <a:rPr lang="es-ES" sz="1400" b="1" dirty="0">
                <a:solidFill>
                  <a:schemeClr val="tx1">
                    <a:alpha val="80000"/>
                  </a:schemeClr>
                </a:solidFill>
              </a:rPr>
              <a:t>Cómo funciona:</a:t>
            </a:r>
            <a:r>
              <a:rPr lang="es-ES" sz="1400" dirty="0">
                <a:solidFill>
                  <a:schemeClr val="tx1">
                    <a:alpha val="80000"/>
                  </a:schemeClr>
                </a:solidFill>
              </a:rPr>
              <a:t> se usa </a:t>
            </a:r>
            <a:r>
              <a:rPr lang="es-ES" sz="1400" b="1" dirty="0">
                <a:solidFill>
                  <a:schemeClr val="tx1">
                    <a:alpha val="80000"/>
                  </a:schemeClr>
                </a:solidFill>
              </a:rPr>
              <a:t>una sola clave</a:t>
            </a:r>
            <a:r>
              <a:rPr lang="es-ES" sz="1400" dirty="0">
                <a:solidFill>
                  <a:schemeClr val="tx1">
                    <a:alpha val="80000"/>
                  </a:schemeClr>
                </a:solidFill>
              </a:rPr>
              <a:t> para cifrar y descifrar.</a:t>
            </a:r>
          </a:p>
          <a:p>
            <a:r>
              <a:rPr lang="es-ES" sz="1400" dirty="0">
                <a:solidFill>
                  <a:schemeClr val="tx1">
                    <a:alpha val="80000"/>
                  </a:schemeClr>
                </a:solidFill>
              </a:rPr>
              <a:t>👉 Si la clave se filtra, cualquiera puede leer los mensajes.</a:t>
            </a:r>
          </a:p>
          <a:p>
            <a:r>
              <a:rPr lang="es-ES" sz="1400" b="1" dirty="0">
                <a:solidFill>
                  <a:schemeClr val="tx1">
                    <a:alpha val="80000"/>
                  </a:schemeClr>
                </a:solidFill>
              </a:rPr>
              <a:t>Ejemplo cotidiano:</a:t>
            </a:r>
            <a:r>
              <a:rPr lang="es-ES" sz="1400" dirty="0">
                <a:solidFill>
                  <a:schemeClr val="tx1">
                    <a:alpha val="80000"/>
                  </a:schemeClr>
                </a:solidFill>
              </a:rPr>
              <a:t> cerrar y abrir una caja con la </a:t>
            </a:r>
            <a:r>
              <a:rPr lang="es-ES" sz="1400" b="1" dirty="0">
                <a:solidFill>
                  <a:schemeClr val="tx1">
                    <a:alpha val="80000"/>
                  </a:schemeClr>
                </a:solidFill>
              </a:rPr>
              <a:t>misma llave</a:t>
            </a:r>
            <a:r>
              <a:rPr lang="es-ES" sz="1400" dirty="0">
                <a:solidFill>
                  <a:schemeClr val="tx1">
                    <a:alpha val="80000"/>
                  </a:schemeClr>
                </a:solidFill>
              </a:rPr>
              <a:t>.</a:t>
            </a:r>
          </a:p>
          <a:p>
            <a:r>
              <a:rPr lang="es-ES" sz="1400" b="1" dirty="0">
                <a:solidFill>
                  <a:schemeClr val="tx1">
                    <a:alpha val="80000"/>
                  </a:schemeClr>
                </a:solidFill>
              </a:rPr>
              <a:t>Usos:</a:t>
            </a:r>
            <a:r>
              <a:rPr lang="es-ES" sz="1400" dirty="0">
                <a:solidFill>
                  <a:schemeClr val="tx1">
                    <a:alpha val="80000"/>
                  </a:schemeClr>
                </a:solidFill>
              </a:rPr>
              <a:t> cifrado de discos, comunicaciones rápidas en redes privadas.</a:t>
            </a:r>
          </a:p>
          <a:p>
            <a:r>
              <a:rPr lang="es-ES" sz="1400" b="1" dirty="0">
                <a:solidFill>
                  <a:schemeClr val="tx1">
                    <a:alpha val="80000"/>
                  </a:schemeClr>
                </a:solidFill>
              </a:rPr>
              <a:t>Algoritmos clásicos:</a:t>
            </a:r>
            <a:r>
              <a:rPr lang="es-ES" sz="1400" dirty="0">
                <a:solidFill>
                  <a:schemeClr val="tx1">
                    <a:alpha val="80000"/>
                  </a:schemeClr>
                </a:solidFill>
              </a:rPr>
              <a:t> </a:t>
            </a:r>
            <a:r>
              <a:rPr lang="es-ES" sz="1400" b="1" dirty="0">
                <a:solidFill>
                  <a:schemeClr val="tx1">
                    <a:alpha val="80000"/>
                  </a:schemeClr>
                </a:solidFill>
              </a:rPr>
              <a:t>DES</a:t>
            </a:r>
            <a:r>
              <a:rPr lang="es-ES" sz="1400" dirty="0">
                <a:solidFill>
                  <a:schemeClr val="tx1">
                    <a:alpha val="80000"/>
                  </a:schemeClr>
                </a:solidFill>
              </a:rPr>
              <a:t> (ya inseguro) y </a:t>
            </a:r>
            <a:r>
              <a:rPr lang="es-ES" sz="1400" b="1" dirty="0">
                <a:solidFill>
                  <a:schemeClr val="tx1">
                    <a:alpha val="80000"/>
                  </a:schemeClr>
                </a:solidFill>
              </a:rPr>
              <a:t>AES</a:t>
            </a:r>
            <a:r>
              <a:rPr lang="es-ES" sz="1400" dirty="0">
                <a:solidFill>
                  <a:schemeClr val="tx1">
                    <a:alpha val="80000"/>
                  </a:schemeClr>
                </a:solidFill>
              </a:rPr>
              <a:t> (muy usado hoy).</a:t>
            </a:r>
          </a:p>
          <a:p>
            <a:r>
              <a:rPr lang="es-ES" sz="1400" b="1" dirty="0">
                <a:solidFill>
                  <a:schemeClr val="tx1">
                    <a:alpha val="80000"/>
                  </a:schemeClr>
                </a:solidFill>
                <a:highlight>
                  <a:srgbClr val="FFFF00"/>
                </a:highlight>
              </a:rPr>
              <a:t>🔹 2. Criptografía asimétrica (o pública)</a:t>
            </a:r>
          </a:p>
          <a:p>
            <a:r>
              <a:rPr lang="es-ES" sz="1400" b="1" dirty="0">
                <a:solidFill>
                  <a:schemeClr val="tx1">
                    <a:alpha val="80000"/>
                  </a:schemeClr>
                </a:solidFill>
              </a:rPr>
              <a:t>Cómo funciona:</a:t>
            </a:r>
            <a:r>
              <a:rPr lang="es-ES" sz="1400" dirty="0">
                <a:solidFill>
                  <a:schemeClr val="tx1">
                    <a:alpha val="80000"/>
                  </a:schemeClr>
                </a:solidFill>
              </a:rPr>
              <a:t> usa </a:t>
            </a:r>
            <a:r>
              <a:rPr lang="es-ES" sz="1400" b="1" dirty="0">
                <a:solidFill>
                  <a:schemeClr val="tx1">
                    <a:alpha val="80000"/>
                  </a:schemeClr>
                </a:solidFill>
              </a:rPr>
              <a:t>dos claves diferentes</a:t>
            </a:r>
            <a:r>
              <a:rPr lang="es-ES" sz="1400" dirty="0">
                <a:solidFill>
                  <a:schemeClr val="tx1">
                    <a:alpha val="80000"/>
                  </a:schemeClr>
                </a:solidFill>
              </a:rPr>
              <a:t>:</a:t>
            </a:r>
          </a:p>
          <a:p>
            <a:pPr lvl="1"/>
            <a:r>
              <a:rPr lang="es-ES" sz="1400" dirty="0">
                <a:solidFill>
                  <a:schemeClr val="tx1">
                    <a:alpha val="80000"/>
                  </a:schemeClr>
                </a:solidFill>
              </a:rPr>
              <a:t>Una </a:t>
            </a:r>
            <a:r>
              <a:rPr lang="es-ES" sz="1400" b="1" dirty="0">
                <a:solidFill>
                  <a:schemeClr val="tx1">
                    <a:alpha val="80000"/>
                  </a:schemeClr>
                </a:solidFill>
              </a:rPr>
              <a:t>clave pública</a:t>
            </a:r>
            <a:r>
              <a:rPr lang="es-ES" sz="1400" dirty="0">
                <a:solidFill>
                  <a:schemeClr val="tx1">
                    <a:alpha val="80000"/>
                  </a:schemeClr>
                </a:solidFill>
              </a:rPr>
              <a:t> (para cifrar).</a:t>
            </a:r>
          </a:p>
          <a:p>
            <a:pPr lvl="1"/>
            <a:r>
              <a:rPr lang="es-ES" sz="1400" dirty="0">
                <a:solidFill>
                  <a:schemeClr val="tx1">
                    <a:alpha val="80000"/>
                  </a:schemeClr>
                </a:solidFill>
              </a:rPr>
              <a:t>Una </a:t>
            </a:r>
            <a:r>
              <a:rPr lang="es-ES" sz="1400" b="1" dirty="0">
                <a:solidFill>
                  <a:schemeClr val="tx1">
                    <a:alpha val="80000"/>
                  </a:schemeClr>
                </a:solidFill>
              </a:rPr>
              <a:t>clave privada</a:t>
            </a:r>
            <a:r>
              <a:rPr lang="es-ES" sz="1400" dirty="0">
                <a:solidFill>
                  <a:schemeClr val="tx1">
                    <a:alpha val="80000"/>
                  </a:schemeClr>
                </a:solidFill>
              </a:rPr>
              <a:t> (para descifrar).</a:t>
            </a:r>
          </a:p>
          <a:p>
            <a:r>
              <a:rPr lang="es-ES" sz="1400" dirty="0">
                <a:solidFill>
                  <a:schemeClr val="tx1">
                    <a:alpha val="80000"/>
                  </a:schemeClr>
                </a:solidFill>
              </a:rPr>
              <a:t>👉 Puedes dar la clave pública a cualquiera, pero solo el dueño de la clave privada puede leer.</a:t>
            </a:r>
          </a:p>
          <a:p>
            <a:r>
              <a:rPr lang="es-ES" sz="1400" b="1" dirty="0">
                <a:solidFill>
                  <a:schemeClr val="tx1">
                    <a:alpha val="80000"/>
                  </a:schemeClr>
                </a:solidFill>
              </a:rPr>
              <a:t>Ejemplo cotidiano:</a:t>
            </a:r>
            <a:r>
              <a:rPr lang="es-ES" sz="1400" dirty="0">
                <a:solidFill>
                  <a:schemeClr val="tx1">
                    <a:alpha val="80000"/>
                  </a:schemeClr>
                </a:solidFill>
              </a:rPr>
              <a:t> un buzón de correos: cualquiera mete cartas (clave pública), pero solo el dueño con la llave (clave privada) puede abrir.</a:t>
            </a:r>
          </a:p>
          <a:p>
            <a:r>
              <a:rPr lang="es-ES" sz="1400" b="1" dirty="0">
                <a:solidFill>
                  <a:schemeClr val="tx1">
                    <a:alpha val="80000"/>
                  </a:schemeClr>
                </a:solidFill>
              </a:rPr>
              <a:t>Usos:</a:t>
            </a:r>
            <a:r>
              <a:rPr lang="es-ES" sz="1400" dirty="0">
                <a:solidFill>
                  <a:schemeClr val="tx1">
                    <a:alpha val="80000"/>
                  </a:schemeClr>
                </a:solidFill>
              </a:rPr>
              <a:t> correos seguros, certificados digitales, HTTPS, firma digital.</a:t>
            </a:r>
          </a:p>
          <a:p>
            <a:r>
              <a:rPr lang="es-ES" sz="1400" b="1" dirty="0">
                <a:solidFill>
                  <a:schemeClr val="tx1">
                    <a:alpha val="80000"/>
                  </a:schemeClr>
                </a:solidFill>
              </a:rPr>
              <a:t>Algoritmos:</a:t>
            </a:r>
            <a:r>
              <a:rPr lang="es-ES" sz="1400" dirty="0">
                <a:solidFill>
                  <a:schemeClr val="tx1">
                    <a:alpha val="80000"/>
                  </a:schemeClr>
                </a:solidFill>
              </a:rPr>
              <a:t> RSA, ECC.</a:t>
            </a:r>
          </a:p>
          <a:p>
            <a:r>
              <a:rPr lang="es-ES" sz="1400" dirty="0">
                <a:solidFill>
                  <a:schemeClr val="tx1">
                    <a:alpha val="80000"/>
                  </a:schemeClr>
                </a:solidFill>
              </a:rPr>
              <a:t>Ejercicios con </a:t>
            </a:r>
            <a:r>
              <a:rPr lang="es-ES" sz="1400" dirty="0" err="1">
                <a:solidFill>
                  <a:schemeClr val="tx1">
                    <a:alpha val="80000"/>
                  </a:schemeClr>
                </a:solidFill>
              </a:rPr>
              <a:t>cryptools</a:t>
            </a:r>
            <a:endParaRPr lang="es-ES" sz="1400" dirty="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2680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1AFFFEE-C552-387F-D297-86B8CC4D2710}"/>
              </a:ext>
            </a:extLst>
          </p:cNvPr>
          <p:cNvSpPr>
            <a:spLocks noGrp="1"/>
          </p:cNvSpPr>
          <p:nvPr>
            <p:ph type="title"/>
          </p:nvPr>
        </p:nvSpPr>
        <p:spPr>
          <a:xfrm>
            <a:off x="1245072" y="1289765"/>
            <a:ext cx="3651101" cy="4270963"/>
          </a:xfrm>
        </p:spPr>
        <p:txBody>
          <a:bodyPr anchor="ctr">
            <a:normAutofit/>
          </a:bodyPr>
          <a:lstStyle/>
          <a:p>
            <a:pPr algn="ctr"/>
            <a:r>
              <a:rPr lang="es-ES" sz="5600">
                <a:solidFill>
                  <a:srgbClr val="FFFFFF"/>
                </a:solidFill>
              </a:rPr>
              <a:t>Criptografía basada  en la naturaleza de la clave</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Marcador de contenido 2">
            <a:extLst>
              <a:ext uri="{FF2B5EF4-FFF2-40B4-BE49-F238E27FC236}">
                <a16:creationId xmlns:a16="http://schemas.microsoft.com/office/drawing/2014/main" id="{CCF941B8-414E-4B29-6129-70991F761AD4}"/>
              </a:ext>
            </a:extLst>
          </p:cNvPr>
          <p:cNvSpPr>
            <a:spLocks noGrp="1"/>
          </p:cNvSpPr>
          <p:nvPr>
            <p:ph idx="1"/>
          </p:nvPr>
        </p:nvSpPr>
        <p:spPr>
          <a:xfrm>
            <a:off x="6297233" y="518400"/>
            <a:ext cx="4771607" cy="5837949"/>
          </a:xfrm>
        </p:spPr>
        <p:txBody>
          <a:bodyPr anchor="ctr">
            <a:normAutofit/>
          </a:bodyPr>
          <a:lstStyle/>
          <a:p>
            <a:r>
              <a:rPr lang="es-ES" sz="2000" b="1">
                <a:solidFill>
                  <a:schemeClr val="tx1">
                    <a:alpha val="80000"/>
                  </a:schemeClr>
                </a:solidFill>
              </a:rPr>
              <a:t>3. Criptografía mixta (o híbrida)</a:t>
            </a:r>
          </a:p>
          <a:p>
            <a:r>
              <a:rPr lang="es-ES" sz="2000" b="1">
                <a:solidFill>
                  <a:schemeClr val="tx1">
                    <a:alpha val="80000"/>
                  </a:schemeClr>
                </a:solidFill>
              </a:rPr>
              <a:t>Cómo funciona:</a:t>
            </a:r>
            <a:r>
              <a:rPr lang="es-ES" sz="2000">
                <a:solidFill>
                  <a:schemeClr val="tx1">
                    <a:alpha val="80000"/>
                  </a:schemeClr>
                </a:solidFill>
              </a:rPr>
              <a:t> combina lo mejor de ambas:</a:t>
            </a:r>
          </a:p>
          <a:p>
            <a:pPr lvl="1"/>
            <a:r>
              <a:rPr lang="es-ES" sz="2000">
                <a:solidFill>
                  <a:schemeClr val="tx1">
                    <a:alpha val="80000"/>
                  </a:schemeClr>
                </a:solidFill>
              </a:rPr>
              <a:t>Se usa </a:t>
            </a:r>
            <a:r>
              <a:rPr lang="es-ES" sz="2000" b="1">
                <a:solidFill>
                  <a:schemeClr val="tx1">
                    <a:alpha val="80000"/>
                  </a:schemeClr>
                </a:solidFill>
              </a:rPr>
              <a:t>asimétrica</a:t>
            </a:r>
            <a:r>
              <a:rPr lang="es-ES" sz="2000">
                <a:solidFill>
                  <a:schemeClr val="tx1">
                    <a:alpha val="80000"/>
                  </a:schemeClr>
                </a:solidFill>
              </a:rPr>
              <a:t> para intercambiar una clave de sesión.</a:t>
            </a:r>
          </a:p>
          <a:p>
            <a:pPr lvl="1"/>
            <a:r>
              <a:rPr lang="es-ES" sz="2000">
                <a:solidFill>
                  <a:schemeClr val="tx1">
                    <a:alpha val="80000"/>
                  </a:schemeClr>
                </a:solidFill>
              </a:rPr>
              <a:t>Luego se usa </a:t>
            </a:r>
            <a:r>
              <a:rPr lang="es-ES" sz="2000" b="1">
                <a:solidFill>
                  <a:schemeClr val="tx1">
                    <a:alpha val="80000"/>
                  </a:schemeClr>
                </a:solidFill>
              </a:rPr>
              <a:t>simétrica</a:t>
            </a:r>
            <a:r>
              <a:rPr lang="es-ES" sz="2000">
                <a:solidFill>
                  <a:schemeClr val="tx1">
                    <a:alpha val="80000"/>
                  </a:schemeClr>
                </a:solidFill>
              </a:rPr>
              <a:t> (más rápida) para cifrar la comunicación.</a:t>
            </a:r>
          </a:p>
          <a:p>
            <a:r>
              <a:rPr lang="es-ES" sz="2000" b="1">
                <a:solidFill>
                  <a:schemeClr val="tx1">
                    <a:alpha val="80000"/>
                  </a:schemeClr>
                </a:solidFill>
              </a:rPr>
              <a:t>Ejemplo cotidiano:</a:t>
            </a:r>
            <a:r>
              <a:rPr lang="es-ES" sz="2000">
                <a:solidFill>
                  <a:schemeClr val="tx1">
                    <a:alpha val="80000"/>
                  </a:schemeClr>
                </a:solidFill>
              </a:rPr>
              <a:t> abrir una caja fuerte con una llave maestra (asimétrica) y luego guardar dentro una llave normal que se usará después (simétrica).</a:t>
            </a:r>
          </a:p>
          <a:p>
            <a:r>
              <a:rPr lang="es-ES" sz="2000" b="1">
                <a:solidFill>
                  <a:schemeClr val="tx1">
                    <a:alpha val="80000"/>
                  </a:schemeClr>
                </a:solidFill>
              </a:rPr>
              <a:t>Usos:</a:t>
            </a:r>
            <a:r>
              <a:rPr lang="es-ES" sz="2000">
                <a:solidFill>
                  <a:schemeClr val="tx1">
                    <a:alpha val="80000"/>
                  </a:schemeClr>
                </a:solidFill>
              </a:rPr>
              <a:t> conexiones seguras en Internet (ej. HTTPS/TLS).</a:t>
            </a:r>
          </a:p>
          <a:p>
            <a:endParaRPr lang="es-ES" sz="200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6958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83C0E6E-7143-EED0-00CB-902AD0F3743B}"/>
              </a:ext>
            </a:extLst>
          </p:cNvPr>
          <p:cNvSpPr>
            <a:spLocks noGrp="1"/>
          </p:cNvSpPr>
          <p:nvPr>
            <p:ph type="title"/>
          </p:nvPr>
        </p:nvSpPr>
        <p:spPr>
          <a:xfrm>
            <a:off x="1245072" y="1289765"/>
            <a:ext cx="3651101" cy="4270963"/>
          </a:xfrm>
        </p:spPr>
        <p:txBody>
          <a:bodyPr anchor="ctr">
            <a:normAutofit/>
          </a:bodyPr>
          <a:lstStyle/>
          <a:p>
            <a:pPr algn="ctr"/>
            <a:r>
              <a:rPr lang="es-ES" sz="5200">
                <a:solidFill>
                  <a:srgbClr val="FFFFFF"/>
                </a:solidFill>
              </a:rPr>
              <a:t>Algoritmos importantes</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Marcador de contenido 2">
            <a:extLst>
              <a:ext uri="{FF2B5EF4-FFF2-40B4-BE49-F238E27FC236}">
                <a16:creationId xmlns:a16="http://schemas.microsoft.com/office/drawing/2014/main" id="{63B01733-FE58-9E6F-EFA5-66617D6E81EA}"/>
              </a:ext>
            </a:extLst>
          </p:cNvPr>
          <p:cNvSpPr>
            <a:spLocks noGrp="1"/>
          </p:cNvSpPr>
          <p:nvPr>
            <p:ph idx="1"/>
          </p:nvPr>
        </p:nvSpPr>
        <p:spPr>
          <a:xfrm>
            <a:off x="6297233" y="518400"/>
            <a:ext cx="4771607" cy="5837949"/>
          </a:xfrm>
        </p:spPr>
        <p:txBody>
          <a:bodyPr anchor="ctr">
            <a:normAutofit/>
          </a:bodyPr>
          <a:lstStyle/>
          <a:p>
            <a:r>
              <a:rPr lang="es-ES" sz="2000" b="1">
                <a:solidFill>
                  <a:schemeClr val="tx1">
                    <a:alpha val="80000"/>
                  </a:schemeClr>
                </a:solidFill>
              </a:rPr>
              <a:t>Algoritmos importantes</a:t>
            </a:r>
          </a:p>
          <a:p>
            <a:r>
              <a:rPr lang="es-ES" sz="2000" b="1">
                <a:solidFill>
                  <a:schemeClr val="tx1">
                    <a:alpha val="80000"/>
                  </a:schemeClr>
                </a:solidFill>
              </a:rPr>
              <a:t>🔹 DES (Data Encryption Standard)</a:t>
            </a:r>
          </a:p>
          <a:p>
            <a:r>
              <a:rPr lang="es-ES" sz="2000">
                <a:solidFill>
                  <a:schemeClr val="tx1">
                    <a:alpha val="80000"/>
                  </a:schemeClr>
                </a:solidFill>
              </a:rPr>
              <a:t>Algoritmo </a:t>
            </a:r>
            <a:r>
              <a:rPr lang="es-ES" sz="2000" b="1">
                <a:solidFill>
                  <a:schemeClr val="tx1">
                    <a:alpha val="80000"/>
                  </a:schemeClr>
                </a:solidFill>
              </a:rPr>
              <a:t>simétrico</a:t>
            </a:r>
            <a:r>
              <a:rPr lang="es-ES" sz="2000">
                <a:solidFill>
                  <a:schemeClr val="tx1">
                    <a:alpha val="80000"/>
                  </a:schemeClr>
                </a:solidFill>
              </a:rPr>
              <a:t>.</a:t>
            </a:r>
          </a:p>
          <a:p>
            <a:r>
              <a:rPr lang="es-ES" sz="2000">
                <a:solidFill>
                  <a:schemeClr val="tx1">
                    <a:alpha val="80000"/>
                  </a:schemeClr>
                </a:solidFill>
              </a:rPr>
              <a:t>Clave: 56 bits.</a:t>
            </a:r>
          </a:p>
          <a:p>
            <a:r>
              <a:rPr lang="es-ES" sz="2000">
                <a:solidFill>
                  <a:schemeClr val="tx1">
                    <a:alpha val="80000"/>
                  </a:schemeClr>
                </a:solidFill>
              </a:rPr>
              <a:t>Fue estándar en los 80–90, pero hoy es </a:t>
            </a:r>
            <a:r>
              <a:rPr lang="es-ES" sz="2000" b="1">
                <a:solidFill>
                  <a:schemeClr val="tx1">
                    <a:alpha val="80000"/>
                  </a:schemeClr>
                </a:solidFill>
              </a:rPr>
              <a:t>inseguro</a:t>
            </a:r>
            <a:r>
              <a:rPr lang="es-ES" sz="2000">
                <a:solidFill>
                  <a:schemeClr val="tx1">
                    <a:alpha val="80000"/>
                  </a:schemeClr>
                </a:solidFill>
              </a:rPr>
              <a:t> porque puede romperse fácilmente con fuerza bruta.</a:t>
            </a:r>
          </a:p>
          <a:p>
            <a:r>
              <a:rPr lang="es-ES" sz="2000" b="1">
                <a:solidFill>
                  <a:schemeClr val="tx1">
                    <a:alpha val="80000"/>
                  </a:schemeClr>
                </a:solidFill>
              </a:rPr>
              <a:t>🔹 AES (Advanced Encryption Standard)</a:t>
            </a:r>
          </a:p>
          <a:p>
            <a:r>
              <a:rPr lang="es-ES" sz="2000">
                <a:solidFill>
                  <a:schemeClr val="tx1">
                    <a:alpha val="80000"/>
                  </a:schemeClr>
                </a:solidFill>
              </a:rPr>
              <a:t>Algoritmo </a:t>
            </a:r>
            <a:r>
              <a:rPr lang="es-ES" sz="2000" b="1">
                <a:solidFill>
                  <a:schemeClr val="tx1">
                    <a:alpha val="80000"/>
                  </a:schemeClr>
                </a:solidFill>
              </a:rPr>
              <a:t>simétrico</a:t>
            </a:r>
            <a:r>
              <a:rPr lang="es-ES" sz="2000">
                <a:solidFill>
                  <a:schemeClr val="tx1">
                    <a:alpha val="80000"/>
                  </a:schemeClr>
                </a:solidFill>
              </a:rPr>
              <a:t> (el más usado hoy).</a:t>
            </a:r>
          </a:p>
          <a:p>
            <a:r>
              <a:rPr lang="es-ES" sz="2000">
                <a:solidFill>
                  <a:schemeClr val="tx1">
                    <a:alpha val="80000"/>
                  </a:schemeClr>
                </a:solidFill>
              </a:rPr>
              <a:t>Claves de 128, 192 o 256 bits.</a:t>
            </a:r>
          </a:p>
          <a:p>
            <a:r>
              <a:rPr lang="es-ES" sz="2000">
                <a:solidFill>
                  <a:schemeClr val="tx1">
                    <a:alpha val="80000"/>
                  </a:schemeClr>
                </a:solidFill>
              </a:rPr>
              <a:t>Muy rápido y seguro → se usa en </a:t>
            </a:r>
            <a:r>
              <a:rPr lang="es-ES" sz="2000" b="1">
                <a:solidFill>
                  <a:schemeClr val="tx1">
                    <a:alpha val="80000"/>
                  </a:schemeClr>
                </a:solidFill>
              </a:rPr>
              <a:t>WiFi WPA2/WPA3, VPNs, cifrado de discos, TLS</a:t>
            </a:r>
            <a:r>
              <a:rPr lang="es-ES" sz="2000">
                <a:solidFill>
                  <a:schemeClr val="tx1">
                    <a:alpha val="80000"/>
                  </a:schemeClr>
                </a:solidFill>
              </a:rPr>
              <a:t>.</a:t>
            </a:r>
          </a:p>
          <a:p>
            <a:endParaRPr lang="es-ES" sz="200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5212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9A718A1-8C66-2345-AF74-585AD0D5E86A}"/>
              </a:ext>
            </a:extLst>
          </p:cNvPr>
          <p:cNvSpPr>
            <a:spLocks noGrp="1"/>
          </p:cNvSpPr>
          <p:nvPr>
            <p:ph type="title"/>
          </p:nvPr>
        </p:nvSpPr>
        <p:spPr>
          <a:xfrm>
            <a:off x="686834" y="1153572"/>
            <a:ext cx="3200400" cy="4461163"/>
          </a:xfrm>
        </p:spPr>
        <p:txBody>
          <a:bodyPr>
            <a:normAutofit/>
          </a:bodyPr>
          <a:lstStyle/>
          <a:p>
            <a:r>
              <a:rPr lang="es-ES">
                <a:solidFill>
                  <a:srgbClr val="FFFFFF"/>
                </a:solidFill>
              </a:rPr>
              <a:t>Criptografia basada en división de los datos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0C72FA80-794A-E129-2BE0-B4EEDE8FD307}"/>
              </a:ext>
            </a:extLst>
          </p:cNvPr>
          <p:cNvSpPr>
            <a:spLocks noGrp="1"/>
          </p:cNvSpPr>
          <p:nvPr>
            <p:ph idx="1"/>
          </p:nvPr>
        </p:nvSpPr>
        <p:spPr>
          <a:xfrm>
            <a:off x="4447308" y="591344"/>
            <a:ext cx="6906491" cy="5585619"/>
          </a:xfrm>
        </p:spPr>
        <p:txBody>
          <a:bodyPr anchor="ctr">
            <a:normAutofit/>
          </a:bodyPr>
          <a:lstStyle/>
          <a:p>
            <a:r>
              <a:rPr lang="es-ES" sz="1500"/>
              <a:t>El </a:t>
            </a:r>
            <a:r>
              <a:rPr lang="es-ES" sz="1500" b="1"/>
              <a:t>cifrado de flujo</a:t>
            </a:r>
            <a:r>
              <a:rPr lang="es-ES" sz="1500"/>
              <a:t> y el </a:t>
            </a:r>
            <a:r>
              <a:rPr lang="es-ES" sz="1500" b="1"/>
              <a:t>cifrado por bloques</a:t>
            </a:r>
            <a:r>
              <a:rPr lang="es-ES" sz="1500"/>
              <a:t> son dos formas de proteger datos.</a:t>
            </a:r>
          </a:p>
          <a:p>
            <a:br>
              <a:rPr lang="es-ES" sz="1500"/>
            </a:br>
            <a:endParaRPr lang="es-ES" sz="1500"/>
          </a:p>
          <a:p>
            <a:r>
              <a:rPr lang="es-ES" sz="1500" b="1"/>
              <a:t>Cifrado de Flujo</a:t>
            </a:r>
          </a:p>
          <a:p>
            <a:r>
              <a:rPr lang="es-ES" sz="1500"/>
              <a:t>Cifra la información </a:t>
            </a:r>
            <a:r>
              <a:rPr lang="es-ES" sz="1500" b="1"/>
              <a:t>bit a bit</a:t>
            </a:r>
            <a:r>
              <a:rPr lang="es-ES" sz="1500"/>
              <a:t>. Es muy rápido y eficiente, ideal para transmisiones en tiempo real.</a:t>
            </a:r>
          </a:p>
          <a:p>
            <a:r>
              <a:rPr lang="es-ES" sz="1500" b="1"/>
              <a:t>Cómo funciona:</a:t>
            </a:r>
            <a:r>
              <a:rPr lang="es-ES" sz="1500"/>
              <a:t> Genera una clave aleatoria (</a:t>
            </a:r>
            <a:r>
              <a:rPr lang="es-ES" sz="1500" err="1"/>
              <a:t>keystream</a:t>
            </a:r>
            <a:r>
              <a:rPr lang="es-ES" sz="1500"/>
              <a:t>) y la combina con los datos originales.</a:t>
            </a:r>
          </a:p>
          <a:p>
            <a:r>
              <a:rPr lang="es-ES" sz="1500" b="1"/>
              <a:t>Ejemplo:</a:t>
            </a:r>
            <a:r>
              <a:rPr lang="es-ES" sz="1500"/>
              <a:t> </a:t>
            </a:r>
            <a:r>
              <a:rPr lang="es-ES" sz="1500" b="1"/>
              <a:t>RC4</a:t>
            </a:r>
            <a:r>
              <a:rPr lang="es-ES" sz="1500"/>
              <a:t>, usado en el antiguo y ahora inseguro </a:t>
            </a:r>
            <a:r>
              <a:rPr lang="es-ES" sz="1500" b="1"/>
              <a:t>WEP-RC4</a:t>
            </a:r>
            <a:r>
              <a:rPr lang="es-ES" sz="1500"/>
              <a:t> para redes </a:t>
            </a:r>
            <a:r>
              <a:rPr lang="es-ES" sz="1500" err="1"/>
              <a:t>Wi</a:t>
            </a:r>
            <a:r>
              <a:rPr lang="es-ES" sz="1500"/>
              <a:t>-Fi.</a:t>
            </a:r>
          </a:p>
          <a:p>
            <a:br>
              <a:rPr lang="es-ES" sz="1500"/>
            </a:br>
            <a:endParaRPr lang="es-ES" sz="1500"/>
          </a:p>
          <a:p>
            <a:r>
              <a:rPr lang="es-ES" sz="1500" b="1"/>
              <a:t>Cifrado por Bloques</a:t>
            </a:r>
          </a:p>
          <a:p>
            <a:r>
              <a:rPr lang="es-ES" sz="1500"/>
              <a:t>Divide los datos en </a:t>
            </a:r>
            <a:r>
              <a:rPr lang="es-ES" sz="1500" b="1"/>
              <a:t>bloques de tamaño fijo</a:t>
            </a:r>
            <a:r>
              <a:rPr lang="es-ES" sz="1500"/>
              <a:t> y cifra cada uno. Es más robusto que el de flujo.</a:t>
            </a:r>
          </a:p>
          <a:p>
            <a:r>
              <a:rPr lang="es-ES" sz="1500" b="1"/>
              <a:t>Cómo funciona:</a:t>
            </a:r>
            <a:r>
              <a:rPr lang="es-ES" sz="1500"/>
              <a:t> El cifrado se aplica a un bloque completo de datos a la vez.</a:t>
            </a:r>
          </a:p>
          <a:p>
            <a:r>
              <a:rPr lang="es-ES" sz="1500" b="1"/>
              <a:t>Ejemplo:</a:t>
            </a:r>
            <a:r>
              <a:rPr lang="es-ES" sz="1500"/>
              <a:t> </a:t>
            </a:r>
            <a:r>
              <a:rPr lang="es-ES" sz="1500" b="1"/>
              <a:t>AES</a:t>
            </a:r>
            <a:r>
              <a:rPr lang="es-ES" sz="1500"/>
              <a:t>, un estándar moderno y seguro. El </a:t>
            </a:r>
            <a:r>
              <a:rPr lang="es-ES" sz="1500" b="1"/>
              <a:t>algoritmo ECB</a:t>
            </a:r>
            <a:r>
              <a:rPr lang="es-ES" sz="1500"/>
              <a:t> es la forma más simple de usar un cifrador por bloques, pero es inseguro porque los patrones de datos se mantienen, ya que los bloques idénticos de datos se cifran en bloques idénticos de datos cifrados.</a:t>
            </a:r>
          </a:p>
          <a:p>
            <a:endParaRPr lang="es-ES" sz="1500"/>
          </a:p>
        </p:txBody>
      </p:sp>
    </p:spTree>
    <p:extLst>
      <p:ext uri="{BB962C8B-B14F-4D97-AF65-F5344CB8AC3E}">
        <p14:creationId xmlns:p14="http://schemas.microsoft.com/office/powerpoint/2010/main" val="699358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439C03F-1ABB-6614-A541-84F2D224034A}"/>
              </a:ext>
            </a:extLst>
          </p:cNvPr>
          <p:cNvSpPr>
            <a:spLocks noGrp="1"/>
          </p:cNvSpPr>
          <p:nvPr>
            <p:ph type="title"/>
          </p:nvPr>
        </p:nvSpPr>
        <p:spPr>
          <a:xfrm>
            <a:off x="1171074" y="1396686"/>
            <a:ext cx="3240506" cy="4064628"/>
          </a:xfrm>
        </p:spPr>
        <p:txBody>
          <a:bodyPr>
            <a:normAutofit/>
          </a:bodyPr>
          <a:lstStyle/>
          <a:p>
            <a:r>
              <a:rPr lang="es-ES">
                <a:solidFill>
                  <a:srgbClr val="FFFFFF"/>
                </a:solidFill>
              </a:rPr>
              <a:t>Métodos de encriptación</a:t>
            </a:r>
          </a:p>
        </p:txBody>
      </p:sp>
      <p:sp>
        <p:nvSpPr>
          <p:cNvPr id="13" name="Arc 12">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 name="Rectangle 1">
            <a:extLst>
              <a:ext uri="{FF2B5EF4-FFF2-40B4-BE49-F238E27FC236}">
                <a16:creationId xmlns:a16="http://schemas.microsoft.com/office/drawing/2014/main" id="{0CD1C43D-646D-1A96-5E05-3A563C78C496}"/>
              </a:ext>
            </a:extLst>
          </p:cNvPr>
          <p:cNvSpPr>
            <a:spLocks noGrp="1" noChangeArrowheads="1"/>
          </p:cNvSpPr>
          <p:nvPr>
            <p:ph idx="1"/>
          </p:nvPr>
        </p:nvSpPr>
        <p:spPr bwMode="auto">
          <a:xfrm>
            <a:off x="5370153" y="1526033"/>
            <a:ext cx="5536397" cy="393528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s-ES" altLang="es-ES" sz="2200" b="1" i="0" u="none" strike="noStrike" cap="none" normalizeH="0" baseline="0">
                <a:ln>
                  <a:noFill/>
                </a:ln>
                <a:effectLst/>
                <a:latin typeface="Arial" panose="020B0604020202020204" pitchFamily="34" charset="0"/>
              </a:rPr>
              <a:t>WEP-RC4</a:t>
            </a:r>
            <a:r>
              <a:rPr kumimoji="0" lang="es-ES" altLang="es-ES" sz="2200" b="0" i="0" u="none" strike="noStrike" cap="none" normalizeH="0" baseline="0">
                <a:ln>
                  <a:noFill/>
                </a:ln>
                <a:effectLst/>
                <a:latin typeface="Arial" panose="020B0604020202020204" pitchFamily="34" charset="0"/>
              </a:rPr>
              <a:t> 👉 Antiguo cifrado de flujo para redes </a:t>
            </a:r>
            <a:r>
              <a:rPr kumimoji="0" lang="es-ES" altLang="es-ES" sz="2200" b="0" i="0" u="none" strike="noStrike" cap="none" normalizeH="0" baseline="0" err="1">
                <a:ln>
                  <a:noFill/>
                </a:ln>
                <a:effectLst/>
                <a:latin typeface="Arial" panose="020B0604020202020204" pitchFamily="34" charset="0"/>
              </a:rPr>
              <a:t>Wi</a:t>
            </a:r>
            <a:r>
              <a:rPr kumimoji="0" lang="es-ES" altLang="es-ES" sz="2200" b="0" i="0" u="none" strike="noStrike" cap="none" normalizeH="0" baseline="0">
                <a:ln>
                  <a:noFill/>
                </a:ln>
                <a:effectLst/>
                <a:latin typeface="Arial" panose="020B0604020202020204" pitchFamily="34" charset="0"/>
              </a:rPr>
              <a:t>-Fi. Fue el primero en usarse, </a:t>
            </a:r>
          </a:p>
          <a:p>
            <a:pPr marL="0" marR="0" lvl="0" indent="0" defTabSz="914400" rtl="0" eaLnBrk="0" fontAlgn="base" latinLnBrk="0" hangingPunct="0">
              <a:spcBef>
                <a:spcPct val="0"/>
              </a:spcBef>
              <a:spcAft>
                <a:spcPts val="600"/>
              </a:spcAft>
              <a:buClrTx/>
              <a:buSzTx/>
              <a:buFontTx/>
              <a:buChar char="•"/>
              <a:tabLst/>
            </a:pPr>
            <a:r>
              <a:rPr kumimoji="0" lang="es-ES" altLang="es-ES" sz="2200" b="0" i="0" u="none" strike="noStrike" cap="none" normalizeH="0" baseline="0">
                <a:ln>
                  <a:noFill/>
                </a:ln>
                <a:effectLst/>
                <a:latin typeface="Arial" panose="020B0604020202020204" pitchFamily="34" charset="0"/>
              </a:rPr>
              <a:t>pero resultó </a:t>
            </a:r>
            <a:r>
              <a:rPr kumimoji="0" lang="es-ES" altLang="es-ES" sz="2200" b="1" i="0" u="none" strike="noStrike" cap="none" normalizeH="0" baseline="0">
                <a:ln>
                  <a:noFill/>
                </a:ln>
                <a:effectLst/>
                <a:latin typeface="Arial" panose="020B0604020202020204" pitchFamily="34" charset="0"/>
              </a:rPr>
              <a:t>muy inseguro</a:t>
            </a:r>
            <a:r>
              <a:rPr kumimoji="0" lang="es-ES" altLang="es-ES" sz="2200" b="0" i="0" u="none" strike="noStrike" cap="none" normalizeH="0" baseline="0">
                <a:ln>
                  <a:noFill/>
                </a:ln>
                <a:effectLst/>
                <a:latin typeface="Arial" panose="020B0604020202020204" pitchFamily="34" charset="0"/>
              </a:rPr>
              <a:t> y se reemplazó por </a:t>
            </a:r>
            <a:r>
              <a:rPr kumimoji="0" lang="es-ES" altLang="es-ES" sz="2200" b="1" i="0" u="none" strike="noStrike" cap="none" normalizeH="0" baseline="0">
                <a:ln>
                  <a:noFill/>
                </a:ln>
                <a:effectLst/>
                <a:latin typeface="Arial" panose="020B0604020202020204" pitchFamily="34" charset="0"/>
              </a:rPr>
              <a:t>WPA2 y WPA3</a:t>
            </a:r>
            <a:r>
              <a:rPr kumimoji="0" lang="es-ES" altLang="es-ES" sz="2200" b="0" i="0" u="none" strike="noStrike" cap="none" normalizeH="0" baseline="0">
                <a:ln>
                  <a:noFill/>
                </a:ln>
                <a:effectLst/>
                <a:latin typeface="Arial" panose="020B0604020202020204" pitchFamily="34" charset="0"/>
              </a:rPr>
              <a:t>. 💀</a:t>
            </a:r>
          </a:p>
          <a:p>
            <a:pPr marL="0" marR="0" lvl="0" indent="0" defTabSz="914400" rtl="0" eaLnBrk="0" fontAlgn="base" latinLnBrk="0" hangingPunct="0">
              <a:spcBef>
                <a:spcPct val="0"/>
              </a:spcBef>
              <a:spcAft>
                <a:spcPts val="600"/>
              </a:spcAft>
              <a:buClrTx/>
              <a:buSzTx/>
              <a:buFontTx/>
              <a:buChar char="•"/>
              <a:tabLst/>
            </a:pPr>
            <a:r>
              <a:rPr kumimoji="0" lang="es-ES" altLang="es-ES" sz="2200" b="1" i="0" u="none" strike="noStrike" cap="none" normalizeH="0" baseline="0">
                <a:ln>
                  <a:noFill/>
                </a:ln>
                <a:effectLst/>
                <a:latin typeface="Arial" panose="020B0604020202020204" pitchFamily="34" charset="0"/>
              </a:rPr>
              <a:t>ECB (Electronic </a:t>
            </a:r>
            <a:r>
              <a:rPr kumimoji="0" lang="es-ES" altLang="es-ES" sz="2200" b="1" i="0" u="none" strike="noStrike" cap="none" normalizeH="0" baseline="0" err="1">
                <a:ln>
                  <a:noFill/>
                </a:ln>
                <a:effectLst/>
                <a:latin typeface="Arial" panose="020B0604020202020204" pitchFamily="34" charset="0"/>
              </a:rPr>
              <a:t>Codebook</a:t>
            </a:r>
            <a:r>
              <a:rPr kumimoji="0" lang="es-ES" altLang="es-ES" sz="2200" b="1" i="0" u="none" strike="noStrike" cap="none" normalizeH="0" baseline="0">
                <a:ln>
                  <a:noFill/>
                </a:ln>
                <a:effectLst/>
                <a:latin typeface="Arial" panose="020B0604020202020204" pitchFamily="34" charset="0"/>
              </a:rPr>
              <a:t>)</a:t>
            </a:r>
            <a:r>
              <a:rPr kumimoji="0" lang="es-ES" altLang="es-ES" sz="2200" b="0" i="0" u="none" strike="noStrike" cap="none" normalizeH="0" baseline="0">
                <a:ln>
                  <a:noFill/>
                </a:ln>
                <a:effectLst/>
                <a:latin typeface="Arial" panose="020B0604020202020204" pitchFamily="34" charset="0"/>
              </a:rPr>
              <a:t> 👉 Modo básico de cifrado por bloques. </a:t>
            </a:r>
          </a:p>
          <a:p>
            <a:pPr marL="0" marR="0" lvl="0" indent="0" defTabSz="914400" rtl="0" eaLnBrk="0" fontAlgn="base" latinLnBrk="0" hangingPunct="0">
              <a:spcBef>
                <a:spcPct val="0"/>
              </a:spcBef>
              <a:spcAft>
                <a:spcPts val="600"/>
              </a:spcAft>
              <a:buClrTx/>
              <a:buSzTx/>
              <a:buFontTx/>
              <a:buChar char="•"/>
              <a:tabLst/>
            </a:pPr>
            <a:r>
              <a:rPr kumimoji="0" lang="es-ES" altLang="es-ES" sz="2200" b="0" i="0" u="none" strike="noStrike" cap="none" normalizeH="0" baseline="0">
                <a:ln>
                  <a:noFill/>
                </a:ln>
                <a:effectLst/>
                <a:latin typeface="Arial" panose="020B0604020202020204" pitchFamily="34" charset="0"/>
              </a:rPr>
              <a:t>Problema: </a:t>
            </a:r>
            <a:r>
              <a:rPr kumimoji="0" lang="es-ES" altLang="es-ES" sz="2200" b="1" i="0" u="none" strike="noStrike" cap="none" normalizeH="0" baseline="0">
                <a:ln>
                  <a:noFill/>
                </a:ln>
                <a:effectLst/>
                <a:latin typeface="Arial" panose="020B0604020202020204" pitchFamily="34" charset="0"/>
              </a:rPr>
              <a:t>repite patrones</a:t>
            </a:r>
            <a:r>
              <a:rPr kumimoji="0" lang="es-ES" altLang="es-ES" sz="2200" b="0" i="0" u="none" strike="noStrike" cap="none" normalizeH="0" baseline="0">
                <a:ln>
                  <a:noFill/>
                </a:ln>
                <a:effectLst/>
                <a:latin typeface="Arial" panose="020B0604020202020204" pitchFamily="34" charset="0"/>
              </a:rPr>
              <a:t>, por lo que la información (ej. imágenes) se puede intuir. </a:t>
            </a:r>
          </a:p>
          <a:p>
            <a:pPr marL="0" marR="0" lvl="0" indent="0" defTabSz="914400" rtl="0" eaLnBrk="0" fontAlgn="base" latinLnBrk="0" hangingPunct="0">
              <a:spcBef>
                <a:spcPct val="0"/>
              </a:spcBef>
              <a:spcAft>
                <a:spcPts val="600"/>
              </a:spcAft>
              <a:buClrTx/>
              <a:buSzTx/>
              <a:buFontTx/>
              <a:buChar char="•"/>
              <a:tabLst/>
            </a:pPr>
            <a:r>
              <a:rPr kumimoji="0" lang="es-ES" altLang="es-ES" sz="2200" b="0" i="0" u="none" strike="noStrike" cap="none" normalizeH="0" baseline="0">
                <a:ln>
                  <a:noFill/>
                </a:ln>
                <a:effectLst/>
                <a:latin typeface="Arial" panose="020B0604020202020204" pitchFamily="34" charset="0"/>
              </a:rPr>
              <a:t>Se considera </a:t>
            </a:r>
            <a:r>
              <a:rPr kumimoji="0" lang="es-ES" altLang="es-ES" sz="2200" b="1" i="0" u="none" strike="noStrike" cap="none" normalizeH="0" baseline="0">
                <a:ln>
                  <a:noFill/>
                </a:ln>
                <a:effectLst/>
                <a:latin typeface="Arial" panose="020B0604020202020204" pitchFamily="34" charset="0"/>
              </a:rPr>
              <a:t>inseguro</a:t>
            </a:r>
            <a:r>
              <a:rPr kumimoji="0" lang="es-ES" altLang="es-ES" sz="2200" b="0" i="0" u="none" strike="noStrike" cap="none" normalizeH="0" baseline="0">
                <a:ln>
                  <a:noFill/>
                </a:ln>
                <a:effectLst/>
                <a:latin typeface="Arial" panose="020B0604020202020204" pitchFamily="34" charset="0"/>
              </a:rPr>
              <a:t>; hoy se usan modos más seguros como </a:t>
            </a:r>
            <a:r>
              <a:rPr kumimoji="0" lang="es-ES" altLang="es-ES" sz="2200" b="1" i="0" u="none" strike="noStrike" cap="none" normalizeH="0" baseline="0">
                <a:ln>
                  <a:noFill/>
                </a:ln>
                <a:effectLst/>
                <a:latin typeface="Arial" panose="020B0604020202020204" pitchFamily="34" charset="0"/>
              </a:rPr>
              <a:t>CBC o GCM</a:t>
            </a:r>
            <a:r>
              <a:rPr kumimoji="0" lang="es-ES" altLang="es-ES" sz="2200" b="0" i="0" u="none" strike="noStrike" cap="none" normalizeH="0" baseline="0">
                <a:ln>
                  <a:noFill/>
                </a:ln>
                <a:effectLst/>
                <a:latin typeface="Arial" panose="020B0604020202020204" pitchFamily="34" charset="0"/>
              </a:rPr>
              <a:t>. </a:t>
            </a:r>
          </a:p>
        </p:txBody>
      </p:sp>
    </p:spTree>
    <p:extLst>
      <p:ext uri="{BB962C8B-B14F-4D97-AF65-F5344CB8AC3E}">
        <p14:creationId xmlns:p14="http://schemas.microsoft.com/office/powerpoint/2010/main" val="13049514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A4287E4-6DB4-CE1D-765D-31F23C2E1560}"/>
              </a:ext>
            </a:extLst>
          </p:cNvPr>
          <p:cNvSpPr>
            <a:spLocks noGrp="1"/>
          </p:cNvSpPr>
          <p:nvPr>
            <p:ph type="title"/>
          </p:nvPr>
        </p:nvSpPr>
        <p:spPr>
          <a:xfrm>
            <a:off x="686834" y="1153572"/>
            <a:ext cx="3200400" cy="4461163"/>
          </a:xfrm>
        </p:spPr>
        <p:txBody>
          <a:bodyPr>
            <a:normAutofit/>
          </a:bodyPr>
          <a:lstStyle/>
          <a:p>
            <a:r>
              <a:rPr lang="es-ES" sz="3400">
                <a:solidFill>
                  <a:srgbClr val="FFFFFF"/>
                </a:solidFill>
              </a:rPr>
              <a:t>4. Sistemas de identificación en las comunicaciones</a:t>
            </a:r>
            <a:br>
              <a:rPr lang="es-ES" sz="3400">
                <a:solidFill>
                  <a:srgbClr val="FFFFFF"/>
                </a:solidFill>
              </a:rPr>
            </a:br>
            <a:endParaRPr lang="es-ES" sz="34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94579484-6DAC-A08B-E9DD-2FA51285D720}"/>
              </a:ext>
            </a:extLst>
          </p:cNvPr>
          <p:cNvSpPr>
            <a:spLocks noGrp="1"/>
          </p:cNvSpPr>
          <p:nvPr>
            <p:ph idx="1"/>
          </p:nvPr>
        </p:nvSpPr>
        <p:spPr>
          <a:xfrm>
            <a:off x="4447308" y="591344"/>
            <a:ext cx="6906491" cy="5585619"/>
          </a:xfrm>
        </p:spPr>
        <p:txBody>
          <a:bodyPr anchor="ctr">
            <a:normAutofit/>
          </a:bodyPr>
          <a:lstStyle/>
          <a:p>
            <a:r>
              <a:rPr lang="es-ES" sz="1300"/>
              <a:t>Una </a:t>
            </a:r>
            <a:r>
              <a:rPr lang="es-ES" sz="1300" b="1"/>
              <a:t>función hash</a:t>
            </a:r>
            <a:r>
              <a:rPr lang="es-ES" sz="1300"/>
              <a:t> transforma cualquier dato (texto, archivo, contraseña) en una </a:t>
            </a:r>
            <a:r>
              <a:rPr lang="es-ES" sz="1300" b="1"/>
              <a:t>cadena corta de longitud fija</a:t>
            </a:r>
            <a:r>
              <a:rPr lang="es-ES" sz="1300"/>
              <a:t>.</a:t>
            </a:r>
            <a:br>
              <a:rPr lang="es-ES" sz="1300"/>
            </a:br>
            <a:r>
              <a:rPr lang="es-ES" sz="1300"/>
              <a:t>👉 Es como la </a:t>
            </a:r>
            <a:r>
              <a:rPr lang="es-ES" sz="1300" b="1"/>
              <a:t>huella digital</a:t>
            </a:r>
            <a:r>
              <a:rPr lang="es-ES" sz="1300"/>
              <a:t> de la información:</a:t>
            </a:r>
          </a:p>
          <a:p>
            <a:r>
              <a:rPr lang="es-ES" sz="1300"/>
              <a:t>Si el archivo cambia aunque sea 1 byte, el hash cambia completamente.</a:t>
            </a:r>
          </a:p>
          <a:p>
            <a:r>
              <a:rPr lang="es-ES" sz="1300"/>
              <a:t>No se puede (o no debería) reconstruir el archivo original a partir del hash.</a:t>
            </a:r>
          </a:p>
          <a:p>
            <a:br>
              <a:rPr lang="es-ES" sz="1300"/>
            </a:br>
            <a:endParaRPr lang="es-ES" sz="1300"/>
          </a:p>
          <a:p>
            <a:r>
              <a:rPr lang="es-ES" sz="1300" b="1"/>
              <a:t>🔹 Características de un buen hash</a:t>
            </a:r>
          </a:p>
          <a:p>
            <a:r>
              <a:rPr lang="es-ES" sz="1300" b="1"/>
              <a:t>Unidireccional</a:t>
            </a:r>
            <a:r>
              <a:rPr lang="es-ES" sz="1300"/>
              <a:t> → no se puede revertir.</a:t>
            </a:r>
          </a:p>
          <a:p>
            <a:r>
              <a:rPr lang="es-ES" sz="1300" b="1"/>
              <a:t>Determinístico</a:t>
            </a:r>
            <a:r>
              <a:rPr lang="es-ES" sz="1300"/>
              <a:t> → el mismo dato siempre da el mismo hash.</a:t>
            </a:r>
          </a:p>
          <a:p>
            <a:r>
              <a:rPr lang="es-ES" sz="1300" b="1"/>
              <a:t>Avalancha</a:t>
            </a:r>
            <a:r>
              <a:rPr lang="es-ES" sz="1300"/>
              <a:t> → un pequeño cambio genera un resultado muy distinto.</a:t>
            </a:r>
          </a:p>
          <a:p>
            <a:r>
              <a:rPr lang="es-ES" sz="1300" b="1"/>
              <a:t>Resistencia a colisiones</a:t>
            </a:r>
            <a:r>
              <a:rPr lang="es-ES" sz="1300"/>
              <a:t> → es muy difícil que dos datos distintos den el mismo hash.</a:t>
            </a:r>
          </a:p>
          <a:p>
            <a:br>
              <a:rPr lang="es-ES" sz="1300"/>
            </a:br>
            <a:endParaRPr lang="es-ES" sz="1300"/>
          </a:p>
          <a:p>
            <a:r>
              <a:rPr lang="es-ES" sz="1300" b="1"/>
              <a:t>🔹 Ejemplos de funciones de hash</a:t>
            </a:r>
          </a:p>
          <a:p>
            <a:r>
              <a:rPr lang="es-ES" sz="1300" b="1"/>
              <a:t>MD5</a:t>
            </a:r>
            <a:r>
              <a:rPr lang="es-ES" sz="1300"/>
              <a:t> → muy usado en el pasado, hoy considerado </a:t>
            </a:r>
            <a:r>
              <a:rPr lang="es-ES" sz="1300" b="1"/>
              <a:t>inseguro</a:t>
            </a:r>
            <a:r>
              <a:rPr lang="es-ES" sz="1300"/>
              <a:t>.</a:t>
            </a:r>
          </a:p>
          <a:p>
            <a:r>
              <a:rPr lang="es-ES" sz="1300" b="1"/>
              <a:t>SHA-1</a:t>
            </a:r>
            <a:r>
              <a:rPr lang="es-ES" sz="1300"/>
              <a:t> → también obsoleto, ya roto.</a:t>
            </a:r>
          </a:p>
          <a:p>
            <a:r>
              <a:rPr lang="es-ES" sz="1300" b="1"/>
              <a:t>SHA-256, SHA-512</a:t>
            </a:r>
            <a:r>
              <a:rPr lang="es-ES" sz="1300"/>
              <a:t> → estándares actuales, seguros.</a:t>
            </a:r>
          </a:p>
          <a:p>
            <a:r>
              <a:rPr lang="es-ES" sz="1300" b="1" err="1"/>
              <a:t>bcrypt</a:t>
            </a:r>
            <a:r>
              <a:rPr lang="es-ES" sz="1300" b="1"/>
              <a:t>, </a:t>
            </a:r>
            <a:r>
              <a:rPr lang="es-ES" sz="1300" b="1" err="1"/>
              <a:t>scrypt</a:t>
            </a:r>
            <a:r>
              <a:rPr lang="es-ES" sz="1300" b="1"/>
              <a:t>, Argon2</a:t>
            </a:r>
            <a:r>
              <a:rPr lang="es-ES" sz="1300"/>
              <a:t> → diseñados para almacenar contraseñas (más seguros contra ataques de fuerza bruta).</a:t>
            </a:r>
          </a:p>
          <a:p>
            <a:endParaRPr lang="es-ES" sz="1300"/>
          </a:p>
        </p:txBody>
      </p:sp>
    </p:spTree>
    <p:extLst>
      <p:ext uri="{BB962C8B-B14F-4D97-AF65-F5344CB8AC3E}">
        <p14:creationId xmlns:p14="http://schemas.microsoft.com/office/powerpoint/2010/main" val="1284387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E76195-4327-6EAF-BF9C-AC60B33A24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ABC13E-B450-9496-B102-A67BAF17398E}"/>
              </a:ext>
            </a:extLst>
          </p:cNvPr>
          <p:cNvSpPr>
            <a:spLocks noGrp="1"/>
          </p:cNvSpPr>
          <p:nvPr>
            <p:ph type="title"/>
          </p:nvPr>
        </p:nvSpPr>
        <p:spPr>
          <a:xfrm>
            <a:off x="5868557" y="1138036"/>
            <a:ext cx="5444382" cy="1402470"/>
          </a:xfrm>
        </p:spPr>
        <p:txBody>
          <a:bodyPr anchor="t">
            <a:normAutofit/>
          </a:bodyPr>
          <a:lstStyle/>
          <a:p>
            <a:r>
              <a:rPr lang="es-ES" sz="3000"/>
              <a:t>4. Sistemas de identificación en las comunicaciones</a:t>
            </a:r>
            <a:br>
              <a:rPr lang="es-ES" sz="3000"/>
            </a:br>
            <a:endParaRPr lang="es-ES" sz="3000"/>
          </a:p>
        </p:txBody>
      </p:sp>
      <p:pic>
        <p:nvPicPr>
          <p:cNvPr id="5" name="Picture 4">
            <a:extLst>
              <a:ext uri="{FF2B5EF4-FFF2-40B4-BE49-F238E27FC236}">
                <a16:creationId xmlns:a16="http://schemas.microsoft.com/office/drawing/2014/main" id="{946D7524-6869-D770-0EB7-7FE3830460C1}"/>
              </a:ext>
            </a:extLst>
          </p:cNvPr>
          <p:cNvPicPr>
            <a:picLocks noChangeAspect="1"/>
          </p:cNvPicPr>
          <p:nvPr/>
        </p:nvPicPr>
        <p:blipFill>
          <a:blip r:embed="rId2"/>
          <a:srcRect l="14865" r="42884"/>
          <a:stretch>
            <a:fillRect/>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4866ED81-F085-D073-EAAD-4BB673700F72}"/>
              </a:ext>
            </a:extLst>
          </p:cNvPr>
          <p:cNvSpPr>
            <a:spLocks noGrp="1"/>
          </p:cNvSpPr>
          <p:nvPr>
            <p:ph idx="1"/>
          </p:nvPr>
        </p:nvSpPr>
        <p:spPr>
          <a:xfrm>
            <a:off x="5868557" y="2551176"/>
            <a:ext cx="5444382" cy="3591207"/>
          </a:xfrm>
        </p:spPr>
        <p:txBody>
          <a:bodyPr>
            <a:normAutofit/>
          </a:bodyPr>
          <a:lstStyle/>
          <a:p>
            <a:r>
              <a:rPr lang="es-ES" sz="1400" b="1"/>
              <a:t>🔹 Usos del hash</a:t>
            </a:r>
          </a:p>
          <a:p>
            <a:r>
              <a:rPr lang="es-ES" sz="1400" b="1"/>
              <a:t>Almacenamiento de contraseñas</a:t>
            </a:r>
            <a:endParaRPr lang="es-ES" sz="1400"/>
          </a:p>
          <a:p>
            <a:pPr lvl="1"/>
            <a:r>
              <a:rPr lang="es-ES" sz="1400"/>
              <a:t>En lugar de guardar la contraseña real, se guarda su hash.</a:t>
            </a:r>
          </a:p>
          <a:p>
            <a:pPr lvl="1"/>
            <a:r>
              <a:rPr lang="es-ES" sz="1400"/>
              <a:t>Ejemplo: "123456" → e10adc3949ba59abbe56e057f20f883e (MD5).</a:t>
            </a:r>
          </a:p>
          <a:p>
            <a:pPr lvl="1"/>
            <a:r>
              <a:rPr lang="es-ES" sz="1400"/>
              <a:t>Cuando un usuario inicia sesión, el sistema vuelve a hacer el hash y lo compara.</a:t>
            </a:r>
          </a:p>
          <a:p>
            <a:r>
              <a:rPr lang="es-ES" sz="1400" b="1"/>
              <a:t>Verificación de integridad</a:t>
            </a:r>
            <a:endParaRPr lang="es-ES" sz="1400"/>
          </a:p>
          <a:p>
            <a:pPr lvl="1"/>
            <a:r>
              <a:rPr lang="es-ES" sz="1400"/>
              <a:t>Para comprobar que un archivo descargado no ha sido alterado.</a:t>
            </a:r>
          </a:p>
          <a:p>
            <a:pPr lvl="1"/>
            <a:r>
              <a:rPr lang="es-ES" sz="1400"/>
              <a:t>Ejemplo: sha256sum archivo.iso</a:t>
            </a:r>
          </a:p>
          <a:p>
            <a:r>
              <a:rPr lang="es-ES" sz="1400" b="1"/>
              <a:t>Firmas digitales</a:t>
            </a:r>
            <a:endParaRPr lang="es-ES" sz="1400"/>
          </a:p>
          <a:p>
            <a:pPr lvl="1"/>
            <a:r>
              <a:rPr lang="es-ES" sz="1400"/>
              <a:t>Se hace un hash del documento y se firma con criptografía asimétrica.</a:t>
            </a:r>
          </a:p>
          <a:p>
            <a:endParaRPr lang="es-ES" sz="1400"/>
          </a:p>
        </p:txBody>
      </p:sp>
    </p:spTree>
    <p:extLst>
      <p:ext uri="{BB962C8B-B14F-4D97-AF65-F5344CB8AC3E}">
        <p14:creationId xmlns:p14="http://schemas.microsoft.com/office/powerpoint/2010/main" val="3615449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5F6521-26E1-F7AD-1CEA-5E80FFF1EE7C}"/>
              </a:ext>
            </a:extLst>
          </p:cNvPr>
          <p:cNvPicPr>
            <a:picLocks noChangeAspect="1"/>
          </p:cNvPicPr>
          <p:nvPr/>
        </p:nvPicPr>
        <p:blipFill>
          <a:blip r:embed="rId2">
            <a:duotone>
              <a:schemeClr val="bg2">
                <a:shade val="45000"/>
                <a:satMod val="135000"/>
              </a:schemeClr>
              <a:prstClr val="white"/>
            </a:duotone>
          </a:blip>
          <a:srcRect b="2500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E91E8E1-9AA7-5B70-BA5B-ED8A3FFF9096}"/>
              </a:ext>
            </a:extLst>
          </p:cNvPr>
          <p:cNvSpPr>
            <a:spLocks noGrp="1"/>
          </p:cNvSpPr>
          <p:nvPr>
            <p:ph type="title"/>
          </p:nvPr>
        </p:nvSpPr>
        <p:spPr>
          <a:xfrm>
            <a:off x="838200" y="365125"/>
            <a:ext cx="10515600" cy="1325563"/>
          </a:xfrm>
        </p:spPr>
        <p:txBody>
          <a:bodyPr>
            <a:normAutofit/>
          </a:bodyPr>
          <a:lstStyle/>
          <a:p>
            <a:r>
              <a:rPr lang="es-ES" dirty="0"/>
              <a:t>Aplicaciones</a:t>
            </a:r>
          </a:p>
        </p:txBody>
      </p:sp>
      <p:graphicFrame>
        <p:nvGraphicFramePr>
          <p:cNvPr id="7" name="Marcador de contenido 2">
            <a:extLst>
              <a:ext uri="{FF2B5EF4-FFF2-40B4-BE49-F238E27FC236}">
                <a16:creationId xmlns:a16="http://schemas.microsoft.com/office/drawing/2014/main" id="{AD11410C-D1CA-6864-6FD0-F6AE8584320B}"/>
              </a:ext>
            </a:extLst>
          </p:cNvPr>
          <p:cNvGraphicFramePr>
            <a:graphicFrameLocks noGrp="1"/>
          </p:cNvGraphicFramePr>
          <p:nvPr>
            <p:ph idx="1"/>
            <p:extLst>
              <p:ext uri="{D42A27DB-BD31-4B8C-83A1-F6EECF244321}">
                <p14:modId xmlns:p14="http://schemas.microsoft.com/office/powerpoint/2010/main" val="46019221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9716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B6C1491-A0C5-8DD5-9EC8-1C8142A3AAA3}"/>
              </a:ext>
            </a:extLst>
          </p:cNvPr>
          <p:cNvSpPr>
            <a:spLocks noGrp="1"/>
          </p:cNvSpPr>
          <p:nvPr>
            <p:ph type="title"/>
          </p:nvPr>
        </p:nvSpPr>
        <p:spPr>
          <a:xfrm>
            <a:off x="686834" y="1153572"/>
            <a:ext cx="3200400" cy="4461163"/>
          </a:xfrm>
        </p:spPr>
        <p:txBody>
          <a:bodyPr>
            <a:normAutofit/>
          </a:bodyPr>
          <a:lstStyle/>
          <a:p>
            <a:r>
              <a:rPr lang="es-ES" sz="3400">
                <a:solidFill>
                  <a:srgbClr val="FFFFFF"/>
                </a:solidFill>
              </a:rPr>
              <a:t>Sistemas de autenticación de las comunicaciones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8C04EC67-C499-3ECF-92E2-2260444760CD}"/>
              </a:ext>
            </a:extLst>
          </p:cNvPr>
          <p:cNvSpPr>
            <a:spLocks noGrp="1"/>
          </p:cNvSpPr>
          <p:nvPr>
            <p:ph idx="1"/>
          </p:nvPr>
        </p:nvSpPr>
        <p:spPr>
          <a:xfrm>
            <a:off x="3887234" y="252806"/>
            <a:ext cx="7978451" cy="6605194"/>
          </a:xfrm>
        </p:spPr>
        <p:txBody>
          <a:bodyPr anchor="ctr">
            <a:normAutofit fontScale="92500" lnSpcReduction="10000"/>
          </a:bodyPr>
          <a:lstStyle/>
          <a:p>
            <a:r>
              <a:rPr lang="es-ES" sz="1400" b="1" dirty="0"/>
              <a:t>Firma electrónica</a:t>
            </a:r>
          </a:p>
          <a:p>
            <a:r>
              <a:rPr lang="es-ES" sz="1400" dirty="0"/>
              <a:t>Cualquier método digital que sirva para </a:t>
            </a:r>
            <a:r>
              <a:rPr lang="es-ES" sz="1400" b="1" dirty="0"/>
              <a:t>identificar a una persona en Internet</a:t>
            </a:r>
            <a:r>
              <a:rPr lang="es-ES" sz="1400" dirty="0"/>
              <a:t>.</a:t>
            </a:r>
          </a:p>
          <a:p>
            <a:r>
              <a:rPr lang="es-ES" sz="1400" dirty="0"/>
              <a:t>Puede ser desde escribir tu nombre en un email hasta usar un PIN en una web.</a:t>
            </a:r>
            <a:br>
              <a:rPr lang="es-ES" sz="1400" dirty="0"/>
            </a:br>
            <a:r>
              <a:rPr lang="es-ES" sz="1400" dirty="0"/>
              <a:t>👉 Es el concepto general.</a:t>
            </a:r>
          </a:p>
          <a:p>
            <a:pPr marL="0" indent="0">
              <a:buNone/>
            </a:pPr>
            <a:br>
              <a:rPr lang="es-ES" sz="1400" dirty="0"/>
            </a:br>
            <a:endParaRPr lang="es-ES" sz="1400" dirty="0"/>
          </a:p>
          <a:p>
            <a:r>
              <a:rPr lang="es-ES" sz="1400" b="1" dirty="0"/>
              <a:t>🔹 Firma digital</a:t>
            </a:r>
          </a:p>
          <a:p>
            <a:r>
              <a:rPr lang="es-ES" sz="1400" dirty="0"/>
              <a:t>Es un tipo </a:t>
            </a:r>
            <a:r>
              <a:rPr lang="es-ES" sz="1400" b="1" dirty="0"/>
              <a:t>especial y más seguro de firma electrónica</a:t>
            </a:r>
            <a:r>
              <a:rPr lang="es-ES" sz="1400" dirty="0"/>
              <a:t>.</a:t>
            </a:r>
          </a:p>
          <a:p>
            <a:r>
              <a:rPr lang="es-ES" sz="1400" dirty="0"/>
              <a:t>Se basa en </a:t>
            </a:r>
            <a:r>
              <a:rPr lang="es-ES" sz="1400" b="1" dirty="0"/>
              <a:t>criptografía</a:t>
            </a:r>
            <a:r>
              <a:rPr lang="es-ES" sz="1400" dirty="0"/>
              <a:t>: usa claves públicas y privadas para garantizar que el mensaje no ha sido modificado y que viene realmente de quien dice enviarlo.</a:t>
            </a:r>
            <a:br>
              <a:rPr lang="es-ES" sz="1400" dirty="0"/>
            </a:br>
            <a:r>
              <a:rPr lang="es-ES" sz="1400" dirty="0"/>
              <a:t>👉 Aporta </a:t>
            </a:r>
            <a:r>
              <a:rPr lang="es-ES" sz="1400" b="1" dirty="0"/>
              <a:t>autenticidad</a:t>
            </a:r>
            <a:r>
              <a:rPr lang="es-ES" sz="1400" dirty="0"/>
              <a:t> + </a:t>
            </a:r>
            <a:r>
              <a:rPr lang="es-ES" sz="1400" b="1" dirty="0"/>
              <a:t>integridad</a:t>
            </a:r>
            <a:r>
              <a:rPr lang="es-ES" sz="1400" dirty="0"/>
              <a:t>.</a:t>
            </a:r>
          </a:p>
          <a:p>
            <a:pPr marL="0" indent="0">
              <a:buNone/>
            </a:pPr>
            <a:br>
              <a:rPr lang="es-ES" sz="1400" dirty="0"/>
            </a:br>
            <a:endParaRPr lang="es-ES" sz="1400" dirty="0"/>
          </a:p>
          <a:p>
            <a:r>
              <a:rPr lang="es-ES" sz="1400" b="1" dirty="0"/>
              <a:t>🔹 Certificado digital</a:t>
            </a:r>
          </a:p>
          <a:p>
            <a:r>
              <a:rPr lang="es-ES" sz="1400" dirty="0"/>
              <a:t>Es como un </a:t>
            </a:r>
            <a:r>
              <a:rPr lang="es-ES" sz="1400" b="1" dirty="0"/>
              <a:t>DNI electrónico en Internet</a:t>
            </a:r>
            <a:r>
              <a:rPr lang="es-ES" sz="1400" dirty="0"/>
              <a:t>.</a:t>
            </a:r>
          </a:p>
          <a:p>
            <a:r>
              <a:rPr lang="es-ES" sz="1400" dirty="0"/>
              <a:t>Contiene datos de una persona o empresa (nombre, clave pública, fecha de validez, etc.).</a:t>
            </a:r>
          </a:p>
          <a:p>
            <a:r>
              <a:rPr lang="es-ES" sz="1400" dirty="0"/>
              <a:t>Lo emite una </a:t>
            </a:r>
            <a:r>
              <a:rPr lang="es-ES" sz="1400" b="1" dirty="0"/>
              <a:t>autoridad de certificación</a:t>
            </a:r>
            <a:r>
              <a:rPr lang="es-ES" sz="1400" dirty="0"/>
              <a:t> y sirve para identificarse de forma segura en webs, correos, trámites oficiales…</a:t>
            </a:r>
          </a:p>
          <a:p>
            <a:pPr marL="0" indent="0">
              <a:buNone/>
            </a:pPr>
            <a:br>
              <a:rPr lang="es-ES" sz="1400" dirty="0"/>
            </a:br>
            <a:endParaRPr lang="es-ES" sz="1400" dirty="0"/>
          </a:p>
          <a:p>
            <a:r>
              <a:rPr lang="es-ES" sz="1400" b="1" dirty="0"/>
              <a:t>🔹 Autoridad de certificación (CA)</a:t>
            </a:r>
          </a:p>
          <a:p>
            <a:r>
              <a:rPr lang="es-ES" sz="1400" dirty="0"/>
              <a:t>Es una </a:t>
            </a:r>
            <a:r>
              <a:rPr lang="es-ES" sz="1400" b="1" dirty="0"/>
              <a:t>entidad de confianza</a:t>
            </a:r>
            <a:r>
              <a:rPr lang="es-ES" sz="1400" dirty="0"/>
              <a:t> que emite y valida certificados digitales.</a:t>
            </a:r>
          </a:p>
          <a:p>
            <a:r>
              <a:rPr lang="es-ES" sz="1400" dirty="0"/>
              <a:t>Ejemplo: FNMT en España, </a:t>
            </a:r>
            <a:r>
              <a:rPr lang="es-ES" sz="1400" dirty="0" err="1"/>
              <a:t>DigiCert</a:t>
            </a:r>
            <a:r>
              <a:rPr lang="es-ES" sz="1400" dirty="0"/>
              <a:t>, </a:t>
            </a:r>
            <a:r>
              <a:rPr lang="es-ES" sz="1400" dirty="0" err="1"/>
              <a:t>Let’s</a:t>
            </a:r>
            <a:r>
              <a:rPr lang="es-ES" sz="1400" dirty="0"/>
              <a:t> </a:t>
            </a:r>
            <a:r>
              <a:rPr lang="es-ES" sz="1400" dirty="0" err="1"/>
              <a:t>Encrypt</a:t>
            </a:r>
            <a:r>
              <a:rPr lang="es-ES" sz="1400" dirty="0"/>
              <a:t>.</a:t>
            </a:r>
            <a:br>
              <a:rPr lang="es-ES" sz="1400" dirty="0"/>
            </a:br>
            <a:r>
              <a:rPr lang="es-ES" sz="1400" dirty="0"/>
              <a:t>👉 Actúa como un </a:t>
            </a:r>
            <a:r>
              <a:rPr lang="es-ES" sz="1400" b="1" dirty="0"/>
              <a:t>“notario digital”</a:t>
            </a:r>
            <a:r>
              <a:rPr lang="es-ES" sz="1400" dirty="0"/>
              <a:t> que confirma que la identidad es legítima.</a:t>
            </a:r>
          </a:p>
          <a:p>
            <a:r>
              <a:rPr lang="es-ES" sz="1400" dirty="0"/>
              <a:t>La </a:t>
            </a:r>
            <a:r>
              <a:rPr lang="es-ES" sz="1400" b="1" dirty="0"/>
              <a:t>PKI</a:t>
            </a:r>
            <a:r>
              <a:rPr lang="es-ES" sz="1400" dirty="0"/>
              <a:t> es el </a:t>
            </a:r>
            <a:r>
              <a:rPr lang="es-ES" sz="1400" b="1" dirty="0"/>
              <a:t>sistema que organiza, gestiona y hace posible el uso de criptografía de clave pública</a:t>
            </a:r>
            <a:r>
              <a:rPr lang="es-ES" sz="1400" dirty="0"/>
              <a:t>.</a:t>
            </a:r>
            <a:br>
              <a:rPr lang="es-ES" sz="1400" dirty="0"/>
            </a:br>
            <a:r>
              <a:rPr lang="es-ES" sz="1400" dirty="0"/>
              <a:t>👉 Es como la </a:t>
            </a:r>
            <a:r>
              <a:rPr lang="es-ES" sz="1400" b="1" dirty="0"/>
              <a:t>carretera, señales y normas</a:t>
            </a:r>
            <a:r>
              <a:rPr lang="es-ES" sz="1400" dirty="0"/>
              <a:t> que permiten circular con certificados digitales y firmas digitales.</a:t>
            </a:r>
          </a:p>
          <a:p>
            <a:endParaRPr lang="es-ES" sz="1400" dirty="0"/>
          </a:p>
        </p:txBody>
      </p:sp>
    </p:spTree>
    <p:extLst>
      <p:ext uri="{BB962C8B-B14F-4D97-AF65-F5344CB8AC3E}">
        <p14:creationId xmlns:p14="http://schemas.microsoft.com/office/powerpoint/2010/main" val="972017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067A14A-636D-DBA6-5037-7213FCFBD4FB}"/>
              </a:ext>
            </a:extLst>
          </p:cNvPr>
          <p:cNvSpPr>
            <a:spLocks noGrp="1"/>
          </p:cNvSpPr>
          <p:nvPr>
            <p:ph type="title"/>
          </p:nvPr>
        </p:nvSpPr>
        <p:spPr>
          <a:xfrm>
            <a:off x="466722" y="586855"/>
            <a:ext cx="3201366" cy="3387497"/>
          </a:xfrm>
        </p:spPr>
        <p:txBody>
          <a:bodyPr anchor="b">
            <a:normAutofit/>
          </a:bodyPr>
          <a:lstStyle/>
          <a:p>
            <a:pPr algn="r"/>
            <a:r>
              <a:rPr lang="es-ES" sz="4000">
                <a:solidFill>
                  <a:srgbClr val="FFFFFF"/>
                </a:solidFill>
              </a:rPr>
              <a:t>5. Protocolos seguros</a:t>
            </a:r>
            <a:br>
              <a:rPr lang="es-ES" sz="4000">
                <a:solidFill>
                  <a:srgbClr val="FFFFFF"/>
                </a:solidFill>
              </a:rPr>
            </a:br>
            <a:endParaRPr lang="es-ES" sz="4000">
              <a:solidFill>
                <a:srgbClr val="FFFFFF"/>
              </a:solidFill>
            </a:endParaRPr>
          </a:p>
        </p:txBody>
      </p:sp>
      <p:sp>
        <p:nvSpPr>
          <p:cNvPr id="3" name="Marcador de contenido 2">
            <a:extLst>
              <a:ext uri="{FF2B5EF4-FFF2-40B4-BE49-F238E27FC236}">
                <a16:creationId xmlns:a16="http://schemas.microsoft.com/office/drawing/2014/main" id="{C9BB0032-92B3-E414-F94B-262825BC7711}"/>
              </a:ext>
            </a:extLst>
          </p:cNvPr>
          <p:cNvSpPr>
            <a:spLocks noGrp="1"/>
          </p:cNvSpPr>
          <p:nvPr>
            <p:ph idx="1"/>
          </p:nvPr>
        </p:nvSpPr>
        <p:spPr>
          <a:xfrm>
            <a:off x="4134810" y="172122"/>
            <a:ext cx="7870723" cy="6486862"/>
          </a:xfrm>
        </p:spPr>
        <p:txBody>
          <a:bodyPr anchor="ctr">
            <a:noAutofit/>
          </a:bodyPr>
          <a:lstStyle/>
          <a:p>
            <a:r>
              <a:rPr lang="es-ES" sz="1600" b="1" dirty="0"/>
              <a:t>1. SSH (</a:t>
            </a:r>
            <a:r>
              <a:rPr lang="es-ES" sz="1600" b="1" dirty="0" err="1"/>
              <a:t>Secure</a:t>
            </a:r>
            <a:r>
              <a:rPr lang="es-ES" sz="1600" b="1" dirty="0"/>
              <a:t> Shell)</a:t>
            </a:r>
          </a:p>
          <a:p>
            <a:r>
              <a:rPr lang="es-ES" sz="1600" b="1" dirty="0"/>
              <a:t>Para qué sirve:</a:t>
            </a:r>
            <a:r>
              <a:rPr lang="es-ES" sz="1600" dirty="0"/>
              <a:t> acceso remoto seguro a servidores y dispositivos de red.</a:t>
            </a:r>
          </a:p>
          <a:p>
            <a:r>
              <a:rPr lang="es-ES" sz="1600" b="1" dirty="0"/>
              <a:t>Cómo funciona:</a:t>
            </a:r>
            <a:endParaRPr lang="es-ES" sz="1600" dirty="0"/>
          </a:p>
          <a:p>
            <a:pPr lvl="1"/>
            <a:r>
              <a:rPr lang="es-ES" sz="1600" dirty="0"/>
              <a:t>Cifra la conexión cliente ↔ servidor.</a:t>
            </a:r>
          </a:p>
          <a:p>
            <a:pPr lvl="1"/>
            <a:r>
              <a:rPr lang="es-ES" sz="1600" dirty="0"/>
              <a:t>Usa criptografía simétrica + asimétrica.</a:t>
            </a:r>
          </a:p>
          <a:p>
            <a:r>
              <a:rPr lang="es-ES" sz="1600" b="1" dirty="0"/>
              <a:t>Ejemplo:</a:t>
            </a:r>
            <a:r>
              <a:rPr lang="es-ES" sz="1600" dirty="0"/>
              <a:t> conectarse a un servidor Linux desde terminal:</a:t>
            </a:r>
          </a:p>
          <a:p>
            <a:r>
              <a:rPr lang="es-ES" sz="1600" dirty="0" err="1"/>
              <a:t>ssh</a:t>
            </a:r>
            <a:r>
              <a:rPr lang="es-ES" sz="1600" dirty="0"/>
              <a:t> usuario@192.168.1.10</a:t>
            </a:r>
          </a:p>
          <a:p>
            <a:r>
              <a:rPr lang="es-ES" sz="1600" dirty="0"/>
              <a:t>👉 Sustituyó al antiguo </a:t>
            </a:r>
            <a:r>
              <a:rPr lang="es-ES" sz="1600" b="1" dirty="0"/>
              <a:t>Telnet</a:t>
            </a:r>
            <a:r>
              <a:rPr lang="es-ES" sz="1600" dirty="0"/>
              <a:t>, que transmitía en texto plano.</a:t>
            </a:r>
          </a:p>
          <a:p>
            <a:br>
              <a:rPr lang="es-ES" sz="1600" dirty="0"/>
            </a:br>
            <a:endParaRPr lang="es-ES" sz="1600" dirty="0"/>
          </a:p>
          <a:p>
            <a:r>
              <a:rPr lang="es-ES" sz="1600" b="1" dirty="0"/>
              <a:t>🔹 2. SSL/TLS (</a:t>
            </a:r>
            <a:r>
              <a:rPr lang="es-ES" sz="1600" b="1" dirty="0" err="1"/>
              <a:t>Secure</a:t>
            </a:r>
            <a:r>
              <a:rPr lang="es-ES" sz="1600" b="1" dirty="0"/>
              <a:t> Sockets </a:t>
            </a:r>
            <a:r>
              <a:rPr lang="es-ES" sz="1600" b="1" dirty="0" err="1"/>
              <a:t>Layer</a:t>
            </a:r>
            <a:r>
              <a:rPr lang="es-ES" sz="1600" b="1" dirty="0"/>
              <a:t> / </a:t>
            </a:r>
            <a:r>
              <a:rPr lang="es-ES" sz="1600" b="1" dirty="0" err="1"/>
              <a:t>Transport</a:t>
            </a:r>
            <a:r>
              <a:rPr lang="es-ES" sz="1600" b="1" dirty="0"/>
              <a:t> </a:t>
            </a:r>
            <a:r>
              <a:rPr lang="es-ES" sz="1600" b="1" dirty="0" err="1"/>
              <a:t>Layer</a:t>
            </a:r>
            <a:r>
              <a:rPr lang="es-ES" sz="1600" b="1" dirty="0"/>
              <a:t> Security)</a:t>
            </a:r>
          </a:p>
          <a:p>
            <a:r>
              <a:rPr lang="es-ES" sz="1600" b="1" dirty="0"/>
              <a:t>Para qué sirve:</a:t>
            </a:r>
            <a:r>
              <a:rPr lang="es-ES" sz="1600" dirty="0"/>
              <a:t> asegurar comunicaciones en Internet (HTTPS, correos, </a:t>
            </a:r>
            <a:r>
              <a:rPr lang="es-ES" sz="1600" dirty="0" err="1"/>
              <a:t>VPNs</a:t>
            </a:r>
            <a:r>
              <a:rPr lang="es-ES" sz="1600" dirty="0"/>
              <a:t>).</a:t>
            </a:r>
          </a:p>
          <a:p>
            <a:r>
              <a:rPr lang="es-ES" sz="1600" b="1" dirty="0"/>
              <a:t>Cómo funciona:</a:t>
            </a:r>
            <a:endParaRPr lang="es-ES" sz="1600" dirty="0"/>
          </a:p>
          <a:p>
            <a:pPr lvl="1"/>
            <a:r>
              <a:rPr lang="es-ES" sz="1600" dirty="0"/>
              <a:t>El navegador verifica el </a:t>
            </a:r>
            <a:r>
              <a:rPr lang="es-ES" sz="1600" b="1" dirty="0"/>
              <a:t>certificado digital</a:t>
            </a:r>
            <a:r>
              <a:rPr lang="es-ES" sz="1600" dirty="0"/>
              <a:t> del servidor.</a:t>
            </a:r>
          </a:p>
          <a:p>
            <a:pPr lvl="1"/>
            <a:r>
              <a:rPr lang="es-ES" sz="1600" dirty="0"/>
              <a:t>Se establece una clave de sesión con criptografía asimétrica → luego se usa cifrado simétrico (más rápido).</a:t>
            </a:r>
          </a:p>
          <a:p>
            <a:r>
              <a:rPr lang="es-ES" sz="1600" b="1" dirty="0"/>
              <a:t>Ejemplo:</a:t>
            </a:r>
            <a:endParaRPr lang="es-ES" sz="1600" dirty="0"/>
          </a:p>
          <a:p>
            <a:pPr lvl="1"/>
            <a:r>
              <a:rPr lang="es-ES" sz="1600" dirty="0"/>
              <a:t>Cuando entras en https:// y ves el candado 🔒 en el navegador.</a:t>
            </a:r>
          </a:p>
          <a:p>
            <a:r>
              <a:rPr lang="es-ES" sz="1600" dirty="0"/>
              <a:t>👉 </a:t>
            </a:r>
            <a:r>
              <a:rPr lang="es-ES" sz="1600" b="1" dirty="0"/>
              <a:t>SSL</a:t>
            </a:r>
            <a:r>
              <a:rPr lang="es-ES" sz="1600" dirty="0"/>
              <a:t> está obsoleto; hoy se usa </a:t>
            </a:r>
            <a:r>
              <a:rPr lang="es-ES" sz="1600" b="1" dirty="0"/>
              <a:t>TLS</a:t>
            </a:r>
            <a:r>
              <a:rPr lang="es-ES" sz="1600" dirty="0"/>
              <a:t>.</a:t>
            </a:r>
          </a:p>
          <a:p>
            <a:pPr marL="0" indent="0">
              <a:buNone/>
            </a:pPr>
            <a:endParaRPr lang="es-ES" sz="1600" dirty="0"/>
          </a:p>
        </p:txBody>
      </p:sp>
    </p:spTree>
    <p:extLst>
      <p:ext uri="{BB962C8B-B14F-4D97-AF65-F5344CB8AC3E}">
        <p14:creationId xmlns:p14="http://schemas.microsoft.com/office/powerpoint/2010/main" val="935927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CC1005-7162-EB37-3C24-2365787C064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212976-9137-74B4-DC7C-D0F297DEA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2BE7EF00-B97C-DF49-2273-10D22E28AC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2855A13-3D6C-33AB-2730-A82C3399B0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A8FD979-D607-2887-8C28-E0623BF62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4C1BD93-0A75-B888-A843-4921D539F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B4AC2B4-8D3A-B5E3-FFC4-417A8A1AE2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0D8906D4-79F6-6508-869B-099D284F0E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DC8C5C7-6FC3-EF16-013B-F891680D4901}"/>
              </a:ext>
            </a:extLst>
          </p:cNvPr>
          <p:cNvSpPr>
            <a:spLocks noGrp="1"/>
          </p:cNvSpPr>
          <p:nvPr>
            <p:ph type="title"/>
          </p:nvPr>
        </p:nvSpPr>
        <p:spPr>
          <a:xfrm>
            <a:off x="466722" y="586855"/>
            <a:ext cx="3201366" cy="3387497"/>
          </a:xfrm>
        </p:spPr>
        <p:txBody>
          <a:bodyPr anchor="b">
            <a:normAutofit/>
          </a:bodyPr>
          <a:lstStyle/>
          <a:p>
            <a:pPr algn="r"/>
            <a:r>
              <a:rPr lang="es-ES" sz="4000">
                <a:solidFill>
                  <a:srgbClr val="FFFFFF"/>
                </a:solidFill>
              </a:rPr>
              <a:t>5. Protocolos seguros</a:t>
            </a:r>
            <a:br>
              <a:rPr lang="es-ES" sz="4000">
                <a:solidFill>
                  <a:srgbClr val="FFFFFF"/>
                </a:solidFill>
              </a:rPr>
            </a:br>
            <a:endParaRPr lang="es-ES" sz="4000">
              <a:solidFill>
                <a:srgbClr val="FFFFFF"/>
              </a:solidFill>
            </a:endParaRPr>
          </a:p>
        </p:txBody>
      </p:sp>
      <p:sp>
        <p:nvSpPr>
          <p:cNvPr id="3" name="Marcador de contenido 2">
            <a:extLst>
              <a:ext uri="{FF2B5EF4-FFF2-40B4-BE49-F238E27FC236}">
                <a16:creationId xmlns:a16="http://schemas.microsoft.com/office/drawing/2014/main" id="{0D2A050F-1760-86E4-7A80-B22D3116B7E3}"/>
              </a:ext>
            </a:extLst>
          </p:cNvPr>
          <p:cNvSpPr>
            <a:spLocks noGrp="1"/>
          </p:cNvSpPr>
          <p:nvPr>
            <p:ph idx="1"/>
          </p:nvPr>
        </p:nvSpPr>
        <p:spPr>
          <a:xfrm>
            <a:off x="4134810" y="172122"/>
            <a:ext cx="7870723" cy="6486862"/>
          </a:xfrm>
        </p:spPr>
        <p:txBody>
          <a:bodyPr anchor="ctr">
            <a:noAutofit/>
          </a:bodyPr>
          <a:lstStyle/>
          <a:p>
            <a:r>
              <a:rPr lang="es-ES" sz="2400" b="1" dirty="0"/>
              <a:t>3. IPsec (Internet </a:t>
            </a:r>
            <a:r>
              <a:rPr lang="es-ES" sz="2400" b="1" dirty="0" err="1"/>
              <a:t>Protocol</a:t>
            </a:r>
            <a:r>
              <a:rPr lang="es-ES" sz="2400" b="1" dirty="0"/>
              <a:t> Security)</a:t>
            </a:r>
          </a:p>
          <a:p>
            <a:r>
              <a:rPr lang="es-ES" sz="2400" b="1" dirty="0"/>
              <a:t>Para qué sirve:</a:t>
            </a:r>
            <a:r>
              <a:rPr lang="es-ES" sz="2400" dirty="0"/>
              <a:t> proteger comunicaciones en </a:t>
            </a:r>
            <a:r>
              <a:rPr lang="es-ES" sz="2400" b="1" dirty="0"/>
              <a:t>redes IP</a:t>
            </a:r>
            <a:r>
              <a:rPr lang="es-ES" sz="2400" dirty="0"/>
              <a:t> (sobre todo en </a:t>
            </a:r>
            <a:r>
              <a:rPr lang="es-ES" sz="2400" b="1" dirty="0" err="1"/>
              <a:t>VPNs</a:t>
            </a:r>
            <a:r>
              <a:rPr lang="es-ES" sz="2400" dirty="0"/>
              <a:t>).</a:t>
            </a:r>
          </a:p>
          <a:p>
            <a:r>
              <a:rPr lang="es-ES" sz="2400" b="1" dirty="0"/>
              <a:t>Cómo funciona:</a:t>
            </a:r>
            <a:endParaRPr lang="es-ES" sz="2400" dirty="0"/>
          </a:p>
          <a:p>
            <a:pPr lvl="1"/>
            <a:r>
              <a:rPr lang="es-ES" dirty="0"/>
              <a:t>Añade autenticación, integridad y cifrado a los paquetes IP.</a:t>
            </a:r>
          </a:p>
          <a:p>
            <a:pPr lvl="1"/>
            <a:r>
              <a:rPr lang="es-ES" dirty="0"/>
              <a:t>Tiene dos modos:</a:t>
            </a:r>
          </a:p>
          <a:p>
            <a:pPr lvl="2"/>
            <a:r>
              <a:rPr lang="es-ES" sz="2400" b="1" dirty="0"/>
              <a:t>Transporte</a:t>
            </a:r>
            <a:r>
              <a:rPr lang="es-ES" sz="2400" dirty="0"/>
              <a:t> → protege solo los datos del paquete.</a:t>
            </a:r>
          </a:p>
          <a:p>
            <a:pPr lvl="2"/>
            <a:r>
              <a:rPr lang="es-ES" sz="2400" b="1" dirty="0"/>
              <a:t>Túnel</a:t>
            </a:r>
            <a:r>
              <a:rPr lang="es-ES" sz="2400" dirty="0"/>
              <a:t> → protege todo el paquete IP (usado en </a:t>
            </a:r>
            <a:r>
              <a:rPr lang="es-ES" sz="2400" dirty="0" err="1"/>
              <a:t>VPNs</a:t>
            </a:r>
            <a:r>
              <a:rPr lang="es-ES" sz="2400" dirty="0"/>
              <a:t>).</a:t>
            </a:r>
          </a:p>
          <a:p>
            <a:r>
              <a:rPr lang="es-ES" sz="2400" b="1" dirty="0"/>
              <a:t>Ejemplo:</a:t>
            </a:r>
            <a:r>
              <a:rPr lang="es-ES" sz="2400" dirty="0"/>
              <a:t> una empresa conecta su sede central con una sucursal usando una </a:t>
            </a:r>
            <a:r>
              <a:rPr lang="es-ES" sz="2400" b="1" dirty="0"/>
              <a:t>VPN IPsec</a:t>
            </a:r>
            <a:r>
              <a:rPr lang="es-ES" sz="2400" dirty="0"/>
              <a:t> para que viajen cifrados todos los datos.</a:t>
            </a:r>
          </a:p>
          <a:p>
            <a:endParaRPr lang="es-ES" sz="2400" dirty="0"/>
          </a:p>
        </p:txBody>
      </p:sp>
    </p:spTree>
    <p:extLst>
      <p:ext uri="{BB962C8B-B14F-4D97-AF65-F5344CB8AC3E}">
        <p14:creationId xmlns:p14="http://schemas.microsoft.com/office/powerpoint/2010/main" val="3291211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414018B-30EC-5D89-9CBA-3768EFA2FB7F}"/>
              </a:ext>
            </a:extLst>
          </p:cNvPr>
          <p:cNvSpPr>
            <a:spLocks noGrp="1"/>
          </p:cNvSpPr>
          <p:nvPr>
            <p:ph type="title"/>
          </p:nvPr>
        </p:nvSpPr>
        <p:spPr>
          <a:xfrm>
            <a:off x="466722" y="586855"/>
            <a:ext cx="3201366" cy="3387497"/>
          </a:xfrm>
        </p:spPr>
        <p:txBody>
          <a:bodyPr anchor="b">
            <a:normAutofit/>
          </a:bodyPr>
          <a:lstStyle/>
          <a:p>
            <a:pPr algn="r"/>
            <a:r>
              <a:rPr lang="es-ES" sz="4000">
                <a:solidFill>
                  <a:srgbClr val="FFFFFF"/>
                </a:solidFill>
              </a:rPr>
              <a:t>6. Seguridad en redes informáticas</a:t>
            </a:r>
            <a:br>
              <a:rPr lang="es-ES" sz="4000">
                <a:solidFill>
                  <a:srgbClr val="FFFFFF"/>
                </a:solidFill>
              </a:rPr>
            </a:br>
            <a:endParaRPr lang="es-ES" sz="4000">
              <a:solidFill>
                <a:srgbClr val="FFFFFF"/>
              </a:solidFill>
            </a:endParaRPr>
          </a:p>
        </p:txBody>
      </p:sp>
      <p:sp>
        <p:nvSpPr>
          <p:cNvPr id="3" name="Marcador de contenido 2">
            <a:extLst>
              <a:ext uri="{FF2B5EF4-FFF2-40B4-BE49-F238E27FC236}">
                <a16:creationId xmlns:a16="http://schemas.microsoft.com/office/drawing/2014/main" id="{79390927-DEC8-B786-ACD6-53157792F3A2}"/>
              </a:ext>
            </a:extLst>
          </p:cNvPr>
          <p:cNvSpPr>
            <a:spLocks noGrp="1"/>
          </p:cNvSpPr>
          <p:nvPr>
            <p:ph idx="1"/>
          </p:nvPr>
        </p:nvSpPr>
        <p:spPr>
          <a:xfrm>
            <a:off x="4249271" y="311972"/>
            <a:ext cx="7820809" cy="6443830"/>
          </a:xfrm>
        </p:spPr>
        <p:txBody>
          <a:bodyPr anchor="ctr">
            <a:normAutofit/>
          </a:bodyPr>
          <a:lstStyle/>
          <a:p>
            <a:r>
              <a:rPr lang="es-ES" sz="1100" b="1" dirty="0"/>
              <a:t>1. WEP (</a:t>
            </a:r>
            <a:r>
              <a:rPr lang="es-ES" sz="1100" b="1" dirty="0" err="1"/>
              <a:t>Wired</a:t>
            </a:r>
            <a:r>
              <a:rPr lang="es-ES" sz="1100" b="1" dirty="0"/>
              <a:t> </a:t>
            </a:r>
            <a:r>
              <a:rPr lang="es-ES" sz="1100" b="1" dirty="0" err="1"/>
              <a:t>Equivalent</a:t>
            </a:r>
            <a:r>
              <a:rPr lang="es-ES" sz="1100" b="1" dirty="0"/>
              <a:t> </a:t>
            </a:r>
            <a:r>
              <a:rPr lang="es-ES" sz="1100" b="1" dirty="0" err="1"/>
              <a:t>Privacy</a:t>
            </a:r>
            <a:r>
              <a:rPr lang="es-ES" sz="1100" b="1" dirty="0"/>
              <a:t>)</a:t>
            </a:r>
          </a:p>
          <a:p>
            <a:r>
              <a:rPr lang="es-ES" sz="1100" dirty="0"/>
              <a:t>Primer protocolo de seguridad </a:t>
            </a:r>
            <a:r>
              <a:rPr lang="es-ES" sz="1100" dirty="0" err="1"/>
              <a:t>Wi</a:t>
            </a:r>
            <a:r>
              <a:rPr lang="es-ES" sz="1100" dirty="0"/>
              <a:t>-Fi.</a:t>
            </a:r>
          </a:p>
          <a:p>
            <a:r>
              <a:rPr lang="es-ES" sz="1100" dirty="0"/>
              <a:t>Usaba cifrado </a:t>
            </a:r>
            <a:r>
              <a:rPr lang="es-ES" sz="1100" b="1" dirty="0"/>
              <a:t>RC4</a:t>
            </a:r>
            <a:r>
              <a:rPr lang="es-ES" sz="1100" dirty="0"/>
              <a:t> con clave compartida.</a:t>
            </a:r>
          </a:p>
          <a:p>
            <a:r>
              <a:rPr lang="es-ES" sz="1100" b="1" dirty="0"/>
              <a:t>Inseguro</a:t>
            </a:r>
            <a:r>
              <a:rPr lang="es-ES" sz="1100" dirty="0"/>
              <a:t>: se puede romper en minutos. 💀</a:t>
            </a:r>
          </a:p>
          <a:p>
            <a:br>
              <a:rPr lang="es-ES" sz="1100" dirty="0"/>
            </a:br>
            <a:endParaRPr lang="es-ES" sz="1100" dirty="0"/>
          </a:p>
          <a:p>
            <a:r>
              <a:rPr lang="es-ES" sz="1100" b="1" dirty="0"/>
              <a:t>🔹 2. WPA (</a:t>
            </a:r>
            <a:r>
              <a:rPr lang="es-ES" sz="1100" b="1" dirty="0" err="1"/>
              <a:t>Wi</a:t>
            </a:r>
            <a:r>
              <a:rPr lang="es-ES" sz="1100" b="1" dirty="0"/>
              <a:t>-Fi </a:t>
            </a:r>
            <a:r>
              <a:rPr lang="es-ES" sz="1100" b="1" dirty="0" err="1"/>
              <a:t>Protected</a:t>
            </a:r>
            <a:r>
              <a:rPr lang="es-ES" sz="1100" b="1" dirty="0"/>
              <a:t> Access)</a:t>
            </a:r>
          </a:p>
          <a:p>
            <a:r>
              <a:rPr lang="es-ES" sz="1100" dirty="0"/>
              <a:t>Sustituto de WEP.</a:t>
            </a:r>
          </a:p>
          <a:p>
            <a:r>
              <a:rPr lang="es-ES" sz="1100" dirty="0"/>
              <a:t>Mejoró con </a:t>
            </a:r>
            <a:r>
              <a:rPr lang="es-ES" sz="1100" b="1" dirty="0"/>
              <a:t>TKIP</a:t>
            </a:r>
            <a:r>
              <a:rPr lang="es-ES" sz="1100" dirty="0"/>
              <a:t> (Temporal Key </a:t>
            </a:r>
            <a:r>
              <a:rPr lang="es-ES" sz="1100" dirty="0" err="1"/>
              <a:t>Integrity</a:t>
            </a:r>
            <a:r>
              <a:rPr lang="es-ES" sz="1100" dirty="0"/>
              <a:t> </a:t>
            </a:r>
            <a:r>
              <a:rPr lang="es-ES" sz="1100" dirty="0" err="1"/>
              <a:t>Protocol</a:t>
            </a:r>
            <a:r>
              <a:rPr lang="es-ES" sz="1100" dirty="0"/>
              <a:t>).</a:t>
            </a:r>
          </a:p>
          <a:p>
            <a:r>
              <a:rPr lang="es-ES" sz="1100" dirty="0"/>
              <a:t>Más seguro que WEP, pero ya considerado débil.</a:t>
            </a:r>
          </a:p>
          <a:p>
            <a:br>
              <a:rPr lang="es-ES" sz="1100" dirty="0"/>
            </a:br>
            <a:endParaRPr lang="es-ES" sz="1100" dirty="0"/>
          </a:p>
          <a:p>
            <a:r>
              <a:rPr lang="es-ES" sz="1100" b="1" dirty="0"/>
              <a:t>🔹 3. WPA2</a:t>
            </a:r>
          </a:p>
          <a:p>
            <a:r>
              <a:rPr lang="es-ES" sz="1100" dirty="0"/>
              <a:t>Estándar durante muchos años.</a:t>
            </a:r>
          </a:p>
          <a:p>
            <a:r>
              <a:rPr lang="es-ES" sz="1100" dirty="0"/>
              <a:t>Usa </a:t>
            </a:r>
            <a:r>
              <a:rPr lang="es-ES" sz="1100" b="1" dirty="0"/>
              <a:t>AES-CCMP</a:t>
            </a:r>
            <a:r>
              <a:rPr lang="es-ES" sz="1100" dirty="0"/>
              <a:t> → mucho más seguro.</a:t>
            </a:r>
          </a:p>
          <a:p>
            <a:r>
              <a:rPr lang="es-ES" sz="1100" dirty="0"/>
              <a:t>Tiene dos variantes:</a:t>
            </a:r>
          </a:p>
          <a:p>
            <a:pPr lvl="1"/>
            <a:r>
              <a:rPr lang="es-ES" sz="1100" b="1" dirty="0"/>
              <a:t>WPA2-Personal</a:t>
            </a:r>
            <a:r>
              <a:rPr lang="es-ES" sz="1100" dirty="0"/>
              <a:t> (clave compartida, PSK).</a:t>
            </a:r>
          </a:p>
          <a:p>
            <a:pPr lvl="1"/>
            <a:r>
              <a:rPr lang="es-ES" sz="1100" b="1" dirty="0"/>
              <a:t>WPA2-Enterprise</a:t>
            </a:r>
            <a:r>
              <a:rPr lang="es-ES" sz="1100" dirty="0"/>
              <a:t> (usa un servidor de autenticación como RADIUS).</a:t>
            </a:r>
          </a:p>
          <a:p>
            <a:br>
              <a:rPr lang="es-ES" sz="1100" dirty="0"/>
            </a:br>
            <a:endParaRPr lang="es-ES" sz="1100" dirty="0"/>
          </a:p>
          <a:p>
            <a:r>
              <a:rPr lang="es-ES" sz="1100" b="1" dirty="0"/>
              <a:t>🔹 4. WPA3</a:t>
            </a:r>
          </a:p>
          <a:p>
            <a:r>
              <a:rPr lang="es-ES" sz="1100" dirty="0"/>
              <a:t>Última versión (2018).</a:t>
            </a:r>
          </a:p>
          <a:p>
            <a:r>
              <a:rPr lang="es-ES" sz="1100" dirty="0"/>
              <a:t>Usa </a:t>
            </a:r>
            <a:r>
              <a:rPr lang="es-ES" sz="1100" b="1" dirty="0"/>
              <a:t>SAE (</a:t>
            </a:r>
            <a:r>
              <a:rPr lang="es-ES" sz="1100" b="1" dirty="0" err="1"/>
              <a:t>Simultaneous</a:t>
            </a:r>
            <a:r>
              <a:rPr lang="es-ES" sz="1100" b="1" dirty="0"/>
              <a:t> </a:t>
            </a:r>
            <a:r>
              <a:rPr lang="es-ES" sz="1100" b="1" dirty="0" err="1"/>
              <a:t>Authentication</a:t>
            </a:r>
            <a:r>
              <a:rPr lang="es-ES" sz="1100" b="1" dirty="0"/>
              <a:t> </a:t>
            </a:r>
            <a:r>
              <a:rPr lang="es-ES" sz="1100" b="1" dirty="0" err="1"/>
              <a:t>of</a:t>
            </a:r>
            <a:r>
              <a:rPr lang="es-ES" sz="1100" b="1" dirty="0"/>
              <a:t> </a:t>
            </a:r>
            <a:r>
              <a:rPr lang="es-ES" sz="1100" b="1" dirty="0" err="1"/>
              <a:t>Equals</a:t>
            </a:r>
            <a:r>
              <a:rPr lang="es-ES" sz="1100" b="1" dirty="0"/>
              <a:t>)</a:t>
            </a:r>
            <a:r>
              <a:rPr lang="es-ES" sz="1100" dirty="0"/>
              <a:t> en lugar de PSK.</a:t>
            </a:r>
          </a:p>
          <a:p>
            <a:r>
              <a:rPr lang="es-ES" sz="1100" dirty="0"/>
              <a:t>Mucho más resistente a ataques de diccionario y fuerza bruta.</a:t>
            </a:r>
          </a:p>
          <a:p>
            <a:r>
              <a:rPr lang="es-ES" sz="1100" dirty="0"/>
              <a:t>Recomendado en nuevas redes.</a:t>
            </a:r>
          </a:p>
          <a:p>
            <a:endParaRPr lang="es-ES" sz="1100" dirty="0"/>
          </a:p>
        </p:txBody>
      </p:sp>
    </p:spTree>
    <p:extLst>
      <p:ext uri="{BB962C8B-B14F-4D97-AF65-F5344CB8AC3E}">
        <p14:creationId xmlns:p14="http://schemas.microsoft.com/office/powerpoint/2010/main" val="4190714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2475D72-6678-43EF-227A-5434675A9E60}"/>
              </a:ext>
            </a:extLst>
          </p:cNvPr>
          <p:cNvSpPr>
            <a:spLocks noGrp="1"/>
          </p:cNvSpPr>
          <p:nvPr>
            <p:ph type="title"/>
          </p:nvPr>
        </p:nvSpPr>
        <p:spPr>
          <a:xfrm>
            <a:off x="466722" y="586855"/>
            <a:ext cx="3201366" cy="3387497"/>
          </a:xfrm>
        </p:spPr>
        <p:txBody>
          <a:bodyPr anchor="b">
            <a:normAutofit/>
          </a:bodyPr>
          <a:lstStyle/>
          <a:p>
            <a:pPr algn="r"/>
            <a:r>
              <a:rPr lang="es-ES" sz="4000">
                <a:solidFill>
                  <a:srgbClr val="FFFFFF"/>
                </a:solidFill>
              </a:rPr>
              <a:t>Autenticación wifi</a:t>
            </a:r>
          </a:p>
        </p:txBody>
      </p:sp>
      <p:sp>
        <p:nvSpPr>
          <p:cNvPr id="3" name="Marcador de contenido 2">
            <a:extLst>
              <a:ext uri="{FF2B5EF4-FFF2-40B4-BE49-F238E27FC236}">
                <a16:creationId xmlns:a16="http://schemas.microsoft.com/office/drawing/2014/main" id="{63C66A34-4217-AA9F-20BB-79EED5BEA220}"/>
              </a:ext>
            </a:extLst>
          </p:cNvPr>
          <p:cNvSpPr>
            <a:spLocks noGrp="1"/>
          </p:cNvSpPr>
          <p:nvPr>
            <p:ph idx="1"/>
          </p:nvPr>
        </p:nvSpPr>
        <p:spPr>
          <a:xfrm>
            <a:off x="4260028" y="236668"/>
            <a:ext cx="7820809" cy="6611194"/>
          </a:xfrm>
        </p:spPr>
        <p:txBody>
          <a:bodyPr anchor="ctr">
            <a:normAutofit/>
          </a:bodyPr>
          <a:lstStyle/>
          <a:p>
            <a:r>
              <a:rPr lang="es-ES" sz="1200" b="1" dirty="0"/>
              <a:t>802.1X</a:t>
            </a:r>
          </a:p>
          <a:p>
            <a:r>
              <a:rPr lang="es-ES" sz="1200" dirty="0"/>
              <a:t>Estándar de autenticación en redes cableadas e inalámbricas.</a:t>
            </a:r>
          </a:p>
          <a:p>
            <a:r>
              <a:rPr lang="es-ES" sz="1200" dirty="0"/>
              <a:t>Se basa en tres actores:</a:t>
            </a:r>
          </a:p>
          <a:p>
            <a:pPr lvl="1"/>
            <a:r>
              <a:rPr lang="es-ES" sz="1200" b="1" dirty="0" err="1"/>
              <a:t>Supplicant</a:t>
            </a:r>
            <a:r>
              <a:rPr lang="es-ES" sz="1200" dirty="0"/>
              <a:t> (cliente).</a:t>
            </a:r>
          </a:p>
          <a:p>
            <a:pPr lvl="1"/>
            <a:r>
              <a:rPr lang="es-ES" sz="1200" b="1" dirty="0" err="1"/>
              <a:t>Authenticator</a:t>
            </a:r>
            <a:r>
              <a:rPr lang="es-ES" sz="1200" dirty="0"/>
              <a:t> (punto de acceso o switch).</a:t>
            </a:r>
          </a:p>
          <a:p>
            <a:pPr lvl="1"/>
            <a:r>
              <a:rPr lang="es-ES" sz="1200" b="1" dirty="0"/>
              <a:t>Servidor de autenticación</a:t>
            </a:r>
            <a:r>
              <a:rPr lang="es-ES" sz="1200" dirty="0"/>
              <a:t> (ej. RADIUS).</a:t>
            </a:r>
          </a:p>
          <a:p>
            <a:r>
              <a:rPr lang="es-ES" sz="1200" dirty="0"/>
              <a:t>👉 Es la base para WPA2/WPA3 Enterprise.</a:t>
            </a:r>
          </a:p>
          <a:p>
            <a:br>
              <a:rPr lang="es-ES" sz="1200" dirty="0"/>
            </a:br>
            <a:endParaRPr lang="es-ES" sz="1200" dirty="0"/>
          </a:p>
          <a:p>
            <a:r>
              <a:rPr lang="es-ES" sz="1200" b="1" dirty="0"/>
              <a:t>🔹 EAP (Extensible </a:t>
            </a:r>
            <a:r>
              <a:rPr lang="es-ES" sz="1200" b="1" dirty="0" err="1"/>
              <a:t>Authentication</a:t>
            </a:r>
            <a:r>
              <a:rPr lang="es-ES" sz="1200" b="1" dirty="0"/>
              <a:t> </a:t>
            </a:r>
            <a:r>
              <a:rPr lang="es-ES" sz="1200" b="1" dirty="0" err="1"/>
              <a:t>Protocol</a:t>
            </a:r>
            <a:r>
              <a:rPr lang="es-ES" sz="1200" b="1" dirty="0"/>
              <a:t>)</a:t>
            </a:r>
          </a:p>
          <a:p>
            <a:r>
              <a:rPr lang="es-ES" sz="1200" dirty="0"/>
              <a:t>Protocolo que define </a:t>
            </a:r>
            <a:r>
              <a:rPr lang="es-ES" sz="1200" b="1" dirty="0"/>
              <a:t>cómo autenticar</a:t>
            </a:r>
            <a:r>
              <a:rPr lang="es-ES" sz="1200" dirty="0"/>
              <a:t> a un usuario.</a:t>
            </a:r>
          </a:p>
          <a:p>
            <a:r>
              <a:rPr lang="es-ES" sz="1200" dirty="0"/>
              <a:t>Es flexible: permite distintos métodos de autenticación (certificados, contraseñas, tarjetas inteligentes…).</a:t>
            </a:r>
          </a:p>
          <a:p>
            <a:br>
              <a:rPr lang="es-ES" sz="1200" dirty="0"/>
            </a:br>
            <a:endParaRPr lang="es-ES" sz="1200" dirty="0"/>
          </a:p>
          <a:p>
            <a:r>
              <a:rPr lang="es-ES" sz="1200" b="1" dirty="0"/>
              <a:t>🔹 PEAP (</a:t>
            </a:r>
            <a:r>
              <a:rPr lang="es-ES" sz="1200" b="1" dirty="0" err="1"/>
              <a:t>Protected</a:t>
            </a:r>
            <a:r>
              <a:rPr lang="es-ES" sz="1200" b="1" dirty="0"/>
              <a:t> EAP)</a:t>
            </a:r>
          </a:p>
          <a:p>
            <a:r>
              <a:rPr lang="es-ES" sz="1200" dirty="0"/>
              <a:t>Variante de EAP que usa un </a:t>
            </a:r>
            <a:r>
              <a:rPr lang="es-ES" sz="1200" b="1" dirty="0"/>
              <a:t>túnel TLS</a:t>
            </a:r>
            <a:r>
              <a:rPr lang="es-ES" sz="1200" dirty="0"/>
              <a:t> para proteger las credenciales.</a:t>
            </a:r>
          </a:p>
          <a:p>
            <a:r>
              <a:rPr lang="es-ES" sz="1200" dirty="0"/>
              <a:t>Muy usado en entornos corporativos con </a:t>
            </a:r>
            <a:r>
              <a:rPr lang="es-ES" sz="1200" b="1" dirty="0"/>
              <a:t>WPA2-Enterprise</a:t>
            </a:r>
            <a:r>
              <a:rPr lang="es-ES" sz="1200" dirty="0"/>
              <a:t>.</a:t>
            </a:r>
          </a:p>
          <a:p>
            <a:br>
              <a:rPr lang="es-ES" sz="1200" dirty="0"/>
            </a:br>
            <a:endParaRPr lang="es-ES" sz="1200" dirty="0"/>
          </a:p>
          <a:p>
            <a:r>
              <a:rPr lang="es-ES" sz="1200" b="1" dirty="0"/>
              <a:t>🔹 RADIUS (Remote </a:t>
            </a:r>
            <a:r>
              <a:rPr lang="es-ES" sz="1200" b="1" dirty="0" err="1"/>
              <a:t>Authentication</a:t>
            </a:r>
            <a:r>
              <a:rPr lang="es-ES" sz="1200" b="1" dirty="0"/>
              <a:t> Dial-In </a:t>
            </a:r>
            <a:r>
              <a:rPr lang="es-ES" sz="1200" b="1" dirty="0" err="1"/>
              <a:t>User</a:t>
            </a:r>
            <a:r>
              <a:rPr lang="es-ES" sz="1200" b="1" dirty="0"/>
              <a:t> </a:t>
            </a:r>
            <a:r>
              <a:rPr lang="es-ES" sz="1200" b="1" dirty="0" err="1"/>
              <a:t>Service</a:t>
            </a:r>
            <a:r>
              <a:rPr lang="es-ES" sz="1200" b="1" dirty="0"/>
              <a:t>)</a:t>
            </a:r>
          </a:p>
          <a:p>
            <a:r>
              <a:rPr lang="es-ES" sz="1200" dirty="0"/>
              <a:t>Servidor que gestiona la </a:t>
            </a:r>
            <a:r>
              <a:rPr lang="es-ES" sz="1200" b="1" dirty="0"/>
              <a:t>autenticación, autorización y contabilidad (AAA)</a:t>
            </a:r>
            <a:r>
              <a:rPr lang="es-ES" sz="1200" dirty="0"/>
              <a:t>.</a:t>
            </a:r>
          </a:p>
          <a:p>
            <a:r>
              <a:rPr lang="es-ES" sz="1200" dirty="0"/>
              <a:t>Se conecta al punto de acceso o switch para validar usuarios.</a:t>
            </a:r>
          </a:p>
          <a:p>
            <a:r>
              <a:rPr lang="es-ES" sz="1200" dirty="0"/>
              <a:t>Usado en empresas y universidades para controlar quién se conecta a la red </a:t>
            </a:r>
            <a:r>
              <a:rPr lang="es-ES" sz="1200" dirty="0" err="1"/>
              <a:t>Wi</a:t>
            </a:r>
            <a:r>
              <a:rPr lang="es-ES" sz="1200" dirty="0"/>
              <a:t>-Fi.</a:t>
            </a:r>
          </a:p>
          <a:p>
            <a:endParaRPr lang="es-ES" sz="1200" dirty="0"/>
          </a:p>
        </p:txBody>
      </p:sp>
    </p:spTree>
    <p:extLst>
      <p:ext uri="{BB962C8B-B14F-4D97-AF65-F5344CB8AC3E}">
        <p14:creationId xmlns:p14="http://schemas.microsoft.com/office/powerpoint/2010/main" val="2930059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88AEFD7-E0C4-37C7-38EE-BF94E58B9604}"/>
              </a:ext>
            </a:extLst>
          </p:cNvPr>
          <p:cNvSpPr>
            <a:spLocks noGrp="1"/>
          </p:cNvSpPr>
          <p:nvPr>
            <p:ph type="title"/>
          </p:nvPr>
        </p:nvSpPr>
        <p:spPr>
          <a:xfrm>
            <a:off x="466722" y="586855"/>
            <a:ext cx="3201366" cy="3387497"/>
          </a:xfrm>
        </p:spPr>
        <p:txBody>
          <a:bodyPr anchor="b">
            <a:normAutofit/>
          </a:bodyPr>
          <a:lstStyle/>
          <a:p>
            <a:pPr algn="r"/>
            <a:r>
              <a:rPr lang="es-ES" sz="4000" b="1">
                <a:solidFill>
                  <a:srgbClr val="FFFFFF"/>
                </a:solidFill>
              </a:rPr>
              <a:t>¿Qué es Aircrack-ng (suite)?</a:t>
            </a:r>
            <a:br>
              <a:rPr lang="es-ES" sz="4000" b="1">
                <a:solidFill>
                  <a:srgbClr val="FFFFFF"/>
                </a:solidFill>
              </a:rPr>
            </a:br>
            <a:endParaRPr lang="es-ES" sz="4000">
              <a:solidFill>
                <a:srgbClr val="FFFFFF"/>
              </a:solidFill>
            </a:endParaRPr>
          </a:p>
        </p:txBody>
      </p:sp>
      <p:sp>
        <p:nvSpPr>
          <p:cNvPr id="3" name="Marcador de contenido 2">
            <a:extLst>
              <a:ext uri="{FF2B5EF4-FFF2-40B4-BE49-F238E27FC236}">
                <a16:creationId xmlns:a16="http://schemas.microsoft.com/office/drawing/2014/main" id="{A27E02E7-A2C8-7D0F-6FE7-DEDD14B69BD5}"/>
              </a:ext>
            </a:extLst>
          </p:cNvPr>
          <p:cNvSpPr>
            <a:spLocks noGrp="1"/>
          </p:cNvSpPr>
          <p:nvPr>
            <p:ph idx="1"/>
          </p:nvPr>
        </p:nvSpPr>
        <p:spPr>
          <a:xfrm>
            <a:off x="4810259" y="649480"/>
            <a:ext cx="6555347" cy="5546047"/>
          </a:xfrm>
        </p:spPr>
        <p:txBody>
          <a:bodyPr anchor="ctr">
            <a:normAutofit/>
          </a:bodyPr>
          <a:lstStyle/>
          <a:p>
            <a:r>
              <a:rPr lang="es-ES" sz="1700"/>
              <a:t>Es una colección de utilidades para auditoría de redes Wi-Fi: captura de tráfico, análisis, inyección de paquetes y ataque/control de claves WEP/WPA (para pruebas). Componentes principales:</a:t>
            </a:r>
          </a:p>
          <a:p>
            <a:r>
              <a:rPr lang="es-ES" sz="1700" b="1"/>
              <a:t>airmon-ng</a:t>
            </a:r>
            <a:r>
              <a:rPr lang="es-ES" sz="1700"/>
              <a:t> – prepara la tarjeta Wi-Fi para modo monitor (crea interfaz wlan0mon, wlx...mon).</a:t>
            </a:r>
          </a:p>
          <a:p>
            <a:r>
              <a:rPr lang="es-ES" sz="1700" b="1"/>
              <a:t>airodump-ng</a:t>
            </a:r>
            <a:r>
              <a:rPr lang="es-ES" sz="1700"/>
              <a:t> – sniffer: lista APs y clientes, muestra canales, BSSID, ESSID, potencia y guarda capturas en .cap.</a:t>
            </a:r>
          </a:p>
          <a:p>
            <a:r>
              <a:rPr lang="es-ES" sz="1700" b="1"/>
              <a:t>aireplay-ng</a:t>
            </a:r>
            <a:r>
              <a:rPr lang="es-ES" sz="1700"/>
              <a:t> – herramienta de </a:t>
            </a:r>
            <a:r>
              <a:rPr lang="es-ES" sz="1700" i="1"/>
              <a:t>injection</a:t>
            </a:r>
            <a:r>
              <a:rPr lang="es-ES" sz="1700"/>
              <a:t>: inyecta paquetes para pruebas (deauth, fakeauth, ARP replay, etc.) — útil en laboratorio para forzar reconexiones y capturar handshakes.</a:t>
            </a:r>
          </a:p>
          <a:p>
            <a:r>
              <a:rPr lang="es-ES" sz="1700" b="1"/>
              <a:t>aircrack-ng</a:t>
            </a:r>
            <a:r>
              <a:rPr lang="es-ES" sz="1700"/>
              <a:t> – herramienta para </a:t>
            </a:r>
            <a:r>
              <a:rPr lang="es-ES" sz="1700" b="1"/>
              <a:t>crackear</a:t>
            </a:r>
            <a:r>
              <a:rPr lang="es-ES" sz="1700"/>
              <a:t> claves a partir de captures (WEP o handshake WPA/WPA2) usando wordlists/reglas.</a:t>
            </a:r>
          </a:p>
          <a:p>
            <a:r>
              <a:rPr lang="es-ES" sz="1700" b="1"/>
              <a:t>airbase-ng</a:t>
            </a:r>
            <a:r>
              <a:rPr lang="es-ES" sz="1700"/>
              <a:t> – crea un AP falso (useful para pruebas controladas).</a:t>
            </a:r>
          </a:p>
          <a:p>
            <a:r>
              <a:rPr lang="es-ES" sz="1700" b="1"/>
              <a:t>airdecap-ng</a:t>
            </a:r>
            <a:r>
              <a:rPr lang="es-ES" sz="1700"/>
              <a:t> – descifra tráfico WEP/WPA si conoces la clave.</a:t>
            </a:r>
          </a:p>
          <a:p>
            <a:r>
              <a:rPr lang="es-ES" sz="1700" b="1"/>
              <a:t>packetforge-ng</a:t>
            </a:r>
            <a:r>
              <a:rPr lang="es-ES" sz="1700"/>
              <a:t>, </a:t>
            </a:r>
            <a:r>
              <a:rPr lang="es-ES" sz="1700" b="1"/>
              <a:t>airolib-ng</a:t>
            </a:r>
            <a:r>
              <a:rPr lang="es-ES" sz="1700"/>
              <a:t> y otras utilidades para preparar y gestionar ataques/wordlists.</a:t>
            </a:r>
          </a:p>
          <a:p>
            <a:endParaRPr lang="es-ES" sz="1700"/>
          </a:p>
        </p:txBody>
      </p:sp>
    </p:spTree>
    <p:extLst>
      <p:ext uri="{BB962C8B-B14F-4D97-AF65-F5344CB8AC3E}">
        <p14:creationId xmlns:p14="http://schemas.microsoft.com/office/powerpoint/2010/main" val="4195051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1D94E61-D8FF-7687-62A4-7F9AF731B2A0}"/>
              </a:ext>
            </a:extLst>
          </p:cNvPr>
          <p:cNvSpPr>
            <a:spLocks noGrp="1"/>
          </p:cNvSpPr>
          <p:nvPr>
            <p:ph type="title"/>
          </p:nvPr>
        </p:nvSpPr>
        <p:spPr>
          <a:xfrm>
            <a:off x="466722" y="586855"/>
            <a:ext cx="3201366" cy="3387497"/>
          </a:xfrm>
        </p:spPr>
        <p:txBody>
          <a:bodyPr anchor="b">
            <a:normAutofit/>
          </a:bodyPr>
          <a:lstStyle/>
          <a:p>
            <a:pPr algn="r"/>
            <a:r>
              <a:rPr lang="es-ES" sz="4000">
                <a:solidFill>
                  <a:srgbClr val="FFFFFF"/>
                </a:solidFill>
              </a:rPr>
              <a:t>Tipos de ataques en WLAN</a:t>
            </a:r>
          </a:p>
        </p:txBody>
      </p:sp>
      <p:sp>
        <p:nvSpPr>
          <p:cNvPr id="3" name="Marcador de contenido 2">
            <a:extLst>
              <a:ext uri="{FF2B5EF4-FFF2-40B4-BE49-F238E27FC236}">
                <a16:creationId xmlns:a16="http://schemas.microsoft.com/office/drawing/2014/main" id="{E7369BE8-4226-F568-2A60-E709E842330B}"/>
              </a:ext>
            </a:extLst>
          </p:cNvPr>
          <p:cNvSpPr>
            <a:spLocks noGrp="1"/>
          </p:cNvSpPr>
          <p:nvPr>
            <p:ph idx="1"/>
          </p:nvPr>
        </p:nvSpPr>
        <p:spPr>
          <a:xfrm>
            <a:off x="4134811" y="225912"/>
            <a:ext cx="7902996" cy="6454588"/>
          </a:xfrm>
        </p:spPr>
        <p:txBody>
          <a:bodyPr anchor="ctr">
            <a:normAutofit/>
          </a:bodyPr>
          <a:lstStyle/>
          <a:p>
            <a:r>
              <a:rPr lang="es-ES" sz="1100"/>
              <a:t>Los ataques a las redes inalámbricas (WLAN) buscan comprometer la seguridad de las redes Wi-Fi. Estos ataques se pueden dividir en varias categorías principales:</a:t>
            </a:r>
          </a:p>
          <a:p>
            <a:br>
              <a:rPr lang="es-ES" sz="1100"/>
            </a:br>
            <a:endParaRPr lang="es-ES" sz="1100"/>
          </a:p>
          <a:p>
            <a:r>
              <a:rPr lang="es-ES" sz="1100" b="1"/>
              <a:t>1. Ataques de denegación de servicio (DoS)</a:t>
            </a:r>
          </a:p>
          <a:p>
            <a:r>
              <a:rPr lang="es-ES" sz="1100"/>
              <a:t>Buscan </a:t>
            </a:r>
            <a:r>
              <a:rPr lang="es-ES" sz="1100" b="1"/>
              <a:t>interrumpir el servicio</a:t>
            </a:r>
            <a:r>
              <a:rPr lang="es-ES" sz="1100"/>
              <a:t> de la red. Un ejemplo común es el ataque de </a:t>
            </a:r>
            <a:r>
              <a:rPr lang="es-ES" sz="1100" b="1"/>
              <a:t>desautenticación</a:t>
            </a:r>
            <a:r>
              <a:rPr lang="es-ES" sz="1100"/>
              <a:t>, que fuerza a los usuarios a desconectarse y a volver a conectarse, lo cual se aprovecha para capturar información.</a:t>
            </a:r>
          </a:p>
          <a:p>
            <a:br>
              <a:rPr lang="es-ES" sz="1100"/>
            </a:br>
            <a:endParaRPr lang="es-ES" sz="1100"/>
          </a:p>
          <a:p>
            <a:r>
              <a:rPr lang="es-ES" sz="1100" b="1"/>
              <a:t>2. Ataques de suplantación de identidad</a:t>
            </a:r>
          </a:p>
          <a:p>
            <a:r>
              <a:rPr lang="es-ES" sz="1100"/>
              <a:t>En estos ataques, un ciberdelincuente se hace pasar por un dispositivo o red legítima. El ataque </a:t>
            </a:r>
            <a:r>
              <a:rPr lang="es-ES" sz="1100" b="1"/>
              <a:t>Evil Twin</a:t>
            </a:r>
            <a:r>
              <a:rPr lang="es-ES" sz="1100"/>
              <a:t> (gemelo malvado) es un ejemplo donde el atacante crea una red falsa con el mismo nombre que una red real para engañar a los usuarios y robar su información.</a:t>
            </a:r>
          </a:p>
          <a:p>
            <a:br>
              <a:rPr lang="es-ES" sz="1100"/>
            </a:br>
            <a:endParaRPr lang="es-ES" sz="1100"/>
          </a:p>
          <a:p>
            <a:r>
              <a:rPr lang="es-ES" sz="1100" b="1"/>
              <a:t>3. Ataques de cifrado</a:t>
            </a:r>
          </a:p>
          <a:p>
            <a:r>
              <a:rPr lang="es-ES" sz="1100"/>
              <a:t>Se dirigen a las </a:t>
            </a:r>
            <a:r>
              <a:rPr lang="es-ES" sz="1100" b="1"/>
              <a:t>debilidades de los protocolos de seguridad</a:t>
            </a:r>
            <a:r>
              <a:rPr lang="es-ES" sz="1100"/>
              <a:t>.</a:t>
            </a:r>
          </a:p>
          <a:p>
            <a:r>
              <a:rPr lang="es-ES" sz="1100" b="1"/>
              <a:t>Ataques a WPA/WPA2</a:t>
            </a:r>
            <a:r>
              <a:rPr lang="es-ES" sz="1100"/>
              <a:t>: Un atacante captura el proceso de conexión (handshake) y luego usa un </a:t>
            </a:r>
            <a:r>
              <a:rPr lang="es-ES" sz="1100" b="1"/>
              <a:t>ataque de diccionario</a:t>
            </a:r>
            <a:r>
              <a:rPr lang="es-ES" sz="1100"/>
              <a:t> o </a:t>
            </a:r>
            <a:r>
              <a:rPr lang="es-ES" sz="1100" b="1"/>
              <a:t>fuerza bruta</a:t>
            </a:r>
            <a:r>
              <a:rPr lang="es-ES" sz="1100"/>
              <a:t> para adivinar la contraseña.</a:t>
            </a:r>
          </a:p>
          <a:p>
            <a:r>
              <a:rPr lang="es-ES" sz="1100" b="1"/>
              <a:t>Ataques a WEP</a:t>
            </a:r>
            <a:r>
              <a:rPr lang="es-ES" sz="1100"/>
              <a:t>: Este cifrado es tan vulnerable que la clave puede ser descifrada fácilmente al capturar una cantidad suficiente de datos.</a:t>
            </a:r>
          </a:p>
          <a:p>
            <a:br>
              <a:rPr lang="es-ES" sz="1100"/>
            </a:br>
            <a:endParaRPr lang="es-ES" sz="1100"/>
          </a:p>
          <a:p>
            <a:r>
              <a:rPr lang="es-ES" sz="1100" b="1"/>
              <a:t>4. Ataques "Man-in-the-Middle" (MITM)</a:t>
            </a:r>
          </a:p>
          <a:p>
            <a:r>
              <a:rPr lang="es-ES" sz="1100"/>
              <a:t>Un atacante se posiciona entre el usuario y la red para </a:t>
            </a:r>
            <a:r>
              <a:rPr lang="es-ES" sz="1100" b="1"/>
              <a:t>interceptar el tráfico</a:t>
            </a:r>
            <a:r>
              <a:rPr lang="es-ES" sz="1100"/>
              <a:t> y ver, o incluso modificar, los datos que se transmiten.</a:t>
            </a:r>
          </a:p>
          <a:p>
            <a:endParaRPr lang="es-ES" sz="1100"/>
          </a:p>
        </p:txBody>
      </p:sp>
    </p:spTree>
    <p:extLst>
      <p:ext uri="{BB962C8B-B14F-4D97-AF65-F5344CB8AC3E}">
        <p14:creationId xmlns:p14="http://schemas.microsoft.com/office/powerpoint/2010/main" val="167883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548384-381A-07A5-175C-89B5DB085747}"/>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54C902EE-AD0C-EE53-BB19-D16F541D7C45}"/>
              </a:ext>
            </a:extLst>
          </p:cNvPr>
          <p:cNvSpPr>
            <a:spLocks noGrp="1"/>
          </p:cNvSpPr>
          <p:nvPr>
            <p:ph idx="1"/>
          </p:nvPr>
        </p:nvSpPr>
        <p:spPr/>
        <p:txBody>
          <a:bodyPr/>
          <a:lstStyle/>
          <a:p>
            <a:endParaRPr lang="es-ES"/>
          </a:p>
        </p:txBody>
      </p:sp>
    </p:spTree>
    <p:extLst>
      <p:ext uri="{BB962C8B-B14F-4D97-AF65-F5344CB8AC3E}">
        <p14:creationId xmlns:p14="http://schemas.microsoft.com/office/powerpoint/2010/main" val="272245495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881</TotalTime>
  <Words>2541</Words>
  <Application>Microsoft Office PowerPoint</Application>
  <PresentationFormat>Panorámica</PresentationFormat>
  <Paragraphs>275</Paragraphs>
  <Slides>26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26</vt:i4>
      </vt:variant>
    </vt:vector>
  </HeadingPairs>
  <TitlesOfParts>
    <vt:vector size="31" baseType="lpstr">
      <vt:lpstr>Aptos</vt:lpstr>
      <vt:lpstr>Aptos Display</vt:lpstr>
      <vt:lpstr>Arial</vt:lpstr>
      <vt:lpstr>Calibri</vt:lpstr>
      <vt:lpstr>Tema de Office</vt:lpstr>
      <vt:lpstr>SEGURIDAD INFORMÁTICA</vt:lpstr>
      <vt:lpstr>UNIDAD 4: ASEGURAMIENTO DE LA PRIVACIDAD</vt:lpstr>
      <vt:lpstr>1. Fraudes informáticos y robos de información. </vt:lpstr>
      <vt:lpstr>Tipos de atacantes según el ataque</vt:lpstr>
      <vt:lpstr>Métodos de ciberdelincuencia</vt:lpstr>
      <vt:lpstr>ARPWATCH</vt:lpstr>
      <vt:lpstr>Fases de un ataque informático</vt:lpstr>
      <vt:lpstr>2. Metodologías en el ataque </vt:lpstr>
      <vt:lpstr>otros</vt:lpstr>
      <vt:lpstr>3. El cifrado de la información </vt:lpstr>
      <vt:lpstr>Criptografía basada  en la naturaleza de la clave</vt:lpstr>
      <vt:lpstr>Criptografía basada  en la naturaleza de la clave</vt:lpstr>
      <vt:lpstr>Algoritmos importantes</vt:lpstr>
      <vt:lpstr>Criptografia basada en división de los datos</vt:lpstr>
      <vt:lpstr>Métodos de encriptación</vt:lpstr>
      <vt:lpstr>4. Sistemas de identificación en las comunicaciones </vt:lpstr>
      <vt:lpstr>4. Sistemas de identificación en las comunicaciones </vt:lpstr>
      <vt:lpstr>Aplicaciones</vt:lpstr>
      <vt:lpstr>Sistemas de autenticación de las comunicaciones</vt:lpstr>
      <vt:lpstr>5. Protocolos seguros </vt:lpstr>
      <vt:lpstr>5. Protocolos seguros </vt:lpstr>
      <vt:lpstr>6. Seguridad en redes informáticas </vt:lpstr>
      <vt:lpstr>Autenticación wifi</vt:lpstr>
      <vt:lpstr>¿Qué es Aircrack-ng (suite)? </vt:lpstr>
      <vt:lpstr>Tipos de ataques en WLAN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Alberto Ruiz</dc:creator>
  <cp:lastModifiedBy>Alberto Ruiz</cp:lastModifiedBy>
  <cp:revision>4</cp:revision>
  <dcterms:created xsi:type="dcterms:W3CDTF">2025-09-17T16:17:53Z</dcterms:created>
  <dcterms:modified xsi:type="dcterms:W3CDTF">2025-09-26T07:43:13Z</dcterms:modified>
</cp:coreProperties>
</file>