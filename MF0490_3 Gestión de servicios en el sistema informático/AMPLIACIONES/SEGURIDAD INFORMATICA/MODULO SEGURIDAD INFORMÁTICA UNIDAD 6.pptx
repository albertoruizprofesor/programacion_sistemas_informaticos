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5" r:id="rId4"/>
    <p:sldId id="291" r:id="rId5"/>
    <p:sldId id="292" r:id="rId6"/>
    <p:sldId id="293" r:id="rId7"/>
    <p:sldId id="294" r:id="rId8"/>
    <p:sldId id="28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87" r:id="rId18"/>
    <p:sldId id="295" r:id="rId19"/>
    <p:sldId id="299" r:id="rId20"/>
    <p:sldId id="296" r:id="rId21"/>
    <p:sldId id="297" r:id="rId22"/>
    <p:sldId id="298" r:id="rId23"/>
    <p:sldId id="289" r:id="rId24"/>
    <p:sldId id="300" r:id="rId25"/>
    <p:sldId id="301" r:id="rId26"/>
    <p:sldId id="302" r:id="rId27"/>
    <p:sldId id="303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47F33-FCB7-475B-837E-EECA01C4B698}" v="1" dt="2025-09-26T18:46:30.647"/>
    <p1510:client id="{FD047891-7595-4B43-AE52-69B2A3148031}" v="2" dt="2025-09-26T18:00:36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>
      <p:cViewPr varScale="1">
        <p:scale>
          <a:sx n="94" d="100"/>
          <a:sy n="94" d="100"/>
        </p:scale>
        <p:origin x="78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undo custSel addSld delSld modSld">
      <pc:chgData name="Alberto Ruiz" userId="47fa91d207cfb014" providerId="LiveId" clId="{9743E567-337F-4C21-A62A-0C7FCC4B4E77}" dt="2025-09-24T12:27:04.969" v="1999" actId="680"/>
      <pc:docMkLst>
        <pc:docMk/>
      </pc:docMkLst>
      <pc:sldChg chg="addSp delSp modSp mod">
        <pc:chgData name="Alberto Ruiz" userId="47fa91d207cfb014" providerId="LiveId" clId="{9743E567-337F-4C21-A62A-0C7FCC4B4E77}" dt="2025-09-18T06:31:18.816" v="0" actId="478"/>
        <pc:sldMkLst>
          <pc:docMk/>
          <pc:sldMk cId="4108739217" sldId="256"/>
        </pc:sldMkLst>
        <pc:spChg chg="add mod">
          <ac:chgData name="Alberto Ruiz" userId="47fa91d207cfb014" providerId="LiveId" clId="{9743E567-337F-4C21-A62A-0C7FCC4B4E77}" dt="2025-09-18T06:31:18.816" v="0" actId="478"/>
          <ac:spMkLst>
            <pc:docMk/>
            <pc:sldMk cId="4108739217" sldId="256"/>
            <ac:spMk id="5" creationId="{BB076771-2AA0-A9C7-C61D-786423133F2C}"/>
          </ac:spMkLst>
        </pc:spChg>
      </pc:sldChg>
      <pc:sldChg chg="del">
        <pc:chgData name="Alberto Ruiz" userId="47fa91d207cfb014" providerId="LiveId" clId="{9743E567-337F-4C21-A62A-0C7FCC4B4E77}" dt="2025-09-23T10:52:57.600" v="2" actId="47"/>
        <pc:sldMkLst>
          <pc:docMk/>
          <pc:sldMk cId="2624861979" sldId="282"/>
        </pc:sldMkLst>
      </pc:sldChg>
      <pc:sldChg chg="modSp mod">
        <pc:chgData name="Alberto Ruiz" userId="47fa91d207cfb014" providerId="LiveId" clId="{9743E567-337F-4C21-A62A-0C7FCC4B4E77}" dt="2025-09-23T10:57:00.873" v="348" actId="20577"/>
        <pc:sldMkLst>
          <pc:docMk/>
          <pc:sldMk cId="152618039" sldId="283"/>
        </pc:sldMkLst>
        <pc:spChg chg="mod">
          <ac:chgData name="Alberto Ruiz" userId="47fa91d207cfb014" providerId="LiveId" clId="{9743E567-337F-4C21-A62A-0C7FCC4B4E77}" dt="2025-09-23T10:53:40.793" v="80" actId="20577"/>
          <ac:spMkLst>
            <pc:docMk/>
            <pc:sldMk cId="152618039" sldId="283"/>
            <ac:spMk id="2" creationId="{28D313E2-6B46-66DA-4EF7-02FCD33E5417}"/>
          </ac:spMkLst>
        </pc:spChg>
        <pc:spChg chg="mod">
          <ac:chgData name="Alberto Ruiz" userId="47fa91d207cfb014" providerId="LiveId" clId="{9743E567-337F-4C21-A62A-0C7FCC4B4E77}" dt="2025-09-23T10:57:00.873" v="348" actId="20577"/>
          <ac:spMkLst>
            <pc:docMk/>
            <pc:sldMk cId="152618039" sldId="283"/>
            <ac:spMk id="3" creationId="{755E79F4-1172-A62D-3F73-D6793E20776D}"/>
          </ac:spMkLst>
        </pc:spChg>
      </pc:sldChg>
      <pc:sldChg chg="addSp delSp modSp new mod setBg">
        <pc:chgData name="Alberto Ruiz" userId="47fa91d207cfb014" providerId="LiveId" clId="{9743E567-337F-4C21-A62A-0C7FCC4B4E77}" dt="2025-09-23T11:08:16.375" v="414" actId="26606"/>
        <pc:sldMkLst>
          <pc:docMk/>
          <pc:sldMk cId="144583344" sldId="284"/>
        </pc:sldMkLst>
      </pc:sldChg>
      <pc:sldChg chg="del">
        <pc:chgData name="Alberto Ruiz" userId="47fa91d207cfb014" providerId="LiveId" clId="{9743E567-337F-4C21-A62A-0C7FCC4B4E77}" dt="2025-09-23T10:52:58.044" v="3" actId="47"/>
        <pc:sldMkLst>
          <pc:docMk/>
          <pc:sldMk cId="1171360924" sldId="284"/>
        </pc:sldMkLst>
      </pc:sldChg>
      <pc:sldChg chg="addSp modSp mod setBg">
        <pc:chgData name="Alberto Ruiz" userId="47fa91d207cfb014" providerId="LiveId" clId="{9743E567-337F-4C21-A62A-0C7FCC4B4E77}" dt="2025-09-24T12:03:51.857" v="1649" actId="26606"/>
        <pc:sldMkLst>
          <pc:docMk/>
          <pc:sldMk cId="3781436359" sldId="284"/>
        </pc:sldMkLst>
      </pc:sldChg>
      <pc:sldChg chg="addSp modSp mod setBg">
        <pc:chgData name="Alberto Ruiz" userId="47fa91d207cfb014" providerId="LiveId" clId="{9743E567-337F-4C21-A62A-0C7FCC4B4E77}" dt="2025-09-24T12:18:15.635" v="1761" actId="26606"/>
        <pc:sldMkLst>
          <pc:docMk/>
          <pc:sldMk cId="1632013338" sldId="285"/>
        </pc:sldMkLst>
      </pc:sldChg>
      <pc:sldChg chg="del">
        <pc:chgData name="Alberto Ruiz" userId="47fa91d207cfb014" providerId="LiveId" clId="{9743E567-337F-4C21-A62A-0C7FCC4B4E77}" dt="2025-09-23T10:52:58.423" v="5" actId="47"/>
        <pc:sldMkLst>
          <pc:docMk/>
          <pc:sldMk cId="2191137854" sldId="285"/>
        </pc:sldMkLst>
      </pc:sldChg>
      <pc:sldChg chg="addSp delSp modSp new mod">
        <pc:chgData name="Alberto Ruiz" userId="47fa91d207cfb014" providerId="LiveId" clId="{9743E567-337F-4C21-A62A-0C7FCC4B4E77}" dt="2025-09-23T11:05:50.373" v="411" actId="1076"/>
        <pc:sldMkLst>
          <pc:docMk/>
          <pc:sldMk cId="4177545456" sldId="285"/>
        </pc:sldMkLst>
      </pc:sldChg>
      <pc:sldChg chg="addSp delSp modSp mod setBg">
        <pc:chgData name="Alberto Ruiz" userId="47fa91d207cfb014" providerId="LiveId" clId="{9743E567-337F-4C21-A62A-0C7FCC4B4E77}" dt="2025-09-24T12:26:56.264" v="1998" actId="26606"/>
        <pc:sldMkLst>
          <pc:docMk/>
          <pc:sldMk cId="1101300920" sldId="286"/>
        </pc:sldMkLst>
      </pc:sldChg>
      <pc:sldChg chg="addSp delSp modSp new mod setBg">
        <pc:chgData name="Alberto Ruiz" userId="47fa91d207cfb014" providerId="LiveId" clId="{9743E567-337F-4C21-A62A-0C7FCC4B4E77}" dt="2025-09-23T11:14:09.674" v="860" actId="26606"/>
        <pc:sldMkLst>
          <pc:docMk/>
          <pc:sldMk cId="2177018543" sldId="286"/>
        </pc:sldMkLst>
      </pc:sldChg>
      <pc:sldChg chg="del">
        <pc:chgData name="Alberto Ruiz" userId="47fa91d207cfb014" providerId="LiveId" clId="{9743E567-337F-4C21-A62A-0C7FCC4B4E77}" dt="2025-09-23T10:52:58.595" v="6" actId="47"/>
        <pc:sldMkLst>
          <pc:docMk/>
          <pc:sldMk cId="3517709361" sldId="286"/>
        </pc:sldMkLst>
      </pc:sldChg>
      <pc:sldChg chg="del">
        <pc:chgData name="Alberto Ruiz" userId="47fa91d207cfb014" providerId="LiveId" clId="{9743E567-337F-4C21-A62A-0C7FCC4B4E77}" dt="2025-09-23T10:52:58.768" v="7" actId="47"/>
        <pc:sldMkLst>
          <pc:docMk/>
          <pc:sldMk cId="1879621574" sldId="287"/>
        </pc:sldMkLst>
      </pc:sldChg>
      <pc:sldChg chg="addSp delSp modSp new mod setBg">
        <pc:chgData name="Alberto Ruiz" userId="47fa91d207cfb014" providerId="LiveId" clId="{9743E567-337F-4C21-A62A-0C7FCC4B4E77}" dt="2025-09-23T11:14:13.693" v="861" actId="26606"/>
        <pc:sldMkLst>
          <pc:docMk/>
          <pc:sldMk cId="2927665545" sldId="287"/>
        </pc:sldMkLst>
      </pc:sldChg>
      <pc:sldChg chg="addSp delSp modSp new mod setBg">
        <pc:chgData name="Alberto Ruiz" userId="47fa91d207cfb014" providerId="LiveId" clId="{9743E567-337F-4C21-A62A-0C7FCC4B4E77}" dt="2025-09-23T11:20:03.600" v="986" actId="26606"/>
        <pc:sldMkLst>
          <pc:docMk/>
          <pc:sldMk cId="2222828972" sldId="288"/>
        </pc:sldMkLst>
      </pc:sldChg>
      <pc:sldChg chg="del">
        <pc:chgData name="Alberto Ruiz" userId="47fa91d207cfb014" providerId="LiveId" clId="{9743E567-337F-4C21-A62A-0C7FCC4B4E77}" dt="2025-09-23T10:52:59.129" v="9" actId="47"/>
        <pc:sldMkLst>
          <pc:docMk/>
          <pc:sldMk cId="3830168765" sldId="288"/>
        </pc:sldMkLst>
      </pc:sldChg>
      <pc:sldChg chg="addSp delSp modSp new mod setBg">
        <pc:chgData name="Alberto Ruiz" userId="47fa91d207cfb014" providerId="LiveId" clId="{9743E567-337F-4C21-A62A-0C7FCC4B4E77}" dt="2025-09-23T11:29:50.276" v="1302" actId="26606"/>
        <pc:sldMkLst>
          <pc:docMk/>
          <pc:sldMk cId="3979568687" sldId="289"/>
        </pc:sldMkLst>
      </pc:sldChg>
      <pc:sldChg chg="del">
        <pc:chgData name="Alberto Ruiz" userId="47fa91d207cfb014" providerId="LiveId" clId="{9743E567-337F-4C21-A62A-0C7FCC4B4E77}" dt="2025-09-23T10:53:01.467" v="16" actId="47"/>
        <pc:sldMkLst>
          <pc:docMk/>
          <pc:sldMk cId="4136905644" sldId="289"/>
        </pc:sldMkLst>
      </pc:sldChg>
      <pc:sldChg chg="del">
        <pc:chgData name="Alberto Ruiz" userId="47fa91d207cfb014" providerId="LiveId" clId="{9743E567-337F-4C21-A62A-0C7FCC4B4E77}" dt="2025-09-23T10:52:58.234" v="4" actId="47"/>
        <pc:sldMkLst>
          <pc:docMk/>
          <pc:sldMk cId="908033775" sldId="290"/>
        </pc:sldMkLst>
      </pc:sldChg>
      <pc:sldChg chg="addSp delSp modSp new mod setBg">
        <pc:chgData name="Alberto Ruiz" userId="47fa91d207cfb014" providerId="LiveId" clId="{9743E567-337F-4C21-A62A-0C7FCC4B4E77}" dt="2025-09-23T11:36:16.741" v="1406" actId="26606"/>
        <pc:sldMkLst>
          <pc:docMk/>
          <pc:sldMk cId="2340477628" sldId="290"/>
        </pc:sldMkLst>
      </pc:sldChg>
      <pc:sldChg chg="addSp modSp mod setBg">
        <pc:chgData name="Alberto Ruiz" userId="47fa91d207cfb014" providerId="LiveId" clId="{9743E567-337F-4C21-A62A-0C7FCC4B4E77}" dt="2025-09-24T12:03:57.006" v="1650" actId="26606"/>
        <pc:sldMkLst>
          <pc:docMk/>
          <pc:sldMk cId="4281954436" sldId="290"/>
        </pc:sldMkLst>
      </pc:sldChg>
      <pc:sldChg chg="del">
        <pc:chgData name="Alberto Ruiz" userId="47fa91d207cfb014" providerId="LiveId" clId="{9743E567-337F-4C21-A62A-0C7FCC4B4E77}" dt="2025-09-23T10:52:59.309" v="10" actId="47"/>
        <pc:sldMkLst>
          <pc:docMk/>
          <pc:sldMk cId="1166698697" sldId="291"/>
        </pc:sldMkLst>
      </pc:sldChg>
      <pc:sldChg chg="addSp delSp modSp new mod setBg">
        <pc:chgData name="Alberto Ruiz" userId="47fa91d207cfb014" providerId="LiveId" clId="{9743E567-337F-4C21-A62A-0C7FCC4B4E77}" dt="2025-09-23T12:28:41.862" v="1486" actId="26606"/>
        <pc:sldMkLst>
          <pc:docMk/>
          <pc:sldMk cId="2518525717" sldId="291"/>
        </pc:sldMkLst>
      </pc:sldChg>
      <pc:sldChg chg="addSp delSp modSp mod setBg">
        <pc:chgData name="Alberto Ruiz" userId="47fa91d207cfb014" providerId="LiveId" clId="{9743E567-337F-4C21-A62A-0C7FCC4B4E77}" dt="2025-09-24T12:04:01.381" v="1651" actId="26606"/>
        <pc:sldMkLst>
          <pc:docMk/>
          <pc:sldMk cId="4008434162" sldId="291"/>
        </pc:sldMkLst>
      </pc:sldChg>
      <pc:sldChg chg="del">
        <pc:chgData name="Alberto Ruiz" userId="47fa91d207cfb014" providerId="LiveId" clId="{9743E567-337F-4C21-A62A-0C7FCC4B4E77}" dt="2025-09-23T10:52:59.509" v="11" actId="47"/>
        <pc:sldMkLst>
          <pc:docMk/>
          <pc:sldMk cId="1202599591" sldId="292"/>
        </pc:sldMkLst>
      </pc:sldChg>
      <pc:sldChg chg="addSp delSp modSp new mod setBg">
        <pc:chgData name="Alberto Ruiz" userId="47fa91d207cfb014" providerId="LiveId" clId="{9743E567-337F-4C21-A62A-0C7FCC4B4E77}" dt="2025-09-23T15:15:06.824" v="1550" actId="26606"/>
        <pc:sldMkLst>
          <pc:docMk/>
          <pc:sldMk cId="1537041161" sldId="292"/>
        </pc:sldMkLst>
      </pc:sldChg>
      <pc:sldChg chg="addSp delSp modSp mod setBg">
        <pc:chgData name="Alberto Ruiz" userId="47fa91d207cfb014" providerId="LiveId" clId="{9743E567-337F-4C21-A62A-0C7FCC4B4E77}" dt="2025-09-24T12:04:05.626" v="1652" actId="26606"/>
        <pc:sldMkLst>
          <pc:docMk/>
          <pc:sldMk cId="3465514534" sldId="292"/>
        </pc:sldMkLst>
      </pc:sldChg>
      <pc:sldChg chg="addSp delSp modSp new mod setBg">
        <pc:chgData name="Alberto Ruiz" userId="47fa91d207cfb014" providerId="LiveId" clId="{9743E567-337F-4C21-A62A-0C7FCC4B4E77}" dt="2025-09-23T15:15:57.258" v="1562" actId="1076"/>
        <pc:sldMkLst>
          <pc:docMk/>
          <pc:sldMk cId="201943607" sldId="293"/>
        </pc:sldMkLst>
      </pc:sldChg>
      <pc:sldChg chg="del">
        <pc:chgData name="Alberto Ruiz" userId="47fa91d207cfb014" providerId="LiveId" clId="{9743E567-337F-4C21-A62A-0C7FCC4B4E77}" dt="2025-09-23T10:52:59.702" v="12" actId="47"/>
        <pc:sldMkLst>
          <pc:docMk/>
          <pc:sldMk cId="1002008813" sldId="293"/>
        </pc:sldMkLst>
      </pc:sldChg>
      <pc:sldChg chg="addSp delSp modSp new mod setBg">
        <pc:chgData name="Alberto Ruiz" userId="47fa91d207cfb014" providerId="LiveId" clId="{9743E567-337F-4C21-A62A-0C7FCC4B4E77}" dt="2025-09-24T12:21:28.817" v="1904" actId="26606"/>
        <pc:sldMkLst>
          <pc:docMk/>
          <pc:sldMk cId="4024440558" sldId="293"/>
        </pc:sldMkLst>
      </pc:sldChg>
      <pc:sldChg chg="addSp modSp new mod setBg">
        <pc:chgData name="Alberto Ruiz" userId="47fa91d207cfb014" providerId="LiveId" clId="{9743E567-337F-4C21-A62A-0C7FCC4B4E77}" dt="2025-09-23T15:16:05.747" v="1564" actId="1076"/>
        <pc:sldMkLst>
          <pc:docMk/>
          <pc:sldMk cId="294674519" sldId="294"/>
        </pc:sldMkLst>
      </pc:sldChg>
      <pc:sldChg chg="new">
        <pc:chgData name="Alberto Ruiz" userId="47fa91d207cfb014" providerId="LiveId" clId="{9743E567-337F-4C21-A62A-0C7FCC4B4E77}" dt="2025-09-24T12:27:04.969" v="1999" actId="680"/>
        <pc:sldMkLst>
          <pc:docMk/>
          <pc:sldMk cId="542680462" sldId="294"/>
        </pc:sldMkLst>
      </pc:sldChg>
      <pc:sldChg chg="del">
        <pc:chgData name="Alberto Ruiz" userId="47fa91d207cfb014" providerId="LiveId" clId="{9743E567-337F-4C21-A62A-0C7FCC4B4E77}" dt="2025-09-23T10:53:00.183" v="13" actId="47"/>
        <pc:sldMkLst>
          <pc:docMk/>
          <pc:sldMk cId="1442277376" sldId="294"/>
        </pc:sldMkLst>
      </pc:sldChg>
      <pc:sldChg chg="del">
        <pc:chgData name="Alberto Ruiz" userId="47fa91d207cfb014" providerId="LiveId" clId="{9743E567-337F-4C21-A62A-0C7FCC4B4E77}" dt="2025-09-23T10:53:01.069" v="15" actId="47"/>
        <pc:sldMkLst>
          <pc:docMk/>
          <pc:sldMk cId="77324183" sldId="295"/>
        </pc:sldMkLst>
      </pc:sldChg>
      <pc:sldChg chg="addSp modSp new mod setBg">
        <pc:chgData name="Alberto Ruiz" userId="47fa91d207cfb014" providerId="LiveId" clId="{9743E567-337F-4C21-A62A-0C7FCC4B4E77}" dt="2025-09-23T15:16:14.252" v="1566" actId="1076"/>
        <pc:sldMkLst>
          <pc:docMk/>
          <pc:sldMk cId="4109821813" sldId="295"/>
        </pc:sldMkLst>
      </pc:sldChg>
      <pc:sldChg chg="del">
        <pc:chgData name="Alberto Ruiz" userId="47fa91d207cfb014" providerId="LiveId" clId="{9743E567-337F-4C21-A62A-0C7FCC4B4E77}" dt="2025-09-23T10:52:58.950" v="8" actId="47"/>
        <pc:sldMkLst>
          <pc:docMk/>
          <pc:sldMk cId="750532084" sldId="296"/>
        </pc:sldMkLst>
      </pc:sldChg>
      <pc:sldChg chg="addSp modSp new mod setBg">
        <pc:chgData name="Alberto Ruiz" userId="47fa91d207cfb014" providerId="LiveId" clId="{9743E567-337F-4C21-A62A-0C7FCC4B4E77}" dt="2025-09-23T15:18:44.711" v="1635" actId="27636"/>
        <pc:sldMkLst>
          <pc:docMk/>
          <pc:sldMk cId="3992892498" sldId="296"/>
        </pc:sldMkLst>
      </pc:sldChg>
      <pc:sldChg chg="del">
        <pc:chgData name="Alberto Ruiz" userId="47fa91d207cfb014" providerId="LiveId" clId="{9743E567-337F-4C21-A62A-0C7FCC4B4E77}" dt="2025-09-23T10:53:00.599" v="14" actId="47"/>
        <pc:sldMkLst>
          <pc:docMk/>
          <pc:sldMk cId="77769760" sldId="297"/>
        </pc:sldMkLst>
      </pc:sldChg>
      <pc:sldChg chg="addSp modSp new mod setBg">
        <pc:chgData name="Alberto Ruiz" userId="47fa91d207cfb014" providerId="LiveId" clId="{9743E567-337F-4C21-A62A-0C7FCC4B4E77}" dt="2025-09-23T15:33:55.704" v="1647" actId="26606"/>
        <pc:sldMkLst>
          <pc:docMk/>
          <pc:sldMk cId="1868293708" sldId="297"/>
        </pc:sldMkLst>
      </pc:sldChg>
      <pc:sldChg chg="del">
        <pc:chgData name="Alberto Ruiz" userId="47fa91d207cfb014" providerId="LiveId" clId="{9743E567-337F-4C21-A62A-0C7FCC4B4E77}" dt="2025-09-23T10:53:01.900" v="17" actId="47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9743E567-337F-4C21-A62A-0C7FCC4B4E77}" dt="2025-09-23T15:33:58.523" v="1648" actId="26606"/>
        <pc:sldMkLst>
          <pc:docMk/>
          <pc:sldMk cId="3184751279" sldId="298"/>
        </pc:sldMkLst>
      </pc:sldChg>
      <pc:sldChg chg="del">
        <pc:chgData name="Alberto Ruiz" userId="47fa91d207cfb014" providerId="LiveId" clId="{9743E567-337F-4C21-A62A-0C7FCC4B4E77}" dt="2025-09-23T10:53:02.347" v="18" actId="47"/>
        <pc:sldMkLst>
          <pc:docMk/>
          <pc:sldMk cId="1217792650" sldId="299"/>
        </pc:sldMkLst>
      </pc:sldChg>
      <pc:sldChg chg="del">
        <pc:chgData name="Alberto Ruiz" userId="47fa91d207cfb014" providerId="LiveId" clId="{9743E567-337F-4C21-A62A-0C7FCC4B4E77}" dt="2025-09-23T10:53:02.866" v="19" actId="47"/>
        <pc:sldMkLst>
          <pc:docMk/>
          <pc:sldMk cId="2365938747" sldId="300"/>
        </pc:sldMkLst>
      </pc:sldChg>
    </pc:docChg>
  </pc:docChgLst>
  <pc:docChgLst>
    <pc:chgData name="Alberto Ruiz" userId="47fa91d207cfb014" providerId="LiveId" clId="{85FEFC20-368C-4804-AF35-776ECB9C6605}"/>
    <pc:docChg chg="undo custSel addSld delSld modSld">
      <pc:chgData name="Alberto Ruiz" userId="47fa91d207cfb014" providerId="LiveId" clId="{85FEFC20-368C-4804-AF35-776ECB9C6605}" dt="2025-09-26T18:46:48.610" v="1727" actId="20577"/>
      <pc:docMkLst>
        <pc:docMk/>
      </pc:docMkLst>
      <pc:sldChg chg="del">
        <pc:chgData name="Alberto Ruiz" userId="47fa91d207cfb014" providerId="LiveId" clId="{85FEFC20-368C-4804-AF35-776ECB9C6605}" dt="2025-09-22T17:25:31.403" v="497" actId="47"/>
        <pc:sldMkLst>
          <pc:docMk/>
          <pc:sldMk cId="1874761014" sldId="257"/>
        </pc:sldMkLst>
      </pc:sldChg>
      <pc:sldChg chg="del">
        <pc:chgData name="Alberto Ruiz" userId="47fa91d207cfb014" providerId="LiveId" clId="{85FEFC20-368C-4804-AF35-776ECB9C6605}" dt="2025-09-22T17:25:32.146" v="498" actId="47"/>
        <pc:sldMkLst>
          <pc:docMk/>
          <pc:sldMk cId="3750738772" sldId="258"/>
        </pc:sldMkLst>
      </pc:sldChg>
      <pc:sldChg chg="del">
        <pc:chgData name="Alberto Ruiz" userId="47fa91d207cfb014" providerId="LiveId" clId="{85FEFC20-368C-4804-AF35-776ECB9C6605}" dt="2025-09-22T17:25:33.020" v="499" actId="47"/>
        <pc:sldMkLst>
          <pc:docMk/>
          <pc:sldMk cId="1268972705" sldId="259"/>
        </pc:sldMkLst>
      </pc:sldChg>
      <pc:sldChg chg="del">
        <pc:chgData name="Alberto Ruiz" userId="47fa91d207cfb014" providerId="LiveId" clId="{85FEFC20-368C-4804-AF35-776ECB9C6605}" dt="2025-09-22T17:25:33.852" v="500" actId="47"/>
        <pc:sldMkLst>
          <pc:docMk/>
          <pc:sldMk cId="1452762947" sldId="260"/>
        </pc:sldMkLst>
      </pc:sldChg>
      <pc:sldChg chg="del">
        <pc:chgData name="Alberto Ruiz" userId="47fa91d207cfb014" providerId="LiveId" clId="{85FEFC20-368C-4804-AF35-776ECB9C6605}" dt="2025-09-22T17:25:34.576" v="501" actId="47"/>
        <pc:sldMkLst>
          <pc:docMk/>
          <pc:sldMk cId="1560757229" sldId="261"/>
        </pc:sldMkLst>
      </pc:sldChg>
      <pc:sldChg chg="del">
        <pc:chgData name="Alberto Ruiz" userId="47fa91d207cfb014" providerId="LiveId" clId="{85FEFC20-368C-4804-AF35-776ECB9C6605}" dt="2025-09-22T17:25:35.319" v="502" actId="47"/>
        <pc:sldMkLst>
          <pc:docMk/>
          <pc:sldMk cId="3475719411" sldId="262"/>
        </pc:sldMkLst>
      </pc:sldChg>
      <pc:sldChg chg="del">
        <pc:chgData name="Alberto Ruiz" userId="47fa91d207cfb014" providerId="LiveId" clId="{85FEFC20-368C-4804-AF35-776ECB9C6605}" dt="2025-09-22T17:25:36.072" v="503" actId="47"/>
        <pc:sldMkLst>
          <pc:docMk/>
          <pc:sldMk cId="1113577399" sldId="263"/>
        </pc:sldMkLst>
      </pc:sldChg>
      <pc:sldChg chg="del">
        <pc:chgData name="Alberto Ruiz" userId="47fa91d207cfb014" providerId="LiveId" clId="{85FEFC20-368C-4804-AF35-776ECB9C6605}" dt="2025-09-22T17:25:36.778" v="504" actId="47"/>
        <pc:sldMkLst>
          <pc:docMk/>
          <pc:sldMk cId="296029450" sldId="264"/>
        </pc:sldMkLst>
      </pc:sldChg>
      <pc:sldChg chg="del">
        <pc:chgData name="Alberto Ruiz" userId="47fa91d207cfb014" providerId="LiveId" clId="{85FEFC20-368C-4804-AF35-776ECB9C6605}" dt="2025-09-22T17:25:37.569" v="505" actId="47"/>
        <pc:sldMkLst>
          <pc:docMk/>
          <pc:sldMk cId="4135714646" sldId="265"/>
        </pc:sldMkLst>
      </pc:sldChg>
      <pc:sldChg chg="del">
        <pc:chgData name="Alberto Ruiz" userId="47fa91d207cfb014" providerId="LiveId" clId="{85FEFC20-368C-4804-AF35-776ECB9C6605}" dt="2025-09-22T17:25:38.273" v="506" actId="47"/>
        <pc:sldMkLst>
          <pc:docMk/>
          <pc:sldMk cId="514384809" sldId="266"/>
        </pc:sldMkLst>
      </pc:sldChg>
      <pc:sldChg chg="del">
        <pc:chgData name="Alberto Ruiz" userId="47fa91d207cfb014" providerId="LiveId" clId="{85FEFC20-368C-4804-AF35-776ECB9C6605}" dt="2025-09-22T17:25:38.951" v="507" actId="47"/>
        <pc:sldMkLst>
          <pc:docMk/>
          <pc:sldMk cId="3573731633" sldId="267"/>
        </pc:sldMkLst>
      </pc:sldChg>
      <pc:sldChg chg="addSp delSp modSp new del mod setBg">
        <pc:chgData name="Alberto Ruiz" userId="47fa91d207cfb014" providerId="LiveId" clId="{85FEFC20-368C-4804-AF35-776ECB9C6605}" dt="2025-09-22T17:25:39.800" v="508" actId="47"/>
        <pc:sldMkLst>
          <pc:docMk/>
          <pc:sldMk cId="1095080712" sldId="268"/>
        </pc:sldMkLst>
      </pc:sldChg>
      <pc:sldChg chg="addSp delSp modSp new del mod setBg">
        <pc:chgData name="Alberto Ruiz" userId="47fa91d207cfb014" providerId="LiveId" clId="{85FEFC20-368C-4804-AF35-776ECB9C6605}" dt="2025-09-22T17:25:40.504" v="509" actId="47"/>
        <pc:sldMkLst>
          <pc:docMk/>
          <pc:sldMk cId="2535939640" sldId="269"/>
        </pc:sldMkLst>
      </pc:sldChg>
      <pc:sldChg chg="addSp delSp modSp new del mod setBg">
        <pc:chgData name="Alberto Ruiz" userId="47fa91d207cfb014" providerId="LiveId" clId="{85FEFC20-368C-4804-AF35-776ECB9C6605}" dt="2025-09-22T17:25:41.174" v="510" actId="47"/>
        <pc:sldMkLst>
          <pc:docMk/>
          <pc:sldMk cId="1521071263" sldId="270"/>
        </pc:sldMkLst>
      </pc:sldChg>
      <pc:sldChg chg="addSp delSp modSp new del mod setBg">
        <pc:chgData name="Alberto Ruiz" userId="47fa91d207cfb014" providerId="LiveId" clId="{85FEFC20-368C-4804-AF35-776ECB9C6605}" dt="2025-09-22T17:25:41.875" v="511" actId="47"/>
        <pc:sldMkLst>
          <pc:docMk/>
          <pc:sldMk cId="475117557" sldId="271"/>
        </pc:sldMkLst>
      </pc:sldChg>
      <pc:sldChg chg="addSp delSp modSp new del mod setBg">
        <pc:chgData name="Alberto Ruiz" userId="47fa91d207cfb014" providerId="LiveId" clId="{85FEFC20-368C-4804-AF35-776ECB9C6605}" dt="2025-09-22T17:25:42.531" v="512" actId="47"/>
        <pc:sldMkLst>
          <pc:docMk/>
          <pc:sldMk cId="4240907260" sldId="272"/>
        </pc:sldMkLst>
      </pc:sldChg>
      <pc:sldChg chg="addSp delSp modSp new del mod setBg">
        <pc:chgData name="Alberto Ruiz" userId="47fa91d207cfb014" providerId="LiveId" clId="{85FEFC20-368C-4804-AF35-776ECB9C6605}" dt="2025-09-22T17:25:43.219" v="513" actId="47"/>
        <pc:sldMkLst>
          <pc:docMk/>
          <pc:sldMk cId="568486478" sldId="273"/>
        </pc:sldMkLst>
      </pc:sldChg>
      <pc:sldChg chg="addSp delSp modSp new del mod setBg">
        <pc:chgData name="Alberto Ruiz" userId="47fa91d207cfb014" providerId="LiveId" clId="{85FEFC20-368C-4804-AF35-776ECB9C6605}" dt="2025-09-22T17:25:44.544" v="514" actId="47"/>
        <pc:sldMkLst>
          <pc:docMk/>
          <pc:sldMk cId="2369576593" sldId="274"/>
        </pc:sldMkLst>
      </pc:sldChg>
      <pc:sldChg chg="del">
        <pc:chgData name="Alberto Ruiz" userId="47fa91d207cfb014" providerId="LiveId" clId="{85FEFC20-368C-4804-AF35-776ECB9C6605}" dt="2025-09-22T17:25:45.268" v="515" actId="47"/>
        <pc:sldMkLst>
          <pc:docMk/>
          <pc:sldMk cId="96609615" sldId="275"/>
        </pc:sldMkLst>
      </pc:sldChg>
      <pc:sldChg chg="del">
        <pc:chgData name="Alberto Ruiz" userId="47fa91d207cfb014" providerId="LiveId" clId="{85FEFC20-368C-4804-AF35-776ECB9C6605}" dt="2025-09-22T17:26:03.870" v="519" actId="47"/>
        <pc:sldMkLst>
          <pc:docMk/>
          <pc:sldMk cId="3413831629" sldId="276"/>
        </pc:sldMkLst>
      </pc:sldChg>
      <pc:sldChg chg="del">
        <pc:chgData name="Alberto Ruiz" userId="47fa91d207cfb014" providerId="LiveId" clId="{85FEFC20-368C-4804-AF35-776ECB9C6605}" dt="2025-09-22T17:25:51.422" v="516" actId="47"/>
        <pc:sldMkLst>
          <pc:docMk/>
          <pc:sldMk cId="2663837046" sldId="277"/>
        </pc:sldMkLst>
      </pc:sldChg>
      <pc:sldChg chg="del">
        <pc:chgData name="Alberto Ruiz" userId="47fa91d207cfb014" providerId="LiveId" clId="{85FEFC20-368C-4804-AF35-776ECB9C6605}" dt="2025-09-22T17:25:59.985" v="517" actId="47"/>
        <pc:sldMkLst>
          <pc:docMk/>
          <pc:sldMk cId="3743052111" sldId="278"/>
        </pc:sldMkLst>
      </pc:sldChg>
      <pc:sldChg chg="del">
        <pc:chgData name="Alberto Ruiz" userId="47fa91d207cfb014" providerId="LiveId" clId="{85FEFC20-368C-4804-AF35-776ECB9C6605}" dt="2025-09-22T17:26:01.268" v="518" actId="47"/>
        <pc:sldMkLst>
          <pc:docMk/>
          <pc:sldMk cId="1205868725" sldId="279"/>
        </pc:sldMkLst>
      </pc:sldChg>
      <pc:sldChg chg="del">
        <pc:chgData name="Alberto Ruiz" userId="47fa91d207cfb014" providerId="LiveId" clId="{85FEFC20-368C-4804-AF35-776ECB9C6605}" dt="2025-09-22T17:26:05.435" v="520" actId="47"/>
        <pc:sldMkLst>
          <pc:docMk/>
          <pc:sldMk cId="435299905" sldId="280"/>
        </pc:sldMkLst>
      </pc:sldChg>
      <pc:sldChg chg="addSp delSp modSp mod setBg">
        <pc:chgData name="Alberto Ruiz" userId="47fa91d207cfb014" providerId="LiveId" clId="{85FEFC20-368C-4804-AF35-776ECB9C6605}" dt="2025-09-22T17:29:28.698" v="637" actId="26606"/>
        <pc:sldMkLst>
          <pc:docMk/>
          <pc:sldMk cId="2624861979" sldId="282"/>
        </pc:sldMkLst>
      </pc:sldChg>
      <pc:sldChg chg="modSp mod">
        <pc:chgData name="Alberto Ruiz" userId="47fa91d207cfb014" providerId="LiveId" clId="{85FEFC20-368C-4804-AF35-776ECB9C6605}" dt="2025-09-26T18:46:48.610" v="1727" actId="20577"/>
        <pc:sldMkLst>
          <pc:docMk/>
          <pc:sldMk cId="152618039" sldId="283"/>
        </pc:sldMkLst>
        <pc:spChg chg="mod">
          <ac:chgData name="Alberto Ruiz" userId="47fa91d207cfb014" providerId="LiveId" clId="{85FEFC20-368C-4804-AF35-776ECB9C6605}" dt="2025-09-26T18:44:27.308" v="1536" actId="20577"/>
          <ac:spMkLst>
            <pc:docMk/>
            <pc:sldMk cId="152618039" sldId="283"/>
            <ac:spMk id="2" creationId="{28D313E2-6B46-66DA-4EF7-02FCD33E5417}"/>
          </ac:spMkLst>
        </pc:spChg>
        <pc:spChg chg="mod">
          <ac:chgData name="Alberto Ruiz" userId="47fa91d207cfb014" providerId="LiveId" clId="{85FEFC20-368C-4804-AF35-776ECB9C6605}" dt="2025-09-26T18:46:48.610" v="1727" actId="20577"/>
          <ac:spMkLst>
            <pc:docMk/>
            <pc:sldMk cId="152618039" sldId="283"/>
            <ac:spMk id="3" creationId="{755E79F4-1172-A62D-3F73-D6793E20776D}"/>
          </ac:spMkLst>
        </pc:spChg>
      </pc:sldChg>
      <pc:sldChg chg="addSp modSp mod setBg">
        <pc:chgData name="Alberto Ruiz" userId="47fa91d207cfb014" providerId="LiveId" clId="{85FEFC20-368C-4804-AF35-776ECB9C6605}" dt="2025-09-22T17:33:19.287" v="653" actId="26606"/>
        <pc:sldMkLst>
          <pc:docMk/>
          <pc:sldMk cId="1171360924" sldId="284"/>
        </pc:sldMkLst>
      </pc:sldChg>
      <pc:sldChg chg="del">
        <pc:chgData name="Alberto Ruiz" userId="47fa91d207cfb014" providerId="LiveId" clId="{85FEFC20-368C-4804-AF35-776ECB9C6605}" dt="2025-09-26T18:44:31.702" v="1537" actId="47"/>
        <pc:sldMkLst>
          <pc:docMk/>
          <pc:sldMk cId="2255155287" sldId="284"/>
        </pc:sldMkLst>
      </pc:sldChg>
      <pc:sldChg chg="del">
        <pc:chgData name="Alberto Ruiz" userId="47fa91d207cfb014" providerId="LiveId" clId="{85FEFC20-368C-4804-AF35-776ECB9C6605}" dt="2025-09-26T18:44:33.180" v="1540" actId="47"/>
        <pc:sldMkLst>
          <pc:docMk/>
          <pc:sldMk cId="1212792601" sldId="285"/>
        </pc:sldMkLst>
      </pc:sldChg>
      <pc:sldChg chg="addSp delSp modSp mod setBg">
        <pc:chgData name="Alberto Ruiz" userId="47fa91d207cfb014" providerId="LiveId" clId="{85FEFC20-368C-4804-AF35-776ECB9C6605}" dt="2025-09-22T17:33:22.102" v="654" actId="26606"/>
        <pc:sldMkLst>
          <pc:docMk/>
          <pc:sldMk cId="2191137854" sldId="285"/>
        </pc:sldMkLst>
      </pc:sldChg>
      <pc:sldChg chg="addSp modSp del mod setBg">
        <pc:chgData name="Alberto Ruiz" userId="47fa91d207cfb014" providerId="LiveId" clId="{85FEFC20-368C-4804-AF35-776ECB9C6605}" dt="2025-09-26T18:44:33.414" v="1541" actId="47"/>
        <pc:sldMkLst>
          <pc:docMk/>
          <pc:sldMk cId="1281879479" sldId="286"/>
        </pc:sldMkLst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" creationId="{0C68D120-7CD1-A849-46D5-525886114C47}"/>
          </ac:spMkLst>
        </pc:spChg>
        <pc:spChg chg="mo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" creationId="{6E42DCA4-120A-713C-0CCF-FCE7CF6DCAB8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17.291" v="1486" actId="26606"/>
          <ac:spMkLst>
            <pc:docMk/>
            <pc:sldMk cId="1281879479" sldId="286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2:17.291" v="1486" actId="26606"/>
          <ac:grpSpMkLst>
            <pc:docMk/>
            <pc:sldMk cId="1281879479" sldId="286"/>
            <ac:grpSpMk id="30" creationId="{568E6F37-AE05-46BF-A77F-5505926E92C6}"/>
          </ac:grpSpMkLst>
        </pc:grpChg>
      </pc:sldChg>
      <pc:sldChg chg="addSp delSp modSp mod setBg">
        <pc:chgData name="Alberto Ruiz" userId="47fa91d207cfb014" providerId="LiveId" clId="{85FEFC20-368C-4804-AF35-776ECB9C6605}" dt="2025-09-22T17:34:23.969" v="823" actId="26606"/>
        <pc:sldMkLst>
          <pc:docMk/>
          <pc:sldMk cId="3517709361" sldId="286"/>
        </pc:sldMkLst>
      </pc:sldChg>
      <pc:sldChg chg="addSp modSp mod setBg">
        <pc:chgData name="Alberto Ruiz" userId="47fa91d207cfb014" providerId="LiveId" clId="{85FEFC20-368C-4804-AF35-776ECB9C6605}" dt="2025-09-24T16:21:18.621" v="1124" actId="26606"/>
        <pc:sldMkLst>
          <pc:docMk/>
          <pc:sldMk cId="1284387177" sldId="287"/>
        </pc:sldMkLst>
      </pc:sldChg>
      <pc:sldChg chg="addSp delSp modSp mod setBg">
        <pc:chgData name="Alberto Ruiz" userId="47fa91d207cfb014" providerId="LiveId" clId="{85FEFC20-368C-4804-AF35-776ECB9C6605}" dt="2025-09-22T17:43:37.990" v="919" actId="403"/>
        <pc:sldMkLst>
          <pc:docMk/>
          <pc:sldMk cId="1879621574" sldId="287"/>
        </pc:sldMkLst>
      </pc:sldChg>
      <pc:sldChg chg="addSp modSp del mod setBg">
        <pc:chgData name="Alberto Ruiz" userId="47fa91d207cfb014" providerId="LiveId" clId="{85FEFC20-368C-4804-AF35-776ECB9C6605}" dt="2025-09-26T18:44:33.589" v="1542" actId="47"/>
        <pc:sldMkLst>
          <pc:docMk/>
          <pc:sldMk cId="3977133028" sldId="287"/>
        </pc:sldMkLst>
        <pc:spChg chg="mo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" creationId="{6A198C3D-FA54-AC04-0031-C2EBAD056AF6}"/>
          </ac:spMkLst>
        </pc:spChg>
        <pc:spChg chg="mod">
          <ac:chgData name="Alberto Ruiz" userId="47fa91d207cfb014" providerId="LiveId" clId="{85FEFC20-368C-4804-AF35-776ECB9C6605}" dt="2025-09-26T18:02:25.161" v="1492" actId="403"/>
          <ac:spMkLst>
            <pc:docMk/>
            <pc:sldMk cId="3977133028" sldId="287"/>
            <ac:spMk id="3" creationId="{1090504C-9C4A-DC26-3A0F-2D03AB1058F8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8" creationId="{E38F5530-DA31-4B62-8DF9-56A1A3B6B614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10" creationId="{4AEFAF95-013F-4375-AAF4-033AC93F5550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0" creationId="{FBB336D1-2562-4680-B29B-E22C603C0ED9}"/>
          </ac:spMkLst>
        </pc:spChg>
        <pc:spChg chg="add">
          <ac:chgData name="Alberto Ruiz" userId="47fa91d207cfb014" providerId="LiveId" clId="{85FEFC20-368C-4804-AF35-776ECB9C6605}" dt="2025-09-26T18:02:20.878" v="1487" actId="26606"/>
          <ac:spMkLst>
            <pc:docMk/>
            <pc:sldMk cId="3977133028" sldId="287"/>
            <ac:spMk id="28" creationId="{B4806F9C-3233-4FC3-B300-D5AA58A5CD8F}"/>
          </ac:spMkLst>
        </pc:s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12" creationId="{68735E28-7236-42D8-A5E1-A0F302FE879A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22" creationId="{9EED3885-4010-4FBE-A045-DC59CAE78290}"/>
          </ac:grpSpMkLst>
        </pc:grpChg>
        <pc:grpChg chg="add">
          <ac:chgData name="Alberto Ruiz" userId="47fa91d207cfb014" providerId="LiveId" clId="{85FEFC20-368C-4804-AF35-776ECB9C6605}" dt="2025-09-26T18:02:20.878" v="1487" actId="26606"/>
          <ac:grpSpMkLst>
            <pc:docMk/>
            <pc:sldMk cId="3977133028" sldId="287"/>
            <ac:grpSpMk id="30" creationId="{70E3F9FC-BB7B-433D-8A4F-1BCFA582E019}"/>
          </ac:grpSpMkLst>
        </pc:grpChg>
      </pc:sldChg>
      <pc:sldChg chg="del">
        <pc:chgData name="Alberto Ruiz" userId="47fa91d207cfb014" providerId="LiveId" clId="{85FEFC20-368C-4804-AF35-776ECB9C6605}" dt="2025-09-26T18:44:33.773" v="1543" actId="47"/>
        <pc:sldMkLst>
          <pc:docMk/>
          <pc:sldMk cId="919646098" sldId="288"/>
        </pc:sldMkLst>
      </pc:sldChg>
      <pc:sldChg chg="addSp modSp mod setBg">
        <pc:chgData name="Alberto Ruiz" userId="47fa91d207cfb014" providerId="LiveId" clId="{85FEFC20-368C-4804-AF35-776ECB9C6605}" dt="2025-09-24T16:57:03.453" v="1384" actId="403"/>
        <pc:sldMkLst>
          <pc:docMk/>
          <pc:sldMk cId="935927114" sldId="288"/>
        </pc:sldMkLst>
      </pc:sldChg>
      <pc:sldChg chg="addSp delSp modSp mod setBg">
        <pc:chgData name="Alberto Ruiz" userId="47fa91d207cfb014" providerId="LiveId" clId="{85FEFC20-368C-4804-AF35-776ECB9C6605}" dt="2025-09-22T17:37:26.398" v="830" actId="26606"/>
        <pc:sldMkLst>
          <pc:docMk/>
          <pc:sldMk cId="3830168765" sldId="288"/>
        </pc:sldMkLst>
      </pc:sldChg>
      <pc:sldChg chg="del">
        <pc:chgData name="Alberto Ruiz" userId="47fa91d207cfb014" providerId="LiveId" clId="{85FEFC20-368C-4804-AF35-776ECB9C6605}" dt="2025-09-26T18:44:34.264" v="1546" actId="47"/>
        <pc:sldMkLst>
          <pc:docMk/>
          <pc:sldMk cId="3488073568" sldId="289"/>
        </pc:sldMkLst>
      </pc:sldChg>
      <pc:sldChg chg="addSp modSp mod setBg">
        <pc:chgData name="Alberto Ruiz" userId="47fa91d207cfb014" providerId="LiveId" clId="{85FEFC20-368C-4804-AF35-776ECB9C6605}" dt="2025-09-22T17:50:31.496" v="972" actId="26606"/>
        <pc:sldMkLst>
          <pc:docMk/>
          <pc:sldMk cId="4136905644" sldId="289"/>
        </pc:sldMkLst>
      </pc:sldChg>
      <pc:sldChg chg="addSp modSp mod setBg">
        <pc:chgData name="Alberto Ruiz" userId="47fa91d207cfb014" providerId="LiveId" clId="{85FEFC20-368C-4804-AF35-776ECB9C6605}" dt="2025-09-24T17:06:32.499" v="1435" actId="255"/>
        <pc:sldMkLst>
          <pc:docMk/>
          <pc:sldMk cId="4190714582" sldId="289"/>
        </pc:sldMkLst>
      </pc:sldChg>
      <pc:sldChg chg="addSp modSp new mod">
        <pc:chgData name="Alberto Ruiz" userId="47fa91d207cfb014" providerId="LiveId" clId="{85FEFC20-368C-4804-AF35-776ECB9C6605}" dt="2025-09-22T17:32:08.362" v="651" actId="1076"/>
        <pc:sldMkLst>
          <pc:docMk/>
          <pc:sldMk cId="908033775" sldId="290"/>
        </pc:sldMkLst>
      </pc:sldChg>
      <pc:sldChg chg="del">
        <pc:chgData name="Alberto Ruiz" userId="47fa91d207cfb014" providerId="LiveId" clId="{85FEFC20-368C-4804-AF35-776ECB9C6605}" dt="2025-09-26T18:44:34.785" v="1549" actId="47"/>
        <pc:sldMkLst>
          <pc:docMk/>
          <pc:sldMk cId="1076208217" sldId="290"/>
        </pc:sldMkLst>
      </pc:sldChg>
      <pc:sldChg chg="del">
        <pc:chgData name="Alberto Ruiz" userId="47fa91d207cfb014" providerId="LiveId" clId="{85FEFC20-368C-4804-AF35-776ECB9C6605}" dt="2025-09-26T18:44:32.910" v="1539" actId="47"/>
        <pc:sldMkLst>
          <pc:docMk/>
          <pc:sldMk cId="717368868" sldId="291"/>
        </pc:sldMkLst>
      </pc:sldChg>
      <pc:sldChg chg="addSp modSp new mod setBg">
        <pc:chgData name="Alberto Ruiz" userId="47fa91d207cfb014" providerId="LiveId" clId="{85FEFC20-368C-4804-AF35-776ECB9C6605}" dt="2025-09-22T17:40:39.585" v="866" actId="26606"/>
        <pc:sldMkLst>
          <pc:docMk/>
          <pc:sldMk cId="1166698697" sldId="291"/>
        </pc:sldMkLst>
      </pc:sldChg>
      <pc:sldChg chg="addSp delSp modSp new mod setBg">
        <pc:chgData name="Alberto Ruiz" userId="47fa91d207cfb014" providerId="LiveId" clId="{85FEFC20-368C-4804-AF35-776ECB9C6605}" dt="2025-09-22T17:40:43.425" v="867" actId="26606"/>
        <pc:sldMkLst>
          <pc:docMk/>
          <pc:sldMk cId="1202599591" sldId="292"/>
        </pc:sldMkLst>
      </pc:sldChg>
      <pc:sldChg chg="addSp delSp modSp del mod">
        <pc:chgData name="Alberto Ruiz" userId="47fa91d207cfb014" providerId="LiveId" clId="{85FEFC20-368C-4804-AF35-776ECB9C6605}" dt="2025-09-26T18:44:32.551" v="1538" actId="47"/>
        <pc:sldMkLst>
          <pc:docMk/>
          <pc:sldMk cId="3549070555" sldId="292"/>
        </pc:sldMkLst>
        <pc:spChg chg="mo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" creationId="{10CDC202-9831-BD49-5B03-756BB1D600D7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17" creationId="{1C799903-48D5-4A31-A1A2-541072D9771E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1" creationId="{E1B96AD6-92A9-4273-A62B-96A1C3E0BA95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3" creationId="{463EEC44-1BA3-44ED-81FC-A644B04B2A44}"/>
          </ac:spMkLst>
        </pc:spChg>
        <pc:spChg chg="del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28" creationId="{8EFFF109-FC58-4FD3-BE05-9775A1310F55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4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6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38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48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2:29.737" v="1493" actId="26606"/>
          <ac:spMkLst>
            <pc:docMk/>
            <pc:sldMk cId="3549070555" sldId="292"/>
            <ac:spMk id="62" creationId="{C8D9C5DD-B8B3-46A0-8FBC-EE462F96C4E5}"/>
          </ac:spMkLst>
        </pc:spChg>
      </pc:sldChg>
      <pc:sldChg chg="addSp delSp modSp new mod setBg">
        <pc:chgData name="Alberto Ruiz" userId="47fa91d207cfb014" providerId="LiveId" clId="{85FEFC20-368C-4804-AF35-776ECB9C6605}" dt="2025-09-22T17:41:06.240" v="872" actId="26606"/>
        <pc:sldMkLst>
          <pc:docMk/>
          <pc:sldMk cId="1002008813" sldId="293"/>
        </pc:sldMkLst>
      </pc:sldChg>
      <pc:sldChg chg="del">
        <pc:chgData name="Alberto Ruiz" userId="47fa91d207cfb014" providerId="LiveId" clId="{85FEFC20-368C-4804-AF35-776ECB9C6605}" dt="2025-09-26T18:44:33.928" v="1544" actId="47"/>
        <pc:sldMkLst>
          <pc:docMk/>
          <pc:sldMk cId="2026987855" sldId="293"/>
        </pc:sldMkLst>
      </pc:sldChg>
      <pc:sldChg chg="addSp delSp modSp mod setBg">
        <pc:chgData name="Alberto Ruiz" userId="47fa91d207cfb014" providerId="LiveId" clId="{85FEFC20-368C-4804-AF35-776ECB9C6605}" dt="2025-09-24T16:26:24.796" v="1156" actId="20577"/>
        <pc:sldMkLst>
          <pc:docMk/>
          <pc:sldMk cId="542680462" sldId="294"/>
        </pc:sldMkLst>
      </pc:sldChg>
      <pc:sldChg chg="del">
        <pc:chgData name="Alberto Ruiz" userId="47fa91d207cfb014" providerId="LiveId" clId="{85FEFC20-368C-4804-AF35-776ECB9C6605}" dt="2025-09-26T18:44:34.129" v="1545" actId="47"/>
        <pc:sldMkLst>
          <pc:docMk/>
          <pc:sldMk cId="639800024" sldId="294"/>
        </pc:sldMkLst>
      </pc:sldChg>
      <pc:sldChg chg="addSp modSp new mod setBg">
        <pc:chgData name="Alberto Ruiz" userId="47fa91d207cfb014" providerId="LiveId" clId="{85FEFC20-368C-4804-AF35-776ECB9C6605}" dt="2025-09-22T17:41:11.634" v="873" actId="26606"/>
        <pc:sldMkLst>
          <pc:docMk/>
          <pc:sldMk cId="1442277376" sldId="294"/>
        </pc:sldMkLst>
      </pc:sldChg>
      <pc:sldChg chg="addSp modSp new mod">
        <pc:chgData name="Alberto Ruiz" userId="47fa91d207cfb014" providerId="LiveId" clId="{85FEFC20-368C-4804-AF35-776ECB9C6605}" dt="2025-09-22T17:42:43.750" v="903" actId="1076"/>
        <pc:sldMkLst>
          <pc:docMk/>
          <pc:sldMk cId="77324183" sldId="295"/>
        </pc:sldMkLst>
      </pc:sldChg>
      <pc:sldChg chg="del">
        <pc:chgData name="Alberto Ruiz" userId="47fa91d207cfb014" providerId="LiveId" clId="{85FEFC20-368C-4804-AF35-776ECB9C6605}" dt="2025-09-26T18:44:34.438" v="1547" actId="47"/>
        <pc:sldMkLst>
          <pc:docMk/>
          <pc:sldMk cId="358328665" sldId="295"/>
        </pc:sldMkLst>
      </pc:sldChg>
      <pc:sldChg chg="addSp modSp new mod setBg">
        <pc:chgData name="Alberto Ruiz" userId="47fa91d207cfb014" providerId="LiveId" clId="{85FEFC20-368C-4804-AF35-776ECB9C6605}" dt="2025-09-24T16:18:28.362" v="1093" actId="26606"/>
        <pc:sldMkLst>
          <pc:docMk/>
          <pc:sldMk cId="2686958983" sldId="295"/>
        </pc:sldMkLst>
      </pc:sldChg>
      <pc:sldChg chg="addSp new">
        <pc:chgData name="Alberto Ruiz" userId="47fa91d207cfb014" providerId="LiveId" clId="{85FEFC20-368C-4804-AF35-776ECB9C6605}" dt="2025-09-22T17:46:04.128" v="922"/>
        <pc:sldMkLst>
          <pc:docMk/>
          <pc:sldMk cId="750532084" sldId="296"/>
        </pc:sldMkLst>
      </pc:sldChg>
      <pc:sldChg chg="del">
        <pc:chgData name="Alberto Ruiz" userId="47fa91d207cfb014" providerId="LiveId" clId="{85FEFC20-368C-4804-AF35-776ECB9C6605}" dt="2025-09-26T18:44:34.621" v="1548" actId="47"/>
        <pc:sldMkLst>
          <pc:docMk/>
          <pc:sldMk cId="2346028996" sldId="296"/>
        </pc:sldMkLst>
      </pc:sldChg>
      <pc:sldChg chg="addSp modSp new mod setBg">
        <pc:chgData name="Alberto Ruiz" userId="47fa91d207cfb014" providerId="LiveId" clId="{85FEFC20-368C-4804-AF35-776ECB9C6605}" dt="2025-09-24T16:18:32.566" v="1094" actId="26606"/>
        <pc:sldMkLst>
          <pc:docMk/>
          <pc:sldMk cId="3665212363" sldId="296"/>
        </pc:sldMkLst>
      </pc:sldChg>
      <pc:sldChg chg="addSp modSp new mod setBg">
        <pc:chgData name="Alberto Ruiz" userId="47fa91d207cfb014" providerId="LiveId" clId="{85FEFC20-368C-4804-AF35-776ECB9C6605}" dt="2025-09-22T17:47:40.036" v="942" actId="26606"/>
        <pc:sldMkLst>
          <pc:docMk/>
          <pc:sldMk cId="77769760" sldId="297"/>
        </pc:sldMkLst>
      </pc:sldChg>
      <pc:sldChg chg="del">
        <pc:chgData name="Alberto Ruiz" userId="47fa91d207cfb014" providerId="LiveId" clId="{85FEFC20-368C-4804-AF35-776ECB9C6605}" dt="2025-09-26T18:44:34.972" v="1550" actId="47"/>
        <pc:sldMkLst>
          <pc:docMk/>
          <pc:sldMk cId="3546312765" sldId="297"/>
        </pc:sldMkLst>
      </pc:sldChg>
      <pc:sldChg chg="addSp modSp add mod setBg">
        <pc:chgData name="Alberto Ruiz" userId="47fa91d207cfb014" providerId="LiveId" clId="{85FEFC20-368C-4804-AF35-776ECB9C6605}" dt="2025-09-24T16:21:23.865" v="1125" actId="26606"/>
        <pc:sldMkLst>
          <pc:docMk/>
          <pc:sldMk cId="3615449401" sldId="297"/>
        </pc:sldMkLst>
      </pc:sldChg>
      <pc:sldChg chg="addSp modSp new mod setBg">
        <pc:chgData name="Alberto Ruiz" userId="47fa91d207cfb014" providerId="LiveId" clId="{85FEFC20-368C-4804-AF35-776ECB9C6605}" dt="2025-09-22T17:50:34.819" v="973" actId="26606"/>
        <pc:sldMkLst>
          <pc:docMk/>
          <pc:sldMk cId="91347579" sldId="298"/>
        </pc:sldMkLst>
      </pc:sldChg>
      <pc:sldChg chg="addSp modSp new mod setBg">
        <pc:chgData name="Alberto Ruiz" userId="47fa91d207cfb014" providerId="LiveId" clId="{85FEFC20-368C-4804-AF35-776ECB9C6605}" dt="2025-09-24T16:44:33.355" v="1252" actId="26606"/>
        <pc:sldMkLst>
          <pc:docMk/>
          <pc:sldMk cId="699358039" sldId="298"/>
        </pc:sldMkLst>
      </pc:sldChg>
      <pc:sldChg chg="del">
        <pc:chgData name="Alberto Ruiz" userId="47fa91d207cfb014" providerId="LiveId" clId="{85FEFC20-368C-4804-AF35-776ECB9C6605}" dt="2025-09-26T18:44:35.135" v="1551" actId="47"/>
        <pc:sldMkLst>
          <pc:docMk/>
          <pc:sldMk cId="4248455701" sldId="298"/>
        </pc:sldMkLst>
      </pc:sldChg>
      <pc:sldChg chg="addSp modSp new mod setBg">
        <pc:chgData name="Alberto Ruiz" userId="47fa91d207cfb014" providerId="LiveId" clId="{85FEFC20-368C-4804-AF35-776ECB9C6605}" dt="2025-09-22T17:50:40.693" v="974" actId="26606"/>
        <pc:sldMkLst>
          <pc:docMk/>
          <pc:sldMk cId="1217792650" sldId="299"/>
        </pc:sldMkLst>
      </pc:sldChg>
      <pc:sldChg chg="addSp delSp modSp new mod setBg">
        <pc:chgData name="Alberto Ruiz" userId="47fa91d207cfb014" providerId="LiveId" clId="{85FEFC20-368C-4804-AF35-776ECB9C6605}" dt="2025-09-24T16:44:36.987" v="1253" actId="26606"/>
        <pc:sldMkLst>
          <pc:docMk/>
          <pc:sldMk cId="1304951473" sldId="299"/>
        </pc:sldMkLst>
      </pc:sldChg>
      <pc:sldChg chg="del">
        <pc:chgData name="Alberto Ruiz" userId="47fa91d207cfb014" providerId="LiveId" clId="{85FEFC20-368C-4804-AF35-776ECB9C6605}" dt="2025-09-26T18:44:35.309" v="1552" actId="47"/>
        <pc:sldMkLst>
          <pc:docMk/>
          <pc:sldMk cId="1389147976" sldId="299"/>
        </pc:sldMkLst>
      </pc:sldChg>
      <pc:sldChg chg="addSp delSp modSp new mod setBg">
        <pc:chgData name="Alberto Ruiz" userId="47fa91d207cfb014" providerId="LiveId" clId="{85FEFC20-368C-4804-AF35-776ECB9C6605}" dt="2025-09-24T16:51:29.950" v="1349" actId="26606"/>
        <pc:sldMkLst>
          <pc:docMk/>
          <pc:sldMk cId="2259716126" sldId="300"/>
        </pc:sldMkLst>
      </pc:sldChg>
      <pc:sldChg chg="addSp delSp modSp new mod setBg">
        <pc:chgData name="Alberto Ruiz" userId="47fa91d207cfb014" providerId="LiveId" clId="{85FEFC20-368C-4804-AF35-776ECB9C6605}" dt="2025-09-22T17:50:48.851" v="975" actId="26606"/>
        <pc:sldMkLst>
          <pc:docMk/>
          <pc:sldMk cId="2365938747" sldId="300"/>
        </pc:sldMkLst>
      </pc:sldChg>
      <pc:sldChg chg="modSp del mod">
        <pc:chgData name="Alberto Ruiz" userId="47fa91d207cfb014" providerId="LiveId" clId="{85FEFC20-368C-4804-AF35-776ECB9C6605}" dt="2025-09-26T18:44:35.485" v="1553" actId="47"/>
        <pc:sldMkLst>
          <pc:docMk/>
          <pc:sldMk cId="2376632157" sldId="300"/>
        </pc:sldMkLst>
        <pc:spChg chg="mod">
          <ac:chgData name="Alberto Ruiz" userId="47fa91d207cfb014" providerId="LiveId" clId="{85FEFC20-368C-4804-AF35-776ECB9C6605}" dt="2025-09-26T18:00:51.274" v="1485" actId="27636"/>
          <ac:spMkLst>
            <pc:docMk/>
            <pc:sldMk cId="2376632157" sldId="300"/>
            <ac:spMk id="3" creationId="{5F8A60E6-EC61-7E72-A404-DC03CAB860FF}"/>
          </ac:spMkLst>
        </pc:spChg>
      </pc:sldChg>
      <pc:sldChg chg="addSp modSp new mod setBg">
        <pc:chgData name="Alberto Ruiz" userId="47fa91d207cfb014" providerId="LiveId" clId="{85FEFC20-368C-4804-AF35-776ECB9C6605}" dt="2025-09-24T16:52:03.591" v="1365" actId="14100"/>
        <pc:sldMkLst>
          <pc:docMk/>
          <pc:sldMk cId="972017034" sldId="301"/>
        </pc:sldMkLst>
      </pc:sldChg>
      <pc:sldChg chg="del">
        <pc:chgData name="Alberto Ruiz" userId="47fa91d207cfb014" providerId="LiveId" clId="{85FEFC20-368C-4804-AF35-776ECB9C6605}" dt="2025-09-26T18:44:35.819" v="1555" actId="47"/>
        <pc:sldMkLst>
          <pc:docMk/>
          <pc:sldMk cId="2524489765" sldId="301"/>
        </pc:sldMkLst>
      </pc:sldChg>
      <pc:sldChg chg="modSp add mod">
        <pc:chgData name="Alberto Ruiz" userId="47fa91d207cfb014" providerId="LiveId" clId="{85FEFC20-368C-4804-AF35-776ECB9C6605}" dt="2025-09-24T16:57:28.022" v="1396" actId="403"/>
        <pc:sldMkLst>
          <pc:docMk/>
          <pc:sldMk cId="3291211572" sldId="302"/>
        </pc:sldMkLst>
      </pc:sldChg>
      <pc:sldChg chg="del">
        <pc:chgData name="Alberto Ruiz" userId="47fa91d207cfb014" providerId="LiveId" clId="{85FEFC20-368C-4804-AF35-776ECB9C6605}" dt="2025-09-26T18:44:36.580" v="1556" actId="47"/>
        <pc:sldMkLst>
          <pc:docMk/>
          <pc:sldMk cId="4288825576" sldId="302"/>
        </pc:sldMkLst>
      </pc:sldChg>
      <pc:sldChg chg="addSp modSp new del mod setBg">
        <pc:chgData name="Alberto Ruiz" userId="47fa91d207cfb014" providerId="LiveId" clId="{85FEFC20-368C-4804-AF35-776ECB9C6605}" dt="2025-09-26T18:44:35.655" v="1554" actId="47"/>
        <pc:sldMkLst>
          <pc:docMk/>
          <pc:sldMk cId="313862045" sldId="303"/>
        </pc:sldMkLst>
        <pc:spChg chg="mod">
          <ac:chgData name="Alberto Ruiz" userId="47fa91d207cfb014" providerId="LiveId" clId="{85FEFC20-368C-4804-AF35-776ECB9C6605}" dt="2025-09-26T18:00:36.312" v="1483"/>
          <ac:spMkLst>
            <pc:docMk/>
            <pc:sldMk cId="313862045" sldId="303"/>
            <ac:spMk id="2" creationId="{394CF634-3EFA-F874-BD43-189187A2D466}"/>
          </ac:spMkLst>
        </pc:spChg>
        <pc:spChg chg="mod">
          <ac:chgData name="Alberto Ruiz" userId="47fa91d207cfb014" providerId="LiveId" clId="{85FEFC20-368C-4804-AF35-776ECB9C6605}" dt="2025-09-26T18:00:35.058" v="1482" actId="21"/>
          <ac:spMkLst>
            <pc:docMk/>
            <pc:sldMk cId="313862045" sldId="303"/>
            <ac:spMk id="3" creationId="{EEAA0D6F-0FAE-1EB3-94C3-666F8BBC1974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8" creationId="{5112AC23-F046-4DC5-9B92-07CA6CC7C580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0" creationId="{175AAFE7-143D-45AC-B616-09521E0F5597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12" creationId="{0BA5DB72-E109-4D37-B6DD-C328D539705B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22" creationId="{EB2D1A1F-B200-4444-AE01-EFC97AF7B51F}"/>
          </ac:spMkLst>
        </pc:spChg>
        <pc:spChg chg="add">
          <ac:chgData name="Alberto Ruiz" userId="47fa91d207cfb014" providerId="LiveId" clId="{85FEFC20-368C-4804-AF35-776ECB9C6605}" dt="2025-09-26T18:00:32.357" v="1481" actId="26606"/>
          <ac:spMkLst>
            <pc:docMk/>
            <pc:sldMk cId="313862045" sldId="303"/>
            <ac:spMk id="36" creationId="{C8D9C5DD-B8B3-46A0-8FBC-EE462F96C4E5}"/>
          </ac:spMkLst>
        </pc:s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14" creationId="{7C34EE77-74D1-42B4-801B-40B35A68C127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24" creationId="{70E4CB9D-2256-4786-8DDF-ADFBF3533745}"/>
          </ac:grpSpMkLst>
        </pc:grpChg>
        <pc:grpChg chg="add">
          <ac:chgData name="Alberto Ruiz" userId="47fa91d207cfb014" providerId="LiveId" clId="{85FEFC20-368C-4804-AF35-776ECB9C6605}" dt="2025-09-26T18:00:32.357" v="1481" actId="26606"/>
          <ac:grpSpMkLst>
            <pc:docMk/>
            <pc:sldMk cId="313862045" sldId="303"/>
            <ac:grpSpMk id="30" creationId="{568E6F37-AE05-46BF-A77F-5505926E92C6}"/>
          </ac:grpSpMkLst>
        </pc:grpChg>
      </pc:sldChg>
      <pc:sldChg chg="addSp modSp new mod setBg">
        <pc:chgData name="Alberto Ruiz" userId="47fa91d207cfb014" providerId="LiveId" clId="{85FEFC20-368C-4804-AF35-776ECB9C6605}" dt="2025-09-24T17:06:47.714" v="1439" actId="255"/>
        <pc:sldMkLst>
          <pc:docMk/>
          <pc:sldMk cId="2930059075" sldId="303"/>
        </pc:sldMkLst>
      </pc:sldChg>
      <pc:sldChg chg="addSp modSp new mod setBg">
        <pc:chgData name="Alberto Ruiz" userId="47fa91d207cfb014" providerId="LiveId" clId="{85FEFC20-368C-4804-AF35-776ECB9C6605}" dt="2025-09-24T17:06:50.787" v="1440" actId="26606"/>
        <pc:sldMkLst>
          <pc:docMk/>
          <pc:sldMk cId="4195051442" sldId="304"/>
        </pc:sldMkLst>
      </pc:sldChg>
      <pc:sldChg chg="addSp modSp new mod setBg">
        <pc:chgData name="Alberto Ruiz" userId="47fa91d207cfb014" providerId="LiveId" clId="{85FEFC20-368C-4804-AF35-776ECB9C6605}" dt="2025-09-24T17:07:59.334" v="1475" actId="255"/>
        <pc:sldMkLst>
          <pc:docMk/>
          <pc:sldMk cId="167883628" sldId="305"/>
        </pc:sldMkLst>
      </pc:sldChg>
      <pc:sldChg chg="new">
        <pc:chgData name="Alberto Ruiz" userId="47fa91d207cfb014" providerId="LiveId" clId="{85FEFC20-368C-4804-AF35-776ECB9C6605}" dt="2025-09-24T17:08:02.113" v="1476" actId="680"/>
        <pc:sldMkLst>
          <pc:docMk/>
          <pc:sldMk cId="2722454959" sldId="30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6D21C2-59F8-4144-929C-815809EBEE5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7B57F1-4EAE-4F33-84E4-2FA6577B3EE7}">
      <dgm:prSet/>
      <dgm:spPr/>
      <dgm:t>
        <a:bodyPr/>
        <a:lstStyle/>
        <a:p>
          <a:r>
            <a:rPr lang="en-US"/>
            <a:t>• Netfilter: subsistema del kernel de Linux que filtra y manipula paquetes.</a:t>
          </a:r>
        </a:p>
      </dgm:t>
    </dgm:pt>
    <dgm:pt modelId="{5A1BD48E-BF12-4247-8149-B591DF42A3F4}" type="parTrans" cxnId="{C68B5B1A-44CB-42B6-B23D-5FBBEEA28138}">
      <dgm:prSet/>
      <dgm:spPr/>
      <dgm:t>
        <a:bodyPr/>
        <a:lstStyle/>
        <a:p>
          <a:endParaRPr lang="en-US"/>
        </a:p>
      </dgm:t>
    </dgm:pt>
    <dgm:pt modelId="{4368D007-F9A6-457A-824B-F85DAB7DFC0B}" type="sibTrans" cxnId="{C68B5B1A-44CB-42B6-B23D-5FBBEEA28138}">
      <dgm:prSet/>
      <dgm:spPr/>
      <dgm:t>
        <a:bodyPr/>
        <a:lstStyle/>
        <a:p>
          <a:endParaRPr lang="en-US"/>
        </a:p>
      </dgm:t>
    </dgm:pt>
    <dgm:pt modelId="{F589DDC5-B944-45F9-98B2-B5664A0E7BFF}">
      <dgm:prSet/>
      <dgm:spPr/>
      <dgm:t>
        <a:bodyPr/>
        <a:lstStyle/>
        <a:p>
          <a:r>
            <a:rPr lang="en-US"/>
            <a:t>• iptables: herramienta de comandos para configurar Netfilter.</a:t>
          </a:r>
        </a:p>
      </dgm:t>
    </dgm:pt>
    <dgm:pt modelId="{6747994B-69A7-47FB-B638-7C2A56EAAD1D}" type="parTrans" cxnId="{DDE4D08B-5F79-424B-BFCB-C6724D9006B0}">
      <dgm:prSet/>
      <dgm:spPr/>
      <dgm:t>
        <a:bodyPr/>
        <a:lstStyle/>
        <a:p>
          <a:endParaRPr lang="en-US"/>
        </a:p>
      </dgm:t>
    </dgm:pt>
    <dgm:pt modelId="{8729AA13-8826-4A0A-AC89-BBED91150E23}" type="sibTrans" cxnId="{DDE4D08B-5F79-424B-BFCB-C6724D9006B0}">
      <dgm:prSet/>
      <dgm:spPr/>
      <dgm:t>
        <a:bodyPr/>
        <a:lstStyle/>
        <a:p>
          <a:endParaRPr lang="en-US"/>
        </a:p>
      </dgm:t>
    </dgm:pt>
    <dgm:pt modelId="{3249D7B5-CB5F-45A0-A84B-E0DC5BA57527}">
      <dgm:prSet/>
      <dgm:spPr/>
      <dgm:t>
        <a:bodyPr/>
        <a:lstStyle/>
        <a:p>
          <a:r>
            <a:rPr lang="en-US"/>
            <a:t>• Reglas agrupadas en cadenas y tablas.</a:t>
          </a:r>
        </a:p>
      </dgm:t>
    </dgm:pt>
    <dgm:pt modelId="{CBED95E1-8E07-46BC-991B-B16622DCE852}" type="parTrans" cxnId="{8117C11A-177C-4125-995C-1E9920A173F8}">
      <dgm:prSet/>
      <dgm:spPr/>
      <dgm:t>
        <a:bodyPr/>
        <a:lstStyle/>
        <a:p>
          <a:endParaRPr lang="en-US"/>
        </a:p>
      </dgm:t>
    </dgm:pt>
    <dgm:pt modelId="{DC190C62-9C54-4201-8DF2-92905BB7B006}" type="sibTrans" cxnId="{8117C11A-177C-4125-995C-1E9920A173F8}">
      <dgm:prSet/>
      <dgm:spPr/>
      <dgm:t>
        <a:bodyPr/>
        <a:lstStyle/>
        <a:p>
          <a:endParaRPr lang="en-US"/>
        </a:p>
      </dgm:t>
    </dgm:pt>
    <dgm:pt modelId="{C01F45D1-1495-4068-9DD7-F0CC718ACB46}" type="pres">
      <dgm:prSet presAssocID="{B26D21C2-59F8-4144-929C-815809EBEE52}" presName="root" presStyleCnt="0">
        <dgm:presLayoutVars>
          <dgm:dir/>
          <dgm:resizeHandles val="exact"/>
        </dgm:presLayoutVars>
      </dgm:prSet>
      <dgm:spPr/>
    </dgm:pt>
    <dgm:pt modelId="{2ED36A4A-C11B-4972-8B3F-602EA16E24E1}" type="pres">
      <dgm:prSet presAssocID="{D07B57F1-4EAE-4F33-84E4-2FA6577B3EE7}" presName="compNode" presStyleCnt="0"/>
      <dgm:spPr/>
    </dgm:pt>
    <dgm:pt modelId="{0A03B8E4-7BAA-4997-B06A-92255F2D7228}" type="pres">
      <dgm:prSet presAssocID="{D07B57F1-4EAE-4F33-84E4-2FA6577B3EE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6F4E39EB-3631-4C14-95E8-DCD55C4C5CAD}" type="pres">
      <dgm:prSet presAssocID="{D07B57F1-4EAE-4F33-84E4-2FA6577B3EE7}" presName="spaceRect" presStyleCnt="0"/>
      <dgm:spPr/>
    </dgm:pt>
    <dgm:pt modelId="{B775021C-63B3-4ED9-9C3F-D2CFB8318701}" type="pres">
      <dgm:prSet presAssocID="{D07B57F1-4EAE-4F33-84E4-2FA6577B3EE7}" presName="textRect" presStyleLbl="revTx" presStyleIdx="0" presStyleCnt="3">
        <dgm:presLayoutVars>
          <dgm:chMax val="1"/>
          <dgm:chPref val="1"/>
        </dgm:presLayoutVars>
      </dgm:prSet>
      <dgm:spPr/>
    </dgm:pt>
    <dgm:pt modelId="{16D950FE-857F-45F0-9A7D-C03911975873}" type="pres">
      <dgm:prSet presAssocID="{4368D007-F9A6-457A-824B-F85DAB7DFC0B}" presName="sibTrans" presStyleCnt="0"/>
      <dgm:spPr/>
    </dgm:pt>
    <dgm:pt modelId="{05EC7302-E132-48CF-985B-C2CD409C68A2}" type="pres">
      <dgm:prSet presAssocID="{F589DDC5-B944-45F9-98B2-B5664A0E7BFF}" presName="compNode" presStyleCnt="0"/>
      <dgm:spPr/>
    </dgm:pt>
    <dgm:pt modelId="{2A1FB31A-3A41-47E4-AB4B-7A784F8483DD}" type="pres">
      <dgm:prSet presAssocID="{F589DDC5-B944-45F9-98B2-B5664A0E7BF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1575AAC5-C6AB-4A86-8986-B0BD61944EB4}" type="pres">
      <dgm:prSet presAssocID="{F589DDC5-B944-45F9-98B2-B5664A0E7BFF}" presName="spaceRect" presStyleCnt="0"/>
      <dgm:spPr/>
    </dgm:pt>
    <dgm:pt modelId="{48F9014A-27A2-4F98-8179-FB55864D9FE0}" type="pres">
      <dgm:prSet presAssocID="{F589DDC5-B944-45F9-98B2-B5664A0E7BFF}" presName="textRect" presStyleLbl="revTx" presStyleIdx="1" presStyleCnt="3">
        <dgm:presLayoutVars>
          <dgm:chMax val="1"/>
          <dgm:chPref val="1"/>
        </dgm:presLayoutVars>
      </dgm:prSet>
      <dgm:spPr/>
    </dgm:pt>
    <dgm:pt modelId="{44A55187-335F-4F4D-8875-E768B4327AFA}" type="pres">
      <dgm:prSet presAssocID="{8729AA13-8826-4A0A-AC89-BBED91150E23}" presName="sibTrans" presStyleCnt="0"/>
      <dgm:spPr/>
    </dgm:pt>
    <dgm:pt modelId="{57E0F083-A568-4978-863D-2925D024F450}" type="pres">
      <dgm:prSet presAssocID="{3249D7B5-CB5F-45A0-A84B-E0DC5BA57527}" presName="compNode" presStyleCnt="0"/>
      <dgm:spPr/>
    </dgm:pt>
    <dgm:pt modelId="{E3E5E6FF-70D3-4EAE-AB03-C0CDA6479E88}" type="pres">
      <dgm:prSet presAssocID="{3249D7B5-CB5F-45A0-A84B-E0DC5BA5752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F34D5CF3-3E7A-499B-BC7B-B200D104E4AA}" type="pres">
      <dgm:prSet presAssocID="{3249D7B5-CB5F-45A0-A84B-E0DC5BA57527}" presName="spaceRect" presStyleCnt="0"/>
      <dgm:spPr/>
    </dgm:pt>
    <dgm:pt modelId="{9D369F35-EFBA-42BF-BD84-4DC08D88873E}" type="pres">
      <dgm:prSet presAssocID="{3249D7B5-CB5F-45A0-A84B-E0DC5BA5752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68B5B1A-44CB-42B6-B23D-5FBBEEA28138}" srcId="{B26D21C2-59F8-4144-929C-815809EBEE52}" destId="{D07B57F1-4EAE-4F33-84E4-2FA6577B3EE7}" srcOrd="0" destOrd="0" parTransId="{5A1BD48E-BF12-4247-8149-B591DF42A3F4}" sibTransId="{4368D007-F9A6-457A-824B-F85DAB7DFC0B}"/>
    <dgm:cxn modelId="{8117C11A-177C-4125-995C-1E9920A173F8}" srcId="{B26D21C2-59F8-4144-929C-815809EBEE52}" destId="{3249D7B5-CB5F-45A0-A84B-E0DC5BA57527}" srcOrd="2" destOrd="0" parTransId="{CBED95E1-8E07-46BC-991B-B16622DCE852}" sibTransId="{DC190C62-9C54-4201-8DF2-92905BB7B006}"/>
    <dgm:cxn modelId="{A8F4FF68-5AC9-426B-B357-8EC734E09622}" type="presOf" srcId="{F589DDC5-B944-45F9-98B2-B5664A0E7BFF}" destId="{48F9014A-27A2-4F98-8179-FB55864D9FE0}" srcOrd="0" destOrd="0" presId="urn:microsoft.com/office/officeart/2018/2/layout/IconLabelList"/>
    <dgm:cxn modelId="{DDE4D08B-5F79-424B-BFCB-C6724D9006B0}" srcId="{B26D21C2-59F8-4144-929C-815809EBEE52}" destId="{F589DDC5-B944-45F9-98B2-B5664A0E7BFF}" srcOrd="1" destOrd="0" parTransId="{6747994B-69A7-47FB-B638-7C2A56EAAD1D}" sibTransId="{8729AA13-8826-4A0A-AC89-BBED91150E23}"/>
    <dgm:cxn modelId="{473E5891-1E97-42FD-AAFA-254EF87029F9}" type="presOf" srcId="{B26D21C2-59F8-4144-929C-815809EBEE52}" destId="{C01F45D1-1495-4068-9DD7-F0CC718ACB46}" srcOrd="0" destOrd="0" presId="urn:microsoft.com/office/officeart/2018/2/layout/IconLabelList"/>
    <dgm:cxn modelId="{620A999A-1718-4CBC-81AC-1F9C53C78490}" type="presOf" srcId="{D07B57F1-4EAE-4F33-84E4-2FA6577B3EE7}" destId="{B775021C-63B3-4ED9-9C3F-D2CFB8318701}" srcOrd="0" destOrd="0" presId="urn:microsoft.com/office/officeart/2018/2/layout/IconLabelList"/>
    <dgm:cxn modelId="{CB87F4EA-3D05-4358-8AC1-05F02CA67AE6}" type="presOf" srcId="{3249D7B5-CB5F-45A0-A84B-E0DC5BA57527}" destId="{9D369F35-EFBA-42BF-BD84-4DC08D88873E}" srcOrd="0" destOrd="0" presId="urn:microsoft.com/office/officeart/2018/2/layout/IconLabelList"/>
    <dgm:cxn modelId="{005C5C90-73A2-4528-8FF0-E14F607B1152}" type="presParOf" srcId="{C01F45D1-1495-4068-9DD7-F0CC718ACB46}" destId="{2ED36A4A-C11B-4972-8B3F-602EA16E24E1}" srcOrd="0" destOrd="0" presId="urn:microsoft.com/office/officeart/2018/2/layout/IconLabelList"/>
    <dgm:cxn modelId="{1612BBF1-7A29-4BE5-BBB9-8CF1C2B3C567}" type="presParOf" srcId="{2ED36A4A-C11B-4972-8B3F-602EA16E24E1}" destId="{0A03B8E4-7BAA-4997-B06A-92255F2D7228}" srcOrd="0" destOrd="0" presId="urn:microsoft.com/office/officeart/2018/2/layout/IconLabelList"/>
    <dgm:cxn modelId="{F3FBCE2C-7F87-4155-AA85-1E79E0B982AC}" type="presParOf" srcId="{2ED36A4A-C11B-4972-8B3F-602EA16E24E1}" destId="{6F4E39EB-3631-4C14-95E8-DCD55C4C5CAD}" srcOrd="1" destOrd="0" presId="urn:microsoft.com/office/officeart/2018/2/layout/IconLabelList"/>
    <dgm:cxn modelId="{431C8C1C-20C8-4BD0-B1F1-5906E6ABD805}" type="presParOf" srcId="{2ED36A4A-C11B-4972-8B3F-602EA16E24E1}" destId="{B775021C-63B3-4ED9-9C3F-D2CFB8318701}" srcOrd="2" destOrd="0" presId="urn:microsoft.com/office/officeart/2018/2/layout/IconLabelList"/>
    <dgm:cxn modelId="{C0BEDFAA-7367-4155-8126-6F085F69E11C}" type="presParOf" srcId="{C01F45D1-1495-4068-9DD7-F0CC718ACB46}" destId="{16D950FE-857F-45F0-9A7D-C03911975873}" srcOrd="1" destOrd="0" presId="urn:microsoft.com/office/officeart/2018/2/layout/IconLabelList"/>
    <dgm:cxn modelId="{9477AB41-60B1-4534-A7C7-104F100AE50D}" type="presParOf" srcId="{C01F45D1-1495-4068-9DD7-F0CC718ACB46}" destId="{05EC7302-E132-48CF-985B-C2CD409C68A2}" srcOrd="2" destOrd="0" presId="urn:microsoft.com/office/officeart/2018/2/layout/IconLabelList"/>
    <dgm:cxn modelId="{335FB0F0-EBA0-478C-AA2C-40860652EAA5}" type="presParOf" srcId="{05EC7302-E132-48CF-985B-C2CD409C68A2}" destId="{2A1FB31A-3A41-47E4-AB4B-7A784F8483DD}" srcOrd="0" destOrd="0" presId="urn:microsoft.com/office/officeart/2018/2/layout/IconLabelList"/>
    <dgm:cxn modelId="{FFB77CDA-B216-4296-B34A-C1E184D6AEA0}" type="presParOf" srcId="{05EC7302-E132-48CF-985B-C2CD409C68A2}" destId="{1575AAC5-C6AB-4A86-8986-B0BD61944EB4}" srcOrd="1" destOrd="0" presId="urn:microsoft.com/office/officeart/2018/2/layout/IconLabelList"/>
    <dgm:cxn modelId="{780491C1-830D-42FA-8A4F-3A581E84DEB7}" type="presParOf" srcId="{05EC7302-E132-48CF-985B-C2CD409C68A2}" destId="{48F9014A-27A2-4F98-8179-FB55864D9FE0}" srcOrd="2" destOrd="0" presId="urn:microsoft.com/office/officeart/2018/2/layout/IconLabelList"/>
    <dgm:cxn modelId="{861896DB-A6EE-44ED-8C20-57E1B66D292C}" type="presParOf" srcId="{C01F45D1-1495-4068-9DD7-F0CC718ACB46}" destId="{44A55187-335F-4F4D-8875-E768B4327AFA}" srcOrd="3" destOrd="0" presId="urn:microsoft.com/office/officeart/2018/2/layout/IconLabelList"/>
    <dgm:cxn modelId="{2258BEB5-7103-4C9D-8CEE-7E3F09166E79}" type="presParOf" srcId="{C01F45D1-1495-4068-9DD7-F0CC718ACB46}" destId="{57E0F083-A568-4978-863D-2925D024F450}" srcOrd="4" destOrd="0" presId="urn:microsoft.com/office/officeart/2018/2/layout/IconLabelList"/>
    <dgm:cxn modelId="{76ABCE16-C483-436C-A921-7DE931538F26}" type="presParOf" srcId="{57E0F083-A568-4978-863D-2925D024F450}" destId="{E3E5E6FF-70D3-4EAE-AB03-C0CDA6479E88}" srcOrd="0" destOrd="0" presId="urn:microsoft.com/office/officeart/2018/2/layout/IconLabelList"/>
    <dgm:cxn modelId="{A1134286-2A6F-4210-9C3F-9A6520A70B63}" type="presParOf" srcId="{57E0F083-A568-4978-863D-2925D024F450}" destId="{F34D5CF3-3E7A-499B-BC7B-B200D104E4AA}" srcOrd="1" destOrd="0" presId="urn:microsoft.com/office/officeart/2018/2/layout/IconLabelList"/>
    <dgm:cxn modelId="{E9EFAEDE-DBC6-4679-ABB9-71438330733F}" type="presParOf" srcId="{57E0F083-A568-4978-863D-2925D024F450}" destId="{9D369F35-EFBA-42BF-BD84-4DC08D8887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31EF60-E4CD-443F-9B11-1E5C3A35F9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B03666-3E14-4057-AFA9-BAC04BFE13EF}">
      <dgm:prSet/>
      <dgm:spPr/>
      <dgm:t>
        <a:bodyPr/>
        <a:lstStyle/>
        <a:p>
          <a:r>
            <a:rPr lang="en-US"/>
            <a:t>• Política por defecto: acción si no coincide ninguna regla.</a:t>
          </a:r>
        </a:p>
      </dgm:t>
    </dgm:pt>
    <dgm:pt modelId="{9847CB43-79C0-44A6-B945-B97DB851795E}" type="parTrans" cxnId="{74B52FA1-A83B-4D65-9086-5740EC99F539}">
      <dgm:prSet/>
      <dgm:spPr/>
      <dgm:t>
        <a:bodyPr/>
        <a:lstStyle/>
        <a:p>
          <a:endParaRPr lang="en-US"/>
        </a:p>
      </dgm:t>
    </dgm:pt>
    <dgm:pt modelId="{BCD106B1-8B40-4565-8481-39CA2DE00C3B}" type="sibTrans" cxnId="{74B52FA1-A83B-4D65-9086-5740EC99F539}">
      <dgm:prSet/>
      <dgm:spPr/>
      <dgm:t>
        <a:bodyPr/>
        <a:lstStyle/>
        <a:p>
          <a:endParaRPr lang="en-US"/>
        </a:p>
      </dgm:t>
    </dgm:pt>
    <dgm:pt modelId="{C5DDF374-45D1-41FA-AD96-BA93D83618DC}">
      <dgm:prSet/>
      <dgm:spPr/>
      <dgm:t>
        <a:bodyPr/>
        <a:lstStyle/>
        <a:p>
          <a:r>
            <a:rPr lang="en-US"/>
            <a:t>• Estados: NEW, ESTABLISHED, RELATED, INVALID.</a:t>
          </a:r>
        </a:p>
      </dgm:t>
    </dgm:pt>
    <dgm:pt modelId="{9607E743-D914-4CD6-9DFA-B45EEA26845C}" type="parTrans" cxnId="{7A7F229B-A173-4155-98F5-EC6D42EBB50F}">
      <dgm:prSet/>
      <dgm:spPr/>
      <dgm:t>
        <a:bodyPr/>
        <a:lstStyle/>
        <a:p>
          <a:endParaRPr lang="en-US"/>
        </a:p>
      </dgm:t>
    </dgm:pt>
    <dgm:pt modelId="{5933625A-0178-4C69-B717-ACCBDE48BCB6}" type="sibTrans" cxnId="{7A7F229B-A173-4155-98F5-EC6D42EBB50F}">
      <dgm:prSet/>
      <dgm:spPr/>
      <dgm:t>
        <a:bodyPr/>
        <a:lstStyle/>
        <a:p>
          <a:endParaRPr lang="en-US"/>
        </a:p>
      </dgm:t>
    </dgm:pt>
    <dgm:pt modelId="{93C2C53B-1F3F-4BBB-B391-2365D0DB020E}">
      <dgm:prSet/>
      <dgm:spPr/>
      <dgm:t>
        <a:bodyPr/>
        <a:lstStyle/>
        <a:p>
          <a:r>
            <a:rPr lang="en-US"/>
            <a:t>• Permitir respuestas a conexiones legítimas.</a:t>
          </a:r>
        </a:p>
      </dgm:t>
    </dgm:pt>
    <dgm:pt modelId="{B3B7A9E5-1465-4E9B-84FB-9945FA0FDC3E}" type="parTrans" cxnId="{93125E60-5715-4098-8340-A4B0F95F68C2}">
      <dgm:prSet/>
      <dgm:spPr/>
      <dgm:t>
        <a:bodyPr/>
        <a:lstStyle/>
        <a:p>
          <a:endParaRPr lang="en-US"/>
        </a:p>
      </dgm:t>
    </dgm:pt>
    <dgm:pt modelId="{108CE09F-7653-405D-9A41-DE5AC8E13DF2}" type="sibTrans" cxnId="{93125E60-5715-4098-8340-A4B0F95F68C2}">
      <dgm:prSet/>
      <dgm:spPr/>
      <dgm:t>
        <a:bodyPr/>
        <a:lstStyle/>
        <a:p>
          <a:endParaRPr lang="en-US"/>
        </a:p>
      </dgm:t>
    </dgm:pt>
    <dgm:pt modelId="{5F052A46-B2F8-4BAE-B668-3E1346EEE02B}" type="pres">
      <dgm:prSet presAssocID="{1E31EF60-E4CD-443F-9B11-1E5C3A35F95A}" presName="root" presStyleCnt="0">
        <dgm:presLayoutVars>
          <dgm:dir/>
          <dgm:resizeHandles val="exact"/>
        </dgm:presLayoutVars>
      </dgm:prSet>
      <dgm:spPr/>
    </dgm:pt>
    <dgm:pt modelId="{6CED82D8-A94C-47E6-B53C-B23B0AC1B7DF}" type="pres">
      <dgm:prSet presAssocID="{ADB03666-3E14-4057-AFA9-BAC04BFE13EF}" presName="compNode" presStyleCnt="0"/>
      <dgm:spPr/>
    </dgm:pt>
    <dgm:pt modelId="{7E8A45D6-6107-4BF2-8EE7-60D9C322293A}" type="pres">
      <dgm:prSet presAssocID="{ADB03666-3E14-4057-AFA9-BAC04BFE13EF}" presName="bgRect" presStyleLbl="bgShp" presStyleIdx="0" presStyleCnt="3"/>
      <dgm:spPr/>
    </dgm:pt>
    <dgm:pt modelId="{456E8FA0-BFAB-4986-A51D-1C1A0419398B}" type="pres">
      <dgm:prSet presAssocID="{ADB03666-3E14-4057-AFA9-BAC04BFE13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ez"/>
        </a:ext>
      </dgm:extLst>
    </dgm:pt>
    <dgm:pt modelId="{152774D5-2E94-4736-B5BC-7A52D1C591F0}" type="pres">
      <dgm:prSet presAssocID="{ADB03666-3E14-4057-AFA9-BAC04BFE13EF}" presName="spaceRect" presStyleCnt="0"/>
      <dgm:spPr/>
    </dgm:pt>
    <dgm:pt modelId="{F7326385-DEA6-4062-8DAC-8DE40A959E0A}" type="pres">
      <dgm:prSet presAssocID="{ADB03666-3E14-4057-AFA9-BAC04BFE13EF}" presName="parTx" presStyleLbl="revTx" presStyleIdx="0" presStyleCnt="3">
        <dgm:presLayoutVars>
          <dgm:chMax val="0"/>
          <dgm:chPref val="0"/>
        </dgm:presLayoutVars>
      </dgm:prSet>
      <dgm:spPr/>
    </dgm:pt>
    <dgm:pt modelId="{1DA176F6-1B47-4D52-B4D3-26B739F1AA28}" type="pres">
      <dgm:prSet presAssocID="{BCD106B1-8B40-4565-8481-39CA2DE00C3B}" presName="sibTrans" presStyleCnt="0"/>
      <dgm:spPr/>
    </dgm:pt>
    <dgm:pt modelId="{041A3705-1F48-4E57-A70C-8AA574E71FBD}" type="pres">
      <dgm:prSet presAssocID="{C5DDF374-45D1-41FA-AD96-BA93D83618DC}" presName="compNode" presStyleCnt="0"/>
      <dgm:spPr/>
    </dgm:pt>
    <dgm:pt modelId="{BE9D0EB9-667C-493C-88AC-D1682D260422}" type="pres">
      <dgm:prSet presAssocID="{C5DDF374-45D1-41FA-AD96-BA93D83618DC}" presName="bgRect" presStyleLbl="bgShp" presStyleIdx="1" presStyleCnt="3"/>
      <dgm:spPr/>
    </dgm:pt>
    <dgm:pt modelId="{96344E54-F45D-491A-BD89-D2DDD23BE506}" type="pres">
      <dgm:prSet presAssocID="{C5DDF374-45D1-41FA-AD96-BA93D83618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902EF086-2927-47EE-8EA1-AF9E18D52A08}" type="pres">
      <dgm:prSet presAssocID="{C5DDF374-45D1-41FA-AD96-BA93D83618DC}" presName="spaceRect" presStyleCnt="0"/>
      <dgm:spPr/>
    </dgm:pt>
    <dgm:pt modelId="{B3768680-CB21-46B8-87B8-87EEB97B5C70}" type="pres">
      <dgm:prSet presAssocID="{C5DDF374-45D1-41FA-AD96-BA93D83618DC}" presName="parTx" presStyleLbl="revTx" presStyleIdx="1" presStyleCnt="3">
        <dgm:presLayoutVars>
          <dgm:chMax val="0"/>
          <dgm:chPref val="0"/>
        </dgm:presLayoutVars>
      </dgm:prSet>
      <dgm:spPr/>
    </dgm:pt>
    <dgm:pt modelId="{0E36300E-5E79-4094-BEC1-D5E0049C5618}" type="pres">
      <dgm:prSet presAssocID="{5933625A-0178-4C69-B717-ACCBDE48BCB6}" presName="sibTrans" presStyleCnt="0"/>
      <dgm:spPr/>
    </dgm:pt>
    <dgm:pt modelId="{AD4282EF-81FC-43BA-B141-B42333B7C49D}" type="pres">
      <dgm:prSet presAssocID="{93C2C53B-1F3F-4BBB-B391-2365D0DB020E}" presName="compNode" presStyleCnt="0"/>
      <dgm:spPr/>
    </dgm:pt>
    <dgm:pt modelId="{5AF806FF-7D2D-4D3B-BA9A-7035105EF775}" type="pres">
      <dgm:prSet presAssocID="{93C2C53B-1F3F-4BBB-B391-2365D0DB020E}" presName="bgRect" presStyleLbl="bgShp" presStyleIdx="2" presStyleCnt="3"/>
      <dgm:spPr/>
    </dgm:pt>
    <dgm:pt modelId="{5A620CAE-DCAB-4E3F-A9EE-9EDC5DAB4371}" type="pres">
      <dgm:prSet presAssocID="{93C2C53B-1F3F-4BBB-B391-2365D0DB02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D46CDD37-710B-4E45-9853-5C266F13607B}" type="pres">
      <dgm:prSet presAssocID="{93C2C53B-1F3F-4BBB-B391-2365D0DB020E}" presName="spaceRect" presStyleCnt="0"/>
      <dgm:spPr/>
    </dgm:pt>
    <dgm:pt modelId="{CA27720B-C7B9-43D9-A5AA-457254475F84}" type="pres">
      <dgm:prSet presAssocID="{93C2C53B-1F3F-4BBB-B391-2365D0DB020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3125E60-5715-4098-8340-A4B0F95F68C2}" srcId="{1E31EF60-E4CD-443F-9B11-1E5C3A35F95A}" destId="{93C2C53B-1F3F-4BBB-B391-2365D0DB020E}" srcOrd="2" destOrd="0" parTransId="{B3B7A9E5-1465-4E9B-84FB-9945FA0FDC3E}" sibTransId="{108CE09F-7653-405D-9A41-DE5AC8E13DF2}"/>
    <dgm:cxn modelId="{F3F94170-92D5-4E16-AD3E-60D19629B407}" type="presOf" srcId="{1E31EF60-E4CD-443F-9B11-1E5C3A35F95A}" destId="{5F052A46-B2F8-4BAE-B668-3E1346EEE02B}" srcOrd="0" destOrd="0" presId="urn:microsoft.com/office/officeart/2018/2/layout/IconVerticalSolidList"/>
    <dgm:cxn modelId="{659C8655-7A65-4142-9226-67E1EE67AF32}" type="presOf" srcId="{93C2C53B-1F3F-4BBB-B391-2365D0DB020E}" destId="{CA27720B-C7B9-43D9-A5AA-457254475F84}" srcOrd="0" destOrd="0" presId="urn:microsoft.com/office/officeart/2018/2/layout/IconVerticalSolidList"/>
    <dgm:cxn modelId="{0CD4195A-362B-48C1-B286-BFBEE00CF505}" type="presOf" srcId="{C5DDF374-45D1-41FA-AD96-BA93D83618DC}" destId="{B3768680-CB21-46B8-87B8-87EEB97B5C70}" srcOrd="0" destOrd="0" presId="urn:microsoft.com/office/officeart/2018/2/layout/IconVerticalSolidList"/>
    <dgm:cxn modelId="{F2B04F97-2640-4480-9FB3-E14B39CE3577}" type="presOf" srcId="{ADB03666-3E14-4057-AFA9-BAC04BFE13EF}" destId="{F7326385-DEA6-4062-8DAC-8DE40A959E0A}" srcOrd="0" destOrd="0" presId="urn:microsoft.com/office/officeart/2018/2/layout/IconVerticalSolidList"/>
    <dgm:cxn modelId="{7A7F229B-A173-4155-98F5-EC6D42EBB50F}" srcId="{1E31EF60-E4CD-443F-9B11-1E5C3A35F95A}" destId="{C5DDF374-45D1-41FA-AD96-BA93D83618DC}" srcOrd="1" destOrd="0" parTransId="{9607E743-D914-4CD6-9DFA-B45EEA26845C}" sibTransId="{5933625A-0178-4C69-B717-ACCBDE48BCB6}"/>
    <dgm:cxn modelId="{74B52FA1-A83B-4D65-9086-5740EC99F539}" srcId="{1E31EF60-E4CD-443F-9B11-1E5C3A35F95A}" destId="{ADB03666-3E14-4057-AFA9-BAC04BFE13EF}" srcOrd="0" destOrd="0" parTransId="{9847CB43-79C0-44A6-B945-B97DB851795E}" sibTransId="{BCD106B1-8B40-4565-8481-39CA2DE00C3B}"/>
    <dgm:cxn modelId="{68BF8006-4275-4AFC-9A62-4B78B7E32781}" type="presParOf" srcId="{5F052A46-B2F8-4BAE-B668-3E1346EEE02B}" destId="{6CED82D8-A94C-47E6-B53C-B23B0AC1B7DF}" srcOrd="0" destOrd="0" presId="urn:microsoft.com/office/officeart/2018/2/layout/IconVerticalSolidList"/>
    <dgm:cxn modelId="{70B53DFC-90D5-4884-B4CB-FF07F3C8A13B}" type="presParOf" srcId="{6CED82D8-A94C-47E6-B53C-B23B0AC1B7DF}" destId="{7E8A45D6-6107-4BF2-8EE7-60D9C322293A}" srcOrd="0" destOrd="0" presId="urn:microsoft.com/office/officeart/2018/2/layout/IconVerticalSolidList"/>
    <dgm:cxn modelId="{71D2D6A2-DE02-4F82-9756-14F53C388A1F}" type="presParOf" srcId="{6CED82D8-A94C-47E6-B53C-B23B0AC1B7DF}" destId="{456E8FA0-BFAB-4986-A51D-1C1A0419398B}" srcOrd="1" destOrd="0" presId="urn:microsoft.com/office/officeart/2018/2/layout/IconVerticalSolidList"/>
    <dgm:cxn modelId="{5DA74E18-1509-432E-B24A-08E6FC63FBC4}" type="presParOf" srcId="{6CED82D8-A94C-47E6-B53C-B23B0AC1B7DF}" destId="{152774D5-2E94-4736-B5BC-7A52D1C591F0}" srcOrd="2" destOrd="0" presId="urn:microsoft.com/office/officeart/2018/2/layout/IconVerticalSolidList"/>
    <dgm:cxn modelId="{A237A677-C101-47D5-87A7-E5A0DC84DD5E}" type="presParOf" srcId="{6CED82D8-A94C-47E6-B53C-B23B0AC1B7DF}" destId="{F7326385-DEA6-4062-8DAC-8DE40A959E0A}" srcOrd="3" destOrd="0" presId="urn:microsoft.com/office/officeart/2018/2/layout/IconVerticalSolidList"/>
    <dgm:cxn modelId="{64357A4D-6A55-47B9-A28E-E27B067E8BD9}" type="presParOf" srcId="{5F052A46-B2F8-4BAE-B668-3E1346EEE02B}" destId="{1DA176F6-1B47-4D52-B4D3-26B739F1AA28}" srcOrd="1" destOrd="0" presId="urn:microsoft.com/office/officeart/2018/2/layout/IconVerticalSolidList"/>
    <dgm:cxn modelId="{91995627-44EE-44F9-A900-DDE9C3D1A586}" type="presParOf" srcId="{5F052A46-B2F8-4BAE-B668-3E1346EEE02B}" destId="{041A3705-1F48-4E57-A70C-8AA574E71FBD}" srcOrd="2" destOrd="0" presId="urn:microsoft.com/office/officeart/2018/2/layout/IconVerticalSolidList"/>
    <dgm:cxn modelId="{B4309C69-A335-4766-84DF-357767ED16D1}" type="presParOf" srcId="{041A3705-1F48-4E57-A70C-8AA574E71FBD}" destId="{BE9D0EB9-667C-493C-88AC-D1682D260422}" srcOrd="0" destOrd="0" presId="urn:microsoft.com/office/officeart/2018/2/layout/IconVerticalSolidList"/>
    <dgm:cxn modelId="{8C6D2792-08F9-4C1A-90EE-EFF81FFB7017}" type="presParOf" srcId="{041A3705-1F48-4E57-A70C-8AA574E71FBD}" destId="{96344E54-F45D-491A-BD89-D2DDD23BE506}" srcOrd="1" destOrd="0" presId="urn:microsoft.com/office/officeart/2018/2/layout/IconVerticalSolidList"/>
    <dgm:cxn modelId="{CD01EE02-DAB1-440F-A79C-FB658BE750E9}" type="presParOf" srcId="{041A3705-1F48-4E57-A70C-8AA574E71FBD}" destId="{902EF086-2927-47EE-8EA1-AF9E18D52A08}" srcOrd="2" destOrd="0" presId="urn:microsoft.com/office/officeart/2018/2/layout/IconVerticalSolidList"/>
    <dgm:cxn modelId="{115E1F55-31AF-4BE1-9A00-A925A217FFEC}" type="presParOf" srcId="{041A3705-1F48-4E57-A70C-8AA574E71FBD}" destId="{B3768680-CB21-46B8-87B8-87EEB97B5C70}" srcOrd="3" destOrd="0" presId="urn:microsoft.com/office/officeart/2018/2/layout/IconVerticalSolidList"/>
    <dgm:cxn modelId="{D6587C45-4B19-4A11-99F7-1DAF3EFC5642}" type="presParOf" srcId="{5F052A46-B2F8-4BAE-B668-3E1346EEE02B}" destId="{0E36300E-5E79-4094-BEC1-D5E0049C5618}" srcOrd="3" destOrd="0" presId="urn:microsoft.com/office/officeart/2018/2/layout/IconVerticalSolidList"/>
    <dgm:cxn modelId="{EAEB1FE4-67AD-42B3-B910-572504C0FA65}" type="presParOf" srcId="{5F052A46-B2F8-4BAE-B668-3E1346EEE02B}" destId="{AD4282EF-81FC-43BA-B141-B42333B7C49D}" srcOrd="4" destOrd="0" presId="urn:microsoft.com/office/officeart/2018/2/layout/IconVerticalSolidList"/>
    <dgm:cxn modelId="{D7AF4D1D-CD72-43F1-8EB7-FC8309F46821}" type="presParOf" srcId="{AD4282EF-81FC-43BA-B141-B42333B7C49D}" destId="{5AF806FF-7D2D-4D3B-BA9A-7035105EF775}" srcOrd="0" destOrd="0" presId="urn:microsoft.com/office/officeart/2018/2/layout/IconVerticalSolidList"/>
    <dgm:cxn modelId="{B17CFDCB-7544-4CA4-900C-8CF8A829759B}" type="presParOf" srcId="{AD4282EF-81FC-43BA-B141-B42333B7C49D}" destId="{5A620CAE-DCAB-4E3F-A9EE-9EDC5DAB4371}" srcOrd="1" destOrd="0" presId="urn:microsoft.com/office/officeart/2018/2/layout/IconVerticalSolidList"/>
    <dgm:cxn modelId="{9136BB23-B1E6-4F07-826F-AEAD5F588350}" type="presParOf" srcId="{AD4282EF-81FC-43BA-B141-B42333B7C49D}" destId="{D46CDD37-710B-4E45-9853-5C266F13607B}" srcOrd="2" destOrd="0" presId="urn:microsoft.com/office/officeart/2018/2/layout/IconVerticalSolidList"/>
    <dgm:cxn modelId="{11513E6D-4B39-4108-940A-4625FC6D2DCF}" type="presParOf" srcId="{AD4282EF-81FC-43BA-B141-B42333B7C49D}" destId="{CA27720B-C7B9-43D9-A5AA-457254475F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AD9019-FBF0-4AEF-8C42-53404B57C35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2A17E5-008D-440B-AF6D-17C09C638FE1}">
      <dgm:prSet/>
      <dgm:spPr/>
      <dgm:t>
        <a:bodyPr/>
        <a:lstStyle/>
        <a:p>
          <a:r>
            <a:rPr lang="en-US"/>
            <a:t>• Sintaxis: iptables -A cadena -p protocolo --dport puerto -j ACCIÓN</a:t>
          </a:r>
        </a:p>
      </dgm:t>
    </dgm:pt>
    <dgm:pt modelId="{DF2353CD-668D-4B61-9007-CC3DC4FCACE4}" type="parTrans" cxnId="{113DEC98-0044-4AEC-9F14-E69D2B922A4F}">
      <dgm:prSet/>
      <dgm:spPr/>
      <dgm:t>
        <a:bodyPr/>
        <a:lstStyle/>
        <a:p>
          <a:endParaRPr lang="en-US"/>
        </a:p>
      </dgm:t>
    </dgm:pt>
    <dgm:pt modelId="{20FC947D-A886-4153-925A-F0E84504DA58}" type="sibTrans" cxnId="{113DEC98-0044-4AEC-9F14-E69D2B922A4F}">
      <dgm:prSet/>
      <dgm:spPr/>
      <dgm:t>
        <a:bodyPr/>
        <a:lstStyle/>
        <a:p>
          <a:endParaRPr lang="en-US"/>
        </a:p>
      </dgm:t>
    </dgm:pt>
    <dgm:pt modelId="{05D30622-7BAE-46AA-8B30-D7FE15801927}">
      <dgm:prSet/>
      <dgm:spPr/>
      <dgm:t>
        <a:bodyPr/>
        <a:lstStyle/>
        <a:p>
          <a:r>
            <a:rPr lang="en-US"/>
            <a:t>Ejemplo: iptables -A INPUT -p tcp --dport 22 -j ACCEPT</a:t>
          </a:r>
        </a:p>
      </dgm:t>
    </dgm:pt>
    <dgm:pt modelId="{85E22107-E174-4773-94F8-DE7126B3ACA8}" type="parTrans" cxnId="{B5E8F50F-8ACF-4EEC-B6BC-88B7D93A3028}">
      <dgm:prSet/>
      <dgm:spPr/>
      <dgm:t>
        <a:bodyPr/>
        <a:lstStyle/>
        <a:p>
          <a:endParaRPr lang="en-US"/>
        </a:p>
      </dgm:t>
    </dgm:pt>
    <dgm:pt modelId="{666B7229-AC59-4EC4-8982-398BB364A51F}" type="sibTrans" cxnId="{B5E8F50F-8ACF-4EEC-B6BC-88B7D93A3028}">
      <dgm:prSet/>
      <dgm:spPr/>
      <dgm:t>
        <a:bodyPr/>
        <a:lstStyle/>
        <a:p>
          <a:endParaRPr lang="en-US"/>
        </a:p>
      </dgm:t>
    </dgm:pt>
    <dgm:pt modelId="{247E6C4F-84D0-4A21-B35C-869A35494D63}" type="pres">
      <dgm:prSet presAssocID="{FDAD9019-FBF0-4AEF-8C42-53404B57C35D}" presName="vert0" presStyleCnt="0">
        <dgm:presLayoutVars>
          <dgm:dir/>
          <dgm:animOne val="branch"/>
          <dgm:animLvl val="lvl"/>
        </dgm:presLayoutVars>
      </dgm:prSet>
      <dgm:spPr/>
    </dgm:pt>
    <dgm:pt modelId="{15601F1E-1991-4FBF-99F4-D6C433DD1E70}" type="pres">
      <dgm:prSet presAssocID="{E52A17E5-008D-440B-AF6D-17C09C638FE1}" presName="thickLine" presStyleLbl="alignNode1" presStyleIdx="0" presStyleCnt="2"/>
      <dgm:spPr/>
    </dgm:pt>
    <dgm:pt modelId="{DE4FBF37-8FAC-45FD-95BE-55F4B4F54674}" type="pres">
      <dgm:prSet presAssocID="{E52A17E5-008D-440B-AF6D-17C09C638FE1}" presName="horz1" presStyleCnt="0"/>
      <dgm:spPr/>
    </dgm:pt>
    <dgm:pt modelId="{49F1686C-CC0B-45E6-9034-D860A193530D}" type="pres">
      <dgm:prSet presAssocID="{E52A17E5-008D-440B-AF6D-17C09C638FE1}" presName="tx1" presStyleLbl="revTx" presStyleIdx="0" presStyleCnt="2"/>
      <dgm:spPr/>
    </dgm:pt>
    <dgm:pt modelId="{2FD03D59-3F90-4015-9A67-57822C4BD3C4}" type="pres">
      <dgm:prSet presAssocID="{E52A17E5-008D-440B-AF6D-17C09C638FE1}" presName="vert1" presStyleCnt="0"/>
      <dgm:spPr/>
    </dgm:pt>
    <dgm:pt modelId="{5F7F24E6-A0EE-4434-8E6A-74B8B5012254}" type="pres">
      <dgm:prSet presAssocID="{05D30622-7BAE-46AA-8B30-D7FE15801927}" presName="thickLine" presStyleLbl="alignNode1" presStyleIdx="1" presStyleCnt="2"/>
      <dgm:spPr/>
    </dgm:pt>
    <dgm:pt modelId="{7DC41068-A8A7-4683-A822-1F29328C3D3D}" type="pres">
      <dgm:prSet presAssocID="{05D30622-7BAE-46AA-8B30-D7FE15801927}" presName="horz1" presStyleCnt="0"/>
      <dgm:spPr/>
    </dgm:pt>
    <dgm:pt modelId="{36F3F155-7342-4A49-A8E0-D6491FCE4B49}" type="pres">
      <dgm:prSet presAssocID="{05D30622-7BAE-46AA-8B30-D7FE15801927}" presName="tx1" presStyleLbl="revTx" presStyleIdx="1" presStyleCnt="2"/>
      <dgm:spPr/>
    </dgm:pt>
    <dgm:pt modelId="{6C9540F7-C08B-4FCC-86FC-05788A6502A3}" type="pres">
      <dgm:prSet presAssocID="{05D30622-7BAE-46AA-8B30-D7FE15801927}" presName="vert1" presStyleCnt="0"/>
      <dgm:spPr/>
    </dgm:pt>
  </dgm:ptLst>
  <dgm:cxnLst>
    <dgm:cxn modelId="{B5E8F50F-8ACF-4EEC-B6BC-88B7D93A3028}" srcId="{FDAD9019-FBF0-4AEF-8C42-53404B57C35D}" destId="{05D30622-7BAE-46AA-8B30-D7FE15801927}" srcOrd="1" destOrd="0" parTransId="{85E22107-E174-4773-94F8-DE7126B3ACA8}" sibTransId="{666B7229-AC59-4EC4-8982-398BB364A51F}"/>
    <dgm:cxn modelId="{6EF0172A-458E-4B74-99CD-837B11F3475F}" type="presOf" srcId="{05D30622-7BAE-46AA-8B30-D7FE15801927}" destId="{36F3F155-7342-4A49-A8E0-D6491FCE4B49}" srcOrd="0" destOrd="0" presId="urn:microsoft.com/office/officeart/2008/layout/LinedList"/>
    <dgm:cxn modelId="{F3FC6F4F-B514-4DDD-BDA2-DE5FBF3D9FD9}" type="presOf" srcId="{FDAD9019-FBF0-4AEF-8C42-53404B57C35D}" destId="{247E6C4F-84D0-4A21-B35C-869A35494D63}" srcOrd="0" destOrd="0" presId="urn:microsoft.com/office/officeart/2008/layout/LinedList"/>
    <dgm:cxn modelId="{113DEC98-0044-4AEC-9F14-E69D2B922A4F}" srcId="{FDAD9019-FBF0-4AEF-8C42-53404B57C35D}" destId="{E52A17E5-008D-440B-AF6D-17C09C638FE1}" srcOrd="0" destOrd="0" parTransId="{DF2353CD-668D-4B61-9007-CC3DC4FCACE4}" sibTransId="{20FC947D-A886-4153-925A-F0E84504DA58}"/>
    <dgm:cxn modelId="{AFFA27F9-83EE-49E4-89E7-C772C612916E}" type="presOf" srcId="{E52A17E5-008D-440B-AF6D-17C09C638FE1}" destId="{49F1686C-CC0B-45E6-9034-D860A193530D}" srcOrd="0" destOrd="0" presId="urn:microsoft.com/office/officeart/2008/layout/LinedList"/>
    <dgm:cxn modelId="{4DF38817-CC1B-49B4-84C7-6F3E5A5EA598}" type="presParOf" srcId="{247E6C4F-84D0-4A21-B35C-869A35494D63}" destId="{15601F1E-1991-4FBF-99F4-D6C433DD1E70}" srcOrd="0" destOrd="0" presId="urn:microsoft.com/office/officeart/2008/layout/LinedList"/>
    <dgm:cxn modelId="{86050C00-CB48-4525-BDE0-33A487F12AB0}" type="presParOf" srcId="{247E6C4F-84D0-4A21-B35C-869A35494D63}" destId="{DE4FBF37-8FAC-45FD-95BE-55F4B4F54674}" srcOrd="1" destOrd="0" presId="urn:microsoft.com/office/officeart/2008/layout/LinedList"/>
    <dgm:cxn modelId="{1F3D7D54-677F-4DA6-BAEB-D6904F525665}" type="presParOf" srcId="{DE4FBF37-8FAC-45FD-95BE-55F4B4F54674}" destId="{49F1686C-CC0B-45E6-9034-D860A193530D}" srcOrd="0" destOrd="0" presId="urn:microsoft.com/office/officeart/2008/layout/LinedList"/>
    <dgm:cxn modelId="{7D00DE4E-1A1C-4155-AE7D-1AEBFF34A0EC}" type="presParOf" srcId="{DE4FBF37-8FAC-45FD-95BE-55F4B4F54674}" destId="{2FD03D59-3F90-4015-9A67-57822C4BD3C4}" srcOrd="1" destOrd="0" presId="urn:microsoft.com/office/officeart/2008/layout/LinedList"/>
    <dgm:cxn modelId="{DFEE1C2F-3659-4DCD-A430-721BB672357B}" type="presParOf" srcId="{247E6C4F-84D0-4A21-B35C-869A35494D63}" destId="{5F7F24E6-A0EE-4434-8E6A-74B8B5012254}" srcOrd="2" destOrd="0" presId="urn:microsoft.com/office/officeart/2008/layout/LinedList"/>
    <dgm:cxn modelId="{68C04E02-6304-4716-BF2F-6A226814F84C}" type="presParOf" srcId="{247E6C4F-84D0-4A21-B35C-869A35494D63}" destId="{7DC41068-A8A7-4683-A822-1F29328C3D3D}" srcOrd="3" destOrd="0" presId="urn:microsoft.com/office/officeart/2008/layout/LinedList"/>
    <dgm:cxn modelId="{BEBA51C9-8C90-4B12-B944-DFD00F813820}" type="presParOf" srcId="{7DC41068-A8A7-4683-A822-1F29328C3D3D}" destId="{36F3F155-7342-4A49-A8E0-D6491FCE4B49}" srcOrd="0" destOrd="0" presId="urn:microsoft.com/office/officeart/2008/layout/LinedList"/>
    <dgm:cxn modelId="{D4FBB850-9F89-48B0-9E8E-D9109EB4B3CB}" type="presParOf" srcId="{7DC41068-A8A7-4683-A822-1F29328C3D3D}" destId="{6C9540F7-C08B-4FCC-86FC-05788A6502A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7258DC-31F2-4C56-A73E-09E6BD9DCE5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4BDF313-F0E5-4806-A914-567FE5F7C125}">
      <dgm:prSet/>
      <dgm:spPr/>
      <dgm:t>
        <a:bodyPr/>
        <a:lstStyle/>
        <a:p>
          <a:r>
            <a:rPr lang="en-US"/>
            <a:t>• Añadir: -A</a:t>
          </a:r>
        </a:p>
      </dgm:t>
    </dgm:pt>
    <dgm:pt modelId="{913C1BE7-8B50-4CBB-8E33-8AC1B3D577CB}" type="parTrans" cxnId="{C5AD187A-9510-4664-A020-E8EEFDE15AAF}">
      <dgm:prSet/>
      <dgm:spPr/>
      <dgm:t>
        <a:bodyPr/>
        <a:lstStyle/>
        <a:p>
          <a:endParaRPr lang="en-US"/>
        </a:p>
      </dgm:t>
    </dgm:pt>
    <dgm:pt modelId="{9C56BED7-717D-438D-9704-61290C6F4742}" type="sibTrans" cxnId="{C5AD187A-9510-4664-A020-E8EEFDE15AAF}">
      <dgm:prSet/>
      <dgm:spPr/>
      <dgm:t>
        <a:bodyPr/>
        <a:lstStyle/>
        <a:p>
          <a:endParaRPr lang="en-US"/>
        </a:p>
      </dgm:t>
    </dgm:pt>
    <dgm:pt modelId="{8147551C-E414-4166-818D-3A6D42009C78}">
      <dgm:prSet/>
      <dgm:spPr/>
      <dgm:t>
        <a:bodyPr/>
        <a:lstStyle/>
        <a:p>
          <a:r>
            <a:rPr lang="en-US"/>
            <a:t>• Insertar: -I</a:t>
          </a:r>
        </a:p>
      </dgm:t>
    </dgm:pt>
    <dgm:pt modelId="{7CA23E4A-763B-40F1-AB3C-8730CB983DCE}" type="parTrans" cxnId="{7478F7F8-92A5-4422-99BA-EFAA4FD78987}">
      <dgm:prSet/>
      <dgm:spPr/>
      <dgm:t>
        <a:bodyPr/>
        <a:lstStyle/>
        <a:p>
          <a:endParaRPr lang="en-US"/>
        </a:p>
      </dgm:t>
    </dgm:pt>
    <dgm:pt modelId="{1A638BEE-CDF6-480D-9CDC-124251DBEBA9}" type="sibTrans" cxnId="{7478F7F8-92A5-4422-99BA-EFAA4FD78987}">
      <dgm:prSet/>
      <dgm:spPr/>
      <dgm:t>
        <a:bodyPr/>
        <a:lstStyle/>
        <a:p>
          <a:endParaRPr lang="en-US"/>
        </a:p>
      </dgm:t>
    </dgm:pt>
    <dgm:pt modelId="{4C3BD65E-1166-4CE4-8B95-53AB713A4009}">
      <dgm:prSet/>
      <dgm:spPr/>
      <dgm:t>
        <a:bodyPr/>
        <a:lstStyle/>
        <a:p>
          <a:r>
            <a:rPr lang="en-US"/>
            <a:t>• Reemplazar: -R</a:t>
          </a:r>
        </a:p>
      </dgm:t>
    </dgm:pt>
    <dgm:pt modelId="{A5EF0282-6B7F-46C1-A7E2-543B5F413519}" type="parTrans" cxnId="{DADC7B59-F420-46C8-AC92-E49C3BF2BF07}">
      <dgm:prSet/>
      <dgm:spPr/>
      <dgm:t>
        <a:bodyPr/>
        <a:lstStyle/>
        <a:p>
          <a:endParaRPr lang="en-US"/>
        </a:p>
      </dgm:t>
    </dgm:pt>
    <dgm:pt modelId="{A7C9B807-C475-4105-9AA9-2AD247D751EB}" type="sibTrans" cxnId="{DADC7B59-F420-46C8-AC92-E49C3BF2BF07}">
      <dgm:prSet/>
      <dgm:spPr/>
      <dgm:t>
        <a:bodyPr/>
        <a:lstStyle/>
        <a:p>
          <a:endParaRPr lang="en-US"/>
        </a:p>
      </dgm:t>
    </dgm:pt>
    <dgm:pt modelId="{1EB5EB6A-705D-48C0-AD0B-754E104C580C}">
      <dgm:prSet/>
      <dgm:spPr/>
      <dgm:t>
        <a:bodyPr/>
        <a:lstStyle/>
        <a:p>
          <a:r>
            <a:rPr lang="en-US"/>
            <a:t>• Borrar: -D</a:t>
          </a:r>
        </a:p>
      </dgm:t>
    </dgm:pt>
    <dgm:pt modelId="{879399FC-12AD-441B-93F4-1FEEDF141B5F}" type="parTrans" cxnId="{D3A161FB-DDF7-4ED5-81DD-3C67E457EBAE}">
      <dgm:prSet/>
      <dgm:spPr/>
      <dgm:t>
        <a:bodyPr/>
        <a:lstStyle/>
        <a:p>
          <a:endParaRPr lang="en-US"/>
        </a:p>
      </dgm:t>
    </dgm:pt>
    <dgm:pt modelId="{260D49CC-4AD0-47E7-9FCA-4102A3EAD56D}" type="sibTrans" cxnId="{D3A161FB-DDF7-4ED5-81DD-3C67E457EBAE}">
      <dgm:prSet/>
      <dgm:spPr/>
      <dgm:t>
        <a:bodyPr/>
        <a:lstStyle/>
        <a:p>
          <a:endParaRPr lang="en-US"/>
        </a:p>
      </dgm:t>
    </dgm:pt>
    <dgm:pt modelId="{66C78668-887C-4DDA-B637-CF728A357E56}">
      <dgm:prSet/>
      <dgm:spPr/>
      <dgm:t>
        <a:bodyPr/>
        <a:lstStyle/>
        <a:p>
          <a:r>
            <a:rPr lang="en-US"/>
            <a:t>• Listar: -L -n -v</a:t>
          </a:r>
        </a:p>
      </dgm:t>
    </dgm:pt>
    <dgm:pt modelId="{78A077AD-2082-4EA4-BFEF-6A21B366D457}" type="parTrans" cxnId="{1F8AEFBB-8813-4CAE-A91D-CFDEEEF1E727}">
      <dgm:prSet/>
      <dgm:spPr/>
      <dgm:t>
        <a:bodyPr/>
        <a:lstStyle/>
        <a:p>
          <a:endParaRPr lang="en-US"/>
        </a:p>
      </dgm:t>
    </dgm:pt>
    <dgm:pt modelId="{510DCFCB-0ADC-4B29-BBA2-56F86189BC2A}" type="sibTrans" cxnId="{1F8AEFBB-8813-4CAE-A91D-CFDEEEF1E727}">
      <dgm:prSet/>
      <dgm:spPr/>
      <dgm:t>
        <a:bodyPr/>
        <a:lstStyle/>
        <a:p>
          <a:endParaRPr lang="en-US"/>
        </a:p>
      </dgm:t>
    </dgm:pt>
    <dgm:pt modelId="{9675FACD-D7C3-441C-BC8E-53DCFF9536A5}">
      <dgm:prSet/>
      <dgm:spPr/>
      <dgm:t>
        <a:bodyPr/>
        <a:lstStyle/>
        <a:p>
          <a:r>
            <a:rPr lang="en-US"/>
            <a:t>• Limpiar: -F</a:t>
          </a:r>
        </a:p>
      </dgm:t>
    </dgm:pt>
    <dgm:pt modelId="{F6B39C7F-C68A-4C3F-8485-0E3A138664C6}" type="parTrans" cxnId="{A2D6648D-20BC-459E-ACEA-DB934302BDA5}">
      <dgm:prSet/>
      <dgm:spPr/>
      <dgm:t>
        <a:bodyPr/>
        <a:lstStyle/>
        <a:p>
          <a:endParaRPr lang="en-US"/>
        </a:p>
      </dgm:t>
    </dgm:pt>
    <dgm:pt modelId="{0D6B36C3-38B8-41A9-819C-DE16C33923B0}" type="sibTrans" cxnId="{A2D6648D-20BC-459E-ACEA-DB934302BDA5}">
      <dgm:prSet/>
      <dgm:spPr/>
      <dgm:t>
        <a:bodyPr/>
        <a:lstStyle/>
        <a:p>
          <a:endParaRPr lang="en-US"/>
        </a:p>
      </dgm:t>
    </dgm:pt>
    <dgm:pt modelId="{877E63BF-E44F-432C-B51F-C57A006549E9}" type="pres">
      <dgm:prSet presAssocID="{047258DC-31F2-4C56-A73E-09E6BD9DCE5C}" presName="vert0" presStyleCnt="0">
        <dgm:presLayoutVars>
          <dgm:dir/>
          <dgm:animOne val="branch"/>
          <dgm:animLvl val="lvl"/>
        </dgm:presLayoutVars>
      </dgm:prSet>
      <dgm:spPr/>
    </dgm:pt>
    <dgm:pt modelId="{92B8BBB0-94D9-4FE3-B0F3-322484DA4D0D}" type="pres">
      <dgm:prSet presAssocID="{54BDF313-F0E5-4806-A914-567FE5F7C125}" presName="thickLine" presStyleLbl="alignNode1" presStyleIdx="0" presStyleCnt="6"/>
      <dgm:spPr/>
    </dgm:pt>
    <dgm:pt modelId="{7BD01830-18D7-411D-A1A7-DE817195E721}" type="pres">
      <dgm:prSet presAssocID="{54BDF313-F0E5-4806-A914-567FE5F7C125}" presName="horz1" presStyleCnt="0"/>
      <dgm:spPr/>
    </dgm:pt>
    <dgm:pt modelId="{9D778E0A-CB3E-4D0F-9ECF-E9B41FCC51C3}" type="pres">
      <dgm:prSet presAssocID="{54BDF313-F0E5-4806-A914-567FE5F7C125}" presName="tx1" presStyleLbl="revTx" presStyleIdx="0" presStyleCnt="6"/>
      <dgm:spPr/>
    </dgm:pt>
    <dgm:pt modelId="{0D775DAD-76E1-48F1-8853-D87A14029958}" type="pres">
      <dgm:prSet presAssocID="{54BDF313-F0E5-4806-A914-567FE5F7C125}" presName="vert1" presStyleCnt="0"/>
      <dgm:spPr/>
    </dgm:pt>
    <dgm:pt modelId="{9294880A-A8EA-4951-94DB-E8B361715FF6}" type="pres">
      <dgm:prSet presAssocID="{8147551C-E414-4166-818D-3A6D42009C78}" presName="thickLine" presStyleLbl="alignNode1" presStyleIdx="1" presStyleCnt="6"/>
      <dgm:spPr/>
    </dgm:pt>
    <dgm:pt modelId="{6381AFFE-716F-49D6-90C0-D7314941E699}" type="pres">
      <dgm:prSet presAssocID="{8147551C-E414-4166-818D-3A6D42009C78}" presName="horz1" presStyleCnt="0"/>
      <dgm:spPr/>
    </dgm:pt>
    <dgm:pt modelId="{6086513E-9F9D-4F6E-B9B3-E98BE90EA0E6}" type="pres">
      <dgm:prSet presAssocID="{8147551C-E414-4166-818D-3A6D42009C78}" presName="tx1" presStyleLbl="revTx" presStyleIdx="1" presStyleCnt="6"/>
      <dgm:spPr/>
    </dgm:pt>
    <dgm:pt modelId="{1A0250E5-D8E3-4394-928E-1B9A196259B4}" type="pres">
      <dgm:prSet presAssocID="{8147551C-E414-4166-818D-3A6D42009C78}" presName="vert1" presStyleCnt="0"/>
      <dgm:spPr/>
    </dgm:pt>
    <dgm:pt modelId="{BF5FAA47-29B7-4188-B4B7-073F830F14F2}" type="pres">
      <dgm:prSet presAssocID="{4C3BD65E-1166-4CE4-8B95-53AB713A4009}" presName="thickLine" presStyleLbl="alignNode1" presStyleIdx="2" presStyleCnt="6"/>
      <dgm:spPr/>
    </dgm:pt>
    <dgm:pt modelId="{B08294C2-E7EA-461E-83B4-AD4139548E7E}" type="pres">
      <dgm:prSet presAssocID="{4C3BD65E-1166-4CE4-8B95-53AB713A4009}" presName="horz1" presStyleCnt="0"/>
      <dgm:spPr/>
    </dgm:pt>
    <dgm:pt modelId="{678B9221-7F33-480A-A8F4-7875FF752966}" type="pres">
      <dgm:prSet presAssocID="{4C3BD65E-1166-4CE4-8B95-53AB713A4009}" presName="tx1" presStyleLbl="revTx" presStyleIdx="2" presStyleCnt="6"/>
      <dgm:spPr/>
    </dgm:pt>
    <dgm:pt modelId="{13C101A5-7B45-408C-95B6-092FC8A30093}" type="pres">
      <dgm:prSet presAssocID="{4C3BD65E-1166-4CE4-8B95-53AB713A4009}" presName="vert1" presStyleCnt="0"/>
      <dgm:spPr/>
    </dgm:pt>
    <dgm:pt modelId="{752AA5B8-9C96-49A2-BBA6-C127F621A8DB}" type="pres">
      <dgm:prSet presAssocID="{1EB5EB6A-705D-48C0-AD0B-754E104C580C}" presName="thickLine" presStyleLbl="alignNode1" presStyleIdx="3" presStyleCnt="6"/>
      <dgm:spPr/>
    </dgm:pt>
    <dgm:pt modelId="{E6E93FE3-504A-4719-A8B8-ECCCE8B0611F}" type="pres">
      <dgm:prSet presAssocID="{1EB5EB6A-705D-48C0-AD0B-754E104C580C}" presName="horz1" presStyleCnt="0"/>
      <dgm:spPr/>
    </dgm:pt>
    <dgm:pt modelId="{590D261A-4642-46EC-8226-19D2CB7071FD}" type="pres">
      <dgm:prSet presAssocID="{1EB5EB6A-705D-48C0-AD0B-754E104C580C}" presName="tx1" presStyleLbl="revTx" presStyleIdx="3" presStyleCnt="6"/>
      <dgm:spPr/>
    </dgm:pt>
    <dgm:pt modelId="{157445CD-7D6C-4379-9C48-EC04BC479930}" type="pres">
      <dgm:prSet presAssocID="{1EB5EB6A-705D-48C0-AD0B-754E104C580C}" presName="vert1" presStyleCnt="0"/>
      <dgm:spPr/>
    </dgm:pt>
    <dgm:pt modelId="{243D57F0-FA8D-4712-A3FD-107353D872E5}" type="pres">
      <dgm:prSet presAssocID="{66C78668-887C-4DDA-B637-CF728A357E56}" presName="thickLine" presStyleLbl="alignNode1" presStyleIdx="4" presStyleCnt="6"/>
      <dgm:spPr/>
    </dgm:pt>
    <dgm:pt modelId="{B09A302F-3166-4C07-A679-CD9A573A9227}" type="pres">
      <dgm:prSet presAssocID="{66C78668-887C-4DDA-B637-CF728A357E56}" presName="horz1" presStyleCnt="0"/>
      <dgm:spPr/>
    </dgm:pt>
    <dgm:pt modelId="{CA33986C-D5F0-477B-A4A5-448164302E37}" type="pres">
      <dgm:prSet presAssocID="{66C78668-887C-4DDA-B637-CF728A357E56}" presName="tx1" presStyleLbl="revTx" presStyleIdx="4" presStyleCnt="6"/>
      <dgm:spPr/>
    </dgm:pt>
    <dgm:pt modelId="{93275344-F346-44E2-979F-629EECB724C3}" type="pres">
      <dgm:prSet presAssocID="{66C78668-887C-4DDA-B637-CF728A357E56}" presName="vert1" presStyleCnt="0"/>
      <dgm:spPr/>
    </dgm:pt>
    <dgm:pt modelId="{75D04A29-5C9A-400C-A035-10175EED7921}" type="pres">
      <dgm:prSet presAssocID="{9675FACD-D7C3-441C-BC8E-53DCFF9536A5}" presName="thickLine" presStyleLbl="alignNode1" presStyleIdx="5" presStyleCnt="6"/>
      <dgm:spPr/>
    </dgm:pt>
    <dgm:pt modelId="{80A7B3AD-EB08-4FFD-B186-8AD1C6602A59}" type="pres">
      <dgm:prSet presAssocID="{9675FACD-D7C3-441C-BC8E-53DCFF9536A5}" presName="horz1" presStyleCnt="0"/>
      <dgm:spPr/>
    </dgm:pt>
    <dgm:pt modelId="{0DA38484-138B-4E8A-ADE9-667016A631EE}" type="pres">
      <dgm:prSet presAssocID="{9675FACD-D7C3-441C-BC8E-53DCFF9536A5}" presName="tx1" presStyleLbl="revTx" presStyleIdx="5" presStyleCnt="6"/>
      <dgm:spPr/>
    </dgm:pt>
    <dgm:pt modelId="{0CC2D53A-C676-489E-BC95-67FB7AA6E211}" type="pres">
      <dgm:prSet presAssocID="{9675FACD-D7C3-441C-BC8E-53DCFF9536A5}" presName="vert1" presStyleCnt="0"/>
      <dgm:spPr/>
    </dgm:pt>
  </dgm:ptLst>
  <dgm:cxnLst>
    <dgm:cxn modelId="{72F52B02-93D2-4BA1-96B5-687216907BED}" type="presOf" srcId="{8147551C-E414-4166-818D-3A6D42009C78}" destId="{6086513E-9F9D-4F6E-B9B3-E98BE90EA0E6}" srcOrd="0" destOrd="0" presId="urn:microsoft.com/office/officeart/2008/layout/LinedList"/>
    <dgm:cxn modelId="{92D65047-4A30-4CAF-8EC8-C7FEE5911F1E}" type="presOf" srcId="{047258DC-31F2-4C56-A73E-09E6BD9DCE5C}" destId="{877E63BF-E44F-432C-B51F-C57A006549E9}" srcOrd="0" destOrd="0" presId="urn:microsoft.com/office/officeart/2008/layout/LinedList"/>
    <dgm:cxn modelId="{DADC7B59-F420-46C8-AC92-E49C3BF2BF07}" srcId="{047258DC-31F2-4C56-A73E-09E6BD9DCE5C}" destId="{4C3BD65E-1166-4CE4-8B95-53AB713A4009}" srcOrd="2" destOrd="0" parTransId="{A5EF0282-6B7F-46C1-A7E2-543B5F413519}" sibTransId="{A7C9B807-C475-4105-9AA9-2AD247D751EB}"/>
    <dgm:cxn modelId="{C5AD187A-9510-4664-A020-E8EEFDE15AAF}" srcId="{047258DC-31F2-4C56-A73E-09E6BD9DCE5C}" destId="{54BDF313-F0E5-4806-A914-567FE5F7C125}" srcOrd="0" destOrd="0" parTransId="{913C1BE7-8B50-4CBB-8E33-8AC1B3D577CB}" sibTransId="{9C56BED7-717D-438D-9704-61290C6F4742}"/>
    <dgm:cxn modelId="{A2D6648D-20BC-459E-ACEA-DB934302BDA5}" srcId="{047258DC-31F2-4C56-A73E-09E6BD9DCE5C}" destId="{9675FACD-D7C3-441C-BC8E-53DCFF9536A5}" srcOrd="5" destOrd="0" parTransId="{F6B39C7F-C68A-4C3F-8485-0E3A138664C6}" sibTransId="{0D6B36C3-38B8-41A9-819C-DE16C33923B0}"/>
    <dgm:cxn modelId="{3326899B-B1A0-4D4B-8E55-8030B58B9A62}" type="presOf" srcId="{1EB5EB6A-705D-48C0-AD0B-754E104C580C}" destId="{590D261A-4642-46EC-8226-19D2CB7071FD}" srcOrd="0" destOrd="0" presId="urn:microsoft.com/office/officeart/2008/layout/LinedList"/>
    <dgm:cxn modelId="{72AC8DB7-3436-48A6-9154-02589689509B}" type="presOf" srcId="{54BDF313-F0E5-4806-A914-567FE5F7C125}" destId="{9D778E0A-CB3E-4D0F-9ECF-E9B41FCC51C3}" srcOrd="0" destOrd="0" presId="urn:microsoft.com/office/officeart/2008/layout/LinedList"/>
    <dgm:cxn modelId="{1F8AEFBB-8813-4CAE-A91D-CFDEEEF1E727}" srcId="{047258DC-31F2-4C56-A73E-09E6BD9DCE5C}" destId="{66C78668-887C-4DDA-B637-CF728A357E56}" srcOrd="4" destOrd="0" parTransId="{78A077AD-2082-4EA4-BFEF-6A21B366D457}" sibTransId="{510DCFCB-0ADC-4B29-BBA2-56F86189BC2A}"/>
    <dgm:cxn modelId="{5A025BBD-3C9E-4526-95F4-68F8D2119D7B}" type="presOf" srcId="{4C3BD65E-1166-4CE4-8B95-53AB713A4009}" destId="{678B9221-7F33-480A-A8F4-7875FF752966}" srcOrd="0" destOrd="0" presId="urn:microsoft.com/office/officeart/2008/layout/LinedList"/>
    <dgm:cxn modelId="{1118C3CA-7F91-4738-8EFF-9EA0F3552FBF}" type="presOf" srcId="{9675FACD-D7C3-441C-BC8E-53DCFF9536A5}" destId="{0DA38484-138B-4E8A-ADE9-667016A631EE}" srcOrd="0" destOrd="0" presId="urn:microsoft.com/office/officeart/2008/layout/LinedList"/>
    <dgm:cxn modelId="{0B74A5EB-08E1-4EC8-9FEB-64580415A496}" type="presOf" srcId="{66C78668-887C-4DDA-B637-CF728A357E56}" destId="{CA33986C-D5F0-477B-A4A5-448164302E37}" srcOrd="0" destOrd="0" presId="urn:microsoft.com/office/officeart/2008/layout/LinedList"/>
    <dgm:cxn modelId="{7478F7F8-92A5-4422-99BA-EFAA4FD78987}" srcId="{047258DC-31F2-4C56-A73E-09E6BD9DCE5C}" destId="{8147551C-E414-4166-818D-3A6D42009C78}" srcOrd="1" destOrd="0" parTransId="{7CA23E4A-763B-40F1-AB3C-8730CB983DCE}" sibTransId="{1A638BEE-CDF6-480D-9CDC-124251DBEBA9}"/>
    <dgm:cxn modelId="{D3A161FB-DDF7-4ED5-81DD-3C67E457EBAE}" srcId="{047258DC-31F2-4C56-A73E-09E6BD9DCE5C}" destId="{1EB5EB6A-705D-48C0-AD0B-754E104C580C}" srcOrd="3" destOrd="0" parTransId="{879399FC-12AD-441B-93F4-1FEEDF141B5F}" sibTransId="{260D49CC-4AD0-47E7-9FCA-4102A3EAD56D}"/>
    <dgm:cxn modelId="{12CCB732-209D-4BB5-87DC-3203A009485E}" type="presParOf" srcId="{877E63BF-E44F-432C-B51F-C57A006549E9}" destId="{92B8BBB0-94D9-4FE3-B0F3-322484DA4D0D}" srcOrd="0" destOrd="0" presId="urn:microsoft.com/office/officeart/2008/layout/LinedList"/>
    <dgm:cxn modelId="{7EC144CD-48EB-4139-B1B0-0428767DB020}" type="presParOf" srcId="{877E63BF-E44F-432C-B51F-C57A006549E9}" destId="{7BD01830-18D7-411D-A1A7-DE817195E721}" srcOrd="1" destOrd="0" presId="urn:microsoft.com/office/officeart/2008/layout/LinedList"/>
    <dgm:cxn modelId="{94B7035A-1E69-4C3C-AF86-64B800D93906}" type="presParOf" srcId="{7BD01830-18D7-411D-A1A7-DE817195E721}" destId="{9D778E0A-CB3E-4D0F-9ECF-E9B41FCC51C3}" srcOrd="0" destOrd="0" presId="urn:microsoft.com/office/officeart/2008/layout/LinedList"/>
    <dgm:cxn modelId="{E12CAA32-EEF3-40FB-8100-7FA13094F823}" type="presParOf" srcId="{7BD01830-18D7-411D-A1A7-DE817195E721}" destId="{0D775DAD-76E1-48F1-8853-D87A14029958}" srcOrd="1" destOrd="0" presId="urn:microsoft.com/office/officeart/2008/layout/LinedList"/>
    <dgm:cxn modelId="{F563EB96-9D42-4185-8DB6-4CC4621A0D4E}" type="presParOf" srcId="{877E63BF-E44F-432C-B51F-C57A006549E9}" destId="{9294880A-A8EA-4951-94DB-E8B361715FF6}" srcOrd="2" destOrd="0" presId="urn:microsoft.com/office/officeart/2008/layout/LinedList"/>
    <dgm:cxn modelId="{D6D7DEFC-E601-4597-BA1D-3068ECA22B6E}" type="presParOf" srcId="{877E63BF-E44F-432C-B51F-C57A006549E9}" destId="{6381AFFE-716F-49D6-90C0-D7314941E699}" srcOrd="3" destOrd="0" presId="urn:microsoft.com/office/officeart/2008/layout/LinedList"/>
    <dgm:cxn modelId="{0F1BA7B4-A939-4CC3-BF17-3C9FDB02CC6A}" type="presParOf" srcId="{6381AFFE-716F-49D6-90C0-D7314941E699}" destId="{6086513E-9F9D-4F6E-B9B3-E98BE90EA0E6}" srcOrd="0" destOrd="0" presId="urn:microsoft.com/office/officeart/2008/layout/LinedList"/>
    <dgm:cxn modelId="{668810C8-F397-4B0D-B978-9F5B3A35348F}" type="presParOf" srcId="{6381AFFE-716F-49D6-90C0-D7314941E699}" destId="{1A0250E5-D8E3-4394-928E-1B9A196259B4}" srcOrd="1" destOrd="0" presId="urn:microsoft.com/office/officeart/2008/layout/LinedList"/>
    <dgm:cxn modelId="{C7428AFD-9E10-425D-8B0D-3C75C47A584D}" type="presParOf" srcId="{877E63BF-E44F-432C-B51F-C57A006549E9}" destId="{BF5FAA47-29B7-4188-B4B7-073F830F14F2}" srcOrd="4" destOrd="0" presId="urn:microsoft.com/office/officeart/2008/layout/LinedList"/>
    <dgm:cxn modelId="{50978CB3-5379-49A5-9C87-436771B77663}" type="presParOf" srcId="{877E63BF-E44F-432C-B51F-C57A006549E9}" destId="{B08294C2-E7EA-461E-83B4-AD4139548E7E}" srcOrd="5" destOrd="0" presId="urn:microsoft.com/office/officeart/2008/layout/LinedList"/>
    <dgm:cxn modelId="{4E74A45C-4853-48FC-AEBE-8F1A1B31F90A}" type="presParOf" srcId="{B08294C2-E7EA-461E-83B4-AD4139548E7E}" destId="{678B9221-7F33-480A-A8F4-7875FF752966}" srcOrd="0" destOrd="0" presId="urn:microsoft.com/office/officeart/2008/layout/LinedList"/>
    <dgm:cxn modelId="{40E4EB70-90E3-4468-A289-70CE6A18AB60}" type="presParOf" srcId="{B08294C2-E7EA-461E-83B4-AD4139548E7E}" destId="{13C101A5-7B45-408C-95B6-092FC8A30093}" srcOrd="1" destOrd="0" presId="urn:microsoft.com/office/officeart/2008/layout/LinedList"/>
    <dgm:cxn modelId="{7F38B3FD-0A64-4CE6-98BC-13FD16DA826B}" type="presParOf" srcId="{877E63BF-E44F-432C-B51F-C57A006549E9}" destId="{752AA5B8-9C96-49A2-BBA6-C127F621A8DB}" srcOrd="6" destOrd="0" presId="urn:microsoft.com/office/officeart/2008/layout/LinedList"/>
    <dgm:cxn modelId="{1A32E6C0-8DDA-4812-AF50-DC8996B6EFAC}" type="presParOf" srcId="{877E63BF-E44F-432C-B51F-C57A006549E9}" destId="{E6E93FE3-504A-4719-A8B8-ECCCE8B0611F}" srcOrd="7" destOrd="0" presId="urn:microsoft.com/office/officeart/2008/layout/LinedList"/>
    <dgm:cxn modelId="{05A7B9E1-515E-432E-A925-C1176CBF1854}" type="presParOf" srcId="{E6E93FE3-504A-4719-A8B8-ECCCE8B0611F}" destId="{590D261A-4642-46EC-8226-19D2CB7071FD}" srcOrd="0" destOrd="0" presId="urn:microsoft.com/office/officeart/2008/layout/LinedList"/>
    <dgm:cxn modelId="{87B6E914-AE47-41FB-B594-7675F96A9ECE}" type="presParOf" srcId="{E6E93FE3-504A-4719-A8B8-ECCCE8B0611F}" destId="{157445CD-7D6C-4379-9C48-EC04BC479930}" srcOrd="1" destOrd="0" presId="urn:microsoft.com/office/officeart/2008/layout/LinedList"/>
    <dgm:cxn modelId="{5089533C-691D-4BD1-B2E0-D585709E8462}" type="presParOf" srcId="{877E63BF-E44F-432C-B51F-C57A006549E9}" destId="{243D57F0-FA8D-4712-A3FD-107353D872E5}" srcOrd="8" destOrd="0" presId="urn:microsoft.com/office/officeart/2008/layout/LinedList"/>
    <dgm:cxn modelId="{C2A33D48-8538-4A4D-9AAD-7293B36A9B23}" type="presParOf" srcId="{877E63BF-E44F-432C-B51F-C57A006549E9}" destId="{B09A302F-3166-4C07-A679-CD9A573A9227}" srcOrd="9" destOrd="0" presId="urn:microsoft.com/office/officeart/2008/layout/LinedList"/>
    <dgm:cxn modelId="{F21CAA38-1637-4E3B-93FC-206039072413}" type="presParOf" srcId="{B09A302F-3166-4C07-A679-CD9A573A9227}" destId="{CA33986C-D5F0-477B-A4A5-448164302E37}" srcOrd="0" destOrd="0" presId="urn:microsoft.com/office/officeart/2008/layout/LinedList"/>
    <dgm:cxn modelId="{D4B6CCC5-4458-44E4-AD45-5D27A5B16D00}" type="presParOf" srcId="{B09A302F-3166-4C07-A679-CD9A573A9227}" destId="{93275344-F346-44E2-979F-629EECB724C3}" srcOrd="1" destOrd="0" presId="urn:microsoft.com/office/officeart/2008/layout/LinedList"/>
    <dgm:cxn modelId="{6B123738-B899-405E-BDAA-6FCF610025C7}" type="presParOf" srcId="{877E63BF-E44F-432C-B51F-C57A006549E9}" destId="{75D04A29-5C9A-400C-A035-10175EED7921}" srcOrd="10" destOrd="0" presId="urn:microsoft.com/office/officeart/2008/layout/LinedList"/>
    <dgm:cxn modelId="{3D546DF2-71CC-44B4-8E49-B6945664B6C5}" type="presParOf" srcId="{877E63BF-E44F-432C-B51F-C57A006549E9}" destId="{80A7B3AD-EB08-4FFD-B186-8AD1C6602A59}" srcOrd="11" destOrd="0" presId="urn:microsoft.com/office/officeart/2008/layout/LinedList"/>
    <dgm:cxn modelId="{F0D88F54-281E-4F47-87AC-F14FE91E538E}" type="presParOf" srcId="{80A7B3AD-EB08-4FFD-B186-8AD1C6602A59}" destId="{0DA38484-138B-4E8A-ADE9-667016A631EE}" srcOrd="0" destOrd="0" presId="urn:microsoft.com/office/officeart/2008/layout/LinedList"/>
    <dgm:cxn modelId="{84F58C36-8A8C-44DB-BC75-015AE82802E6}" type="presParOf" srcId="{80A7B3AD-EB08-4FFD-B186-8AD1C6602A59}" destId="{0CC2D53A-C676-489E-BC95-67FB7AA6E2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A4866D-3FB3-48B8-B143-92947A7BD05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C9F39D-3C18-414A-A114-CF94467DCB0E}">
      <dgm:prSet/>
      <dgm:spPr/>
      <dgm:t>
        <a:bodyPr/>
        <a:lstStyle/>
        <a:p>
          <a:r>
            <a:rPr lang="en-US"/>
            <a:t>• Crear nuevas cadenas:</a:t>
          </a:r>
        </a:p>
      </dgm:t>
    </dgm:pt>
    <dgm:pt modelId="{54791C40-4695-433A-92A1-CB327076CA50}" type="parTrans" cxnId="{E1CE3EA8-A111-4C08-AE26-35A0387B6AE5}">
      <dgm:prSet/>
      <dgm:spPr/>
      <dgm:t>
        <a:bodyPr/>
        <a:lstStyle/>
        <a:p>
          <a:endParaRPr lang="en-US"/>
        </a:p>
      </dgm:t>
    </dgm:pt>
    <dgm:pt modelId="{272827F4-3408-459E-BDA6-16673BEEBFD5}" type="sibTrans" cxnId="{E1CE3EA8-A111-4C08-AE26-35A0387B6AE5}">
      <dgm:prSet/>
      <dgm:spPr/>
      <dgm:t>
        <a:bodyPr/>
        <a:lstStyle/>
        <a:p>
          <a:endParaRPr lang="en-US"/>
        </a:p>
      </dgm:t>
    </dgm:pt>
    <dgm:pt modelId="{AA0834D0-4434-4B51-9A5B-8BE25E740696}">
      <dgm:prSet/>
      <dgm:spPr/>
      <dgm:t>
        <a:bodyPr/>
        <a:lstStyle/>
        <a:p>
          <a:r>
            <a:rPr lang="en-US"/>
            <a:t>iptables -N MI_CADENA</a:t>
          </a:r>
        </a:p>
      </dgm:t>
    </dgm:pt>
    <dgm:pt modelId="{78E3FAEA-657F-4396-9924-4FC340462C00}" type="parTrans" cxnId="{215493C3-E999-420F-A5A2-6C33D2E5AA9E}">
      <dgm:prSet/>
      <dgm:spPr/>
      <dgm:t>
        <a:bodyPr/>
        <a:lstStyle/>
        <a:p>
          <a:endParaRPr lang="en-US"/>
        </a:p>
      </dgm:t>
    </dgm:pt>
    <dgm:pt modelId="{47CA9A9F-9DAC-4F4A-9B64-12F590021152}" type="sibTrans" cxnId="{215493C3-E999-420F-A5A2-6C33D2E5AA9E}">
      <dgm:prSet/>
      <dgm:spPr/>
      <dgm:t>
        <a:bodyPr/>
        <a:lstStyle/>
        <a:p>
          <a:endParaRPr lang="en-US"/>
        </a:p>
      </dgm:t>
    </dgm:pt>
    <dgm:pt modelId="{421E225B-EF4F-44FC-AD5A-EACDE74E9213}">
      <dgm:prSet/>
      <dgm:spPr/>
      <dgm:t>
        <a:bodyPr/>
        <a:lstStyle/>
        <a:p>
          <a:r>
            <a:rPr lang="en-US"/>
            <a:t>iptables -A INPUT -j MI_CADENA</a:t>
          </a:r>
        </a:p>
      </dgm:t>
    </dgm:pt>
    <dgm:pt modelId="{51FFA27F-0414-4CBF-9F9F-9ABBFE2F8CF4}" type="parTrans" cxnId="{80469159-66C9-47A8-8B74-A6E57570670F}">
      <dgm:prSet/>
      <dgm:spPr/>
      <dgm:t>
        <a:bodyPr/>
        <a:lstStyle/>
        <a:p>
          <a:endParaRPr lang="en-US"/>
        </a:p>
      </dgm:t>
    </dgm:pt>
    <dgm:pt modelId="{FFD5426C-C687-4E0B-8F27-842D6B803CB8}" type="sibTrans" cxnId="{80469159-66C9-47A8-8B74-A6E57570670F}">
      <dgm:prSet/>
      <dgm:spPr/>
      <dgm:t>
        <a:bodyPr/>
        <a:lstStyle/>
        <a:p>
          <a:endParaRPr lang="en-US"/>
        </a:p>
      </dgm:t>
    </dgm:pt>
    <dgm:pt modelId="{8045BB9F-ECC6-4114-B40C-00329336EC62}" type="pres">
      <dgm:prSet presAssocID="{A9A4866D-3FB3-48B8-B143-92947A7BD055}" presName="linear" presStyleCnt="0">
        <dgm:presLayoutVars>
          <dgm:animLvl val="lvl"/>
          <dgm:resizeHandles val="exact"/>
        </dgm:presLayoutVars>
      </dgm:prSet>
      <dgm:spPr/>
    </dgm:pt>
    <dgm:pt modelId="{93F2AD01-4ACB-4724-A772-38D63FA3BF4D}" type="pres">
      <dgm:prSet presAssocID="{99C9F39D-3C18-414A-A114-CF94467DCB0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8B3979-3319-46F4-B3EB-5F753FB3F65E}" type="pres">
      <dgm:prSet presAssocID="{272827F4-3408-459E-BDA6-16673BEEBFD5}" presName="spacer" presStyleCnt="0"/>
      <dgm:spPr/>
    </dgm:pt>
    <dgm:pt modelId="{804F3983-A97A-452B-8D1C-3AE4910C8A00}" type="pres">
      <dgm:prSet presAssocID="{AA0834D0-4434-4B51-9A5B-8BE25E74069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12764FB-CF7B-4473-9C77-5A6116BA938D}" type="pres">
      <dgm:prSet presAssocID="{47CA9A9F-9DAC-4F4A-9B64-12F590021152}" presName="spacer" presStyleCnt="0"/>
      <dgm:spPr/>
    </dgm:pt>
    <dgm:pt modelId="{23E848CD-19C9-4D74-9604-05821541DEC2}" type="pres">
      <dgm:prSet presAssocID="{421E225B-EF4F-44FC-AD5A-EACDE74E921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7767D47-627F-46B1-8D9A-393E5050A3ED}" type="presOf" srcId="{99C9F39D-3C18-414A-A114-CF94467DCB0E}" destId="{93F2AD01-4ACB-4724-A772-38D63FA3BF4D}" srcOrd="0" destOrd="0" presId="urn:microsoft.com/office/officeart/2005/8/layout/vList2"/>
    <dgm:cxn modelId="{F8349449-4526-4199-91BB-783443A41CFC}" type="presOf" srcId="{421E225B-EF4F-44FC-AD5A-EACDE74E9213}" destId="{23E848CD-19C9-4D74-9604-05821541DEC2}" srcOrd="0" destOrd="0" presId="urn:microsoft.com/office/officeart/2005/8/layout/vList2"/>
    <dgm:cxn modelId="{4B3A7150-D71E-4F0F-A8D8-1FCEFB508DE7}" type="presOf" srcId="{AA0834D0-4434-4B51-9A5B-8BE25E740696}" destId="{804F3983-A97A-452B-8D1C-3AE4910C8A00}" srcOrd="0" destOrd="0" presId="urn:microsoft.com/office/officeart/2005/8/layout/vList2"/>
    <dgm:cxn modelId="{22056F58-B134-4301-9B6C-5F6140250394}" type="presOf" srcId="{A9A4866D-3FB3-48B8-B143-92947A7BD055}" destId="{8045BB9F-ECC6-4114-B40C-00329336EC62}" srcOrd="0" destOrd="0" presId="urn:microsoft.com/office/officeart/2005/8/layout/vList2"/>
    <dgm:cxn modelId="{80469159-66C9-47A8-8B74-A6E57570670F}" srcId="{A9A4866D-3FB3-48B8-B143-92947A7BD055}" destId="{421E225B-EF4F-44FC-AD5A-EACDE74E9213}" srcOrd="2" destOrd="0" parTransId="{51FFA27F-0414-4CBF-9F9F-9ABBFE2F8CF4}" sibTransId="{FFD5426C-C687-4E0B-8F27-842D6B803CB8}"/>
    <dgm:cxn modelId="{E1CE3EA8-A111-4C08-AE26-35A0387B6AE5}" srcId="{A9A4866D-3FB3-48B8-B143-92947A7BD055}" destId="{99C9F39D-3C18-414A-A114-CF94467DCB0E}" srcOrd="0" destOrd="0" parTransId="{54791C40-4695-433A-92A1-CB327076CA50}" sibTransId="{272827F4-3408-459E-BDA6-16673BEEBFD5}"/>
    <dgm:cxn modelId="{215493C3-E999-420F-A5A2-6C33D2E5AA9E}" srcId="{A9A4866D-3FB3-48B8-B143-92947A7BD055}" destId="{AA0834D0-4434-4B51-9A5B-8BE25E740696}" srcOrd="1" destOrd="0" parTransId="{78E3FAEA-657F-4396-9924-4FC340462C00}" sibTransId="{47CA9A9F-9DAC-4F4A-9B64-12F590021152}"/>
    <dgm:cxn modelId="{5A2B9513-36C4-478B-832A-CF2C9A33BE6F}" type="presParOf" srcId="{8045BB9F-ECC6-4114-B40C-00329336EC62}" destId="{93F2AD01-4ACB-4724-A772-38D63FA3BF4D}" srcOrd="0" destOrd="0" presId="urn:microsoft.com/office/officeart/2005/8/layout/vList2"/>
    <dgm:cxn modelId="{A45FDF4B-EE7D-4B2F-A73B-EA338F9D7D27}" type="presParOf" srcId="{8045BB9F-ECC6-4114-B40C-00329336EC62}" destId="{AE8B3979-3319-46F4-B3EB-5F753FB3F65E}" srcOrd="1" destOrd="0" presId="urn:microsoft.com/office/officeart/2005/8/layout/vList2"/>
    <dgm:cxn modelId="{4E9471F1-6205-4F51-806B-DD4121647B44}" type="presParOf" srcId="{8045BB9F-ECC6-4114-B40C-00329336EC62}" destId="{804F3983-A97A-452B-8D1C-3AE4910C8A00}" srcOrd="2" destOrd="0" presId="urn:microsoft.com/office/officeart/2005/8/layout/vList2"/>
    <dgm:cxn modelId="{0077E43A-2C1D-406D-8B80-C889B40C9F6C}" type="presParOf" srcId="{8045BB9F-ECC6-4114-B40C-00329336EC62}" destId="{C12764FB-CF7B-4473-9C77-5A6116BA938D}" srcOrd="3" destOrd="0" presId="urn:microsoft.com/office/officeart/2005/8/layout/vList2"/>
    <dgm:cxn modelId="{F178E70B-6B4D-4FC5-808F-7D50C63B0E3E}" type="presParOf" srcId="{8045BB9F-ECC6-4114-B40C-00329336EC62}" destId="{23E848CD-19C9-4D74-9604-05821541DE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B311DC-BE99-4B76-9798-3752659CC48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F18242-1B3A-4875-8A25-DB12053146C0}">
      <dgm:prSet/>
      <dgm:spPr/>
      <dgm:t>
        <a:bodyPr/>
        <a:lstStyle/>
        <a:p>
          <a:r>
            <a:rPr lang="en-US"/>
            <a:t>• LOG registra paquetes.</a:t>
          </a:r>
        </a:p>
      </dgm:t>
    </dgm:pt>
    <dgm:pt modelId="{6D06B4E7-26ED-4BC8-86A1-56D156898B16}" type="parTrans" cxnId="{40352AE4-C81C-4A6F-9466-89E332BB7A65}">
      <dgm:prSet/>
      <dgm:spPr/>
      <dgm:t>
        <a:bodyPr/>
        <a:lstStyle/>
        <a:p>
          <a:endParaRPr lang="en-US"/>
        </a:p>
      </dgm:t>
    </dgm:pt>
    <dgm:pt modelId="{C92B1F78-F127-4A29-96A3-139EB1C49E47}" type="sibTrans" cxnId="{40352AE4-C81C-4A6F-9466-89E332BB7A65}">
      <dgm:prSet/>
      <dgm:spPr/>
      <dgm:t>
        <a:bodyPr/>
        <a:lstStyle/>
        <a:p>
          <a:endParaRPr lang="en-US"/>
        </a:p>
      </dgm:t>
    </dgm:pt>
    <dgm:pt modelId="{4E963707-5E89-484C-8E46-0ADB57FAA5F3}">
      <dgm:prSet/>
      <dgm:spPr/>
      <dgm:t>
        <a:bodyPr/>
        <a:lstStyle/>
        <a:p>
          <a:r>
            <a:rPr lang="en-US"/>
            <a:t>Ejemplo: iptables -A INPUT -p tcp --dport 23 -j LOG</a:t>
          </a:r>
        </a:p>
      </dgm:t>
    </dgm:pt>
    <dgm:pt modelId="{E6BD4819-755B-422D-A075-F22ABC1D00B7}" type="parTrans" cxnId="{8DC72C06-D8A7-46F7-8BCD-8CDA9B808E0A}">
      <dgm:prSet/>
      <dgm:spPr/>
      <dgm:t>
        <a:bodyPr/>
        <a:lstStyle/>
        <a:p>
          <a:endParaRPr lang="en-US"/>
        </a:p>
      </dgm:t>
    </dgm:pt>
    <dgm:pt modelId="{3BDD0B83-1EBF-4216-A2A6-2BAF8A1A3CDF}" type="sibTrans" cxnId="{8DC72C06-D8A7-46F7-8BCD-8CDA9B808E0A}">
      <dgm:prSet/>
      <dgm:spPr/>
      <dgm:t>
        <a:bodyPr/>
        <a:lstStyle/>
        <a:p>
          <a:endParaRPr lang="en-US"/>
        </a:p>
      </dgm:t>
    </dgm:pt>
    <dgm:pt modelId="{15EA622E-D95C-4BBC-A31E-7BA3AFC84A6E}">
      <dgm:prSet/>
      <dgm:spPr/>
      <dgm:t>
        <a:bodyPr/>
        <a:lstStyle/>
        <a:p>
          <a:r>
            <a:rPr lang="en-US"/>
            <a:t>• Filtrar banderas TCP (SYN, ACK, FIN, RST).</a:t>
          </a:r>
        </a:p>
      </dgm:t>
    </dgm:pt>
    <dgm:pt modelId="{D0FA2569-3418-4C08-8C4C-C5993C9E3AC3}" type="parTrans" cxnId="{7D40E342-2409-4B03-B8FD-1C157C1233AD}">
      <dgm:prSet/>
      <dgm:spPr/>
      <dgm:t>
        <a:bodyPr/>
        <a:lstStyle/>
        <a:p>
          <a:endParaRPr lang="en-US"/>
        </a:p>
      </dgm:t>
    </dgm:pt>
    <dgm:pt modelId="{D2F38D6C-3BE2-4CD7-9881-BAEFDE8A69C5}" type="sibTrans" cxnId="{7D40E342-2409-4B03-B8FD-1C157C1233AD}">
      <dgm:prSet/>
      <dgm:spPr/>
      <dgm:t>
        <a:bodyPr/>
        <a:lstStyle/>
        <a:p>
          <a:endParaRPr lang="en-US"/>
        </a:p>
      </dgm:t>
    </dgm:pt>
    <dgm:pt modelId="{45B3019A-8939-46A2-81FF-1B02750C81E2}">
      <dgm:prSet/>
      <dgm:spPr/>
      <dgm:t>
        <a:bodyPr/>
        <a:lstStyle/>
        <a:p>
          <a:r>
            <a:rPr lang="en-US"/>
            <a:t>Ejemplo: iptables -A INPUT -p tcp --tcp-flags SYN,ACK SYN -j ACCEPT</a:t>
          </a:r>
        </a:p>
      </dgm:t>
    </dgm:pt>
    <dgm:pt modelId="{0697852C-6D22-4451-8AE6-D2E02FB17C2F}" type="parTrans" cxnId="{415400AB-BA0A-462B-9A30-889B3B8A3774}">
      <dgm:prSet/>
      <dgm:spPr/>
      <dgm:t>
        <a:bodyPr/>
        <a:lstStyle/>
        <a:p>
          <a:endParaRPr lang="en-US"/>
        </a:p>
      </dgm:t>
    </dgm:pt>
    <dgm:pt modelId="{F643EC07-E8F4-45BF-8CCF-B357CFACCEEC}" type="sibTrans" cxnId="{415400AB-BA0A-462B-9A30-889B3B8A3774}">
      <dgm:prSet/>
      <dgm:spPr/>
      <dgm:t>
        <a:bodyPr/>
        <a:lstStyle/>
        <a:p>
          <a:endParaRPr lang="en-US"/>
        </a:p>
      </dgm:t>
    </dgm:pt>
    <dgm:pt modelId="{91B466A7-F4CE-48B7-A611-7F929C12093F}" type="pres">
      <dgm:prSet presAssocID="{7EB311DC-BE99-4B76-9798-3752659CC485}" presName="vert0" presStyleCnt="0">
        <dgm:presLayoutVars>
          <dgm:dir/>
          <dgm:animOne val="branch"/>
          <dgm:animLvl val="lvl"/>
        </dgm:presLayoutVars>
      </dgm:prSet>
      <dgm:spPr/>
    </dgm:pt>
    <dgm:pt modelId="{B0A396E0-251D-446C-9BFA-B09037EFBBE0}" type="pres">
      <dgm:prSet presAssocID="{D0F18242-1B3A-4875-8A25-DB12053146C0}" presName="thickLine" presStyleLbl="alignNode1" presStyleIdx="0" presStyleCnt="4"/>
      <dgm:spPr/>
    </dgm:pt>
    <dgm:pt modelId="{7FED6999-D8A3-4F22-AD63-9E7D4CDBBED5}" type="pres">
      <dgm:prSet presAssocID="{D0F18242-1B3A-4875-8A25-DB12053146C0}" presName="horz1" presStyleCnt="0"/>
      <dgm:spPr/>
    </dgm:pt>
    <dgm:pt modelId="{9545307A-79D3-461D-A175-084A448ABA7C}" type="pres">
      <dgm:prSet presAssocID="{D0F18242-1B3A-4875-8A25-DB12053146C0}" presName="tx1" presStyleLbl="revTx" presStyleIdx="0" presStyleCnt="4"/>
      <dgm:spPr/>
    </dgm:pt>
    <dgm:pt modelId="{D8F14BE1-5876-48F5-837D-42DD8919F7DC}" type="pres">
      <dgm:prSet presAssocID="{D0F18242-1B3A-4875-8A25-DB12053146C0}" presName="vert1" presStyleCnt="0"/>
      <dgm:spPr/>
    </dgm:pt>
    <dgm:pt modelId="{A71413CF-7CBB-4D5D-AB94-6C65A58DD6B1}" type="pres">
      <dgm:prSet presAssocID="{4E963707-5E89-484C-8E46-0ADB57FAA5F3}" presName="thickLine" presStyleLbl="alignNode1" presStyleIdx="1" presStyleCnt="4"/>
      <dgm:spPr/>
    </dgm:pt>
    <dgm:pt modelId="{736DAE56-D186-47DD-9EDE-E455B887C059}" type="pres">
      <dgm:prSet presAssocID="{4E963707-5E89-484C-8E46-0ADB57FAA5F3}" presName="horz1" presStyleCnt="0"/>
      <dgm:spPr/>
    </dgm:pt>
    <dgm:pt modelId="{EBC8E375-2602-43E7-91C3-1BF681F43A9C}" type="pres">
      <dgm:prSet presAssocID="{4E963707-5E89-484C-8E46-0ADB57FAA5F3}" presName="tx1" presStyleLbl="revTx" presStyleIdx="1" presStyleCnt="4"/>
      <dgm:spPr/>
    </dgm:pt>
    <dgm:pt modelId="{495F9603-B213-403B-998E-97A6C15DCA6B}" type="pres">
      <dgm:prSet presAssocID="{4E963707-5E89-484C-8E46-0ADB57FAA5F3}" presName="vert1" presStyleCnt="0"/>
      <dgm:spPr/>
    </dgm:pt>
    <dgm:pt modelId="{7A131484-B05D-4361-87B6-5600EF56F819}" type="pres">
      <dgm:prSet presAssocID="{15EA622E-D95C-4BBC-A31E-7BA3AFC84A6E}" presName="thickLine" presStyleLbl="alignNode1" presStyleIdx="2" presStyleCnt="4"/>
      <dgm:spPr/>
    </dgm:pt>
    <dgm:pt modelId="{E939C0CF-9CD0-40D0-AB09-9E8C96354443}" type="pres">
      <dgm:prSet presAssocID="{15EA622E-D95C-4BBC-A31E-7BA3AFC84A6E}" presName="horz1" presStyleCnt="0"/>
      <dgm:spPr/>
    </dgm:pt>
    <dgm:pt modelId="{215C681F-A67C-4627-9C90-45C0430BD4BB}" type="pres">
      <dgm:prSet presAssocID="{15EA622E-D95C-4BBC-A31E-7BA3AFC84A6E}" presName="tx1" presStyleLbl="revTx" presStyleIdx="2" presStyleCnt="4"/>
      <dgm:spPr/>
    </dgm:pt>
    <dgm:pt modelId="{16194382-FC8F-40E0-81FD-CA4670BEF889}" type="pres">
      <dgm:prSet presAssocID="{15EA622E-D95C-4BBC-A31E-7BA3AFC84A6E}" presName="vert1" presStyleCnt="0"/>
      <dgm:spPr/>
    </dgm:pt>
    <dgm:pt modelId="{6E21F95F-E21E-4DE6-AFD0-37224D4F6FF8}" type="pres">
      <dgm:prSet presAssocID="{45B3019A-8939-46A2-81FF-1B02750C81E2}" presName="thickLine" presStyleLbl="alignNode1" presStyleIdx="3" presStyleCnt="4"/>
      <dgm:spPr/>
    </dgm:pt>
    <dgm:pt modelId="{59725079-F678-46BC-A65A-3D3AB8DF40B4}" type="pres">
      <dgm:prSet presAssocID="{45B3019A-8939-46A2-81FF-1B02750C81E2}" presName="horz1" presStyleCnt="0"/>
      <dgm:spPr/>
    </dgm:pt>
    <dgm:pt modelId="{B55A9073-FB1E-4153-A6A4-036253AC43CC}" type="pres">
      <dgm:prSet presAssocID="{45B3019A-8939-46A2-81FF-1B02750C81E2}" presName="tx1" presStyleLbl="revTx" presStyleIdx="3" presStyleCnt="4"/>
      <dgm:spPr/>
    </dgm:pt>
    <dgm:pt modelId="{63AE1E96-6045-441D-B041-CCFA8FB3AE81}" type="pres">
      <dgm:prSet presAssocID="{45B3019A-8939-46A2-81FF-1B02750C81E2}" presName="vert1" presStyleCnt="0"/>
      <dgm:spPr/>
    </dgm:pt>
  </dgm:ptLst>
  <dgm:cxnLst>
    <dgm:cxn modelId="{8DC72C06-D8A7-46F7-8BCD-8CDA9B808E0A}" srcId="{7EB311DC-BE99-4B76-9798-3752659CC485}" destId="{4E963707-5E89-484C-8E46-0ADB57FAA5F3}" srcOrd="1" destOrd="0" parTransId="{E6BD4819-755B-422D-A075-F22ABC1D00B7}" sibTransId="{3BDD0B83-1EBF-4216-A2A6-2BAF8A1A3CDF}"/>
    <dgm:cxn modelId="{8D176E07-6C85-492F-8EFA-D7400DCD8D57}" type="presOf" srcId="{7EB311DC-BE99-4B76-9798-3752659CC485}" destId="{91B466A7-F4CE-48B7-A611-7F929C12093F}" srcOrd="0" destOrd="0" presId="urn:microsoft.com/office/officeart/2008/layout/LinedList"/>
    <dgm:cxn modelId="{7D40E342-2409-4B03-B8FD-1C157C1233AD}" srcId="{7EB311DC-BE99-4B76-9798-3752659CC485}" destId="{15EA622E-D95C-4BBC-A31E-7BA3AFC84A6E}" srcOrd="2" destOrd="0" parTransId="{D0FA2569-3418-4C08-8C4C-C5993C9E3AC3}" sibTransId="{D2F38D6C-3BE2-4CD7-9881-BAEFDE8A69C5}"/>
    <dgm:cxn modelId="{EFBA2C50-39F6-4F6D-BCFC-A3317A339D5D}" type="presOf" srcId="{4E963707-5E89-484C-8E46-0ADB57FAA5F3}" destId="{EBC8E375-2602-43E7-91C3-1BF681F43A9C}" srcOrd="0" destOrd="0" presId="urn:microsoft.com/office/officeart/2008/layout/LinedList"/>
    <dgm:cxn modelId="{F6BE6A54-D086-458E-9A8C-4F8D904290D4}" type="presOf" srcId="{45B3019A-8939-46A2-81FF-1B02750C81E2}" destId="{B55A9073-FB1E-4153-A6A4-036253AC43CC}" srcOrd="0" destOrd="0" presId="urn:microsoft.com/office/officeart/2008/layout/LinedList"/>
    <dgm:cxn modelId="{415400AB-BA0A-462B-9A30-889B3B8A3774}" srcId="{7EB311DC-BE99-4B76-9798-3752659CC485}" destId="{45B3019A-8939-46A2-81FF-1B02750C81E2}" srcOrd="3" destOrd="0" parTransId="{0697852C-6D22-4451-8AE6-D2E02FB17C2F}" sibTransId="{F643EC07-E8F4-45BF-8CCF-B357CFACCEEC}"/>
    <dgm:cxn modelId="{BBB6C3AD-8B5A-480E-9A80-ABCBF6EBFA89}" type="presOf" srcId="{15EA622E-D95C-4BBC-A31E-7BA3AFC84A6E}" destId="{215C681F-A67C-4627-9C90-45C0430BD4BB}" srcOrd="0" destOrd="0" presId="urn:microsoft.com/office/officeart/2008/layout/LinedList"/>
    <dgm:cxn modelId="{2B4E0AE3-CF42-4F07-AAD3-DC5667305BFC}" type="presOf" srcId="{D0F18242-1B3A-4875-8A25-DB12053146C0}" destId="{9545307A-79D3-461D-A175-084A448ABA7C}" srcOrd="0" destOrd="0" presId="urn:microsoft.com/office/officeart/2008/layout/LinedList"/>
    <dgm:cxn modelId="{40352AE4-C81C-4A6F-9466-89E332BB7A65}" srcId="{7EB311DC-BE99-4B76-9798-3752659CC485}" destId="{D0F18242-1B3A-4875-8A25-DB12053146C0}" srcOrd="0" destOrd="0" parTransId="{6D06B4E7-26ED-4BC8-86A1-56D156898B16}" sibTransId="{C92B1F78-F127-4A29-96A3-139EB1C49E47}"/>
    <dgm:cxn modelId="{5D542106-5C5A-4A4F-989E-AEC96AA97692}" type="presParOf" srcId="{91B466A7-F4CE-48B7-A611-7F929C12093F}" destId="{B0A396E0-251D-446C-9BFA-B09037EFBBE0}" srcOrd="0" destOrd="0" presId="urn:microsoft.com/office/officeart/2008/layout/LinedList"/>
    <dgm:cxn modelId="{DB25ADD9-9371-4DBB-B3A3-AB0AB8340167}" type="presParOf" srcId="{91B466A7-F4CE-48B7-A611-7F929C12093F}" destId="{7FED6999-D8A3-4F22-AD63-9E7D4CDBBED5}" srcOrd="1" destOrd="0" presId="urn:microsoft.com/office/officeart/2008/layout/LinedList"/>
    <dgm:cxn modelId="{BB91D547-7889-4009-B8F9-8B854AF0DA29}" type="presParOf" srcId="{7FED6999-D8A3-4F22-AD63-9E7D4CDBBED5}" destId="{9545307A-79D3-461D-A175-084A448ABA7C}" srcOrd="0" destOrd="0" presId="urn:microsoft.com/office/officeart/2008/layout/LinedList"/>
    <dgm:cxn modelId="{7AF285FA-E996-40B6-84C1-BCDD54EAADBC}" type="presParOf" srcId="{7FED6999-D8A3-4F22-AD63-9E7D4CDBBED5}" destId="{D8F14BE1-5876-48F5-837D-42DD8919F7DC}" srcOrd="1" destOrd="0" presId="urn:microsoft.com/office/officeart/2008/layout/LinedList"/>
    <dgm:cxn modelId="{C216FE07-3456-472C-8F6E-37B2B990B776}" type="presParOf" srcId="{91B466A7-F4CE-48B7-A611-7F929C12093F}" destId="{A71413CF-7CBB-4D5D-AB94-6C65A58DD6B1}" srcOrd="2" destOrd="0" presId="urn:microsoft.com/office/officeart/2008/layout/LinedList"/>
    <dgm:cxn modelId="{73F7ECD5-A80E-4BAC-A431-C8D026E8E41D}" type="presParOf" srcId="{91B466A7-F4CE-48B7-A611-7F929C12093F}" destId="{736DAE56-D186-47DD-9EDE-E455B887C059}" srcOrd="3" destOrd="0" presId="urn:microsoft.com/office/officeart/2008/layout/LinedList"/>
    <dgm:cxn modelId="{E851594A-9640-407A-867D-773E001802F4}" type="presParOf" srcId="{736DAE56-D186-47DD-9EDE-E455B887C059}" destId="{EBC8E375-2602-43E7-91C3-1BF681F43A9C}" srcOrd="0" destOrd="0" presId="urn:microsoft.com/office/officeart/2008/layout/LinedList"/>
    <dgm:cxn modelId="{AD88D3A5-C964-4917-A08C-7237535ADA3A}" type="presParOf" srcId="{736DAE56-D186-47DD-9EDE-E455B887C059}" destId="{495F9603-B213-403B-998E-97A6C15DCA6B}" srcOrd="1" destOrd="0" presId="urn:microsoft.com/office/officeart/2008/layout/LinedList"/>
    <dgm:cxn modelId="{89C02AE7-35DF-4238-8919-30C05508C05A}" type="presParOf" srcId="{91B466A7-F4CE-48B7-A611-7F929C12093F}" destId="{7A131484-B05D-4361-87B6-5600EF56F819}" srcOrd="4" destOrd="0" presId="urn:microsoft.com/office/officeart/2008/layout/LinedList"/>
    <dgm:cxn modelId="{DFEA4A3F-6276-4FB5-9FEC-019458E7BF9E}" type="presParOf" srcId="{91B466A7-F4CE-48B7-A611-7F929C12093F}" destId="{E939C0CF-9CD0-40D0-AB09-9E8C96354443}" srcOrd="5" destOrd="0" presId="urn:microsoft.com/office/officeart/2008/layout/LinedList"/>
    <dgm:cxn modelId="{26B5D964-E6AE-4B72-B367-1A0BC73E374B}" type="presParOf" srcId="{E939C0CF-9CD0-40D0-AB09-9E8C96354443}" destId="{215C681F-A67C-4627-9C90-45C0430BD4BB}" srcOrd="0" destOrd="0" presId="urn:microsoft.com/office/officeart/2008/layout/LinedList"/>
    <dgm:cxn modelId="{8EF441FA-7813-41EF-944A-1D80119A76E6}" type="presParOf" srcId="{E939C0CF-9CD0-40D0-AB09-9E8C96354443}" destId="{16194382-FC8F-40E0-81FD-CA4670BEF889}" srcOrd="1" destOrd="0" presId="urn:microsoft.com/office/officeart/2008/layout/LinedList"/>
    <dgm:cxn modelId="{77EBA75C-B614-4EFD-82F0-C64A3C0E4B61}" type="presParOf" srcId="{91B466A7-F4CE-48B7-A611-7F929C12093F}" destId="{6E21F95F-E21E-4DE6-AFD0-37224D4F6FF8}" srcOrd="6" destOrd="0" presId="urn:microsoft.com/office/officeart/2008/layout/LinedList"/>
    <dgm:cxn modelId="{21BF21B0-23CF-46E6-8E51-6F27BA1183F7}" type="presParOf" srcId="{91B466A7-F4CE-48B7-A611-7F929C12093F}" destId="{59725079-F678-46BC-A65A-3D3AB8DF40B4}" srcOrd="7" destOrd="0" presId="urn:microsoft.com/office/officeart/2008/layout/LinedList"/>
    <dgm:cxn modelId="{29D1D08B-271C-4B56-8834-55D97C7F6D9B}" type="presParOf" srcId="{59725079-F678-46BC-A65A-3D3AB8DF40B4}" destId="{B55A9073-FB1E-4153-A6A4-036253AC43CC}" srcOrd="0" destOrd="0" presId="urn:microsoft.com/office/officeart/2008/layout/LinedList"/>
    <dgm:cxn modelId="{3168B9DE-ACE5-4AF3-AD35-1A15B911C6A4}" type="presParOf" srcId="{59725079-F678-46BC-A65A-3D3AB8DF40B4}" destId="{63AE1E96-6045-441D-B041-CCFA8FB3AE8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3B8E4-7BAA-4997-B06A-92255F2D7228}">
      <dsp:nvSpPr>
        <dsp:cNvPr id="0" name=""/>
        <dsp:cNvSpPr/>
      </dsp:nvSpPr>
      <dsp:spPr>
        <a:xfrm>
          <a:off x="924401" y="488764"/>
          <a:ext cx="1446100" cy="14461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5021C-63B3-4ED9-9C3F-D2CFB8318701}">
      <dsp:nvSpPr>
        <dsp:cNvPr id="0" name=""/>
        <dsp:cNvSpPr/>
      </dsp:nvSpPr>
      <dsp:spPr>
        <a:xfrm>
          <a:off x="40673" y="2317290"/>
          <a:ext cx="3213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Netfilter: subsistema del kernel de Linux que filtra y manipula paquetes.</a:t>
          </a:r>
        </a:p>
      </dsp:txBody>
      <dsp:txXfrm>
        <a:off x="40673" y="2317290"/>
        <a:ext cx="3213556" cy="720000"/>
      </dsp:txXfrm>
    </dsp:sp>
    <dsp:sp modelId="{2A1FB31A-3A41-47E4-AB4B-7A784F8483DD}">
      <dsp:nvSpPr>
        <dsp:cNvPr id="0" name=""/>
        <dsp:cNvSpPr/>
      </dsp:nvSpPr>
      <dsp:spPr>
        <a:xfrm>
          <a:off x="4700330" y="488764"/>
          <a:ext cx="1446100" cy="14461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9014A-27A2-4F98-8179-FB55864D9FE0}">
      <dsp:nvSpPr>
        <dsp:cNvPr id="0" name=""/>
        <dsp:cNvSpPr/>
      </dsp:nvSpPr>
      <dsp:spPr>
        <a:xfrm>
          <a:off x="3816602" y="2317290"/>
          <a:ext cx="3213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iptables: herramienta de comandos para configurar Netfilter.</a:t>
          </a:r>
        </a:p>
      </dsp:txBody>
      <dsp:txXfrm>
        <a:off x="3816602" y="2317290"/>
        <a:ext cx="3213556" cy="720000"/>
      </dsp:txXfrm>
    </dsp:sp>
    <dsp:sp modelId="{E3E5E6FF-70D3-4EAE-AB03-C0CDA6479E88}">
      <dsp:nvSpPr>
        <dsp:cNvPr id="0" name=""/>
        <dsp:cNvSpPr/>
      </dsp:nvSpPr>
      <dsp:spPr>
        <a:xfrm>
          <a:off x="8476259" y="488764"/>
          <a:ext cx="1446100" cy="14461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69F35-EFBA-42BF-BD84-4DC08D88873E}">
      <dsp:nvSpPr>
        <dsp:cNvPr id="0" name=""/>
        <dsp:cNvSpPr/>
      </dsp:nvSpPr>
      <dsp:spPr>
        <a:xfrm>
          <a:off x="7592531" y="2317290"/>
          <a:ext cx="3213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Reglas agrupadas en cadenas y tablas.</a:t>
          </a:r>
        </a:p>
      </dsp:txBody>
      <dsp:txXfrm>
        <a:off x="7592531" y="2317290"/>
        <a:ext cx="321355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8A45D6-6107-4BF2-8EE7-60D9C322293A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E8FA0-BFAB-4986-A51D-1C1A0419398B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326385-DEA6-4062-8DAC-8DE40A959E0A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Política por defecto: acción si no coincide ninguna regla.</a:t>
          </a:r>
        </a:p>
      </dsp:txBody>
      <dsp:txXfrm>
        <a:off x="1844034" y="682"/>
        <a:ext cx="4401230" cy="1596566"/>
      </dsp:txXfrm>
    </dsp:sp>
    <dsp:sp modelId="{BE9D0EB9-667C-493C-88AC-D1682D260422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44E54-F45D-491A-BD89-D2DDD23BE506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68680-CB21-46B8-87B8-87EEB97B5C70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Estados: NEW, ESTABLISHED, RELATED, INVALID.</a:t>
          </a:r>
        </a:p>
      </dsp:txBody>
      <dsp:txXfrm>
        <a:off x="1844034" y="1996390"/>
        <a:ext cx="4401230" cy="1596566"/>
      </dsp:txXfrm>
    </dsp:sp>
    <dsp:sp modelId="{5AF806FF-7D2D-4D3B-BA9A-7035105EF775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620CAE-DCAB-4E3F-A9EE-9EDC5DAB4371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7720B-C7B9-43D9-A5AA-457254475F84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Permitir respuestas a conexiones legítimas.</a:t>
          </a:r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01F1E-1991-4FBF-99F4-D6C433DD1E70}">
      <dsp:nvSpPr>
        <dsp:cNvPr id="0" name=""/>
        <dsp:cNvSpPr/>
      </dsp:nvSpPr>
      <dsp:spPr>
        <a:xfrm>
          <a:off x="0" y="0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1686C-CC0B-45E6-9034-D860A193530D}">
      <dsp:nvSpPr>
        <dsp:cNvPr id="0" name=""/>
        <dsp:cNvSpPr/>
      </dsp:nvSpPr>
      <dsp:spPr>
        <a:xfrm>
          <a:off x="0" y="0"/>
          <a:ext cx="6245265" cy="2794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• Sintaxis: iptables -A cadena -p protocolo --dport puerto -j ACCIÓN</a:t>
          </a:r>
        </a:p>
      </dsp:txBody>
      <dsp:txXfrm>
        <a:off x="0" y="0"/>
        <a:ext cx="6245265" cy="2794673"/>
      </dsp:txXfrm>
    </dsp:sp>
    <dsp:sp modelId="{5F7F24E6-A0EE-4434-8E6A-74B8B5012254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3F155-7342-4A49-A8E0-D6491FCE4B49}">
      <dsp:nvSpPr>
        <dsp:cNvPr id="0" name=""/>
        <dsp:cNvSpPr/>
      </dsp:nvSpPr>
      <dsp:spPr>
        <a:xfrm>
          <a:off x="0" y="2794673"/>
          <a:ext cx="6245265" cy="2794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t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Ejemplo: iptables -A INPUT -p tcp --dport 22 -j ACCEPT</a:t>
          </a:r>
        </a:p>
      </dsp:txBody>
      <dsp:txXfrm>
        <a:off x="0" y="2794673"/>
        <a:ext cx="6245265" cy="27946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8BBB0-94D9-4FE3-B0F3-322484DA4D0D}">
      <dsp:nvSpPr>
        <dsp:cNvPr id="0" name=""/>
        <dsp:cNvSpPr/>
      </dsp:nvSpPr>
      <dsp:spPr>
        <a:xfrm>
          <a:off x="0" y="2729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78E0A-CB3E-4D0F-9ECF-E9B41FCC51C3}">
      <dsp:nvSpPr>
        <dsp:cNvPr id="0" name=""/>
        <dsp:cNvSpPr/>
      </dsp:nvSpPr>
      <dsp:spPr>
        <a:xfrm>
          <a:off x="0" y="2729"/>
          <a:ext cx="6245265" cy="93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Añadir: -A</a:t>
          </a:r>
        </a:p>
      </dsp:txBody>
      <dsp:txXfrm>
        <a:off x="0" y="2729"/>
        <a:ext cx="6245265" cy="930648"/>
      </dsp:txXfrm>
    </dsp:sp>
    <dsp:sp modelId="{9294880A-A8EA-4951-94DB-E8B361715FF6}">
      <dsp:nvSpPr>
        <dsp:cNvPr id="0" name=""/>
        <dsp:cNvSpPr/>
      </dsp:nvSpPr>
      <dsp:spPr>
        <a:xfrm>
          <a:off x="0" y="933377"/>
          <a:ext cx="624526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6513E-9F9D-4F6E-B9B3-E98BE90EA0E6}">
      <dsp:nvSpPr>
        <dsp:cNvPr id="0" name=""/>
        <dsp:cNvSpPr/>
      </dsp:nvSpPr>
      <dsp:spPr>
        <a:xfrm>
          <a:off x="0" y="933377"/>
          <a:ext cx="6245265" cy="93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Insertar: -I</a:t>
          </a:r>
        </a:p>
      </dsp:txBody>
      <dsp:txXfrm>
        <a:off x="0" y="933377"/>
        <a:ext cx="6245265" cy="930648"/>
      </dsp:txXfrm>
    </dsp:sp>
    <dsp:sp modelId="{BF5FAA47-29B7-4188-B4B7-073F830F14F2}">
      <dsp:nvSpPr>
        <dsp:cNvPr id="0" name=""/>
        <dsp:cNvSpPr/>
      </dsp:nvSpPr>
      <dsp:spPr>
        <a:xfrm>
          <a:off x="0" y="1864025"/>
          <a:ext cx="624526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B9221-7F33-480A-A8F4-7875FF752966}">
      <dsp:nvSpPr>
        <dsp:cNvPr id="0" name=""/>
        <dsp:cNvSpPr/>
      </dsp:nvSpPr>
      <dsp:spPr>
        <a:xfrm>
          <a:off x="0" y="1864025"/>
          <a:ext cx="6245265" cy="93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Reemplazar: -R</a:t>
          </a:r>
        </a:p>
      </dsp:txBody>
      <dsp:txXfrm>
        <a:off x="0" y="1864025"/>
        <a:ext cx="6245265" cy="930648"/>
      </dsp:txXfrm>
    </dsp:sp>
    <dsp:sp modelId="{752AA5B8-9C96-49A2-BBA6-C127F621A8DB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0D261A-4642-46EC-8226-19D2CB7071FD}">
      <dsp:nvSpPr>
        <dsp:cNvPr id="0" name=""/>
        <dsp:cNvSpPr/>
      </dsp:nvSpPr>
      <dsp:spPr>
        <a:xfrm>
          <a:off x="0" y="2794673"/>
          <a:ext cx="6245265" cy="93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Borrar: -D</a:t>
          </a:r>
        </a:p>
      </dsp:txBody>
      <dsp:txXfrm>
        <a:off x="0" y="2794673"/>
        <a:ext cx="6245265" cy="930648"/>
      </dsp:txXfrm>
    </dsp:sp>
    <dsp:sp modelId="{243D57F0-FA8D-4712-A3FD-107353D872E5}">
      <dsp:nvSpPr>
        <dsp:cNvPr id="0" name=""/>
        <dsp:cNvSpPr/>
      </dsp:nvSpPr>
      <dsp:spPr>
        <a:xfrm>
          <a:off x="0" y="3725321"/>
          <a:ext cx="624526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3986C-D5F0-477B-A4A5-448164302E37}">
      <dsp:nvSpPr>
        <dsp:cNvPr id="0" name=""/>
        <dsp:cNvSpPr/>
      </dsp:nvSpPr>
      <dsp:spPr>
        <a:xfrm>
          <a:off x="0" y="3725321"/>
          <a:ext cx="6245265" cy="93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Listar: -L -n -v</a:t>
          </a:r>
        </a:p>
      </dsp:txBody>
      <dsp:txXfrm>
        <a:off x="0" y="3725321"/>
        <a:ext cx="6245265" cy="930648"/>
      </dsp:txXfrm>
    </dsp:sp>
    <dsp:sp modelId="{75D04A29-5C9A-400C-A035-10175EED7921}">
      <dsp:nvSpPr>
        <dsp:cNvPr id="0" name=""/>
        <dsp:cNvSpPr/>
      </dsp:nvSpPr>
      <dsp:spPr>
        <a:xfrm>
          <a:off x="0" y="4655969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A38484-138B-4E8A-ADE9-667016A631EE}">
      <dsp:nvSpPr>
        <dsp:cNvPr id="0" name=""/>
        <dsp:cNvSpPr/>
      </dsp:nvSpPr>
      <dsp:spPr>
        <a:xfrm>
          <a:off x="0" y="4655969"/>
          <a:ext cx="6245265" cy="93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• Limpiar: -F</a:t>
          </a:r>
        </a:p>
      </dsp:txBody>
      <dsp:txXfrm>
        <a:off x="0" y="4655969"/>
        <a:ext cx="6245265" cy="930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2AD01-4ACB-4724-A772-38D63FA3BF4D}">
      <dsp:nvSpPr>
        <dsp:cNvPr id="0" name=""/>
        <dsp:cNvSpPr/>
      </dsp:nvSpPr>
      <dsp:spPr>
        <a:xfrm>
          <a:off x="0" y="42473"/>
          <a:ext cx="6245265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Crear nuevas cadenas:</a:t>
          </a:r>
        </a:p>
      </dsp:txBody>
      <dsp:txXfrm>
        <a:off x="85444" y="127917"/>
        <a:ext cx="6074377" cy="1579432"/>
      </dsp:txXfrm>
    </dsp:sp>
    <dsp:sp modelId="{804F3983-A97A-452B-8D1C-3AE4910C8A00}">
      <dsp:nvSpPr>
        <dsp:cNvPr id="0" name=""/>
        <dsp:cNvSpPr/>
      </dsp:nvSpPr>
      <dsp:spPr>
        <a:xfrm>
          <a:off x="0" y="1919513"/>
          <a:ext cx="6245265" cy="17503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iptables -N MI_CADENA</a:t>
          </a:r>
        </a:p>
      </dsp:txBody>
      <dsp:txXfrm>
        <a:off x="85444" y="2004957"/>
        <a:ext cx="6074377" cy="1579432"/>
      </dsp:txXfrm>
    </dsp:sp>
    <dsp:sp modelId="{23E848CD-19C9-4D74-9604-05821541DEC2}">
      <dsp:nvSpPr>
        <dsp:cNvPr id="0" name=""/>
        <dsp:cNvSpPr/>
      </dsp:nvSpPr>
      <dsp:spPr>
        <a:xfrm>
          <a:off x="0" y="3796553"/>
          <a:ext cx="6245265" cy="17503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iptables -A INPUT -j MI_CADENA</a:t>
          </a:r>
        </a:p>
      </dsp:txBody>
      <dsp:txXfrm>
        <a:off x="85444" y="3881997"/>
        <a:ext cx="6074377" cy="15794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396E0-251D-446C-9BFA-B09037EFBBE0}">
      <dsp:nvSpPr>
        <dsp:cNvPr id="0" name=""/>
        <dsp:cNvSpPr/>
      </dsp:nvSpPr>
      <dsp:spPr>
        <a:xfrm>
          <a:off x="0" y="0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5307A-79D3-461D-A175-084A448ABA7C}">
      <dsp:nvSpPr>
        <dsp:cNvPr id="0" name=""/>
        <dsp:cNvSpPr/>
      </dsp:nvSpPr>
      <dsp:spPr>
        <a:xfrm>
          <a:off x="0" y="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LOG registra paquetes.</a:t>
          </a:r>
        </a:p>
      </dsp:txBody>
      <dsp:txXfrm>
        <a:off x="0" y="0"/>
        <a:ext cx="6245265" cy="1397336"/>
      </dsp:txXfrm>
    </dsp:sp>
    <dsp:sp modelId="{A71413CF-7CBB-4D5D-AB94-6C65A58DD6B1}">
      <dsp:nvSpPr>
        <dsp:cNvPr id="0" name=""/>
        <dsp:cNvSpPr/>
      </dsp:nvSpPr>
      <dsp:spPr>
        <a:xfrm>
          <a:off x="0" y="1397336"/>
          <a:ext cx="6245265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8E375-2602-43E7-91C3-1BF681F43A9C}">
      <dsp:nvSpPr>
        <dsp:cNvPr id="0" name=""/>
        <dsp:cNvSpPr/>
      </dsp:nvSpPr>
      <dsp:spPr>
        <a:xfrm>
          <a:off x="0" y="1397336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Ejemplo: iptables -A INPUT -p tcp --dport 23 -j LOG</a:t>
          </a:r>
        </a:p>
      </dsp:txBody>
      <dsp:txXfrm>
        <a:off x="0" y="1397336"/>
        <a:ext cx="6245265" cy="1397336"/>
      </dsp:txXfrm>
    </dsp:sp>
    <dsp:sp modelId="{7A131484-B05D-4361-87B6-5600EF56F819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C681F-A67C-4627-9C90-45C0430BD4BB}">
      <dsp:nvSpPr>
        <dsp:cNvPr id="0" name=""/>
        <dsp:cNvSpPr/>
      </dsp:nvSpPr>
      <dsp:spPr>
        <a:xfrm>
          <a:off x="0" y="2794673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Filtrar banderas TCP (SYN, ACK, FIN, RST).</a:t>
          </a:r>
        </a:p>
      </dsp:txBody>
      <dsp:txXfrm>
        <a:off x="0" y="2794673"/>
        <a:ext cx="6245265" cy="1397336"/>
      </dsp:txXfrm>
    </dsp:sp>
    <dsp:sp modelId="{6E21F95F-E21E-4DE6-AFD0-37224D4F6FF8}">
      <dsp:nvSpPr>
        <dsp:cNvPr id="0" name=""/>
        <dsp:cNvSpPr/>
      </dsp:nvSpPr>
      <dsp:spPr>
        <a:xfrm>
          <a:off x="0" y="4192010"/>
          <a:ext cx="624526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A9073-FB1E-4153-A6A4-036253AC43CC}">
      <dsp:nvSpPr>
        <dsp:cNvPr id="0" name=""/>
        <dsp:cNvSpPr/>
      </dsp:nvSpPr>
      <dsp:spPr>
        <a:xfrm>
          <a:off x="0" y="4192010"/>
          <a:ext cx="6245265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Ejemplo: iptables -A INPUT -p tcp --tcp-flags SYN,ACK SYN -j ACCEPT</a:t>
          </a:r>
        </a:p>
      </dsp:txBody>
      <dsp:txXfrm>
        <a:off x="0" y="4192010"/>
        <a:ext cx="6245265" cy="1397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E3699-2B5E-D8D2-24AB-D7878139E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46D98C-FD8E-DB9D-7C06-074FF6ADB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238F35-D3A3-0E6E-7140-43553164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4D1445-A46D-BB99-EF57-F2E2A68D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690ABF-8F5F-7B73-15D8-AA742CA5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72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413D1-B65A-7C34-94E1-E8F035CA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E06A1-F03A-23BF-4D48-9A98F561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9BC34-0E94-AD2E-A9AE-505ACD7B2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41AD84-0989-A854-CFFA-7126874D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9EF560-C098-A468-D531-E0549EC8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63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B4F04-0F1E-9A9C-12F9-E837657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618FC-4224-2F98-DA3A-6FC8B6C5A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371BAA-933F-1AD0-F324-FB95935E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91D4C-B3A0-AC2F-F3FA-99FE20D51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CA7F67-67C8-44FA-4E45-0AFA22C9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2054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78D26-89E3-8C1A-251F-9BCAE207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C2DCB0-52EA-CD3C-2ABB-BAE16F7FD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BCC20B-5A42-5C24-234E-9B5FB1524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792458-0460-1E82-B9FA-0385E7109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4F8980-74BE-D260-FBEE-E9EF9D29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74F2A-4C34-BB06-5D0C-8C9A50AF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C4AB6-122C-D95D-71B8-FFF99E78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30E180-1891-E3F6-0A8D-FD531D431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87A73F-C8CE-67B3-22E0-DACC1BF39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BC7CA7-FE2C-679E-1FE6-3379EBF7A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1EDD20-A6C4-71D8-5847-E0F25A2C83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C64340-5DBB-0CEF-73BC-4F2EE71B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351D042-EE0D-E2E4-AC3B-B0A6B000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D2FA34-0A5A-2B3D-13AD-72F91653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046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E3055-3D57-C2BA-7B80-08BD5790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C32614-0045-415E-AB28-CA40E70E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E152E3-B701-219B-50DE-97ECB863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121551-A3F2-F4F9-6367-8BA196D7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04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E268F8-65B4-8AAD-75FD-51E4DCF8D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047F3F-01B7-02BD-1907-C602F0A4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8AF27F-CC40-A4E2-850B-AFED4AC36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2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3EC1D-A118-B813-92D5-2CC4EC6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67289F-B58A-3C51-D984-DF312020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7070BB-FE1A-BA52-1B86-2544AFC11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A2B16E-378F-EC2C-A224-03FB9C61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049FEB-B7D2-AAFA-3FEA-3833F652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1383F8-43A1-4708-A1BD-0D64D32A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147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7FB2B-2239-A2C5-008D-161B4872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E77CA8-5140-0A47-35BD-750FAEF768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48ADAF-712E-25A3-011B-1E4A2C3CD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C62925-D99F-6C6F-6F1C-60071786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AD84A6-6E47-4FDF-3DF8-CB66C143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E5C1DB-C5DE-9F9E-8CA4-9FDBB85D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25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BFDBB-8793-B28D-4D13-B58E5467D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7B66DC-17C3-6BF4-A645-B0A64B7BE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3181B-5072-A404-52DA-2E91C938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2A52AA-DB7B-01EC-070D-4F3BC83B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6E288-6182-9D67-EC70-451209C5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48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B4F54C-46F8-93AA-937D-FADB9B194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5EA0FE-E0F8-CEE1-1640-B35426B59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ADDFAB-132C-45F4-6A13-E282D81C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AA260-435B-8256-133D-58A0568B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32E227-6845-939E-B7B7-3AC4B669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7920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E663136-3AA9-C5D6-EA7F-FCF60B176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B290F0-95F6-3F68-A38F-8D077EC37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EC4B67-316D-5331-B571-0A2D4AD11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AB697-0FEA-4A4B-BBB3-4CD9CB169CC3}" type="datetimeFigureOut">
              <a:rPr lang="es-ES" smtClean="0"/>
              <a:t>27/09/2025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37EA8C-7518-F749-3CC7-B3D34E36F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5E4F0-AECE-C33E-1767-B9C56D1F3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95776-DB31-446C-B337-D0E63CFCC0F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39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79B4EC-BE3E-9295-AC58-0CAD13A4D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</a:rPr>
              <a:t>SEGURIDAD INFORMÁTICA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Subtítulo 4">
            <a:extLst>
              <a:ext uri="{FF2B5EF4-FFF2-40B4-BE49-F238E27FC236}">
                <a16:creationId xmlns:a16="http://schemas.microsoft.com/office/drawing/2014/main" id="{BB076771-2AA0-A9C7-C61D-786423133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39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DA3A4-8139-4C4A-2DF6-09A38BB3E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AC531646-0CFE-DB7F-0BB7-AB6E079EE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8B480ED-D3D2-B09C-9EA1-E3D1FF99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D313E2-6B46-66DA-4EF7-02FCD33E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3700" dirty="0"/>
              <a:t>UNIDAD 6: CORTAFUEGOS EN EQUIPOS Y SERVIDORES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E79F4-1172-A62D-3F73-D6793E207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s-ES" sz="2000" dirty="0"/>
              <a:t>1. Concepto y funciones principales</a:t>
            </a:r>
          </a:p>
          <a:p>
            <a:r>
              <a:rPr lang="es-ES" sz="2000" dirty="0"/>
              <a:t>2. La infraestructura </a:t>
            </a:r>
            <a:r>
              <a:rPr lang="es-ES" sz="2000" dirty="0" err="1"/>
              <a:t>netfilter</a:t>
            </a:r>
            <a:r>
              <a:rPr lang="es-ES" sz="2000" dirty="0"/>
              <a:t>, </a:t>
            </a:r>
            <a:r>
              <a:rPr lang="es-ES" sz="2000" dirty="0" err="1"/>
              <a:t>iptables</a:t>
            </a:r>
            <a:endParaRPr lang="es-ES" sz="2000" dirty="0"/>
          </a:p>
          <a:p>
            <a:r>
              <a:rPr lang="es-ES" sz="2000" dirty="0"/>
              <a:t>3. Configuración de cortafuegos en diferentes </a:t>
            </a:r>
            <a:r>
              <a:rPr lang="es-ES" sz="2000" dirty="0" err="1"/>
              <a:t>topologias</a:t>
            </a:r>
            <a:endParaRPr lang="es-ES" sz="2000" dirty="0"/>
          </a:p>
          <a:p>
            <a:r>
              <a:rPr lang="es-ES" sz="2000" dirty="0"/>
              <a:t>5. Auditorias en cortafuegos</a:t>
            </a:r>
          </a:p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0F7BA332-8486-61F7-4A86-6D8A0E65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2E2BA-32C7-85DB-354F-1F8F4263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6355C-A9E1-DB5E-FF97-FB7C9885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1. Concepto y funciones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DDBFD5-05B4-93FE-0F94-51CFEC32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3447C9D5-57A0-27BD-260E-3D26DDC7A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40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89A08A0-6B7B-4AD1-222F-A8FD1C8B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 b="1">
                <a:solidFill>
                  <a:schemeClr val="bg1"/>
                </a:solidFill>
              </a:rPr>
              <a:t>Definición</a:t>
            </a:r>
            <a:br>
              <a:rPr lang="es-ES" sz="4800" b="1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E1E836-E686-B910-76A2-E5E73CB44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 b="1">
                <a:solidFill>
                  <a:schemeClr val="bg1"/>
                </a:solidFill>
              </a:rPr>
              <a:t>Definición</a:t>
            </a:r>
          </a:p>
          <a:p>
            <a:r>
              <a:rPr lang="es-ES" sz="1800">
                <a:solidFill>
                  <a:schemeClr val="bg1"/>
                </a:solidFill>
              </a:rPr>
              <a:t>Un </a:t>
            </a:r>
            <a:r>
              <a:rPr lang="es-ES" sz="1800" b="1">
                <a:solidFill>
                  <a:schemeClr val="bg1"/>
                </a:solidFill>
              </a:rPr>
              <a:t>cortafuegos (firewall)</a:t>
            </a:r>
            <a:r>
              <a:rPr lang="es-ES" sz="1800">
                <a:solidFill>
                  <a:schemeClr val="bg1"/>
                </a:solidFill>
              </a:rPr>
              <a:t> es un sistema que </a:t>
            </a:r>
            <a:r>
              <a:rPr lang="es-ES" sz="1800" b="1">
                <a:solidFill>
                  <a:schemeClr val="bg1"/>
                </a:solidFill>
              </a:rPr>
              <a:t>controla y filtra el tráfico de red</a:t>
            </a:r>
            <a:r>
              <a:rPr lang="es-ES" sz="1800">
                <a:solidFill>
                  <a:schemeClr val="bg1"/>
                </a:solidFill>
              </a:rPr>
              <a:t> entre diferentes zonas, permitiendo o bloqueando conexiones según reglas de seguridad.</a:t>
            </a:r>
          </a:p>
          <a:p>
            <a:br>
              <a:rPr lang="es-ES" sz="1800">
                <a:solidFill>
                  <a:schemeClr val="bg1"/>
                </a:solidFill>
              </a:rPr>
            </a:br>
            <a:endParaRPr lang="es-ES" sz="1800">
              <a:solidFill>
                <a:schemeClr val="bg1"/>
              </a:solidFill>
            </a:endParaRPr>
          </a:p>
          <a:p>
            <a:r>
              <a:rPr lang="es-ES" sz="1800" b="1">
                <a:solidFill>
                  <a:schemeClr val="bg1"/>
                </a:solidFill>
              </a:rPr>
              <a:t>🔹 Concepto y funciones principales</a:t>
            </a:r>
          </a:p>
          <a:p>
            <a:r>
              <a:rPr lang="es-ES" sz="1800">
                <a:solidFill>
                  <a:schemeClr val="bg1"/>
                </a:solidFill>
              </a:rPr>
              <a:t>Controlar accesos a puertos y servicios.</a:t>
            </a:r>
          </a:p>
          <a:p>
            <a:r>
              <a:rPr lang="es-ES" sz="1800">
                <a:solidFill>
                  <a:schemeClr val="bg1"/>
                </a:solidFill>
              </a:rPr>
              <a:t>Proteger la red frente a accesos no autorizados.</a:t>
            </a:r>
          </a:p>
          <a:p>
            <a:r>
              <a:rPr lang="es-ES" sz="1800">
                <a:solidFill>
                  <a:schemeClr val="bg1"/>
                </a:solidFill>
              </a:rPr>
              <a:t>Filtrar tráfico entrante y saliente.</a:t>
            </a:r>
          </a:p>
          <a:p>
            <a:r>
              <a:rPr lang="es-ES" sz="1800">
                <a:solidFill>
                  <a:schemeClr val="bg1"/>
                </a:solidFill>
              </a:rPr>
              <a:t>Registrar y monitorizar conexiones.</a:t>
            </a:r>
          </a:p>
          <a:p>
            <a:r>
              <a:rPr lang="es-ES" sz="1800">
                <a:solidFill>
                  <a:schemeClr val="bg1"/>
                </a:solidFill>
              </a:rPr>
              <a:t>Crear zonas seguras (ej: DMZ).</a:t>
            </a:r>
          </a:p>
          <a:p>
            <a:endParaRPr lang="es-E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56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4B9C177-6964-6318-431C-B3259541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s-ES" sz="4800" b="1">
                <a:solidFill>
                  <a:schemeClr val="bg1"/>
                </a:solidFill>
              </a:rPr>
              <a:t>Qué NO hace un cortafuegos</a:t>
            </a:r>
            <a:br>
              <a:rPr lang="es-ES" sz="4800" b="1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F56089-55F2-F608-1290-4C80FF9B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No elimina virus ni malware ya instalados.</a:t>
            </a:r>
          </a:p>
          <a:p>
            <a:r>
              <a:rPr lang="es-ES" sz="1800">
                <a:solidFill>
                  <a:schemeClr val="bg1"/>
                </a:solidFill>
              </a:rPr>
              <a:t>No protege contra ataques desde dentro de la red.</a:t>
            </a:r>
          </a:p>
          <a:p>
            <a:r>
              <a:rPr lang="es-ES" sz="1800">
                <a:solidFill>
                  <a:schemeClr val="bg1"/>
                </a:solidFill>
              </a:rPr>
              <a:t>No sustituye a un antivirus ni al IDS/IPS.</a:t>
            </a:r>
          </a:p>
          <a:p>
            <a:r>
              <a:rPr lang="es-ES" sz="1800">
                <a:solidFill>
                  <a:schemeClr val="bg1"/>
                </a:solidFill>
              </a:rPr>
              <a:t>No cifra la información transmitida.</a:t>
            </a:r>
          </a:p>
        </p:txBody>
      </p:sp>
    </p:spTree>
    <p:extLst>
      <p:ext uri="{BB962C8B-B14F-4D97-AF65-F5344CB8AC3E}">
        <p14:creationId xmlns:p14="http://schemas.microsoft.com/office/powerpoint/2010/main" val="374339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7247091-808B-FBE7-AF18-8CF28018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 b="1">
                <a:solidFill>
                  <a:schemeClr val="bg1"/>
                </a:solidFill>
              </a:rPr>
              <a:t>Tipos de cortafuegos</a:t>
            </a:r>
            <a:br>
              <a:rPr lang="es-ES" sz="4800" b="1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5EC89F-88B1-450B-5257-9BEC260E6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300" b="1">
                <a:solidFill>
                  <a:schemeClr val="bg1"/>
                </a:solidFill>
              </a:rPr>
              <a:t>De red</a:t>
            </a:r>
            <a:endParaRPr lang="es-ES" sz="1300">
              <a:solidFill>
                <a:schemeClr val="bg1"/>
              </a:solidFill>
            </a:endParaRPr>
          </a:p>
          <a:p>
            <a:pPr lvl="1"/>
            <a:r>
              <a:rPr lang="es-ES" sz="1300">
                <a:solidFill>
                  <a:schemeClr val="bg1"/>
                </a:solidFill>
              </a:rPr>
              <a:t>Se instalan en el perímetro de la red (router o appliance).</a:t>
            </a:r>
          </a:p>
          <a:p>
            <a:pPr lvl="1"/>
            <a:r>
              <a:rPr lang="es-ES" sz="1300">
                <a:solidFill>
                  <a:schemeClr val="bg1"/>
                </a:solidFill>
              </a:rPr>
              <a:t>Controlan el tráfico entre la red interna y externa (Internet).</a:t>
            </a:r>
          </a:p>
          <a:p>
            <a:r>
              <a:rPr lang="es-ES" sz="1300" b="1">
                <a:solidFill>
                  <a:schemeClr val="bg1"/>
                </a:solidFill>
              </a:rPr>
              <a:t>De host</a:t>
            </a:r>
            <a:endParaRPr lang="es-ES" sz="1300">
              <a:solidFill>
                <a:schemeClr val="bg1"/>
              </a:solidFill>
            </a:endParaRPr>
          </a:p>
          <a:p>
            <a:pPr lvl="1"/>
            <a:r>
              <a:rPr lang="es-ES" sz="1300">
                <a:solidFill>
                  <a:schemeClr val="bg1"/>
                </a:solidFill>
              </a:rPr>
              <a:t>Se instalan en un equipo o servidor concreto.</a:t>
            </a:r>
          </a:p>
          <a:p>
            <a:pPr lvl="1"/>
            <a:r>
              <a:rPr lang="es-ES" sz="1300">
                <a:solidFill>
                  <a:schemeClr val="bg1"/>
                </a:solidFill>
              </a:rPr>
              <a:t>Protegen solo a ese dispositivo de accesos no deseados.</a:t>
            </a:r>
          </a:p>
          <a:p>
            <a:r>
              <a:rPr lang="es-ES" sz="1300" b="1">
                <a:solidFill>
                  <a:schemeClr val="bg1"/>
                </a:solidFill>
              </a:rPr>
              <a:t>De filtrado de paquetes (nivel 3)</a:t>
            </a:r>
            <a:endParaRPr lang="es-ES" sz="1300">
              <a:solidFill>
                <a:schemeClr val="bg1"/>
              </a:solidFill>
            </a:endParaRPr>
          </a:p>
          <a:p>
            <a:pPr lvl="1"/>
            <a:r>
              <a:rPr lang="es-ES" sz="1300">
                <a:solidFill>
                  <a:schemeClr val="bg1"/>
                </a:solidFill>
              </a:rPr>
              <a:t>Revisan cada paquete (IP, puerto, protocolo).</a:t>
            </a:r>
          </a:p>
          <a:p>
            <a:pPr lvl="1"/>
            <a:r>
              <a:rPr lang="es-ES" sz="1300">
                <a:solidFill>
                  <a:schemeClr val="bg1"/>
                </a:solidFill>
              </a:rPr>
              <a:t>Son rápidos, pero poco detallados.</a:t>
            </a:r>
          </a:p>
          <a:p>
            <a:r>
              <a:rPr lang="es-ES" sz="1300" b="1">
                <a:solidFill>
                  <a:schemeClr val="bg1"/>
                </a:solidFill>
              </a:rPr>
              <a:t>De inspección con estado (</a:t>
            </a:r>
            <a:r>
              <a:rPr lang="es-ES" sz="1300" b="1" i="1">
                <a:solidFill>
                  <a:schemeClr val="bg1"/>
                </a:solidFill>
              </a:rPr>
              <a:t>stateful</a:t>
            </a:r>
            <a:r>
              <a:rPr lang="es-ES" sz="1300" b="1">
                <a:solidFill>
                  <a:schemeClr val="bg1"/>
                </a:solidFill>
              </a:rPr>
              <a:t>, nivel 4)</a:t>
            </a:r>
            <a:endParaRPr lang="es-ES" sz="1300">
              <a:solidFill>
                <a:schemeClr val="bg1"/>
              </a:solidFill>
            </a:endParaRPr>
          </a:p>
          <a:p>
            <a:pPr lvl="1"/>
            <a:r>
              <a:rPr lang="es-ES" sz="1300">
                <a:solidFill>
                  <a:schemeClr val="bg1"/>
                </a:solidFill>
              </a:rPr>
              <a:t>Recuerdan el estado de las conexiones.</a:t>
            </a:r>
          </a:p>
          <a:p>
            <a:pPr lvl="1"/>
            <a:r>
              <a:rPr lang="es-ES" sz="1300">
                <a:solidFill>
                  <a:schemeClr val="bg1"/>
                </a:solidFill>
              </a:rPr>
              <a:t>Permiten solo respuestas a conexiones legítimas.</a:t>
            </a:r>
          </a:p>
          <a:p>
            <a:r>
              <a:rPr lang="es-ES" sz="1300" b="1">
                <a:solidFill>
                  <a:schemeClr val="bg1"/>
                </a:solidFill>
              </a:rPr>
              <a:t>De aplicación o </a:t>
            </a:r>
            <a:r>
              <a:rPr lang="es-ES" sz="1300" b="1" i="1">
                <a:solidFill>
                  <a:schemeClr val="bg1"/>
                </a:solidFill>
              </a:rPr>
              <a:t>proxy</a:t>
            </a:r>
            <a:r>
              <a:rPr lang="es-ES" sz="1300" b="1">
                <a:solidFill>
                  <a:schemeClr val="bg1"/>
                </a:solidFill>
              </a:rPr>
              <a:t> (nivel 7)</a:t>
            </a:r>
            <a:endParaRPr lang="es-ES" sz="1300">
              <a:solidFill>
                <a:schemeClr val="bg1"/>
              </a:solidFill>
            </a:endParaRPr>
          </a:p>
          <a:p>
            <a:pPr lvl="1"/>
            <a:r>
              <a:rPr lang="es-ES" sz="1300">
                <a:solidFill>
                  <a:schemeClr val="bg1"/>
                </a:solidFill>
              </a:rPr>
              <a:t>Intermedian entre el cliente y el servidor.</a:t>
            </a:r>
          </a:p>
          <a:p>
            <a:pPr lvl="1"/>
            <a:r>
              <a:rPr lang="es-ES" sz="1300">
                <a:solidFill>
                  <a:schemeClr val="bg1"/>
                </a:solidFill>
              </a:rPr>
              <a:t>Pueden analizar contenido de aplicaciones (HTTP, FTP, correo).</a:t>
            </a:r>
          </a:p>
          <a:p>
            <a:r>
              <a:rPr lang="es-ES" sz="1300" b="1">
                <a:solidFill>
                  <a:schemeClr val="bg1"/>
                </a:solidFill>
              </a:rPr>
              <a:t>De nueva generación (NGFW)</a:t>
            </a:r>
            <a:endParaRPr lang="es-ES" sz="1300">
              <a:solidFill>
                <a:schemeClr val="bg1"/>
              </a:solidFill>
            </a:endParaRPr>
          </a:p>
          <a:p>
            <a:pPr lvl="1"/>
            <a:r>
              <a:rPr lang="es-ES" sz="1300">
                <a:solidFill>
                  <a:schemeClr val="bg1"/>
                </a:solidFill>
              </a:rPr>
              <a:t>Combinan firewall + IDS/IPS + filtrado de aplicaciones.</a:t>
            </a:r>
          </a:p>
          <a:p>
            <a:pPr lvl="1"/>
            <a:r>
              <a:rPr lang="es-ES" sz="1300">
                <a:solidFill>
                  <a:schemeClr val="bg1"/>
                </a:solidFill>
              </a:rPr>
              <a:t>Ofrecen control muy avanzado y detallado del tráfico.</a:t>
            </a:r>
          </a:p>
          <a:p>
            <a:endParaRPr lang="es-ES" sz="1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120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B78971D-AAC6-75E8-6884-32D65964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 b="1">
                <a:solidFill>
                  <a:schemeClr val="bg1"/>
                </a:solidFill>
              </a:rPr>
              <a:t>Filtrado estático vs dinámico</a:t>
            </a:r>
            <a:br>
              <a:rPr lang="es-ES" sz="4800" b="1">
                <a:solidFill>
                  <a:schemeClr val="bg1"/>
                </a:solidFill>
              </a:rPr>
            </a:br>
            <a:endParaRPr lang="es-ES" sz="48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ACF5E-239C-3BF2-830E-C653336E1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 b="1">
                <a:solidFill>
                  <a:schemeClr val="bg1"/>
                </a:solidFill>
              </a:rPr>
              <a:t>Estático</a:t>
            </a:r>
            <a:r>
              <a:rPr lang="es-ES" sz="1800">
                <a:solidFill>
                  <a:schemeClr val="bg1"/>
                </a:solidFill>
              </a:rPr>
              <a:t>: reglas fijas, configuradas manualmente.</a:t>
            </a:r>
          </a:p>
          <a:p>
            <a:r>
              <a:rPr lang="es-ES" sz="1800" b="1">
                <a:solidFill>
                  <a:schemeClr val="bg1"/>
                </a:solidFill>
              </a:rPr>
              <a:t>Dinámico (stateful)</a:t>
            </a:r>
            <a:r>
              <a:rPr lang="es-ES" sz="1800">
                <a:solidFill>
                  <a:schemeClr val="bg1"/>
                </a:solidFill>
              </a:rPr>
              <a:t>: analiza el estado de las conexiones y permite respuestas legítimas.</a:t>
            </a:r>
          </a:p>
          <a:p>
            <a:br>
              <a:rPr lang="es-ES" sz="1800">
                <a:solidFill>
                  <a:schemeClr val="bg1"/>
                </a:solidFill>
              </a:rPr>
            </a:br>
            <a:endParaRPr lang="es-ES" sz="1800">
              <a:solidFill>
                <a:schemeClr val="bg1"/>
              </a:solidFill>
            </a:endParaRPr>
          </a:p>
          <a:p>
            <a:r>
              <a:rPr lang="es-ES" sz="1800" b="1">
                <a:solidFill>
                  <a:schemeClr val="bg1"/>
                </a:solidFill>
              </a:rPr>
              <a:t>🔹 Topologías de cortafuegos</a:t>
            </a:r>
          </a:p>
          <a:p>
            <a:r>
              <a:rPr lang="es-ES" sz="1800" b="1">
                <a:solidFill>
                  <a:schemeClr val="bg1"/>
                </a:solidFill>
              </a:rPr>
              <a:t>Bastion host</a:t>
            </a:r>
            <a:r>
              <a:rPr lang="es-ES" sz="1800">
                <a:solidFill>
                  <a:schemeClr val="bg1"/>
                </a:solidFill>
              </a:rPr>
              <a:t>: un firewall aislado.</a:t>
            </a:r>
          </a:p>
          <a:p>
            <a:r>
              <a:rPr lang="es-ES" sz="1800" b="1">
                <a:solidFill>
                  <a:schemeClr val="bg1"/>
                </a:solidFill>
              </a:rPr>
              <a:t>Dual-homed</a:t>
            </a:r>
            <a:r>
              <a:rPr lang="es-ES" sz="1800">
                <a:solidFill>
                  <a:schemeClr val="bg1"/>
                </a:solidFill>
              </a:rPr>
              <a:t>: firewall con dos interfaces (LAN ↔ WAN).</a:t>
            </a:r>
          </a:p>
          <a:p>
            <a:r>
              <a:rPr lang="es-ES" sz="1800" b="1">
                <a:solidFill>
                  <a:schemeClr val="bg1"/>
                </a:solidFill>
              </a:rPr>
              <a:t>Screened subnet (DMZ)</a:t>
            </a:r>
            <a:r>
              <a:rPr lang="es-ES" sz="1800">
                <a:solidFill>
                  <a:schemeClr val="bg1"/>
                </a:solidFill>
              </a:rPr>
              <a:t>: zona intermedia para servidores públicos.</a:t>
            </a:r>
          </a:p>
          <a:p>
            <a:r>
              <a:rPr lang="es-ES" sz="1800" b="1">
                <a:solidFill>
                  <a:schemeClr val="bg1"/>
                </a:solidFill>
              </a:rPr>
              <a:t>Distribuidos</a:t>
            </a:r>
            <a:r>
              <a:rPr lang="es-ES" sz="1800">
                <a:solidFill>
                  <a:schemeClr val="bg1"/>
                </a:solidFill>
              </a:rPr>
              <a:t>: combinación de firewalls en red y en hosts.</a:t>
            </a:r>
          </a:p>
          <a:p>
            <a:endParaRPr lang="es-E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69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4EEC-E066-D259-32D3-899E85AE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9650A-8D8C-82DE-6D52-B3F74390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2. La infraestructura </a:t>
            </a:r>
            <a:r>
              <a:rPr lang="es-ES" sz="4000" dirty="0" err="1"/>
              <a:t>netfilter</a:t>
            </a:r>
            <a:r>
              <a:rPr lang="es-ES" sz="4000" dirty="0"/>
              <a:t>, </a:t>
            </a:r>
            <a:r>
              <a:rPr lang="es-ES" sz="4000" dirty="0" err="1"/>
              <a:t>iptables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CC7B57-3A60-51DF-FE24-547D08F8E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0893FAE8-3B13-D0A4-8D40-28F9A7233F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333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3A7DAFA-DE8C-4D27-9E86-64AE6EABC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7473F5-B70D-4B5E-8CD5-56A579FDA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A2DD72-43DD-48E5-BE34-37D49AB6D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E47C62-9745-42CF-88FA-5AEF328A5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4478470-3E53-4D0A-B0F6-1D864CB6A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6E7D4D5-5014-4B92-AA85-4B2CCEC1B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EB0EAEB-C0DD-4336-810D-ED75F545B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0DFB95-BAD6-4F63-A567-83C877647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EE3C05E-A5F0-406D-85D7-3ABCA23FA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2F6C8-2E89-4F61-92C7-299BEF89E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69FF964-E599-4EFE-B276-9CA540461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3CEAACF-BB30-421A-9FFB-8354E58A3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948410E-052E-4175-960D-81C6E0605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3CEF59E-D9E0-4743-B290-527DF5F3C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A099E97-FC99-4043-BC63-B905FD822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F835453A-5A8D-49CA-BF02-6EB04EDDB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460608" y="2568069"/>
            <a:ext cx="1381607" cy="1381607"/>
          </a:xfrm>
          <a:prstGeom prst="ellipse">
            <a:avLst/>
          </a:prstGeom>
          <a:noFill/>
          <a:ln w="31750">
            <a:gradFill>
              <a:gsLst>
                <a:gs pos="0">
                  <a:schemeClr val="tx2">
                    <a:lumMod val="60000"/>
                    <a:lumOff val="40000"/>
                    <a:alpha val="2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346B03-32C0-4D48-A61B-11552C186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92204" y="4660010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B4C4700-ACA6-4E6C-999E-0D38705B2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D2ED0A8-4764-4CEB-895A-49D115A0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6B8EA3B-84A3-46F9-85E9-BBEA87B32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64C79E1-32EF-4E3D-A089-7E2B9BBB6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DEA90BA-9EFA-431D-8EEA-76D29FE05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ABE731-C1A2-4FD3-9E32-0655C4878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1F44BFE-C10A-440D-A167-7B6230BDF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1CF1604-D12D-4923-A2B8-7DC330A04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2004BC-A491-46FF-BCD6-915B4F4EC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595B1FE-E2AE-4CD3-8687-500811B45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16031"/>
            <a:ext cx="10722864" cy="1578093"/>
          </a:xfrm>
          <a:noFill/>
        </p:spPr>
        <p:txBody>
          <a:bodyPr anchor="t">
            <a:normAutofit/>
          </a:bodyPr>
          <a:lstStyle/>
          <a:p>
            <a:r>
              <a:rPr lang="es-ES" sz="4800"/>
              <a:t>Netfilter e iptables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52D948-1AFC-00EB-F89C-43F52E0800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329574"/>
              </p:ext>
            </p:extLst>
          </p:nvPr>
        </p:nvGraphicFramePr>
        <p:xfrm>
          <a:off x="630936" y="477675"/>
          <a:ext cx="10846762" cy="3526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Tablas principales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• filter: controla tráfico (INPUT, OUTPUT, FORWARD).</a:t>
            </a:r>
          </a:p>
          <a:p>
            <a:r>
              <a:rPr lang="es-ES" sz="1800">
                <a:solidFill>
                  <a:schemeClr val="bg1"/>
                </a:solidFill>
              </a:rPr>
              <a:t>• nat: traducción de direcciones (SNAT, DNAT, MASQUERADE).</a:t>
            </a:r>
          </a:p>
          <a:p>
            <a:r>
              <a:rPr lang="es-ES" sz="1800">
                <a:solidFill>
                  <a:schemeClr val="bg1"/>
                </a:solidFill>
              </a:rPr>
              <a:t>• mangle: modifica campos de los paquetes.</a:t>
            </a:r>
          </a:p>
          <a:p>
            <a:r>
              <a:rPr lang="es-ES" sz="1800">
                <a:solidFill>
                  <a:schemeClr val="bg1"/>
                </a:solidFill>
              </a:rPr>
              <a:t>• raw: excepciones en seguimiento de conexiones.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Acciones de iptables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• ACCEPT: permite el paquete.</a:t>
            </a:r>
          </a:p>
          <a:p>
            <a:r>
              <a:rPr lang="es-ES" sz="1800">
                <a:solidFill>
                  <a:schemeClr val="bg1"/>
                </a:solidFill>
              </a:rPr>
              <a:t>• DROP: descarta sin aviso.</a:t>
            </a:r>
          </a:p>
          <a:p>
            <a:r>
              <a:rPr lang="es-ES" sz="1800">
                <a:solidFill>
                  <a:schemeClr val="bg1"/>
                </a:solidFill>
              </a:rPr>
              <a:t>• REJECT: bloquea con notificación.</a:t>
            </a:r>
          </a:p>
          <a:p>
            <a:r>
              <a:rPr lang="es-ES" sz="1800">
                <a:solidFill>
                  <a:schemeClr val="bg1"/>
                </a:solidFill>
              </a:rPr>
              <a:t>• LOG: registra el paquete en los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ES" sz="5600"/>
              <a:t>Conexiones y política de cortafuegos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1262D3-A680-615A-EEC3-0222E30038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05107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ES" sz="8000"/>
              <a:t>Formato de reglas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7C041D-29DC-0779-443A-9ADE3FA710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48515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ES" sz="8000"/>
              <a:t>Gestión de reglas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B14A88-4D3F-3D79-19F5-398B3FDDC6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090951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t>Cadenas personalizadas</a:t>
            </a:r>
            <a:endParaRPr lang="es-E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55842-0B02-C714-0BB7-C2B359EA44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4964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s-ES" sz="7400"/>
              <a:t>Logs y banderas TCP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8A8578-E96A-23DB-24A2-719354617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49502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5551-5BE0-3DBF-B49B-B4E406955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70ECB-1759-ABC1-6F34-C72DE2A6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 fontScale="90000"/>
          </a:bodyPr>
          <a:lstStyle/>
          <a:p>
            <a:r>
              <a:rPr lang="es-ES" sz="4000" dirty="0"/>
              <a:t>3. Configuración de cortafuegos en diferentes topologías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8D37C3-15CC-4D46-1B16-1ABE918E7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22A8ECD6-7950-20C0-D7C4-D376E163E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41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es-ES" sz="4800">
                <a:solidFill>
                  <a:schemeClr val="bg1"/>
                </a:solidFill>
              </a:rPr>
              <a:t>Topologías de cortafuegos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es-ES" sz="1800">
                <a:solidFill>
                  <a:schemeClr val="bg1"/>
                </a:solidFill>
              </a:rPr>
              <a:t>1. Cortafuegos con conexión directa a Internet → protege a un único equipo.</a:t>
            </a:r>
          </a:p>
          <a:p>
            <a:r>
              <a:rPr lang="es-ES" sz="1800">
                <a:solidFill>
                  <a:schemeClr val="bg1"/>
                </a:solidFill>
              </a:rPr>
              <a:t>2. Cortafuegos con LAN y Router → protege a toda la red local.</a:t>
            </a:r>
          </a:p>
          <a:p>
            <a:r>
              <a:rPr lang="es-ES" sz="1800">
                <a:solidFill>
                  <a:schemeClr val="bg1"/>
                </a:solidFill>
              </a:rPr>
              <a:t>3. Cortafuegos con LAN, DMZ y Router → crea una zona intermedia segura (DMZ).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AFBA2-54AA-04BF-AF36-6374E7B69A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044C0B1-F4AA-3B8A-F611-3CAD24A2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configuraciones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ABD3DF-CCB4-B7E2-EE1E-22E9AF78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8"/>
            <a:ext cx="6599048" cy="6158571"/>
          </a:xfrm>
        </p:spPr>
        <p:txBody>
          <a:bodyPr anchor="ctr">
            <a:normAutofit lnSpcReduction="10000"/>
          </a:bodyPr>
          <a:lstStyle/>
          <a:p>
            <a:r>
              <a:rPr lang="es-ES" sz="1400" b="1" dirty="0">
                <a:solidFill>
                  <a:srgbClr val="FFFFFF"/>
                </a:solidFill>
              </a:rPr>
              <a:t>3. Configuración de cortafuegos en diferentes topologías</a:t>
            </a:r>
          </a:p>
          <a:p>
            <a:r>
              <a:rPr lang="es-ES" sz="1400" b="1" dirty="0">
                <a:solidFill>
                  <a:srgbClr val="FFFFFF"/>
                </a:solidFill>
              </a:rPr>
              <a:t>🔹 1. Cortafuegos con conexión a Internet</a:t>
            </a:r>
          </a:p>
          <a:p>
            <a:r>
              <a:rPr lang="es-ES" sz="1400" dirty="0">
                <a:solidFill>
                  <a:srgbClr val="FFFFFF"/>
                </a:solidFill>
              </a:rPr>
              <a:t>Se coloca entre </a:t>
            </a:r>
            <a:r>
              <a:rPr lang="es-ES" sz="1400" b="1" dirty="0">
                <a:solidFill>
                  <a:srgbClr val="FFFFFF"/>
                </a:solidFill>
              </a:rPr>
              <a:t>el equipo/servidor</a:t>
            </a:r>
            <a:r>
              <a:rPr lang="es-ES" sz="1400" dirty="0">
                <a:solidFill>
                  <a:srgbClr val="FFFFFF"/>
                </a:solidFill>
              </a:rPr>
              <a:t> y </a:t>
            </a:r>
            <a:r>
              <a:rPr lang="es-ES" sz="1400" b="1" dirty="0">
                <a:solidFill>
                  <a:srgbClr val="FFFFFF"/>
                </a:solidFill>
              </a:rPr>
              <a:t>la red externa (Internet)</a:t>
            </a:r>
            <a:r>
              <a:rPr lang="es-ES" sz="1400" dirty="0">
                <a:solidFill>
                  <a:srgbClr val="FFFFFF"/>
                </a:solidFill>
              </a:rPr>
              <a:t>.</a:t>
            </a:r>
          </a:p>
          <a:p>
            <a:r>
              <a:rPr lang="es-ES" sz="1400" dirty="0">
                <a:solidFill>
                  <a:srgbClr val="FFFFFF"/>
                </a:solidFill>
              </a:rPr>
              <a:t>Controla el tráfico entrante/saliente.</a:t>
            </a:r>
          </a:p>
          <a:p>
            <a:r>
              <a:rPr lang="es-ES" sz="1400" dirty="0">
                <a:solidFill>
                  <a:srgbClr val="FFFFFF"/>
                </a:solidFill>
              </a:rPr>
              <a:t>Ejemplo típico: un </a:t>
            </a:r>
            <a:r>
              <a:rPr lang="es-ES" sz="1400" b="1" dirty="0">
                <a:solidFill>
                  <a:srgbClr val="FFFFFF"/>
                </a:solidFill>
              </a:rPr>
              <a:t>PC con firewall personal</a:t>
            </a:r>
            <a:r>
              <a:rPr lang="es-ES" sz="1400" dirty="0">
                <a:solidFill>
                  <a:srgbClr val="FFFFFF"/>
                </a:solidFill>
              </a:rPr>
              <a:t> o un </a:t>
            </a:r>
            <a:r>
              <a:rPr lang="es-ES" sz="1400" b="1" dirty="0" err="1">
                <a:solidFill>
                  <a:srgbClr val="FFFFFF"/>
                </a:solidFill>
              </a:rPr>
              <a:t>router</a:t>
            </a:r>
            <a:r>
              <a:rPr lang="es-ES" sz="1400" b="1" dirty="0">
                <a:solidFill>
                  <a:srgbClr val="FFFFFF"/>
                </a:solidFill>
              </a:rPr>
              <a:t> doméstico con firewall básico</a:t>
            </a:r>
            <a:r>
              <a:rPr lang="es-ES" sz="1400" dirty="0">
                <a:solidFill>
                  <a:srgbClr val="FFFFFF"/>
                </a:solidFill>
              </a:rPr>
              <a:t>.</a:t>
            </a:r>
          </a:p>
          <a:p>
            <a:br>
              <a:rPr lang="es-ES" sz="1400" dirty="0">
                <a:solidFill>
                  <a:srgbClr val="FFFFFF"/>
                </a:solidFill>
              </a:rPr>
            </a:br>
            <a:endParaRPr lang="es-ES" sz="1400" dirty="0">
              <a:solidFill>
                <a:srgbClr val="FFFFFF"/>
              </a:solidFill>
            </a:endParaRPr>
          </a:p>
          <a:p>
            <a:r>
              <a:rPr lang="es-ES" sz="1400" b="1" dirty="0">
                <a:solidFill>
                  <a:srgbClr val="FFFFFF"/>
                </a:solidFill>
              </a:rPr>
              <a:t>🔹 2. Cortafuegos con una LAN y un </a:t>
            </a:r>
            <a:r>
              <a:rPr lang="es-ES" sz="1400" b="1" dirty="0" err="1">
                <a:solidFill>
                  <a:srgbClr val="FFFFFF"/>
                </a:solidFill>
              </a:rPr>
              <a:t>router</a:t>
            </a:r>
            <a:endParaRPr lang="es-ES" sz="1400" b="1" dirty="0">
              <a:solidFill>
                <a:srgbClr val="FFFFFF"/>
              </a:solidFill>
            </a:endParaRPr>
          </a:p>
          <a:p>
            <a:r>
              <a:rPr lang="es-ES" sz="1400" dirty="0">
                <a:solidFill>
                  <a:srgbClr val="FFFFFF"/>
                </a:solidFill>
              </a:rPr>
              <a:t>El cortafuegos se sitúa entre </a:t>
            </a:r>
            <a:r>
              <a:rPr lang="es-ES" sz="1400" b="1" dirty="0">
                <a:solidFill>
                  <a:srgbClr val="FFFFFF"/>
                </a:solidFill>
              </a:rPr>
              <a:t>la LAN interna</a:t>
            </a:r>
            <a:r>
              <a:rPr lang="es-ES" sz="1400" dirty="0">
                <a:solidFill>
                  <a:srgbClr val="FFFFFF"/>
                </a:solidFill>
              </a:rPr>
              <a:t> y </a:t>
            </a:r>
            <a:r>
              <a:rPr lang="es-ES" sz="1400" b="1" dirty="0">
                <a:solidFill>
                  <a:srgbClr val="FFFFFF"/>
                </a:solidFill>
              </a:rPr>
              <a:t>el </a:t>
            </a:r>
            <a:r>
              <a:rPr lang="es-ES" sz="1400" b="1" dirty="0" err="1">
                <a:solidFill>
                  <a:srgbClr val="FFFFFF"/>
                </a:solidFill>
              </a:rPr>
              <a:t>router</a:t>
            </a:r>
            <a:r>
              <a:rPr lang="es-ES" sz="1400" b="1" dirty="0">
                <a:solidFill>
                  <a:srgbClr val="FFFFFF"/>
                </a:solidFill>
              </a:rPr>
              <a:t> que conecta a Internet</a:t>
            </a:r>
            <a:r>
              <a:rPr lang="es-ES" sz="1400" dirty="0">
                <a:solidFill>
                  <a:srgbClr val="FFFFFF"/>
                </a:solidFill>
              </a:rPr>
              <a:t>.</a:t>
            </a:r>
          </a:p>
          <a:p>
            <a:r>
              <a:rPr lang="es-ES" sz="1400" dirty="0">
                <a:solidFill>
                  <a:srgbClr val="FFFFFF"/>
                </a:solidFill>
              </a:rPr>
              <a:t>Protege a </a:t>
            </a:r>
            <a:r>
              <a:rPr lang="es-ES" sz="1400" b="1" dirty="0">
                <a:solidFill>
                  <a:srgbClr val="FFFFFF"/>
                </a:solidFill>
              </a:rPr>
              <a:t>toda la red local</a:t>
            </a:r>
            <a:r>
              <a:rPr lang="es-ES" sz="1400" dirty="0">
                <a:solidFill>
                  <a:srgbClr val="FFFFFF"/>
                </a:solidFill>
              </a:rPr>
              <a:t> frente a amenazas externas.</a:t>
            </a:r>
          </a:p>
          <a:p>
            <a:r>
              <a:rPr lang="es-ES" sz="1400" dirty="0">
                <a:solidFill>
                  <a:srgbClr val="FFFFFF"/>
                </a:solidFill>
              </a:rPr>
              <a:t>Permite reglas específicas: acceso a ciertos puertos, bloqueo de servicios, NAT.</a:t>
            </a:r>
          </a:p>
          <a:p>
            <a:br>
              <a:rPr lang="es-ES" sz="1400" dirty="0">
                <a:solidFill>
                  <a:srgbClr val="FFFFFF"/>
                </a:solidFill>
              </a:rPr>
            </a:br>
            <a:endParaRPr lang="es-ES" sz="1400" dirty="0">
              <a:solidFill>
                <a:srgbClr val="FFFFFF"/>
              </a:solidFill>
            </a:endParaRPr>
          </a:p>
          <a:p>
            <a:r>
              <a:rPr lang="es-ES" sz="1400" b="1" dirty="0">
                <a:solidFill>
                  <a:srgbClr val="FFFFFF"/>
                </a:solidFill>
              </a:rPr>
              <a:t>🔹 3. Cortafuegos con LAN, DMZ y </a:t>
            </a:r>
            <a:r>
              <a:rPr lang="es-ES" sz="1400" b="1" dirty="0" err="1">
                <a:solidFill>
                  <a:srgbClr val="FFFFFF"/>
                </a:solidFill>
              </a:rPr>
              <a:t>router</a:t>
            </a:r>
            <a:endParaRPr lang="es-ES" sz="1400" b="1" dirty="0">
              <a:solidFill>
                <a:srgbClr val="FFFFFF"/>
              </a:solidFill>
            </a:endParaRPr>
          </a:p>
          <a:p>
            <a:r>
              <a:rPr lang="es-ES" sz="1400" dirty="0">
                <a:solidFill>
                  <a:srgbClr val="FFFFFF"/>
                </a:solidFill>
              </a:rPr>
              <a:t>El cortafuegos divide la red en </a:t>
            </a:r>
            <a:r>
              <a:rPr lang="es-ES" sz="1400" b="1" dirty="0">
                <a:solidFill>
                  <a:srgbClr val="FFFFFF"/>
                </a:solidFill>
              </a:rPr>
              <a:t>tres zonas</a:t>
            </a:r>
            <a:r>
              <a:rPr lang="es-ES" sz="1400" dirty="0">
                <a:solidFill>
                  <a:srgbClr val="FFFFFF"/>
                </a:solidFill>
              </a:rPr>
              <a:t>:</a:t>
            </a:r>
          </a:p>
          <a:p>
            <a:pPr lvl="1"/>
            <a:r>
              <a:rPr lang="es-ES" sz="1400" b="1" dirty="0">
                <a:solidFill>
                  <a:srgbClr val="FFFFFF"/>
                </a:solidFill>
              </a:rPr>
              <a:t>LAN interna</a:t>
            </a:r>
            <a:r>
              <a:rPr lang="es-ES" sz="1400" dirty="0">
                <a:solidFill>
                  <a:srgbClr val="FFFFFF"/>
                </a:solidFill>
              </a:rPr>
              <a:t> → red privada y segura.</a:t>
            </a:r>
          </a:p>
          <a:p>
            <a:pPr lvl="1"/>
            <a:r>
              <a:rPr lang="es-ES" sz="1400" b="1" dirty="0">
                <a:solidFill>
                  <a:srgbClr val="FFFFFF"/>
                </a:solidFill>
              </a:rPr>
              <a:t>DMZ (zona desmilitarizada)</a:t>
            </a:r>
            <a:r>
              <a:rPr lang="es-ES" sz="1400" dirty="0">
                <a:solidFill>
                  <a:srgbClr val="FFFFFF"/>
                </a:solidFill>
              </a:rPr>
              <a:t> → donde se colocan servidores accesibles desde Internet (web, correo, DNS).</a:t>
            </a:r>
          </a:p>
          <a:p>
            <a:pPr lvl="1"/>
            <a:r>
              <a:rPr lang="es-ES" sz="1400" b="1" dirty="0" err="1">
                <a:solidFill>
                  <a:srgbClr val="FFFFFF"/>
                </a:solidFill>
              </a:rPr>
              <a:t>Router</a:t>
            </a:r>
            <a:r>
              <a:rPr lang="es-ES" sz="1400" b="1" dirty="0">
                <a:solidFill>
                  <a:srgbClr val="FFFFFF"/>
                </a:solidFill>
              </a:rPr>
              <a:t>/Internet</a:t>
            </a:r>
            <a:r>
              <a:rPr lang="es-ES" sz="1400" dirty="0">
                <a:solidFill>
                  <a:srgbClr val="FFFFFF"/>
                </a:solidFill>
              </a:rPr>
              <a:t> → acceso externo.</a:t>
            </a:r>
          </a:p>
          <a:p>
            <a:r>
              <a:rPr lang="es-ES" sz="1400" dirty="0">
                <a:solidFill>
                  <a:srgbClr val="FFFFFF"/>
                </a:solidFill>
              </a:rPr>
              <a:t>Ventaja: si un atacante compromete la </a:t>
            </a:r>
            <a:r>
              <a:rPr lang="es-ES" sz="1400" b="1" dirty="0">
                <a:solidFill>
                  <a:srgbClr val="FFFFFF"/>
                </a:solidFill>
              </a:rPr>
              <a:t>DMZ</a:t>
            </a:r>
            <a:r>
              <a:rPr lang="es-ES" sz="1400" dirty="0">
                <a:solidFill>
                  <a:srgbClr val="FFFFFF"/>
                </a:solidFill>
              </a:rPr>
              <a:t>, aún no accede directamente a la </a:t>
            </a:r>
            <a:r>
              <a:rPr lang="es-ES" sz="1400" b="1" dirty="0">
                <a:solidFill>
                  <a:srgbClr val="FFFFFF"/>
                </a:solidFill>
              </a:rPr>
              <a:t>LAN interna</a:t>
            </a:r>
            <a:r>
              <a:rPr lang="es-ES" sz="1400" dirty="0">
                <a:solidFill>
                  <a:srgbClr val="FFFFFF"/>
                </a:solidFill>
              </a:rPr>
              <a:t>.</a:t>
            </a:r>
          </a:p>
          <a:p>
            <a:r>
              <a:rPr lang="es-ES" sz="1400" dirty="0">
                <a:solidFill>
                  <a:srgbClr val="FFFFFF"/>
                </a:solidFill>
              </a:rPr>
              <a:t>Es la arquitectura más usada en </a:t>
            </a:r>
            <a:r>
              <a:rPr lang="es-ES" sz="1400" b="1" dirty="0">
                <a:solidFill>
                  <a:srgbClr val="FFFFFF"/>
                </a:solidFill>
              </a:rPr>
              <a:t>empresas</a:t>
            </a:r>
            <a:r>
              <a:rPr lang="es-ES" sz="1400" dirty="0">
                <a:solidFill>
                  <a:srgbClr val="FFFFFF"/>
                </a:solidFill>
              </a:rPr>
              <a:t>.</a:t>
            </a:r>
          </a:p>
          <a:p>
            <a:endParaRPr lang="es-E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21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topo1.png"/>
          <p:cNvPicPr>
            <a:picLocks noChangeAspect="1"/>
          </p:cNvPicPr>
          <p:nvPr/>
        </p:nvPicPr>
        <p:blipFill>
          <a:blip r:embed="rId2">
            <a:alphaModFix amt="60000"/>
          </a:blip>
          <a:srcRect b="2214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Cortafuegos con conexión a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endParaRPr lang="es-ES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topo2.png"/>
          <p:cNvPicPr>
            <a:picLocks noChangeAspect="1"/>
          </p:cNvPicPr>
          <p:nvPr/>
        </p:nvPicPr>
        <p:blipFill>
          <a:blip r:embed="rId2">
            <a:alphaModFix amt="60000"/>
          </a:blip>
          <a:srcRect b="2187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Cortafuegos con LAN y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endParaRPr lang="es-ES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topo3.png"/>
          <p:cNvPicPr>
            <a:picLocks noChangeAspect="1"/>
          </p:cNvPicPr>
          <p:nvPr/>
        </p:nvPicPr>
        <p:blipFill>
          <a:blip r:embed="rId2">
            <a:alphaModFix amt="60000"/>
          </a:blip>
          <a:srcRect b="2187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Cortafuegos con LAN, DMZ y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endParaRPr lang="es-ES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6073C-39F1-5838-4C32-A745A4FC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CD5A-31A0-FE94-41F9-3A9C50850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dirty="0"/>
              <a:t>5. Auditorias en cortafuegos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481A3C-BC55-97CD-E8DE-77F9800B2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endParaRPr lang="es-ES" sz="2000" dirty="0"/>
          </a:p>
        </p:txBody>
      </p:sp>
      <p:pic>
        <p:nvPicPr>
          <p:cNvPr id="5" name="Picture 4" descr="Candado transparente">
            <a:extLst>
              <a:ext uri="{FF2B5EF4-FFF2-40B4-BE49-F238E27FC236}">
                <a16:creationId xmlns:a16="http://schemas.microsoft.com/office/drawing/2014/main" id="{BE4F1E87-E8A5-80CB-B2DE-3419F70B47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30" r="33784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68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Concepto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• Auditoría de cortafuegos = análisis de reglas y funcionamiento.</a:t>
            </a:r>
          </a:p>
          <a:p>
            <a:r>
              <a:rPr lang="es-ES">
                <a:solidFill>
                  <a:schemeClr val="bg1"/>
                </a:solidFill>
              </a:rPr>
              <a:t>• Garantiza que cumple la política de seguridad.</a:t>
            </a:r>
          </a:p>
          <a:p>
            <a:r>
              <a:rPr lang="es-ES">
                <a:solidFill>
                  <a:schemeClr val="bg1"/>
                </a:solidFill>
              </a:rPr>
              <a:t>• Busca errores, configuraciones inseguras o inconsistencias.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Objetivos principales</a:t>
            </a: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• Verificar que las reglas cumplen la política de seguridad.</a:t>
            </a:r>
          </a:p>
          <a:p>
            <a:r>
              <a:rPr lang="es-ES">
                <a:solidFill>
                  <a:schemeClr val="bg1"/>
                </a:solidFill>
              </a:rPr>
              <a:t>• Detectar reglas innecesarias o contradictorias.</a:t>
            </a:r>
          </a:p>
          <a:p>
            <a:r>
              <a:rPr lang="es-ES">
                <a:solidFill>
                  <a:schemeClr val="bg1"/>
                </a:solidFill>
              </a:rPr>
              <a:t>• Comprobar protección de servicios críticos.</a:t>
            </a:r>
          </a:p>
          <a:p>
            <a:r>
              <a:rPr lang="es-ES">
                <a:solidFill>
                  <a:schemeClr val="bg1"/>
                </a:solidFill>
              </a:rPr>
              <a:t>• Evaluar eficacia de logs.</a:t>
            </a:r>
          </a:p>
          <a:p>
            <a:r>
              <a:rPr lang="es-ES">
                <a:solidFill>
                  <a:schemeClr val="bg1"/>
                </a:solidFill>
              </a:rPr>
              <a:t>• Detectar fallos de seguridad.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E4D7EACC-4EE9-8A75-F418-24FD2D7EF7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Pasos básicos de una 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1. Revisión de configuración (políticas por defecto, reglas activas).</a:t>
            </a:r>
          </a:p>
          <a:p>
            <a:r>
              <a:rPr lang="es-ES" sz="2000">
                <a:solidFill>
                  <a:srgbClr val="FFFFFF"/>
                </a:solidFill>
              </a:rPr>
              <a:t>2. Pruebas de conectividad (ej: escaneo de puertos con nmap).</a:t>
            </a:r>
          </a:p>
          <a:p>
            <a:r>
              <a:rPr lang="es-ES" sz="2000">
                <a:solidFill>
                  <a:srgbClr val="FFFFFF"/>
                </a:solidFill>
              </a:rPr>
              <a:t>3. Análisis de registros (logs generados por reglas con LOG).</a:t>
            </a:r>
          </a:p>
          <a:p>
            <a:r>
              <a:rPr lang="es-ES" sz="2000">
                <a:solidFill>
                  <a:srgbClr val="FFFFFF"/>
                </a:solidFill>
              </a:rPr>
              <a:t>4. Validación de redundancias (reglas duplicadas o innecesarias).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24553-9576-A1E5-447E-4261A09F73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7964" b="7767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• Políticas restrictivas: bloquear por defecto, permitir lo necesario.</a:t>
            </a:r>
          </a:p>
          <a:p>
            <a:r>
              <a:rPr lang="es-ES" sz="2000">
                <a:solidFill>
                  <a:srgbClr val="FFFFFF"/>
                </a:solidFill>
              </a:rPr>
              <a:t>• Documentar cada regla aplicada.</a:t>
            </a:r>
          </a:p>
          <a:p>
            <a:r>
              <a:rPr lang="es-ES" sz="2000">
                <a:solidFill>
                  <a:srgbClr val="FFFFFF"/>
                </a:solidFill>
              </a:rPr>
              <a:t>• Revisar periódicamente configuración y logs.</a:t>
            </a:r>
          </a:p>
          <a:p>
            <a:r>
              <a:rPr lang="es-ES" sz="2000">
                <a:solidFill>
                  <a:srgbClr val="FFFFFF"/>
                </a:solidFill>
              </a:rPr>
              <a:t>• Realizar auditorías internas y externas.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1116</Words>
  <Application>Microsoft Office PowerPoint</Application>
  <PresentationFormat>Panorámica</PresentationFormat>
  <Paragraphs>136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Tema de Office</vt:lpstr>
      <vt:lpstr>SEGURIDAD INFORMÁTICA</vt:lpstr>
      <vt:lpstr>UNIDAD 6: CORTAFUEGOS EN EQUIPOS Y SERVIDORES</vt:lpstr>
      <vt:lpstr>1. Concepto y funciones principales</vt:lpstr>
      <vt:lpstr>Definición </vt:lpstr>
      <vt:lpstr>Qué NO hace un cortafuegos </vt:lpstr>
      <vt:lpstr>Tipos de cortafuegos </vt:lpstr>
      <vt:lpstr>Filtrado estático vs dinámico </vt:lpstr>
      <vt:lpstr>2. La infraestructura netfilter, iptables</vt:lpstr>
      <vt:lpstr>Netfilter e iptables</vt:lpstr>
      <vt:lpstr>Tablas principales</vt:lpstr>
      <vt:lpstr>Acciones de iptables</vt:lpstr>
      <vt:lpstr>Conexiones y política de cortafuegos</vt:lpstr>
      <vt:lpstr>Formato de reglas</vt:lpstr>
      <vt:lpstr>Gestión de reglas</vt:lpstr>
      <vt:lpstr>Cadenas personalizadas</vt:lpstr>
      <vt:lpstr>Logs y banderas TCP</vt:lpstr>
      <vt:lpstr>3. Configuración de cortafuegos en diferentes topologías</vt:lpstr>
      <vt:lpstr>Topologías de cortafuegos</vt:lpstr>
      <vt:lpstr>configuraciones</vt:lpstr>
      <vt:lpstr>Cortafuegos con conexión a Internet</vt:lpstr>
      <vt:lpstr>Cortafuegos con LAN y Router</vt:lpstr>
      <vt:lpstr>Cortafuegos con LAN, DMZ y Router</vt:lpstr>
      <vt:lpstr>5. Auditorias en cortafuegos</vt:lpstr>
      <vt:lpstr>Concepto</vt:lpstr>
      <vt:lpstr>Objetivos principales</vt:lpstr>
      <vt:lpstr>Pasos básicos de una auditoría</vt:lpstr>
      <vt:lpstr>Buenas prácticas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Ruiz</dc:creator>
  <cp:lastModifiedBy>Alberto Ruiz</cp:lastModifiedBy>
  <cp:revision>6</cp:revision>
  <dcterms:created xsi:type="dcterms:W3CDTF">2025-09-17T16:17:53Z</dcterms:created>
  <dcterms:modified xsi:type="dcterms:W3CDTF">2025-09-27T16:03:44Z</dcterms:modified>
</cp:coreProperties>
</file>