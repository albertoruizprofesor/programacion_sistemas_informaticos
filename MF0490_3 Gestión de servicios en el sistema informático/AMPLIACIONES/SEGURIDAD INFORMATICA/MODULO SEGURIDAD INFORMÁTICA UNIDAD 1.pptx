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76" r:id="rId25"/>
    <p:sldId id="280" r:id="rId2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F69698-DE43-45F6-B265-6C6F597D173E}" v="10" dt="2025-09-18T16:45:58.4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61" autoAdjust="0"/>
    <p:restoredTop sz="94660"/>
  </p:normalViewPr>
  <p:slideViewPr>
    <p:cSldViewPr snapToGrid="0">
      <p:cViewPr varScale="1">
        <p:scale>
          <a:sx n="97" d="100"/>
          <a:sy n="97" d="100"/>
        </p:scale>
        <p:origin x="576" y="3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9743E567-337F-4C21-A62A-0C7FCC4B4E77}"/>
    <pc:docChg chg="custSel modSld">
      <pc:chgData name="Alberto Ruiz" userId="47fa91d207cfb014" providerId="LiveId" clId="{9743E567-337F-4C21-A62A-0C7FCC4B4E77}" dt="2025-09-18T06:31:18.816" v="0" actId="478"/>
      <pc:docMkLst>
        <pc:docMk/>
      </pc:docMkLst>
      <pc:sldChg chg="addSp delSp modSp mod">
        <pc:chgData name="Alberto Ruiz" userId="47fa91d207cfb014" providerId="LiveId" clId="{9743E567-337F-4C21-A62A-0C7FCC4B4E77}" dt="2025-09-18T06:31:18.816" v="0" actId="478"/>
        <pc:sldMkLst>
          <pc:docMk/>
          <pc:sldMk cId="4108739217" sldId="256"/>
        </pc:sldMkLst>
        <pc:spChg chg="del">
          <ac:chgData name="Alberto Ruiz" userId="47fa91d207cfb014" providerId="LiveId" clId="{9743E567-337F-4C21-A62A-0C7FCC4B4E77}" dt="2025-09-18T06:31:18.816" v="0" actId="478"/>
          <ac:spMkLst>
            <pc:docMk/>
            <pc:sldMk cId="4108739217" sldId="256"/>
            <ac:spMk id="3" creationId="{DB87C0CB-BF57-BC2E-DE6E-4A246E3C90B2}"/>
          </ac:spMkLst>
        </pc:spChg>
        <pc:spChg chg="add mod">
          <ac:chgData name="Alberto Ruiz" userId="47fa91d207cfb014" providerId="LiveId" clId="{9743E567-337F-4C21-A62A-0C7FCC4B4E77}" dt="2025-09-18T06:31:18.816" v="0" actId="478"/>
          <ac:spMkLst>
            <pc:docMk/>
            <pc:sldMk cId="4108739217" sldId="256"/>
            <ac:spMk id="5" creationId="{BB076771-2AA0-A9C7-C61D-786423133F2C}"/>
          </ac:spMkLst>
        </pc:spChg>
      </pc:sldChg>
    </pc:docChg>
  </pc:docChgLst>
  <pc:docChgLst>
    <pc:chgData name="Alberto Ruiz" userId="47fa91d207cfb014" providerId="LiveId" clId="{85FEFC20-368C-4804-AF35-776ECB9C6605}"/>
    <pc:docChg chg="undo custSel addSld modSld">
      <pc:chgData name="Alberto Ruiz" userId="47fa91d207cfb014" providerId="LiveId" clId="{85FEFC20-368C-4804-AF35-776ECB9C6605}" dt="2025-09-18T16:47:03.117" v="496" actId="26606"/>
      <pc:docMkLst>
        <pc:docMk/>
      </pc:docMkLst>
      <pc:sldChg chg="addSp delSp modSp new mod setBg">
        <pc:chgData name="Alberto Ruiz" userId="47fa91d207cfb014" providerId="LiveId" clId="{85FEFC20-368C-4804-AF35-776ECB9C6605}" dt="2025-09-18T16:46:26.931" v="488" actId="403"/>
        <pc:sldMkLst>
          <pc:docMk/>
          <pc:sldMk cId="1095080712" sldId="268"/>
        </pc:sldMkLst>
        <pc:spChg chg="mod">
          <ac:chgData name="Alberto Ruiz" userId="47fa91d207cfb014" providerId="LiveId" clId="{85FEFC20-368C-4804-AF35-776ECB9C6605}" dt="2025-09-18T16:46:18.016" v="483" actId="26606"/>
          <ac:spMkLst>
            <pc:docMk/>
            <pc:sldMk cId="1095080712" sldId="268"/>
            <ac:spMk id="2" creationId="{AE6248D1-0FE1-C9B4-E7FA-FEA70C664950}"/>
          </ac:spMkLst>
        </pc:spChg>
        <pc:spChg chg="del">
          <ac:chgData name="Alberto Ruiz" userId="47fa91d207cfb014" providerId="LiveId" clId="{85FEFC20-368C-4804-AF35-776ECB9C6605}" dt="2025-09-18T16:36:04.941" v="24" actId="478"/>
          <ac:spMkLst>
            <pc:docMk/>
            <pc:sldMk cId="1095080712" sldId="268"/>
            <ac:spMk id="3" creationId="{30826A7C-CE05-FE46-BAB5-53B6BDF28D08}"/>
          </ac:spMkLst>
        </pc:spChg>
        <pc:spChg chg="add mod">
          <ac:chgData name="Alberto Ruiz" userId="47fa91d207cfb014" providerId="LiveId" clId="{85FEFC20-368C-4804-AF35-776ECB9C6605}" dt="2025-09-18T16:46:26.931" v="488" actId="403"/>
          <ac:spMkLst>
            <pc:docMk/>
            <pc:sldMk cId="1095080712" sldId="268"/>
            <ac:spMk id="4" creationId="{6594761B-8160-40F9-4C2F-FB1C24157E5F}"/>
          </ac:spMkLst>
        </pc:spChg>
        <pc:spChg chg="add del">
          <ac:chgData name="Alberto Ruiz" userId="47fa91d207cfb014" providerId="LiveId" clId="{85FEFC20-368C-4804-AF35-776ECB9C6605}" dt="2025-09-18T16:46:17.976" v="482" actId="26606"/>
          <ac:spMkLst>
            <pc:docMk/>
            <pc:sldMk cId="1095080712" sldId="268"/>
            <ac:spMk id="9" creationId="{C2554CA6-288E-4202-BC52-2E5A8F0C0AED}"/>
          </ac:spMkLst>
        </pc:spChg>
        <pc:spChg chg="add del">
          <ac:chgData name="Alberto Ruiz" userId="47fa91d207cfb014" providerId="LiveId" clId="{85FEFC20-368C-4804-AF35-776ECB9C6605}" dt="2025-09-18T16:46:17.976" v="482" actId="26606"/>
          <ac:spMkLst>
            <pc:docMk/>
            <pc:sldMk cId="1095080712" sldId="268"/>
            <ac:spMk id="11" creationId="{B10BB131-AC8E-4A8E-A5D1-36260F720C3B}"/>
          </ac:spMkLst>
        </pc:spChg>
        <pc:spChg chg="add del">
          <ac:chgData name="Alberto Ruiz" userId="47fa91d207cfb014" providerId="LiveId" clId="{85FEFC20-368C-4804-AF35-776ECB9C6605}" dt="2025-09-18T16:46:17.976" v="482" actId="26606"/>
          <ac:spMkLst>
            <pc:docMk/>
            <pc:sldMk cId="1095080712" sldId="268"/>
            <ac:spMk id="13" creationId="{5B7778FC-632E-4DCA-A7CB-0D7731CCF970}"/>
          </ac:spMkLst>
        </pc:spChg>
        <pc:spChg chg="add del">
          <ac:chgData name="Alberto Ruiz" userId="47fa91d207cfb014" providerId="LiveId" clId="{85FEFC20-368C-4804-AF35-776ECB9C6605}" dt="2025-09-18T16:46:17.976" v="482" actId="26606"/>
          <ac:spMkLst>
            <pc:docMk/>
            <pc:sldMk cId="1095080712" sldId="268"/>
            <ac:spMk id="15" creationId="{FA23A907-97FB-4A8F-880A-DD77401C4296}"/>
          </ac:spMkLst>
        </pc:spChg>
        <pc:spChg chg="add">
          <ac:chgData name="Alberto Ruiz" userId="47fa91d207cfb014" providerId="LiveId" clId="{85FEFC20-368C-4804-AF35-776ECB9C6605}" dt="2025-09-18T16:46:18.016" v="483" actId="26606"/>
          <ac:spMkLst>
            <pc:docMk/>
            <pc:sldMk cId="1095080712" sldId="268"/>
            <ac:spMk id="25" creationId="{815925C2-A704-4D47-B1C1-3FCA52512EC1}"/>
          </ac:spMkLst>
        </pc:spChg>
        <pc:spChg chg="add">
          <ac:chgData name="Alberto Ruiz" userId="47fa91d207cfb014" providerId="LiveId" clId="{85FEFC20-368C-4804-AF35-776ECB9C6605}" dt="2025-09-18T16:46:18.016" v="483" actId="26606"/>
          <ac:spMkLst>
            <pc:docMk/>
            <pc:sldMk cId="1095080712" sldId="268"/>
            <ac:spMk id="26" creationId="{01D4315C-C23C-4FD3-98DF-08C29E2292A8}"/>
          </ac:spMkLst>
        </pc:spChg>
        <pc:grpChg chg="add">
          <ac:chgData name="Alberto Ruiz" userId="47fa91d207cfb014" providerId="LiveId" clId="{85FEFC20-368C-4804-AF35-776ECB9C6605}" dt="2025-09-18T16:46:18.016" v="483" actId="26606"/>
          <ac:grpSpMkLst>
            <pc:docMk/>
            <pc:sldMk cId="1095080712" sldId="268"/>
            <ac:grpSpMk id="17" creationId="{43F5E015-E085-4624-B431-B42414448684}"/>
          </ac:grpSpMkLst>
        </pc:grpChg>
        <pc:grpChg chg="add">
          <ac:chgData name="Alberto Ruiz" userId="47fa91d207cfb014" providerId="LiveId" clId="{85FEFC20-368C-4804-AF35-776ECB9C6605}" dt="2025-09-18T16:46:18.016" v="483" actId="26606"/>
          <ac:grpSpMkLst>
            <pc:docMk/>
            <pc:sldMk cId="1095080712" sldId="268"/>
            <ac:grpSpMk id="27" creationId="{5E6B47BC-43FD-4C91-8BFF-B41B99A8A39E}"/>
          </ac:grpSpMkLst>
        </pc:grpChg>
      </pc:sldChg>
      <pc:sldChg chg="addSp delSp modSp new mod setBg">
        <pc:chgData name="Alberto Ruiz" userId="47fa91d207cfb014" providerId="LiveId" clId="{85FEFC20-368C-4804-AF35-776ECB9C6605}" dt="2025-09-18T16:46:35.789" v="491" actId="403"/>
        <pc:sldMkLst>
          <pc:docMk/>
          <pc:sldMk cId="2535939640" sldId="269"/>
        </pc:sldMkLst>
        <pc:spChg chg="mod">
          <ac:chgData name="Alberto Ruiz" userId="47fa91d207cfb014" providerId="LiveId" clId="{85FEFC20-368C-4804-AF35-776ECB9C6605}" dt="2025-09-18T16:46:32.081" v="489" actId="26606"/>
          <ac:spMkLst>
            <pc:docMk/>
            <pc:sldMk cId="2535939640" sldId="269"/>
            <ac:spMk id="2" creationId="{20BADBCA-8478-CDD2-F88B-999B0CC14331}"/>
          </ac:spMkLst>
        </pc:spChg>
        <pc:spChg chg="del mod">
          <ac:chgData name="Alberto Ruiz" userId="47fa91d207cfb014" providerId="LiveId" clId="{85FEFC20-368C-4804-AF35-776ECB9C6605}" dt="2025-09-18T16:35:58.567" v="21" actId="21"/>
          <ac:spMkLst>
            <pc:docMk/>
            <pc:sldMk cId="2535939640" sldId="269"/>
            <ac:spMk id="3" creationId="{6594761B-8160-40F9-4C2F-FB1C24157E5F}"/>
          </ac:spMkLst>
        </pc:spChg>
        <pc:spChg chg="add del mod">
          <ac:chgData name="Alberto Ruiz" userId="47fa91d207cfb014" providerId="LiveId" clId="{85FEFC20-368C-4804-AF35-776ECB9C6605}" dt="2025-09-18T16:46:35.789" v="491" actId="403"/>
          <ac:spMkLst>
            <pc:docMk/>
            <pc:sldMk cId="2535939640" sldId="269"/>
            <ac:spMk id="5" creationId="{3D65D002-A7D0-2684-F376-A48BB44D7BD6}"/>
          </ac:spMkLst>
        </pc:spChg>
        <pc:spChg chg="add mod">
          <ac:chgData name="Alberto Ruiz" userId="47fa91d207cfb014" providerId="LiveId" clId="{85FEFC20-368C-4804-AF35-776ECB9C6605}" dt="2025-09-18T16:41:10.750" v="446"/>
          <ac:spMkLst>
            <pc:docMk/>
            <pc:sldMk cId="2535939640" sldId="269"/>
            <ac:spMk id="6" creationId="{7546FD4F-0845-14FF-B380-2CEA39E0F92D}"/>
          </ac:spMkLst>
        </pc:spChg>
        <pc:spChg chg="add">
          <ac:chgData name="Alberto Ruiz" userId="47fa91d207cfb014" providerId="LiveId" clId="{85FEFC20-368C-4804-AF35-776ECB9C6605}" dt="2025-09-18T16:46:32.081" v="489" actId="26606"/>
          <ac:spMkLst>
            <pc:docMk/>
            <pc:sldMk cId="2535939640" sldId="269"/>
            <ac:spMk id="10" creationId="{815925C2-A704-4D47-B1C1-3FCA52512EC1}"/>
          </ac:spMkLst>
        </pc:spChg>
        <pc:spChg chg="add">
          <ac:chgData name="Alberto Ruiz" userId="47fa91d207cfb014" providerId="LiveId" clId="{85FEFC20-368C-4804-AF35-776ECB9C6605}" dt="2025-09-18T16:46:32.081" v="489" actId="26606"/>
          <ac:spMkLst>
            <pc:docMk/>
            <pc:sldMk cId="2535939640" sldId="269"/>
            <ac:spMk id="12" creationId="{01D4315C-C23C-4FD3-98DF-08C29E2292A8}"/>
          </ac:spMkLst>
        </pc:spChg>
        <pc:grpChg chg="add">
          <ac:chgData name="Alberto Ruiz" userId="47fa91d207cfb014" providerId="LiveId" clId="{85FEFC20-368C-4804-AF35-776ECB9C6605}" dt="2025-09-18T16:46:32.081" v="489" actId="26606"/>
          <ac:grpSpMkLst>
            <pc:docMk/>
            <pc:sldMk cId="2535939640" sldId="269"/>
            <ac:grpSpMk id="14" creationId="{5E6B47BC-43FD-4C91-8BFF-B41B99A8A39E}"/>
          </ac:grpSpMkLst>
        </pc:grpChg>
        <pc:grpChg chg="add">
          <ac:chgData name="Alberto Ruiz" userId="47fa91d207cfb014" providerId="LiveId" clId="{85FEFC20-368C-4804-AF35-776ECB9C6605}" dt="2025-09-18T16:46:32.081" v="489" actId="26606"/>
          <ac:grpSpMkLst>
            <pc:docMk/>
            <pc:sldMk cId="2535939640" sldId="269"/>
            <ac:grpSpMk id="18" creationId="{43F5E015-E085-4624-B431-B42414448684}"/>
          </ac:grpSpMkLst>
        </pc:grpChg>
      </pc:sldChg>
      <pc:sldChg chg="addSp delSp modSp new mod setBg">
        <pc:chgData name="Alberto Ruiz" userId="47fa91d207cfb014" providerId="LiveId" clId="{85FEFC20-368C-4804-AF35-776ECB9C6605}" dt="2025-09-18T16:46:42.521" v="492" actId="26606"/>
        <pc:sldMkLst>
          <pc:docMk/>
          <pc:sldMk cId="1521071263" sldId="270"/>
        </pc:sldMkLst>
        <pc:spChg chg="mod">
          <ac:chgData name="Alberto Ruiz" userId="47fa91d207cfb014" providerId="LiveId" clId="{85FEFC20-368C-4804-AF35-776ECB9C6605}" dt="2025-09-18T16:46:42.521" v="492" actId="26606"/>
          <ac:spMkLst>
            <pc:docMk/>
            <pc:sldMk cId="1521071263" sldId="270"/>
            <ac:spMk id="2" creationId="{324B3E3F-36FB-C1AB-C03E-EB5496B8DB53}"/>
          </ac:spMkLst>
        </pc:spChg>
        <pc:spChg chg="del mod">
          <ac:chgData name="Alberto Ruiz" userId="47fa91d207cfb014" providerId="LiveId" clId="{85FEFC20-368C-4804-AF35-776ECB9C6605}" dt="2025-09-18T16:46:42.521" v="492" actId="26606"/>
          <ac:spMkLst>
            <pc:docMk/>
            <pc:sldMk cId="1521071263" sldId="270"/>
            <ac:spMk id="3" creationId="{395B545C-DD6D-D07F-0228-03102C42C5E3}"/>
          </ac:spMkLst>
        </pc:spChg>
        <pc:spChg chg="add">
          <ac:chgData name="Alberto Ruiz" userId="47fa91d207cfb014" providerId="LiveId" clId="{85FEFC20-368C-4804-AF35-776ECB9C6605}" dt="2025-09-18T16:46:42.521" v="492" actId="26606"/>
          <ac:spMkLst>
            <pc:docMk/>
            <pc:sldMk cId="1521071263" sldId="270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18T16:46:42.521" v="492" actId="26606"/>
          <ac:spMkLst>
            <pc:docMk/>
            <pc:sldMk cId="1521071263" sldId="270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5-09-18T16:46:42.521" v="492" actId="26606"/>
          <ac:spMkLst>
            <pc:docMk/>
            <pc:sldMk cId="1521071263" sldId="270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5-09-18T16:46:42.521" v="492" actId="26606"/>
          <ac:spMkLst>
            <pc:docMk/>
            <pc:sldMk cId="1521071263" sldId="270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5-09-18T16:46:42.521" v="492" actId="26606"/>
          <ac:graphicFrameMkLst>
            <pc:docMk/>
            <pc:sldMk cId="1521071263" sldId="270"/>
            <ac:graphicFrameMk id="5" creationId="{EC5B4472-33AB-BA88-88A5-8B985C7870D0}"/>
          </ac:graphicFrameMkLst>
        </pc:graphicFrameChg>
      </pc:sldChg>
      <pc:sldChg chg="addSp delSp modSp new mod setBg">
        <pc:chgData name="Alberto Ruiz" userId="47fa91d207cfb014" providerId="LiveId" clId="{85FEFC20-368C-4804-AF35-776ECB9C6605}" dt="2025-09-18T16:46:48.306" v="493" actId="26606"/>
        <pc:sldMkLst>
          <pc:docMk/>
          <pc:sldMk cId="475117557" sldId="271"/>
        </pc:sldMkLst>
        <pc:spChg chg="mod">
          <ac:chgData name="Alberto Ruiz" userId="47fa91d207cfb014" providerId="LiveId" clId="{85FEFC20-368C-4804-AF35-776ECB9C6605}" dt="2025-09-18T16:46:48.306" v="493" actId="26606"/>
          <ac:spMkLst>
            <pc:docMk/>
            <pc:sldMk cId="475117557" sldId="271"/>
            <ac:spMk id="2" creationId="{E4D30BD1-459C-20DE-9B80-2519EC8F8E5C}"/>
          </ac:spMkLst>
        </pc:spChg>
        <pc:spChg chg="del mod">
          <ac:chgData name="Alberto Ruiz" userId="47fa91d207cfb014" providerId="LiveId" clId="{85FEFC20-368C-4804-AF35-776ECB9C6605}" dt="2025-09-18T16:46:48.306" v="493" actId="26606"/>
          <ac:spMkLst>
            <pc:docMk/>
            <pc:sldMk cId="475117557" sldId="271"/>
            <ac:spMk id="3" creationId="{A10D00BF-333E-391F-3BAC-B6C9A7C6AB57}"/>
          </ac:spMkLst>
        </pc:spChg>
        <pc:spChg chg="add">
          <ac:chgData name="Alberto Ruiz" userId="47fa91d207cfb014" providerId="LiveId" clId="{85FEFC20-368C-4804-AF35-776ECB9C6605}" dt="2025-09-18T16:46:48.306" v="493" actId="26606"/>
          <ac:spMkLst>
            <pc:docMk/>
            <pc:sldMk cId="475117557" sldId="271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18T16:46:48.306" v="493" actId="26606"/>
          <ac:spMkLst>
            <pc:docMk/>
            <pc:sldMk cId="475117557" sldId="271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5-09-18T16:46:48.306" v="493" actId="26606"/>
          <ac:spMkLst>
            <pc:docMk/>
            <pc:sldMk cId="475117557" sldId="271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5-09-18T16:46:48.306" v="493" actId="26606"/>
          <ac:spMkLst>
            <pc:docMk/>
            <pc:sldMk cId="475117557" sldId="271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5-09-18T16:46:48.306" v="493" actId="26606"/>
          <ac:graphicFrameMkLst>
            <pc:docMk/>
            <pc:sldMk cId="475117557" sldId="271"/>
            <ac:graphicFrameMk id="5" creationId="{FE1485BF-32D9-27F0-AE6F-591BFC000B39}"/>
          </ac:graphicFrameMkLst>
        </pc:graphicFrameChg>
      </pc:sldChg>
      <pc:sldChg chg="addSp delSp modSp new mod setBg">
        <pc:chgData name="Alberto Ruiz" userId="47fa91d207cfb014" providerId="LiveId" clId="{85FEFC20-368C-4804-AF35-776ECB9C6605}" dt="2025-09-18T16:46:52.916" v="494" actId="26606"/>
        <pc:sldMkLst>
          <pc:docMk/>
          <pc:sldMk cId="4240907260" sldId="272"/>
        </pc:sldMkLst>
        <pc:spChg chg="mod">
          <ac:chgData name="Alberto Ruiz" userId="47fa91d207cfb014" providerId="LiveId" clId="{85FEFC20-368C-4804-AF35-776ECB9C6605}" dt="2025-09-18T16:46:52.916" v="494" actId="26606"/>
          <ac:spMkLst>
            <pc:docMk/>
            <pc:sldMk cId="4240907260" sldId="272"/>
            <ac:spMk id="2" creationId="{812E87B8-28EB-2AA4-1C8A-4596D8E3D2A2}"/>
          </ac:spMkLst>
        </pc:spChg>
        <pc:spChg chg="del mod">
          <ac:chgData name="Alberto Ruiz" userId="47fa91d207cfb014" providerId="LiveId" clId="{85FEFC20-368C-4804-AF35-776ECB9C6605}" dt="2025-09-18T16:46:52.916" v="494" actId="26606"/>
          <ac:spMkLst>
            <pc:docMk/>
            <pc:sldMk cId="4240907260" sldId="272"/>
            <ac:spMk id="3" creationId="{ADFB7BB5-FB70-6331-87BF-1C295CAB4922}"/>
          </ac:spMkLst>
        </pc:spChg>
        <pc:spChg chg="add">
          <ac:chgData name="Alberto Ruiz" userId="47fa91d207cfb014" providerId="LiveId" clId="{85FEFC20-368C-4804-AF35-776ECB9C6605}" dt="2025-09-18T16:46:52.916" v="494" actId="26606"/>
          <ac:spMkLst>
            <pc:docMk/>
            <pc:sldMk cId="4240907260" sldId="272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18T16:46:52.916" v="494" actId="26606"/>
          <ac:spMkLst>
            <pc:docMk/>
            <pc:sldMk cId="4240907260" sldId="272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5-09-18T16:46:52.916" v="494" actId="26606"/>
          <ac:spMkLst>
            <pc:docMk/>
            <pc:sldMk cId="4240907260" sldId="272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5-09-18T16:46:52.916" v="494" actId="26606"/>
          <ac:spMkLst>
            <pc:docMk/>
            <pc:sldMk cId="4240907260" sldId="272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5-09-18T16:46:52.916" v="494" actId="26606"/>
          <ac:graphicFrameMkLst>
            <pc:docMk/>
            <pc:sldMk cId="4240907260" sldId="272"/>
            <ac:graphicFrameMk id="5" creationId="{1BCF84FF-14F1-3164-05A2-5AF6F7C649F7}"/>
          </ac:graphicFrameMkLst>
        </pc:graphicFrameChg>
      </pc:sldChg>
      <pc:sldChg chg="addSp delSp modSp new mod setBg">
        <pc:chgData name="Alberto Ruiz" userId="47fa91d207cfb014" providerId="LiveId" clId="{85FEFC20-368C-4804-AF35-776ECB9C6605}" dt="2025-09-18T16:46:58.438" v="495" actId="26606"/>
        <pc:sldMkLst>
          <pc:docMk/>
          <pc:sldMk cId="568486478" sldId="273"/>
        </pc:sldMkLst>
        <pc:spChg chg="mod">
          <ac:chgData name="Alberto Ruiz" userId="47fa91d207cfb014" providerId="LiveId" clId="{85FEFC20-368C-4804-AF35-776ECB9C6605}" dt="2025-09-18T16:46:58.438" v="495" actId="26606"/>
          <ac:spMkLst>
            <pc:docMk/>
            <pc:sldMk cId="568486478" sldId="273"/>
            <ac:spMk id="2" creationId="{A8FFC921-765D-363E-F833-5C960D5B7B91}"/>
          </ac:spMkLst>
        </pc:spChg>
        <pc:spChg chg="del">
          <ac:chgData name="Alberto Ruiz" userId="47fa91d207cfb014" providerId="LiveId" clId="{85FEFC20-368C-4804-AF35-776ECB9C6605}" dt="2025-09-18T16:45:58.451" v="479"/>
          <ac:spMkLst>
            <pc:docMk/>
            <pc:sldMk cId="568486478" sldId="273"/>
            <ac:spMk id="3" creationId="{E9674D45-2526-B993-CE43-6B29A9458DA1}"/>
          </ac:spMkLst>
        </pc:spChg>
        <pc:spChg chg="add mod">
          <ac:chgData name="Alberto Ruiz" userId="47fa91d207cfb014" providerId="LiveId" clId="{85FEFC20-368C-4804-AF35-776ECB9C6605}" dt="2025-09-18T16:46:58.438" v="495" actId="26606"/>
          <ac:spMkLst>
            <pc:docMk/>
            <pc:sldMk cId="568486478" sldId="273"/>
            <ac:spMk id="4" creationId="{AF08EB5B-336D-1F95-D49E-2B46CFB74B23}"/>
          </ac:spMkLst>
        </pc:spChg>
        <pc:spChg chg="add">
          <ac:chgData name="Alberto Ruiz" userId="47fa91d207cfb014" providerId="LiveId" clId="{85FEFC20-368C-4804-AF35-776ECB9C6605}" dt="2025-09-18T16:46:58.438" v="495" actId="26606"/>
          <ac:spMkLst>
            <pc:docMk/>
            <pc:sldMk cId="568486478" sldId="273"/>
            <ac:spMk id="9" creationId="{1B15ED52-F352-441B-82BF-E0EA34836D08}"/>
          </ac:spMkLst>
        </pc:spChg>
        <pc:spChg chg="add">
          <ac:chgData name="Alberto Ruiz" userId="47fa91d207cfb014" providerId="LiveId" clId="{85FEFC20-368C-4804-AF35-776ECB9C6605}" dt="2025-09-18T16:46:58.438" v="495" actId="26606"/>
          <ac:spMkLst>
            <pc:docMk/>
            <pc:sldMk cId="568486478" sldId="273"/>
            <ac:spMk id="11" creationId="{3B2E3793-BFE6-45A2-9B7B-E18844431C99}"/>
          </ac:spMkLst>
        </pc:spChg>
        <pc:spChg chg="add">
          <ac:chgData name="Alberto Ruiz" userId="47fa91d207cfb014" providerId="LiveId" clId="{85FEFC20-368C-4804-AF35-776ECB9C6605}" dt="2025-09-18T16:46:58.438" v="495" actId="26606"/>
          <ac:spMkLst>
            <pc:docMk/>
            <pc:sldMk cId="568486478" sldId="273"/>
            <ac:spMk id="13" creationId="{BC4C4868-CB8F-4AF9-9CDB-8108F2C19B67}"/>
          </ac:spMkLst>
        </pc:spChg>
        <pc:spChg chg="add">
          <ac:chgData name="Alberto Ruiz" userId="47fa91d207cfb014" providerId="LiveId" clId="{85FEFC20-368C-4804-AF35-776ECB9C6605}" dt="2025-09-18T16:46:58.438" v="495" actId="26606"/>
          <ac:spMkLst>
            <pc:docMk/>
            <pc:sldMk cId="568486478" sldId="273"/>
            <ac:spMk id="15" creationId="{375E0459-6403-40CD-989D-56A4407CA12E}"/>
          </ac:spMkLst>
        </pc:spChg>
        <pc:spChg chg="add">
          <ac:chgData name="Alberto Ruiz" userId="47fa91d207cfb014" providerId="LiveId" clId="{85FEFC20-368C-4804-AF35-776ECB9C6605}" dt="2025-09-18T16:46:58.438" v="495" actId="26606"/>
          <ac:spMkLst>
            <pc:docMk/>
            <pc:sldMk cId="568486478" sldId="273"/>
            <ac:spMk id="17" creationId="{53E5B1A8-3AC9-4BD1-9BBC-78CA94F2D1BA}"/>
          </ac:spMkLst>
        </pc:spChg>
      </pc:sldChg>
      <pc:sldChg chg="addSp delSp modSp new mod setBg">
        <pc:chgData name="Alberto Ruiz" userId="47fa91d207cfb014" providerId="LiveId" clId="{85FEFC20-368C-4804-AF35-776ECB9C6605}" dt="2025-09-18T16:47:03.117" v="496" actId="26606"/>
        <pc:sldMkLst>
          <pc:docMk/>
          <pc:sldMk cId="2369576593" sldId="274"/>
        </pc:sldMkLst>
        <pc:spChg chg="mod">
          <ac:chgData name="Alberto Ruiz" userId="47fa91d207cfb014" providerId="LiveId" clId="{85FEFC20-368C-4804-AF35-776ECB9C6605}" dt="2025-09-18T16:47:03.117" v="496" actId="26606"/>
          <ac:spMkLst>
            <pc:docMk/>
            <pc:sldMk cId="2369576593" sldId="274"/>
            <ac:spMk id="2" creationId="{C88B25C5-66DB-89A2-E27C-C4A2060911B9}"/>
          </ac:spMkLst>
        </pc:spChg>
        <pc:spChg chg="add del">
          <ac:chgData name="Alberto Ruiz" userId="47fa91d207cfb014" providerId="LiveId" clId="{85FEFC20-368C-4804-AF35-776ECB9C6605}" dt="2025-09-18T16:45:21.837" v="476"/>
          <ac:spMkLst>
            <pc:docMk/>
            <pc:sldMk cId="2369576593" sldId="274"/>
            <ac:spMk id="3" creationId="{6E14C082-EAD2-8169-4A83-0A90AE4DFF6D}"/>
          </ac:spMkLst>
        </pc:spChg>
        <pc:spChg chg="add mod">
          <ac:chgData name="Alberto Ruiz" userId="47fa91d207cfb014" providerId="LiveId" clId="{85FEFC20-368C-4804-AF35-776ECB9C6605}" dt="2025-09-18T16:45:19.041" v="475"/>
          <ac:spMkLst>
            <pc:docMk/>
            <pc:sldMk cId="2369576593" sldId="274"/>
            <ac:spMk id="4" creationId="{E5E7326D-574B-8B10-CF98-075966B8490C}"/>
          </ac:spMkLst>
        </pc:spChg>
        <pc:spChg chg="add mod">
          <ac:chgData name="Alberto Ruiz" userId="47fa91d207cfb014" providerId="LiveId" clId="{85FEFC20-368C-4804-AF35-776ECB9C6605}" dt="2025-09-18T16:47:03.117" v="496" actId="26606"/>
          <ac:spMkLst>
            <pc:docMk/>
            <pc:sldMk cId="2369576593" sldId="274"/>
            <ac:spMk id="5" creationId="{3AB7016A-8D31-69E3-E0F0-D82300DF3B7A}"/>
          </ac:spMkLst>
        </pc:spChg>
        <pc:spChg chg="add">
          <ac:chgData name="Alberto Ruiz" userId="47fa91d207cfb014" providerId="LiveId" clId="{85FEFC20-368C-4804-AF35-776ECB9C6605}" dt="2025-09-18T16:47:03.117" v="496" actId="26606"/>
          <ac:spMkLst>
            <pc:docMk/>
            <pc:sldMk cId="2369576593" sldId="274"/>
            <ac:spMk id="10" creationId="{1B15ED52-F352-441B-82BF-E0EA34836D08}"/>
          </ac:spMkLst>
        </pc:spChg>
        <pc:spChg chg="add">
          <ac:chgData name="Alberto Ruiz" userId="47fa91d207cfb014" providerId="LiveId" clId="{85FEFC20-368C-4804-AF35-776ECB9C6605}" dt="2025-09-18T16:47:03.117" v="496" actId="26606"/>
          <ac:spMkLst>
            <pc:docMk/>
            <pc:sldMk cId="2369576593" sldId="274"/>
            <ac:spMk id="12" creationId="{3B2E3793-BFE6-45A2-9B7B-E18844431C99}"/>
          </ac:spMkLst>
        </pc:spChg>
        <pc:spChg chg="add">
          <ac:chgData name="Alberto Ruiz" userId="47fa91d207cfb014" providerId="LiveId" clId="{85FEFC20-368C-4804-AF35-776ECB9C6605}" dt="2025-09-18T16:47:03.117" v="496" actId="26606"/>
          <ac:spMkLst>
            <pc:docMk/>
            <pc:sldMk cId="2369576593" sldId="274"/>
            <ac:spMk id="14" creationId="{BC4C4868-CB8F-4AF9-9CDB-8108F2C19B67}"/>
          </ac:spMkLst>
        </pc:spChg>
        <pc:spChg chg="add">
          <ac:chgData name="Alberto Ruiz" userId="47fa91d207cfb014" providerId="LiveId" clId="{85FEFC20-368C-4804-AF35-776ECB9C6605}" dt="2025-09-18T16:47:03.117" v="496" actId="26606"/>
          <ac:spMkLst>
            <pc:docMk/>
            <pc:sldMk cId="2369576593" sldId="274"/>
            <ac:spMk id="16" creationId="{375E0459-6403-40CD-989D-56A4407CA12E}"/>
          </ac:spMkLst>
        </pc:spChg>
        <pc:spChg chg="add">
          <ac:chgData name="Alberto Ruiz" userId="47fa91d207cfb014" providerId="LiveId" clId="{85FEFC20-368C-4804-AF35-776ECB9C6605}" dt="2025-09-18T16:47:03.117" v="496" actId="26606"/>
          <ac:spMkLst>
            <pc:docMk/>
            <pc:sldMk cId="2369576593" sldId="274"/>
            <ac:spMk id="18" creationId="{53E5B1A8-3AC9-4BD1-9BBC-78CA94F2D1BA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9A7106-3378-457D-B4AC-1F7406519C0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BD5E941-5CAF-4514-9956-5D9F000D66B5}">
      <dgm:prSet/>
      <dgm:spPr/>
      <dgm:t>
        <a:bodyPr/>
        <a:lstStyle/>
        <a:p>
          <a:pPr>
            <a:defRPr cap="all"/>
          </a:pPr>
          <a:r>
            <a:rPr lang="es-ES"/>
            <a:t>Políticas de seguridad</a:t>
          </a:r>
          <a:endParaRPr lang="en-US"/>
        </a:p>
      </dgm:t>
    </dgm:pt>
    <dgm:pt modelId="{4418E46B-A04D-461E-A977-19866E711E98}" type="parTrans" cxnId="{27AE5DD4-9935-4B60-A536-CE7250ECBA26}">
      <dgm:prSet/>
      <dgm:spPr/>
      <dgm:t>
        <a:bodyPr/>
        <a:lstStyle/>
        <a:p>
          <a:endParaRPr lang="en-US"/>
        </a:p>
      </dgm:t>
    </dgm:pt>
    <dgm:pt modelId="{BF677CE8-0113-4454-9A1C-B77BD48B9168}" type="sibTrans" cxnId="{27AE5DD4-9935-4B60-A536-CE7250ECBA26}">
      <dgm:prSet/>
      <dgm:spPr/>
      <dgm:t>
        <a:bodyPr/>
        <a:lstStyle/>
        <a:p>
          <a:endParaRPr lang="en-US"/>
        </a:p>
      </dgm:t>
    </dgm:pt>
    <dgm:pt modelId="{6E2913F1-44E2-4F56-85D1-4FFC8C95DFF4}">
      <dgm:prSet/>
      <dgm:spPr/>
      <dgm:t>
        <a:bodyPr/>
        <a:lstStyle/>
        <a:p>
          <a:pPr>
            <a:defRPr cap="all"/>
          </a:pPr>
          <a:r>
            <a:rPr lang="es-ES"/>
            <a:t>Mecanismos de prevención</a:t>
          </a:r>
          <a:endParaRPr lang="en-US"/>
        </a:p>
      </dgm:t>
    </dgm:pt>
    <dgm:pt modelId="{8B806917-78CE-41A3-A701-285F43AFF19B}" type="parTrans" cxnId="{87FDBE45-03DD-4DB4-B771-5A88045C2CA8}">
      <dgm:prSet/>
      <dgm:spPr/>
      <dgm:t>
        <a:bodyPr/>
        <a:lstStyle/>
        <a:p>
          <a:endParaRPr lang="en-US"/>
        </a:p>
      </dgm:t>
    </dgm:pt>
    <dgm:pt modelId="{27DE0591-A70F-4E74-A5AB-C488D965D83E}" type="sibTrans" cxnId="{87FDBE45-03DD-4DB4-B771-5A88045C2CA8}">
      <dgm:prSet/>
      <dgm:spPr/>
      <dgm:t>
        <a:bodyPr/>
        <a:lstStyle/>
        <a:p>
          <a:endParaRPr lang="en-US"/>
        </a:p>
      </dgm:t>
    </dgm:pt>
    <dgm:pt modelId="{3A14252E-24F5-4136-B024-3DF34C8A4305}">
      <dgm:prSet/>
      <dgm:spPr/>
      <dgm:t>
        <a:bodyPr/>
        <a:lstStyle/>
        <a:p>
          <a:pPr>
            <a:defRPr cap="all"/>
          </a:pPr>
          <a:r>
            <a:rPr lang="es-ES"/>
            <a:t>Mecanismos de protección lógicos</a:t>
          </a:r>
          <a:endParaRPr lang="en-US"/>
        </a:p>
      </dgm:t>
    </dgm:pt>
    <dgm:pt modelId="{40165DB2-3D29-4501-9A77-F2F0A3884FAC}" type="parTrans" cxnId="{28B68594-A4CA-450A-9F6E-DD1A0BDF851E}">
      <dgm:prSet/>
      <dgm:spPr/>
      <dgm:t>
        <a:bodyPr/>
        <a:lstStyle/>
        <a:p>
          <a:endParaRPr lang="en-US"/>
        </a:p>
      </dgm:t>
    </dgm:pt>
    <dgm:pt modelId="{D23B807A-650A-4FB3-A71E-5A3FEB6DA802}" type="sibTrans" cxnId="{28B68594-A4CA-450A-9F6E-DD1A0BDF851E}">
      <dgm:prSet/>
      <dgm:spPr/>
      <dgm:t>
        <a:bodyPr/>
        <a:lstStyle/>
        <a:p>
          <a:endParaRPr lang="en-US"/>
        </a:p>
      </dgm:t>
    </dgm:pt>
    <dgm:pt modelId="{CC931CB6-BCA7-4629-9904-73489BC33AA5}">
      <dgm:prSet/>
      <dgm:spPr/>
      <dgm:t>
        <a:bodyPr/>
        <a:lstStyle/>
        <a:p>
          <a:pPr>
            <a:defRPr cap="all"/>
          </a:pPr>
          <a:r>
            <a:rPr lang="es-ES"/>
            <a:t>Mecanismos de detección</a:t>
          </a:r>
          <a:endParaRPr lang="en-US"/>
        </a:p>
      </dgm:t>
    </dgm:pt>
    <dgm:pt modelId="{EF0DCABE-1657-41DE-A6D0-1188E4E18F0D}" type="parTrans" cxnId="{AB0397BE-6F2C-4B94-839A-408A628555BA}">
      <dgm:prSet/>
      <dgm:spPr/>
      <dgm:t>
        <a:bodyPr/>
        <a:lstStyle/>
        <a:p>
          <a:endParaRPr lang="en-US"/>
        </a:p>
      </dgm:t>
    </dgm:pt>
    <dgm:pt modelId="{535214F4-6DB4-4A2D-BA65-9FF077108F6E}" type="sibTrans" cxnId="{AB0397BE-6F2C-4B94-839A-408A628555BA}">
      <dgm:prSet/>
      <dgm:spPr/>
      <dgm:t>
        <a:bodyPr/>
        <a:lstStyle/>
        <a:p>
          <a:endParaRPr lang="en-US"/>
        </a:p>
      </dgm:t>
    </dgm:pt>
    <dgm:pt modelId="{B8A7F8C0-F9CC-48E1-9D31-D9704C51A780}">
      <dgm:prSet/>
      <dgm:spPr/>
      <dgm:t>
        <a:bodyPr/>
        <a:lstStyle/>
        <a:p>
          <a:pPr>
            <a:defRPr cap="all"/>
          </a:pPr>
          <a:r>
            <a:rPr lang="es-ES"/>
            <a:t>Mecanismos de recuperación</a:t>
          </a:r>
          <a:endParaRPr lang="en-US"/>
        </a:p>
      </dgm:t>
    </dgm:pt>
    <dgm:pt modelId="{0663F80B-4AC3-48D9-8BC4-CC47368BABDB}" type="parTrans" cxnId="{9C6AC5D6-BAA2-45BF-A8D1-F66754CE0C2B}">
      <dgm:prSet/>
      <dgm:spPr/>
      <dgm:t>
        <a:bodyPr/>
        <a:lstStyle/>
        <a:p>
          <a:endParaRPr lang="en-US"/>
        </a:p>
      </dgm:t>
    </dgm:pt>
    <dgm:pt modelId="{5495E681-12D0-4627-90A8-8CE2361A7B93}" type="sibTrans" cxnId="{9C6AC5D6-BAA2-45BF-A8D1-F66754CE0C2B}">
      <dgm:prSet/>
      <dgm:spPr/>
      <dgm:t>
        <a:bodyPr/>
        <a:lstStyle/>
        <a:p>
          <a:endParaRPr lang="en-US"/>
        </a:p>
      </dgm:t>
    </dgm:pt>
    <dgm:pt modelId="{A8976DFF-28DF-4AFC-9B58-9EC52357D6F3}" type="pres">
      <dgm:prSet presAssocID="{A99A7106-3378-457D-B4AC-1F7406519C0B}" presName="root" presStyleCnt="0">
        <dgm:presLayoutVars>
          <dgm:dir/>
          <dgm:resizeHandles val="exact"/>
        </dgm:presLayoutVars>
      </dgm:prSet>
      <dgm:spPr/>
    </dgm:pt>
    <dgm:pt modelId="{500F2AAE-A7A2-4227-A2D7-392146181B3B}" type="pres">
      <dgm:prSet presAssocID="{0BD5E941-5CAF-4514-9956-5D9F000D66B5}" presName="compNode" presStyleCnt="0"/>
      <dgm:spPr/>
    </dgm:pt>
    <dgm:pt modelId="{FAC034BD-C7F7-497E-AAA8-F0AF76147B3C}" type="pres">
      <dgm:prSet presAssocID="{0BD5E941-5CAF-4514-9956-5D9F000D66B5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5A0DFB35-40A6-4DD1-9162-52E0B5BC1A80}" type="pres">
      <dgm:prSet presAssocID="{0BD5E941-5CAF-4514-9956-5D9F000D66B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6A10BB19-3AA7-4A13-A358-FB110434AF9F}" type="pres">
      <dgm:prSet presAssocID="{0BD5E941-5CAF-4514-9956-5D9F000D66B5}" presName="spaceRect" presStyleCnt="0"/>
      <dgm:spPr/>
    </dgm:pt>
    <dgm:pt modelId="{B9A07873-51A1-4BD3-8B8E-A91D76901987}" type="pres">
      <dgm:prSet presAssocID="{0BD5E941-5CAF-4514-9956-5D9F000D66B5}" presName="textRect" presStyleLbl="revTx" presStyleIdx="0" presStyleCnt="5">
        <dgm:presLayoutVars>
          <dgm:chMax val="1"/>
          <dgm:chPref val="1"/>
        </dgm:presLayoutVars>
      </dgm:prSet>
      <dgm:spPr/>
    </dgm:pt>
    <dgm:pt modelId="{0ED3F116-B3F7-4A3B-8B1B-CDE60BFF4CA7}" type="pres">
      <dgm:prSet presAssocID="{BF677CE8-0113-4454-9A1C-B77BD48B9168}" presName="sibTrans" presStyleCnt="0"/>
      <dgm:spPr/>
    </dgm:pt>
    <dgm:pt modelId="{5E9340BF-A142-4030-A85C-BA2577EF4CDF}" type="pres">
      <dgm:prSet presAssocID="{6E2913F1-44E2-4F56-85D1-4FFC8C95DFF4}" presName="compNode" presStyleCnt="0"/>
      <dgm:spPr/>
    </dgm:pt>
    <dgm:pt modelId="{360D22A5-6F16-417A-8D69-DE50C0F5F0BE}" type="pres">
      <dgm:prSet presAssocID="{6E2913F1-44E2-4F56-85D1-4FFC8C95DFF4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956827BD-AF28-466F-B634-8EC6C4F2359F}" type="pres">
      <dgm:prSet presAssocID="{6E2913F1-44E2-4F56-85D1-4FFC8C95DFF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édico"/>
        </a:ext>
      </dgm:extLst>
    </dgm:pt>
    <dgm:pt modelId="{A1DA204C-A345-473D-8780-E4B42CFE73E8}" type="pres">
      <dgm:prSet presAssocID="{6E2913F1-44E2-4F56-85D1-4FFC8C95DFF4}" presName="spaceRect" presStyleCnt="0"/>
      <dgm:spPr/>
    </dgm:pt>
    <dgm:pt modelId="{BDC42397-62C8-4396-BC13-3896F57EBCCE}" type="pres">
      <dgm:prSet presAssocID="{6E2913F1-44E2-4F56-85D1-4FFC8C95DFF4}" presName="textRect" presStyleLbl="revTx" presStyleIdx="1" presStyleCnt="5">
        <dgm:presLayoutVars>
          <dgm:chMax val="1"/>
          <dgm:chPref val="1"/>
        </dgm:presLayoutVars>
      </dgm:prSet>
      <dgm:spPr/>
    </dgm:pt>
    <dgm:pt modelId="{49BD5BB0-42A0-43D3-817F-54E97E2E4DB9}" type="pres">
      <dgm:prSet presAssocID="{27DE0591-A70F-4E74-A5AB-C488D965D83E}" presName="sibTrans" presStyleCnt="0"/>
      <dgm:spPr/>
    </dgm:pt>
    <dgm:pt modelId="{FFDF7F2F-62AD-4A0F-AD5F-758AB02D5291}" type="pres">
      <dgm:prSet presAssocID="{3A14252E-24F5-4136-B024-3DF34C8A4305}" presName="compNode" presStyleCnt="0"/>
      <dgm:spPr/>
    </dgm:pt>
    <dgm:pt modelId="{A12A5CAB-DCEB-402E-8EB3-C35BEF5AD322}" type="pres">
      <dgm:prSet presAssocID="{3A14252E-24F5-4136-B024-3DF34C8A4305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8D28118D-B53C-4E51-A467-41ED56DD93F2}" type="pres">
      <dgm:prSet presAssocID="{3A14252E-24F5-4136-B024-3DF34C8A430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B12C476E-9DF9-4A70-99F0-213D1979AE4A}" type="pres">
      <dgm:prSet presAssocID="{3A14252E-24F5-4136-B024-3DF34C8A4305}" presName="spaceRect" presStyleCnt="0"/>
      <dgm:spPr/>
    </dgm:pt>
    <dgm:pt modelId="{A199EA10-6E3C-4958-BC85-5ED54022F922}" type="pres">
      <dgm:prSet presAssocID="{3A14252E-24F5-4136-B024-3DF34C8A4305}" presName="textRect" presStyleLbl="revTx" presStyleIdx="2" presStyleCnt="5">
        <dgm:presLayoutVars>
          <dgm:chMax val="1"/>
          <dgm:chPref val="1"/>
        </dgm:presLayoutVars>
      </dgm:prSet>
      <dgm:spPr/>
    </dgm:pt>
    <dgm:pt modelId="{ED4A8004-1B7F-4D05-9AF5-F10EFDC93B26}" type="pres">
      <dgm:prSet presAssocID="{D23B807A-650A-4FB3-A71E-5A3FEB6DA802}" presName="sibTrans" presStyleCnt="0"/>
      <dgm:spPr/>
    </dgm:pt>
    <dgm:pt modelId="{519F7DF4-5FCC-4E43-8C91-298E33578C81}" type="pres">
      <dgm:prSet presAssocID="{CC931CB6-BCA7-4629-9904-73489BC33AA5}" presName="compNode" presStyleCnt="0"/>
      <dgm:spPr/>
    </dgm:pt>
    <dgm:pt modelId="{FA4ED731-A38D-42EE-94A6-3A43C0B0FCBB}" type="pres">
      <dgm:prSet presAssocID="{CC931CB6-BCA7-4629-9904-73489BC33AA5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BC3FB2D5-9307-43AC-88F0-7F3705DE0F12}" type="pres">
      <dgm:prSet presAssocID="{CC931CB6-BCA7-4629-9904-73489BC33AA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F1F689E0-0042-4141-B0AA-D0045626B3B2}" type="pres">
      <dgm:prSet presAssocID="{CC931CB6-BCA7-4629-9904-73489BC33AA5}" presName="spaceRect" presStyleCnt="0"/>
      <dgm:spPr/>
    </dgm:pt>
    <dgm:pt modelId="{DE7B3811-A38E-4A79-AB2E-07FA7FB8D703}" type="pres">
      <dgm:prSet presAssocID="{CC931CB6-BCA7-4629-9904-73489BC33AA5}" presName="textRect" presStyleLbl="revTx" presStyleIdx="3" presStyleCnt="5">
        <dgm:presLayoutVars>
          <dgm:chMax val="1"/>
          <dgm:chPref val="1"/>
        </dgm:presLayoutVars>
      </dgm:prSet>
      <dgm:spPr/>
    </dgm:pt>
    <dgm:pt modelId="{080D0BCA-AA5C-4A75-8644-9496CE04F482}" type="pres">
      <dgm:prSet presAssocID="{535214F4-6DB4-4A2D-BA65-9FF077108F6E}" presName="sibTrans" presStyleCnt="0"/>
      <dgm:spPr/>
    </dgm:pt>
    <dgm:pt modelId="{1E796476-4C5A-4DC1-A985-5C2E8366F48C}" type="pres">
      <dgm:prSet presAssocID="{B8A7F8C0-F9CC-48E1-9D31-D9704C51A780}" presName="compNode" presStyleCnt="0"/>
      <dgm:spPr/>
    </dgm:pt>
    <dgm:pt modelId="{12C6EF06-45B4-4212-9FD7-9A6D5FEA4236}" type="pres">
      <dgm:prSet presAssocID="{B8A7F8C0-F9CC-48E1-9D31-D9704C51A780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00AD25E1-9F16-4C8B-AAC0-DA9E65796548}" type="pres">
      <dgm:prSet presAssocID="{B8A7F8C0-F9CC-48E1-9D31-D9704C51A78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6C75704-2157-45B1-A931-4CB3B9850507}" type="pres">
      <dgm:prSet presAssocID="{B8A7F8C0-F9CC-48E1-9D31-D9704C51A780}" presName="spaceRect" presStyleCnt="0"/>
      <dgm:spPr/>
    </dgm:pt>
    <dgm:pt modelId="{413C37F6-F4B5-42B2-A845-6A9623F1155B}" type="pres">
      <dgm:prSet presAssocID="{B8A7F8C0-F9CC-48E1-9D31-D9704C51A78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E71941B-09F3-4C71-9F50-1513AC43C6CC}" type="presOf" srcId="{3A14252E-24F5-4136-B024-3DF34C8A4305}" destId="{A199EA10-6E3C-4958-BC85-5ED54022F922}" srcOrd="0" destOrd="0" presId="urn:microsoft.com/office/officeart/2018/5/layout/IconLeafLabelList"/>
    <dgm:cxn modelId="{67C8CE60-B0EB-4AF7-8B81-F97B6A1513C8}" type="presOf" srcId="{0BD5E941-5CAF-4514-9956-5D9F000D66B5}" destId="{B9A07873-51A1-4BD3-8B8E-A91D76901987}" srcOrd="0" destOrd="0" presId="urn:microsoft.com/office/officeart/2018/5/layout/IconLeafLabelList"/>
    <dgm:cxn modelId="{87FDBE45-03DD-4DB4-B771-5A88045C2CA8}" srcId="{A99A7106-3378-457D-B4AC-1F7406519C0B}" destId="{6E2913F1-44E2-4F56-85D1-4FFC8C95DFF4}" srcOrd="1" destOrd="0" parTransId="{8B806917-78CE-41A3-A701-285F43AFF19B}" sibTransId="{27DE0591-A70F-4E74-A5AB-C488D965D83E}"/>
    <dgm:cxn modelId="{4373B550-B1CF-42BD-BA56-90892E166999}" type="presOf" srcId="{A99A7106-3378-457D-B4AC-1F7406519C0B}" destId="{A8976DFF-28DF-4AFC-9B58-9EC52357D6F3}" srcOrd="0" destOrd="0" presId="urn:microsoft.com/office/officeart/2018/5/layout/IconLeafLabelList"/>
    <dgm:cxn modelId="{9773EE52-45BE-4E9E-B8C8-B79CC6443209}" type="presOf" srcId="{6E2913F1-44E2-4F56-85D1-4FFC8C95DFF4}" destId="{BDC42397-62C8-4396-BC13-3896F57EBCCE}" srcOrd="0" destOrd="0" presId="urn:microsoft.com/office/officeart/2018/5/layout/IconLeafLabelList"/>
    <dgm:cxn modelId="{28B68594-A4CA-450A-9F6E-DD1A0BDF851E}" srcId="{A99A7106-3378-457D-B4AC-1F7406519C0B}" destId="{3A14252E-24F5-4136-B024-3DF34C8A4305}" srcOrd="2" destOrd="0" parTransId="{40165DB2-3D29-4501-9A77-F2F0A3884FAC}" sibTransId="{D23B807A-650A-4FB3-A71E-5A3FEB6DA802}"/>
    <dgm:cxn modelId="{F24EEAB6-71E1-4C31-B12B-28A09F08340A}" type="presOf" srcId="{B8A7F8C0-F9CC-48E1-9D31-D9704C51A780}" destId="{413C37F6-F4B5-42B2-A845-6A9623F1155B}" srcOrd="0" destOrd="0" presId="urn:microsoft.com/office/officeart/2018/5/layout/IconLeafLabelList"/>
    <dgm:cxn modelId="{AB0397BE-6F2C-4B94-839A-408A628555BA}" srcId="{A99A7106-3378-457D-B4AC-1F7406519C0B}" destId="{CC931CB6-BCA7-4629-9904-73489BC33AA5}" srcOrd="3" destOrd="0" parTransId="{EF0DCABE-1657-41DE-A6D0-1188E4E18F0D}" sibTransId="{535214F4-6DB4-4A2D-BA65-9FF077108F6E}"/>
    <dgm:cxn modelId="{27AE5DD4-9935-4B60-A536-CE7250ECBA26}" srcId="{A99A7106-3378-457D-B4AC-1F7406519C0B}" destId="{0BD5E941-5CAF-4514-9956-5D9F000D66B5}" srcOrd="0" destOrd="0" parTransId="{4418E46B-A04D-461E-A977-19866E711E98}" sibTransId="{BF677CE8-0113-4454-9A1C-B77BD48B9168}"/>
    <dgm:cxn modelId="{9C6AC5D6-BAA2-45BF-A8D1-F66754CE0C2B}" srcId="{A99A7106-3378-457D-B4AC-1F7406519C0B}" destId="{B8A7F8C0-F9CC-48E1-9D31-D9704C51A780}" srcOrd="4" destOrd="0" parTransId="{0663F80B-4AC3-48D9-8BC4-CC47368BABDB}" sibTransId="{5495E681-12D0-4627-90A8-8CE2361A7B93}"/>
    <dgm:cxn modelId="{CCDA73E0-2D2E-475E-9039-9D26E7ED199E}" type="presOf" srcId="{CC931CB6-BCA7-4629-9904-73489BC33AA5}" destId="{DE7B3811-A38E-4A79-AB2E-07FA7FB8D703}" srcOrd="0" destOrd="0" presId="urn:microsoft.com/office/officeart/2018/5/layout/IconLeafLabelList"/>
    <dgm:cxn modelId="{502EDF73-1E29-420B-B1A6-0A2E9E92CEFA}" type="presParOf" srcId="{A8976DFF-28DF-4AFC-9B58-9EC52357D6F3}" destId="{500F2AAE-A7A2-4227-A2D7-392146181B3B}" srcOrd="0" destOrd="0" presId="urn:microsoft.com/office/officeart/2018/5/layout/IconLeafLabelList"/>
    <dgm:cxn modelId="{6D486C6F-9351-41ED-BC6B-FEDBC9703810}" type="presParOf" srcId="{500F2AAE-A7A2-4227-A2D7-392146181B3B}" destId="{FAC034BD-C7F7-497E-AAA8-F0AF76147B3C}" srcOrd="0" destOrd="0" presId="urn:microsoft.com/office/officeart/2018/5/layout/IconLeafLabelList"/>
    <dgm:cxn modelId="{1275AB96-D8F9-4311-98E7-CBF1C9C19891}" type="presParOf" srcId="{500F2AAE-A7A2-4227-A2D7-392146181B3B}" destId="{5A0DFB35-40A6-4DD1-9162-52E0B5BC1A80}" srcOrd="1" destOrd="0" presId="urn:microsoft.com/office/officeart/2018/5/layout/IconLeafLabelList"/>
    <dgm:cxn modelId="{57306EF3-89C0-4DBE-96BE-537115EA8FD4}" type="presParOf" srcId="{500F2AAE-A7A2-4227-A2D7-392146181B3B}" destId="{6A10BB19-3AA7-4A13-A358-FB110434AF9F}" srcOrd="2" destOrd="0" presId="urn:microsoft.com/office/officeart/2018/5/layout/IconLeafLabelList"/>
    <dgm:cxn modelId="{08E6268C-85B8-4C18-9E23-7880717370E1}" type="presParOf" srcId="{500F2AAE-A7A2-4227-A2D7-392146181B3B}" destId="{B9A07873-51A1-4BD3-8B8E-A91D76901987}" srcOrd="3" destOrd="0" presId="urn:microsoft.com/office/officeart/2018/5/layout/IconLeafLabelList"/>
    <dgm:cxn modelId="{49AA4DF5-954C-4942-918A-EF2F2A66DEFF}" type="presParOf" srcId="{A8976DFF-28DF-4AFC-9B58-9EC52357D6F3}" destId="{0ED3F116-B3F7-4A3B-8B1B-CDE60BFF4CA7}" srcOrd="1" destOrd="0" presId="urn:microsoft.com/office/officeart/2018/5/layout/IconLeafLabelList"/>
    <dgm:cxn modelId="{49F1A1E6-A13B-486E-A67D-59077B22170B}" type="presParOf" srcId="{A8976DFF-28DF-4AFC-9B58-9EC52357D6F3}" destId="{5E9340BF-A142-4030-A85C-BA2577EF4CDF}" srcOrd="2" destOrd="0" presId="urn:microsoft.com/office/officeart/2018/5/layout/IconLeafLabelList"/>
    <dgm:cxn modelId="{7FC9769F-C17A-4FDB-9722-643182BFEB47}" type="presParOf" srcId="{5E9340BF-A142-4030-A85C-BA2577EF4CDF}" destId="{360D22A5-6F16-417A-8D69-DE50C0F5F0BE}" srcOrd="0" destOrd="0" presId="urn:microsoft.com/office/officeart/2018/5/layout/IconLeafLabelList"/>
    <dgm:cxn modelId="{4B5B33AC-D204-445F-B49F-0E499DEAC554}" type="presParOf" srcId="{5E9340BF-A142-4030-A85C-BA2577EF4CDF}" destId="{956827BD-AF28-466F-B634-8EC6C4F2359F}" srcOrd="1" destOrd="0" presId="urn:microsoft.com/office/officeart/2018/5/layout/IconLeafLabelList"/>
    <dgm:cxn modelId="{F3C1E6A1-91F4-4549-8E0E-C613490DCC49}" type="presParOf" srcId="{5E9340BF-A142-4030-A85C-BA2577EF4CDF}" destId="{A1DA204C-A345-473D-8780-E4B42CFE73E8}" srcOrd="2" destOrd="0" presId="urn:microsoft.com/office/officeart/2018/5/layout/IconLeafLabelList"/>
    <dgm:cxn modelId="{19C8E3C2-E7DB-4EC8-ADB7-FB4A5D1E7613}" type="presParOf" srcId="{5E9340BF-A142-4030-A85C-BA2577EF4CDF}" destId="{BDC42397-62C8-4396-BC13-3896F57EBCCE}" srcOrd="3" destOrd="0" presId="urn:microsoft.com/office/officeart/2018/5/layout/IconLeafLabelList"/>
    <dgm:cxn modelId="{7B5FF31B-2A1B-470B-A8E6-B01ABFC0B8D0}" type="presParOf" srcId="{A8976DFF-28DF-4AFC-9B58-9EC52357D6F3}" destId="{49BD5BB0-42A0-43D3-817F-54E97E2E4DB9}" srcOrd="3" destOrd="0" presId="urn:microsoft.com/office/officeart/2018/5/layout/IconLeafLabelList"/>
    <dgm:cxn modelId="{5685FB13-9A03-4718-AA7B-8B0217A3080A}" type="presParOf" srcId="{A8976DFF-28DF-4AFC-9B58-9EC52357D6F3}" destId="{FFDF7F2F-62AD-4A0F-AD5F-758AB02D5291}" srcOrd="4" destOrd="0" presId="urn:microsoft.com/office/officeart/2018/5/layout/IconLeafLabelList"/>
    <dgm:cxn modelId="{92E8DFD1-7186-48BC-B6B4-CC1A28DB447E}" type="presParOf" srcId="{FFDF7F2F-62AD-4A0F-AD5F-758AB02D5291}" destId="{A12A5CAB-DCEB-402E-8EB3-C35BEF5AD322}" srcOrd="0" destOrd="0" presId="urn:microsoft.com/office/officeart/2018/5/layout/IconLeafLabelList"/>
    <dgm:cxn modelId="{EE4E8DDD-850A-405E-A343-9D94BFADC90A}" type="presParOf" srcId="{FFDF7F2F-62AD-4A0F-AD5F-758AB02D5291}" destId="{8D28118D-B53C-4E51-A467-41ED56DD93F2}" srcOrd="1" destOrd="0" presId="urn:microsoft.com/office/officeart/2018/5/layout/IconLeafLabelList"/>
    <dgm:cxn modelId="{F3E190AC-B383-4B71-A10A-5F2ADA84150B}" type="presParOf" srcId="{FFDF7F2F-62AD-4A0F-AD5F-758AB02D5291}" destId="{B12C476E-9DF9-4A70-99F0-213D1979AE4A}" srcOrd="2" destOrd="0" presId="urn:microsoft.com/office/officeart/2018/5/layout/IconLeafLabelList"/>
    <dgm:cxn modelId="{307933D5-C17E-4D46-8903-7CB33541503F}" type="presParOf" srcId="{FFDF7F2F-62AD-4A0F-AD5F-758AB02D5291}" destId="{A199EA10-6E3C-4958-BC85-5ED54022F922}" srcOrd="3" destOrd="0" presId="urn:microsoft.com/office/officeart/2018/5/layout/IconLeafLabelList"/>
    <dgm:cxn modelId="{93B77598-6EF9-45F6-9E2C-72397CE58DB9}" type="presParOf" srcId="{A8976DFF-28DF-4AFC-9B58-9EC52357D6F3}" destId="{ED4A8004-1B7F-4D05-9AF5-F10EFDC93B26}" srcOrd="5" destOrd="0" presId="urn:microsoft.com/office/officeart/2018/5/layout/IconLeafLabelList"/>
    <dgm:cxn modelId="{59991CDC-8B44-475C-8DBD-934747337237}" type="presParOf" srcId="{A8976DFF-28DF-4AFC-9B58-9EC52357D6F3}" destId="{519F7DF4-5FCC-4E43-8C91-298E33578C81}" srcOrd="6" destOrd="0" presId="urn:microsoft.com/office/officeart/2018/5/layout/IconLeafLabelList"/>
    <dgm:cxn modelId="{FA647D34-D7EB-4EB5-89D2-2BF206F7DF87}" type="presParOf" srcId="{519F7DF4-5FCC-4E43-8C91-298E33578C81}" destId="{FA4ED731-A38D-42EE-94A6-3A43C0B0FCBB}" srcOrd="0" destOrd="0" presId="urn:microsoft.com/office/officeart/2018/5/layout/IconLeafLabelList"/>
    <dgm:cxn modelId="{D98F252A-ABF3-4A06-8B7E-95B99DFDFA6E}" type="presParOf" srcId="{519F7DF4-5FCC-4E43-8C91-298E33578C81}" destId="{BC3FB2D5-9307-43AC-88F0-7F3705DE0F12}" srcOrd="1" destOrd="0" presId="urn:microsoft.com/office/officeart/2018/5/layout/IconLeafLabelList"/>
    <dgm:cxn modelId="{6517F181-58B4-4917-B54B-194FDEEC357B}" type="presParOf" srcId="{519F7DF4-5FCC-4E43-8C91-298E33578C81}" destId="{F1F689E0-0042-4141-B0AA-D0045626B3B2}" srcOrd="2" destOrd="0" presId="urn:microsoft.com/office/officeart/2018/5/layout/IconLeafLabelList"/>
    <dgm:cxn modelId="{C2010436-5557-40AF-8575-67C6CA0301D2}" type="presParOf" srcId="{519F7DF4-5FCC-4E43-8C91-298E33578C81}" destId="{DE7B3811-A38E-4A79-AB2E-07FA7FB8D703}" srcOrd="3" destOrd="0" presId="urn:microsoft.com/office/officeart/2018/5/layout/IconLeafLabelList"/>
    <dgm:cxn modelId="{5196E270-3945-4AD2-A3D9-62EC9A749BA7}" type="presParOf" srcId="{A8976DFF-28DF-4AFC-9B58-9EC52357D6F3}" destId="{080D0BCA-AA5C-4A75-8644-9496CE04F482}" srcOrd="7" destOrd="0" presId="urn:microsoft.com/office/officeart/2018/5/layout/IconLeafLabelList"/>
    <dgm:cxn modelId="{C30EC14B-030B-448A-BE3B-CE3E75D89738}" type="presParOf" srcId="{A8976DFF-28DF-4AFC-9B58-9EC52357D6F3}" destId="{1E796476-4C5A-4DC1-A985-5C2E8366F48C}" srcOrd="8" destOrd="0" presId="urn:microsoft.com/office/officeart/2018/5/layout/IconLeafLabelList"/>
    <dgm:cxn modelId="{C6707CE0-B625-40A5-AE59-4A3B6E31AC58}" type="presParOf" srcId="{1E796476-4C5A-4DC1-A985-5C2E8366F48C}" destId="{12C6EF06-45B4-4212-9FD7-9A6D5FEA4236}" srcOrd="0" destOrd="0" presId="urn:microsoft.com/office/officeart/2018/5/layout/IconLeafLabelList"/>
    <dgm:cxn modelId="{E0D5F571-D88D-46B0-A001-BF3523881565}" type="presParOf" srcId="{1E796476-4C5A-4DC1-A985-5C2E8366F48C}" destId="{00AD25E1-9F16-4C8B-AAC0-DA9E65796548}" srcOrd="1" destOrd="0" presId="urn:microsoft.com/office/officeart/2018/5/layout/IconLeafLabelList"/>
    <dgm:cxn modelId="{A5954EDF-4C7F-47CA-84F6-3085DD166000}" type="presParOf" srcId="{1E796476-4C5A-4DC1-A985-5C2E8366F48C}" destId="{96C75704-2157-45B1-A931-4CB3B9850507}" srcOrd="2" destOrd="0" presId="urn:microsoft.com/office/officeart/2018/5/layout/IconLeafLabelList"/>
    <dgm:cxn modelId="{C66CF92E-D6E2-4619-8099-DA44FB585E98}" type="presParOf" srcId="{1E796476-4C5A-4DC1-A985-5C2E8366F48C}" destId="{413C37F6-F4B5-42B2-A845-6A9623F1155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36F17A-31A8-48AC-BD1E-28F0D6A21727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B0F463A-940C-4C53-BC3A-960E09FF4866}">
      <dgm:prSet/>
      <dgm:spPr/>
      <dgm:t>
        <a:bodyPr/>
        <a:lstStyle/>
        <a:p>
          <a:pPr>
            <a:defRPr b="1"/>
          </a:pPr>
          <a:r>
            <a:rPr lang="es-ES"/>
            <a:t>Test de intrusión se llama pentest</a:t>
          </a:r>
          <a:endParaRPr lang="en-US"/>
        </a:p>
      </dgm:t>
    </dgm:pt>
    <dgm:pt modelId="{6F8A8082-857B-4F09-975B-2F18D06115FC}" type="parTrans" cxnId="{D98CA161-6754-4E11-8E3E-9752993FDFAD}">
      <dgm:prSet/>
      <dgm:spPr/>
      <dgm:t>
        <a:bodyPr/>
        <a:lstStyle/>
        <a:p>
          <a:endParaRPr lang="en-US"/>
        </a:p>
      </dgm:t>
    </dgm:pt>
    <dgm:pt modelId="{70EC62E4-627D-405F-9016-29B8C433FCFC}" type="sibTrans" cxnId="{D98CA161-6754-4E11-8E3E-9752993FDFAD}">
      <dgm:prSet/>
      <dgm:spPr/>
      <dgm:t>
        <a:bodyPr/>
        <a:lstStyle/>
        <a:p>
          <a:endParaRPr lang="en-US"/>
        </a:p>
      </dgm:t>
    </dgm:pt>
    <dgm:pt modelId="{391A94E9-C945-4D36-BE8D-FD3420DCE41E}">
      <dgm:prSet/>
      <dgm:spPr/>
      <dgm:t>
        <a:bodyPr/>
        <a:lstStyle/>
        <a:p>
          <a:pPr>
            <a:defRPr b="1"/>
          </a:pPr>
          <a:r>
            <a:rPr lang="es-ES"/>
            <a:t>Estos servicios pertenecen al ámbito del hacking ético.</a:t>
          </a:r>
          <a:endParaRPr lang="en-US"/>
        </a:p>
      </dgm:t>
    </dgm:pt>
    <dgm:pt modelId="{E3AFBA33-E700-4F85-AD20-8037C0FCFCFD}" type="parTrans" cxnId="{0D73A498-61A0-425E-ADAC-2DE214D72CCE}">
      <dgm:prSet/>
      <dgm:spPr/>
      <dgm:t>
        <a:bodyPr/>
        <a:lstStyle/>
        <a:p>
          <a:endParaRPr lang="en-US"/>
        </a:p>
      </dgm:t>
    </dgm:pt>
    <dgm:pt modelId="{F39F39E2-631A-4D47-9F45-207851366184}" type="sibTrans" cxnId="{0D73A498-61A0-425E-ADAC-2DE214D72CCE}">
      <dgm:prSet/>
      <dgm:spPr/>
      <dgm:t>
        <a:bodyPr/>
        <a:lstStyle/>
        <a:p>
          <a:endParaRPr lang="en-US"/>
        </a:p>
      </dgm:t>
    </dgm:pt>
    <dgm:pt modelId="{FADCE504-9717-4941-A4D9-8C8DA735A7A0}">
      <dgm:prSet/>
      <dgm:spPr/>
      <dgm:t>
        <a:bodyPr/>
        <a:lstStyle/>
        <a:p>
          <a:r>
            <a:rPr lang="es-ES"/>
            <a:t>Análisis de la información publica.</a:t>
          </a:r>
          <a:endParaRPr lang="en-US"/>
        </a:p>
      </dgm:t>
    </dgm:pt>
    <dgm:pt modelId="{94EAF341-7BB3-4D05-918D-A6BB352B4F2C}" type="parTrans" cxnId="{D5CD2E97-707C-4F2B-A506-29F20F56F859}">
      <dgm:prSet/>
      <dgm:spPr/>
      <dgm:t>
        <a:bodyPr/>
        <a:lstStyle/>
        <a:p>
          <a:endParaRPr lang="en-US"/>
        </a:p>
      </dgm:t>
    </dgm:pt>
    <dgm:pt modelId="{0D497F77-DD8B-4DDE-89C3-2C5A022EA50E}" type="sibTrans" cxnId="{D5CD2E97-707C-4F2B-A506-29F20F56F859}">
      <dgm:prSet/>
      <dgm:spPr/>
      <dgm:t>
        <a:bodyPr/>
        <a:lstStyle/>
        <a:p>
          <a:endParaRPr lang="en-US"/>
        </a:p>
      </dgm:t>
    </dgm:pt>
    <dgm:pt modelId="{78CFC69D-9331-4724-B837-FF3BF54B1C0C}">
      <dgm:prSet/>
      <dgm:spPr/>
      <dgm:t>
        <a:bodyPr/>
        <a:lstStyle/>
        <a:p>
          <a:r>
            <a:rPr lang="es-ES"/>
            <a:t>Análisis de la seguridad de red</a:t>
          </a:r>
          <a:endParaRPr lang="en-US"/>
        </a:p>
      </dgm:t>
    </dgm:pt>
    <dgm:pt modelId="{047591B5-641F-4EE0-8FBC-13FB1DB04364}" type="parTrans" cxnId="{31215499-30BB-4CF7-A75B-F07525380879}">
      <dgm:prSet/>
      <dgm:spPr/>
      <dgm:t>
        <a:bodyPr/>
        <a:lstStyle/>
        <a:p>
          <a:endParaRPr lang="en-US"/>
        </a:p>
      </dgm:t>
    </dgm:pt>
    <dgm:pt modelId="{8C0C9C2C-FA69-4E52-AEA8-34BEC626EAFE}" type="sibTrans" cxnId="{31215499-30BB-4CF7-A75B-F07525380879}">
      <dgm:prSet/>
      <dgm:spPr/>
      <dgm:t>
        <a:bodyPr/>
        <a:lstStyle/>
        <a:p>
          <a:endParaRPr lang="en-US"/>
        </a:p>
      </dgm:t>
    </dgm:pt>
    <dgm:pt modelId="{627A41E0-0305-48F0-BDA4-60CCD59ACD23}">
      <dgm:prSet/>
      <dgm:spPr/>
      <dgm:t>
        <a:bodyPr/>
        <a:lstStyle/>
        <a:p>
          <a:r>
            <a:rPr lang="es-ES"/>
            <a:t>Análisis de seguridad de sistemas</a:t>
          </a:r>
          <a:endParaRPr lang="en-US"/>
        </a:p>
      </dgm:t>
    </dgm:pt>
    <dgm:pt modelId="{E7A9B8E7-C1EC-46CB-A25E-C7678D4E8833}" type="parTrans" cxnId="{673DB4A2-3E30-44A5-8F2C-488B4AFE9638}">
      <dgm:prSet/>
      <dgm:spPr/>
      <dgm:t>
        <a:bodyPr/>
        <a:lstStyle/>
        <a:p>
          <a:endParaRPr lang="en-US"/>
        </a:p>
      </dgm:t>
    </dgm:pt>
    <dgm:pt modelId="{246B8715-B8CC-4FBE-AA93-D7B4061FD4F9}" type="sibTrans" cxnId="{673DB4A2-3E30-44A5-8F2C-488B4AFE9638}">
      <dgm:prSet/>
      <dgm:spPr/>
      <dgm:t>
        <a:bodyPr/>
        <a:lstStyle/>
        <a:p>
          <a:endParaRPr lang="en-US"/>
        </a:p>
      </dgm:t>
    </dgm:pt>
    <dgm:pt modelId="{83BC4BA4-BC3A-4F0A-9D77-5858D82D81B3}">
      <dgm:prSet/>
      <dgm:spPr/>
      <dgm:t>
        <a:bodyPr/>
        <a:lstStyle/>
        <a:p>
          <a:r>
            <a:rPr lang="es-ES"/>
            <a:t>Análisis de seguridad en aplicaciones</a:t>
          </a:r>
          <a:endParaRPr lang="en-US"/>
        </a:p>
      </dgm:t>
    </dgm:pt>
    <dgm:pt modelId="{ACCA0BE7-6EEF-4C21-B009-941DF3A66359}" type="parTrans" cxnId="{9740E944-2ED4-4907-ACEC-95CF0DD147BD}">
      <dgm:prSet/>
      <dgm:spPr/>
      <dgm:t>
        <a:bodyPr/>
        <a:lstStyle/>
        <a:p>
          <a:endParaRPr lang="en-US"/>
        </a:p>
      </dgm:t>
    </dgm:pt>
    <dgm:pt modelId="{B2BB800A-F7E1-42E4-ADBC-527FA78C60D1}" type="sibTrans" cxnId="{9740E944-2ED4-4907-ACEC-95CF0DD147BD}">
      <dgm:prSet/>
      <dgm:spPr/>
      <dgm:t>
        <a:bodyPr/>
        <a:lstStyle/>
        <a:p>
          <a:endParaRPr lang="en-US"/>
        </a:p>
      </dgm:t>
    </dgm:pt>
    <dgm:pt modelId="{2DFE22D0-9970-43A9-8918-DBB8B4F861C7}">
      <dgm:prSet/>
      <dgm:spPr/>
      <dgm:t>
        <a:bodyPr/>
        <a:lstStyle/>
        <a:p>
          <a:r>
            <a:rPr lang="es-ES"/>
            <a:t>Análisis de los sistemas de seguridad</a:t>
          </a:r>
          <a:endParaRPr lang="en-US"/>
        </a:p>
      </dgm:t>
    </dgm:pt>
    <dgm:pt modelId="{191C4484-7B27-42B0-B36E-CFE9D7C43E87}" type="parTrans" cxnId="{960CE518-62AF-47C7-AD94-BBDE5F23EF9E}">
      <dgm:prSet/>
      <dgm:spPr/>
      <dgm:t>
        <a:bodyPr/>
        <a:lstStyle/>
        <a:p>
          <a:endParaRPr lang="en-US"/>
        </a:p>
      </dgm:t>
    </dgm:pt>
    <dgm:pt modelId="{2FC83367-15D5-437F-870B-04C9880DF74D}" type="sibTrans" cxnId="{960CE518-62AF-47C7-AD94-BBDE5F23EF9E}">
      <dgm:prSet/>
      <dgm:spPr/>
      <dgm:t>
        <a:bodyPr/>
        <a:lstStyle/>
        <a:p>
          <a:endParaRPr lang="en-US"/>
        </a:p>
      </dgm:t>
    </dgm:pt>
    <dgm:pt modelId="{3C22367C-1909-4F98-8DEB-E677FE917867}" type="pres">
      <dgm:prSet presAssocID="{1A36F17A-31A8-48AC-BD1E-28F0D6A21727}" presName="root" presStyleCnt="0">
        <dgm:presLayoutVars>
          <dgm:dir/>
          <dgm:resizeHandles val="exact"/>
        </dgm:presLayoutVars>
      </dgm:prSet>
      <dgm:spPr/>
    </dgm:pt>
    <dgm:pt modelId="{93CD8B95-6160-48A0-AE99-9BB8A9E8D8C0}" type="pres">
      <dgm:prSet presAssocID="{9B0F463A-940C-4C53-BC3A-960E09FF4866}" presName="compNode" presStyleCnt="0"/>
      <dgm:spPr/>
    </dgm:pt>
    <dgm:pt modelId="{701D0EE5-5F4A-4356-AD34-DE3A8A9C6BEB}" type="pres">
      <dgm:prSet presAssocID="{9B0F463A-940C-4C53-BC3A-960E09FF486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uego"/>
        </a:ext>
      </dgm:extLst>
    </dgm:pt>
    <dgm:pt modelId="{A23E9994-87C3-4B8A-91FC-612B19EDFDBB}" type="pres">
      <dgm:prSet presAssocID="{9B0F463A-940C-4C53-BC3A-960E09FF4866}" presName="iconSpace" presStyleCnt="0"/>
      <dgm:spPr/>
    </dgm:pt>
    <dgm:pt modelId="{249A0AE6-7D74-46F8-B04D-0994140A4062}" type="pres">
      <dgm:prSet presAssocID="{9B0F463A-940C-4C53-BC3A-960E09FF4866}" presName="parTx" presStyleLbl="revTx" presStyleIdx="0" presStyleCnt="4">
        <dgm:presLayoutVars>
          <dgm:chMax val="0"/>
          <dgm:chPref val="0"/>
        </dgm:presLayoutVars>
      </dgm:prSet>
      <dgm:spPr/>
    </dgm:pt>
    <dgm:pt modelId="{000BBA10-7019-4A50-9699-E04582DE608A}" type="pres">
      <dgm:prSet presAssocID="{9B0F463A-940C-4C53-BC3A-960E09FF4866}" presName="txSpace" presStyleCnt="0"/>
      <dgm:spPr/>
    </dgm:pt>
    <dgm:pt modelId="{857ECACC-C5AA-4E0C-A780-E4443158BAE0}" type="pres">
      <dgm:prSet presAssocID="{9B0F463A-940C-4C53-BC3A-960E09FF4866}" presName="desTx" presStyleLbl="revTx" presStyleIdx="1" presStyleCnt="4">
        <dgm:presLayoutVars/>
      </dgm:prSet>
      <dgm:spPr/>
    </dgm:pt>
    <dgm:pt modelId="{9966121A-38EA-41AC-A724-86C2C2D7814F}" type="pres">
      <dgm:prSet presAssocID="{70EC62E4-627D-405F-9016-29B8C433FCFC}" presName="sibTrans" presStyleCnt="0"/>
      <dgm:spPr/>
    </dgm:pt>
    <dgm:pt modelId="{3BB797B8-A8F3-4F01-8B96-0CEB0EC5D4DD}" type="pres">
      <dgm:prSet presAssocID="{391A94E9-C945-4D36-BE8D-FD3420DCE41E}" presName="compNode" presStyleCnt="0"/>
      <dgm:spPr/>
    </dgm:pt>
    <dgm:pt modelId="{FD89F439-3367-4525-8502-959FECF5A82A}" type="pres">
      <dgm:prSet presAssocID="{391A94E9-C945-4D36-BE8D-FD3420DCE41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dísticas"/>
        </a:ext>
      </dgm:extLst>
    </dgm:pt>
    <dgm:pt modelId="{F04E3D76-B748-4A9C-BAAE-BE055047A88E}" type="pres">
      <dgm:prSet presAssocID="{391A94E9-C945-4D36-BE8D-FD3420DCE41E}" presName="iconSpace" presStyleCnt="0"/>
      <dgm:spPr/>
    </dgm:pt>
    <dgm:pt modelId="{869C02CC-F8A8-4171-BDB0-1EDC91A552DC}" type="pres">
      <dgm:prSet presAssocID="{391A94E9-C945-4D36-BE8D-FD3420DCE41E}" presName="parTx" presStyleLbl="revTx" presStyleIdx="2" presStyleCnt="4">
        <dgm:presLayoutVars>
          <dgm:chMax val="0"/>
          <dgm:chPref val="0"/>
        </dgm:presLayoutVars>
      </dgm:prSet>
      <dgm:spPr/>
    </dgm:pt>
    <dgm:pt modelId="{C24C1F9D-0820-4D2C-895D-0C85AFB45178}" type="pres">
      <dgm:prSet presAssocID="{391A94E9-C945-4D36-BE8D-FD3420DCE41E}" presName="txSpace" presStyleCnt="0"/>
      <dgm:spPr/>
    </dgm:pt>
    <dgm:pt modelId="{484616D0-BC70-49C9-85C9-F7837DF61BD4}" type="pres">
      <dgm:prSet presAssocID="{391A94E9-C945-4D36-BE8D-FD3420DCE41E}" presName="desTx" presStyleLbl="revTx" presStyleIdx="3" presStyleCnt="4">
        <dgm:presLayoutVars/>
      </dgm:prSet>
      <dgm:spPr/>
    </dgm:pt>
  </dgm:ptLst>
  <dgm:cxnLst>
    <dgm:cxn modelId="{721D6F04-65F4-4B14-8594-5B2E7C1A3007}" type="presOf" srcId="{2DFE22D0-9970-43A9-8918-DBB8B4F861C7}" destId="{484616D0-BC70-49C9-85C9-F7837DF61BD4}" srcOrd="0" destOrd="4" presId="urn:microsoft.com/office/officeart/2018/2/layout/IconLabelDescriptionList"/>
    <dgm:cxn modelId="{960CE518-62AF-47C7-AD94-BBDE5F23EF9E}" srcId="{391A94E9-C945-4D36-BE8D-FD3420DCE41E}" destId="{2DFE22D0-9970-43A9-8918-DBB8B4F861C7}" srcOrd="4" destOrd="0" parTransId="{191C4484-7B27-42B0-B36E-CFE9D7C43E87}" sibTransId="{2FC83367-15D5-437F-870B-04C9880DF74D}"/>
    <dgm:cxn modelId="{F23BC124-B946-4E88-9934-393FB128686F}" type="presOf" srcId="{1A36F17A-31A8-48AC-BD1E-28F0D6A21727}" destId="{3C22367C-1909-4F98-8DEB-E677FE917867}" srcOrd="0" destOrd="0" presId="urn:microsoft.com/office/officeart/2018/2/layout/IconLabelDescriptionList"/>
    <dgm:cxn modelId="{22B0F05E-49C9-495B-81D0-042D3CCFE533}" type="presOf" srcId="{627A41E0-0305-48F0-BDA4-60CCD59ACD23}" destId="{484616D0-BC70-49C9-85C9-F7837DF61BD4}" srcOrd="0" destOrd="2" presId="urn:microsoft.com/office/officeart/2018/2/layout/IconLabelDescriptionList"/>
    <dgm:cxn modelId="{07CF5360-EFE3-41B8-84F9-7ACAEE8403EA}" type="presOf" srcId="{78CFC69D-9331-4724-B837-FF3BF54B1C0C}" destId="{484616D0-BC70-49C9-85C9-F7837DF61BD4}" srcOrd="0" destOrd="1" presId="urn:microsoft.com/office/officeart/2018/2/layout/IconLabelDescriptionList"/>
    <dgm:cxn modelId="{D98CA161-6754-4E11-8E3E-9752993FDFAD}" srcId="{1A36F17A-31A8-48AC-BD1E-28F0D6A21727}" destId="{9B0F463A-940C-4C53-BC3A-960E09FF4866}" srcOrd="0" destOrd="0" parTransId="{6F8A8082-857B-4F09-975B-2F18D06115FC}" sibTransId="{70EC62E4-627D-405F-9016-29B8C433FCFC}"/>
    <dgm:cxn modelId="{C3465B42-1027-42D9-AEAF-85D7D331F4F1}" type="presOf" srcId="{83BC4BA4-BC3A-4F0A-9D77-5858D82D81B3}" destId="{484616D0-BC70-49C9-85C9-F7837DF61BD4}" srcOrd="0" destOrd="3" presId="urn:microsoft.com/office/officeart/2018/2/layout/IconLabelDescriptionList"/>
    <dgm:cxn modelId="{9740E944-2ED4-4907-ACEC-95CF0DD147BD}" srcId="{391A94E9-C945-4D36-BE8D-FD3420DCE41E}" destId="{83BC4BA4-BC3A-4F0A-9D77-5858D82D81B3}" srcOrd="3" destOrd="0" parTransId="{ACCA0BE7-6EEF-4C21-B009-941DF3A66359}" sibTransId="{B2BB800A-F7E1-42E4-ADBC-527FA78C60D1}"/>
    <dgm:cxn modelId="{C1A1438E-4CE3-413C-B41B-8F66B58A360E}" type="presOf" srcId="{9B0F463A-940C-4C53-BC3A-960E09FF4866}" destId="{249A0AE6-7D74-46F8-B04D-0994140A4062}" srcOrd="0" destOrd="0" presId="urn:microsoft.com/office/officeart/2018/2/layout/IconLabelDescriptionList"/>
    <dgm:cxn modelId="{D5CD2E97-707C-4F2B-A506-29F20F56F859}" srcId="{391A94E9-C945-4D36-BE8D-FD3420DCE41E}" destId="{FADCE504-9717-4941-A4D9-8C8DA735A7A0}" srcOrd="0" destOrd="0" parTransId="{94EAF341-7BB3-4D05-918D-A6BB352B4F2C}" sibTransId="{0D497F77-DD8B-4DDE-89C3-2C5A022EA50E}"/>
    <dgm:cxn modelId="{0D73A498-61A0-425E-ADAC-2DE214D72CCE}" srcId="{1A36F17A-31A8-48AC-BD1E-28F0D6A21727}" destId="{391A94E9-C945-4D36-BE8D-FD3420DCE41E}" srcOrd="1" destOrd="0" parTransId="{E3AFBA33-E700-4F85-AD20-8037C0FCFCFD}" sibTransId="{F39F39E2-631A-4D47-9F45-207851366184}"/>
    <dgm:cxn modelId="{31215499-30BB-4CF7-A75B-F07525380879}" srcId="{391A94E9-C945-4D36-BE8D-FD3420DCE41E}" destId="{78CFC69D-9331-4724-B837-FF3BF54B1C0C}" srcOrd="1" destOrd="0" parTransId="{047591B5-641F-4EE0-8FBC-13FB1DB04364}" sibTransId="{8C0C9C2C-FA69-4E52-AEA8-34BEC626EAFE}"/>
    <dgm:cxn modelId="{6565069A-4CFD-42DB-B9A4-A35BD4A9A2BB}" type="presOf" srcId="{FADCE504-9717-4941-A4D9-8C8DA735A7A0}" destId="{484616D0-BC70-49C9-85C9-F7837DF61BD4}" srcOrd="0" destOrd="0" presId="urn:microsoft.com/office/officeart/2018/2/layout/IconLabelDescriptionList"/>
    <dgm:cxn modelId="{673DB4A2-3E30-44A5-8F2C-488B4AFE9638}" srcId="{391A94E9-C945-4D36-BE8D-FD3420DCE41E}" destId="{627A41E0-0305-48F0-BDA4-60CCD59ACD23}" srcOrd="2" destOrd="0" parTransId="{E7A9B8E7-C1EC-46CB-A25E-C7678D4E8833}" sibTransId="{246B8715-B8CC-4FBE-AA93-D7B4061FD4F9}"/>
    <dgm:cxn modelId="{B205D8E8-0EE3-494F-BFC5-7833C74CA146}" type="presOf" srcId="{391A94E9-C945-4D36-BE8D-FD3420DCE41E}" destId="{869C02CC-F8A8-4171-BDB0-1EDC91A552DC}" srcOrd="0" destOrd="0" presId="urn:microsoft.com/office/officeart/2018/2/layout/IconLabelDescriptionList"/>
    <dgm:cxn modelId="{244817E5-FC6A-4A20-86BE-395CC33F7B35}" type="presParOf" srcId="{3C22367C-1909-4F98-8DEB-E677FE917867}" destId="{93CD8B95-6160-48A0-AE99-9BB8A9E8D8C0}" srcOrd="0" destOrd="0" presId="urn:microsoft.com/office/officeart/2018/2/layout/IconLabelDescriptionList"/>
    <dgm:cxn modelId="{8791C0DC-5CE4-4677-9471-F15B2E043ADC}" type="presParOf" srcId="{93CD8B95-6160-48A0-AE99-9BB8A9E8D8C0}" destId="{701D0EE5-5F4A-4356-AD34-DE3A8A9C6BEB}" srcOrd="0" destOrd="0" presId="urn:microsoft.com/office/officeart/2018/2/layout/IconLabelDescriptionList"/>
    <dgm:cxn modelId="{50492C99-7AD6-4BAF-9FD2-432FBF3230EB}" type="presParOf" srcId="{93CD8B95-6160-48A0-AE99-9BB8A9E8D8C0}" destId="{A23E9994-87C3-4B8A-91FC-612B19EDFDBB}" srcOrd="1" destOrd="0" presId="urn:microsoft.com/office/officeart/2018/2/layout/IconLabelDescriptionList"/>
    <dgm:cxn modelId="{72A520C9-606A-4CAD-8010-CCABA7483196}" type="presParOf" srcId="{93CD8B95-6160-48A0-AE99-9BB8A9E8D8C0}" destId="{249A0AE6-7D74-46F8-B04D-0994140A4062}" srcOrd="2" destOrd="0" presId="urn:microsoft.com/office/officeart/2018/2/layout/IconLabelDescriptionList"/>
    <dgm:cxn modelId="{CBFCDD95-14A6-4EE1-A864-0D90B2EA1E2E}" type="presParOf" srcId="{93CD8B95-6160-48A0-AE99-9BB8A9E8D8C0}" destId="{000BBA10-7019-4A50-9699-E04582DE608A}" srcOrd="3" destOrd="0" presId="urn:microsoft.com/office/officeart/2018/2/layout/IconLabelDescriptionList"/>
    <dgm:cxn modelId="{A662C5C6-B125-45E4-8C0B-6F56541EC26C}" type="presParOf" srcId="{93CD8B95-6160-48A0-AE99-9BB8A9E8D8C0}" destId="{857ECACC-C5AA-4E0C-A780-E4443158BAE0}" srcOrd="4" destOrd="0" presId="urn:microsoft.com/office/officeart/2018/2/layout/IconLabelDescriptionList"/>
    <dgm:cxn modelId="{26093DF3-D94B-4ABA-B1D6-F1962D4D0468}" type="presParOf" srcId="{3C22367C-1909-4F98-8DEB-E677FE917867}" destId="{9966121A-38EA-41AC-A724-86C2C2D7814F}" srcOrd="1" destOrd="0" presId="urn:microsoft.com/office/officeart/2018/2/layout/IconLabelDescriptionList"/>
    <dgm:cxn modelId="{7C3824A2-1791-4B2C-89DB-B6D13A84ACAC}" type="presParOf" srcId="{3C22367C-1909-4F98-8DEB-E677FE917867}" destId="{3BB797B8-A8F3-4F01-8B96-0CEB0EC5D4DD}" srcOrd="2" destOrd="0" presId="urn:microsoft.com/office/officeart/2018/2/layout/IconLabelDescriptionList"/>
    <dgm:cxn modelId="{04D457D7-F4EE-435D-B621-8C093456A374}" type="presParOf" srcId="{3BB797B8-A8F3-4F01-8B96-0CEB0EC5D4DD}" destId="{FD89F439-3367-4525-8502-959FECF5A82A}" srcOrd="0" destOrd="0" presId="urn:microsoft.com/office/officeart/2018/2/layout/IconLabelDescriptionList"/>
    <dgm:cxn modelId="{D919F746-DD38-4AE6-ABAC-260FE0366B78}" type="presParOf" srcId="{3BB797B8-A8F3-4F01-8B96-0CEB0EC5D4DD}" destId="{F04E3D76-B748-4A9C-BAAE-BE055047A88E}" srcOrd="1" destOrd="0" presId="urn:microsoft.com/office/officeart/2018/2/layout/IconLabelDescriptionList"/>
    <dgm:cxn modelId="{925F62CA-0246-4617-AA7B-F7DFFEA6804A}" type="presParOf" srcId="{3BB797B8-A8F3-4F01-8B96-0CEB0EC5D4DD}" destId="{869C02CC-F8A8-4171-BDB0-1EDC91A552DC}" srcOrd="2" destOrd="0" presId="urn:microsoft.com/office/officeart/2018/2/layout/IconLabelDescriptionList"/>
    <dgm:cxn modelId="{DEF7852D-B359-4D2C-95CF-D3923ECDA7FA}" type="presParOf" srcId="{3BB797B8-A8F3-4F01-8B96-0CEB0EC5D4DD}" destId="{C24C1F9D-0820-4D2C-895D-0C85AFB45178}" srcOrd="3" destOrd="0" presId="urn:microsoft.com/office/officeart/2018/2/layout/IconLabelDescriptionList"/>
    <dgm:cxn modelId="{10CD6FB0-9BB4-474F-B390-FCA8EC12EBB2}" type="presParOf" srcId="{3BB797B8-A8F3-4F01-8B96-0CEB0EC5D4DD}" destId="{484616D0-BC70-49C9-85C9-F7837DF61BD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1FFDB5-E153-44C7-9760-96DA8CA3F534}" type="doc">
      <dgm:prSet loTypeId="urn:microsoft.com/office/officeart/2005/8/layout/hierarchy2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4007D21-5E97-49FD-920B-1F7FDDED5377}">
      <dgm:prSet/>
      <dgm:spPr/>
      <dgm:t>
        <a:bodyPr/>
        <a:lstStyle/>
        <a:p>
          <a:r>
            <a:rPr lang="es-ES"/>
            <a:t>Virus Total</a:t>
          </a:r>
          <a:endParaRPr lang="en-US"/>
        </a:p>
      </dgm:t>
    </dgm:pt>
    <dgm:pt modelId="{A09B75EB-AD1C-4E5E-9081-4872585E5665}" type="parTrans" cxnId="{7938F9A5-D8E6-4CFB-9410-F336FD6241FA}">
      <dgm:prSet/>
      <dgm:spPr/>
      <dgm:t>
        <a:bodyPr/>
        <a:lstStyle/>
        <a:p>
          <a:endParaRPr lang="en-US"/>
        </a:p>
      </dgm:t>
    </dgm:pt>
    <dgm:pt modelId="{2EF5408E-5143-40C0-B45F-0E5D56D072B7}" type="sibTrans" cxnId="{7938F9A5-D8E6-4CFB-9410-F336FD6241FA}">
      <dgm:prSet/>
      <dgm:spPr/>
      <dgm:t>
        <a:bodyPr/>
        <a:lstStyle/>
        <a:p>
          <a:endParaRPr lang="en-US"/>
        </a:p>
      </dgm:t>
    </dgm:pt>
    <dgm:pt modelId="{B83765E0-C494-441F-804E-51D4524AB08F}">
      <dgm:prSet/>
      <dgm:spPr/>
      <dgm:t>
        <a:bodyPr/>
        <a:lstStyle/>
        <a:p>
          <a:r>
            <a:rPr lang="es-ES"/>
            <a:t>Hacking web</a:t>
          </a:r>
          <a:endParaRPr lang="en-US"/>
        </a:p>
      </dgm:t>
    </dgm:pt>
    <dgm:pt modelId="{443BB3C5-6F36-4ADD-B524-D4DE7B301B17}" type="parTrans" cxnId="{71CE7D4D-D510-4AF9-8D26-7863A924FCB8}">
      <dgm:prSet/>
      <dgm:spPr/>
      <dgm:t>
        <a:bodyPr/>
        <a:lstStyle/>
        <a:p>
          <a:endParaRPr lang="en-US"/>
        </a:p>
      </dgm:t>
    </dgm:pt>
    <dgm:pt modelId="{821395B9-1C02-4891-9AD2-49F7EDE53467}" type="sibTrans" cxnId="{71CE7D4D-D510-4AF9-8D26-7863A924FCB8}">
      <dgm:prSet/>
      <dgm:spPr/>
      <dgm:t>
        <a:bodyPr/>
        <a:lstStyle/>
        <a:p>
          <a:endParaRPr lang="en-US"/>
        </a:p>
      </dgm:t>
    </dgm:pt>
    <dgm:pt modelId="{51A5E8A4-BB59-45D5-8CD4-BC3F2B734BD7}">
      <dgm:prSet/>
      <dgm:spPr/>
      <dgm:t>
        <a:bodyPr/>
        <a:lstStyle/>
        <a:p>
          <a:r>
            <a:rPr lang="es-ES"/>
            <a:t>Dorks</a:t>
          </a:r>
          <a:endParaRPr lang="en-US"/>
        </a:p>
      </dgm:t>
    </dgm:pt>
    <dgm:pt modelId="{461C36F1-9B71-4FBE-9BBB-2DAF74C93FA9}" type="parTrans" cxnId="{EC5D6FBB-1665-44DE-86C8-5E5504C0032C}">
      <dgm:prSet/>
      <dgm:spPr/>
      <dgm:t>
        <a:bodyPr/>
        <a:lstStyle/>
        <a:p>
          <a:endParaRPr lang="en-US"/>
        </a:p>
      </dgm:t>
    </dgm:pt>
    <dgm:pt modelId="{E2FD4C3E-AB49-4862-876E-738D30C17019}" type="sibTrans" cxnId="{EC5D6FBB-1665-44DE-86C8-5E5504C0032C}">
      <dgm:prSet/>
      <dgm:spPr/>
      <dgm:t>
        <a:bodyPr/>
        <a:lstStyle/>
        <a:p>
          <a:endParaRPr lang="en-US"/>
        </a:p>
      </dgm:t>
    </dgm:pt>
    <dgm:pt modelId="{EB7A67F2-BE51-4B3E-9700-E0E42124841E}">
      <dgm:prSet/>
      <dgm:spPr/>
      <dgm:t>
        <a:bodyPr/>
        <a:lstStyle/>
        <a:p>
          <a:r>
            <a:rPr lang="es-ES"/>
            <a:t>Shodam</a:t>
          </a:r>
          <a:endParaRPr lang="en-US"/>
        </a:p>
      </dgm:t>
    </dgm:pt>
    <dgm:pt modelId="{CEF385C6-A4AD-46F2-82B9-60BD8867EE81}" type="parTrans" cxnId="{E84E9BBB-54E2-47C8-9149-40EBDF03C27E}">
      <dgm:prSet/>
      <dgm:spPr/>
      <dgm:t>
        <a:bodyPr/>
        <a:lstStyle/>
        <a:p>
          <a:endParaRPr lang="en-US"/>
        </a:p>
      </dgm:t>
    </dgm:pt>
    <dgm:pt modelId="{C5914902-34D1-423B-B5D4-7B2CF4E9096D}" type="sibTrans" cxnId="{E84E9BBB-54E2-47C8-9149-40EBDF03C27E}">
      <dgm:prSet/>
      <dgm:spPr/>
      <dgm:t>
        <a:bodyPr/>
        <a:lstStyle/>
        <a:p>
          <a:endParaRPr lang="en-US"/>
        </a:p>
      </dgm:t>
    </dgm:pt>
    <dgm:pt modelId="{041A0481-6D7C-4F57-960D-286881B772A1}" type="pres">
      <dgm:prSet presAssocID="{BC1FFDB5-E153-44C7-9760-96DA8CA3F53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7CA7B1A-1B86-4E82-909B-EB40629A1E3C}" type="pres">
      <dgm:prSet presAssocID="{34007D21-5E97-49FD-920B-1F7FDDED5377}" presName="root1" presStyleCnt="0"/>
      <dgm:spPr/>
    </dgm:pt>
    <dgm:pt modelId="{D8661F09-7031-4120-AADA-475E1AF84BB2}" type="pres">
      <dgm:prSet presAssocID="{34007D21-5E97-49FD-920B-1F7FDDED5377}" presName="LevelOneTextNode" presStyleLbl="node0" presStyleIdx="0" presStyleCnt="2">
        <dgm:presLayoutVars>
          <dgm:chPref val="3"/>
        </dgm:presLayoutVars>
      </dgm:prSet>
      <dgm:spPr/>
    </dgm:pt>
    <dgm:pt modelId="{12F13666-DC1F-4CB8-9534-DF490F73993B}" type="pres">
      <dgm:prSet presAssocID="{34007D21-5E97-49FD-920B-1F7FDDED5377}" presName="level2hierChild" presStyleCnt="0"/>
      <dgm:spPr/>
    </dgm:pt>
    <dgm:pt modelId="{DA7FBA93-341E-4CDC-BD54-9B6022D20A3F}" type="pres">
      <dgm:prSet presAssocID="{B83765E0-C494-441F-804E-51D4524AB08F}" presName="root1" presStyleCnt="0"/>
      <dgm:spPr/>
    </dgm:pt>
    <dgm:pt modelId="{46C45BB1-698C-4E20-A8DF-F91D764EC4C0}" type="pres">
      <dgm:prSet presAssocID="{B83765E0-C494-441F-804E-51D4524AB08F}" presName="LevelOneTextNode" presStyleLbl="node0" presStyleIdx="1" presStyleCnt="2">
        <dgm:presLayoutVars>
          <dgm:chPref val="3"/>
        </dgm:presLayoutVars>
      </dgm:prSet>
      <dgm:spPr/>
    </dgm:pt>
    <dgm:pt modelId="{518FDA7B-78D6-45DF-9A08-3C9423CD239F}" type="pres">
      <dgm:prSet presAssocID="{B83765E0-C494-441F-804E-51D4524AB08F}" presName="level2hierChild" presStyleCnt="0"/>
      <dgm:spPr/>
    </dgm:pt>
    <dgm:pt modelId="{887C41EF-3B43-4ECC-8CC2-488BA463C2CE}" type="pres">
      <dgm:prSet presAssocID="{461C36F1-9B71-4FBE-9BBB-2DAF74C93FA9}" presName="conn2-1" presStyleLbl="parChTrans1D2" presStyleIdx="0" presStyleCnt="2"/>
      <dgm:spPr/>
    </dgm:pt>
    <dgm:pt modelId="{DEBD7D35-EE89-43D7-84A7-992910DA93D3}" type="pres">
      <dgm:prSet presAssocID="{461C36F1-9B71-4FBE-9BBB-2DAF74C93FA9}" presName="connTx" presStyleLbl="parChTrans1D2" presStyleIdx="0" presStyleCnt="2"/>
      <dgm:spPr/>
    </dgm:pt>
    <dgm:pt modelId="{0A208C03-A292-4CF3-88F3-EE113EA6162D}" type="pres">
      <dgm:prSet presAssocID="{51A5E8A4-BB59-45D5-8CD4-BC3F2B734BD7}" presName="root2" presStyleCnt="0"/>
      <dgm:spPr/>
    </dgm:pt>
    <dgm:pt modelId="{E68D92A7-AAFB-4AA5-B1DA-565AA330EA19}" type="pres">
      <dgm:prSet presAssocID="{51A5E8A4-BB59-45D5-8CD4-BC3F2B734BD7}" presName="LevelTwoTextNode" presStyleLbl="node2" presStyleIdx="0" presStyleCnt="2">
        <dgm:presLayoutVars>
          <dgm:chPref val="3"/>
        </dgm:presLayoutVars>
      </dgm:prSet>
      <dgm:spPr/>
    </dgm:pt>
    <dgm:pt modelId="{6B15FAD5-7288-470C-A538-B0137B8A3719}" type="pres">
      <dgm:prSet presAssocID="{51A5E8A4-BB59-45D5-8CD4-BC3F2B734BD7}" presName="level3hierChild" presStyleCnt="0"/>
      <dgm:spPr/>
    </dgm:pt>
    <dgm:pt modelId="{6B98509B-97F8-4538-8B7C-AE1F82DB4E55}" type="pres">
      <dgm:prSet presAssocID="{CEF385C6-A4AD-46F2-82B9-60BD8867EE81}" presName="conn2-1" presStyleLbl="parChTrans1D2" presStyleIdx="1" presStyleCnt="2"/>
      <dgm:spPr/>
    </dgm:pt>
    <dgm:pt modelId="{B0C8ADA0-DD22-4BA9-9676-2DCD06168D89}" type="pres">
      <dgm:prSet presAssocID="{CEF385C6-A4AD-46F2-82B9-60BD8867EE81}" presName="connTx" presStyleLbl="parChTrans1D2" presStyleIdx="1" presStyleCnt="2"/>
      <dgm:spPr/>
    </dgm:pt>
    <dgm:pt modelId="{62ACF31B-9443-4EA1-B99D-FF4B7B37D4AE}" type="pres">
      <dgm:prSet presAssocID="{EB7A67F2-BE51-4B3E-9700-E0E42124841E}" presName="root2" presStyleCnt="0"/>
      <dgm:spPr/>
    </dgm:pt>
    <dgm:pt modelId="{25BCE419-DF83-4F20-A5FE-1F78757A6B17}" type="pres">
      <dgm:prSet presAssocID="{EB7A67F2-BE51-4B3E-9700-E0E42124841E}" presName="LevelTwoTextNode" presStyleLbl="node2" presStyleIdx="1" presStyleCnt="2">
        <dgm:presLayoutVars>
          <dgm:chPref val="3"/>
        </dgm:presLayoutVars>
      </dgm:prSet>
      <dgm:spPr/>
    </dgm:pt>
    <dgm:pt modelId="{99D03E58-DDC0-4E45-A575-B4DD6AF73FE6}" type="pres">
      <dgm:prSet presAssocID="{EB7A67F2-BE51-4B3E-9700-E0E42124841E}" presName="level3hierChild" presStyleCnt="0"/>
      <dgm:spPr/>
    </dgm:pt>
  </dgm:ptLst>
  <dgm:cxnLst>
    <dgm:cxn modelId="{F557C709-32E9-47A9-A4BB-658787E66FD8}" type="presOf" srcId="{EB7A67F2-BE51-4B3E-9700-E0E42124841E}" destId="{25BCE419-DF83-4F20-A5FE-1F78757A6B17}" srcOrd="0" destOrd="0" presId="urn:microsoft.com/office/officeart/2005/8/layout/hierarchy2"/>
    <dgm:cxn modelId="{5F1FA43C-553B-40DB-BE98-AD334D415915}" type="presOf" srcId="{BC1FFDB5-E153-44C7-9760-96DA8CA3F534}" destId="{041A0481-6D7C-4F57-960D-286881B772A1}" srcOrd="0" destOrd="0" presId="urn:microsoft.com/office/officeart/2005/8/layout/hierarchy2"/>
    <dgm:cxn modelId="{3C950E60-BB66-44B1-ABBF-4F195DE1DA5D}" type="presOf" srcId="{B83765E0-C494-441F-804E-51D4524AB08F}" destId="{46C45BB1-698C-4E20-A8DF-F91D764EC4C0}" srcOrd="0" destOrd="0" presId="urn:microsoft.com/office/officeart/2005/8/layout/hierarchy2"/>
    <dgm:cxn modelId="{71CE7D4D-D510-4AF9-8D26-7863A924FCB8}" srcId="{BC1FFDB5-E153-44C7-9760-96DA8CA3F534}" destId="{B83765E0-C494-441F-804E-51D4524AB08F}" srcOrd="1" destOrd="0" parTransId="{443BB3C5-6F36-4ADD-B524-D4DE7B301B17}" sibTransId="{821395B9-1C02-4891-9AD2-49F7EDE53467}"/>
    <dgm:cxn modelId="{4B02075A-B621-474A-8DBF-22364513A344}" type="presOf" srcId="{CEF385C6-A4AD-46F2-82B9-60BD8867EE81}" destId="{B0C8ADA0-DD22-4BA9-9676-2DCD06168D89}" srcOrd="1" destOrd="0" presId="urn:microsoft.com/office/officeart/2005/8/layout/hierarchy2"/>
    <dgm:cxn modelId="{C0FDBA9F-6141-4CE9-8497-0D5E27329CA7}" type="presOf" srcId="{461C36F1-9B71-4FBE-9BBB-2DAF74C93FA9}" destId="{887C41EF-3B43-4ECC-8CC2-488BA463C2CE}" srcOrd="0" destOrd="0" presId="urn:microsoft.com/office/officeart/2005/8/layout/hierarchy2"/>
    <dgm:cxn modelId="{7938F9A5-D8E6-4CFB-9410-F336FD6241FA}" srcId="{BC1FFDB5-E153-44C7-9760-96DA8CA3F534}" destId="{34007D21-5E97-49FD-920B-1F7FDDED5377}" srcOrd="0" destOrd="0" parTransId="{A09B75EB-AD1C-4E5E-9081-4872585E5665}" sibTransId="{2EF5408E-5143-40C0-B45F-0E5D56D072B7}"/>
    <dgm:cxn modelId="{2859E1B1-A0F7-4D38-97F1-0719F0ABA09E}" type="presOf" srcId="{51A5E8A4-BB59-45D5-8CD4-BC3F2B734BD7}" destId="{E68D92A7-AAFB-4AA5-B1DA-565AA330EA19}" srcOrd="0" destOrd="0" presId="urn:microsoft.com/office/officeart/2005/8/layout/hierarchy2"/>
    <dgm:cxn modelId="{E1C9A9B7-60A3-4321-B6AF-B668E2A8CBFB}" type="presOf" srcId="{461C36F1-9B71-4FBE-9BBB-2DAF74C93FA9}" destId="{DEBD7D35-EE89-43D7-84A7-992910DA93D3}" srcOrd="1" destOrd="0" presId="urn:microsoft.com/office/officeart/2005/8/layout/hierarchy2"/>
    <dgm:cxn modelId="{649ED8B8-52FF-4BEA-A393-B7BF13E004BF}" type="presOf" srcId="{34007D21-5E97-49FD-920B-1F7FDDED5377}" destId="{D8661F09-7031-4120-AADA-475E1AF84BB2}" srcOrd="0" destOrd="0" presId="urn:microsoft.com/office/officeart/2005/8/layout/hierarchy2"/>
    <dgm:cxn modelId="{D27FC5B9-E934-47FC-8734-32BAE534025B}" type="presOf" srcId="{CEF385C6-A4AD-46F2-82B9-60BD8867EE81}" destId="{6B98509B-97F8-4538-8B7C-AE1F82DB4E55}" srcOrd="0" destOrd="0" presId="urn:microsoft.com/office/officeart/2005/8/layout/hierarchy2"/>
    <dgm:cxn modelId="{EC5D6FBB-1665-44DE-86C8-5E5504C0032C}" srcId="{B83765E0-C494-441F-804E-51D4524AB08F}" destId="{51A5E8A4-BB59-45D5-8CD4-BC3F2B734BD7}" srcOrd="0" destOrd="0" parTransId="{461C36F1-9B71-4FBE-9BBB-2DAF74C93FA9}" sibTransId="{E2FD4C3E-AB49-4862-876E-738D30C17019}"/>
    <dgm:cxn modelId="{E84E9BBB-54E2-47C8-9149-40EBDF03C27E}" srcId="{B83765E0-C494-441F-804E-51D4524AB08F}" destId="{EB7A67F2-BE51-4B3E-9700-E0E42124841E}" srcOrd="1" destOrd="0" parTransId="{CEF385C6-A4AD-46F2-82B9-60BD8867EE81}" sibTransId="{C5914902-34D1-423B-B5D4-7B2CF4E9096D}"/>
    <dgm:cxn modelId="{85AB3748-99F2-4735-9817-353483E31565}" type="presParOf" srcId="{041A0481-6D7C-4F57-960D-286881B772A1}" destId="{D7CA7B1A-1B86-4E82-909B-EB40629A1E3C}" srcOrd="0" destOrd="0" presId="urn:microsoft.com/office/officeart/2005/8/layout/hierarchy2"/>
    <dgm:cxn modelId="{8AA40ABA-1439-4978-9F0A-EB550CBD6FEA}" type="presParOf" srcId="{D7CA7B1A-1B86-4E82-909B-EB40629A1E3C}" destId="{D8661F09-7031-4120-AADA-475E1AF84BB2}" srcOrd="0" destOrd="0" presId="urn:microsoft.com/office/officeart/2005/8/layout/hierarchy2"/>
    <dgm:cxn modelId="{239DC849-E0C6-4DB4-AFBC-562236909F28}" type="presParOf" srcId="{D7CA7B1A-1B86-4E82-909B-EB40629A1E3C}" destId="{12F13666-DC1F-4CB8-9534-DF490F73993B}" srcOrd="1" destOrd="0" presId="urn:microsoft.com/office/officeart/2005/8/layout/hierarchy2"/>
    <dgm:cxn modelId="{5C4EEB00-F1B6-4EF9-8F30-715D8C42E504}" type="presParOf" srcId="{041A0481-6D7C-4F57-960D-286881B772A1}" destId="{DA7FBA93-341E-4CDC-BD54-9B6022D20A3F}" srcOrd="1" destOrd="0" presId="urn:microsoft.com/office/officeart/2005/8/layout/hierarchy2"/>
    <dgm:cxn modelId="{CC2F7FBD-EDC1-4F0A-9E77-0AFE63B2B719}" type="presParOf" srcId="{DA7FBA93-341E-4CDC-BD54-9B6022D20A3F}" destId="{46C45BB1-698C-4E20-A8DF-F91D764EC4C0}" srcOrd="0" destOrd="0" presId="urn:microsoft.com/office/officeart/2005/8/layout/hierarchy2"/>
    <dgm:cxn modelId="{1F0BE8A3-B8AE-4E96-B322-E98B4E1AE849}" type="presParOf" srcId="{DA7FBA93-341E-4CDC-BD54-9B6022D20A3F}" destId="{518FDA7B-78D6-45DF-9A08-3C9423CD239F}" srcOrd="1" destOrd="0" presId="urn:microsoft.com/office/officeart/2005/8/layout/hierarchy2"/>
    <dgm:cxn modelId="{FF3AF809-964C-408F-A393-6D3B6D3D91F6}" type="presParOf" srcId="{518FDA7B-78D6-45DF-9A08-3C9423CD239F}" destId="{887C41EF-3B43-4ECC-8CC2-488BA463C2CE}" srcOrd="0" destOrd="0" presId="urn:microsoft.com/office/officeart/2005/8/layout/hierarchy2"/>
    <dgm:cxn modelId="{48190818-24E0-40BF-8669-66BA91D01756}" type="presParOf" srcId="{887C41EF-3B43-4ECC-8CC2-488BA463C2CE}" destId="{DEBD7D35-EE89-43D7-84A7-992910DA93D3}" srcOrd="0" destOrd="0" presId="urn:microsoft.com/office/officeart/2005/8/layout/hierarchy2"/>
    <dgm:cxn modelId="{0DC764C4-ADDC-4E9C-9074-C582AA674B96}" type="presParOf" srcId="{518FDA7B-78D6-45DF-9A08-3C9423CD239F}" destId="{0A208C03-A292-4CF3-88F3-EE113EA6162D}" srcOrd="1" destOrd="0" presId="urn:microsoft.com/office/officeart/2005/8/layout/hierarchy2"/>
    <dgm:cxn modelId="{8ECDAD25-8757-4D41-912C-92D7B498DE27}" type="presParOf" srcId="{0A208C03-A292-4CF3-88F3-EE113EA6162D}" destId="{E68D92A7-AAFB-4AA5-B1DA-565AA330EA19}" srcOrd="0" destOrd="0" presId="urn:microsoft.com/office/officeart/2005/8/layout/hierarchy2"/>
    <dgm:cxn modelId="{2570A0B0-8CEA-418C-AEFD-0525B5B69C1A}" type="presParOf" srcId="{0A208C03-A292-4CF3-88F3-EE113EA6162D}" destId="{6B15FAD5-7288-470C-A538-B0137B8A3719}" srcOrd="1" destOrd="0" presId="urn:microsoft.com/office/officeart/2005/8/layout/hierarchy2"/>
    <dgm:cxn modelId="{B6CEFAAA-52B7-4D85-959E-18699EE9C5BE}" type="presParOf" srcId="{518FDA7B-78D6-45DF-9A08-3C9423CD239F}" destId="{6B98509B-97F8-4538-8B7C-AE1F82DB4E55}" srcOrd="2" destOrd="0" presId="urn:microsoft.com/office/officeart/2005/8/layout/hierarchy2"/>
    <dgm:cxn modelId="{A34DDF28-C774-4DC2-B67B-F9AFC2E1A9E9}" type="presParOf" srcId="{6B98509B-97F8-4538-8B7C-AE1F82DB4E55}" destId="{B0C8ADA0-DD22-4BA9-9676-2DCD06168D89}" srcOrd="0" destOrd="0" presId="urn:microsoft.com/office/officeart/2005/8/layout/hierarchy2"/>
    <dgm:cxn modelId="{9D4E6B8A-7DF2-4D85-830A-3735250BE8B8}" type="presParOf" srcId="{518FDA7B-78D6-45DF-9A08-3C9423CD239F}" destId="{62ACF31B-9443-4EA1-B99D-FF4B7B37D4AE}" srcOrd="3" destOrd="0" presId="urn:microsoft.com/office/officeart/2005/8/layout/hierarchy2"/>
    <dgm:cxn modelId="{97F094BF-3D44-441A-BEA8-5FDF133F440E}" type="presParOf" srcId="{62ACF31B-9443-4EA1-B99D-FF4B7B37D4AE}" destId="{25BCE419-DF83-4F20-A5FE-1F78757A6B17}" srcOrd="0" destOrd="0" presId="urn:microsoft.com/office/officeart/2005/8/layout/hierarchy2"/>
    <dgm:cxn modelId="{F064A71A-C687-4BF9-9D48-C4201724356E}" type="presParOf" srcId="{62ACF31B-9443-4EA1-B99D-FF4B7B37D4AE}" destId="{99D03E58-DDC0-4E45-A575-B4DD6AF73FE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5FEA8FB-3809-440F-B582-4000B37FD34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E4A60EC-F653-4CC4-BB5C-A2370072F566}">
      <dgm:prSet/>
      <dgm:spPr/>
      <dgm:t>
        <a:bodyPr/>
        <a:lstStyle/>
        <a:p>
          <a:r>
            <a:rPr lang="es-ES"/>
            <a:t>Nessus</a:t>
          </a:r>
          <a:endParaRPr lang="en-US"/>
        </a:p>
      </dgm:t>
    </dgm:pt>
    <dgm:pt modelId="{8001D77A-601E-4267-B0F9-E93BB129CB3C}" type="parTrans" cxnId="{CC24C870-618F-4778-A29B-3A5EC1844AB2}">
      <dgm:prSet/>
      <dgm:spPr/>
      <dgm:t>
        <a:bodyPr/>
        <a:lstStyle/>
        <a:p>
          <a:endParaRPr lang="en-US"/>
        </a:p>
      </dgm:t>
    </dgm:pt>
    <dgm:pt modelId="{595DEC1A-E255-4B04-85B2-E5A0BFE783BF}" type="sibTrans" cxnId="{CC24C870-618F-4778-A29B-3A5EC1844AB2}">
      <dgm:prSet/>
      <dgm:spPr/>
      <dgm:t>
        <a:bodyPr/>
        <a:lstStyle/>
        <a:p>
          <a:endParaRPr lang="en-US"/>
        </a:p>
      </dgm:t>
    </dgm:pt>
    <dgm:pt modelId="{8614C594-28BD-4006-9D7E-DD73CE67A6B6}">
      <dgm:prSet/>
      <dgm:spPr/>
      <dgm:t>
        <a:bodyPr/>
        <a:lstStyle/>
        <a:p>
          <a:r>
            <a:rPr lang="es-ES"/>
            <a:t>Nmap</a:t>
          </a:r>
          <a:endParaRPr lang="en-US"/>
        </a:p>
      </dgm:t>
    </dgm:pt>
    <dgm:pt modelId="{4F16980A-F2CA-489D-B9A2-CF039575E0EE}" type="parTrans" cxnId="{C249299F-70D4-44A6-A60C-36F2E1EF9F51}">
      <dgm:prSet/>
      <dgm:spPr/>
      <dgm:t>
        <a:bodyPr/>
        <a:lstStyle/>
        <a:p>
          <a:endParaRPr lang="en-US"/>
        </a:p>
      </dgm:t>
    </dgm:pt>
    <dgm:pt modelId="{FF1B1CB6-866A-4677-A613-01E77D4D233B}" type="sibTrans" cxnId="{C249299F-70D4-44A6-A60C-36F2E1EF9F51}">
      <dgm:prSet/>
      <dgm:spPr/>
      <dgm:t>
        <a:bodyPr/>
        <a:lstStyle/>
        <a:p>
          <a:endParaRPr lang="en-US"/>
        </a:p>
      </dgm:t>
    </dgm:pt>
    <dgm:pt modelId="{F7C05ECC-BF0A-45F2-A14E-051FE02EF2BB}" type="pres">
      <dgm:prSet presAssocID="{A5FEA8FB-3809-440F-B582-4000B37FD346}" presName="linear" presStyleCnt="0">
        <dgm:presLayoutVars>
          <dgm:animLvl val="lvl"/>
          <dgm:resizeHandles val="exact"/>
        </dgm:presLayoutVars>
      </dgm:prSet>
      <dgm:spPr/>
    </dgm:pt>
    <dgm:pt modelId="{5E462D20-A358-462F-8F45-D4FE15900D62}" type="pres">
      <dgm:prSet presAssocID="{1E4A60EC-F653-4CC4-BB5C-A2370072F56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A55B40E-1B73-4CD8-8922-FD659EBEE051}" type="pres">
      <dgm:prSet presAssocID="{595DEC1A-E255-4B04-85B2-E5A0BFE783BF}" presName="spacer" presStyleCnt="0"/>
      <dgm:spPr/>
    </dgm:pt>
    <dgm:pt modelId="{358F1DA6-3B78-4E21-9705-1B778BBF3B32}" type="pres">
      <dgm:prSet presAssocID="{8614C594-28BD-4006-9D7E-DD73CE67A6B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192904C-F4EF-483F-9B4D-E3918FE851F5}" type="presOf" srcId="{A5FEA8FB-3809-440F-B582-4000B37FD346}" destId="{F7C05ECC-BF0A-45F2-A14E-051FE02EF2BB}" srcOrd="0" destOrd="0" presId="urn:microsoft.com/office/officeart/2005/8/layout/vList2"/>
    <dgm:cxn modelId="{CC24C870-618F-4778-A29B-3A5EC1844AB2}" srcId="{A5FEA8FB-3809-440F-B582-4000B37FD346}" destId="{1E4A60EC-F653-4CC4-BB5C-A2370072F566}" srcOrd="0" destOrd="0" parTransId="{8001D77A-601E-4267-B0F9-E93BB129CB3C}" sibTransId="{595DEC1A-E255-4B04-85B2-E5A0BFE783BF}"/>
    <dgm:cxn modelId="{C249299F-70D4-44A6-A60C-36F2E1EF9F51}" srcId="{A5FEA8FB-3809-440F-B582-4000B37FD346}" destId="{8614C594-28BD-4006-9D7E-DD73CE67A6B6}" srcOrd="1" destOrd="0" parTransId="{4F16980A-F2CA-489D-B9A2-CF039575E0EE}" sibTransId="{FF1B1CB6-866A-4677-A613-01E77D4D233B}"/>
    <dgm:cxn modelId="{C8BFDAB1-193A-40C0-BFA6-98AB6826A80B}" type="presOf" srcId="{1E4A60EC-F653-4CC4-BB5C-A2370072F566}" destId="{5E462D20-A358-462F-8F45-D4FE15900D62}" srcOrd="0" destOrd="0" presId="urn:microsoft.com/office/officeart/2005/8/layout/vList2"/>
    <dgm:cxn modelId="{BA7F17D2-C2A9-4A2B-8C9E-D062FC7B6CA0}" type="presOf" srcId="{8614C594-28BD-4006-9D7E-DD73CE67A6B6}" destId="{358F1DA6-3B78-4E21-9705-1B778BBF3B32}" srcOrd="0" destOrd="0" presId="urn:microsoft.com/office/officeart/2005/8/layout/vList2"/>
    <dgm:cxn modelId="{28728FDC-1FA1-419B-9866-ED2B162D4AA7}" type="presParOf" srcId="{F7C05ECC-BF0A-45F2-A14E-051FE02EF2BB}" destId="{5E462D20-A358-462F-8F45-D4FE15900D62}" srcOrd="0" destOrd="0" presId="urn:microsoft.com/office/officeart/2005/8/layout/vList2"/>
    <dgm:cxn modelId="{CE0BB65E-5D41-4B4B-A397-95E3212AFDDE}" type="presParOf" srcId="{F7C05ECC-BF0A-45F2-A14E-051FE02EF2BB}" destId="{1A55B40E-1B73-4CD8-8922-FD659EBEE051}" srcOrd="1" destOrd="0" presId="urn:microsoft.com/office/officeart/2005/8/layout/vList2"/>
    <dgm:cxn modelId="{0C111A43-845E-4AEF-ABC1-2038CC8B950D}" type="presParOf" srcId="{F7C05ECC-BF0A-45F2-A14E-051FE02EF2BB}" destId="{358F1DA6-3B78-4E21-9705-1B778BBF3B3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19C66BE-90E8-47E7-BA30-E48DE847B5C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55EA6E1-AFD6-4DAF-BE16-9627377903FB}">
      <dgm:prSet/>
      <dgm:spPr/>
      <dgm:t>
        <a:bodyPr/>
        <a:lstStyle/>
        <a:p>
          <a:r>
            <a:rPr lang="es-ES" b="1"/>
            <a:t>A. Comandos básicos:</a:t>
          </a:r>
          <a:endParaRPr lang="en-US"/>
        </a:p>
      </dgm:t>
    </dgm:pt>
    <dgm:pt modelId="{E96C3787-FAD7-4BDF-8076-09014A88E669}" type="parTrans" cxnId="{18926BFF-662F-421F-B9A4-710845480100}">
      <dgm:prSet/>
      <dgm:spPr/>
      <dgm:t>
        <a:bodyPr/>
        <a:lstStyle/>
        <a:p>
          <a:endParaRPr lang="en-US"/>
        </a:p>
      </dgm:t>
    </dgm:pt>
    <dgm:pt modelId="{B75ED429-3F0B-4E7B-AE7E-8E6AEA73B07E}" type="sibTrans" cxnId="{18926BFF-662F-421F-B9A4-710845480100}">
      <dgm:prSet/>
      <dgm:spPr/>
      <dgm:t>
        <a:bodyPr/>
        <a:lstStyle/>
        <a:p>
          <a:endParaRPr lang="en-US"/>
        </a:p>
      </dgm:t>
    </dgm:pt>
    <dgm:pt modelId="{B6DDD41F-661B-4A3F-8230-075A94CB96CA}">
      <dgm:prSet/>
      <dgm:spPr/>
      <dgm:t>
        <a:bodyPr/>
        <a:lstStyle/>
        <a:p>
          <a:r>
            <a:rPr lang="es-ES"/>
            <a:t>cd /var/log              # Ir al directorio de logs</a:t>
          </a:r>
          <a:endParaRPr lang="en-US"/>
        </a:p>
      </dgm:t>
    </dgm:pt>
    <dgm:pt modelId="{3C275516-6A17-4A3D-96CE-9E95EAB0BF9C}" type="parTrans" cxnId="{F3700919-6273-4745-A8D3-211950E70050}">
      <dgm:prSet/>
      <dgm:spPr/>
      <dgm:t>
        <a:bodyPr/>
        <a:lstStyle/>
        <a:p>
          <a:endParaRPr lang="en-US"/>
        </a:p>
      </dgm:t>
    </dgm:pt>
    <dgm:pt modelId="{591E1CA9-8E2B-4A66-BB80-A0E096121EEA}" type="sibTrans" cxnId="{F3700919-6273-4745-A8D3-211950E70050}">
      <dgm:prSet/>
      <dgm:spPr/>
      <dgm:t>
        <a:bodyPr/>
        <a:lstStyle/>
        <a:p>
          <a:endParaRPr lang="en-US"/>
        </a:p>
      </dgm:t>
    </dgm:pt>
    <dgm:pt modelId="{0AAA6E50-A512-4797-9CAE-B3224C5EF442}">
      <dgm:prSet/>
      <dgm:spPr/>
      <dgm:t>
        <a:bodyPr/>
        <a:lstStyle/>
        <a:p>
          <a:r>
            <a:rPr lang="es-ES"/>
            <a:t>ls -lh                   # Ver los archivos de log</a:t>
          </a:r>
          <a:endParaRPr lang="en-US"/>
        </a:p>
      </dgm:t>
    </dgm:pt>
    <dgm:pt modelId="{EFE9A2D6-A364-4867-9499-896DF456D618}" type="parTrans" cxnId="{B2C28F9B-16D9-434D-8D83-9EEE875CCEB0}">
      <dgm:prSet/>
      <dgm:spPr/>
      <dgm:t>
        <a:bodyPr/>
        <a:lstStyle/>
        <a:p>
          <a:endParaRPr lang="en-US"/>
        </a:p>
      </dgm:t>
    </dgm:pt>
    <dgm:pt modelId="{71E8E189-AAE8-4076-8FB1-5DE134171A1D}" type="sibTrans" cxnId="{B2C28F9B-16D9-434D-8D83-9EEE875CCEB0}">
      <dgm:prSet/>
      <dgm:spPr/>
      <dgm:t>
        <a:bodyPr/>
        <a:lstStyle/>
        <a:p>
          <a:endParaRPr lang="en-US"/>
        </a:p>
      </dgm:t>
    </dgm:pt>
    <dgm:pt modelId="{A31FD974-D432-440B-9C11-6D93660D215F}" type="pres">
      <dgm:prSet presAssocID="{519C66BE-90E8-47E7-BA30-E48DE847B5CC}" presName="root" presStyleCnt="0">
        <dgm:presLayoutVars>
          <dgm:dir/>
          <dgm:resizeHandles val="exact"/>
        </dgm:presLayoutVars>
      </dgm:prSet>
      <dgm:spPr/>
    </dgm:pt>
    <dgm:pt modelId="{5A32ADCA-64DD-4220-B98F-01BFCD68D4EE}" type="pres">
      <dgm:prSet presAssocID="{855EA6E1-AFD6-4DAF-BE16-9627377903FB}" presName="compNode" presStyleCnt="0"/>
      <dgm:spPr/>
    </dgm:pt>
    <dgm:pt modelId="{563E5E21-03B1-473A-808E-75C6A620A53B}" type="pres">
      <dgm:prSet presAssocID="{855EA6E1-AFD6-4DAF-BE16-9627377903F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0210C08F-0FC6-4D1D-A317-C9CCA00D200C}" type="pres">
      <dgm:prSet presAssocID="{855EA6E1-AFD6-4DAF-BE16-9627377903FB}" presName="spaceRect" presStyleCnt="0"/>
      <dgm:spPr/>
    </dgm:pt>
    <dgm:pt modelId="{8575C233-C145-4635-8B4C-BFBA82D1C39B}" type="pres">
      <dgm:prSet presAssocID="{855EA6E1-AFD6-4DAF-BE16-9627377903FB}" presName="textRect" presStyleLbl="revTx" presStyleIdx="0" presStyleCnt="3">
        <dgm:presLayoutVars>
          <dgm:chMax val="1"/>
          <dgm:chPref val="1"/>
        </dgm:presLayoutVars>
      </dgm:prSet>
      <dgm:spPr/>
    </dgm:pt>
    <dgm:pt modelId="{B539D82C-4B20-48DB-B6BC-90C9DE1F0118}" type="pres">
      <dgm:prSet presAssocID="{B75ED429-3F0B-4E7B-AE7E-8E6AEA73B07E}" presName="sibTrans" presStyleCnt="0"/>
      <dgm:spPr/>
    </dgm:pt>
    <dgm:pt modelId="{74A527FB-4EE6-4635-9C1B-7A1D715C792B}" type="pres">
      <dgm:prSet presAssocID="{B6DDD41F-661B-4A3F-8230-075A94CB96CA}" presName="compNode" presStyleCnt="0"/>
      <dgm:spPr/>
    </dgm:pt>
    <dgm:pt modelId="{CC302E17-73B6-42B4-A957-D015CCCC6B6E}" type="pres">
      <dgm:prSet presAssocID="{B6DDD41F-661B-4A3F-8230-075A94CB96C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ituradora de papel"/>
        </a:ext>
      </dgm:extLst>
    </dgm:pt>
    <dgm:pt modelId="{922B062C-8706-45F5-B724-1DA6C311D30A}" type="pres">
      <dgm:prSet presAssocID="{B6DDD41F-661B-4A3F-8230-075A94CB96CA}" presName="spaceRect" presStyleCnt="0"/>
      <dgm:spPr/>
    </dgm:pt>
    <dgm:pt modelId="{DD561E31-EE75-432B-BE77-1034946FFA37}" type="pres">
      <dgm:prSet presAssocID="{B6DDD41F-661B-4A3F-8230-075A94CB96CA}" presName="textRect" presStyleLbl="revTx" presStyleIdx="1" presStyleCnt="3">
        <dgm:presLayoutVars>
          <dgm:chMax val="1"/>
          <dgm:chPref val="1"/>
        </dgm:presLayoutVars>
      </dgm:prSet>
      <dgm:spPr/>
    </dgm:pt>
    <dgm:pt modelId="{F27A6D84-EFB9-4840-95C2-3A77DD076AE9}" type="pres">
      <dgm:prSet presAssocID="{591E1CA9-8E2B-4A66-BB80-A0E096121EEA}" presName="sibTrans" presStyleCnt="0"/>
      <dgm:spPr/>
    </dgm:pt>
    <dgm:pt modelId="{AC83C8B3-BB8C-41BD-824A-DE634D8CC432}" type="pres">
      <dgm:prSet presAssocID="{0AAA6E50-A512-4797-9CAE-B3224C5EF442}" presName="compNode" presStyleCnt="0"/>
      <dgm:spPr/>
    </dgm:pt>
    <dgm:pt modelId="{4CFDFF1D-4C46-47E8-A2DF-0499E4B454C4}" type="pres">
      <dgm:prSet presAssocID="{0AAA6E50-A512-4797-9CAE-B3224C5EF44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DA809AFE-9BA0-41F8-8B61-BF3574808401}" type="pres">
      <dgm:prSet presAssocID="{0AAA6E50-A512-4797-9CAE-B3224C5EF442}" presName="spaceRect" presStyleCnt="0"/>
      <dgm:spPr/>
    </dgm:pt>
    <dgm:pt modelId="{8965EFBC-1A31-4229-A835-13CE48EEE422}" type="pres">
      <dgm:prSet presAssocID="{0AAA6E50-A512-4797-9CAE-B3224C5EF44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3700919-6273-4745-A8D3-211950E70050}" srcId="{519C66BE-90E8-47E7-BA30-E48DE847B5CC}" destId="{B6DDD41F-661B-4A3F-8230-075A94CB96CA}" srcOrd="1" destOrd="0" parTransId="{3C275516-6A17-4A3D-96CE-9E95EAB0BF9C}" sibTransId="{591E1CA9-8E2B-4A66-BB80-A0E096121EEA}"/>
    <dgm:cxn modelId="{919C2D8D-CE65-4A05-9837-27616E853F45}" type="presOf" srcId="{B6DDD41F-661B-4A3F-8230-075A94CB96CA}" destId="{DD561E31-EE75-432B-BE77-1034946FFA37}" srcOrd="0" destOrd="0" presId="urn:microsoft.com/office/officeart/2018/2/layout/IconLabelList"/>
    <dgm:cxn modelId="{B2C28F9B-16D9-434D-8D83-9EEE875CCEB0}" srcId="{519C66BE-90E8-47E7-BA30-E48DE847B5CC}" destId="{0AAA6E50-A512-4797-9CAE-B3224C5EF442}" srcOrd="2" destOrd="0" parTransId="{EFE9A2D6-A364-4867-9499-896DF456D618}" sibTransId="{71E8E189-AAE8-4076-8FB1-5DE134171A1D}"/>
    <dgm:cxn modelId="{C06893B1-BE18-4339-B8B7-E05E5FB1D225}" type="presOf" srcId="{519C66BE-90E8-47E7-BA30-E48DE847B5CC}" destId="{A31FD974-D432-440B-9C11-6D93660D215F}" srcOrd="0" destOrd="0" presId="urn:microsoft.com/office/officeart/2018/2/layout/IconLabelList"/>
    <dgm:cxn modelId="{261913BD-C1F5-4143-8C50-3BB8E5D3ED1B}" type="presOf" srcId="{855EA6E1-AFD6-4DAF-BE16-9627377903FB}" destId="{8575C233-C145-4635-8B4C-BFBA82D1C39B}" srcOrd="0" destOrd="0" presId="urn:microsoft.com/office/officeart/2018/2/layout/IconLabelList"/>
    <dgm:cxn modelId="{90BCFFDE-A4F2-400C-9DA3-A332EBCA75D2}" type="presOf" srcId="{0AAA6E50-A512-4797-9CAE-B3224C5EF442}" destId="{8965EFBC-1A31-4229-A835-13CE48EEE422}" srcOrd="0" destOrd="0" presId="urn:microsoft.com/office/officeart/2018/2/layout/IconLabelList"/>
    <dgm:cxn modelId="{18926BFF-662F-421F-B9A4-710845480100}" srcId="{519C66BE-90E8-47E7-BA30-E48DE847B5CC}" destId="{855EA6E1-AFD6-4DAF-BE16-9627377903FB}" srcOrd="0" destOrd="0" parTransId="{E96C3787-FAD7-4BDF-8076-09014A88E669}" sibTransId="{B75ED429-3F0B-4E7B-AE7E-8E6AEA73B07E}"/>
    <dgm:cxn modelId="{DC9A0009-818A-451A-B2A1-E507C039FC2A}" type="presParOf" srcId="{A31FD974-D432-440B-9C11-6D93660D215F}" destId="{5A32ADCA-64DD-4220-B98F-01BFCD68D4EE}" srcOrd="0" destOrd="0" presId="urn:microsoft.com/office/officeart/2018/2/layout/IconLabelList"/>
    <dgm:cxn modelId="{12F08DD7-0775-4A8C-94B5-B6D0F551B40E}" type="presParOf" srcId="{5A32ADCA-64DD-4220-B98F-01BFCD68D4EE}" destId="{563E5E21-03B1-473A-808E-75C6A620A53B}" srcOrd="0" destOrd="0" presId="urn:microsoft.com/office/officeart/2018/2/layout/IconLabelList"/>
    <dgm:cxn modelId="{5D7E6666-A69D-4D52-878C-8665876A36CC}" type="presParOf" srcId="{5A32ADCA-64DD-4220-B98F-01BFCD68D4EE}" destId="{0210C08F-0FC6-4D1D-A317-C9CCA00D200C}" srcOrd="1" destOrd="0" presId="urn:microsoft.com/office/officeart/2018/2/layout/IconLabelList"/>
    <dgm:cxn modelId="{91C20488-DD09-4BBE-AF8F-1EC95E95E874}" type="presParOf" srcId="{5A32ADCA-64DD-4220-B98F-01BFCD68D4EE}" destId="{8575C233-C145-4635-8B4C-BFBA82D1C39B}" srcOrd="2" destOrd="0" presId="urn:microsoft.com/office/officeart/2018/2/layout/IconLabelList"/>
    <dgm:cxn modelId="{A2A2E437-BD16-4655-878E-AFD434053048}" type="presParOf" srcId="{A31FD974-D432-440B-9C11-6D93660D215F}" destId="{B539D82C-4B20-48DB-B6BC-90C9DE1F0118}" srcOrd="1" destOrd="0" presId="urn:microsoft.com/office/officeart/2018/2/layout/IconLabelList"/>
    <dgm:cxn modelId="{C8FD2EDF-4288-426C-9E67-0168898C17C7}" type="presParOf" srcId="{A31FD974-D432-440B-9C11-6D93660D215F}" destId="{74A527FB-4EE6-4635-9C1B-7A1D715C792B}" srcOrd="2" destOrd="0" presId="urn:microsoft.com/office/officeart/2018/2/layout/IconLabelList"/>
    <dgm:cxn modelId="{16B63126-6D33-4869-A9A5-4861598212F8}" type="presParOf" srcId="{74A527FB-4EE6-4635-9C1B-7A1D715C792B}" destId="{CC302E17-73B6-42B4-A957-D015CCCC6B6E}" srcOrd="0" destOrd="0" presId="urn:microsoft.com/office/officeart/2018/2/layout/IconLabelList"/>
    <dgm:cxn modelId="{4A0A9BDA-B053-4E49-A610-04867439BF89}" type="presParOf" srcId="{74A527FB-4EE6-4635-9C1B-7A1D715C792B}" destId="{922B062C-8706-45F5-B724-1DA6C311D30A}" srcOrd="1" destOrd="0" presId="urn:microsoft.com/office/officeart/2018/2/layout/IconLabelList"/>
    <dgm:cxn modelId="{B4F45DBD-0E9D-4CA8-8B33-1A92E987B977}" type="presParOf" srcId="{74A527FB-4EE6-4635-9C1B-7A1D715C792B}" destId="{DD561E31-EE75-432B-BE77-1034946FFA37}" srcOrd="2" destOrd="0" presId="urn:microsoft.com/office/officeart/2018/2/layout/IconLabelList"/>
    <dgm:cxn modelId="{039C6CA6-3187-4046-817D-7D30B9292910}" type="presParOf" srcId="{A31FD974-D432-440B-9C11-6D93660D215F}" destId="{F27A6D84-EFB9-4840-95C2-3A77DD076AE9}" srcOrd="3" destOrd="0" presId="urn:microsoft.com/office/officeart/2018/2/layout/IconLabelList"/>
    <dgm:cxn modelId="{5B7BC25B-56D7-45BA-8CEE-DBA87295FE97}" type="presParOf" srcId="{A31FD974-D432-440B-9C11-6D93660D215F}" destId="{AC83C8B3-BB8C-41BD-824A-DE634D8CC432}" srcOrd="4" destOrd="0" presId="urn:microsoft.com/office/officeart/2018/2/layout/IconLabelList"/>
    <dgm:cxn modelId="{298F13DD-E3D1-4256-B87B-2DA7762E9F49}" type="presParOf" srcId="{AC83C8B3-BB8C-41BD-824A-DE634D8CC432}" destId="{4CFDFF1D-4C46-47E8-A2DF-0499E4B454C4}" srcOrd="0" destOrd="0" presId="urn:microsoft.com/office/officeart/2018/2/layout/IconLabelList"/>
    <dgm:cxn modelId="{0326E47C-8780-4250-846C-8304C9FCD207}" type="presParOf" srcId="{AC83C8B3-BB8C-41BD-824A-DE634D8CC432}" destId="{DA809AFE-9BA0-41F8-8B61-BF3574808401}" srcOrd="1" destOrd="0" presId="urn:microsoft.com/office/officeart/2018/2/layout/IconLabelList"/>
    <dgm:cxn modelId="{2522C9E7-BE1E-4BC9-BBA6-F6F024446DF9}" type="presParOf" srcId="{AC83C8B3-BB8C-41BD-824A-DE634D8CC432}" destId="{8965EFBC-1A31-4229-A835-13CE48EEE42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C034BD-C7F7-497E-AAA8-F0AF76147B3C}">
      <dsp:nvSpPr>
        <dsp:cNvPr id="0" name=""/>
        <dsp:cNvSpPr/>
      </dsp:nvSpPr>
      <dsp:spPr>
        <a:xfrm>
          <a:off x="350684" y="718900"/>
          <a:ext cx="1081916" cy="1081916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0DFB35-40A6-4DD1-9162-52E0B5BC1A80}">
      <dsp:nvSpPr>
        <dsp:cNvPr id="0" name=""/>
        <dsp:cNvSpPr/>
      </dsp:nvSpPr>
      <dsp:spPr>
        <a:xfrm>
          <a:off x="581257" y="949472"/>
          <a:ext cx="620771" cy="6207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A07873-51A1-4BD3-8B8E-A91D76901987}">
      <dsp:nvSpPr>
        <dsp:cNvPr id="0" name=""/>
        <dsp:cNvSpPr/>
      </dsp:nvSpPr>
      <dsp:spPr>
        <a:xfrm>
          <a:off x="4826" y="2137806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600" kern="1200"/>
            <a:t>Políticas de seguridad</a:t>
          </a:r>
          <a:endParaRPr lang="en-US" sz="1600" kern="1200"/>
        </a:p>
      </dsp:txBody>
      <dsp:txXfrm>
        <a:off x="4826" y="2137806"/>
        <a:ext cx="1773632" cy="709453"/>
      </dsp:txXfrm>
    </dsp:sp>
    <dsp:sp modelId="{360D22A5-6F16-417A-8D69-DE50C0F5F0BE}">
      <dsp:nvSpPr>
        <dsp:cNvPr id="0" name=""/>
        <dsp:cNvSpPr/>
      </dsp:nvSpPr>
      <dsp:spPr>
        <a:xfrm>
          <a:off x="2434703" y="718900"/>
          <a:ext cx="1081916" cy="1081916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6827BD-AF28-466F-B634-8EC6C4F2359F}">
      <dsp:nvSpPr>
        <dsp:cNvPr id="0" name=""/>
        <dsp:cNvSpPr/>
      </dsp:nvSpPr>
      <dsp:spPr>
        <a:xfrm>
          <a:off x="2665275" y="949472"/>
          <a:ext cx="620771" cy="6207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C42397-62C8-4396-BC13-3896F57EBCCE}">
      <dsp:nvSpPr>
        <dsp:cNvPr id="0" name=""/>
        <dsp:cNvSpPr/>
      </dsp:nvSpPr>
      <dsp:spPr>
        <a:xfrm>
          <a:off x="2088845" y="2137806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600" kern="1200"/>
            <a:t>Mecanismos de prevención</a:t>
          </a:r>
          <a:endParaRPr lang="en-US" sz="1600" kern="1200"/>
        </a:p>
      </dsp:txBody>
      <dsp:txXfrm>
        <a:off x="2088845" y="2137806"/>
        <a:ext cx="1773632" cy="709453"/>
      </dsp:txXfrm>
    </dsp:sp>
    <dsp:sp modelId="{A12A5CAB-DCEB-402E-8EB3-C35BEF5AD322}">
      <dsp:nvSpPr>
        <dsp:cNvPr id="0" name=""/>
        <dsp:cNvSpPr/>
      </dsp:nvSpPr>
      <dsp:spPr>
        <a:xfrm>
          <a:off x="4518721" y="718900"/>
          <a:ext cx="1081916" cy="1081916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28118D-B53C-4E51-A467-41ED56DD93F2}">
      <dsp:nvSpPr>
        <dsp:cNvPr id="0" name=""/>
        <dsp:cNvSpPr/>
      </dsp:nvSpPr>
      <dsp:spPr>
        <a:xfrm>
          <a:off x="4749294" y="949472"/>
          <a:ext cx="620771" cy="6207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9EA10-6E3C-4958-BC85-5ED54022F922}">
      <dsp:nvSpPr>
        <dsp:cNvPr id="0" name=""/>
        <dsp:cNvSpPr/>
      </dsp:nvSpPr>
      <dsp:spPr>
        <a:xfrm>
          <a:off x="4172863" y="2137806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600" kern="1200"/>
            <a:t>Mecanismos de protección lógicos</a:t>
          </a:r>
          <a:endParaRPr lang="en-US" sz="1600" kern="1200"/>
        </a:p>
      </dsp:txBody>
      <dsp:txXfrm>
        <a:off x="4172863" y="2137806"/>
        <a:ext cx="1773632" cy="709453"/>
      </dsp:txXfrm>
    </dsp:sp>
    <dsp:sp modelId="{FA4ED731-A38D-42EE-94A6-3A43C0B0FCBB}">
      <dsp:nvSpPr>
        <dsp:cNvPr id="0" name=""/>
        <dsp:cNvSpPr/>
      </dsp:nvSpPr>
      <dsp:spPr>
        <a:xfrm>
          <a:off x="6602740" y="718900"/>
          <a:ext cx="1081916" cy="1081916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3FB2D5-9307-43AC-88F0-7F3705DE0F12}">
      <dsp:nvSpPr>
        <dsp:cNvPr id="0" name=""/>
        <dsp:cNvSpPr/>
      </dsp:nvSpPr>
      <dsp:spPr>
        <a:xfrm>
          <a:off x="6833312" y="949472"/>
          <a:ext cx="620771" cy="6207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7B3811-A38E-4A79-AB2E-07FA7FB8D703}">
      <dsp:nvSpPr>
        <dsp:cNvPr id="0" name=""/>
        <dsp:cNvSpPr/>
      </dsp:nvSpPr>
      <dsp:spPr>
        <a:xfrm>
          <a:off x="6256882" y="2137806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600" kern="1200"/>
            <a:t>Mecanismos de detección</a:t>
          </a:r>
          <a:endParaRPr lang="en-US" sz="1600" kern="1200"/>
        </a:p>
      </dsp:txBody>
      <dsp:txXfrm>
        <a:off x="6256882" y="2137806"/>
        <a:ext cx="1773632" cy="709453"/>
      </dsp:txXfrm>
    </dsp:sp>
    <dsp:sp modelId="{12C6EF06-45B4-4212-9FD7-9A6D5FEA4236}">
      <dsp:nvSpPr>
        <dsp:cNvPr id="0" name=""/>
        <dsp:cNvSpPr/>
      </dsp:nvSpPr>
      <dsp:spPr>
        <a:xfrm>
          <a:off x="8686759" y="718900"/>
          <a:ext cx="1081916" cy="1081916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AD25E1-9F16-4C8B-AAC0-DA9E65796548}">
      <dsp:nvSpPr>
        <dsp:cNvPr id="0" name=""/>
        <dsp:cNvSpPr/>
      </dsp:nvSpPr>
      <dsp:spPr>
        <a:xfrm>
          <a:off x="8917331" y="949472"/>
          <a:ext cx="620771" cy="62077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3C37F6-F4B5-42B2-A845-6A9623F1155B}">
      <dsp:nvSpPr>
        <dsp:cNvPr id="0" name=""/>
        <dsp:cNvSpPr/>
      </dsp:nvSpPr>
      <dsp:spPr>
        <a:xfrm>
          <a:off x="8340900" y="2137806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600" kern="1200"/>
            <a:t>Mecanismos de recuperación</a:t>
          </a:r>
          <a:endParaRPr lang="en-US" sz="1600" kern="1200"/>
        </a:p>
      </dsp:txBody>
      <dsp:txXfrm>
        <a:off x="8340900" y="2137806"/>
        <a:ext cx="1773632" cy="7094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1D0EE5-5F4A-4356-AD34-DE3A8A9C6BEB}">
      <dsp:nvSpPr>
        <dsp:cNvPr id="0" name=""/>
        <dsp:cNvSpPr/>
      </dsp:nvSpPr>
      <dsp:spPr>
        <a:xfrm>
          <a:off x="765914" y="10374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9A0AE6-7D74-46F8-B04D-0994140A4062}">
      <dsp:nvSpPr>
        <dsp:cNvPr id="0" name=""/>
        <dsp:cNvSpPr/>
      </dsp:nvSpPr>
      <dsp:spPr>
        <a:xfrm>
          <a:off x="765914" y="178711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2300" kern="1200"/>
            <a:t>Test de intrusión se llama pentest</a:t>
          </a:r>
          <a:endParaRPr lang="en-US" sz="2300" kern="1200"/>
        </a:p>
      </dsp:txBody>
      <dsp:txXfrm>
        <a:off x="765914" y="1787111"/>
        <a:ext cx="4320000" cy="648000"/>
      </dsp:txXfrm>
    </dsp:sp>
    <dsp:sp modelId="{857ECACC-C5AA-4E0C-A780-E4443158BAE0}">
      <dsp:nvSpPr>
        <dsp:cNvPr id="0" name=""/>
        <dsp:cNvSpPr/>
      </dsp:nvSpPr>
      <dsp:spPr>
        <a:xfrm>
          <a:off x="765914" y="2514818"/>
          <a:ext cx="4320000" cy="1574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89F439-3367-4525-8502-959FECF5A82A}">
      <dsp:nvSpPr>
        <dsp:cNvPr id="0" name=""/>
        <dsp:cNvSpPr/>
      </dsp:nvSpPr>
      <dsp:spPr>
        <a:xfrm>
          <a:off x="5841914" y="10374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9C02CC-F8A8-4171-BDB0-1EDC91A552DC}">
      <dsp:nvSpPr>
        <dsp:cNvPr id="0" name=""/>
        <dsp:cNvSpPr/>
      </dsp:nvSpPr>
      <dsp:spPr>
        <a:xfrm>
          <a:off x="5841914" y="178711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2300" kern="1200"/>
            <a:t>Estos servicios pertenecen al ámbito del hacking ético.</a:t>
          </a:r>
          <a:endParaRPr lang="en-US" sz="2300" kern="1200"/>
        </a:p>
      </dsp:txBody>
      <dsp:txXfrm>
        <a:off x="5841914" y="1787111"/>
        <a:ext cx="4320000" cy="648000"/>
      </dsp:txXfrm>
    </dsp:sp>
    <dsp:sp modelId="{484616D0-BC70-49C9-85C9-F7837DF61BD4}">
      <dsp:nvSpPr>
        <dsp:cNvPr id="0" name=""/>
        <dsp:cNvSpPr/>
      </dsp:nvSpPr>
      <dsp:spPr>
        <a:xfrm>
          <a:off x="5841914" y="2514818"/>
          <a:ext cx="4320000" cy="1574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Análisis de la información publica.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Análisis de la seguridad de red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Análisis de seguridad de sistemas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Análisis de seguridad en aplicaciones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Análisis de los sistemas de seguridad</a:t>
          </a:r>
          <a:endParaRPr lang="en-US" sz="1700" kern="1200"/>
        </a:p>
      </dsp:txBody>
      <dsp:txXfrm>
        <a:off x="5841914" y="2514818"/>
        <a:ext cx="4320000" cy="15742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661F09-7031-4120-AADA-475E1AF84BB2}">
      <dsp:nvSpPr>
        <dsp:cNvPr id="0" name=""/>
        <dsp:cNvSpPr/>
      </dsp:nvSpPr>
      <dsp:spPr>
        <a:xfrm>
          <a:off x="1773918" y="1561"/>
          <a:ext cx="3074996" cy="153749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115" tIns="31115" rIns="31115" bIns="3111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900" kern="1200"/>
            <a:t>Virus Total</a:t>
          </a:r>
          <a:endParaRPr lang="en-US" sz="4900" kern="1200"/>
        </a:p>
      </dsp:txBody>
      <dsp:txXfrm>
        <a:off x="1818950" y="46593"/>
        <a:ext cx="2984932" cy="1447434"/>
      </dsp:txXfrm>
    </dsp:sp>
    <dsp:sp modelId="{46C45BB1-698C-4E20-A8DF-F91D764EC4C0}">
      <dsp:nvSpPr>
        <dsp:cNvPr id="0" name=""/>
        <dsp:cNvSpPr/>
      </dsp:nvSpPr>
      <dsp:spPr>
        <a:xfrm>
          <a:off x="1773918" y="1769684"/>
          <a:ext cx="3074996" cy="153749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115" tIns="31115" rIns="31115" bIns="3111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900" kern="1200"/>
            <a:t>Hacking web</a:t>
          </a:r>
          <a:endParaRPr lang="en-US" sz="4900" kern="1200"/>
        </a:p>
      </dsp:txBody>
      <dsp:txXfrm>
        <a:off x="1818950" y="1814716"/>
        <a:ext cx="2984932" cy="1447434"/>
      </dsp:txXfrm>
    </dsp:sp>
    <dsp:sp modelId="{887C41EF-3B43-4ECC-8CC2-488BA463C2CE}">
      <dsp:nvSpPr>
        <dsp:cNvPr id="0" name=""/>
        <dsp:cNvSpPr/>
      </dsp:nvSpPr>
      <dsp:spPr>
        <a:xfrm rot="19457599">
          <a:off x="4706540" y="2063399"/>
          <a:ext cx="1514747" cy="66005"/>
        </a:xfrm>
        <a:custGeom>
          <a:avLst/>
          <a:gdLst/>
          <a:ahLst/>
          <a:cxnLst/>
          <a:rect l="0" t="0" r="0" b="0"/>
          <a:pathLst>
            <a:path>
              <a:moveTo>
                <a:pt x="0" y="33002"/>
              </a:moveTo>
              <a:lnTo>
                <a:pt x="1514747" y="33002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26045" y="2058533"/>
        <a:ext cx="75737" cy="75737"/>
      </dsp:txXfrm>
    </dsp:sp>
    <dsp:sp modelId="{E68D92A7-AAFB-4AA5-B1DA-565AA330EA19}">
      <dsp:nvSpPr>
        <dsp:cNvPr id="0" name=""/>
        <dsp:cNvSpPr/>
      </dsp:nvSpPr>
      <dsp:spPr>
        <a:xfrm>
          <a:off x="6078913" y="885622"/>
          <a:ext cx="3074996" cy="153749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115" tIns="31115" rIns="31115" bIns="3111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900" kern="1200"/>
            <a:t>Dorks</a:t>
          </a:r>
          <a:endParaRPr lang="en-US" sz="4900" kern="1200"/>
        </a:p>
      </dsp:txBody>
      <dsp:txXfrm>
        <a:off x="6123945" y="930654"/>
        <a:ext cx="2984932" cy="1447434"/>
      </dsp:txXfrm>
    </dsp:sp>
    <dsp:sp modelId="{6B98509B-97F8-4538-8B7C-AE1F82DB4E55}">
      <dsp:nvSpPr>
        <dsp:cNvPr id="0" name=""/>
        <dsp:cNvSpPr/>
      </dsp:nvSpPr>
      <dsp:spPr>
        <a:xfrm rot="2142401">
          <a:off x="4706540" y="2947461"/>
          <a:ext cx="1514747" cy="66005"/>
        </a:xfrm>
        <a:custGeom>
          <a:avLst/>
          <a:gdLst/>
          <a:ahLst/>
          <a:cxnLst/>
          <a:rect l="0" t="0" r="0" b="0"/>
          <a:pathLst>
            <a:path>
              <a:moveTo>
                <a:pt x="0" y="33002"/>
              </a:moveTo>
              <a:lnTo>
                <a:pt x="1514747" y="33002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26045" y="2942595"/>
        <a:ext cx="75737" cy="75737"/>
      </dsp:txXfrm>
    </dsp:sp>
    <dsp:sp modelId="{25BCE419-DF83-4F20-A5FE-1F78757A6B17}">
      <dsp:nvSpPr>
        <dsp:cNvPr id="0" name=""/>
        <dsp:cNvSpPr/>
      </dsp:nvSpPr>
      <dsp:spPr>
        <a:xfrm>
          <a:off x="6078913" y="2653745"/>
          <a:ext cx="3074996" cy="153749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115" tIns="31115" rIns="31115" bIns="3111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900" kern="1200"/>
            <a:t>Shodam</a:t>
          </a:r>
          <a:endParaRPr lang="en-US" sz="4900" kern="1200"/>
        </a:p>
      </dsp:txBody>
      <dsp:txXfrm>
        <a:off x="6123945" y="2698777"/>
        <a:ext cx="2984932" cy="14474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462D20-A358-462F-8F45-D4FE15900D62}">
      <dsp:nvSpPr>
        <dsp:cNvPr id="0" name=""/>
        <dsp:cNvSpPr/>
      </dsp:nvSpPr>
      <dsp:spPr>
        <a:xfrm>
          <a:off x="0" y="405752"/>
          <a:ext cx="10927829" cy="15970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500" kern="1200"/>
            <a:t>Nessus</a:t>
          </a:r>
          <a:endParaRPr lang="en-US" sz="6500" kern="1200"/>
        </a:p>
      </dsp:txBody>
      <dsp:txXfrm>
        <a:off x="77962" y="483714"/>
        <a:ext cx="10771905" cy="1441126"/>
      </dsp:txXfrm>
    </dsp:sp>
    <dsp:sp modelId="{358F1DA6-3B78-4E21-9705-1B778BBF3B32}">
      <dsp:nvSpPr>
        <dsp:cNvPr id="0" name=""/>
        <dsp:cNvSpPr/>
      </dsp:nvSpPr>
      <dsp:spPr>
        <a:xfrm>
          <a:off x="0" y="2190002"/>
          <a:ext cx="10927829" cy="159705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500" kern="1200"/>
            <a:t>Nmap</a:t>
          </a:r>
          <a:endParaRPr lang="en-US" sz="6500" kern="1200"/>
        </a:p>
      </dsp:txBody>
      <dsp:txXfrm>
        <a:off x="77962" y="2267964"/>
        <a:ext cx="10771905" cy="14411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E5E21-03B1-473A-808E-75C6A620A53B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75C233-C145-4635-8B4C-BFBA82D1C39B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1" kern="1200"/>
            <a:t>A. Comandos básicos:</a:t>
          </a:r>
          <a:endParaRPr lang="en-US" sz="2500" kern="1200"/>
        </a:p>
      </dsp:txBody>
      <dsp:txXfrm>
        <a:off x="417971" y="2644140"/>
        <a:ext cx="2889450" cy="720000"/>
      </dsp:txXfrm>
    </dsp:sp>
    <dsp:sp modelId="{CC302E17-73B6-42B4-A957-D015CCCC6B6E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561E31-EE75-432B-BE77-1034946FFA37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cd /var/log              # Ir al directorio de logs</a:t>
          </a:r>
          <a:endParaRPr lang="en-US" sz="2500" kern="1200"/>
        </a:p>
      </dsp:txBody>
      <dsp:txXfrm>
        <a:off x="3813075" y="2644140"/>
        <a:ext cx="2889450" cy="720000"/>
      </dsp:txXfrm>
    </dsp:sp>
    <dsp:sp modelId="{4CFDFF1D-4C46-47E8-A2DF-0499E4B454C4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5EFBC-1A31-4229-A835-13CE48EEE422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ls -lh                   # Ver los archivos de log</a:t>
          </a:r>
          <a:endParaRPr lang="en-US" sz="2500" kern="1200"/>
        </a:p>
      </dsp:txBody>
      <dsp:txXfrm>
        <a:off x="7208178" y="2644140"/>
        <a:ext cx="28894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E3699-2B5E-D8D2-24AB-D7878139E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46D98C-FD8E-DB9D-7C06-074FF6ADB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238F35-D3A3-0E6E-7140-435531643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21/09/2025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4D1445-A46D-BB99-EF57-F2E2A68DC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690ABF-8F5F-7B73-15D8-AA742CA57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720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2413D1-B65A-7C34-94E1-E8F035CA6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3E06A1-F03A-23BF-4D48-9A98F5616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E9BC34-0E94-AD2E-A9AE-505ACD7B2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21/09/2025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41AD84-0989-A854-CFFA-7126874D9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9EF560-C098-A468-D531-E0549EC8F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6632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EB4F04-0F1E-9A9C-12F9-E837657B6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7618FC-4224-2F98-DA3A-6FC8B6C5A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371BAA-933F-1AD0-F324-FB95935EA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21/09/2025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D91D4C-B3A0-AC2F-F3FA-99FE20D51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CA7F67-67C8-44FA-4E45-0AFA22C92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2054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78D26-89E3-8C1A-251F-9BCAE207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C2DCB0-52EA-CD3C-2ABB-BAE16F7FD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BCC20B-5A42-5C24-234E-9B5FB1524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792458-0460-1E82-B9FA-0385E7109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21/09/2025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4F8980-74BE-D260-FBEE-E9EF9D29A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274F2A-4C34-BB06-5D0C-8C9A50AF4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35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DC4AB6-122C-D95D-71B8-FFF99E788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30E180-1891-E3F6-0A8D-FD531D431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87A73F-C8CE-67B3-22E0-DACC1BF39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BC7CA7-FE2C-679E-1FE6-3379EBF7A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F1EDD20-A6C4-71D8-5847-E0F25A2C83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FC64340-5DBB-0CEF-73BC-4F2EE71BF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21/09/2025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351D042-EE0D-E2E4-AC3B-B0A6B000B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ED2FA34-0A5A-2B3D-13AD-72F91653C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0469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EE3055-3D57-C2BA-7B80-08BD57905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EC32614-0045-415E-AB28-CA40E70ED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21/09/2025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5E152E3-B701-219B-50DE-97ECB8634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A121551-A3F2-F4F9-6367-8BA196D7E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904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BE268F8-65B4-8AAD-75FD-51E4DCF8D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21/09/2025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4047F3F-01B7-02BD-1907-C602F0A4C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8AF27F-CC40-A4E2-850B-AFED4AC36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221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83EC1D-A118-B813-92D5-2CC4EC6B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67289F-B58A-3C51-D984-DF3120209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7070BB-FE1A-BA52-1B86-2544AFC11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A2B16E-378F-EC2C-A224-03FB9C61D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21/09/2025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049FEB-B7D2-AAFA-3FEA-3833F652D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1383F8-43A1-4708-A1BD-0D64D32A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1472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77FB2B-2239-A2C5-008D-161B4872A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4E77CA8-5140-0A47-35BD-750FAEF768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48ADAF-712E-25A3-011B-1E4A2C3CD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C62925-D99F-6C6F-6F1C-600717868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21/09/2025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AD84A6-6E47-4FDF-3DF8-CB66C143E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E5C1DB-C5DE-9F9E-8CA4-9FDBB85D3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8258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BFDBB-8793-B28D-4D13-B58E5467D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B7B66DC-17C3-6BF4-A645-B0A64B7BE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23181B-5072-A404-52DA-2E91C9385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21/09/2025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2A52AA-DB7B-01EC-070D-4F3BC83BF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86E288-6182-9D67-EC70-451209C54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4838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FB4F54C-46F8-93AA-937D-FADB9B1949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5EA0FE-E0F8-CEE1-1640-B35426B59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ADDFAB-132C-45F4-6A13-E282D81C2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21/09/2025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5AA260-435B-8256-133D-58A0568B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32E227-6845-939E-B7B7-3AC4B669C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7920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E663136-3AA9-C5D6-EA7F-FCF60B176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B290F0-95F6-3F68-A38F-8D077EC37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EC4B67-316D-5331-B571-0A2D4AD117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EAB697-0FEA-4A4B-BBB3-4CD9CB169CC3}" type="datetimeFigureOut">
              <a:rPr lang="es-ES" smtClean="0"/>
              <a:t>21/09/2025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37EA8C-7518-F749-3CC7-B3D34E36F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05E4F0-AECE-C33E-1767-B9C56D1F39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3967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79B4EC-BE3E-9295-AC58-0CAD13A4D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s-ES" sz="5400">
                <a:solidFill>
                  <a:schemeClr val="bg1"/>
                </a:solidFill>
              </a:rPr>
              <a:t>SEGURIDAD INFORMÁTICA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Subtítulo 4">
            <a:extLst>
              <a:ext uri="{FF2B5EF4-FFF2-40B4-BE49-F238E27FC236}">
                <a16:creationId xmlns:a16="http://schemas.microsoft.com/office/drawing/2014/main" id="{BB076771-2AA0-A9C7-C61D-786423133F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739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855ED5-C41C-55E2-BE49-49FE2B215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 fontScale="90000"/>
          </a:bodyPr>
          <a:lstStyle/>
          <a:p>
            <a:r>
              <a:rPr lang="es-ES" sz="3700" dirty="0"/>
              <a:t>UNIDAD 1: PLANIFICACIÓN DE LA SEGURIDAD INFORMÁTICA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0CF830-6970-FDBC-A50E-F122507AE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s-ES" sz="2000" dirty="0"/>
              <a:t>¿Qué es la seguridad informática?</a:t>
            </a:r>
            <a:r>
              <a:rPr lang="es-ES" sz="2000" b="1" dirty="0"/>
              <a:t> protección digital</a:t>
            </a:r>
            <a:r>
              <a:rPr lang="es-ES" sz="2000" dirty="0"/>
              <a:t>.</a:t>
            </a:r>
          </a:p>
          <a:p>
            <a:r>
              <a:rPr lang="es-ES" sz="2000" dirty="0"/>
              <a:t>Amenaza</a:t>
            </a:r>
          </a:p>
          <a:p>
            <a:r>
              <a:rPr lang="es-ES" sz="2000" dirty="0"/>
              <a:t>Vulnerabilidad</a:t>
            </a:r>
          </a:p>
          <a:p>
            <a:r>
              <a:rPr lang="es-ES" sz="2000" dirty="0"/>
              <a:t>Impacto</a:t>
            </a:r>
          </a:p>
          <a:p>
            <a:r>
              <a:rPr lang="es-ES" sz="2000" dirty="0"/>
              <a:t>Riesgo</a:t>
            </a:r>
          </a:p>
        </p:txBody>
      </p:sp>
      <p:pic>
        <p:nvPicPr>
          <p:cNvPr id="5" name="Picture 4" descr="Candado transparente">
            <a:extLst>
              <a:ext uri="{FF2B5EF4-FFF2-40B4-BE49-F238E27FC236}">
                <a16:creationId xmlns:a16="http://schemas.microsoft.com/office/drawing/2014/main" id="{058F10C3-717F-BECA-156D-522EB24A90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30" r="33784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761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6EE4D5D-BC7A-A455-7C31-2435FF074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/>
              <a:t>Análisis de riesgos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1E3FBC-6857-CF6B-87BE-A05C66754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s-ES" sz="2000"/>
              <a:t>¿Qué es?</a:t>
            </a:r>
          </a:p>
          <a:p>
            <a:r>
              <a:rPr lang="es-ES" sz="2000"/>
              <a:t>Impacto</a:t>
            </a:r>
          </a:p>
        </p:txBody>
      </p:sp>
      <p:pic>
        <p:nvPicPr>
          <p:cNvPr id="5" name="Picture 4" descr="Lupa resalta un rendimiento económico decreciente">
            <a:extLst>
              <a:ext uri="{FF2B5EF4-FFF2-40B4-BE49-F238E27FC236}">
                <a16:creationId xmlns:a16="http://schemas.microsoft.com/office/drawing/2014/main" id="{0D819346-815D-9C09-8DD3-54EBE47531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40" r="26860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738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3D101B-FFE0-DCBE-02EF-D1A8D569E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Plan de contingencias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CE16A0-F463-5680-47FB-9961950F5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0817" y="4409960"/>
            <a:ext cx="4508641" cy="111641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¿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Qué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es?</a:t>
            </a:r>
            <a:r>
              <a:rPr lang="es-ES" sz="2000" b="1" dirty="0"/>
              <a:t> </a:t>
            </a:r>
            <a:r>
              <a:rPr lang="es-ES" sz="2000" b="1" dirty="0">
                <a:solidFill>
                  <a:schemeClr val="bg1"/>
                </a:solidFill>
              </a:rPr>
              <a:t>respuesta organizada</a:t>
            </a:r>
            <a:r>
              <a:rPr lang="es-ES" sz="2000" dirty="0">
                <a:solidFill>
                  <a:schemeClr val="bg1"/>
                </a:solidFill>
              </a:rPr>
              <a:t>.</a:t>
            </a:r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68972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B01E29-2503-D8F0-55E4-B698BEED1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chemeClr val="tx2"/>
                </a:solidFill>
              </a:rPr>
              <a:t>Políticas de seguridad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566969-F813-4CC5-B3E9-363D85B5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81264" y="-5116"/>
            <a:ext cx="3318648" cy="2490264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8CF66C-45E2-456B-92B0-9E97A331D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65D590E-D70D-4D25-B853-D5208F2A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231501E-3F84-4705-A001-13995FA6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2617E4-47FD-4C38-8F70-93BF9B12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17D733-97B6-4C43-AF0C-5E3CB0EA1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07887"/>
            <a:ext cx="2605762" cy="2252847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D288266-7E76-4D4A-BAAC-E233FA013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697F88A-8624-4BA2-AF06-E6C3A52F0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A77163-C052-481C-9DCF-68C23ACA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2B425B5-0A0E-4B85-B718-E5DA73431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747FD32-38E6-8662-D42F-F0D2077409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8614404"/>
              </p:ext>
            </p:extLst>
          </p:nvPr>
        </p:nvGraphicFramePr>
        <p:xfrm>
          <a:off x="1036320" y="2560320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2762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721458-23C4-DDE8-9797-2DB0EC98A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3700"/>
              <a:t>Servicios y mecanismos de seguridad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4CA6DA-7CD6-7BBE-F29A-E2F8BA67B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s-ES" sz="2000"/>
              <a:t>Seguridad física</a:t>
            </a:r>
          </a:p>
          <a:p>
            <a:r>
              <a:rPr lang="es-ES" sz="2000"/>
              <a:t>Seguridad lógica</a:t>
            </a:r>
          </a:p>
          <a:p>
            <a:endParaRPr lang="es-ES" sz="2000"/>
          </a:p>
          <a:p>
            <a:r>
              <a:rPr lang="es-ES" sz="2000"/>
              <a:t>Requisitos de confidencialidad</a:t>
            </a:r>
          </a:p>
          <a:p>
            <a:r>
              <a:rPr lang="es-ES" sz="2000"/>
              <a:t>Requisitos de integridad</a:t>
            </a:r>
          </a:p>
          <a:p>
            <a:r>
              <a:rPr lang="es-ES" sz="2000"/>
              <a:t>Requisitos de disponibilidad</a:t>
            </a:r>
          </a:p>
          <a:p>
            <a:r>
              <a:rPr lang="es-ES" sz="2000"/>
              <a:t>Requisitos de autenticación</a:t>
            </a:r>
          </a:p>
          <a:p>
            <a:r>
              <a:rPr lang="es-ES" sz="2000"/>
              <a:t>Requisitos de no repudio</a:t>
            </a:r>
          </a:p>
          <a:p>
            <a:r>
              <a:rPr lang="es-ES" sz="2000"/>
              <a:t>Requisitos de trazabilidad</a:t>
            </a:r>
          </a:p>
        </p:txBody>
      </p:sp>
      <p:pic>
        <p:nvPicPr>
          <p:cNvPr id="5" name="Picture 4" descr="Herramientas de trabajo para la construcción">
            <a:extLst>
              <a:ext uri="{FF2B5EF4-FFF2-40B4-BE49-F238E27FC236}">
                <a16:creationId xmlns:a16="http://schemas.microsoft.com/office/drawing/2014/main" id="{0AC225E9-B201-B5DD-2BB6-BA1AA701D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81" r="17018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57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F8A082-9F4C-644F-F0CB-5ECF4D8F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es-ES" sz="4000"/>
              <a:t>Elementos de identificación</a:t>
            </a:r>
          </a:p>
        </p:txBody>
      </p:sp>
      <p:pic>
        <p:nvPicPr>
          <p:cNvPr id="5" name="Picture 4" descr="Una pila de tarjetas de banco">
            <a:extLst>
              <a:ext uri="{FF2B5EF4-FFF2-40B4-BE49-F238E27FC236}">
                <a16:creationId xmlns:a16="http://schemas.microsoft.com/office/drawing/2014/main" id="{D71FA28F-3C86-A52B-F831-2BAE8F3662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444" r="2" b="2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96AFB2-52DF-6682-C5AB-8B4BF3E9B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3769835"/>
          </a:xfrm>
        </p:spPr>
        <p:txBody>
          <a:bodyPr anchor="ctr">
            <a:normAutofit/>
          </a:bodyPr>
          <a:lstStyle/>
          <a:p>
            <a:r>
              <a:rPr lang="es-ES" sz="2000"/>
              <a:t>Tarjetas con bandas magnéticas</a:t>
            </a:r>
          </a:p>
          <a:p>
            <a:r>
              <a:rPr lang="es-ES" sz="2000"/>
              <a:t>Tarjetas inteligentes</a:t>
            </a:r>
          </a:p>
          <a:p>
            <a:r>
              <a:rPr lang="es-ES" sz="2000"/>
              <a:t>Criptografía</a:t>
            </a:r>
          </a:p>
          <a:p>
            <a:r>
              <a:rPr lang="es-ES" sz="2000"/>
              <a:t>Firma electrónica</a:t>
            </a:r>
          </a:p>
          <a:p>
            <a:r>
              <a:rPr lang="es-ES" sz="2000"/>
              <a:t>Kerberos</a:t>
            </a:r>
          </a:p>
          <a:p>
            <a:r>
              <a:rPr lang="es-ES" sz="2000"/>
              <a:t>Tecnologías de identificación biométricas</a:t>
            </a:r>
          </a:p>
        </p:txBody>
      </p:sp>
    </p:spTree>
    <p:extLst>
      <p:ext uri="{BB962C8B-B14F-4D97-AF65-F5344CB8AC3E}">
        <p14:creationId xmlns:p14="http://schemas.microsoft.com/office/powerpoint/2010/main" val="3475719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A232001-5845-839B-5ACE-8D6D8E3BA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es-ES" sz="4000"/>
              <a:t>Ampliación Kerberos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91CC5E-809F-02C3-3365-0B3C9A06DB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778" b="-445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3D5598-956A-5D0D-4850-990B15BC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3769835"/>
          </a:xfrm>
        </p:spPr>
        <p:txBody>
          <a:bodyPr anchor="ctr">
            <a:normAutofit/>
          </a:bodyPr>
          <a:lstStyle/>
          <a:p>
            <a:r>
              <a:rPr lang="es-ES" sz="1700" b="1"/>
              <a:t>Kerberos</a:t>
            </a:r>
            <a:r>
              <a:rPr lang="es-ES" sz="1700"/>
              <a:t> es un </a:t>
            </a:r>
            <a:r>
              <a:rPr lang="es-ES" sz="1700" b="1"/>
              <a:t>protocolo de autenticación de red</a:t>
            </a:r>
            <a:r>
              <a:rPr lang="es-ES" sz="1700"/>
              <a:t>.</a:t>
            </a:r>
            <a:br>
              <a:rPr lang="es-ES" sz="1700"/>
            </a:br>
            <a:r>
              <a:rPr lang="es-ES" sz="1700"/>
              <a:t>Se diseñó en el MIT en los años 80 y hoy es estándar en muchos sistemas (por ejemplo, </a:t>
            </a:r>
            <a:r>
              <a:rPr lang="es-ES" sz="1700" b="1"/>
              <a:t>Active Directory de Microsoft lo usa por defecto</a:t>
            </a:r>
            <a:r>
              <a:rPr lang="es-ES" sz="1700"/>
              <a:t>).</a:t>
            </a:r>
          </a:p>
          <a:p>
            <a:r>
              <a:rPr lang="es-ES" sz="1700"/>
              <a:t>Su objetivo:</a:t>
            </a:r>
          </a:p>
          <a:p>
            <a:r>
              <a:rPr lang="es-ES" sz="1700"/>
              <a:t>Que los usuarios y servicios dentro de una red </a:t>
            </a:r>
            <a:r>
              <a:rPr lang="es-ES" sz="1700" b="1"/>
              <a:t>puedan comprobar su identidad mutuamente</a:t>
            </a:r>
            <a:r>
              <a:rPr lang="es-ES" sz="1700"/>
              <a:t> de forma </a:t>
            </a:r>
            <a:r>
              <a:rPr lang="es-ES" sz="1700" b="1"/>
              <a:t>segura</a:t>
            </a:r>
            <a:r>
              <a:rPr lang="es-ES" sz="1700"/>
              <a:t>.</a:t>
            </a:r>
          </a:p>
          <a:p>
            <a:r>
              <a:rPr lang="es-ES" sz="1700"/>
              <a:t>Evitar que contraseñas viajen en texto plano por la red.</a:t>
            </a:r>
          </a:p>
          <a:p>
            <a:endParaRPr lang="es-ES" sz="1700"/>
          </a:p>
        </p:txBody>
      </p:sp>
    </p:spTree>
    <p:extLst>
      <p:ext uri="{BB962C8B-B14F-4D97-AF65-F5344CB8AC3E}">
        <p14:creationId xmlns:p14="http://schemas.microsoft.com/office/powerpoint/2010/main" val="1113577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CF6465-1BF9-7D3F-D962-87611D6B0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s-ES" sz="6800">
                <a:solidFill>
                  <a:srgbClr val="FFFFFF"/>
                </a:solidFill>
              </a:rPr>
              <a:t>Desarrollo de auditorias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CC6DA3-85AA-6C55-630B-E031195D5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Revisión de los sistemas</a:t>
            </a:r>
          </a:p>
          <a:p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Revisión de las instalaciones informáticas</a:t>
            </a:r>
          </a:p>
          <a:p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Revisión de las aplicaciones</a:t>
            </a:r>
          </a:p>
          <a:p>
            <a:endParaRPr lang="es-E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Con los resultados:</a:t>
            </a:r>
          </a:p>
          <a:p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Medidas físicas</a:t>
            </a:r>
          </a:p>
          <a:p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Medidas lógicas</a:t>
            </a:r>
          </a:p>
          <a:p>
            <a:endParaRPr lang="es-E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Cuando se adoptan las medidas:</a:t>
            </a:r>
          </a:p>
          <a:p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Seguridad pasiva</a:t>
            </a:r>
          </a:p>
          <a:p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Seguridad activa</a:t>
            </a:r>
          </a:p>
          <a:p>
            <a:endParaRPr lang="es-E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Programa Clara para Windows y Linux, programa </a:t>
            </a:r>
            <a:r>
              <a:rPr lang="es-ES" sz="2000">
                <a:solidFill>
                  <a:schemeClr val="tx1">
                    <a:alpha val="80000"/>
                  </a:schemeClr>
                </a:solidFill>
              </a:rPr>
              <a:t>Lynis</a:t>
            </a:r>
            <a:endParaRPr lang="es-E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29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D768B77-8742-43A0-AF16-6AC4D378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8B13CA8-CBEA-4805-955D-CEBE32236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17490" cy="5486399"/>
          </a:xfrm>
          <a:prstGeom prst="rect">
            <a:avLst/>
          </a:prstGeom>
          <a:ln>
            <a:noFill/>
          </a:ln>
          <a:effectLst>
            <a:outerShdw blurRad="393700" dist="127000" dir="5400000" sx="95000" sy="95000" algn="t" rotWithShape="0">
              <a:srgbClr val="000000">
                <a:alpha val="3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2F9DCC-CB2F-0609-E656-E28E1A148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13574"/>
            <a:ext cx="3221377" cy="38592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Permisos y derechos de usuarios (Linux)</a:t>
            </a:r>
          </a:p>
        </p:txBody>
      </p:sp>
      <p:pic>
        <p:nvPicPr>
          <p:cNvPr id="5" name="Picture 4" descr="Piezas metálicas de tres en raya">
            <a:extLst>
              <a:ext uri="{FF2B5EF4-FFF2-40B4-BE49-F238E27FC236}">
                <a16:creationId xmlns:a16="http://schemas.microsoft.com/office/drawing/2014/main" id="{247AF53F-E24C-A33A-A4FF-E72CF5F9D5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4" r="15350"/>
          <a:stretch>
            <a:fillRect/>
          </a:stretch>
        </p:blipFill>
        <p:spPr>
          <a:xfrm>
            <a:off x="4617490" y="1"/>
            <a:ext cx="7574510" cy="6858000"/>
          </a:xfrm>
          <a:prstGeom prst="rect">
            <a:avLst/>
          </a:prstGeom>
          <a:effectLst>
            <a:outerShdw blurRad="254000" dist="190500" dir="5580000" sx="90000" sy="90000" algn="ctr" rotWithShape="0">
              <a:srgbClr val="000000">
                <a:alpha val="2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35714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148C17-4FDF-293A-1905-9E367FA7B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/>
              <a:t>Monitorización del tráfico en la red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A72295-E120-ED62-E431-D2C7FF64F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s-ES" sz="2000"/>
              <a:t>Wireshark</a:t>
            </a:r>
          </a:p>
          <a:p>
            <a:r>
              <a:rPr lang="es-ES" sz="2000"/>
              <a:t>Tcpdump</a:t>
            </a:r>
          </a:p>
        </p:txBody>
      </p:sp>
      <p:pic>
        <p:nvPicPr>
          <p:cNvPr id="5" name="Picture 4" descr="Cables de red de colores">
            <a:extLst>
              <a:ext uri="{FF2B5EF4-FFF2-40B4-BE49-F238E27FC236}">
                <a16:creationId xmlns:a16="http://schemas.microsoft.com/office/drawing/2014/main" id="{E5B7CA75-5CFD-C00B-17D4-ECF809B4C2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26" r="27674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384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D768B77-8742-43A0-AF16-6AC4D378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8B13CA8-CBEA-4805-955D-CEBE32236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17490" cy="5486399"/>
          </a:xfrm>
          <a:prstGeom prst="rect">
            <a:avLst/>
          </a:prstGeom>
          <a:ln>
            <a:noFill/>
          </a:ln>
          <a:effectLst>
            <a:outerShdw blurRad="393700" dist="127000" dir="5400000" sx="95000" sy="95000" algn="t" rotWithShape="0">
              <a:srgbClr val="000000">
                <a:alpha val="3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F52AA6-669F-2950-FE3D-E06289E2C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13574"/>
            <a:ext cx="3221377" cy="38592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Ataques a una red, Test Intrusión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8E0BE7-64E7-9B3F-2333-5342EBCAAF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38" r="-1" b="-1"/>
          <a:stretch>
            <a:fillRect/>
          </a:stretch>
        </p:blipFill>
        <p:spPr>
          <a:xfrm>
            <a:off x="4617490" y="1"/>
            <a:ext cx="7574510" cy="6858000"/>
          </a:xfrm>
          <a:prstGeom prst="rect">
            <a:avLst/>
          </a:prstGeom>
          <a:effectLst>
            <a:outerShdw blurRad="254000" dist="190500" dir="5580000" sx="90000" sy="90000" algn="ctr" rotWithShape="0">
              <a:srgbClr val="000000">
                <a:alpha val="2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73731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" name="Group 12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E6248D1-0FE1-C9B4-E7FA-FEA70C664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Wireshark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6594761B-8160-40F9-4C2F-FB1C24157E5F}"/>
              </a:ext>
            </a:extLst>
          </p:cNvPr>
          <p:cNvSpPr txBox="1">
            <a:spLocks/>
          </p:cNvSpPr>
          <p:nvPr/>
        </p:nvSpPr>
        <p:spPr>
          <a:xfrm>
            <a:off x="6382286" y="280809"/>
            <a:ext cx="5573739" cy="6326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2"/>
                </a:solidFill>
              </a:rPr>
              <a:t>Wireshark</a:t>
            </a:r>
            <a:r>
              <a:rPr lang="en-US" sz="1600" dirty="0">
                <a:solidFill>
                  <a:schemeClr val="tx2"/>
                </a:solidFill>
              </a:rPr>
              <a:t> es un </a:t>
            </a:r>
            <a:r>
              <a:rPr lang="en-US" sz="1600" dirty="0" err="1">
                <a:solidFill>
                  <a:schemeClr val="tx2"/>
                </a:solidFill>
              </a:rPr>
              <a:t>analizador</a:t>
            </a:r>
            <a:r>
              <a:rPr lang="en-US" sz="1600" dirty="0">
                <a:solidFill>
                  <a:schemeClr val="tx2"/>
                </a:solidFill>
              </a:rPr>
              <a:t> de </a:t>
            </a:r>
            <a:r>
              <a:rPr lang="en-US" sz="1600" dirty="0" err="1">
                <a:solidFill>
                  <a:schemeClr val="tx2"/>
                </a:solidFill>
              </a:rPr>
              <a:t>protocolos</a:t>
            </a:r>
            <a:r>
              <a:rPr lang="en-US" sz="1600" dirty="0">
                <a:solidFill>
                  <a:schemeClr val="tx2"/>
                </a:solidFill>
              </a:rPr>
              <a:t> de red (</a:t>
            </a:r>
            <a:r>
              <a:rPr lang="en-US" sz="1600" i="1" dirty="0">
                <a:solidFill>
                  <a:schemeClr val="tx2"/>
                </a:solidFill>
              </a:rPr>
              <a:t>packet sniffer</a:t>
            </a:r>
            <a:r>
              <a:rPr lang="en-US" sz="1600" dirty="0">
                <a:solidFill>
                  <a:schemeClr val="tx2"/>
                </a:solidFill>
              </a:rPr>
              <a:t>) de </a:t>
            </a:r>
            <a:r>
              <a:rPr lang="en-US" sz="1600" dirty="0" err="1">
                <a:solidFill>
                  <a:schemeClr val="tx2"/>
                </a:solidFill>
              </a:rPr>
              <a:t>código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abierto</a:t>
            </a:r>
            <a:r>
              <a:rPr lang="en-US" sz="1600" dirty="0">
                <a:solidFill>
                  <a:schemeClr val="tx2"/>
                </a:solidFill>
              </a:rPr>
              <a:t>.</a:t>
            </a:r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dirty="0">
                <a:solidFill>
                  <a:schemeClr val="tx2"/>
                </a:solidFill>
              </a:rPr>
              <a:t>Sirve para </a:t>
            </a:r>
            <a:r>
              <a:rPr lang="en-US" sz="1600" b="1" dirty="0" err="1">
                <a:solidFill>
                  <a:schemeClr val="tx2"/>
                </a:solidFill>
              </a:rPr>
              <a:t>capturar</a:t>
            </a:r>
            <a:r>
              <a:rPr lang="en-US" sz="1600" b="1" dirty="0">
                <a:solidFill>
                  <a:schemeClr val="tx2"/>
                </a:solidFill>
              </a:rPr>
              <a:t>, </a:t>
            </a:r>
            <a:r>
              <a:rPr lang="en-US" sz="1600" b="1" dirty="0" err="1">
                <a:solidFill>
                  <a:schemeClr val="tx2"/>
                </a:solidFill>
              </a:rPr>
              <a:t>inspeccionar</a:t>
            </a:r>
            <a:r>
              <a:rPr lang="en-US" sz="1600" b="1" dirty="0">
                <a:solidFill>
                  <a:schemeClr val="tx2"/>
                </a:solidFill>
              </a:rPr>
              <a:t> y </a:t>
            </a:r>
            <a:r>
              <a:rPr lang="en-US" sz="1600" b="1" dirty="0" err="1">
                <a:solidFill>
                  <a:schemeClr val="tx2"/>
                </a:solidFill>
              </a:rPr>
              <a:t>analizar</a:t>
            </a:r>
            <a:r>
              <a:rPr lang="en-US" sz="1600" b="1" dirty="0">
                <a:solidFill>
                  <a:schemeClr val="tx2"/>
                </a:solidFill>
              </a:rPr>
              <a:t> </a:t>
            </a:r>
            <a:r>
              <a:rPr lang="en-US" sz="1600" b="1" dirty="0" err="1">
                <a:solidFill>
                  <a:schemeClr val="tx2"/>
                </a:solidFill>
              </a:rPr>
              <a:t>tráfico</a:t>
            </a:r>
            <a:r>
              <a:rPr lang="en-US" sz="1600" b="1" dirty="0">
                <a:solidFill>
                  <a:schemeClr val="tx2"/>
                </a:solidFill>
              </a:rPr>
              <a:t> de red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en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tiempo</a:t>
            </a:r>
            <a:r>
              <a:rPr lang="en-US" sz="1600" dirty="0">
                <a:solidFill>
                  <a:schemeClr val="tx2"/>
                </a:solidFill>
              </a:rPr>
              <a:t> real o </a:t>
            </a:r>
            <a:r>
              <a:rPr lang="en-US" sz="1600" dirty="0" err="1">
                <a:solidFill>
                  <a:schemeClr val="tx2"/>
                </a:solidFill>
              </a:rPr>
              <a:t>desde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ficheros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guardados</a:t>
            </a:r>
            <a:r>
              <a:rPr lang="en-US" sz="1600" dirty="0">
                <a:solidFill>
                  <a:schemeClr val="tx2"/>
                </a:solidFill>
              </a:rPr>
              <a:t>.</a:t>
            </a:r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dirty="0">
                <a:solidFill>
                  <a:schemeClr val="tx2"/>
                </a:solidFill>
              </a:rPr>
              <a:t>Se </a:t>
            </a:r>
            <a:r>
              <a:rPr lang="en-US" sz="1600" dirty="0" err="1">
                <a:solidFill>
                  <a:schemeClr val="tx2"/>
                </a:solidFill>
              </a:rPr>
              <a:t>usa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mucho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en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b="1" dirty="0" err="1">
                <a:solidFill>
                  <a:schemeClr val="tx2"/>
                </a:solidFill>
              </a:rPr>
              <a:t>ciberseguridad</a:t>
            </a:r>
            <a:r>
              <a:rPr lang="en-US" sz="1600" b="1" dirty="0">
                <a:solidFill>
                  <a:schemeClr val="tx2"/>
                </a:solidFill>
              </a:rPr>
              <a:t>, </a:t>
            </a:r>
            <a:r>
              <a:rPr lang="en-US" sz="1600" b="1" dirty="0" err="1">
                <a:solidFill>
                  <a:schemeClr val="tx2"/>
                </a:solidFill>
              </a:rPr>
              <a:t>auditorías</a:t>
            </a:r>
            <a:r>
              <a:rPr lang="en-US" sz="1600" b="1" dirty="0">
                <a:solidFill>
                  <a:schemeClr val="tx2"/>
                </a:solidFill>
              </a:rPr>
              <a:t>, </a:t>
            </a:r>
            <a:r>
              <a:rPr lang="en-US" sz="1600" b="1" dirty="0" err="1">
                <a:solidFill>
                  <a:schemeClr val="tx2"/>
                </a:solidFill>
              </a:rPr>
              <a:t>resolución</a:t>
            </a:r>
            <a:r>
              <a:rPr lang="en-US" sz="1600" b="1" dirty="0">
                <a:solidFill>
                  <a:schemeClr val="tx2"/>
                </a:solidFill>
              </a:rPr>
              <a:t> de </a:t>
            </a:r>
            <a:r>
              <a:rPr lang="en-US" sz="1600" b="1" dirty="0" err="1">
                <a:solidFill>
                  <a:schemeClr val="tx2"/>
                </a:solidFill>
              </a:rPr>
              <a:t>problemas</a:t>
            </a:r>
            <a:r>
              <a:rPr lang="en-US" sz="1600" b="1" dirty="0">
                <a:solidFill>
                  <a:schemeClr val="tx2"/>
                </a:solidFill>
              </a:rPr>
              <a:t> de red y </a:t>
            </a:r>
            <a:r>
              <a:rPr lang="en-US" sz="1600" b="1" dirty="0" err="1">
                <a:solidFill>
                  <a:schemeClr val="tx2"/>
                </a:solidFill>
              </a:rPr>
              <a:t>docencia</a:t>
            </a:r>
            <a:r>
              <a:rPr lang="en-US" sz="1600" dirty="0">
                <a:solidFill>
                  <a:schemeClr val="tx2"/>
                </a:solidFill>
              </a:rPr>
              <a:t>.</a:t>
            </a:r>
          </a:p>
          <a:p>
            <a:br>
              <a:rPr lang="en-US" sz="1600" dirty="0">
                <a:solidFill>
                  <a:schemeClr val="tx2"/>
                </a:solidFill>
              </a:rPr>
            </a:br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b="1" dirty="0">
                <a:solidFill>
                  <a:schemeClr val="tx2"/>
                </a:solidFill>
              </a:rPr>
              <a:t>🔹 Colores </a:t>
            </a:r>
            <a:r>
              <a:rPr lang="en-US" sz="1600" b="1" dirty="0" err="1">
                <a:solidFill>
                  <a:schemeClr val="tx2"/>
                </a:solidFill>
              </a:rPr>
              <a:t>en</a:t>
            </a:r>
            <a:r>
              <a:rPr lang="en-US" sz="1600" b="1" dirty="0">
                <a:solidFill>
                  <a:schemeClr val="tx2"/>
                </a:solidFill>
              </a:rPr>
              <a:t> Wireshark</a:t>
            </a:r>
          </a:p>
          <a:p>
            <a:r>
              <a:rPr lang="en-US" sz="1600" dirty="0">
                <a:solidFill>
                  <a:schemeClr val="tx2"/>
                </a:solidFill>
              </a:rPr>
              <a:t>Los </a:t>
            </a:r>
            <a:r>
              <a:rPr lang="en-US" sz="1600" b="1" dirty="0" err="1">
                <a:solidFill>
                  <a:schemeClr val="tx2"/>
                </a:solidFill>
              </a:rPr>
              <a:t>colores</a:t>
            </a:r>
            <a:r>
              <a:rPr lang="en-US" sz="1600" b="1" dirty="0">
                <a:solidFill>
                  <a:schemeClr val="tx2"/>
                </a:solidFill>
              </a:rPr>
              <a:t> no son </a:t>
            </a:r>
            <a:r>
              <a:rPr lang="en-US" sz="1600" b="1" dirty="0" err="1">
                <a:solidFill>
                  <a:schemeClr val="tx2"/>
                </a:solidFill>
              </a:rPr>
              <a:t>aleatorios</a:t>
            </a:r>
            <a:r>
              <a:rPr lang="en-US" sz="1600" dirty="0">
                <a:solidFill>
                  <a:schemeClr val="tx2"/>
                </a:solidFill>
              </a:rPr>
              <a:t>, </a:t>
            </a:r>
            <a:r>
              <a:rPr lang="en-US" sz="1600" dirty="0" err="1">
                <a:solidFill>
                  <a:schemeClr val="tx2"/>
                </a:solidFill>
              </a:rPr>
              <a:t>siguen</a:t>
            </a:r>
            <a:r>
              <a:rPr lang="en-US" sz="1600" dirty="0">
                <a:solidFill>
                  <a:schemeClr val="tx2"/>
                </a:solidFill>
              </a:rPr>
              <a:t> un </a:t>
            </a:r>
            <a:r>
              <a:rPr lang="en-US" sz="1600" b="1" dirty="0">
                <a:solidFill>
                  <a:schemeClr val="tx2"/>
                </a:solidFill>
              </a:rPr>
              <a:t>“coloring rules”</a:t>
            </a:r>
            <a:r>
              <a:rPr lang="en-US" sz="1600" dirty="0">
                <a:solidFill>
                  <a:schemeClr val="tx2"/>
                </a:solidFill>
              </a:rPr>
              <a:t> para </a:t>
            </a:r>
            <a:r>
              <a:rPr lang="en-US" sz="1600" dirty="0" err="1">
                <a:solidFill>
                  <a:schemeClr val="tx2"/>
                </a:solidFill>
              </a:rPr>
              <a:t>ayudarte</a:t>
            </a:r>
            <a:r>
              <a:rPr lang="en-US" sz="1600" dirty="0">
                <a:solidFill>
                  <a:schemeClr val="tx2"/>
                </a:solidFill>
              </a:rPr>
              <a:t> a </a:t>
            </a:r>
            <a:r>
              <a:rPr lang="en-US" sz="1600" dirty="0" err="1">
                <a:solidFill>
                  <a:schemeClr val="tx2"/>
                </a:solidFill>
              </a:rPr>
              <a:t>identificar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protocolos</a:t>
            </a:r>
            <a:r>
              <a:rPr lang="en-US" sz="1600" dirty="0">
                <a:solidFill>
                  <a:schemeClr val="tx2"/>
                </a:solidFill>
              </a:rPr>
              <a:t> y </a:t>
            </a:r>
            <a:r>
              <a:rPr lang="en-US" sz="1600" dirty="0" err="1">
                <a:solidFill>
                  <a:schemeClr val="tx2"/>
                </a:solidFill>
              </a:rPr>
              <a:t>tipos</a:t>
            </a:r>
            <a:r>
              <a:rPr lang="en-US" sz="1600" dirty="0">
                <a:solidFill>
                  <a:schemeClr val="tx2"/>
                </a:solidFill>
              </a:rPr>
              <a:t> de </a:t>
            </a:r>
            <a:r>
              <a:rPr lang="en-US" sz="1600" dirty="0" err="1">
                <a:solidFill>
                  <a:schemeClr val="tx2"/>
                </a:solidFill>
              </a:rPr>
              <a:t>tráfico</a:t>
            </a:r>
            <a:r>
              <a:rPr lang="en-US" sz="1600" dirty="0">
                <a:solidFill>
                  <a:schemeClr val="tx2"/>
                </a:solidFill>
              </a:rPr>
              <a:t> de un </a:t>
            </a:r>
            <a:r>
              <a:rPr lang="en-US" sz="1600" dirty="0" err="1">
                <a:solidFill>
                  <a:schemeClr val="tx2"/>
                </a:solidFill>
              </a:rPr>
              <a:t>vistazo</a:t>
            </a:r>
            <a:r>
              <a:rPr lang="en-US" sz="1600" dirty="0">
                <a:solidFill>
                  <a:schemeClr val="tx2"/>
                </a:solidFill>
              </a:rPr>
              <a:t>.</a:t>
            </a:r>
          </a:p>
          <a:p>
            <a:r>
              <a:rPr lang="en-US" sz="1600" dirty="0">
                <a:solidFill>
                  <a:schemeClr val="tx2"/>
                </a:solidFill>
              </a:rPr>
              <a:t>Por </a:t>
            </a:r>
            <a:r>
              <a:rPr lang="en-US" sz="1600" dirty="0" err="1">
                <a:solidFill>
                  <a:schemeClr val="tx2"/>
                </a:solidFill>
              </a:rPr>
              <a:t>defecto</a:t>
            </a:r>
            <a:r>
              <a:rPr lang="en-US" sz="1600" dirty="0">
                <a:solidFill>
                  <a:schemeClr val="tx2"/>
                </a:solidFill>
              </a:rPr>
              <a:t> (</a:t>
            </a:r>
            <a:r>
              <a:rPr lang="en-US" sz="1600" dirty="0" err="1">
                <a:solidFill>
                  <a:schemeClr val="tx2"/>
                </a:solidFill>
              </a:rPr>
              <a:t>pueden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variar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si</a:t>
            </a:r>
            <a:r>
              <a:rPr lang="en-US" sz="1600" dirty="0">
                <a:solidFill>
                  <a:schemeClr val="tx2"/>
                </a:solidFill>
              </a:rPr>
              <a:t> se </a:t>
            </a:r>
            <a:r>
              <a:rPr lang="en-US" sz="1600" dirty="0" err="1">
                <a:solidFill>
                  <a:schemeClr val="tx2"/>
                </a:solidFill>
              </a:rPr>
              <a:t>cambian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reglas</a:t>
            </a:r>
            <a:r>
              <a:rPr lang="en-US" sz="1600" dirty="0">
                <a:solidFill>
                  <a:schemeClr val="tx2"/>
                </a:solidFill>
              </a:rPr>
              <a:t>):</a:t>
            </a:r>
          </a:p>
          <a:p>
            <a:r>
              <a:rPr lang="en-US" sz="1600" b="1" dirty="0">
                <a:solidFill>
                  <a:schemeClr val="tx2"/>
                </a:solidFill>
              </a:rPr>
              <a:t>Negro con </a:t>
            </a:r>
            <a:r>
              <a:rPr lang="en-US" sz="1600" b="1" dirty="0" err="1">
                <a:solidFill>
                  <a:schemeClr val="tx2"/>
                </a:solidFill>
              </a:rPr>
              <a:t>texto</a:t>
            </a:r>
            <a:r>
              <a:rPr lang="en-US" sz="1600" b="1" dirty="0">
                <a:solidFill>
                  <a:schemeClr val="tx2"/>
                </a:solidFill>
              </a:rPr>
              <a:t> rojo</a:t>
            </a:r>
            <a:r>
              <a:rPr lang="en-US" sz="1600" dirty="0">
                <a:solidFill>
                  <a:schemeClr val="tx2"/>
                </a:solidFill>
              </a:rPr>
              <a:t> → </a:t>
            </a:r>
            <a:r>
              <a:rPr lang="en-US" sz="1600" dirty="0" err="1">
                <a:solidFill>
                  <a:schemeClr val="tx2"/>
                </a:solidFill>
              </a:rPr>
              <a:t>errores</a:t>
            </a:r>
            <a:r>
              <a:rPr lang="en-US" sz="1600" dirty="0">
                <a:solidFill>
                  <a:schemeClr val="tx2"/>
                </a:solidFill>
              </a:rPr>
              <a:t> o </a:t>
            </a:r>
            <a:r>
              <a:rPr lang="en-US" sz="1600" dirty="0" err="1">
                <a:solidFill>
                  <a:schemeClr val="tx2"/>
                </a:solidFill>
              </a:rPr>
              <a:t>paquetes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inválidos</a:t>
            </a:r>
            <a:r>
              <a:rPr lang="en-US" sz="1600" dirty="0">
                <a:solidFill>
                  <a:schemeClr val="tx2"/>
                </a:solidFill>
              </a:rPr>
              <a:t> (</a:t>
            </a:r>
            <a:r>
              <a:rPr lang="en-US" sz="1600" dirty="0" err="1">
                <a:solidFill>
                  <a:schemeClr val="tx2"/>
                </a:solidFill>
              </a:rPr>
              <a:t>malformados</a:t>
            </a:r>
            <a:r>
              <a:rPr lang="en-US" sz="1600" dirty="0">
                <a:solidFill>
                  <a:schemeClr val="tx2"/>
                </a:solidFill>
              </a:rPr>
              <a:t>).</a:t>
            </a:r>
          </a:p>
          <a:p>
            <a:r>
              <a:rPr lang="en-US" sz="1600" b="1" dirty="0">
                <a:solidFill>
                  <a:schemeClr val="tx2"/>
                </a:solidFill>
              </a:rPr>
              <a:t>Rojo </a:t>
            </a:r>
            <a:r>
              <a:rPr lang="en-US" sz="1600" b="1" dirty="0" err="1">
                <a:solidFill>
                  <a:schemeClr val="tx2"/>
                </a:solidFill>
              </a:rPr>
              <a:t>oscuro</a:t>
            </a:r>
            <a:r>
              <a:rPr lang="en-US" sz="1600" b="1" dirty="0">
                <a:solidFill>
                  <a:schemeClr val="tx2"/>
                </a:solidFill>
              </a:rPr>
              <a:t> / </a:t>
            </a:r>
            <a:r>
              <a:rPr lang="en-US" sz="1600" b="1" dirty="0" err="1">
                <a:solidFill>
                  <a:schemeClr val="tx2"/>
                </a:solidFill>
              </a:rPr>
              <a:t>marrón</a:t>
            </a:r>
            <a:r>
              <a:rPr lang="en-US" sz="1600" dirty="0">
                <a:solidFill>
                  <a:schemeClr val="tx2"/>
                </a:solidFill>
              </a:rPr>
              <a:t> → </a:t>
            </a:r>
            <a:r>
              <a:rPr lang="en-US" sz="1600" dirty="0" err="1">
                <a:solidFill>
                  <a:schemeClr val="tx2"/>
                </a:solidFill>
              </a:rPr>
              <a:t>paquetes</a:t>
            </a:r>
            <a:r>
              <a:rPr lang="en-US" sz="1600" dirty="0">
                <a:solidFill>
                  <a:schemeClr val="tx2"/>
                </a:solidFill>
              </a:rPr>
              <a:t> TCP con </a:t>
            </a:r>
            <a:r>
              <a:rPr lang="en-US" sz="1600" dirty="0" err="1">
                <a:solidFill>
                  <a:schemeClr val="tx2"/>
                </a:solidFill>
              </a:rPr>
              <a:t>problemas</a:t>
            </a:r>
            <a:r>
              <a:rPr lang="en-US" sz="1600" dirty="0">
                <a:solidFill>
                  <a:schemeClr val="tx2"/>
                </a:solidFill>
              </a:rPr>
              <a:t> (</a:t>
            </a:r>
            <a:r>
              <a:rPr lang="en-US" sz="1600" dirty="0" err="1">
                <a:solidFill>
                  <a:schemeClr val="tx2"/>
                </a:solidFill>
              </a:rPr>
              <a:t>ej</a:t>
            </a:r>
            <a:r>
              <a:rPr lang="en-US" sz="1600" dirty="0">
                <a:solidFill>
                  <a:schemeClr val="tx2"/>
                </a:solidFill>
              </a:rPr>
              <a:t>. </a:t>
            </a:r>
            <a:r>
              <a:rPr lang="en-US" sz="1600" dirty="0" err="1">
                <a:solidFill>
                  <a:schemeClr val="tx2"/>
                </a:solidFill>
              </a:rPr>
              <a:t>retransmisiones</a:t>
            </a:r>
            <a:r>
              <a:rPr lang="en-US" sz="1600" dirty="0">
                <a:solidFill>
                  <a:schemeClr val="tx2"/>
                </a:solidFill>
              </a:rPr>
              <a:t>, </a:t>
            </a:r>
            <a:r>
              <a:rPr lang="en-US" sz="1600" dirty="0" err="1">
                <a:solidFill>
                  <a:schemeClr val="tx2"/>
                </a:solidFill>
              </a:rPr>
              <a:t>duplicados</a:t>
            </a:r>
            <a:r>
              <a:rPr lang="en-US" sz="1600" dirty="0">
                <a:solidFill>
                  <a:schemeClr val="tx2"/>
                </a:solidFill>
              </a:rPr>
              <a:t>, resets).</a:t>
            </a:r>
          </a:p>
          <a:p>
            <a:r>
              <a:rPr lang="en-US" sz="1600" b="1" dirty="0">
                <a:solidFill>
                  <a:schemeClr val="tx2"/>
                </a:solidFill>
              </a:rPr>
              <a:t>Verde claro</a:t>
            </a:r>
            <a:r>
              <a:rPr lang="en-US" sz="1600" dirty="0">
                <a:solidFill>
                  <a:schemeClr val="tx2"/>
                </a:solidFill>
              </a:rPr>
              <a:t> → </a:t>
            </a:r>
            <a:r>
              <a:rPr lang="en-US" sz="1600" dirty="0" err="1">
                <a:solidFill>
                  <a:schemeClr val="tx2"/>
                </a:solidFill>
              </a:rPr>
              <a:t>tráfico</a:t>
            </a:r>
            <a:r>
              <a:rPr lang="en-US" sz="1600" dirty="0">
                <a:solidFill>
                  <a:schemeClr val="tx2"/>
                </a:solidFill>
              </a:rPr>
              <a:t> TCP normal (</a:t>
            </a:r>
            <a:r>
              <a:rPr lang="en-US" sz="1600" dirty="0" err="1">
                <a:solidFill>
                  <a:schemeClr val="tx2"/>
                </a:solidFill>
              </a:rPr>
              <a:t>establecido</a:t>
            </a:r>
            <a:r>
              <a:rPr lang="en-US" sz="1600" dirty="0">
                <a:solidFill>
                  <a:schemeClr val="tx2"/>
                </a:solidFill>
              </a:rPr>
              <a:t>).</a:t>
            </a:r>
          </a:p>
          <a:p>
            <a:r>
              <a:rPr lang="en-US" sz="1600" b="1" dirty="0">
                <a:solidFill>
                  <a:schemeClr val="tx2"/>
                </a:solidFill>
              </a:rPr>
              <a:t>Azul claro</a:t>
            </a:r>
            <a:r>
              <a:rPr lang="en-US" sz="1600" dirty="0">
                <a:solidFill>
                  <a:schemeClr val="tx2"/>
                </a:solidFill>
              </a:rPr>
              <a:t> → </a:t>
            </a:r>
            <a:r>
              <a:rPr lang="en-US" sz="1600" dirty="0" err="1">
                <a:solidFill>
                  <a:schemeClr val="tx2"/>
                </a:solidFill>
              </a:rPr>
              <a:t>consultas</a:t>
            </a:r>
            <a:r>
              <a:rPr lang="en-US" sz="1600" dirty="0">
                <a:solidFill>
                  <a:schemeClr val="tx2"/>
                </a:solidFill>
              </a:rPr>
              <a:t>/</a:t>
            </a:r>
            <a:r>
              <a:rPr lang="en-US" sz="1600" dirty="0" err="1">
                <a:solidFill>
                  <a:schemeClr val="tx2"/>
                </a:solidFill>
              </a:rPr>
              <a:t>respuestas</a:t>
            </a:r>
            <a:r>
              <a:rPr lang="en-US" sz="1600" dirty="0">
                <a:solidFill>
                  <a:schemeClr val="tx2"/>
                </a:solidFill>
              </a:rPr>
              <a:t> DNS.</a:t>
            </a:r>
          </a:p>
          <a:p>
            <a:r>
              <a:rPr lang="en-US" sz="1600" b="1" dirty="0">
                <a:solidFill>
                  <a:schemeClr val="tx2"/>
                </a:solidFill>
              </a:rPr>
              <a:t>Amarillo</a:t>
            </a:r>
            <a:r>
              <a:rPr lang="en-US" sz="1600" dirty="0">
                <a:solidFill>
                  <a:schemeClr val="tx2"/>
                </a:solidFill>
              </a:rPr>
              <a:t> → </a:t>
            </a:r>
            <a:r>
              <a:rPr lang="en-US" sz="1600" dirty="0" err="1">
                <a:solidFill>
                  <a:schemeClr val="tx2"/>
                </a:solidFill>
              </a:rPr>
              <a:t>tráfico</a:t>
            </a:r>
            <a:r>
              <a:rPr lang="en-US" sz="1600" dirty="0">
                <a:solidFill>
                  <a:schemeClr val="tx2"/>
                </a:solidFill>
              </a:rPr>
              <a:t> UDP </a:t>
            </a:r>
            <a:r>
              <a:rPr lang="en-US" sz="1600" dirty="0" err="1">
                <a:solidFill>
                  <a:schemeClr val="tx2"/>
                </a:solidFill>
              </a:rPr>
              <a:t>en</a:t>
            </a:r>
            <a:r>
              <a:rPr lang="en-US" sz="1600" dirty="0">
                <a:solidFill>
                  <a:schemeClr val="tx2"/>
                </a:solidFill>
              </a:rPr>
              <a:t> general.</a:t>
            </a:r>
          </a:p>
          <a:p>
            <a:r>
              <a:rPr lang="en-US" sz="1600" b="1" dirty="0">
                <a:solidFill>
                  <a:schemeClr val="tx2"/>
                </a:solidFill>
              </a:rPr>
              <a:t>Rosa / magenta</a:t>
            </a:r>
            <a:r>
              <a:rPr lang="en-US" sz="1600" dirty="0">
                <a:solidFill>
                  <a:schemeClr val="tx2"/>
                </a:solidFill>
              </a:rPr>
              <a:t> → </a:t>
            </a:r>
            <a:r>
              <a:rPr lang="en-US" sz="1600" dirty="0" err="1">
                <a:solidFill>
                  <a:schemeClr val="tx2"/>
                </a:solidFill>
              </a:rPr>
              <a:t>tráfico</a:t>
            </a:r>
            <a:r>
              <a:rPr lang="en-US" sz="1600" dirty="0">
                <a:solidFill>
                  <a:schemeClr val="tx2"/>
                </a:solidFill>
              </a:rPr>
              <a:t> HTTP.</a:t>
            </a:r>
          </a:p>
          <a:p>
            <a:r>
              <a:rPr lang="en-US" sz="1600" b="1" dirty="0">
                <a:solidFill>
                  <a:schemeClr val="tx2"/>
                </a:solidFill>
              </a:rPr>
              <a:t>Gris</a:t>
            </a:r>
            <a:r>
              <a:rPr lang="en-US" sz="1600" dirty="0">
                <a:solidFill>
                  <a:schemeClr val="tx2"/>
                </a:solidFill>
              </a:rPr>
              <a:t> → </a:t>
            </a:r>
            <a:r>
              <a:rPr lang="en-US" sz="1600" dirty="0" err="1">
                <a:solidFill>
                  <a:schemeClr val="tx2"/>
                </a:solidFill>
              </a:rPr>
              <a:t>otro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tráfico</a:t>
            </a:r>
            <a:r>
              <a:rPr lang="en-US" sz="1600" dirty="0">
                <a:solidFill>
                  <a:schemeClr val="tx2"/>
                </a:solidFill>
              </a:rPr>
              <a:t> que no coincide con </a:t>
            </a:r>
            <a:r>
              <a:rPr lang="en-US" sz="1600" dirty="0" err="1">
                <a:solidFill>
                  <a:schemeClr val="tx2"/>
                </a:solidFill>
              </a:rPr>
              <a:t>reglas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destacadas</a:t>
            </a:r>
            <a:r>
              <a:rPr lang="en-US" sz="1600" dirty="0">
                <a:solidFill>
                  <a:schemeClr val="tx2"/>
                </a:solidFill>
              </a:rPr>
              <a:t>.</a:t>
            </a:r>
          </a:p>
          <a:p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80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20BADBCA-8478-CDD2-F88B-999B0CC14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s-ES" sz="4800">
                <a:solidFill>
                  <a:schemeClr val="bg1"/>
                </a:solidFill>
              </a:rPr>
              <a:t>Tcpdump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D65D002-A7D0-2684-F376-A48BB44D7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r>
              <a:rPr lang="es-ES" sz="2400" dirty="0">
                <a:solidFill>
                  <a:schemeClr val="tx2"/>
                </a:solidFill>
              </a:rPr>
              <a:t>Es una herramienta de línea de comandos para capturar y analizar paquetes de </a:t>
            </a:r>
            <a:r>
              <a:rPr lang="es-ES" sz="2400" dirty="0" err="1">
                <a:solidFill>
                  <a:schemeClr val="tx2"/>
                </a:solidFill>
              </a:rPr>
              <a:t>red.Funciona</a:t>
            </a:r>
            <a:r>
              <a:rPr lang="es-ES" sz="2400" dirty="0">
                <a:solidFill>
                  <a:schemeClr val="tx2"/>
                </a:solidFill>
              </a:rPr>
              <a:t> de forma muy parecida a Wireshark, pero en </a:t>
            </a:r>
            <a:r>
              <a:rPr lang="es-ES" sz="2400" dirty="0" err="1">
                <a:solidFill>
                  <a:schemeClr val="tx2"/>
                </a:solidFill>
              </a:rPr>
              <a:t>consola.Es</a:t>
            </a:r>
            <a:r>
              <a:rPr lang="es-ES" sz="2400" dirty="0">
                <a:solidFill>
                  <a:schemeClr val="tx2"/>
                </a:solidFill>
              </a:rPr>
              <a:t> muy ligera y potente, ideal para auditorías, forense de red, detección de ataques o resolución de </a:t>
            </a:r>
            <a:r>
              <a:rPr lang="es-ES" sz="2400" dirty="0" err="1">
                <a:solidFill>
                  <a:schemeClr val="tx2"/>
                </a:solidFill>
              </a:rPr>
              <a:t>problemas.Puede</a:t>
            </a:r>
            <a:r>
              <a:rPr lang="es-ES" sz="2400" dirty="0">
                <a:solidFill>
                  <a:schemeClr val="tx2"/>
                </a:solidFill>
              </a:rPr>
              <a:t> guardar capturas en formato .</a:t>
            </a:r>
            <a:r>
              <a:rPr lang="es-ES" sz="2400" dirty="0" err="1">
                <a:solidFill>
                  <a:schemeClr val="tx2"/>
                </a:solidFill>
              </a:rPr>
              <a:t>pcap</a:t>
            </a:r>
            <a:r>
              <a:rPr lang="es-ES" sz="2400" dirty="0">
                <a:solidFill>
                  <a:schemeClr val="tx2"/>
                </a:solidFill>
              </a:rPr>
              <a:t> para analizarlas luego en Wireshark.</a:t>
            </a:r>
          </a:p>
        </p:txBody>
      </p:sp>
    </p:spTree>
    <p:extLst>
      <p:ext uri="{BB962C8B-B14F-4D97-AF65-F5344CB8AC3E}">
        <p14:creationId xmlns:p14="http://schemas.microsoft.com/office/powerpoint/2010/main" val="2535939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4B3E3F-36FB-C1AB-C03E-EB5496B8D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Ataques a una red. Test de intrusión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C5B4472-33AB-BA88-88A5-8B985C7870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993310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1071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D30BD1-459C-20DE-9B80-2519EC8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Búsqueda de información pública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FE1485BF-32D9-27F0-AE6F-591BFC000B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190256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5117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2E87B8-28EB-2AA4-1C8A-4596D8E3D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Análisis de vulnerabilidades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1BCF84FF-14F1-3164-05A2-5AF6F7C649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741286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09072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FFC921-765D-363E-F833-5C960D5B7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Nessus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08EB5B-336D-1F95-D49E-2B46CFB74B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Qué hace:</a:t>
            </a:r>
            <a:endParaRPr kumimoji="0" lang="es-ES" altLang="es-E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Es un </a:t>
            </a:r>
            <a:r>
              <a:rPr kumimoji="0" lang="es-ES" altLang="es-E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escáner de vulnerabilidades profesional</a:t>
            </a:r>
            <a:r>
              <a:rPr kumimoji="0" lang="es-ES" altLang="es-E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No solo detecta puertos/servicios, sino que compara con una </a:t>
            </a:r>
            <a:r>
              <a:rPr kumimoji="0" lang="es-ES" altLang="es-E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base de datos de vulnerabilidades (CVE)</a:t>
            </a:r>
            <a:r>
              <a:rPr kumimoji="0" lang="es-ES" altLang="es-E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Identifica </a:t>
            </a:r>
            <a:r>
              <a:rPr kumimoji="0" lang="es-ES" altLang="es-E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configuraciones inseguras, parches faltantes, fallos de seguridad conocidos</a:t>
            </a:r>
            <a:r>
              <a:rPr kumimoji="0" lang="es-ES" altLang="es-E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Genera </a:t>
            </a:r>
            <a:r>
              <a:rPr kumimoji="0" lang="es-ES" altLang="es-E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informes detallados</a:t>
            </a:r>
            <a:r>
              <a:rPr kumimoji="0" lang="es-ES" altLang="es-E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con nivel de riesgo (alto/medio/bajo) y posibles soluciones.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Es mucho más </a:t>
            </a:r>
            <a:r>
              <a:rPr kumimoji="0" lang="es-ES" altLang="es-E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profundo y automatizado</a:t>
            </a:r>
            <a:r>
              <a:rPr kumimoji="0" lang="es-ES" altLang="es-E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que Nmap en el análisis de vulnerabilidades.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Ejemplo de uso:</a:t>
            </a:r>
            <a:endParaRPr kumimoji="0" lang="es-ES" altLang="es-E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 la interfaz web de Nessus seleccionas una red o host → ejecutas un escaneo →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obtienes un informe con vulnerabilidades detectadas y recomendaciones de mitigación.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ES" altLang="es-E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486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88B25C5-66DB-89A2-E27C-C4A206091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Nmap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AB7016A-8D31-69E3-E0F0-D82300DF3B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Escanea </a:t>
            </a:r>
            <a:r>
              <a:rPr kumimoji="0" lang="es-ES" altLang="es-E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redes y hosts</a:t>
            </a:r>
            <a:r>
              <a:rPr kumimoji="0" lang="es-ES" altLang="es-E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para descubrir qué máquinas están activas.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Identifica </a:t>
            </a:r>
            <a:r>
              <a:rPr kumimoji="0" lang="es-ES" altLang="es-E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puertos abiertos/cerrados/filtrados</a:t>
            </a:r>
            <a:r>
              <a:rPr kumimoji="0" lang="es-ES" altLang="es-E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Detecta </a:t>
            </a:r>
            <a:r>
              <a:rPr kumimoji="0" lang="es-ES" altLang="es-E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servicios</a:t>
            </a:r>
            <a:r>
              <a:rPr kumimoji="0" lang="es-ES" altLang="es-E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que corren en esos puertos (ej. Apache en 80, SSH en 22).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Intenta averiguar el </a:t>
            </a:r>
            <a:r>
              <a:rPr kumimoji="0" lang="es-ES" altLang="es-E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sistema operativo</a:t>
            </a:r>
            <a:r>
              <a:rPr kumimoji="0" lang="es-ES" altLang="es-E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y su versión.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Puede usar </a:t>
            </a:r>
            <a:r>
              <a:rPr kumimoji="0" lang="es-ES" altLang="es-E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scripts NSE (Nmap Scripting Engine)</a:t>
            </a:r>
            <a:r>
              <a:rPr kumimoji="0" lang="es-ES" altLang="es-E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para hacer pruebas más avanzadas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(detección de vulnerabilidades simples, fuerza bruta, etc.).</a:t>
            </a:r>
          </a:p>
        </p:txBody>
      </p:sp>
    </p:spTree>
    <p:extLst>
      <p:ext uri="{BB962C8B-B14F-4D97-AF65-F5344CB8AC3E}">
        <p14:creationId xmlns:p14="http://schemas.microsoft.com/office/powerpoint/2010/main" val="236957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3C9271-2896-D31B-1ECD-033A300EC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Eliminar evidencias de un ataque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BD5708-C1C0-7A41-E673-8979148C7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s-ES" sz="1500"/>
              <a:t>La información de un ataque se registra en los ficheros log. En el caso de hacking ético, hay que eliminar estos ficheros.</a:t>
            </a:r>
          </a:p>
          <a:p>
            <a:r>
              <a:rPr lang="es-ES" sz="1500"/>
              <a:t>Para ver los logs en Windows. </a:t>
            </a:r>
          </a:p>
          <a:p>
            <a:r>
              <a:rPr lang="es-ES" sz="1500" b="1"/>
              <a:t>A. Visor de eventos (</a:t>
            </a:r>
            <a:r>
              <a:rPr lang="es-ES" sz="1500" b="1" err="1"/>
              <a:t>Event</a:t>
            </a:r>
            <a:r>
              <a:rPr lang="es-ES" sz="1500" b="1"/>
              <a:t> </a:t>
            </a:r>
            <a:r>
              <a:rPr lang="es-ES" sz="1500" b="1" err="1"/>
              <a:t>Viewer</a:t>
            </a:r>
            <a:r>
              <a:rPr lang="es-ES" sz="1500" b="1"/>
              <a:t>)</a:t>
            </a:r>
          </a:p>
          <a:p>
            <a:r>
              <a:rPr lang="es-ES" sz="1500"/>
              <a:t>Pulsa </a:t>
            </a:r>
            <a:r>
              <a:rPr lang="es-ES" sz="1500" err="1"/>
              <a:t>Win</a:t>
            </a:r>
            <a:r>
              <a:rPr lang="es-ES" sz="1500"/>
              <a:t> + R, escribe </a:t>
            </a:r>
            <a:r>
              <a:rPr lang="es-ES" sz="1500" err="1"/>
              <a:t>eventvwr.msc</a:t>
            </a:r>
            <a:r>
              <a:rPr lang="es-ES" sz="1500"/>
              <a:t> y pulsa </a:t>
            </a:r>
            <a:r>
              <a:rPr lang="es-ES" sz="1500" err="1"/>
              <a:t>Enter</a:t>
            </a:r>
            <a:r>
              <a:rPr lang="es-ES" sz="1500"/>
              <a:t>.</a:t>
            </a:r>
          </a:p>
          <a:p>
            <a:r>
              <a:rPr lang="es-ES" sz="1500"/>
              <a:t>En el panel izquierdo ve a:</a:t>
            </a:r>
          </a:p>
          <a:p>
            <a:pPr lvl="1"/>
            <a:r>
              <a:rPr lang="es-ES" sz="1500" b="1"/>
              <a:t>Registro de Windows</a:t>
            </a:r>
            <a:r>
              <a:rPr lang="es-ES" sz="1500"/>
              <a:t> → Aplicación, Seguridad, Sistema, etc.</a:t>
            </a:r>
          </a:p>
          <a:p>
            <a:pPr lvl="1"/>
            <a:r>
              <a:rPr lang="es-ES" sz="1500" b="1"/>
              <a:t>Registro de aplicaciones y servicios</a:t>
            </a:r>
            <a:r>
              <a:rPr lang="es-ES" sz="1500"/>
              <a:t> → para logs de software concreto.</a:t>
            </a:r>
          </a:p>
          <a:p>
            <a:r>
              <a:rPr lang="es-ES" sz="1500"/>
              <a:t>📌 Tip: Puedes </a:t>
            </a:r>
            <a:r>
              <a:rPr lang="es-ES" sz="1500" b="1"/>
              <a:t>filtrar eventos</a:t>
            </a:r>
            <a:r>
              <a:rPr lang="es-ES" sz="1500"/>
              <a:t> por nivel, ID, origen, etc.</a:t>
            </a:r>
          </a:p>
          <a:p>
            <a:endParaRPr lang="es-ES" sz="1500"/>
          </a:p>
        </p:txBody>
      </p:sp>
    </p:spTree>
    <p:extLst>
      <p:ext uri="{BB962C8B-B14F-4D97-AF65-F5344CB8AC3E}">
        <p14:creationId xmlns:p14="http://schemas.microsoft.com/office/powerpoint/2010/main" val="96609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F2FD8E-24B5-7585-595E-3AAE43489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s-ES">
                <a:solidFill>
                  <a:srgbClr val="FFFFFF"/>
                </a:solidFill>
              </a:rPr>
              <a:t>Logs en Windows</a:t>
            </a:r>
          </a:p>
        </p:txBody>
      </p:sp>
      <p:sp>
        <p:nvSpPr>
          <p:cNvPr id="14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9DFAB81B-FAC3-5A44-521A-5F13E6D087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1325416"/>
              </p:ext>
            </p:extLst>
          </p:nvPr>
        </p:nvGraphicFramePr>
        <p:xfrm>
          <a:off x="902124" y="1800911"/>
          <a:ext cx="10387754" cy="4351339"/>
        </p:xfrm>
        <a:graphic>
          <a:graphicData uri="http://schemas.openxmlformats.org/drawingml/2006/table">
            <a:tbl>
              <a:tblPr/>
              <a:tblGrid>
                <a:gridCol w="1898378">
                  <a:extLst>
                    <a:ext uri="{9D8B030D-6E8A-4147-A177-3AD203B41FA5}">
                      <a16:colId xmlns:a16="http://schemas.microsoft.com/office/drawing/2014/main" val="1487454927"/>
                    </a:ext>
                  </a:extLst>
                </a:gridCol>
                <a:gridCol w="4262463">
                  <a:extLst>
                    <a:ext uri="{9D8B030D-6E8A-4147-A177-3AD203B41FA5}">
                      <a16:colId xmlns:a16="http://schemas.microsoft.com/office/drawing/2014/main" val="2634349613"/>
                    </a:ext>
                  </a:extLst>
                </a:gridCol>
                <a:gridCol w="4226913">
                  <a:extLst>
                    <a:ext uri="{9D8B030D-6E8A-4147-A177-3AD203B41FA5}">
                      <a16:colId xmlns:a16="http://schemas.microsoft.com/office/drawing/2014/main" val="3394330118"/>
                    </a:ext>
                  </a:extLst>
                </a:gridCol>
              </a:tblGrid>
              <a:tr h="563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500"/>
                        <a:t>Log</a:t>
                      </a:r>
                    </a:p>
                  </a:txBody>
                  <a:tcPr marL="127981" marR="127981" marT="63990" marB="6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500"/>
                        <a:t>Ubicación en Event Viewer</a:t>
                      </a:r>
                    </a:p>
                  </a:txBody>
                  <a:tcPr marL="127981" marR="127981" marT="63990" marB="6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500"/>
                        <a:t>Contiene info sobre...</a:t>
                      </a:r>
                    </a:p>
                  </a:txBody>
                  <a:tcPr marL="127981" marR="127981" marT="63990" marB="6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055139"/>
                  </a:ext>
                </a:extLst>
              </a:tr>
              <a:tr h="947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500"/>
                        <a:t>Sistema</a:t>
                      </a:r>
                    </a:p>
                  </a:txBody>
                  <a:tcPr marL="127981" marR="127981" marT="63990" marB="6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500"/>
                        <a:t>Registro de Windows &gt; Sistema</a:t>
                      </a:r>
                    </a:p>
                  </a:txBody>
                  <a:tcPr marL="127981" marR="127981" marT="63990" marB="6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500"/>
                        <a:t>Drivers, apagados, errores del SO</a:t>
                      </a:r>
                    </a:p>
                  </a:txBody>
                  <a:tcPr marL="127981" marR="127981" marT="63990" marB="6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292013"/>
                  </a:ext>
                </a:extLst>
              </a:tr>
              <a:tr h="947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500"/>
                        <a:t>Seguridad</a:t>
                      </a:r>
                    </a:p>
                  </a:txBody>
                  <a:tcPr marL="127981" marR="127981" marT="63990" marB="6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500"/>
                        <a:t>Registro de Windows &gt; Seguridad</a:t>
                      </a:r>
                    </a:p>
                  </a:txBody>
                  <a:tcPr marL="127981" marR="127981" marT="63990" marB="6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500"/>
                        <a:t>Inicio de sesión, accesos, auditoría</a:t>
                      </a:r>
                    </a:p>
                  </a:txBody>
                  <a:tcPr marL="127981" marR="127981" marT="63990" marB="6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2599155"/>
                  </a:ext>
                </a:extLst>
              </a:tr>
              <a:tr h="947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500"/>
                        <a:t>Aplicación</a:t>
                      </a:r>
                    </a:p>
                  </a:txBody>
                  <a:tcPr marL="127981" marR="127981" marT="63990" marB="6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500"/>
                        <a:t>Registro de Windows &gt; Aplicación</a:t>
                      </a:r>
                    </a:p>
                  </a:txBody>
                  <a:tcPr marL="127981" marR="127981" marT="63990" marB="6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500"/>
                        <a:t>Errores de programas</a:t>
                      </a:r>
                    </a:p>
                  </a:txBody>
                  <a:tcPr marL="127981" marR="127981" marT="63990" marB="6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881901"/>
                  </a:ext>
                </a:extLst>
              </a:tr>
              <a:tr h="947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500"/>
                        <a:t>Setup</a:t>
                      </a:r>
                    </a:p>
                  </a:txBody>
                  <a:tcPr marL="127981" marR="127981" marT="63990" marB="6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500"/>
                        <a:t>Registro de Windows &gt; Setup</a:t>
                      </a:r>
                    </a:p>
                  </a:txBody>
                  <a:tcPr marL="127981" marR="127981" marT="63990" marB="6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500"/>
                        <a:t>Instalación de actualizaciones</a:t>
                      </a:r>
                    </a:p>
                  </a:txBody>
                  <a:tcPr marL="127981" marR="127981" marT="63990" marB="639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108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3837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7ABBAB-D85F-6D7B-A432-FA5A246B5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s-ES">
                <a:solidFill>
                  <a:srgbClr val="FFFFFF"/>
                </a:solidFill>
              </a:rPr>
              <a:t>Logs en Linux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16010C94-46EE-AFB2-50E7-3D2420CBA8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2171833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30521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704575-DD2E-F9A7-C912-B0926BEDE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s-ES">
                <a:solidFill>
                  <a:srgbClr val="FFFFFF"/>
                </a:solidFill>
              </a:rPr>
              <a:t>Logs más comunes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893DAE20-68A2-5EC5-52C3-BE8F5AE69B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9421408"/>
              </p:ext>
            </p:extLst>
          </p:nvPr>
        </p:nvGraphicFramePr>
        <p:xfrm>
          <a:off x="838200" y="1991862"/>
          <a:ext cx="10515601" cy="3969440"/>
        </p:xfrm>
        <a:graphic>
          <a:graphicData uri="http://schemas.openxmlformats.org/drawingml/2006/table">
            <a:tbl>
              <a:tblPr/>
              <a:tblGrid>
                <a:gridCol w="3129109">
                  <a:extLst>
                    <a:ext uri="{9D8B030D-6E8A-4147-A177-3AD203B41FA5}">
                      <a16:colId xmlns:a16="http://schemas.microsoft.com/office/drawing/2014/main" val="276448089"/>
                    </a:ext>
                  </a:extLst>
                </a:gridCol>
                <a:gridCol w="3693246">
                  <a:extLst>
                    <a:ext uri="{9D8B030D-6E8A-4147-A177-3AD203B41FA5}">
                      <a16:colId xmlns:a16="http://schemas.microsoft.com/office/drawing/2014/main" val="939291454"/>
                    </a:ext>
                  </a:extLst>
                </a:gridCol>
                <a:gridCol w="3693246">
                  <a:extLst>
                    <a:ext uri="{9D8B030D-6E8A-4147-A177-3AD203B41FA5}">
                      <a16:colId xmlns:a16="http://schemas.microsoft.com/office/drawing/2014/main" val="3236157827"/>
                    </a:ext>
                  </a:extLst>
                </a:gridCol>
              </a:tblGrid>
              <a:tr h="423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/>
                        <a:t>Log</a:t>
                      </a:r>
                    </a:p>
                  </a:txBody>
                  <a:tcPr marL="96346" marR="96346" marT="48173" marB="48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/>
                        <a:t>Ruta</a:t>
                      </a:r>
                    </a:p>
                  </a:txBody>
                  <a:tcPr marL="96346" marR="96346" marT="48173" marB="48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/>
                        <a:t>Contenido</a:t>
                      </a:r>
                    </a:p>
                  </a:txBody>
                  <a:tcPr marL="96346" marR="96346" marT="48173" marB="48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258987"/>
                  </a:ext>
                </a:extLst>
              </a:tr>
              <a:tr h="7129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/>
                        <a:t>Log del sistema</a:t>
                      </a:r>
                    </a:p>
                  </a:txBody>
                  <a:tcPr marL="96346" marR="96346" marT="48173" marB="48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900">
                          <a:latin typeface="Courier New" panose="02070309020205020404" pitchFamily="49" charset="0"/>
                        </a:rPr>
                        <a:t>/var/log/syslog</a:t>
                      </a:r>
                      <a:r>
                        <a:rPr lang="da-DK" sz="1900"/>
                        <a:t> o </a:t>
                      </a:r>
                      <a:r>
                        <a:rPr lang="da-DK" sz="1900">
                          <a:latin typeface="Courier New" panose="02070309020205020404" pitchFamily="49" charset="0"/>
                        </a:rPr>
                        <a:t>/var/log/messages</a:t>
                      </a:r>
                      <a:endParaRPr lang="da-DK" sz="1900"/>
                    </a:p>
                  </a:txBody>
                  <a:tcPr marL="96346" marR="96346" marT="48173" marB="48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/>
                        <a:t>Eventos generales del sistema</a:t>
                      </a:r>
                    </a:p>
                  </a:txBody>
                  <a:tcPr marL="96346" marR="96346" marT="48173" marB="48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733039"/>
                  </a:ext>
                </a:extLst>
              </a:tr>
              <a:tr h="423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/>
                        <a:t>Autenticación</a:t>
                      </a:r>
                    </a:p>
                  </a:txBody>
                  <a:tcPr marL="96346" marR="96346" marT="48173" marB="48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>
                          <a:latin typeface="Courier New" panose="02070309020205020404" pitchFamily="49" charset="0"/>
                        </a:rPr>
                        <a:t>/var/log/auth.log</a:t>
                      </a:r>
                      <a:endParaRPr lang="es-ES" sz="1900"/>
                    </a:p>
                  </a:txBody>
                  <a:tcPr marL="96346" marR="96346" marT="48173" marB="48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/>
                        <a:t>Inicios de sesión, sudo, SSH</a:t>
                      </a:r>
                    </a:p>
                  </a:txBody>
                  <a:tcPr marL="96346" marR="96346" marT="48173" marB="48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01769"/>
                  </a:ext>
                </a:extLst>
              </a:tr>
              <a:tr h="423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/>
                        <a:t>Kernel</a:t>
                      </a:r>
                    </a:p>
                  </a:txBody>
                  <a:tcPr marL="96346" marR="96346" marT="48173" marB="48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>
                          <a:latin typeface="Courier New" panose="02070309020205020404" pitchFamily="49" charset="0"/>
                        </a:rPr>
                        <a:t>/var/log/kern.log</a:t>
                      </a:r>
                      <a:endParaRPr lang="es-ES" sz="1900"/>
                    </a:p>
                  </a:txBody>
                  <a:tcPr marL="96346" marR="96346" marT="48173" marB="48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/>
                        <a:t>Mensajes del kernel</a:t>
                      </a:r>
                    </a:p>
                  </a:txBody>
                  <a:tcPr marL="96346" marR="96346" marT="48173" marB="48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258632"/>
                  </a:ext>
                </a:extLst>
              </a:tr>
              <a:tr h="7129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/>
                        <a:t>dmesg</a:t>
                      </a:r>
                    </a:p>
                  </a:txBody>
                  <a:tcPr marL="96346" marR="96346" marT="48173" marB="48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>
                          <a:latin typeface="Courier New" panose="02070309020205020404" pitchFamily="49" charset="0"/>
                        </a:rPr>
                        <a:t>dmesg</a:t>
                      </a:r>
                      <a:endParaRPr lang="es-ES" sz="1900"/>
                    </a:p>
                  </a:txBody>
                  <a:tcPr marL="96346" marR="96346" marT="48173" marB="48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/>
                        <a:t>Mensajes del arranque y hardware</a:t>
                      </a:r>
                    </a:p>
                  </a:txBody>
                  <a:tcPr marL="96346" marR="96346" marT="48173" marB="48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85629"/>
                  </a:ext>
                </a:extLst>
              </a:tr>
              <a:tr h="423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/>
                        <a:t>Fail2ban</a:t>
                      </a:r>
                    </a:p>
                  </a:txBody>
                  <a:tcPr marL="96346" marR="96346" marT="48173" marB="48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>
                          <a:latin typeface="Courier New" panose="02070309020205020404" pitchFamily="49" charset="0"/>
                        </a:rPr>
                        <a:t>/var/log/fail2ban.log</a:t>
                      </a:r>
                      <a:endParaRPr lang="es-ES" sz="1900"/>
                    </a:p>
                  </a:txBody>
                  <a:tcPr marL="96346" marR="96346" marT="48173" marB="48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/>
                        <a:t>Bloqueos por seguridad</a:t>
                      </a:r>
                    </a:p>
                  </a:txBody>
                  <a:tcPr marL="96346" marR="96346" marT="48173" marB="48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314176"/>
                  </a:ext>
                </a:extLst>
              </a:tr>
              <a:tr h="423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/>
                        <a:t>Apache</a:t>
                      </a:r>
                    </a:p>
                  </a:txBody>
                  <a:tcPr marL="96346" marR="96346" marT="48173" marB="48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>
                          <a:latin typeface="Courier New" panose="02070309020205020404" pitchFamily="49" charset="0"/>
                        </a:rPr>
                        <a:t>/var/log/apache2/</a:t>
                      </a:r>
                      <a:endParaRPr lang="es-ES" sz="1900"/>
                    </a:p>
                  </a:txBody>
                  <a:tcPr marL="96346" marR="96346" marT="48173" marB="48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/>
                        <a:t>Logs del servidor web</a:t>
                      </a:r>
                    </a:p>
                  </a:txBody>
                  <a:tcPr marL="96346" marR="96346" marT="48173" marB="48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781777"/>
                  </a:ext>
                </a:extLst>
              </a:tr>
              <a:tr h="423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/>
                        <a:t>MySQL</a:t>
                      </a:r>
                    </a:p>
                  </a:txBody>
                  <a:tcPr marL="96346" marR="96346" marT="48173" marB="48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>
                          <a:latin typeface="Courier New" panose="02070309020205020404" pitchFamily="49" charset="0"/>
                        </a:rPr>
                        <a:t>/var/log/mysql/</a:t>
                      </a:r>
                      <a:endParaRPr lang="es-ES" sz="1900"/>
                    </a:p>
                  </a:txBody>
                  <a:tcPr marL="96346" marR="96346" marT="48173" marB="48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/>
                        <a:t>Logs de base de datos</a:t>
                      </a:r>
                    </a:p>
                  </a:txBody>
                  <a:tcPr marL="96346" marR="96346" marT="48173" marB="481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303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5868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B7DA9F6-251D-70F7-D377-C9F557335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76400"/>
            <a:ext cx="3810000" cy="3505200"/>
          </a:xfrm>
        </p:spPr>
        <p:txBody>
          <a:bodyPr anchor="t">
            <a:normAutofit/>
          </a:bodyPr>
          <a:lstStyle/>
          <a:p>
            <a:r>
              <a:rPr lang="es-ES" sz="4000"/>
              <a:t>Lastlog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0D3FE1-7640-5481-8597-AE41B7150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4" y="1676400"/>
            <a:ext cx="5638796" cy="3505200"/>
          </a:xfrm>
        </p:spPr>
        <p:txBody>
          <a:bodyPr>
            <a:normAutofit/>
          </a:bodyPr>
          <a:lstStyle/>
          <a:p>
            <a:r>
              <a:rPr lang="es-ES" sz="2400" dirty="0">
                <a:solidFill>
                  <a:schemeClr val="tx1">
                    <a:alpha val="55000"/>
                  </a:schemeClr>
                </a:solidFill>
              </a:rPr>
              <a:t>Comando que se utiliza para saber cuando fue el inicio de sesión</a:t>
            </a:r>
          </a:p>
          <a:p>
            <a:r>
              <a:rPr lang="es-ES" sz="2400" dirty="0">
                <a:solidFill>
                  <a:schemeClr val="tx1">
                    <a:alpha val="55000"/>
                  </a:schemeClr>
                </a:solidFill>
              </a:rPr>
              <a:t>Ejemplo: </a:t>
            </a:r>
            <a:r>
              <a:rPr lang="es-ES" sz="2400" dirty="0" err="1">
                <a:solidFill>
                  <a:schemeClr val="tx1">
                    <a:alpha val="55000"/>
                  </a:schemeClr>
                </a:solidFill>
              </a:rPr>
              <a:t>Lastlog</a:t>
            </a:r>
            <a:r>
              <a:rPr lang="es-ES" sz="2400" dirty="0">
                <a:solidFill>
                  <a:schemeClr val="tx1">
                    <a:alpha val="55000"/>
                  </a:schemeClr>
                </a:solidFill>
              </a:rPr>
              <a:t> –</a:t>
            </a:r>
            <a:r>
              <a:rPr lang="es-ES" sz="2400" dirty="0" err="1">
                <a:solidFill>
                  <a:schemeClr val="tx1">
                    <a:alpha val="55000"/>
                  </a:schemeClr>
                </a:solidFill>
              </a:rPr>
              <a:t>user</a:t>
            </a:r>
            <a:r>
              <a:rPr lang="es-ES" sz="2400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tx1">
                    <a:alpha val="55000"/>
                  </a:schemeClr>
                </a:solidFill>
              </a:rPr>
              <a:t>osboxes</a:t>
            </a:r>
            <a:endParaRPr lang="es-ES" sz="2400" dirty="0">
              <a:solidFill>
                <a:schemeClr val="tx1">
                  <a:alpha val="5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8316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8DB449-235A-B61D-53EB-CE6D3710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Kali linux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39EE9A-D1D2-FBB2-548C-FD848B8B6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s-ES" sz="2200" b="1"/>
              <a:t>Kali Linux</a:t>
            </a:r>
            <a:r>
              <a:rPr lang="es-ES" sz="2200"/>
              <a:t> es una distribución de Linux basada en Debian, diseñada específicamente para tareas de </a:t>
            </a:r>
            <a:r>
              <a:rPr lang="es-ES" sz="2200" b="1"/>
              <a:t>seguridad informática</a:t>
            </a:r>
            <a:r>
              <a:rPr lang="es-ES" sz="2200"/>
              <a:t> como pruebas de penetración, análisis forense, ingeniería inversa y detección de vulnerabilidades. Fue desarrollada por </a:t>
            </a:r>
            <a:r>
              <a:rPr lang="es-ES" sz="2200" err="1"/>
              <a:t>Offensive</a:t>
            </a:r>
            <a:r>
              <a:rPr lang="es-ES" sz="2200"/>
              <a:t> Security y es ampliamente utilizada por profesionales de ciberseguridad debido a su estabilidad, flexibilidad y la gran cantidad de herramientas que incluye.</a:t>
            </a:r>
          </a:p>
        </p:txBody>
      </p:sp>
    </p:spTree>
    <p:extLst>
      <p:ext uri="{BB962C8B-B14F-4D97-AF65-F5344CB8AC3E}">
        <p14:creationId xmlns:p14="http://schemas.microsoft.com/office/powerpoint/2010/main" val="4352999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1086</Words>
  <Application>Microsoft Office PowerPoint</Application>
  <PresentationFormat>Panorámica</PresentationFormat>
  <Paragraphs>166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Courier New</vt:lpstr>
      <vt:lpstr>Tema de Office</vt:lpstr>
      <vt:lpstr>SEGURIDAD INFORMÁTICA</vt:lpstr>
      <vt:lpstr>UNIDAD 1: PLANIFICACIÓN DE LA SEGURIDAD INFORMÁTICA</vt:lpstr>
      <vt:lpstr>Análisis de riesgos</vt:lpstr>
      <vt:lpstr>Plan de contingencias</vt:lpstr>
      <vt:lpstr>Políticas de seguridad</vt:lpstr>
      <vt:lpstr>Servicios y mecanismos de seguridad</vt:lpstr>
      <vt:lpstr>Elementos de identificación</vt:lpstr>
      <vt:lpstr>Ampliación Kerberos</vt:lpstr>
      <vt:lpstr>Desarrollo de auditorias </vt:lpstr>
      <vt:lpstr>Permisos y derechos de usuarios (Linux)</vt:lpstr>
      <vt:lpstr>Monitorización del tráfico en la red</vt:lpstr>
      <vt:lpstr>Ataques a una red, Test Intrusión</vt:lpstr>
      <vt:lpstr>Wireshark</vt:lpstr>
      <vt:lpstr>Tcpdump</vt:lpstr>
      <vt:lpstr>Ataques a una red. Test de intrusión</vt:lpstr>
      <vt:lpstr>Búsqueda de información pública</vt:lpstr>
      <vt:lpstr>Análisis de vulnerabilidades</vt:lpstr>
      <vt:lpstr>Nessus</vt:lpstr>
      <vt:lpstr>Nmap</vt:lpstr>
      <vt:lpstr>Eliminar evidencias de un ataque</vt:lpstr>
      <vt:lpstr>Logs en Windows</vt:lpstr>
      <vt:lpstr>Logs en Linux</vt:lpstr>
      <vt:lpstr>Logs más comunes</vt:lpstr>
      <vt:lpstr>Lastlog</vt:lpstr>
      <vt:lpstr>Kali linux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Alberto Ruiz</dc:creator>
  <cp:lastModifiedBy>Alberto Ruiz</cp:lastModifiedBy>
  <cp:revision>4</cp:revision>
  <dcterms:created xsi:type="dcterms:W3CDTF">2025-09-17T16:17:53Z</dcterms:created>
  <dcterms:modified xsi:type="dcterms:W3CDTF">2025-09-21T15:17:17Z</dcterms:modified>
</cp:coreProperties>
</file>