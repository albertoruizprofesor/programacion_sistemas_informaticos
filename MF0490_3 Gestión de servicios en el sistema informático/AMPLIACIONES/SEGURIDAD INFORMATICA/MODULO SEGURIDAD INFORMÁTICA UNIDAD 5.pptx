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92" r:id="rId5"/>
    <p:sldId id="291" r:id="rId6"/>
    <p:sldId id="285" r:id="rId7"/>
    <p:sldId id="286" r:id="rId8"/>
    <p:sldId id="287" r:id="rId9"/>
    <p:sldId id="288" r:id="rId10"/>
    <p:sldId id="293" r:id="rId11"/>
    <p:sldId id="294" r:id="rId12"/>
    <p:sldId id="289" r:id="rId13"/>
    <p:sldId id="295" r:id="rId14"/>
    <p:sldId id="296" r:id="rId15"/>
    <p:sldId id="290" r:id="rId16"/>
    <p:sldId id="297" r:id="rId17"/>
    <p:sldId id="298" r:id="rId18"/>
    <p:sldId id="299" r:id="rId19"/>
    <p:sldId id="300" r:id="rId20"/>
    <p:sldId id="303" r:id="rId21"/>
    <p:sldId id="301" r:id="rId22"/>
    <p:sldId id="302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47891-7595-4B43-AE52-69B2A3148031}" v="2" dt="2025-09-26T18:00:3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undo custSel addSld delSld modSld">
      <pc:chgData name="Alberto Ruiz" userId="47fa91d207cfb014" providerId="LiveId" clId="{85FEFC20-368C-4804-AF35-776ECB9C6605}" dt="2025-09-26T18:02:29.737" v="1493" actId="26606"/>
      <pc:docMkLst>
        <pc:docMk/>
      </pc:docMkLst>
      <pc:sldChg chg="del">
        <pc:chgData name="Alberto Ruiz" userId="47fa91d207cfb014" providerId="LiveId" clId="{85FEFC20-368C-4804-AF35-776ECB9C6605}" dt="2025-09-22T17:25:31.403" v="497" actId="47"/>
        <pc:sldMkLst>
          <pc:docMk/>
          <pc:sldMk cId="1874761014" sldId="257"/>
        </pc:sldMkLst>
      </pc:sldChg>
      <pc:sldChg chg="del">
        <pc:chgData name="Alberto Ruiz" userId="47fa91d207cfb014" providerId="LiveId" clId="{85FEFC20-368C-4804-AF35-776ECB9C6605}" dt="2025-09-22T17:25:32.146" v="498" actId="47"/>
        <pc:sldMkLst>
          <pc:docMk/>
          <pc:sldMk cId="3750738772" sldId="258"/>
        </pc:sldMkLst>
      </pc:sldChg>
      <pc:sldChg chg="del">
        <pc:chgData name="Alberto Ruiz" userId="47fa91d207cfb014" providerId="LiveId" clId="{85FEFC20-368C-4804-AF35-776ECB9C6605}" dt="2025-09-22T17:25:33.020" v="499" actId="47"/>
        <pc:sldMkLst>
          <pc:docMk/>
          <pc:sldMk cId="1268972705" sldId="259"/>
        </pc:sldMkLst>
      </pc:sldChg>
      <pc:sldChg chg="del">
        <pc:chgData name="Alberto Ruiz" userId="47fa91d207cfb014" providerId="LiveId" clId="{85FEFC20-368C-4804-AF35-776ECB9C6605}" dt="2025-09-22T17:25:33.852" v="500" actId="47"/>
        <pc:sldMkLst>
          <pc:docMk/>
          <pc:sldMk cId="1452762947" sldId="260"/>
        </pc:sldMkLst>
      </pc:sldChg>
      <pc:sldChg chg="del">
        <pc:chgData name="Alberto Ruiz" userId="47fa91d207cfb014" providerId="LiveId" clId="{85FEFC20-368C-4804-AF35-776ECB9C6605}" dt="2025-09-22T17:25:34.576" v="501" actId="47"/>
        <pc:sldMkLst>
          <pc:docMk/>
          <pc:sldMk cId="1560757229" sldId="261"/>
        </pc:sldMkLst>
      </pc:sldChg>
      <pc:sldChg chg="del">
        <pc:chgData name="Alberto Ruiz" userId="47fa91d207cfb014" providerId="LiveId" clId="{85FEFC20-368C-4804-AF35-776ECB9C6605}" dt="2025-09-22T17:25:35.319" v="502" actId="47"/>
        <pc:sldMkLst>
          <pc:docMk/>
          <pc:sldMk cId="3475719411" sldId="262"/>
        </pc:sldMkLst>
      </pc:sldChg>
      <pc:sldChg chg="del">
        <pc:chgData name="Alberto Ruiz" userId="47fa91d207cfb014" providerId="LiveId" clId="{85FEFC20-368C-4804-AF35-776ECB9C6605}" dt="2025-09-22T17:25:36.072" v="503" actId="47"/>
        <pc:sldMkLst>
          <pc:docMk/>
          <pc:sldMk cId="1113577399" sldId="263"/>
        </pc:sldMkLst>
      </pc:sldChg>
      <pc:sldChg chg="del">
        <pc:chgData name="Alberto Ruiz" userId="47fa91d207cfb014" providerId="LiveId" clId="{85FEFC20-368C-4804-AF35-776ECB9C6605}" dt="2025-09-22T17:25:36.778" v="504" actId="47"/>
        <pc:sldMkLst>
          <pc:docMk/>
          <pc:sldMk cId="296029450" sldId="264"/>
        </pc:sldMkLst>
      </pc:sldChg>
      <pc:sldChg chg="del">
        <pc:chgData name="Alberto Ruiz" userId="47fa91d207cfb014" providerId="LiveId" clId="{85FEFC20-368C-4804-AF35-776ECB9C6605}" dt="2025-09-22T17:25:37.569" v="505" actId="47"/>
        <pc:sldMkLst>
          <pc:docMk/>
          <pc:sldMk cId="4135714646" sldId="265"/>
        </pc:sldMkLst>
      </pc:sldChg>
      <pc:sldChg chg="del">
        <pc:chgData name="Alberto Ruiz" userId="47fa91d207cfb014" providerId="LiveId" clId="{85FEFC20-368C-4804-AF35-776ECB9C6605}" dt="2025-09-22T17:25:38.273" v="506" actId="47"/>
        <pc:sldMkLst>
          <pc:docMk/>
          <pc:sldMk cId="514384809" sldId="266"/>
        </pc:sldMkLst>
      </pc:sldChg>
      <pc:sldChg chg="del">
        <pc:chgData name="Alberto Ruiz" userId="47fa91d207cfb014" providerId="LiveId" clId="{85FEFC20-368C-4804-AF35-776ECB9C6605}" dt="2025-09-22T17:25:38.951" v="507" actId="47"/>
        <pc:sldMkLst>
          <pc:docMk/>
          <pc:sldMk cId="3573731633" sldId="267"/>
        </pc:sldMkLst>
      </pc:sldChg>
      <pc:sldChg chg="addSp delSp modSp new del mod setBg">
        <pc:chgData name="Alberto Ruiz" userId="47fa91d207cfb014" providerId="LiveId" clId="{85FEFC20-368C-4804-AF35-776ECB9C6605}" dt="2025-09-22T17:25:39.800" v="508" actId="47"/>
        <pc:sldMkLst>
          <pc:docMk/>
          <pc:sldMk cId="1095080712" sldId="268"/>
        </pc:sldMkLst>
      </pc:sldChg>
      <pc:sldChg chg="addSp delSp modSp new del mod setBg">
        <pc:chgData name="Alberto Ruiz" userId="47fa91d207cfb014" providerId="LiveId" clId="{85FEFC20-368C-4804-AF35-776ECB9C6605}" dt="2025-09-22T17:25:40.504" v="509" actId="47"/>
        <pc:sldMkLst>
          <pc:docMk/>
          <pc:sldMk cId="2535939640" sldId="269"/>
        </pc:sldMkLst>
      </pc:sldChg>
      <pc:sldChg chg="addSp delSp modSp new del mod setBg">
        <pc:chgData name="Alberto Ruiz" userId="47fa91d207cfb014" providerId="LiveId" clId="{85FEFC20-368C-4804-AF35-776ECB9C6605}" dt="2025-09-22T17:25:41.174" v="510" actId="47"/>
        <pc:sldMkLst>
          <pc:docMk/>
          <pc:sldMk cId="1521071263" sldId="270"/>
        </pc:sldMkLst>
      </pc:sldChg>
      <pc:sldChg chg="addSp delSp modSp new del mod setBg">
        <pc:chgData name="Alberto Ruiz" userId="47fa91d207cfb014" providerId="LiveId" clId="{85FEFC20-368C-4804-AF35-776ECB9C6605}" dt="2025-09-22T17:25:41.875" v="511" actId="47"/>
        <pc:sldMkLst>
          <pc:docMk/>
          <pc:sldMk cId="475117557" sldId="271"/>
        </pc:sldMkLst>
      </pc:sldChg>
      <pc:sldChg chg="addSp delSp modSp new del mod setBg">
        <pc:chgData name="Alberto Ruiz" userId="47fa91d207cfb014" providerId="LiveId" clId="{85FEFC20-368C-4804-AF35-776ECB9C6605}" dt="2025-09-22T17:25:42.531" v="512" actId="47"/>
        <pc:sldMkLst>
          <pc:docMk/>
          <pc:sldMk cId="4240907260" sldId="272"/>
        </pc:sldMkLst>
      </pc:sldChg>
      <pc:sldChg chg="addSp delSp modSp new del mod setBg">
        <pc:chgData name="Alberto Ruiz" userId="47fa91d207cfb014" providerId="LiveId" clId="{85FEFC20-368C-4804-AF35-776ECB9C6605}" dt="2025-09-22T17:25:43.219" v="513" actId="47"/>
        <pc:sldMkLst>
          <pc:docMk/>
          <pc:sldMk cId="568486478" sldId="273"/>
        </pc:sldMkLst>
      </pc:sldChg>
      <pc:sldChg chg="addSp delSp modSp new del mod setBg">
        <pc:chgData name="Alberto Ruiz" userId="47fa91d207cfb014" providerId="LiveId" clId="{85FEFC20-368C-4804-AF35-776ECB9C6605}" dt="2025-09-22T17:25:44.544" v="514" actId="47"/>
        <pc:sldMkLst>
          <pc:docMk/>
          <pc:sldMk cId="2369576593" sldId="274"/>
        </pc:sldMkLst>
      </pc:sldChg>
      <pc:sldChg chg="del">
        <pc:chgData name="Alberto Ruiz" userId="47fa91d207cfb014" providerId="LiveId" clId="{85FEFC20-368C-4804-AF35-776ECB9C6605}" dt="2025-09-22T17:25:45.268" v="515" actId="47"/>
        <pc:sldMkLst>
          <pc:docMk/>
          <pc:sldMk cId="96609615" sldId="275"/>
        </pc:sldMkLst>
      </pc:sldChg>
      <pc:sldChg chg="del">
        <pc:chgData name="Alberto Ruiz" userId="47fa91d207cfb014" providerId="LiveId" clId="{85FEFC20-368C-4804-AF35-776ECB9C6605}" dt="2025-09-22T17:26:03.870" v="519" actId="47"/>
        <pc:sldMkLst>
          <pc:docMk/>
          <pc:sldMk cId="3413831629" sldId="276"/>
        </pc:sldMkLst>
      </pc:sldChg>
      <pc:sldChg chg="del">
        <pc:chgData name="Alberto Ruiz" userId="47fa91d207cfb014" providerId="LiveId" clId="{85FEFC20-368C-4804-AF35-776ECB9C6605}" dt="2025-09-22T17:25:51.422" v="516" actId="47"/>
        <pc:sldMkLst>
          <pc:docMk/>
          <pc:sldMk cId="2663837046" sldId="277"/>
        </pc:sldMkLst>
      </pc:sldChg>
      <pc:sldChg chg="del">
        <pc:chgData name="Alberto Ruiz" userId="47fa91d207cfb014" providerId="LiveId" clId="{85FEFC20-368C-4804-AF35-776ECB9C6605}" dt="2025-09-22T17:25:59.985" v="517" actId="47"/>
        <pc:sldMkLst>
          <pc:docMk/>
          <pc:sldMk cId="3743052111" sldId="278"/>
        </pc:sldMkLst>
      </pc:sldChg>
      <pc:sldChg chg="del">
        <pc:chgData name="Alberto Ruiz" userId="47fa91d207cfb014" providerId="LiveId" clId="{85FEFC20-368C-4804-AF35-776ECB9C6605}" dt="2025-09-22T17:26:01.268" v="518" actId="47"/>
        <pc:sldMkLst>
          <pc:docMk/>
          <pc:sldMk cId="1205868725" sldId="279"/>
        </pc:sldMkLst>
      </pc:sldChg>
      <pc:sldChg chg="del">
        <pc:chgData name="Alberto Ruiz" userId="47fa91d207cfb014" providerId="LiveId" clId="{85FEFC20-368C-4804-AF35-776ECB9C6605}" dt="2025-09-22T17:26:05.435" v="520" actId="47"/>
        <pc:sldMkLst>
          <pc:docMk/>
          <pc:sldMk cId="435299905" sldId="280"/>
        </pc:sldMkLst>
      </pc:sldChg>
      <pc:sldChg chg="addSp delSp modSp mod setBg">
        <pc:chgData name="Alberto Ruiz" userId="47fa91d207cfb014" providerId="LiveId" clId="{85FEFC20-368C-4804-AF35-776ECB9C6605}" dt="2025-09-22T17:29:28.698" v="637" actId="26606"/>
        <pc:sldMkLst>
          <pc:docMk/>
          <pc:sldMk cId="2624861979" sldId="282"/>
        </pc:sldMkLst>
      </pc:sldChg>
      <pc:sldChg chg="addSp modSp mod setBg">
        <pc:chgData name="Alberto Ruiz" userId="47fa91d207cfb014" providerId="LiveId" clId="{85FEFC20-368C-4804-AF35-776ECB9C6605}" dt="2025-09-22T17:33:19.287" v="653" actId="26606"/>
        <pc:sldMkLst>
          <pc:docMk/>
          <pc:sldMk cId="1171360924" sldId="284"/>
        </pc:sldMkLst>
      </pc:sldChg>
      <pc:sldChg chg="addSp delSp modSp mod setBg">
        <pc:chgData name="Alberto Ruiz" userId="47fa91d207cfb014" providerId="LiveId" clId="{85FEFC20-368C-4804-AF35-776ECB9C6605}" dt="2025-09-22T17:33:22.102" v="654" actId="26606"/>
        <pc:sldMkLst>
          <pc:docMk/>
          <pc:sldMk cId="2191137854" sldId="285"/>
        </pc:sldMkLst>
      </pc:sldChg>
      <pc:sldChg chg="addSp modSp mod setBg">
        <pc:chgData name="Alberto Ruiz" userId="47fa91d207cfb014" providerId="LiveId" clId="{85FEFC20-368C-4804-AF35-776ECB9C6605}" dt="2025-09-26T18:02:17.291" v="1486" actId="26606"/>
        <pc:sldMkLst>
          <pc:docMk/>
          <pc:sldMk cId="1281879479" sldId="286"/>
        </pc:sldMkLst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" creationId="{0C68D120-7CD1-A849-46D5-525886114C47}"/>
          </ac:spMkLst>
        </pc:spChg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" creationId="{6E42DCA4-120A-713C-0CCF-FCE7CF6DCAB8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30" creationId="{568E6F37-AE05-46BF-A77F-5505926E92C6}"/>
          </ac:grpSpMkLst>
        </pc:grpChg>
      </pc:sldChg>
      <pc:sldChg chg="addSp delSp modSp mod setBg">
        <pc:chgData name="Alberto Ruiz" userId="47fa91d207cfb014" providerId="LiveId" clId="{85FEFC20-368C-4804-AF35-776ECB9C6605}" dt="2025-09-22T17:34:23.969" v="823" actId="26606"/>
        <pc:sldMkLst>
          <pc:docMk/>
          <pc:sldMk cId="3517709361" sldId="286"/>
        </pc:sldMkLst>
      </pc:sldChg>
      <pc:sldChg chg="addSp modSp mod setBg">
        <pc:chgData name="Alberto Ruiz" userId="47fa91d207cfb014" providerId="LiveId" clId="{85FEFC20-368C-4804-AF35-776ECB9C6605}" dt="2025-09-24T16:21:18.621" v="1124" actId="26606"/>
        <pc:sldMkLst>
          <pc:docMk/>
          <pc:sldMk cId="1284387177" sldId="287"/>
        </pc:sldMkLst>
      </pc:sldChg>
      <pc:sldChg chg="addSp delSp modSp mod setBg">
        <pc:chgData name="Alberto Ruiz" userId="47fa91d207cfb014" providerId="LiveId" clId="{85FEFC20-368C-4804-AF35-776ECB9C6605}" dt="2025-09-22T17:43:37.990" v="919" actId="403"/>
        <pc:sldMkLst>
          <pc:docMk/>
          <pc:sldMk cId="1879621574" sldId="287"/>
        </pc:sldMkLst>
      </pc:sldChg>
      <pc:sldChg chg="addSp modSp mod setBg">
        <pc:chgData name="Alberto Ruiz" userId="47fa91d207cfb014" providerId="LiveId" clId="{85FEFC20-368C-4804-AF35-776ECB9C6605}" dt="2025-09-26T18:02:25.161" v="1492" actId="403"/>
        <pc:sldMkLst>
          <pc:docMk/>
          <pc:sldMk cId="3977133028" sldId="287"/>
        </pc:sldMkLst>
        <pc:spChg chg="mo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" creationId="{6A198C3D-FA54-AC04-0031-C2EBAD056AF6}"/>
          </ac:spMkLst>
        </pc:spChg>
        <pc:spChg chg="mod">
          <ac:chgData name="Alberto Ruiz" userId="47fa91d207cfb014" providerId="LiveId" clId="{85FEFC20-368C-4804-AF35-776ECB9C6605}" dt="2025-09-26T18:02:25.161" v="1492" actId="403"/>
          <ac:spMkLst>
            <pc:docMk/>
            <pc:sldMk cId="3977133028" sldId="287"/>
            <ac:spMk id="3" creationId="{1090504C-9C4A-DC26-3A0F-2D03AB1058F8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8" creationId="{E38F5530-DA31-4B62-8DF9-56A1A3B6B614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10" creationId="{4AEFAF95-013F-4375-AAF4-033AC93F5550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0" creationId="{FBB336D1-2562-4680-B29B-E22C603C0ED9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8" creationId="{B4806F9C-3233-4FC3-B300-D5AA58A5CD8F}"/>
          </ac:spMkLst>
        </pc:s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12" creationId="{68735E28-7236-42D8-A5E1-A0F302FE879A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22" creationId="{9EED3885-4010-4FBE-A045-DC59CAE78290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30" creationId="{70E3F9FC-BB7B-433D-8A4F-1BCFA582E019}"/>
          </ac:grpSpMkLst>
        </pc:grpChg>
      </pc:sldChg>
      <pc:sldChg chg="addSp modSp mod setBg">
        <pc:chgData name="Alberto Ruiz" userId="47fa91d207cfb014" providerId="LiveId" clId="{85FEFC20-368C-4804-AF35-776ECB9C6605}" dt="2025-09-24T16:57:03.453" v="1384" actId="403"/>
        <pc:sldMkLst>
          <pc:docMk/>
          <pc:sldMk cId="935927114" sldId="288"/>
        </pc:sldMkLst>
      </pc:sldChg>
      <pc:sldChg chg="addSp delSp modSp mod setBg">
        <pc:chgData name="Alberto Ruiz" userId="47fa91d207cfb014" providerId="LiveId" clId="{85FEFC20-368C-4804-AF35-776ECB9C6605}" dt="2025-09-22T17:37:26.398" v="830" actId="26606"/>
        <pc:sldMkLst>
          <pc:docMk/>
          <pc:sldMk cId="3830168765" sldId="288"/>
        </pc:sldMkLst>
      </pc:sldChg>
      <pc:sldChg chg="addSp modSp mod setBg">
        <pc:chgData name="Alberto Ruiz" userId="47fa91d207cfb014" providerId="LiveId" clId="{85FEFC20-368C-4804-AF35-776ECB9C6605}" dt="2025-09-22T17:50:31.496" v="972" actId="26606"/>
        <pc:sldMkLst>
          <pc:docMk/>
          <pc:sldMk cId="4136905644" sldId="289"/>
        </pc:sldMkLst>
      </pc:sldChg>
      <pc:sldChg chg="addSp modSp mod setBg">
        <pc:chgData name="Alberto Ruiz" userId="47fa91d207cfb014" providerId="LiveId" clId="{85FEFC20-368C-4804-AF35-776ECB9C6605}" dt="2025-09-24T17:06:32.499" v="1435" actId="255"/>
        <pc:sldMkLst>
          <pc:docMk/>
          <pc:sldMk cId="4190714582" sldId="289"/>
        </pc:sldMkLst>
      </pc:sldChg>
      <pc:sldChg chg="addSp modSp new mod">
        <pc:chgData name="Alberto Ruiz" userId="47fa91d207cfb014" providerId="LiveId" clId="{85FEFC20-368C-4804-AF35-776ECB9C6605}" dt="2025-09-22T17:32:08.362" v="651" actId="1076"/>
        <pc:sldMkLst>
          <pc:docMk/>
          <pc:sldMk cId="908033775" sldId="290"/>
        </pc:sldMkLst>
      </pc:sldChg>
      <pc:sldChg chg="addSp modSp new mod setBg">
        <pc:chgData name="Alberto Ruiz" userId="47fa91d207cfb014" providerId="LiveId" clId="{85FEFC20-368C-4804-AF35-776ECB9C6605}" dt="2025-09-22T17:40:39.585" v="866" actId="26606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85FEFC20-368C-4804-AF35-776ECB9C6605}" dt="2025-09-22T17:40:43.425" v="867" actId="26606"/>
        <pc:sldMkLst>
          <pc:docMk/>
          <pc:sldMk cId="1202599591" sldId="292"/>
        </pc:sldMkLst>
      </pc:sldChg>
      <pc:sldChg chg="addSp delSp modSp mod">
        <pc:chgData name="Alberto Ruiz" userId="47fa91d207cfb014" providerId="LiveId" clId="{85FEFC20-368C-4804-AF35-776ECB9C6605}" dt="2025-09-26T18:02:29.737" v="1493" actId="26606"/>
        <pc:sldMkLst>
          <pc:docMk/>
          <pc:sldMk cId="3549070555" sldId="292"/>
        </pc:sldMkLst>
        <pc:spChg chg="mo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" creationId="{10CDC202-9831-BD49-5B03-756BB1D600D7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17" creationId="{1C799903-48D5-4A31-A1A2-541072D9771E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1" creationId="{E1B96AD6-92A9-4273-A62B-96A1C3E0BA95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3" creationId="{463EEC44-1BA3-44ED-81FC-A644B04B2A44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8" creationId="{8EFFF109-FC58-4FD3-BE05-9775A1310F55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4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6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8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48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62" creationId="{C8D9C5DD-B8B3-46A0-8FBC-EE462F96C4E5}"/>
          </ac:spMkLst>
        </pc:spChg>
      </pc:sldChg>
      <pc:sldChg chg="addSp delSp modSp new mod setBg">
        <pc:chgData name="Alberto Ruiz" userId="47fa91d207cfb014" providerId="LiveId" clId="{85FEFC20-368C-4804-AF35-776ECB9C6605}" dt="2025-09-22T17:41:06.240" v="872" actId="26606"/>
        <pc:sldMkLst>
          <pc:docMk/>
          <pc:sldMk cId="1002008813" sldId="293"/>
        </pc:sldMkLst>
      </pc:sldChg>
      <pc:sldChg chg="addSp delSp modSp mod setBg">
        <pc:chgData name="Alberto Ruiz" userId="47fa91d207cfb014" providerId="LiveId" clId="{85FEFC20-368C-4804-AF35-776ECB9C6605}" dt="2025-09-24T16:26:24.796" v="1156" actId="20577"/>
        <pc:sldMkLst>
          <pc:docMk/>
          <pc:sldMk cId="542680462" sldId="294"/>
        </pc:sldMkLst>
      </pc:sldChg>
      <pc:sldChg chg="addSp modSp new mod setBg">
        <pc:chgData name="Alberto Ruiz" userId="47fa91d207cfb014" providerId="LiveId" clId="{85FEFC20-368C-4804-AF35-776ECB9C6605}" dt="2025-09-22T17:41:11.634" v="873" actId="26606"/>
        <pc:sldMkLst>
          <pc:docMk/>
          <pc:sldMk cId="1442277376" sldId="294"/>
        </pc:sldMkLst>
      </pc:sldChg>
      <pc:sldChg chg="addSp modSp new mod">
        <pc:chgData name="Alberto Ruiz" userId="47fa91d207cfb014" providerId="LiveId" clId="{85FEFC20-368C-4804-AF35-776ECB9C6605}" dt="2025-09-22T17:42:43.750" v="903" actId="1076"/>
        <pc:sldMkLst>
          <pc:docMk/>
          <pc:sldMk cId="77324183" sldId="295"/>
        </pc:sldMkLst>
      </pc:sldChg>
      <pc:sldChg chg="addSp modSp new mod setBg">
        <pc:chgData name="Alberto Ruiz" userId="47fa91d207cfb014" providerId="LiveId" clId="{85FEFC20-368C-4804-AF35-776ECB9C6605}" dt="2025-09-24T16:18:28.362" v="1093" actId="26606"/>
        <pc:sldMkLst>
          <pc:docMk/>
          <pc:sldMk cId="2686958983" sldId="295"/>
        </pc:sldMkLst>
      </pc:sldChg>
      <pc:sldChg chg="addSp new">
        <pc:chgData name="Alberto Ruiz" userId="47fa91d207cfb014" providerId="LiveId" clId="{85FEFC20-368C-4804-AF35-776ECB9C6605}" dt="2025-09-22T17:46:04.128" v="922"/>
        <pc:sldMkLst>
          <pc:docMk/>
          <pc:sldMk cId="750532084" sldId="296"/>
        </pc:sldMkLst>
      </pc:sldChg>
      <pc:sldChg chg="addSp modSp new mod setBg">
        <pc:chgData name="Alberto Ruiz" userId="47fa91d207cfb014" providerId="LiveId" clId="{85FEFC20-368C-4804-AF35-776ECB9C6605}" dt="2025-09-24T16:18:32.566" v="1094" actId="26606"/>
        <pc:sldMkLst>
          <pc:docMk/>
          <pc:sldMk cId="3665212363" sldId="296"/>
        </pc:sldMkLst>
      </pc:sldChg>
      <pc:sldChg chg="addSp modSp new mod setBg">
        <pc:chgData name="Alberto Ruiz" userId="47fa91d207cfb014" providerId="LiveId" clId="{85FEFC20-368C-4804-AF35-776ECB9C6605}" dt="2025-09-22T17:47:40.036" v="942" actId="26606"/>
        <pc:sldMkLst>
          <pc:docMk/>
          <pc:sldMk cId="77769760" sldId="297"/>
        </pc:sldMkLst>
      </pc:sldChg>
      <pc:sldChg chg="addSp modSp add mod setBg">
        <pc:chgData name="Alberto Ruiz" userId="47fa91d207cfb014" providerId="LiveId" clId="{85FEFC20-368C-4804-AF35-776ECB9C6605}" dt="2025-09-24T16:21:23.865" v="1125" actId="26606"/>
        <pc:sldMkLst>
          <pc:docMk/>
          <pc:sldMk cId="3615449401" sldId="297"/>
        </pc:sldMkLst>
      </pc:sldChg>
      <pc:sldChg chg="addSp modSp new mod setBg">
        <pc:chgData name="Alberto Ruiz" userId="47fa91d207cfb014" providerId="LiveId" clId="{85FEFC20-368C-4804-AF35-776ECB9C6605}" dt="2025-09-22T17:50:34.819" v="973" actId="26606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85FEFC20-368C-4804-AF35-776ECB9C6605}" dt="2025-09-24T16:44:33.355" v="1252" actId="26606"/>
        <pc:sldMkLst>
          <pc:docMk/>
          <pc:sldMk cId="699358039" sldId="298"/>
        </pc:sldMkLst>
      </pc:sldChg>
      <pc:sldChg chg="addSp modSp new mod setBg">
        <pc:chgData name="Alberto Ruiz" userId="47fa91d207cfb014" providerId="LiveId" clId="{85FEFC20-368C-4804-AF35-776ECB9C6605}" dt="2025-09-22T17:50:40.693" v="974" actId="26606"/>
        <pc:sldMkLst>
          <pc:docMk/>
          <pc:sldMk cId="1217792650" sldId="299"/>
        </pc:sldMkLst>
      </pc:sldChg>
      <pc:sldChg chg="addSp delSp modSp new mod setBg">
        <pc:chgData name="Alberto Ruiz" userId="47fa91d207cfb014" providerId="LiveId" clId="{85FEFC20-368C-4804-AF35-776ECB9C6605}" dt="2025-09-24T16:44:36.987" v="1253" actId="26606"/>
        <pc:sldMkLst>
          <pc:docMk/>
          <pc:sldMk cId="1304951473" sldId="299"/>
        </pc:sldMkLst>
      </pc:sldChg>
      <pc:sldChg chg="addSp delSp modSp new mod setBg">
        <pc:chgData name="Alberto Ruiz" userId="47fa91d207cfb014" providerId="LiveId" clId="{85FEFC20-368C-4804-AF35-776ECB9C6605}" dt="2025-09-24T16:51:29.950" v="1349" actId="26606"/>
        <pc:sldMkLst>
          <pc:docMk/>
          <pc:sldMk cId="2259716126" sldId="300"/>
        </pc:sldMkLst>
      </pc:sldChg>
      <pc:sldChg chg="addSp delSp modSp new mod setBg">
        <pc:chgData name="Alberto Ruiz" userId="47fa91d207cfb014" providerId="LiveId" clId="{85FEFC20-368C-4804-AF35-776ECB9C6605}" dt="2025-09-22T17:50:48.851" v="975" actId="26606"/>
        <pc:sldMkLst>
          <pc:docMk/>
          <pc:sldMk cId="2365938747" sldId="300"/>
        </pc:sldMkLst>
      </pc:sldChg>
      <pc:sldChg chg="modSp mod">
        <pc:chgData name="Alberto Ruiz" userId="47fa91d207cfb014" providerId="LiveId" clId="{85FEFC20-368C-4804-AF35-776ECB9C6605}" dt="2025-09-26T18:00:51.274" v="1485" actId="27636"/>
        <pc:sldMkLst>
          <pc:docMk/>
          <pc:sldMk cId="2376632157" sldId="300"/>
        </pc:sldMkLst>
        <pc:spChg chg="mod">
          <ac:chgData name="Alberto Ruiz" userId="47fa91d207cfb014" providerId="LiveId" clId="{85FEFC20-368C-4804-AF35-776ECB9C6605}" dt="2025-09-26T18:00:51.274" v="1485" actId="27636"/>
          <ac:spMkLst>
            <pc:docMk/>
            <pc:sldMk cId="2376632157" sldId="300"/>
            <ac:spMk id="3" creationId="{5F8A60E6-EC61-7E72-A404-DC03CAB860FF}"/>
          </ac:spMkLst>
        </pc:spChg>
      </pc:sldChg>
      <pc:sldChg chg="addSp modSp new mod setBg">
        <pc:chgData name="Alberto Ruiz" userId="47fa91d207cfb014" providerId="LiveId" clId="{85FEFC20-368C-4804-AF35-776ECB9C6605}" dt="2025-09-24T16:52:03.591" v="1365" actId="14100"/>
        <pc:sldMkLst>
          <pc:docMk/>
          <pc:sldMk cId="972017034" sldId="301"/>
        </pc:sldMkLst>
      </pc:sldChg>
      <pc:sldChg chg="modSp add mod">
        <pc:chgData name="Alberto Ruiz" userId="47fa91d207cfb014" providerId="LiveId" clId="{85FEFC20-368C-4804-AF35-776ECB9C6605}" dt="2025-09-24T16:57:28.022" v="1396" actId="403"/>
        <pc:sldMkLst>
          <pc:docMk/>
          <pc:sldMk cId="3291211572" sldId="302"/>
        </pc:sldMkLst>
      </pc:sldChg>
      <pc:sldChg chg="addSp modSp new mod setBg">
        <pc:chgData name="Alberto Ruiz" userId="47fa91d207cfb014" providerId="LiveId" clId="{85FEFC20-368C-4804-AF35-776ECB9C6605}" dt="2025-09-26T18:00:36.312" v="1483"/>
        <pc:sldMkLst>
          <pc:docMk/>
          <pc:sldMk cId="313862045" sldId="303"/>
        </pc:sldMkLst>
        <pc:spChg chg="mod">
          <ac:chgData name="Alberto Ruiz" userId="47fa91d207cfb014" providerId="LiveId" clId="{85FEFC20-368C-4804-AF35-776ECB9C6605}" dt="2025-09-26T18:00:36.312" v="1483"/>
          <ac:spMkLst>
            <pc:docMk/>
            <pc:sldMk cId="313862045" sldId="303"/>
            <ac:spMk id="2" creationId="{394CF634-3EFA-F874-BD43-189187A2D466}"/>
          </ac:spMkLst>
        </pc:spChg>
        <pc:spChg chg="mod">
          <ac:chgData name="Alberto Ruiz" userId="47fa91d207cfb014" providerId="LiveId" clId="{85FEFC20-368C-4804-AF35-776ECB9C6605}" dt="2025-09-26T18:00:35.058" v="1482" actId="21"/>
          <ac:spMkLst>
            <pc:docMk/>
            <pc:sldMk cId="313862045" sldId="303"/>
            <ac:spMk id="3" creationId="{EEAA0D6F-0FAE-1EB3-94C3-666F8BBC1974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85FEFC20-368C-4804-AF35-776ECB9C6605}" dt="2025-09-24T17:06:47.714" v="1439" actId="255"/>
        <pc:sldMkLst>
          <pc:docMk/>
          <pc:sldMk cId="2930059075" sldId="303"/>
        </pc:sldMkLst>
      </pc:sldChg>
      <pc:sldChg chg="addSp modSp new mod setBg">
        <pc:chgData name="Alberto Ruiz" userId="47fa91d207cfb014" providerId="LiveId" clId="{85FEFC20-368C-4804-AF35-776ECB9C6605}" dt="2025-09-24T17:06:50.787" v="1440" actId="26606"/>
        <pc:sldMkLst>
          <pc:docMk/>
          <pc:sldMk cId="4195051442" sldId="304"/>
        </pc:sldMkLst>
      </pc:sldChg>
      <pc:sldChg chg="addSp modSp new mod setBg">
        <pc:chgData name="Alberto Ruiz" userId="47fa91d207cfb014" providerId="LiveId" clId="{85FEFC20-368C-4804-AF35-776ECB9C6605}" dt="2025-09-24T17:07:59.334" v="1475" actId="255"/>
        <pc:sldMkLst>
          <pc:docMk/>
          <pc:sldMk cId="167883628" sldId="305"/>
        </pc:sldMkLst>
      </pc:sldChg>
      <pc:sldChg chg="new">
        <pc:chgData name="Alberto Ruiz" userId="47fa91d207cfb014" providerId="LiveId" clId="{85FEFC20-368C-4804-AF35-776ECB9C6605}" dt="2025-09-24T17:08:02.113" v="1476" actId="680"/>
        <pc:sldMkLst>
          <pc:docMk/>
          <pc:sldMk cId="2722454959" sldId="306"/>
        </pc:sldMkLst>
      </pc:sldChg>
    </pc:docChg>
  </pc:docChgLst>
  <pc:docChgLst>
    <pc:chgData name="Alberto Ruiz" userId="47fa91d207cfb014" providerId="LiveId" clId="{9743E567-337F-4C21-A62A-0C7FCC4B4E77}"/>
    <pc:docChg chg="undo custSel addSld delSld modSld">
      <pc:chgData name="Alberto Ruiz" userId="47fa91d207cfb014" providerId="LiveId" clId="{9743E567-337F-4C21-A62A-0C7FCC4B4E77}" dt="2025-09-24T12:27:04.969" v="1999" actId="680"/>
      <pc:docMkLst>
        <pc:docMk/>
      </pc:docMkLst>
      <pc:sldChg chg="addSp delSp modSp mod">
        <pc:chgData name="Alberto Ruiz" userId="47fa91d207cfb014" providerId="LiveId" clId="{9743E567-337F-4C21-A62A-0C7FCC4B4E77}" dt="2025-09-18T06:31:18.816" v="0" actId="478"/>
        <pc:sldMkLst>
          <pc:docMk/>
          <pc:sldMk cId="4108739217" sldId="256"/>
        </pc:sldMkLst>
        <pc:spChg chg="add mod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5" creationId="{BB076771-2AA0-A9C7-C61D-786423133F2C}"/>
          </ac:spMkLst>
        </pc:spChg>
      </pc:sldChg>
      <pc:sldChg chg="del">
        <pc:chgData name="Alberto Ruiz" userId="47fa91d207cfb014" providerId="LiveId" clId="{9743E567-337F-4C21-A62A-0C7FCC4B4E77}" dt="2025-09-23T10:52:57.600" v="2" actId="47"/>
        <pc:sldMkLst>
          <pc:docMk/>
          <pc:sldMk cId="2624861979" sldId="282"/>
        </pc:sldMkLst>
      </pc:sldChg>
      <pc:sldChg chg="modSp mod">
        <pc:chgData name="Alberto Ruiz" userId="47fa91d207cfb014" providerId="LiveId" clId="{9743E567-337F-4C21-A62A-0C7FCC4B4E77}" dt="2025-09-23T10:57:00.873" v="348" actId="20577"/>
        <pc:sldMkLst>
          <pc:docMk/>
          <pc:sldMk cId="152618039" sldId="283"/>
        </pc:sldMkLst>
        <pc:spChg chg="mod">
          <ac:chgData name="Alberto Ruiz" userId="47fa91d207cfb014" providerId="LiveId" clId="{9743E567-337F-4C21-A62A-0C7FCC4B4E77}" dt="2025-09-23T10:53:40.793" v="80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9743E567-337F-4C21-A62A-0C7FCC4B4E77}" dt="2025-09-23T10:57:00.873" v="348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delSp modSp new mod setBg">
        <pc:chgData name="Alberto Ruiz" userId="47fa91d207cfb014" providerId="LiveId" clId="{9743E567-337F-4C21-A62A-0C7FCC4B4E77}" dt="2025-09-23T11:08:16.375" v="414" actId="26606"/>
        <pc:sldMkLst>
          <pc:docMk/>
          <pc:sldMk cId="144583344" sldId="284"/>
        </pc:sldMkLst>
      </pc:sldChg>
      <pc:sldChg chg="del">
        <pc:chgData name="Alberto Ruiz" userId="47fa91d207cfb014" providerId="LiveId" clId="{9743E567-337F-4C21-A62A-0C7FCC4B4E77}" dt="2025-09-23T10:52:58.044" v="3" actId="47"/>
        <pc:sldMkLst>
          <pc:docMk/>
          <pc:sldMk cId="1171360924" sldId="284"/>
        </pc:sldMkLst>
      </pc:sldChg>
      <pc:sldChg chg="addSp modSp mod setBg">
        <pc:chgData name="Alberto Ruiz" userId="47fa91d207cfb014" providerId="LiveId" clId="{9743E567-337F-4C21-A62A-0C7FCC4B4E77}" dt="2025-09-24T12:03:51.857" v="1649" actId="26606"/>
        <pc:sldMkLst>
          <pc:docMk/>
          <pc:sldMk cId="3781436359" sldId="284"/>
        </pc:sldMkLst>
      </pc:sldChg>
      <pc:sldChg chg="addSp modSp mod setBg">
        <pc:chgData name="Alberto Ruiz" userId="47fa91d207cfb014" providerId="LiveId" clId="{9743E567-337F-4C21-A62A-0C7FCC4B4E77}" dt="2025-09-24T12:18:15.635" v="1761" actId="26606"/>
        <pc:sldMkLst>
          <pc:docMk/>
          <pc:sldMk cId="1632013338" sldId="285"/>
        </pc:sldMkLst>
      </pc:sldChg>
      <pc:sldChg chg="del">
        <pc:chgData name="Alberto Ruiz" userId="47fa91d207cfb014" providerId="LiveId" clId="{9743E567-337F-4C21-A62A-0C7FCC4B4E77}" dt="2025-09-23T10:52:58.423" v="5" actId="47"/>
        <pc:sldMkLst>
          <pc:docMk/>
          <pc:sldMk cId="2191137854" sldId="285"/>
        </pc:sldMkLst>
      </pc:sldChg>
      <pc:sldChg chg="addSp delSp modSp new mod">
        <pc:chgData name="Alberto Ruiz" userId="47fa91d207cfb014" providerId="LiveId" clId="{9743E567-337F-4C21-A62A-0C7FCC4B4E77}" dt="2025-09-23T11:05:50.373" v="411" actId="1076"/>
        <pc:sldMkLst>
          <pc:docMk/>
          <pc:sldMk cId="4177545456" sldId="285"/>
        </pc:sldMkLst>
      </pc:sldChg>
      <pc:sldChg chg="addSp delSp modSp mod setBg">
        <pc:chgData name="Alberto Ruiz" userId="47fa91d207cfb014" providerId="LiveId" clId="{9743E567-337F-4C21-A62A-0C7FCC4B4E77}" dt="2025-09-24T12:26:56.264" v="1998" actId="26606"/>
        <pc:sldMkLst>
          <pc:docMk/>
          <pc:sldMk cId="1101300920" sldId="286"/>
        </pc:sldMkLst>
      </pc:sldChg>
      <pc:sldChg chg="addSp delSp modSp new mod setBg">
        <pc:chgData name="Alberto Ruiz" userId="47fa91d207cfb014" providerId="LiveId" clId="{9743E567-337F-4C21-A62A-0C7FCC4B4E77}" dt="2025-09-23T11:14:09.674" v="860" actId="26606"/>
        <pc:sldMkLst>
          <pc:docMk/>
          <pc:sldMk cId="2177018543" sldId="286"/>
        </pc:sldMkLst>
      </pc:sldChg>
      <pc:sldChg chg="del">
        <pc:chgData name="Alberto Ruiz" userId="47fa91d207cfb014" providerId="LiveId" clId="{9743E567-337F-4C21-A62A-0C7FCC4B4E77}" dt="2025-09-23T10:52:58.595" v="6" actId="47"/>
        <pc:sldMkLst>
          <pc:docMk/>
          <pc:sldMk cId="3517709361" sldId="286"/>
        </pc:sldMkLst>
      </pc:sldChg>
      <pc:sldChg chg="del">
        <pc:chgData name="Alberto Ruiz" userId="47fa91d207cfb014" providerId="LiveId" clId="{9743E567-337F-4C21-A62A-0C7FCC4B4E77}" dt="2025-09-23T10:52:58.768" v="7" actId="47"/>
        <pc:sldMkLst>
          <pc:docMk/>
          <pc:sldMk cId="1879621574" sldId="287"/>
        </pc:sldMkLst>
      </pc:sldChg>
      <pc:sldChg chg="addSp delSp modSp new mod setBg">
        <pc:chgData name="Alberto Ruiz" userId="47fa91d207cfb014" providerId="LiveId" clId="{9743E567-337F-4C21-A62A-0C7FCC4B4E77}" dt="2025-09-23T11:14:13.693" v="861" actId="26606"/>
        <pc:sldMkLst>
          <pc:docMk/>
          <pc:sldMk cId="2927665545" sldId="287"/>
        </pc:sldMkLst>
      </pc:sldChg>
      <pc:sldChg chg="addSp delSp modSp new mod setBg">
        <pc:chgData name="Alberto Ruiz" userId="47fa91d207cfb014" providerId="LiveId" clId="{9743E567-337F-4C21-A62A-0C7FCC4B4E77}" dt="2025-09-23T11:20:03.600" v="986" actId="26606"/>
        <pc:sldMkLst>
          <pc:docMk/>
          <pc:sldMk cId="2222828972" sldId="288"/>
        </pc:sldMkLst>
      </pc:sldChg>
      <pc:sldChg chg="del">
        <pc:chgData name="Alberto Ruiz" userId="47fa91d207cfb014" providerId="LiveId" clId="{9743E567-337F-4C21-A62A-0C7FCC4B4E77}" dt="2025-09-23T10:52:59.129" v="9" actId="47"/>
        <pc:sldMkLst>
          <pc:docMk/>
          <pc:sldMk cId="3830168765" sldId="288"/>
        </pc:sldMkLst>
      </pc:sldChg>
      <pc:sldChg chg="addSp delSp modSp new mod setBg">
        <pc:chgData name="Alberto Ruiz" userId="47fa91d207cfb014" providerId="LiveId" clId="{9743E567-337F-4C21-A62A-0C7FCC4B4E77}" dt="2025-09-23T11:29:50.276" v="1302" actId="26606"/>
        <pc:sldMkLst>
          <pc:docMk/>
          <pc:sldMk cId="3979568687" sldId="289"/>
        </pc:sldMkLst>
      </pc:sldChg>
      <pc:sldChg chg="del">
        <pc:chgData name="Alberto Ruiz" userId="47fa91d207cfb014" providerId="LiveId" clId="{9743E567-337F-4C21-A62A-0C7FCC4B4E77}" dt="2025-09-23T10:53:01.467" v="16" actId="47"/>
        <pc:sldMkLst>
          <pc:docMk/>
          <pc:sldMk cId="4136905644" sldId="289"/>
        </pc:sldMkLst>
      </pc:sldChg>
      <pc:sldChg chg="del">
        <pc:chgData name="Alberto Ruiz" userId="47fa91d207cfb014" providerId="LiveId" clId="{9743E567-337F-4C21-A62A-0C7FCC4B4E77}" dt="2025-09-23T10:52:58.234" v="4" actId="47"/>
        <pc:sldMkLst>
          <pc:docMk/>
          <pc:sldMk cId="908033775" sldId="290"/>
        </pc:sldMkLst>
      </pc:sldChg>
      <pc:sldChg chg="addSp delSp modSp new mod setBg">
        <pc:chgData name="Alberto Ruiz" userId="47fa91d207cfb014" providerId="LiveId" clId="{9743E567-337F-4C21-A62A-0C7FCC4B4E77}" dt="2025-09-23T11:36:16.741" v="1406" actId="26606"/>
        <pc:sldMkLst>
          <pc:docMk/>
          <pc:sldMk cId="2340477628" sldId="290"/>
        </pc:sldMkLst>
      </pc:sldChg>
      <pc:sldChg chg="addSp modSp mod setBg">
        <pc:chgData name="Alberto Ruiz" userId="47fa91d207cfb014" providerId="LiveId" clId="{9743E567-337F-4C21-A62A-0C7FCC4B4E77}" dt="2025-09-24T12:03:57.006" v="1650" actId="26606"/>
        <pc:sldMkLst>
          <pc:docMk/>
          <pc:sldMk cId="4281954436" sldId="290"/>
        </pc:sldMkLst>
      </pc:sldChg>
      <pc:sldChg chg="del">
        <pc:chgData name="Alberto Ruiz" userId="47fa91d207cfb014" providerId="LiveId" clId="{9743E567-337F-4C21-A62A-0C7FCC4B4E77}" dt="2025-09-23T10:52:59.309" v="10" actId="47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9743E567-337F-4C21-A62A-0C7FCC4B4E77}" dt="2025-09-23T12:28:41.862" v="1486" actId="26606"/>
        <pc:sldMkLst>
          <pc:docMk/>
          <pc:sldMk cId="2518525717" sldId="291"/>
        </pc:sldMkLst>
      </pc:sldChg>
      <pc:sldChg chg="addSp delSp modSp mod setBg">
        <pc:chgData name="Alberto Ruiz" userId="47fa91d207cfb014" providerId="LiveId" clId="{9743E567-337F-4C21-A62A-0C7FCC4B4E77}" dt="2025-09-24T12:04:01.381" v="1651" actId="26606"/>
        <pc:sldMkLst>
          <pc:docMk/>
          <pc:sldMk cId="4008434162" sldId="291"/>
        </pc:sldMkLst>
      </pc:sldChg>
      <pc:sldChg chg="del">
        <pc:chgData name="Alberto Ruiz" userId="47fa91d207cfb014" providerId="LiveId" clId="{9743E567-337F-4C21-A62A-0C7FCC4B4E77}" dt="2025-09-23T10:52:59.509" v="11" actId="47"/>
        <pc:sldMkLst>
          <pc:docMk/>
          <pc:sldMk cId="1202599591" sldId="292"/>
        </pc:sldMkLst>
      </pc:sldChg>
      <pc:sldChg chg="addSp delSp modSp new mod setBg">
        <pc:chgData name="Alberto Ruiz" userId="47fa91d207cfb014" providerId="LiveId" clId="{9743E567-337F-4C21-A62A-0C7FCC4B4E77}" dt="2025-09-23T15:15:06.824" v="1550" actId="26606"/>
        <pc:sldMkLst>
          <pc:docMk/>
          <pc:sldMk cId="1537041161" sldId="292"/>
        </pc:sldMkLst>
      </pc:sldChg>
      <pc:sldChg chg="addSp delSp modSp mod setBg">
        <pc:chgData name="Alberto Ruiz" userId="47fa91d207cfb014" providerId="LiveId" clId="{9743E567-337F-4C21-A62A-0C7FCC4B4E77}" dt="2025-09-24T12:04:05.626" v="1652" actId="26606"/>
        <pc:sldMkLst>
          <pc:docMk/>
          <pc:sldMk cId="3465514534" sldId="292"/>
        </pc:sldMkLst>
      </pc:sldChg>
      <pc:sldChg chg="addSp delSp modSp new mod setBg">
        <pc:chgData name="Alberto Ruiz" userId="47fa91d207cfb014" providerId="LiveId" clId="{9743E567-337F-4C21-A62A-0C7FCC4B4E77}" dt="2025-09-23T15:15:57.258" v="1562" actId="1076"/>
        <pc:sldMkLst>
          <pc:docMk/>
          <pc:sldMk cId="201943607" sldId="293"/>
        </pc:sldMkLst>
      </pc:sldChg>
      <pc:sldChg chg="del">
        <pc:chgData name="Alberto Ruiz" userId="47fa91d207cfb014" providerId="LiveId" clId="{9743E567-337F-4C21-A62A-0C7FCC4B4E77}" dt="2025-09-23T10:52:59.702" v="12" actId="47"/>
        <pc:sldMkLst>
          <pc:docMk/>
          <pc:sldMk cId="1002008813" sldId="293"/>
        </pc:sldMkLst>
      </pc:sldChg>
      <pc:sldChg chg="addSp delSp modSp new mod setBg">
        <pc:chgData name="Alberto Ruiz" userId="47fa91d207cfb014" providerId="LiveId" clId="{9743E567-337F-4C21-A62A-0C7FCC4B4E77}" dt="2025-09-24T12:21:28.817" v="1904" actId="26606"/>
        <pc:sldMkLst>
          <pc:docMk/>
          <pc:sldMk cId="4024440558" sldId="293"/>
        </pc:sldMkLst>
      </pc:sldChg>
      <pc:sldChg chg="addSp modSp new mod setBg">
        <pc:chgData name="Alberto Ruiz" userId="47fa91d207cfb014" providerId="LiveId" clId="{9743E567-337F-4C21-A62A-0C7FCC4B4E77}" dt="2025-09-23T15:16:05.747" v="1564" actId="1076"/>
        <pc:sldMkLst>
          <pc:docMk/>
          <pc:sldMk cId="294674519" sldId="294"/>
        </pc:sldMkLst>
      </pc:sldChg>
      <pc:sldChg chg="new">
        <pc:chgData name="Alberto Ruiz" userId="47fa91d207cfb014" providerId="LiveId" clId="{9743E567-337F-4C21-A62A-0C7FCC4B4E77}" dt="2025-09-24T12:27:04.969" v="1999" actId="680"/>
        <pc:sldMkLst>
          <pc:docMk/>
          <pc:sldMk cId="542680462" sldId="294"/>
        </pc:sldMkLst>
      </pc:sldChg>
      <pc:sldChg chg="del">
        <pc:chgData name="Alberto Ruiz" userId="47fa91d207cfb014" providerId="LiveId" clId="{9743E567-337F-4C21-A62A-0C7FCC4B4E77}" dt="2025-09-23T10:53:00.183" v="13" actId="47"/>
        <pc:sldMkLst>
          <pc:docMk/>
          <pc:sldMk cId="1442277376" sldId="294"/>
        </pc:sldMkLst>
      </pc:sldChg>
      <pc:sldChg chg="del">
        <pc:chgData name="Alberto Ruiz" userId="47fa91d207cfb014" providerId="LiveId" clId="{9743E567-337F-4C21-A62A-0C7FCC4B4E77}" dt="2025-09-23T10:53:01.069" v="15" actId="47"/>
        <pc:sldMkLst>
          <pc:docMk/>
          <pc:sldMk cId="77324183" sldId="295"/>
        </pc:sldMkLst>
      </pc:sldChg>
      <pc:sldChg chg="addSp modSp new mod setBg">
        <pc:chgData name="Alberto Ruiz" userId="47fa91d207cfb014" providerId="LiveId" clId="{9743E567-337F-4C21-A62A-0C7FCC4B4E77}" dt="2025-09-23T15:16:14.252" v="1566" actId="1076"/>
        <pc:sldMkLst>
          <pc:docMk/>
          <pc:sldMk cId="4109821813" sldId="295"/>
        </pc:sldMkLst>
      </pc:sldChg>
      <pc:sldChg chg="del">
        <pc:chgData name="Alberto Ruiz" userId="47fa91d207cfb014" providerId="LiveId" clId="{9743E567-337F-4C21-A62A-0C7FCC4B4E77}" dt="2025-09-23T10:52:58.950" v="8" actId="47"/>
        <pc:sldMkLst>
          <pc:docMk/>
          <pc:sldMk cId="750532084" sldId="296"/>
        </pc:sldMkLst>
      </pc:sldChg>
      <pc:sldChg chg="addSp modSp new mod setBg">
        <pc:chgData name="Alberto Ruiz" userId="47fa91d207cfb014" providerId="LiveId" clId="{9743E567-337F-4C21-A62A-0C7FCC4B4E77}" dt="2025-09-23T15:18:44.711" v="1635" actId="27636"/>
        <pc:sldMkLst>
          <pc:docMk/>
          <pc:sldMk cId="3992892498" sldId="296"/>
        </pc:sldMkLst>
      </pc:sldChg>
      <pc:sldChg chg="del">
        <pc:chgData name="Alberto Ruiz" userId="47fa91d207cfb014" providerId="LiveId" clId="{9743E567-337F-4C21-A62A-0C7FCC4B4E77}" dt="2025-09-23T10:53:00.599" v="14" actId="47"/>
        <pc:sldMkLst>
          <pc:docMk/>
          <pc:sldMk cId="77769760" sldId="297"/>
        </pc:sldMkLst>
      </pc:sldChg>
      <pc:sldChg chg="addSp modSp new mod setBg">
        <pc:chgData name="Alberto Ruiz" userId="47fa91d207cfb014" providerId="LiveId" clId="{9743E567-337F-4C21-A62A-0C7FCC4B4E77}" dt="2025-09-23T15:33:55.704" v="1647" actId="26606"/>
        <pc:sldMkLst>
          <pc:docMk/>
          <pc:sldMk cId="1868293708" sldId="297"/>
        </pc:sldMkLst>
      </pc:sldChg>
      <pc:sldChg chg="del">
        <pc:chgData name="Alberto Ruiz" userId="47fa91d207cfb014" providerId="LiveId" clId="{9743E567-337F-4C21-A62A-0C7FCC4B4E77}" dt="2025-09-23T10:53:01.900" v="17" actId="47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9743E567-337F-4C21-A62A-0C7FCC4B4E77}" dt="2025-09-23T15:33:58.523" v="1648" actId="26606"/>
        <pc:sldMkLst>
          <pc:docMk/>
          <pc:sldMk cId="3184751279" sldId="298"/>
        </pc:sldMkLst>
      </pc:sldChg>
      <pc:sldChg chg="del">
        <pc:chgData name="Alberto Ruiz" userId="47fa91d207cfb014" providerId="LiveId" clId="{9743E567-337F-4C21-A62A-0C7FCC4B4E77}" dt="2025-09-23T10:53:02.347" v="18" actId="47"/>
        <pc:sldMkLst>
          <pc:docMk/>
          <pc:sldMk cId="1217792650" sldId="299"/>
        </pc:sldMkLst>
      </pc:sldChg>
      <pc:sldChg chg="del">
        <pc:chgData name="Alberto Ruiz" userId="47fa91d207cfb014" providerId="LiveId" clId="{9743E567-337F-4C21-A62A-0C7FCC4B4E77}" dt="2025-09-23T10:53:02.866" v="19" actId="47"/>
        <pc:sldMkLst>
          <pc:docMk/>
          <pc:sldMk cId="2365938747" sldId="30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61EDBB-2842-4676-AB51-B9E8D6962AD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6C6E85-D00D-49D8-BEC3-21E9EFDC0C77}">
      <dgm:prSet/>
      <dgm:spPr/>
      <dgm:t>
        <a:bodyPr/>
        <a:lstStyle/>
        <a:p>
          <a:r>
            <a:rPr lang="es-ES"/>
            <a:t>Seguridad en los sistemas E/S y en los gestores de arranque</a:t>
          </a:r>
          <a:endParaRPr lang="en-US"/>
        </a:p>
      </dgm:t>
    </dgm:pt>
    <dgm:pt modelId="{1B1FBA35-2CE5-492B-9B5F-0D8B10565781}" type="parTrans" cxnId="{C8287422-420F-4E83-B282-A8D692D6F46D}">
      <dgm:prSet/>
      <dgm:spPr/>
      <dgm:t>
        <a:bodyPr/>
        <a:lstStyle/>
        <a:p>
          <a:endParaRPr lang="en-US"/>
        </a:p>
      </dgm:t>
    </dgm:pt>
    <dgm:pt modelId="{0A399523-C400-4113-AD06-FC77B4DA1585}" type="sibTrans" cxnId="{C8287422-420F-4E83-B282-A8D692D6F46D}">
      <dgm:prSet/>
      <dgm:spPr/>
      <dgm:t>
        <a:bodyPr/>
        <a:lstStyle/>
        <a:p>
          <a:endParaRPr lang="en-US"/>
        </a:p>
      </dgm:t>
    </dgm:pt>
    <dgm:pt modelId="{256DB47F-762B-4547-BDE9-6D38024ADCD2}">
      <dgm:prSet/>
      <dgm:spPr/>
      <dgm:t>
        <a:bodyPr/>
        <a:lstStyle/>
        <a:p>
          <a:r>
            <a:rPr lang="es-ES"/>
            <a:t>Seguridad en discos y archivos</a:t>
          </a:r>
          <a:endParaRPr lang="en-US"/>
        </a:p>
      </dgm:t>
    </dgm:pt>
    <dgm:pt modelId="{DDF0A0C4-E671-4D81-9808-53BE18F6084A}" type="parTrans" cxnId="{671E9697-7154-4D74-9EF9-919AC33AEFD8}">
      <dgm:prSet/>
      <dgm:spPr/>
      <dgm:t>
        <a:bodyPr/>
        <a:lstStyle/>
        <a:p>
          <a:endParaRPr lang="en-US"/>
        </a:p>
      </dgm:t>
    </dgm:pt>
    <dgm:pt modelId="{BA7A885A-C685-4FFE-BD62-240FDDC9D273}" type="sibTrans" cxnId="{671E9697-7154-4D74-9EF9-919AC33AEFD8}">
      <dgm:prSet/>
      <dgm:spPr/>
      <dgm:t>
        <a:bodyPr/>
        <a:lstStyle/>
        <a:p>
          <a:endParaRPr lang="en-US"/>
        </a:p>
      </dgm:t>
    </dgm:pt>
    <dgm:pt modelId="{5607F25B-6949-43F6-AA77-E0A7D42CBDBB}">
      <dgm:prSet/>
      <dgm:spPr/>
      <dgm:t>
        <a:bodyPr/>
        <a:lstStyle/>
        <a:p>
          <a:r>
            <a:rPr lang="es-ES"/>
            <a:t>Seguridad en redes públicas</a:t>
          </a:r>
          <a:endParaRPr lang="en-US"/>
        </a:p>
      </dgm:t>
    </dgm:pt>
    <dgm:pt modelId="{F5F7D37E-A314-413B-BA2B-9EED4FAF061B}" type="parTrans" cxnId="{D4E115CB-6D50-4F1F-B05F-9A773A88995A}">
      <dgm:prSet/>
      <dgm:spPr/>
      <dgm:t>
        <a:bodyPr/>
        <a:lstStyle/>
        <a:p>
          <a:endParaRPr lang="en-US"/>
        </a:p>
      </dgm:t>
    </dgm:pt>
    <dgm:pt modelId="{9DC2CCD0-CBE4-4FF4-8066-0EDDEE39D1F3}" type="sibTrans" cxnId="{D4E115CB-6D50-4F1F-B05F-9A773A88995A}">
      <dgm:prSet/>
      <dgm:spPr/>
      <dgm:t>
        <a:bodyPr/>
        <a:lstStyle/>
        <a:p>
          <a:endParaRPr lang="en-US"/>
        </a:p>
      </dgm:t>
    </dgm:pt>
    <dgm:pt modelId="{8AB8BD3E-9D08-4AF5-BDEE-5332E7B9FFCA}" type="pres">
      <dgm:prSet presAssocID="{8F61EDBB-2842-4676-AB51-B9E8D6962ADD}" presName="linear" presStyleCnt="0">
        <dgm:presLayoutVars>
          <dgm:animLvl val="lvl"/>
          <dgm:resizeHandles val="exact"/>
        </dgm:presLayoutVars>
      </dgm:prSet>
      <dgm:spPr/>
    </dgm:pt>
    <dgm:pt modelId="{2850131A-BBF3-4D8C-A1D8-ABBA68211A4F}" type="pres">
      <dgm:prSet presAssocID="{BE6C6E85-D00D-49D8-BEC3-21E9EFDC0C7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055E7B-DFF1-4319-99AA-D9E18F9E6491}" type="pres">
      <dgm:prSet presAssocID="{0A399523-C400-4113-AD06-FC77B4DA1585}" presName="spacer" presStyleCnt="0"/>
      <dgm:spPr/>
    </dgm:pt>
    <dgm:pt modelId="{C7CC3591-9B8D-4B9B-8DF2-C1BE3D319586}" type="pres">
      <dgm:prSet presAssocID="{256DB47F-762B-4547-BDE9-6D38024ADCD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14E1F3-6FE9-415E-9953-88108C13A68B}" type="pres">
      <dgm:prSet presAssocID="{BA7A885A-C685-4FFE-BD62-240FDDC9D273}" presName="spacer" presStyleCnt="0"/>
      <dgm:spPr/>
    </dgm:pt>
    <dgm:pt modelId="{8FB9CE26-0481-406E-87FD-AAAB0DC991BA}" type="pres">
      <dgm:prSet presAssocID="{5607F25B-6949-43F6-AA77-E0A7D42CBDB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8287422-420F-4E83-B282-A8D692D6F46D}" srcId="{8F61EDBB-2842-4676-AB51-B9E8D6962ADD}" destId="{BE6C6E85-D00D-49D8-BEC3-21E9EFDC0C77}" srcOrd="0" destOrd="0" parTransId="{1B1FBA35-2CE5-492B-9B5F-0D8B10565781}" sibTransId="{0A399523-C400-4113-AD06-FC77B4DA1585}"/>
    <dgm:cxn modelId="{576AF97F-97BA-4977-A454-E4DEA53DB7C6}" type="presOf" srcId="{5607F25B-6949-43F6-AA77-E0A7D42CBDBB}" destId="{8FB9CE26-0481-406E-87FD-AAAB0DC991BA}" srcOrd="0" destOrd="0" presId="urn:microsoft.com/office/officeart/2005/8/layout/vList2"/>
    <dgm:cxn modelId="{6A33F98A-6408-4B7F-94D6-E308E8809DDC}" type="presOf" srcId="{8F61EDBB-2842-4676-AB51-B9E8D6962ADD}" destId="{8AB8BD3E-9D08-4AF5-BDEE-5332E7B9FFCA}" srcOrd="0" destOrd="0" presId="urn:microsoft.com/office/officeart/2005/8/layout/vList2"/>
    <dgm:cxn modelId="{671E9697-7154-4D74-9EF9-919AC33AEFD8}" srcId="{8F61EDBB-2842-4676-AB51-B9E8D6962ADD}" destId="{256DB47F-762B-4547-BDE9-6D38024ADCD2}" srcOrd="1" destOrd="0" parTransId="{DDF0A0C4-E671-4D81-9808-53BE18F6084A}" sibTransId="{BA7A885A-C685-4FFE-BD62-240FDDC9D273}"/>
    <dgm:cxn modelId="{D4E115CB-6D50-4F1F-B05F-9A773A88995A}" srcId="{8F61EDBB-2842-4676-AB51-B9E8D6962ADD}" destId="{5607F25B-6949-43F6-AA77-E0A7D42CBDBB}" srcOrd="2" destOrd="0" parTransId="{F5F7D37E-A314-413B-BA2B-9EED4FAF061B}" sibTransId="{9DC2CCD0-CBE4-4FF4-8066-0EDDEE39D1F3}"/>
    <dgm:cxn modelId="{4535D2CB-5806-46D7-B40D-414DA41736D3}" type="presOf" srcId="{256DB47F-762B-4547-BDE9-6D38024ADCD2}" destId="{C7CC3591-9B8D-4B9B-8DF2-C1BE3D319586}" srcOrd="0" destOrd="0" presId="urn:microsoft.com/office/officeart/2005/8/layout/vList2"/>
    <dgm:cxn modelId="{1A65AAF9-65E9-47F8-B7FE-84BED2978A4A}" type="presOf" srcId="{BE6C6E85-D00D-49D8-BEC3-21E9EFDC0C77}" destId="{2850131A-BBF3-4D8C-A1D8-ABBA68211A4F}" srcOrd="0" destOrd="0" presId="urn:microsoft.com/office/officeart/2005/8/layout/vList2"/>
    <dgm:cxn modelId="{B9C9055D-178E-4FFC-983D-AEDB143DD954}" type="presParOf" srcId="{8AB8BD3E-9D08-4AF5-BDEE-5332E7B9FFCA}" destId="{2850131A-BBF3-4D8C-A1D8-ABBA68211A4F}" srcOrd="0" destOrd="0" presId="urn:microsoft.com/office/officeart/2005/8/layout/vList2"/>
    <dgm:cxn modelId="{5E3C43F1-0455-4E42-B2E3-6796E0936620}" type="presParOf" srcId="{8AB8BD3E-9D08-4AF5-BDEE-5332E7B9FFCA}" destId="{05055E7B-DFF1-4319-99AA-D9E18F9E6491}" srcOrd="1" destOrd="0" presId="urn:microsoft.com/office/officeart/2005/8/layout/vList2"/>
    <dgm:cxn modelId="{6A96A336-0B0A-4957-A078-6DD05CA368DC}" type="presParOf" srcId="{8AB8BD3E-9D08-4AF5-BDEE-5332E7B9FFCA}" destId="{C7CC3591-9B8D-4B9B-8DF2-C1BE3D319586}" srcOrd="2" destOrd="0" presId="urn:microsoft.com/office/officeart/2005/8/layout/vList2"/>
    <dgm:cxn modelId="{5BEC2FC2-0852-4DEC-9A83-B1439C3A6365}" type="presParOf" srcId="{8AB8BD3E-9D08-4AF5-BDEE-5332E7B9FFCA}" destId="{3114E1F3-6FE9-415E-9953-88108C13A68B}" srcOrd="3" destOrd="0" presId="urn:microsoft.com/office/officeart/2005/8/layout/vList2"/>
    <dgm:cxn modelId="{7011C9E5-4150-4BC7-85B2-6699C6A1A1FD}" type="presParOf" srcId="{8AB8BD3E-9D08-4AF5-BDEE-5332E7B9FFCA}" destId="{8FB9CE26-0481-406E-87FD-AAAB0DC991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4B9728-624E-4C67-B137-44198107133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F5F7289-0831-446D-B670-03ABC8BCA0CF}">
      <dgm:prSet/>
      <dgm:spPr/>
      <dgm:t>
        <a:bodyPr/>
        <a:lstStyle/>
        <a:p>
          <a:r>
            <a:rPr lang="es-ES" dirty="0"/>
            <a:t>🔹 </a:t>
          </a:r>
          <a:r>
            <a:rPr lang="es-ES" b="1" dirty="0"/>
            <a:t>Definición</a:t>
          </a:r>
          <a:br>
            <a:rPr lang="es-ES" dirty="0"/>
          </a:br>
          <a:r>
            <a:rPr lang="es-ES" dirty="0"/>
            <a:t>Conjunto de medidas y dispositivos que protegen el </a:t>
          </a:r>
          <a:r>
            <a:rPr lang="es-ES" b="1" dirty="0"/>
            <a:t>límite de la red</a:t>
          </a:r>
          <a:r>
            <a:rPr lang="es-ES" dirty="0"/>
            <a:t> frente a accesos no autorizados, ataques y fugas de información.</a:t>
          </a:r>
          <a:endParaRPr lang="en-US" dirty="0"/>
        </a:p>
      </dgm:t>
    </dgm:pt>
    <dgm:pt modelId="{B332E792-DE52-46FF-B19B-19304DA8787C}" type="parTrans" cxnId="{5A5294F3-CFF1-4A30-BCA1-0570F9A070E9}">
      <dgm:prSet/>
      <dgm:spPr/>
      <dgm:t>
        <a:bodyPr/>
        <a:lstStyle/>
        <a:p>
          <a:endParaRPr lang="en-US"/>
        </a:p>
      </dgm:t>
    </dgm:pt>
    <dgm:pt modelId="{8AA094A8-6BA8-43D1-809F-C17713AB4262}" type="sibTrans" cxnId="{5A5294F3-CFF1-4A30-BCA1-0570F9A070E9}">
      <dgm:prSet/>
      <dgm:spPr/>
      <dgm:t>
        <a:bodyPr/>
        <a:lstStyle/>
        <a:p>
          <a:endParaRPr lang="en-US"/>
        </a:p>
      </dgm:t>
    </dgm:pt>
    <dgm:pt modelId="{4C93BB9E-66B2-4AE5-860E-831054AF4B71}">
      <dgm:prSet/>
      <dgm:spPr/>
      <dgm:t>
        <a:bodyPr/>
        <a:lstStyle/>
        <a:p>
          <a:r>
            <a:rPr lang="es-ES" b="1"/>
            <a:t>🔹 Tipos según medio de detección</a:t>
          </a:r>
          <a:endParaRPr lang="en-US"/>
        </a:p>
      </dgm:t>
    </dgm:pt>
    <dgm:pt modelId="{87758B5A-5E4A-48C6-A8A6-839C2F88EA9D}" type="parTrans" cxnId="{8A9A5302-3820-4E54-B960-F6E1C438CD72}">
      <dgm:prSet/>
      <dgm:spPr/>
      <dgm:t>
        <a:bodyPr/>
        <a:lstStyle/>
        <a:p>
          <a:endParaRPr lang="en-US"/>
        </a:p>
      </dgm:t>
    </dgm:pt>
    <dgm:pt modelId="{E95E9992-3F8D-4A0D-AF44-A64E27DBF00F}" type="sibTrans" cxnId="{8A9A5302-3820-4E54-B960-F6E1C438CD72}">
      <dgm:prSet/>
      <dgm:spPr/>
      <dgm:t>
        <a:bodyPr/>
        <a:lstStyle/>
        <a:p>
          <a:endParaRPr lang="en-US"/>
        </a:p>
      </dgm:t>
    </dgm:pt>
    <dgm:pt modelId="{2E8165B9-5CC2-44F8-B994-DE77B4301F0A}">
      <dgm:prSet/>
      <dgm:spPr/>
      <dgm:t>
        <a:bodyPr/>
        <a:lstStyle/>
        <a:p>
          <a:r>
            <a:rPr lang="es-ES" b="1"/>
            <a:t>Físicos</a:t>
          </a:r>
          <a:r>
            <a:rPr lang="es-ES"/>
            <a:t>: cámaras, sensores de movimiento, control de accesos, vallados.</a:t>
          </a:r>
          <a:endParaRPr lang="en-US"/>
        </a:p>
      </dgm:t>
    </dgm:pt>
    <dgm:pt modelId="{01BE5923-D855-44A5-A345-03F079A2E888}" type="parTrans" cxnId="{BA7F8C8F-B112-4642-93D0-F85BE7332655}">
      <dgm:prSet/>
      <dgm:spPr/>
      <dgm:t>
        <a:bodyPr/>
        <a:lstStyle/>
        <a:p>
          <a:endParaRPr lang="en-US"/>
        </a:p>
      </dgm:t>
    </dgm:pt>
    <dgm:pt modelId="{8EEA3C58-B37A-461E-89D4-82EDACC3B94C}" type="sibTrans" cxnId="{BA7F8C8F-B112-4642-93D0-F85BE7332655}">
      <dgm:prSet/>
      <dgm:spPr/>
      <dgm:t>
        <a:bodyPr/>
        <a:lstStyle/>
        <a:p>
          <a:endParaRPr lang="en-US"/>
        </a:p>
      </dgm:t>
    </dgm:pt>
    <dgm:pt modelId="{ED06A568-AEAF-4059-869F-F2355A7070FA}">
      <dgm:prSet/>
      <dgm:spPr/>
      <dgm:t>
        <a:bodyPr/>
        <a:lstStyle/>
        <a:p>
          <a:r>
            <a:rPr lang="es-ES" b="1"/>
            <a:t>Lógicos</a:t>
          </a:r>
          <a:r>
            <a:rPr lang="es-ES"/>
            <a:t>: firewalls, IDS/IPS, proxys, sistemas de detección de anomalías.</a:t>
          </a:r>
          <a:endParaRPr lang="en-US"/>
        </a:p>
      </dgm:t>
    </dgm:pt>
    <dgm:pt modelId="{E1F3FC64-881E-4EDA-AE17-7525A83F4940}" type="parTrans" cxnId="{83CFE6B1-BC19-4C14-B396-8A23F3138383}">
      <dgm:prSet/>
      <dgm:spPr/>
      <dgm:t>
        <a:bodyPr/>
        <a:lstStyle/>
        <a:p>
          <a:endParaRPr lang="en-US"/>
        </a:p>
      </dgm:t>
    </dgm:pt>
    <dgm:pt modelId="{3799C8F7-1C8E-40A3-92BA-CFFDBC0B5817}" type="sibTrans" cxnId="{83CFE6B1-BC19-4C14-B396-8A23F3138383}">
      <dgm:prSet/>
      <dgm:spPr/>
      <dgm:t>
        <a:bodyPr/>
        <a:lstStyle/>
        <a:p>
          <a:endParaRPr lang="en-US"/>
        </a:p>
      </dgm:t>
    </dgm:pt>
    <dgm:pt modelId="{881669B2-8B3B-4971-839E-62EE7D061927}">
      <dgm:prSet/>
      <dgm:spPr/>
      <dgm:t>
        <a:bodyPr/>
        <a:lstStyle/>
        <a:p>
          <a:r>
            <a:rPr lang="es-ES" b="1"/>
            <a:t>Mixtos</a:t>
          </a:r>
          <a:r>
            <a:rPr lang="es-ES"/>
            <a:t>: soluciones que combinan hardware y software (UTM, NGFW).</a:t>
          </a:r>
          <a:endParaRPr lang="en-US"/>
        </a:p>
      </dgm:t>
    </dgm:pt>
    <dgm:pt modelId="{F5B1EDDC-6D44-4939-B196-853FBA666585}" type="parTrans" cxnId="{69F261E4-4000-432D-ACF6-41F1D6A7E2F0}">
      <dgm:prSet/>
      <dgm:spPr/>
      <dgm:t>
        <a:bodyPr/>
        <a:lstStyle/>
        <a:p>
          <a:endParaRPr lang="en-US"/>
        </a:p>
      </dgm:t>
    </dgm:pt>
    <dgm:pt modelId="{5624911D-58D4-44DE-8D6E-F5B78A1AA8CB}" type="sibTrans" cxnId="{69F261E4-4000-432D-ACF6-41F1D6A7E2F0}">
      <dgm:prSet/>
      <dgm:spPr/>
      <dgm:t>
        <a:bodyPr/>
        <a:lstStyle/>
        <a:p>
          <a:endParaRPr lang="en-US"/>
        </a:p>
      </dgm:t>
    </dgm:pt>
    <dgm:pt modelId="{777A953E-6E20-414C-B1CA-7AB4A0EF364C}">
      <dgm:prSet/>
      <dgm:spPr/>
      <dgm:t>
        <a:bodyPr/>
        <a:lstStyle/>
        <a:p>
          <a:r>
            <a:rPr lang="es-ES" b="1"/>
            <a:t>🔹 Objetivos</a:t>
          </a:r>
          <a:endParaRPr lang="en-US"/>
        </a:p>
      </dgm:t>
    </dgm:pt>
    <dgm:pt modelId="{24C73AB5-41E5-465B-9D0D-E256A4A94868}" type="parTrans" cxnId="{BFC80CB6-D25F-4F25-968B-DD00D8FF0BAD}">
      <dgm:prSet/>
      <dgm:spPr/>
      <dgm:t>
        <a:bodyPr/>
        <a:lstStyle/>
        <a:p>
          <a:endParaRPr lang="en-US"/>
        </a:p>
      </dgm:t>
    </dgm:pt>
    <dgm:pt modelId="{0B8902A5-4A50-4A53-B65F-F38B819BAE86}" type="sibTrans" cxnId="{BFC80CB6-D25F-4F25-968B-DD00D8FF0BAD}">
      <dgm:prSet/>
      <dgm:spPr/>
      <dgm:t>
        <a:bodyPr/>
        <a:lstStyle/>
        <a:p>
          <a:endParaRPr lang="en-US"/>
        </a:p>
      </dgm:t>
    </dgm:pt>
    <dgm:pt modelId="{3F7F5FBF-11C0-4C3E-84A9-BC3FCA5157FB}">
      <dgm:prSet/>
      <dgm:spPr/>
      <dgm:t>
        <a:bodyPr/>
        <a:lstStyle/>
        <a:p>
          <a:r>
            <a:rPr lang="es-ES" b="1"/>
            <a:t>Controlar accesos</a:t>
          </a:r>
          <a:r>
            <a:rPr lang="es-ES"/>
            <a:t> a la red (quién entra y qué entra).</a:t>
          </a:r>
          <a:endParaRPr lang="en-US"/>
        </a:p>
      </dgm:t>
    </dgm:pt>
    <dgm:pt modelId="{587777D2-27F3-4093-AE4D-1D1DD8004C9F}" type="parTrans" cxnId="{ADE07AB2-02EC-4AA2-85ED-D8199AF35BF6}">
      <dgm:prSet/>
      <dgm:spPr/>
      <dgm:t>
        <a:bodyPr/>
        <a:lstStyle/>
        <a:p>
          <a:endParaRPr lang="en-US"/>
        </a:p>
      </dgm:t>
    </dgm:pt>
    <dgm:pt modelId="{5554E9AE-054D-4A4A-B7CF-EC1E9C982A0A}" type="sibTrans" cxnId="{ADE07AB2-02EC-4AA2-85ED-D8199AF35BF6}">
      <dgm:prSet/>
      <dgm:spPr/>
      <dgm:t>
        <a:bodyPr/>
        <a:lstStyle/>
        <a:p>
          <a:endParaRPr lang="en-US"/>
        </a:p>
      </dgm:t>
    </dgm:pt>
    <dgm:pt modelId="{E6DF6040-6AA5-4A9C-B22A-AA29B43C266B}">
      <dgm:prSet/>
      <dgm:spPr/>
      <dgm:t>
        <a:bodyPr/>
        <a:lstStyle/>
        <a:p>
          <a:r>
            <a:rPr lang="es-ES" b="1"/>
            <a:t>Prevenir intrusiones</a:t>
          </a:r>
          <a:r>
            <a:rPr lang="es-ES"/>
            <a:t> y ataques desde el exterior.</a:t>
          </a:r>
          <a:endParaRPr lang="en-US"/>
        </a:p>
      </dgm:t>
    </dgm:pt>
    <dgm:pt modelId="{E551487B-82E1-4EF9-854C-EA8D9AB335C2}" type="parTrans" cxnId="{0E1F6DDA-F3EB-493F-B277-82B1C99DA1CB}">
      <dgm:prSet/>
      <dgm:spPr/>
      <dgm:t>
        <a:bodyPr/>
        <a:lstStyle/>
        <a:p>
          <a:endParaRPr lang="en-US"/>
        </a:p>
      </dgm:t>
    </dgm:pt>
    <dgm:pt modelId="{FBEDE24B-CF90-4964-BF3E-6B407173C24A}" type="sibTrans" cxnId="{0E1F6DDA-F3EB-493F-B277-82B1C99DA1CB}">
      <dgm:prSet/>
      <dgm:spPr/>
      <dgm:t>
        <a:bodyPr/>
        <a:lstStyle/>
        <a:p>
          <a:endParaRPr lang="en-US"/>
        </a:p>
      </dgm:t>
    </dgm:pt>
    <dgm:pt modelId="{2C6D032C-B6CD-46E7-9EC7-FEB38EB6BBD9}">
      <dgm:prSet/>
      <dgm:spPr/>
      <dgm:t>
        <a:bodyPr/>
        <a:lstStyle/>
        <a:p>
          <a:r>
            <a:rPr lang="es-ES" b="1"/>
            <a:t>Monitorear el tráfico</a:t>
          </a:r>
          <a:r>
            <a:rPr lang="es-ES"/>
            <a:t> en tiempo real para detectar anomalías.</a:t>
          </a:r>
          <a:endParaRPr lang="en-US"/>
        </a:p>
      </dgm:t>
    </dgm:pt>
    <dgm:pt modelId="{AA79B729-B4A7-4532-882C-7E4E66006CD5}" type="parTrans" cxnId="{BF2D1EC1-C586-4CB1-A849-A6C2E2B7D4AE}">
      <dgm:prSet/>
      <dgm:spPr/>
      <dgm:t>
        <a:bodyPr/>
        <a:lstStyle/>
        <a:p>
          <a:endParaRPr lang="en-US"/>
        </a:p>
      </dgm:t>
    </dgm:pt>
    <dgm:pt modelId="{F990904A-5004-4154-8B6B-DDF85FD49863}" type="sibTrans" cxnId="{BF2D1EC1-C586-4CB1-A849-A6C2E2B7D4AE}">
      <dgm:prSet/>
      <dgm:spPr/>
      <dgm:t>
        <a:bodyPr/>
        <a:lstStyle/>
        <a:p>
          <a:endParaRPr lang="en-US"/>
        </a:p>
      </dgm:t>
    </dgm:pt>
    <dgm:pt modelId="{15AA21AF-AB5A-4D9A-A763-CDE56BED7CB8}">
      <dgm:prSet/>
      <dgm:spPr/>
      <dgm:t>
        <a:bodyPr/>
        <a:lstStyle/>
        <a:p>
          <a:r>
            <a:rPr lang="es-ES" b="1"/>
            <a:t>Proteger la confidencialidad, integridad y disponibilidad</a:t>
          </a:r>
          <a:r>
            <a:rPr lang="es-ES"/>
            <a:t> de los sistemas internos.</a:t>
          </a:r>
          <a:endParaRPr lang="en-US"/>
        </a:p>
      </dgm:t>
    </dgm:pt>
    <dgm:pt modelId="{97633561-B6DD-4F98-A154-B5AD21133566}" type="parTrans" cxnId="{6CE80781-A21B-472B-A667-E60840E4FD60}">
      <dgm:prSet/>
      <dgm:spPr/>
      <dgm:t>
        <a:bodyPr/>
        <a:lstStyle/>
        <a:p>
          <a:endParaRPr lang="en-US"/>
        </a:p>
      </dgm:t>
    </dgm:pt>
    <dgm:pt modelId="{1DE29072-B7E2-4624-89EC-F0CD011E15CA}" type="sibTrans" cxnId="{6CE80781-A21B-472B-A667-E60840E4FD60}">
      <dgm:prSet/>
      <dgm:spPr/>
      <dgm:t>
        <a:bodyPr/>
        <a:lstStyle/>
        <a:p>
          <a:endParaRPr lang="en-US"/>
        </a:p>
      </dgm:t>
    </dgm:pt>
    <dgm:pt modelId="{C42E0A7F-2286-4795-A5B7-107C5D09E5F3}" type="pres">
      <dgm:prSet presAssocID="{B34B9728-624E-4C67-B137-441981071337}" presName="vert0" presStyleCnt="0">
        <dgm:presLayoutVars>
          <dgm:dir/>
          <dgm:animOne val="branch"/>
          <dgm:animLvl val="lvl"/>
        </dgm:presLayoutVars>
      </dgm:prSet>
      <dgm:spPr/>
    </dgm:pt>
    <dgm:pt modelId="{79F69C0A-7F3F-4655-82D7-C5323FE60251}" type="pres">
      <dgm:prSet presAssocID="{1F5F7289-0831-446D-B670-03ABC8BCA0CF}" presName="thickLine" presStyleLbl="alignNode1" presStyleIdx="0" presStyleCnt="10"/>
      <dgm:spPr/>
    </dgm:pt>
    <dgm:pt modelId="{CA829BB8-73EE-43EB-B3F7-7F9AE0D39BCF}" type="pres">
      <dgm:prSet presAssocID="{1F5F7289-0831-446D-B670-03ABC8BCA0CF}" presName="horz1" presStyleCnt="0"/>
      <dgm:spPr/>
    </dgm:pt>
    <dgm:pt modelId="{122614B8-453C-4B44-9075-7659EB717FD5}" type="pres">
      <dgm:prSet presAssocID="{1F5F7289-0831-446D-B670-03ABC8BCA0CF}" presName="tx1" presStyleLbl="revTx" presStyleIdx="0" presStyleCnt="10"/>
      <dgm:spPr/>
    </dgm:pt>
    <dgm:pt modelId="{D2E68E66-7FB6-4291-BB65-EC64C5D4301A}" type="pres">
      <dgm:prSet presAssocID="{1F5F7289-0831-446D-B670-03ABC8BCA0CF}" presName="vert1" presStyleCnt="0"/>
      <dgm:spPr/>
    </dgm:pt>
    <dgm:pt modelId="{617E784A-5F8D-4E3A-8DD3-D7AB2407D880}" type="pres">
      <dgm:prSet presAssocID="{4C93BB9E-66B2-4AE5-860E-831054AF4B71}" presName="thickLine" presStyleLbl="alignNode1" presStyleIdx="1" presStyleCnt="10"/>
      <dgm:spPr/>
    </dgm:pt>
    <dgm:pt modelId="{ED24190A-44B6-4576-93B7-C1F499D964C5}" type="pres">
      <dgm:prSet presAssocID="{4C93BB9E-66B2-4AE5-860E-831054AF4B71}" presName="horz1" presStyleCnt="0"/>
      <dgm:spPr/>
    </dgm:pt>
    <dgm:pt modelId="{73223710-A334-421B-998B-45947470903B}" type="pres">
      <dgm:prSet presAssocID="{4C93BB9E-66B2-4AE5-860E-831054AF4B71}" presName="tx1" presStyleLbl="revTx" presStyleIdx="1" presStyleCnt="10"/>
      <dgm:spPr/>
    </dgm:pt>
    <dgm:pt modelId="{13764203-1B4D-40F4-9941-E9D0349BFF9B}" type="pres">
      <dgm:prSet presAssocID="{4C93BB9E-66B2-4AE5-860E-831054AF4B71}" presName="vert1" presStyleCnt="0"/>
      <dgm:spPr/>
    </dgm:pt>
    <dgm:pt modelId="{C7A44CF8-BEDF-4FBB-9426-A81AA1BADFBA}" type="pres">
      <dgm:prSet presAssocID="{2E8165B9-5CC2-44F8-B994-DE77B4301F0A}" presName="thickLine" presStyleLbl="alignNode1" presStyleIdx="2" presStyleCnt="10"/>
      <dgm:spPr/>
    </dgm:pt>
    <dgm:pt modelId="{947D4C7B-D3C5-4F88-AF2D-E840356DF44E}" type="pres">
      <dgm:prSet presAssocID="{2E8165B9-5CC2-44F8-B994-DE77B4301F0A}" presName="horz1" presStyleCnt="0"/>
      <dgm:spPr/>
    </dgm:pt>
    <dgm:pt modelId="{C83868A8-7212-4A91-B820-7FFCC6F55875}" type="pres">
      <dgm:prSet presAssocID="{2E8165B9-5CC2-44F8-B994-DE77B4301F0A}" presName="tx1" presStyleLbl="revTx" presStyleIdx="2" presStyleCnt="10"/>
      <dgm:spPr/>
    </dgm:pt>
    <dgm:pt modelId="{F5A74509-EAE7-465D-B501-1EA1A9D1353E}" type="pres">
      <dgm:prSet presAssocID="{2E8165B9-5CC2-44F8-B994-DE77B4301F0A}" presName="vert1" presStyleCnt="0"/>
      <dgm:spPr/>
    </dgm:pt>
    <dgm:pt modelId="{80A62CC2-E9C6-4131-BA25-7B669F2A7222}" type="pres">
      <dgm:prSet presAssocID="{ED06A568-AEAF-4059-869F-F2355A7070FA}" presName="thickLine" presStyleLbl="alignNode1" presStyleIdx="3" presStyleCnt="10"/>
      <dgm:spPr/>
    </dgm:pt>
    <dgm:pt modelId="{0E79DF0F-B63B-4B99-B33C-AF014063565D}" type="pres">
      <dgm:prSet presAssocID="{ED06A568-AEAF-4059-869F-F2355A7070FA}" presName="horz1" presStyleCnt="0"/>
      <dgm:spPr/>
    </dgm:pt>
    <dgm:pt modelId="{EC97C931-0C27-4D70-A4D7-1D7F1785F64D}" type="pres">
      <dgm:prSet presAssocID="{ED06A568-AEAF-4059-869F-F2355A7070FA}" presName="tx1" presStyleLbl="revTx" presStyleIdx="3" presStyleCnt="10"/>
      <dgm:spPr/>
    </dgm:pt>
    <dgm:pt modelId="{EAA1F518-6435-457F-9204-5C7809F41C70}" type="pres">
      <dgm:prSet presAssocID="{ED06A568-AEAF-4059-869F-F2355A7070FA}" presName="vert1" presStyleCnt="0"/>
      <dgm:spPr/>
    </dgm:pt>
    <dgm:pt modelId="{3C1036CE-4404-4A76-A390-DBBE40D004DB}" type="pres">
      <dgm:prSet presAssocID="{881669B2-8B3B-4971-839E-62EE7D061927}" presName="thickLine" presStyleLbl="alignNode1" presStyleIdx="4" presStyleCnt="10"/>
      <dgm:spPr/>
    </dgm:pt>
    <dgm:pt modelId="{600E259A-D8DA-4B95-8CE6-AAD4709FF34A}" type="pres">
      <dgm:prSet presAssocID="{881669B2-8B3B-4971-839E-62EE7D061927}" presName="horz1" presStyleCnt="0"/>
      <dgm:spPr/>
    </dgm:pt>
    <dgm:pt modelId="{4C5E9815-C2E0-4BC6-B4D5-733E143F4066}" type="pres">
      <dgm:prSet presAssocID="{881669B2-8B3B-4971-839E-62EE7D061927}" presName="tx1" presStyleLbl="revTx" presStyleIdx="4" presStyleCnt="10"/>
      <dgm:spPr/>
    </dgm:pt>
    <dgm:pt modelId="{3B8B709F-42EF-44FF-B401-8022F2E3FE01}" type="pres">
      <dgm:prSet presAssocID="{881669B2-8B3B-4971-839E-62EE7D061927}" presName="vert1" presStyleCnt="0"/>
      <dgm:spPr/>
    </dgm:pt>
    <dgm:pt modelId="{6A332237-25C6-4D44-96B0-1E46C589E9FE}" type="pres">
      <dgm:prSet presAssocID="{777A953E-6E20-414C-B1CA-7AB4A0EF364C}" presName="thickLine" presStyleLbl="alignNode1" presStyleIdx="5" presStyleCnt="10"/>
      <dgm:spPr/>
    </dgm:pt>
    <dgm:pt modelId="{DD597676-807E-4C15-9F1B-E8B2179B78D5}" type="pres">
      <dgm:prSet presAssocID="{777A953E-6E20-414C-B1CA-7AB4A0EF364C}" presName="horz1" presStyleCnt="0"/>
      <dgm:spPr/>
    </dgm:pt>
    <dgm:pt modelId="{CF01BA86-750C-4E5E-AD31-6E33D61B9167}" type="pres">
      <dgm:prSet presAssocID="{777A953E-6E20-414C-B1CA-7AB4A0EF364C}" presName="tx1" presStyleLbl="revTx" presStyleIdx="5" presStyleCnt="10"/>
      <dgm:spPr/>
    </dgm:pt>
    <dgm:pt modelId="{DCF0D47E-8614-4300-AC28-3D73D40796E7}" type="pres">
      <dgm:prSet presAssocID="{777A953E-6E20-414C-B1CA-7AB4A0EF364C}" presName="vert1" presStyleCnt="0"/>
      <dgm:spPr/>
    </dgm:pt>
    <dgm:pt modelId="{DAAB0B92-E6DD-4047-ACC5-E0E3E8EFA7CF}" type="pres">
      <dgm:prSet presAssocID="{3F7F5FBF-11C0-4C3E-84A9-BC3FCA5157FB}" presName="thickLine" presStyleLbl="alignNode1" presStyleIdx="6" presStyleCnt="10"/>
      <dgm:spPr/>
    </dgm:pt>
    <dgm:pt modelId="{A7A07E94-7C9B-4C13-84B8-00E17C8AAA3F}" type="pres">
      <dgm:prSet presAssocID="{3F7F5FBF-11C0-4C3E-84A9-BC3FCA5157FB}" presName="horz1" presStyleCnt="0"/>
      <dgm:spPr/>
    </dgm:pt>
    <dgm:pt modelId="{C1384520-0958-4F2E-B33C-1A6AFDDF070E}" type="pres">
      <dgm:prSet presAssocID="{3F7F5FBF-11C0-4C3E-84A9-BC3FCA5157FB}" presName="tx1" presStyleLbl="revTx" presStyleIdx="6" presStyleCnt="10"/>
      <dgm:spPr/>
    </dgm:pt>
    <dgm:pt modelId="{2F88CCCF-280A-484E-B82E-FA48D155F0C7}" type="pres">
      <dgm:prSet presAssocID="{3F7F5FBF-11C0-4C3E-84A9-BC3FCA5157FB}" presName="vert1" presStyleCnt="0"/>
      <dgm:spPr/>
    </dgm:pt>
    <dgm:pt modelId="{2842A2CD-B48A-4049-A207-666FFDAEBE9C}" type="pres">
      <dgm:prSet presAssocID="{E6DF6040-6AA5-4A9C-B22A-AA29B43C266B}" presName="thickLine" presStyleLbl="alignNode1" presStyleIdx="7" presStyleCnt="10"/>
      <dgm:spPr/>
    </dgm:pt>
    <dgm:pt modelId="{15352A8A-5FCF-4DC9-B0D6-80F4BD88974D}" type="pres">
      <dgm:prSet presAssocID="{E6DF6040-6AA5-4A9C-B22A-AA29B43C266B}" presName="horz1" presStyleCnt="0"/>
      <dgm:spPr/>
    </dgm:pt>
    <dgm:pt modelId="{1B3C830C-E294-4F45-82C9-F947724E4BE0}" type="pres">
      <dgm:prSet presAssocID="{E6DF6040-6AA5-4A9C-B22A-AA29B43C266B}" presName="tx1" presStyleLbl="revTx" presStyleIdx="7" presStyleCnt="10"/>
      <dgm:spPr/>
    </dgm:pt>
    <dgm:pt modelId="{B077551A-8E8A-44B6-8448-CF601BAF0726}" type="pres">
      <dgm:prSet presAssocID="{E6DF6040-6AA5-4A9C-B22A-AA29B43C266B}" presName="vert1" presStyleCnt="0"/>
      <dgm:spPr/>
    </dgm:pt>
    <dgm:pt modelId="{75AF11A0-EF32-49F7-898F-3EE9D36C952F}" type="pres">
      <dgm:prSet presAssocID="{2C6D032C-B6CD-46E7-9EC7-FEB38EB6BBD9}" presName="thickLine" presStyleLbl="alignNode1" presStyleIdx="8" presStyleCnt="10"/>
      <dgm:spPr/>
    </dgm:pt>
    <dgm:pt modelId="{59831556-460A-4823-B757-0ECB88831376}" type="pres">
      <dgm:prSet presAssocID="{2C6D032C-B6CD-46E7-9EC7-FEB38EB6BBD9}" presName="horz1" presStyleCnt="0"/>
      <dgm:spPr/>
    </dgm:pt>
    <dgm:pt modelId="{9409AA24-13FF-44DB-A094-A34F9AB064F3}" type="pres">
      <dgm:prSet presAssocID="{2C6D032C-B6CD-46E7-9EC7-FEB38EB6BBD9}" presName="tx1" presStyleLbl="revTx" presStyleIdx="8" presStyleCnt="10"/>
      <dgm:spPr/>
    </dgm:pt>
    <dgm:pt modelId="{E59C72C3-54CC-4C6E-9A6A-FE16F898B146}" type="pres">
      <dgm:prSet presAssocID="{2C6D032C-B6CD-46E7-9EC7-FEB38EB6BBD9}" presName="vert1" presStyleCnt="0"/>
      <dgm:spPr/>
    </dgm:pt>
    <dgm:pt modelId="{54EEF8F9-93AD-4A82-9BE4-90809518A7CC}" type="pres">
      <dgm:prSet presAssocID="{15AA21AF-AB5A-4D9A-A763-CDE56BED7CB8}" presName="thickLine" presStyleLbl="alignNode1" presStyleIdx="9" presStyleCnt="10"/>
      <dgm:spPr/>
    </dgm:pt>
    <dgm:pt modelId="{77DE4F6E-5899-40D0-AF63-03CE7EF29AE0}" type="pres">
      <dgm:prSet presAssocID="{15AA21AF-AB5A-4D9A-A763-CDE56BED7CB8}" presName="horz1" presStyleCnt="0"/>
      <dgm:spPr/>
    </dgm:pt>
    <dgm:pt modelId="{8B8A5DE3-85CF-4937-8DF5-0923B3EF77C7}" type="pres">
      <dgm:prSet presAssocID="{15AA21AF-AB5A-4D9A-A763-CDE56BED7CB8}" presName="tx1" presStyleLbl="revTx" presStyleIdx="9" presStyleCnt="10"/>
      <dgm:spPr/>
    </dgm:pt>
    <dgm:pt modelId="{CC19928A-C17E-4E61-ADC6-2BFF742660D8}" type="pres">
      <dgm:prSet presAssocID="{15AA21AF-AB5A-4D9A-A763-CDE56BED7CB8}" presName="vert1" presStyleCnt="0"/>
      <dgm:spPr/>
    </dgm:pt>
  </dgm:ptLst>
  <dgm:cxnLst>
    <dgm:cxn modelId="{8A9A5302-3820-4E54-B960-F6E1C438CD72}" srcId="{B34B9728-624E-4C67-B137-441981071337}" destId="{4C93BB9E-66B2-4AE5-860E-831054AF4B71}" srcOrd="1" destOrd="0" parTransId="{87758B5A-5E4A-48C6-A8A6-839C2F88EA9D}" sibTransId="{E95E9992-3F8D-4A0D-AF44-A64E27DBF00F}"/>
    <dgm:cxn modelId="{6B8BEA1D-F1D2-4318-A3EB-31BC7C806A39}" type="presOf" srcId="{777A953E-6E20-414C-B1CA-7AB4A0EF364C}" destId="{CF01BA86-750C-4E5E-AD31-6E33D61B9167}" srcOrd="0" destOrd="0" presId="urn:microsoft.com/office/officeart/2008/layout/LinedList"/>
    <dgm:cxn modelId="{50944C1F-A4B4-4DA0-963A-F60EDA44E84E}" type="presOf" srcId="{4C93BB9E-66B2-4AE5-860E-831054AF4B71}" destId="{73223710-A334-421B-998B-45947470903B}" srcOrd="0" destOrd="0" presId="urn:microsoft.com/office/officeart/2008/layout/LinedList"/>
    <dgm:cxn modelId="{FBA41724-D531-438B-9DBD-C3B8E9A6D353}" type="presOf" srcId="{2E8165B9-5CC2-44F8-B994-DE77B4301F0A}" destId="{C83868A8-7212-4A91-B820-7FFCC6F55875}" srcOrd="0" destOrd="0" presId="urn:microsoft.com/office/officeart/2008/layout/LinedList"/>
    <dgm:cxn modelId="{9DAF5B68-21A9-4B55-816B-CD642417B585}" type="presOf" srcId="{3F7F5FBF-11C0-4C3E-84A9-BC3FCA5157FB}" destId="{C1384520-0958-4F2E-B33C-1A6AFDDF070E}" srcOrd="0" destOrd="0" presId="urn:microsoft.com/office/officeart/2008/layout/LinedList"/>
    <dgm:cxn modelId="{0CF64179-B061-4988-A839-F3DF91735553}" type="presOf" srcId="{2C6D032C-B6CD-46E7-9EC7-FEB38EB6BBD9}" destId="{9409AA24-13FF-44DB-A094-A34F9AB064F3}" srcOrd="0" destOrd="0" presId="urn:microsoft.com/office/officeart/2008/layout/LinedList"/>
    <dgm:cxn modelId="{6CE80781-A21B-472B-A667-E60840E4FD60}" srcId="{B34B9728-624E-4C67-B137-441981071337}" destId="{15AA21AF-AB5A-4D9A-A763-CDE56BED7CB8}" srcOrd="9" destOrd="0" parTransId="{97633561-B6DD-4F98-A154-B5AD21133566}" sibTransId="{1DE29072-B7E2-4624-89EC-F0CD011E15CA}"/>
    <dgm:cxn modelId="{0A65138C-FD67-4AE9-B2A1-A5D7FB5E8306}" type="presOf" srcId="{ED06A568-AEAF-4059-869F-F2355A7070FA}" destId="{EC97C931-0C27-4D70-A4D7-1D7F1785F64D}" srcOrd="0" destOrd="0" presId="urn:microsoft.com/office/officeart/2008/layout/LinedList"/>
    <dgm:cxn modelId="{BA7F8C8F-B112-4642-93D0-F85BE7332655}" srcId="{B34B9728-624E-4C67-B137-441981071337}" destId="{2E8165B9-5CC2-44F8-B994-DE77B4301F0A}" srcOrd="2" destOrd="0" parTransId="{01BE5923-D855-44A5-A345-03F079A2E888}" sibTransId="{8EEA3C58-B37A-461E-89D4-82EDACC3B94C}"/>
    <dgm:cxn modelId="{9DE25595-E33C-44D2-8059-706A9231D3FA}" type="presOf" srcId="{E6DF6040-6AA5-4A9C-B22A-AA29B43C266B}" destId="{1B3C830C-E294-4F45-82C9-F947724E4BE0}" srcOrd="0" destOrd="0" presId="urn:microsoft.com/office/officeart/2008/layout/LinedList"/>
    <dgm:cxn modelId="{2F35649A-8244-4EEA-869B-80027BB842A7}" type="presOf" srcId="{B34B9728-624E-4C67-B137-441981071337}" destId="{C42E0A7F-2286-4795-A5B7-107C5D09E5F3}" srcOrd="0" destOrd="0" presId="urn:microsoft.com/office/officeart/2008/layout/LinedList"/>
    <dgm:cxn modelId="{83CFE6B1-BC19-4C14-B396-8A23F3138383}" srcId="{B34B9728-624E-4C67-B137-441981071337}" destId="{ED06A568-AEAF-4059-869F-F2355A7070FA}" srcOrd="3" destOrd="0" parTransId="{E1F3FC64-881E-4EDA-AE17-7525A83F4940}" sibTransId="{3799C8F7-1C8E-40A3-92BA-CFFDBC0B5817}"/>
    <dgm:cxn modelId="{ADE07AB2-02EC-4AA2-85ED-D8199AF35BF6}" srcId="{B34B9728-624E-4C67-B137-441981071337}" destId="{3F7F5FBF-11C0-4C3E-84A9-BC3FCA5157FB}" srcOrd="6" destOrd="0" parTransId="{587777D2-27F3-4093-AE4D-1D1DD8004C9F}" sibTransId="{5554E9AE-054D-4A4A-B7CF-EC1E9C982A0A}"/>
    <dgm:cxn modelId="{BFC80CB6-D25F-4F25-968B-DD00D8FF0BAD}" srcId="{B34B9728-624E-4C67-B137-441981071337}" destId="{777A953E-6E20-414C-B1CA-7AB4A0EF364C}" srcOrd="5" destOrd="0" parTransId="{24C73AB5-41E5-465B-9D0D-E256A4A94868}" sibTransId="{0B8902A5-4A50-4A53-B65F-F38B819BAE86}"/>
    <dgm:cxn modelId="{BF2D1EC1-C586-4CB1-A849-A6C2E2B7D4AE}" srcId="{B34B9728-624E-4C67-B137-441981071337}" destId="{2C6D032C-B6CD-46E7-9EC7-FEB38EB6BBD9}" srcOrd="8" destOrd="0" parTransId="{AA79B729-B4A7-4532-882C-7E4E66006CD5}" sibTransId="{F990904A-5004-4154-8B6B-DDF85FD49863}"/>
    <dgm:cxn modelId="{60EDD2C7-2D8B-4275-904D-E83C37FFEAE6}" type="presOf" srcId="{1F5F7289-0831-446D-B670-03ABC8BCA0CF}" destId="{122614B8-453C-4B44-9075-7659EB717FD5}" srcOrd="0" destOrd="0" presId="urn:microsoft.com/office/officeart/2008/layout/LinedList"/>
    <dgm:cxn modelId="{009771D1-2BF9-45C9-B361-64007BE71D77}" type="presOf" srcId="{881669B2-8B3B-4971-839E-62EE7D061927}" destId="{4C5E9815-C2E0-4BC6-B4D5-733E143F4066}" srcOrd="0" destOrd="0" presId="urn:microsoft.com/office/officeart/2008/layout/LinedList"/>
    <dgm:cxn modelId="{0E1F6DDA-F3EB-493F-B277-82B1C99DA1CB}" srcId="{B34B9728-624E-4C67-B137-441981071337}" destId="{E6DF6040-6AA5-4A9C-B22A-AA29B43C266B}" srcOrd="7" destOrd="0" parTransId="{E551487B-82E1-4EF9-854C-EA8D9AB335C2}" sibTransId="{FBEDE24B-CF90-4964-BF3E-6B407173C24A}"/>
    <dgm:cxn modelId="{18ED92DB-DBF1-4887-8EC3-2C41F67227E3}" type="presOf" srcId="{15AA21AF-AB5A-4D9A-A763-CDE56BED7CB8}" destId="{8B8A5DE3-85CF-4937-8DF5-0923B3EF77C7}" srcOrd="0" destOrd="0" presId="urn:microsoft.com/office/officeart/2008/layout/LinedList"/>
    <dgm:cxn modelId="{69F261E4-4000-432D-ACF6-41F1D6A7E2F0}" srcId="{B34B9728-624E-4C67-B137-441981071337}" destId="{881669B2-8B3B-4971-839E-62EE7D061927}" srcOrd="4" destOrd="0" parTransId="{F5B1EDDC-6D44-4939-B196-853FBA666585}" sibTransId="{5624911D-58D4-44DE-8D6E-F5B78A1AA8CB}"/>
    <dgm:cxn modelId="{5A5294F3-CFF1-4A30-BCA1-0570F9A070E9}" srcId="{B34B9728-624E-4C67-B137-441981071337}" destId="{1F5F7289-0831-446D-B670-03ABC8BCA0CF}" srcOrd="0" destOrd="0" parTransId="{B332E792-DE52-46FF-B19B-19304DA8787C}" sibTransId="{8AA094A8-6BA8-43D1-809F-C17713AB4262}"/>
    <dgm:cxn modelId="{BC0AB92F-EF66-458D-976E-0EF3D030DADB}" type="presParOf" srcId="{C42E0A7F-2286-4795-A5B7-107C5D09E5F3}" destId="{79F69C0A-7F3F-4655-82D7-C5323FE60251}" srcOrd="0" destOrd="0" presId="urn:microsoft.com/office/officeart/2008/layout/LinedList"/>
    <dgm:cxn modelId="{1C36EB52-F679-4904-BB41-58C94A9648EA}" type="presParOf" srcId="{C42E0A7F-2286-4795-A5B7-107C5D09E5F3}" destId="{CA829BB8-73EE-43EB-B3F7-7F9AE0D39BCF}" srcOrd="1" destOrd="0" presId="urn:microsoft.com/office/officeart/2008/layout/LinedList"/>
    <dgm:cxn modelId="{CB4576B5-F16F-4010-BFFE-699F8C7FEA8D}" type="presParOf" srcId="{CA829BB8-73EE-43EB-B3F7-7F9AE0D39BCF}" destId="{122614B8-453C-4B44-9075-7659EB717FD5}" srcOrd="0" destOrd="0" presId="urn:microsoft.com/office/officeart/2008/layout/LinedList"/>
    <dgm:cxn modelId="{796A2D83-841A-49A8-A954-C05005B714D2}" type="presParOf" srcId="{CA829BB8-73EE-43EB-B3F7-7F9AE0D39BCF}" destId="{D2E68E66-7FB6-4291-BB65-EC64C5D4301A}" srcOrd="1" destOrd="0" presId="urn:microsoft.com/office/officeart/2008/layout/LinedList"/>
    <dgm:cxn modelId="{F8FDE346-1F07-4826-998B-7272F8A606EC}" type="presParOf" srcId="{C42E0A7F-2286-4795-A5B7-107C5D09E5F3}" destId="{617E784A-5F8D-4E3A-8DD3-D7AB2407D880}" srcOrd="2" destOrd="0" presId="urn:microsoft.com/office/officeart/2008/layout/LinedList"/>
    <dgm:cxn modelId="{1E980DE1-A619-42DE-BE1C-CAF1F7B510C2}" type="presParOf" srcId="{C42E0A7F-2286-4795-A5B7-107C5D09E5F3}" destId="{ED24190A-44B6-4576-93B7-C1F499D964C5}" srcOrd="3" destOrd="0" presId="urn:microsoft.com/office/officeart/2008/layout/LinedList"/>
    <dgm:cxn modelId="{C393EF83-3547-4695-BF1B-AEC076F450D3}" type="presParOf" srcId="{ED24190A-44B6-4576-93B7-C1F499D964C5}" destId="{73223710-A334-421B-998B-45947470903B}" srcOrd="0" destOrd="0" presId="urn:microsoft.com/office/officeart/2008/layout/LinedList"/>
    <dgm:cxn modelId="{EF791DCE-3B0F-418D-B4E7-D24E9EA32FF3}" type="presParOf" srcId="{ED24190A-44B6-4576-93B7-C1F499D964C5}" destId="{13764203-1B4D-40F4-9941-E9D0349BFF9B}" srcOrd="1" destOrd="0" presId="urn:microsoft.com/office/officeart/2008/layout/LinedList"/>
    <dgm:cxn modelId="{62B05DF2-AE52-4D52-8886-938790B3AF16}" type="presParOf" srcId="{C42E0A7F-2286-4795-A5B7-107C5D09E5F3}" destId="{C7A44CF8-BEDF-4FBB-9426-A81AA1BADFBA}" srcOrd="4" destOrd="0" presId="urn:microsoft.com/office/officeart/2008/layout/LinedList"/>
    <dgm:cxn modelId="{DE83FB63-A320-48B9-9176-A20926364756}" type="presParOf" srcId="{C42E0A7F-2286-4795-A5B7-107C5D09E5F3}" destId="{947D4C7B-D3C5-4F88-AF2D-E840356DF44E}" srcOrd="5" destOrd="0" presId="urn:microsoft.com/office/officeart/2008/layout/LinedList"/>
    <dgm:cxn modelId="{5107DE68-4163-487E-AE85-0DCA0AF3ED40}" type="presParOf" srcId="{947D4C7B-D3C5-4F88-AF2D-E840356DF44E}" destId="{C83868A8-7212-4A91-B820-7FFCC6F55875}" srcOrd="0" destOrd="0" presId="urn:microsoft.com/office/officeart/2008/layout/LinedList"/>
    <dgm:cxn modelId="{3F19986C-9809-4CAB-9250-2B227C5C0A7F}" type="presParOf" srcId="{947D4C7B-D3C5-4F88-AF2D-E840356DF44E}" destId="{F5A74509-EAE7-465D-B501-1EA1A9D1353E}" srcOrd="1" destOrd="0" presId="urn:microsoft.com/office/officeart/2008/layout/LinedList"/>
    <dgm:cxn modelId="{93E854ED-43F9-4FA5-99E9-95DB63E3FA82}" type="presParOf" srcId="{C42E0A7F-2286-4795-A5B7-107C5D09E5F3}" destId="{80A62CC2-E9C6-4131-BA25-7B669F2A7222}" srcOrd="6" destOrd="0" presId="urn:microsoft.com/office/officeart/2008/layout/LinedList"/>
    <dgm:cxn modelId="{D4B8ACD2-D955-47B1-B597-2D3A110E5B45}" type="presParOf" srcId="{C42E0A7F-2286-4795-A5B7-107C5D09E5F3}" destId="{0E79DF0F-B63B-4B99-B33C-AF014063565D}" srcOrd="7" destOrd="0" presId="urn:microsoft.com/office/officeart/2008/layout/LinedList"/>
    <dgm:cxn modelId="{162DD49A-9578-4D21-99E4-61C82F305A40}" type="presParOf" srcId="{0E79DF0F-B63B-4B99-B33C-AF014063565D}" destId="{EC97C931-0C27-4D70-A4D7-1D7F1785F64D}" srcOrd="0" destOrd="0" presId="urn:microsoft.com/office/officeart/2008/layout/LinedList"/>
    <dgm:cxn modelId="{82FD7216-4B20-4C70-9752-9A85F1D17A58}" type="presParOf" srcId="{0E79DF0F-B63B-4B99-B33C-AF014063565D}" destId="{EAA1F518-6435-457F-9204-5C7809F41C70}" srcOrd="1" destOrd="0" presId="urn:microsoft.com/office/officeart/2008/layout/LinedList"/>
    <dgm:cxn modelId="{BCF8CBEA-A709-429C-BEAA-AE5EC3FEDD08}" type="presParOf" srcId="{C42E0A7F-2286-4795-A5B7-107C5D09E5F3}" destId="{3C1036CE-4404-4A76-A390-DBBE40D004DB}" srcOrd="8" destOrd="0" presId="urn:microsoft.com/office/officeart/2008/layout/LinedList"/>
    <dgm:cxn modelId="{6C638F1B-F4F2-4931-AEC9-B61F9CFA9420}" type="presParOf" srcId="{C42E0A7F-2286-4795-A5B7-107C5D09E5F3}" destId="{600E259A-D8DA-4B95-8CE6-AAD4709FF34A}" srcOrd="9" destOrd="0" presId="urn:microsoft.com/office/officeart/2008/layout/LinedList"/>
    <dgm:cxn modelId="{96B3E691-A57D-4149-A8BE-D3AD4239F26B}" type="presParOf" srcId="{600E259A-D8DA-4B95-8CE6-AAD4709FF34A}" destId="{4C5E9815-C2E0-4BC6-B4D5-733E143F4066}" srcOrd="0" destOrd="0" presId="urn:microsoft.com/office/officeart/2008/layout/LinedList"/>
    <dgm:cxn modelId="{61BAADF0-04B5-4E78-BAB9-8232B6FE1FFC}" type="presParOf" srcId="{600E259A-D8DA-4B95-8CE6-AAD4709FF34A}" destId="{3B8B709F-42EF-44FF-B401-8022F2E3FE01}" srcOrd="1" destOrd="0" presId="urn:microsoft.com/office/officeart/2008/layout/LinedList"/>
    <dgm:cxn modelId="{66293C6B-BC7C-4100-BD8C-BB589A0EF717}" type="presParOf" srcId="{C42E0A7F-2286-4795-A5B7-107C5D09E5F3}" destId="{6A332237-25C6-4D44-96B0-1E46C589E9FE}" srcOrd="10" destOrd="0" presId="urn:microsoft.com/office/officeart/2008/layout/LinedList"/>
    <dgm:cxn modelId="{BFA58354-33FD-484A-8798-FCC2BD7A3C6B}" type="presParOf" srcId="{C42E0A7F-2286-4795-A5B7-107C5D09E5F3}" destId="{DD597676-807E-4C15-9F1B-E8B2179B78D5}" srcOrd="11" destOrd="0" presId="urn:microsoft.com/office/officeart/2008/layout/LinedList"/>
    <dgm:cxn modelId="{818243E0-D2FE-4C23-ABD3-78150F0940F0}" type="presParOf" srcId="{DD597676-807E-4C15-9F1B-E8B2179B78D5}" destId="{CF01BA86-750C-4E5E-AD31-6E33D61B9167}" srcOrd="0" destOrd="0" presId="urn:microsoft.com/office/officeart/2008/layout/LinedList"/>
    <dgm:cxn modelId="{9920E04A-47DB-4094-800F-7B15896D428B}" type="presParOf" srcId="{DD597676-807E-4C15-9F1B-E8B2179B78D5}" destId="{DCF0D47E-8614-4300-AC28-3D73D40796E7}" srcOrd="1" destOrd="0" presId="urn:microsoft.com/office/officeart/2008/layout/LinedList"/>
    <dgm:cxn modelId="{FDE2CF74-2A93-457C-ADDF-73A0B749E727}" type="presParOf" srcId="{C42E0A7F-2286-4795-A5B7-107C5D09E5F3}" destId="{DAAB0B92-E6DD-4047-ACC5-E0E3E8EFA7CF}" srcOrd="12" destOrd="0" presId="urn:microsoft.com/office/officeart/2008/layout/LinedList"/>
    <dgm:cxn modelId="{92DDB885-AFCB-4CE4-BEA7-6D8CFDD0BD3C}" type="presParOf" srcId="{C42E0A7F-2286-4795-A5B7-107C5D09E5F3}" destId="{A7A07E94-7C9B-4C13-84B8-00E17C8AAA3F}" srcOrd="13" destOrd="0" presId="urn:microsoft.com/office/officeart/2008/layout/LinedList"/>
    <dgm:cxn modelId="{5B781FD4-CD96-4380-B720-19A5B082B305}" type="presParOf" srcId="{A7A07E94-7C9B-4C13-84B8-00E17C8AAA3F}" destId="{C1384520-0958-4F2E-B33C-1A6AFDDF070E}" srcOrd="0" destOrd="0" presId="urn:microsoft.com/office/officeart/2008/layout/LinedList"/>
    <dgm:cxn modelId="{6BE73F56-7355-4E19-9D64-E2326A90B93A}" type="presParOf" srcId="{A7A07E94-7C9B-4C13-84B8-00E17C8AAA3F}" destId="{2F88CCCF-280A-484E-B82E-FA48D155F0C7}" srcOrd="1" destOrd="0" presId="urn:microsoft.com/office/officeart/2008/layout/LinedList"/>
    <dgm:cxn modelId="{5B164AEC-A886-4EB5-BD37-A93D8306710B}" type="presParOf" srcId="{C42E0A7F-2286-4795-A5B7-107C5D09E5F3}" destId="{2842A2CD-B48A-4049-A207-666FFDAEBE9C}" srcOrd="14" destOrd="0" presId="urn:microsoft.com/office/officeart/2008/layout/LinedList"/>
    <dgm:cxn modelId="{E44EF12A-BFA2-4892-9931-EAFC73A0BAB8}" type="presParOf" srcId="{C42E0A7F-2286-4795-A5B7-107C5D09E5F3}" destId="{15352A8A-5FCF-4DC9-B0D6-80F4BD88974D}" srcOrd="15" destOrd="0" presId="urn:microsoft.com/office/officeart/2008/layout/LinedList"/>
    <dgm:cxn modelId="{CE045702-DCAE-43EA-BA41-649AB2B219FD}" type="presParOf" srcId="{15352A8A-5FCF-4DC9-B0D6-80F4BD88974D}" destId="{1B3C830C-E294-4F45-82C9-F947724E4BE0}" srcOrd="0" destOrd="0" presId="urn:microsoft.com/office/officeart/2008/layout/LinedList"/>
    <dgm:cxn modelId="{CA150409-A407-4D83-93D2-91F489FAF545}" type="presParOf" srcId="{15352A8A-5FCF-4DC9-B0D6-80F4BD88974D}" destId="{B077551A-8E8A-44B6-8448-CF601BAF0726}" srcOrd="1" destOrd="0" presId="urn:microsoft.com/office/officeart/2008/layout/LinedList"/>
    <dgm:cxn modelId="{4645D6BF-5E77-4B31-8665-3B5F01355D6F}" type="presParOf" srcId="{C42E0A7F-2286-4795-A5B7-107C5D09E5F3}" destId="{75AF11A0-EF32-49F7-898F-3EE9D36C952F}" srcOrd="16" destOrd="0" presId="urn:microsoft.com/office/officeart/2008/layout/LinedList"/>
    <dgm:cxn modelId="{DB2F019E-8141-4BE8-8006-C60F45A12327}" type="presParOf" srcId="{C42E0A7F-2286-4795-A5B7-107C5D09E5F3}" destId="{59831556-460A-4823-B757-0ECB88831376}" srcOrd="17" destOrd="0" presId="urn:microsoft.com/office/officeart/2008/layout/LinedList"/>
    <dgm:cxn modelId="{2DCCC957-561D-4D7C-8316-57B93FFB7A22}" type="presParOf" srcId="{59831556-460A-4823-B757-0ECB88831376}" destId="{9409AA24-13FF-44DB-A094-A34F9AB064F3}" srcOrd="0" destOrd="0" presId="urn:microsoft.com/office/officeart/2008/layout/LinedList"/>
    <dgm:cxn modelId="{A0EAC13F-1772-49AC-80AA-8AC38A638C15}" type="presParOf" srcId="{59831556-460A-4823-B757-0ECB88831376}" destId="{E59C72C3-54CC-4C6E-9A6A-FE16F898B146}" srcOrd="1" destOrd="0" presId="urn:microsoft.com/office/officeart/2008/layout/LinedList"/>
    <dgm:cxn modelId="{DE28300C-4E61-41B6-B7BC-A5AB3BC426E8}" type="presParOf" srcId="{C42E0A7F-2286-4795-A5B7-107C5D09E5F3}" destId="{54EEF8F9-93AD-4A82-9BE4-90809518A7CC}" srcOrd="18" destOrd="0" presId="urn:microsoft.com/office/officeart/2008/layout/LinedList"/>
    <dgm:cxn modelId="{6226D2D4-9D59-40B6-9550-F780B0217FDE}" type="presParOf" srcId="{C42E0A7F-2286-4795-A5B7-107C5D09E5F3}" destId="{77DE4F6E-5899-40D0-AF63-03CE7EF29AE0}" srcOrd="19" destOrd="0" presId="urn:microsoft.com/office/officeart/2008/layout/LinedList"/>
    <dgm:cxn modelId="{7AA054E8-C88B-4BC0-8365-2ECB07B3491B}" type="presParOf" srcId="{77DE4F6E-5899-40D0-AF63-03CE7EF29AE0}" destId="{8B8A5DE3-85CF-4937-8DF5-0923B3EF77C7}" srcOrd="0" destOrd="0" presId="urn:microsoft.com/office/officeart/2008/layout/LinedList"/>
    <dgm:cxn modelId="{FBD31CE5-B719-4564-8AB5-738A8737D09B}" type="presParOf" srcId="{77DE4F6E-5899-40D0-AF63-03CE7EF29AE0}" destId="{CC19928A-C17E-4E61-ADC6-2BFF742660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01B847-689C-401E-BE27-FCBF69E43E83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B28C69-6D13-4207-ACBD-874466D804F7}">
      <dgm:prSet/>
      <dgm:spPr/>
      <dgm:t>
        <a:bodyPr/>
        <a:lstStyle/>
        <a:p>
          <a:r>
            <a:rPr lang="es-ES"/>
            <a:t>Una </a:t>
          </a:r>
          <a:r>
            <a:rPr lang="es-ES" b="1"/>
            <a:t>VPN (Virtual Private Network)</a:t>
          </a:r>
          <a:r>
            <a:rPr lang="es-ES"/>
            <a:t> es una red privada virtual que:</a:t>
          </a:r>
          <a:endParaRPr lang="en-US"/>
        </a:p>
      </dgm:t>
    </dgm:pt>
    <dgm:pt modelId="{93B1295A-E839-4A93-B599-A90FB3DCCA02}" type="parTrans" cxnId="{E012FF28-F5A0-4CE8-8823-E825FDF08235}">
      <dgm:prSet/>
      <dgm:spPr/>
      <dgm:t>
        <a:bodyPr/>
        <a:lstStyle/>
        <a:p>
          <a:endParaRPr lang="en-US"/>
        </a:p>
      </dgm:t>
    </dgm:pt>
    <dgm:pt modelId="{DAEA9848-A1C3-46C7-882D-388320F16D3D}" type="sibTrans" cxnId="{E012FF28-F5A0-4CE8-8823-E825FDF08235}">
      <dgm:prSet/>
      <dgm:spPr/>
      <dgm:t>
        <a:bodyPr/>
        <a:lstStyle/>
        <a:p>
          <a:endParaRPr lang="en-US"/>
        </a:p>
      </dgm:t>
    </dgm:pt>
    <dgm:pt modelId="{4EA7D225-45C1-466E-9DD9-54E327F8848E}">
      <dgm:prSet/>
      <dgm:spPr/>
      <dgm:t>
        <a:bodyPr/>
        <a:lstStyle/>
        <a:p>
          <a:r>
            <a:rPr lang="es-ES"/>
            <a:t>Crea un </a:t>
          </a:r>
          <a:r>
            <a:rPr lang="es-ES" b="1"/>
            <a:t>túnel cifrado</a:t>
          </a:r>
          <a:r>
            <a:rPr lang="es-ES"/>
            <a:t> entre tu equipo y un servidor.</a:t>
          </a:r>
          <a:endParaRPr lang="en-US"/>
        </a:p>
      </dgm:t>
    </dgm:pt>
    <dgm:pt modelId="{75F83219-B94F-4ABF-A981-A92CC87A573E}" type="parTrans" cxnId="{A7B20079-7D21-4F5E-BAF3-DA02D5243951}">
      <dgm:prSet/>
      <dgm:spPr/>
      <dgm:t>
        <a:bodyPr/>
        <a:lstStyle/>
        <a:p>
          <a:endParaRPr lang="en-US"/>
        </a:p>
      </dgm:t>
    </dgm:pt>
    <dgm:pt modelId="{4FDE5A9A-EB72-4475-9D57-4538DE8ECEA5}" type="sibTrans" cxnId="{A7B20079-7D21-4F5E-BAF3-DA02D5243951}">
      <dgm:prSet/>
      <dgm:spPr/>
      <dgm:t>
        <a:bodyPr/>
        <a:lstStyle/>
        <a:p>
          <a:endParaRPr lang="en-US"/>
        </a:p>
      </dgm:t>
    </dgm:pt>
    <dgm:pt modelId="{AC7BF41E-571F-47FF-ADA5-49D768006329}">
      <dgm:prSet/>
      <dgm:spPr/>
      <dgm:t>
        <a:bodyPr/>
        <a:lstStyle/>
        <a:p>
          <a:r>
            <a:rPr lang="es-ES"/>
            <a:t>Protege la </a:t>
          </a:r>
          <a:r>
            <a:rPr lang="es-ES" b="1"/>
            <a:t>confidencialidad</a:t>
          </a:r>
          <a:r>
            <a:rPr lang="es-ES"/>
            <a:t> y la </a:t>
          </a:r>
          <a:r>
            <a:rPr lang="es-ES" b="1"/>
            <a:t>integridad</a:t>
          </a:r>
          <a:r>
            <a:rPr lang="es-ES"/>
            <a:t> de los datos transmitidos.</a:t>
          </a:r>
          <a:endParaRPr lang="en-US"/>
        </a:p>
      </dgm:t>
    </dgm:pt>
    <dgm:pt modelId="{F7BE8D5F-8C82-489C-AC13-4E584E587CA3}" type="parTrans" cxnId="{3EB0CEF7-DEE9-4903-8D67-09A2FF9E70B6}">
      <dgm:prSet/>
      <dgm:spPr/>
      <dgm:t>
        <a:bodyPr/>
        <a:lstStyle/>
        <a:p>
          <a:endParaRPr lang="en-US"/>
        </a:p>
      </dgm:t>
    </dgm:pt>
    <dgm:pt modelId="{981F5D34-DA48-499D-823D-150EC6E83E3C}" type="sibTrans" cxnId="{3EB0CEF7-DEE9-4903-8D67-09A2FF9E70B6}">
      <dgm:prSet/>
      <dgm:spPr/>
      <dgm:t>
        <a:bodyPr/>
        <a:lstStyle/>
        <a:p>
          <a:endParaRPr lang="en-US"/>
        </a:p>
      </dgm:t>
    </dgm:pt>
    <dgm:pt modelId="{0A7924AF-5671-4F46-8709-371774BA54F1}">
      <dgm:prSet/>
      <dgm:spPr/>
      <dgm:t>
        <a:bodyPr/>
        <a:lstStyle/>
        <a:p>
          <a:r>
            <a:rPr lang="es-ES"/>
            <a:t>Permite </a:t>
          </a:r>
          <a:r>
            <a:rPr lang="es-ES" b="1"/>
            <a:t>ocultar tu IP real</a:t>
          </a:r>
          <a:r>
            <a:rPr lang="es-ES"/>
            <a:t>, navegando de forma más anónima.</a:t>
          </a:r>
          <a:endParaRPr lang="en-US"/>
        </a:p>
      </dgm:t>
    </dgm:pt>
    <dgm:pt modelId="{7DF6B209-B95E-439C-A1F2-B2B912114562}" type="parTrans" cxnId="{500DC186-4DF2-47E3-B425-1FB505D67BF2}">
      <dgm:prSet/>
      <dgm:spPr/>
      <dgm:t>
        <a:bodyPr/>
        <a:lstStyle/>
        <a:p>
          <a:endParaRPr lang="en-US"/>
        </a:p>
      </dgm:t>
    </dgm:pt>
    <dgm:pt modelId="{41B765F4-7907-4732-B18C-14FCCD8D9753}" type="sibTrans" cxnId="{500DC186-4DF2-47E3-B425-1FB505D67BF2}">
      <dgm:prSet/>
      <dgm:spPr/>
      <dgm:t>
        <a:bodyPr/>
        <a:lstStyle/>
        <a:p>
          <a:endParaRPr lang="en-US"/>
        </a:p>
      </dgm:t>
    </dgm:pt>
    <dgm:pt modelId="{7F057927-3F1F-409D-976C-2F603993A390}">
      <dgm:prSet/>
      <dgm:spPr/>
      <dgm:t>
        <a:bodyPr/>
        <a:lstStyle/>
        <a:p>
          <a:r>
            <a:rPr lang="es-ES"/>
            <a:t>Facilita el </a:t>
          </a:r>
          <a:r>
            <a:rPr lang="es-ES" b="1"/>
            <a:t>acceso remoto seguro</a:t>
          </a:r>
          <a:r>
            <a:rPr lang="es-ES"/>
            <a:t> a recursos corporativos.</a:t>
          </a:r>
          <a:endParaRPr lang="en-US"/>
        </a:p>
      </dgm:t>
    </dgm:pt>
    <dgm:pt modelId="{16A8832A-7F93-49F8-B109-915BBBE62C1F}" type="parTrans" cxnId="{56C0B4A1-429A-454C-9D3E-28506413B612}">
      <dgm:prSet/>
      <dgm:spPr/>
      <dgm:t>
        <a:bodyPr/>
        <a:lstStyle/>
        <a:p>
          <a:endParaRPr lang="en-US"/>
        </a:p>
      </dgm:t>
    </dgm:pt>
    <dgm:pt modelId="{B2839A1C-6E72-4ADE-9B1C-8541BA1A3E65}" type="sibTrans" cxnId="{56C0B4A1-429A-454C-9D3E-28506413B612}">
      <dgm:prSet/>
      <dgm:spPr/>
      <dgm:t>
        <a:bodyPr/>
        <a:lstStyle/>
        <a:p>
          <a:endParaRPr lang="en-US"/>
        </a:p>
      </dgm:t>
    </dgm:pt>
    <dgm:pt modelId="{1DC00C33-B38F-4994-A76F-BC9729666E2E}">
      <dgm:prSet/>
      <dgm:spPr/>
      <dgm:t>
        <a:bodyPr/>
        <a:lstStyle/>
        <a:p>
          <a:r>
            <a:rPr lang="es-ES"/>
            <a:t>Puede basarse en distintos protocolos: </a:t>
          </a:r>
          <a:r>
            <a:rPr lang="es-ES" b="1"/>
            <a:t>OpenVPN, PPTP, L2TP/IPSec, IKEv2/IPSec, SSTP, WireGuard, Cisco AnyConnect</a:t>
          </a:r>
          <a:r>
            <a:rPr lang="es-ES"/>
            <a:t>, etc.</a:t>
          </a:r>
          <a:endParaRPr lang="en-US"/>
        </a:p>
      </dgm:t>
    </dgm:pt>
    <dgm:pt modelId="{9816F2C5-D3A2-4BC8-A551-0F2539A83039}" type="parTrans" cxnId="{254F646A-5AA6-40B4-B5C9-1AF6EDFEFBF6}">
      <dgm:prSet/>
      <dgm:spPr/>
      <dgm:t>
        <a:bodyPr/>
        <a:lstStyle/>
        <a:p>
          <a:endParaRPr lang="en-US"/>
        </a:p>
      </dgm:t>
    </dgm:pt>
    <dgm:pt modelId="{72FF47E1-6B89-4128-95B2-61AB2840A2D7}" type="sibTrans" cxnId="{254F646A-5AA6-40B4-B5C9-1AF6EDFEFBF6}">
      <dgm:prSet/>
      <dgm:spPr/>
      <dgm:t>
        <a:bodyPr/>
        <a:lstStyle/>
        <a:p>
          <a:endParaRPr lang="en-US"/>
        </a:p>
      </dgm:t>
    </dgm:pt>
    <dgm:pt modelId="{43810BCA-605E-4D29-A8A1-780806929867}" type="pres">
      <dgm:prSet presAssocID="{FC01B847-689C-401E-BE27-FCBF69E43E83}" presName="diagram" presStyleCnt="0">
        <dgm:presLayoutVars>
          <dgm:dir/>
          <dgm:resizeHandles val="exact"/>
        </dgm:presLayoutVars>
      </dgm:prSet>
      <dgm:spPr/>
    </dgm:pt>
    <dgm:pt modelId="{A542B54C-098D-46CA-8208-02F397BE6925}" type="pres">
      <dgm:prSet presAssocID="{38B28C69-6D13-4207-ACBD-874466D804F7}" presName="node" presStyleLbl="node1" presStyleIdx="0" presStyleCnt="6">
        <dgm:presLayoutVars>
          <dgm:bulletEnabled val="1"/>
        </dgm:presLayoutVars>
      </dgm:prSet>
      <dgm:spPr/>
    </dgm:pt>
    <dgm:pt modelId="{E74E1362-662E-4041-9FDF-35C78E5E0AB5}" type="pres">
      <dgm:prSet presAssocID="{DAEA9848-A1C3-46C7-882D-388320F16D3D}" presName="sibTrans" presStyleCnt="0"/>
      <dgm:spPr/>
    </dgm:pt>
    <dgm:pt modelId="{0E1F3AAA-F7DF-491D-86EA-23D2F7DB231E}" type="pres">
      <dgm:prSet presAssocID="{4EA7D225-45C1-466E-9DD9-54E327F8848E}" presName="node" presStyleLbl="node1" presStyleIdx="1" presStyleCnt="6">
        <dgm:presLayoutVars>
          <dgm:bulletEnabled val="1"/>
        </dgm:presLayoutVars>
      </dgm:prSet>
      <dgm:spPr/>
    </dgm:pt>
    <dgm:pt modelId="{E883D24A-48E7-4D27-9315-B35F36CA52D9}" type="pres">
      <dgm:prSet presAssocID="{4FDE5A9A-EB72-4475-9D57-4538DE8ECEA5}" presName="sibTrans" presStyleCnt="0"/>
      <dgm:spPr/>
    </dgm:pt>
    <dgm:pt modelId="{D64CE981-7A13-4B90-90EC-ACA705D8BD09}" type="pres">
      <dgm:prSet presAssocID="{AC7BF41E-571F-47FF-ADA5-49D768006329}" presName="node" presStyleLbl="node1" presStyleIdx="2" presStyleCnt="6">
        <dgm:presLayoutVars>
          <dgm:bulletEnabled val="1"/>
        </dgm:presLayoutVars>
      </dgm:prSet>
      <dgm:spPr/>
    </dgm:pt>
    <dgm:pt modelId="{F5869701-0771-4DCB-92C0-9F30ADF3F4DE}" type="pres">
      <dgm:prSet presAssocID="{981F5D34-DA48-499D-823D-150EC6E83E3C}" presName="sibTrans" presStyleCnt="0"/>
      <dgm:spPr/>
    </dgm:pt>
    <dgm:pt modelId="{A44C3125-EEF6-467E-8056-D492956BA59A}" type="pres">
      <dgm:prSet presAssocID="{0A7924AF-5671-4F46-8709-371774BA54F1}" presName="node" presStyleLbl="node1" presStyleIdx="3" presStyleCnt="6">
        <dgm:presLayoutVars>
          <dgm:bulletEnabled val="1"/>
        </dgm:presLayoutVars>
      </dgm:prSet>
      <dgm:spPr/>
    </dgm:pt>
    <dgm:pt modelId="{86A37220-1F5A-418B-8314-78396B81424F}" type="pres">
      <dgm:prSet presAssocID="{41B765F4-7907-4732-B18C-14FCCD8D9753}" presName="sibTrans" presStyleCnt="0"/>
      <dgm:spPr/>
    </dgm:pt>
    <dgm:pt modelId="{AEEBEE5E-30A9-46E0-A316-6539074398F0}" type="pres">
      <dgm:prSet presAssocID="{7F057927-3F1F-409D-976C-2F603993A390}" presName="node" presStyleLbl="node1" presStyleIdx="4" presStyleCnt="6">
        <dgm:presLayoutVars>
          <dgm:bulletEnabled val="1"/>
        </dgm:presLayoutVars>
      </dgm:prSet>
      <dgm:spPr/>
    </dgm:pt>
    <dgm:pt modelId="{E8BA6382-93D4-4E55-97C0-16729812D5D8}" type="pres">
      <dgm:prSet presAssocID="{B2839A1C-6E72-4ADE-9B1C-8541BA1A3E65}" presName="sibTrans" presStyleCnt="0"/>
      <dgm:spPr/>
    </dgm:pt>
    <dgm:pt modelId="{60987EF4-67D0-4A33-A2E1-A0234BD7E07E}" type="pres">
      <dgm:prSet presAssocID="{1DC00C33-B38F-4994-A76F-BC9729666E2E}" presName="node" presStyleLbl="node1" presStyleIdx="5" presStyleCnt="6">
        <dgm:presLayoutVars>
          <dgm:bulletEnabled val="1"/>
        </dgm:presLayoutVars>
      </dgm:prSet>
      <dgm:spPr/>
    </dgm:pt>
  </dgm:ptLst>
  <dgm:cxnLst>
    <dgm:cxn modelId="{42703D24-9D8E-4193-AC71-F69A4C1A2B31}" type="presOf" srcId="{38B28C69-6D13-4207-ACBD-874466D804F7}" destId="{A542B54C-098D-46CA-8208-02F397BE6925}" srcOrd="0" destOrd="0" presId="urn:microsoft.com/office/officeart/2005/8/layout/default"/>
    <dgm:cxn modelId="{E012FF28-F5A0-4CE8-8823-E825FDF08235}" srcId="{FC01B847-689C-401E-BE27-FCBF69E43E83}" destId="{38B28C69-6D13-4207-ACBD-874466D804F7}" srcOrd="0" destOrd="0" parTransId="{93B1295A-E839-4A93-B599-A90FB3DCCA02}" sibTransId="{DAEA9848-A1C3-46C7-882D-388320F16D3D}"/>
    <dgm:cxn modelId="{BD662437-17A4-463E-971F-C3DA338B5387}" type="presOf" srcId="{4EA7D225-45C1-466E-9DD9-54E327F8848E}" destId="{0E1F3AAA-F7DF-491D-86EA-23D2F7DB231E}" srcOrd="0" destOrd="0" presId="urn:microsoft.com/office/officeart/2005/8/layout/default"/>
    <dgm:cxn modelId="{254F646A-5AA6-40B4-B5C9-1AF6EDFEFBF6}" srcId="{FC01B847-689C-401E-BE27-FCBF69E43E83}" destId="{1DC00C33-B38F-4994-A76F-BC9729666E2E}" srcOrd="5" destOrd="0" parTransId="{9816F2C5-D3A2-4BC8-A551-0F2539A83039}" sibTransId="{72FF47E1-6B89-4128-95B2-61AB2840A2D7}"/>
    <dgm:cxn modelId="{A7B20079-7D21-4F5E-BAF3-DA02D5243951}" srcId="{FC01B847-689C-401E-BE27-FCBF69E43E83}" destId="{4EA7D225-45C1-466E-9DD9-54E327F8848E}" srcOrd="1" destOrd="0" parTransId="{75F83219-B94F-4ABF-A981-A92CC87A573E}" sibTransId="{4FDE5A9A-EB72-4475-9D57-4538DE8ECEA5}"/>
    <dgm:cxn modelId="{500DC186-4DF2-47E3-B425-1FB505D67BF2}" srcId="{FC01B847-689C-401E-BE27-FCBF69E43E83}" destId="{0A7924AF-5671-4F46-8709-371774BA54F1}" srcOrd="3" destOrd="0" parTransId="{7DF6B209-B95E-439C-A1F2-B2B912114562}" sibTransId="{41B765F4-7907-4732-B18C-14FCCD8D9753}"/>
    <dgm:cxn modelId="{A8F1EF8E-6D39-436F-8283-718F6DFA25BB}" type="presOf" srcId="{1DC00C33-B38F-4994-A76F-BC9729666E2E}" destId="{60987EF4-67D0-4A33-A2E1-A0234BD7E07E}" srcOrd="0" destOrd="0" presId="urn:microsoft.com/office/officeart/2005/8/layout/default"/>
    <dgm:cxn modelId="{650DEA9D-7AA1-41B8-9D8A-744CBE14E829}" type="presOf" srcId="{AC7BF41E-571F-47FF-ADA5-49D768006329}" destId="{D64CE981-7A13-4B90-90EC-ACA705D8BD09}" srcOrd="0" destOrd="0" presId="urn:microsoft.com/office/officeart/2005/8/layout/default"/>
    <dgm:cxn modelId="{56C0B4A1-429A-454C-9D3E-28506413B612}" srcId="{FC01B847-689C-401E-BE27-FCBF69E43E83}" destId="{7F057927-3F1F-409D-976C-2F603993A390}" srcOrd="4" destOrd="0" parTransId="{16A8832A-7F93-49F8-B109-915BBBE62C1F}" sibTransId="{B2839A1C-6E72-4ADE-9B1C-8541BA1A3E65}"/>
    <dgm:cxn modelId="{B2E3DED0-EC66-4DBA-8F8A-72C06BB9083D}" type="presOf" srcId="{7F057927-3F1F-409D-976C-2F603993A390}" destId="{AEEBEE5E-30A9-46E0-A316-6539074398F0}" srcOrd="0" destOrd="0" presId="urn:microsoft.com/office/officeart/2005/8/layout/default"/>
    <dgm:cxn modelId="{E2DD87E6-2E04-4C30-B924-19AF7B3AE593}" type="presOf" srcId="{0A7924AF-5671-4F46-8709-371774BA54F1}" destId="{A44C3125-EEF6-467E-8056-D492956BA59A}" srcOrd="0" destOrd="0" presId="urn:microsoft.com/office/officeart/2005/8/layout/default"/>
    <dgm:cxn modelId="{3EB0CEF7-DEE9-4903-8D67-09A2FF9E70B6}" srcId="{FC01B847-689C-401E-BE27-FCBF69E43E83}" destId="{AC7BF41E-571F-47FF-ADA5-49D768006329}" srcOrd="2" destOrd="0" parTransId="{F7BE8D5F-8C82-489C-AC13-4E584E587CA3}" sibTransId="{981F5D34-DA48-499D-823D-150EC6E83E3C}"/>
    <dgm:cxn modelId="{676AAEFB-55E7-4065-9D72-A4F005042F90}" type="presOf" srcId="{FC01B847-689C-401E-BE27-FCBF69E43E83}" destId="{43810BCA-605E-4D29-A8A1-780806929867}" srcOrd="0" destOrd="0" presId="urn:microsoft.com/office/officeart/2005/8/layout/default"/>
    <dgm:cxn modelId="{16029966-BA0F-4787-9FD1-BA7E2258BD2A}" type="presParOf" srcId="{43810BCA-605E-4D29-A8A1-780806929867}" destId="{A542B54C-098D-46CA-8208-02F397BE6925}" srcOrd="0" destOrd="0" presId="urn:microsoft.com/office/officeart/2005/8/layout/default"/>
    <dgm:cxn modelId="{B9932F46-FB3F-4CF3-BBAB-FFEB0B7EE0F9}" type="presParOf" srcId="{43810BCA-605E-4D29-A8A1-780806929867}" destId="{E74E1362-662E-4041-9FDF-35C78E5E0AB5}" srcOrd="1" destOrd="0" presId="urn:microsoft.com/office/officeart/2005/8/layout/default"/>
    <dgm:cxn modelId="{EB1CF72B-CD78-4463-ABBE-73919A31EA32}" type="presParOf" srcId="{43810BCA-605E-4D29-A8A1-780806929867}" destId="{0E1F3AAA-F7DF-491D-86EA-23D2F7DB231E}" srcOrd="2" destOrd="0" presId="urn:microsoft.com/office/officeart/2005/8/layout/default"/>
    <dgm:cxn modelId="{60FDD704-32F5-4C52-B0A3-77A12D795A60}" type="presParOf" srcId="{43810BCA-605E-4D29-A8A1-780806929867}" destId="{E883D24A-48E7-4D27-9315-B35F36CA52D9}" srcOrd="3" destOrd="0" presId="urn:microsoft.com/office/officeart/2005/8/layout/default"/>
    <dgm:cxn modelId="{90FBE799-5B30-40A7-A5F7-7A6A319A5283}" type="presParOf" srcId="{43810BCA-605E-4D29-A8A1-780806929867}" destId="{D64CE981-7A13-4B90-90EC-ACA705D8BD09}" srcOrd="4" destOrd="0" presId="urn:microsoft.com/office/officeart/2005/8/layout/default"/>
    <dgm:cxn modelId="{91B500DC-39F6-4102-B070-0787248989AA}" type="presParOf" srcId="{43810BCA-605E-4D29-A8A1-780806929867}" destId="{F5869701-0771-4DCB-92C0-9F30ADF3F4DE}" srcOrd="5" destOrd="0" presId="urn:microsoft.com/office/officeart/2005/8/layout/default"/>
    <dgm:cxn modelId="{964528A8-D447-49CC-9E34-3FE377172679}" type="presParOf" srcId="{43810BCA-605E-4D29-A8A1-780806929867}" destId="{A44C3125-EEF6-467E-8056-D492956BA59A}" srcOrd="6" destOrd="0" presId="urn:microsoft.com/office/officeart/2005/8/layout/default"/>
    <dgm:cxn modelId="{8EAA91D2-E35F-43AE-8789-FE207C1E0E5B}" type="presParOf" srcId="{43810BCA-605E-4D29-A8A1-780806929867}" destId="{86A37220-1F5A-418B-8314-78396B81424F}" srcOrd="7" destOrd="0" presId="urn:microsoft.com/office/officeart/2005/8/layout/default"/>
    <dgm:cxn modelId="{BB14E139-56ED-40ED-9F91-A31C3FC5165C}" type="presParOf" srcId="{43810BCA-605E-4D29-A8A1-780806929867}" destId="{AEEBEE5E-30A9-46E0-A316-6539074398F0}" srcOrd="8" destOrd="0" presId="urn:microsoft.com/office/officeart/2005/8/layout/default"/>
    <dgm:cxn modelId="{029FDE0B-E3F1-43A1-A57B-86D035AAFAF4}" type="presParOf" srcId="{43810BCA-605E-4D29-A8A1-780806929867}" destId="{E8BA6382-93D4-4E55-97C0-16729812D5D8}" srcOrd="9" destOrd="0" presId="urn:microsoft.com/office/officeart/2005/8/layout/default"/>
    <dgm:cxn modelId="{6576E8A2-6833-4B95-A3FA-5EB7BFE70103}" type="presParOf" srcId="{43810BCA-605E-4D29-A8A1-780806929867}" destId="{60987EF4-67D0-4A33-A2E1-A0234BD7E07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0131A-BBF3-4D8C-A1D8-ABBA68211A4F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Seguridad en los sistemas E/S y en los gestores de arranque</a:t>
          </a:r>
          <a:endParaRPr lang="en-US" sz="3400" kern="1200"/>
        </a:p>
      </dsp:txBody>
      <dsp:txXfrm>
        <a:off x="66025" y="114994"/>
        <a:ext cx="10383550" cy="1220470"/>
      </dsp:txXfrm>
    </dsp:sp>
    <dsp:sp modelId="{C7CC3591-9B8D-4B9B-8DF2-C1BE3D319586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Seguridad en discos y archivos</a:t>
          </a:r>
          <a:endParaRPr lang="en-US" sz="3400" kern="1200"/>
        </a:p>
      </dsp:txBody>
      <dsp:txXfrm>
        <a:off x="66025" y="1565434"/>
        <a:ext cx="10383550" cy="1220470"/>
      </dsp:txXfrm>
    </dsp:sp>
    <dsp:sp modelId="{8FB9CE26-0481-406E-87FD-AAAB0DC991BA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Seguridad en redes públicas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69C0A-7F3F-4655-82D7-C5323FE60251}">
      <dsp:nvSpPr>
        <dsp:cNvPr id="0" name=""/>
        <dsp:cNvSpPr/>
      </dsp:nvSpPr>
      <dsp:spPr>
        <a:xfrm>
          <a:off x="0" y="648"/>
          <a:ext cx="112369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614B8-453C-4B44-9075-7659EB717FD5}">
      <dsp:nvSpPr>
        <dsp:cNvPr id="0" name=""/>
        <dsp:cNvSpPr/>
      </dsp:nvSpPr>
      <dsp:spPr>
        <a:xfrm>
          <a:off x="0" y="648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🔹 </a:t>
          </a:r>
          <a:r>
            <a:rPr lang="es-ES" sz="1400" b="1" kern="1200" dirty="0"/>
            <a:t>Definición</a:t>
          </a:r>
          <a:br>
            <a:rPr lang="es-ES" sz="1400" kern="1200" dirty="0"/>
          </a:br>
          <a:r>
            <a:rPr lang="es-ES" sz="1400" kern="1200" dirty="0"/>
            <a:t>Conjunto de medidas y dispositivos que protegen el </a:t>
          </a:r>
          <a:r>
            <a:rPr lang="es-ES" sz="1400" b="1" kern="1200" dirty="0"/>
            <a:t>límite de la red</a:t>
          </a:r>
          <a:r>
            <a:rPr lang="es-ES" sz="1400" kern="1200" dirty="0"/>
            <a:t> frente a accesos no autorizados, ataques y fugas de información.</a:t>
          </a:r>
          <a:endParaRPr lang="en-US" sz="1400" kern="1200" dirty="0"/>
        </a:p>
      </dsp:txBody>
      <dsp:txXfrm>
        <a:off x="0" y="648"/>
        <a:ext cx="11236960" cy="531238"/>
      </dsp:txXfrm>
    </dsp:sp>
    <dsp:sp modelId="{617E784A-5F8D-4E3A-8DD3-D7AB2407D880}">
      <dsp:nvSpPr>
        <dsp:cNvPr id="0" name=""/>
        <dsp:cNvSpPr/>
      </dsp:nvSpPr>
      <dsp:spPr>
        <a:xfrm>
          <a:off x="0" y="531886"/>
          <a:ext cx="1123696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23710-A334-421B-998B-45947470903B}">
      <dsp:nvSpPr>
        <dsp:cNvPr id="0" name=""/>
        <dsp:cNvSpPr/>
      </dsp:nvSpPr>
      <dsp:spPr>
        <a:xfrm>
          <a:off x="0" y="531886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🔹 Tipos según medio de detección</a:t>
          </a:r>
          <a:endParaRPr lang="en-US" sz="1400" kern="1200"/>
        </a:p>
      </dsp:txBody>
      <dsp:txXfrm>
        <a:off x="0" y="531886"/>
        <a:ext cx="11236960" cy="531238"/>
      </dsp:txXfrm>
    </dsp:sp>
    <dsp:sp modelId="{C7A44CF8-BEDF-4FBB-9426-A81AA1BADFBA}">
      <dsp:nvSpPr>
        <dsp:cNvPr id="0" name=""/>
        <dsp:cNvSpPr/>
      </dsp:nvSpPr>
      <dsp:spPr>
        <a:xfrm>
          <a:off x="0" y="1063125"/>
          <a:ext cx="112369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868A8-7212-4A91-B820-7FFCC6F55875}">
      <dsp:nvSpPr>
        <dsp:cNvPr id="0" name=""/>
        <dsp:cNvSpPr/>
      </dsp:nvSpPr>
      <dsp:spPr>
        <a:xfrm>
          <a:off x="0" y="1063125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Físicos</a:t>
          </a:r>
          <a:r>
            <a:rPr lang="es-ES" sz="1400" kern="1200"/>
            <a:t>: cámaras, sensores de movimiento, control de accesos, vallados.</a:t>
          </a:r>
          <a:endParaRPr lang="en-US" sz="1400" kern="1200"/>
        </a:p>
      </dsp:txBody>
      <dsp:txXfrm>
        <a:off x="0" y="1063125"/>
        <a:ext cx="11236960" cy="531238"/>
      </dsp:txXfrm>
    </dsp:sp>
    <dsp:sp modelId="{80A62CC2-E9C6-4131-BA25-7B669F2A7222}">
      <dsp:nvSpPr>
        <dsp:cNvPr id="0" name=""/>
        <dsp:cNvSpPr/>
      </dsp:nvSpPr>
      <dsp:spPr>
        <a:xfrm>
          <a:off x="0" y="1594363"/>
          <a:ext cx="112369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7C931-0C27-4D70-A4D7-1D7F1785F64D}">
      <dsp:nvSpPr>
        <dsp:cNvPr id="0" name=""/>
        <dsp:cNvSpPr/>
      </dsp:nvSpPr>
      <dsp:spPr>
        <a:xfrm>
          <a:off x="0" y="1594363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Lógicos</a:t>
          </a:r>
          <a:r>
            <a:rPr lang="es-ES" sz="1400" kern="1200"/>
            <a:t>: firewalls, IDS/IPS, proxys, sistemas de detección de anomalías.</a:t>
          </a:r>
          <a:endParaRPr lang="en-US" sz="1400" kern="1200"/>
        </a:p>
      </dsp:txBody>
      <dsp:txXfrm>
        <a:off x="0" y="1594363"/>
        <a:ext cx="11236960" cy="531238"/>
      </dsp:txXfrm>
    </dsp:sp>
    <dsp:sp modelId="{3C1036CE-4404-4A76-A390-DBBE40D004DB}">
      <dsp:nvSpPr>
        <dsp:cNvPr id="0" name=""/>
        <dsp:cNvSpPr/>
      </dsp:nvSpPr>
      <dsp:spPr>
        <a:xfrm>
          <a:off x="0" y="2125601"/>
          <a:ext cx="1123696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E9815-C2E0-4BC6-B4D5-733E143F4066}">
      <dsp:nvSpPr>
        <dsp:cNvPr id="0" name=""/>
        <dsp:cNvSpPr/>
      </dsp:nvSpPr>
      <dsp:spPr>
        <a:xfrm>
          <a:off x="0" y="2125601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Mixtos</a:t>
          </a:r>
          <a:r>
            <a:rPr lang="es-ES" sz="1400" kern="1200"/>
            <a:t>: soluciones que combinan hardware y software (UTM, NGFW).</a:t>
          </a:r>
          <a:endParaRPr lang="en-US" sz="1400" kern="1200"/>
        </a:p>
      </dsp:txBody>
      <dsp:txXfrm>
        <a:off x="0" y="2125601"/>
        <a:ext cx="11236960" cy="531238"/>
      </dsp:txXfrm>
    </dsp:sp>
    <dsp:sp modelId="{6A332237-25C6-4D44-96B0-1E46C589E9FE}">
      <dsp:nvSpPr>
        <dsp:cNvPr id="0" name=""/>
        <dsp:cNvSpPr/>
      </dsp:nvSpPr>
      <dsp:spPr>
        <a:xfrm>
          <a:off x="0" y="2656839"/>
          <a:ext cx="112369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1BA86-750C-4E5E-AD31-6E33D61B9167}">
      <dsp:nvSpPr>
        <dsp:cNvPr id="0" name=""/>
        <dsp:cNvSpPr/>
      </dsp:nvSpPr>
      <dsp:spPr>
        <a:xfrm>
          <a:off x="0" y="2656840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🔹 Objetivos</a:t>
          </a:r>
          <a:endParaRPr lang="en-US" sz="1400" kern="1200"/>
        </a:p>
      </dsp:txBody>
      <dsp:txXfrm>
        <a:off x="0" y="2656840"/>
        <a:ext cx="11236960" cy="531238"/>
      </dsp:txXfrm>
    </dsp:sp>
    <dsp:sp modelId="{DAAB0B92-E6DD-4047-ACC5-E0E3E8EFA7CF}">
      <dsp:nvSpPr>
        <dsp:cNvPr id="0" name=""/>
        <dsp:cNvSpPr/>
      </dsp:nvSpPr>
      <dsp:spPr>
        <a:xfrm>
          <a:off x="0" y="3188078"/>
          <a:ext cx="1123696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4520-0958-4F2E-B33C-1A6AFDDF070E}">
      <dsp:nvSpPr>
        <dsp:cNvPr id="0" name=""/>
        <dsp:cNvSpPr/>
      </dsp:nvSpPr>
      <dsp:spPr>
        <a:xfrm>
          <a:off x="0" y="3188078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Controlar accesos</a:t>
          </a:r>
          <a:r>
            <a:rPr lang="es-ES" sz="1400" kern="1200"/>
            <a:t> a la red (quién entra y qué entra).</a:t>
          </a:r>
          <a:endParaRPr lang="en-US" sz="1400" kern="1200"/>
        </a:p>
      </dsp:txBody>
      <dsp:txXfrm>
        <a:off x="0" y="3188078"/>
        <a:ext cx="11236960" cy="531238"/>
      </dsp:txXfrm>
    </dsp:sp>
    <dsp:sp modelId="{2842A2CD-B48A-4049-A207-666FFDAEBE9C}">
      <dsp:nvSpPr>
        <dsp:cNvPr id="0" name=""/>
        <dsp:cNvSpPr/>
      </dsp:nvSpPr>
      <dsp:spPr>
        <a:xfrm>
          <a:off x="0" y="3719316"/>
          <a:ext cx="112369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C830C-E294-4F45-82C9-F947724E4BE0}">
      <dsp:nvSpPr>
        <dsp:cNvPr id="0" name=""/>
        <dsp:cNvSpPr/>
      </dsp:nvSpPr>
      <dsp:spPr>
        <a:xfrm>
          <a:off x="0" y="3719316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Prevenir intrusiones</a:t>
          </a:r>
          <a:r>
            <a:rPr lang="es-ES" sz="1400" kern="1200"/>
            <a:t> y ataques desde el exterior.</a:t>
          </a:r>
          <a:endParaRPr lang="en-US" sz="1400" kern="1200"/>
        </a:p>
      </dsp:txBody>
      <dsp:txXfrm>
        <a:off x="0" y="3719316"/>
        <a:ext cx="11236960" cy="531238"/>
      </dsp:txXfrm>
    </dsp:sp>
    <dsp:sp modelId="{75AF11A0-EF32-49F7-898F-3EE9D36C952F}">
      <dsp:nvSpPr>
        <dsp:cNvPr id="0" name=""/>
        <dsp:cNvSpPr/>
      </dsp:nvSpPr>
      <dsp:spPr>
        <a:xfrm>
          <a:off x="0" y="4250554"/>
          <a:ext cx="112369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9AA24-13FF-44DB-A094-A34F9AB064F3}">
      <dsp:nvSpPr>
        <dsp:cNvPr id="0" name=""/>
        <dsp:cNvSpPr/>
      </dsp:nvSpPr>
      <dsp:spPr>
        <a:xfrm>
          <a:off x="0" y="4250554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Monitorear el tráfico</a:t>
          </a:r>
          <a:r>
            <a:rPr lang="es-ES" sz="1400" kern="1200"/>
            <a:t> en tiempo real para detectar anomalías.</a:t>
          </a:r>
          <a:endParaRPr lang="en-US" sz="1400" kern="1200"/>
        </a:p>
      </dsp:txBody>
      <dsp:txXfrm>
        <a:off x="0" y="4250554"/>
        <a:ext cx="11236960" cy="531238"/>
      </dsp:txXfrm>
    </dsp:sp>
    <dsp:sp modelId="{54EEF8F9-93AD-4A82-9BE4-90809518A7CC}">
      <dsp:nvSpPr>
        <dsp:cNvPr id="0" name=""/>
        <dsp:cNvSpPr/>
      </dsp:nvSpPr>
      <dsp:spPr>
        <a:xfrm>
          <a:off x="0" y="4781793"/>
          <a:ext cx="1123696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A5DE3-85CF-4937-8DF5-0923B3EF77C7}">
      <dsp:nvSpPr>
        <dsp:cNvPr id="0" name=""/>
        <dsp:cNvSpPr/>
      </dsp:nvSpPr>
      <dsp:spPr>
        <a:xfrm>
          <a:off x="0" y="4781793"/>
          <a:ext cx="11236960" cy="53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Proteger la confidencialidad, integridad y disponibilidad</a:t>
          </a:r>
          <a:r>
            <a:rPr lang="es-ES" sz="1400" kern="1200"/>
            <a:t> de los sistemas internos.</a:t>
          </a:r>
          <a:endParaRPr lang="en-US" sz="1400" kern="1200"/>
        </a:p>
      </dsp:txBody>
      <dsp:txXfrm>
        <a:off x="0" y="4781793"/>
        <a:ext cx="11236960" cy="5312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2B54C-098D-46CA-8208-02F397BE6925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Una </a:t>
          </a:r>
          <a:r>
            <a:rPr lang="es-ES" sz="2100" b="1" kern="1200"/>
            <a:t>VPN (Virtual Private Network)</a:t>
          </a:r>
          <a:r>
            <a:rPr lang="es-ES" sz="2100" kern="1200"/>
            <a:t> es una red privada virtual que:</a:t>
          </a:r>
          <a:endParaRPr lang="en-US" sz="2100" kern="1200"/>
        </a:p>
      </dsp:txBody>
      <dsp:txXfrm>
        <a:off x="0" y="39687"/>
        <a:ext cx="3286125" cy="1971675"/>
      </dsp:txXfrm>
    </dsp:sp>
    <dsp:sp modelId="{0E1F3AAA-F7DF-491D-86EA-23D2F7DB231E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Crea un </a:t>
          </a:r>
          <a:r>
            <a:rPr lang="es-ES" sz="2100" b="1" kern="1200"/>
            <a:t>túnel cifrado</a:t>
          </a:r>
          <a:r>
            <a:rPr lang="es-ES" sz="2100" kern="1200"/>
            <a:t> entre tu equipo y un servidor.</a:t>
          </a:r>
          <a:endParaRPr lang="en-US" sz="2100" kern="1200"/>
        </a:p>
      </dsp:txBody>
      <dsp:txXfrm>
        <a:off x="3614737" y="39687"/>
        <a:ext cx="3286125" cy="1971675"/>
      </dsp:txXfrm>
    </dsp:sp>
    <dsp:sp modelId="{D64CE981-7A13-4B90-90EC-ACA705D8BD0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Protege la </a:t>
          </a:r>
          <a:r>
            <a:rPr lang="es-ES" sz="2100" b="1" kern="1200"/>
            <a:t>confidencialidad</a:t>
          </a:r>
          <a:r>
            <a:rPr lang="es-ES" sz="2100" kern="1200"/>
            <a:t> y la </a:t>
          </a:r>
          <a:r>
            <a:rPr lang="es-ES" sz="2100" b="1" kern="1200"/>
            <a:t>integridad</a:t>
          </a:r>
          <a:r>
            <a:rPr lang="es-ES" sz="2100" kern="1200"/>
            <a:t> de los datos transmitidos.</a:t>
          </a:r>
          <a:endParaRPr lang="en-US" sz="2100" kern="1200"/>
        </a:p>
      </dsp:txBody>
      <dsp:txXfrm>
        <a:off x="7229475" y="39687"/>
        <a:ext cx="3286125" cy="1971675"/>
      </dsp:txXfrm>
    </dsp:sp>
    <dsp:sp modelId="{A44C3125-EEF6-467E-8056-D492956BA59A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Permite </a:t>
          </a:r>
          <a:r>
            <a:rPr lang="es-ES" sz="2100" b="1" kern="1200"/>
            <a:t>ocultar tu IP real</a:t>
          </a:r>
          <a:r>
            <a:rPr lang="es-ES" sz="2100" kern="1200"/>
            <a:t>, navegando de forma más anónima.</a:t>
          </a:r>
          <a:endParaRPr lang="en-US" sz="2100" kern="1200"/>
        </a:p>
      </dsp:txBody>
      <dsp:txXfrm>
        <a:off x="0" y="2339975"/>
        <a:ext cx="3286125" cy="1971675"/>
      </dsp:txXfrm>
    </dsp:sp>
    <dsp:sp modelId="{AEEBEE5E-30A9-46E0-A316-6539074398F0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Facilita el </a:t>
          </a:r>
          <a:r>
            <a:rPr lang="es-ES" sz="2100" b="1" kern="1200"/>
            <a:t>acceso remoto seguro</a:t>
          </a:r>
          <a:r>
            <a:rPr lang="es-ES" sz="2100" kern="1200"/>
            <a:t> a recursos corporativos.</a:t>
          </a:r>
          <a:endParaRPr lang="en-US" sz="2100" kern="1200"/>
        </a:p>
      </dsp:txBody>
      <dsp:txXfrm>
        <a:off x="3614737" y="2339975"/>
        <a:ext cx="3286125" cy="1971675"/>
      </dsp:txXfrm>
    </dsp:sp>
    <dsp:sp modelId="{60987EF4-67D0-4A33-A2E1-A0234BD7E07E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Puede basarse en distintos protocolos: </a:t>
          </a:r>
          <a:r>
            <a:rPr lang="es-ES" sz="2100" b="1" kern="1200"/>
            <a:t>OpenVPN, PPTP, L2TP/IPSec, IKEv2/IPSec, SSTP, WireGuard, Cisco AnyConnect</a:t>
          </a:r>
          <a:r>
            <a:rPr lang="es-ES" sz="2100" kern="1200"/>
            <a:t>, etc.</a:t>
          </a:r>
          <a:endParaRPr lang="en-US" sz="2100" kern="1200"/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E3699-2B5E-D8D2-24AB-D7878139E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6D98C-FD8E-DB9D-7C06-074FF6ADB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38F35-D3A3-0E6E-7140-4355316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D1445-A46D-BB99-EF57-F2E2A68D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90ABF-8F5F-7B73-15D8-AA742CA5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3D1-B65A-7C34-94E1-E8F035CA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E06A1-F03A-23BF-4D48-9A98F561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9BC34-0E94-AD2E-A9AE-505ACD7B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1AD84-0989-A854-CFFA-7126874D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EF560-C098-A468-D531-E0549EC8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63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B4F04-0F1E-9A9C-12F9-E837657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618FC-4224-2F98-DA3A-6FC8B6C5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71BAA-933F-1AD0-F324-FB95935E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91D4C-B3A0-AC2F-F3FA-99FE20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A7F67-67C8-44FA-4E45-0AFA22C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8D26-89E3-8C1A-251F-9BCAE20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2DCB0-52EA-CD3C-2ABB-BAE16F7FD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CC20B-5A42-5C24-234E-9B5FB15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92458-0460-1E82-B9FA-0385E710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F8980-74BE-D260-FBEE-E9EF9D2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74F2A-4C34-BB06-5D0C-8C9A50AF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4AB6-122C-D95D-71B8-FFF99E78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0E180-1891-E3F6-0A8D-FD531D43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7A73F-C8CE-67B3-22E0-DACC1BF3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BC7CA7-FE2C-679E-1FE6-3379EBF7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1EDD20-A6C4-71D8-5847-E0F25A2C8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64340-5DBB-0CEF-73BC-4F2EE71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1D042-EE0D-E2E4-AC3B-B0A6B00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D2FA34-0A5A-2B3D-13AD-72F91653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46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E3055-3D57-C2BA-7B80-08BD579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32614-0045-415E-AB28-CA40E70E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E152E3-B701-219B-50DE-97ECB86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121551-A3F2-F4F9-6367-8BA196D7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268F8-65B4-8AAD-75FD-51E4DCF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47F3F-01B7-02BD-1907-C602F0A4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AF27F-CC40-A4E2-850B-AFED4AC3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2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C1D-A118-B813-92D5-2CC4EC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289F-B58A-3C51-D984-DF31202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070BB-FE1A-BA52-1B86-2544AFC11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2B16E-378F-EC2C-A224-03FB9C6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49FEB-B7D2-AAFA-3FEA-3833F652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383F8-43A1-4708-A1BD-0D64D32A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4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7FB2B-2239-A2C5-008D-161B4872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E77CA8-5140-0A47-35BD-750FAEF7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48ADAF-712E-25A3-011B-1E4A2C3C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C62925-D99F-6C6F-6F1C-6007178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AD84A6-6E47-4FDF-3DF8-CB66C143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5C1DB-C5DE-9F9E-8CA4-9FDBB85D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BFDBB-8793-B28D-4D13-B58E5467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B66DC-17C3-6BF4-A645-B0A64B7B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181B-5072-A404-52DA-2E91C938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A52AA-DB7B-01EC-070D-4F3BC83B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6E288-6182-9D67-EC70-451209C5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8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4F54C-46F8-93AA-937D-FADB9B194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5EA0FE-E0F8-CEE1-1640-B35426B59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DDFAB-132C-45F4-6A13-E282D81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AA260-435B-8256-133D-58A0568B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E227-6845-939E-B7B7-3AC4B66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92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63136-3AA9-C5D6-EA7F-FCF60B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290F0-95F6-3F68-A38F-8D077EC3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4B67-316D-5331-B571-0A2D4AD11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B697-0FEA-4A4B-BBB3-4CD9CB169CC3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7EA8C-7518-F749-3CC7-B3D34E36F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E4F0-AECE-C33E-1767-B9C56D1F3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9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9B4EC-BE3E-9295-AC58-0CAD13A4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SEGURIDAD INFORMÁTICA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BB076771-2AA0-A9C7-C61D-786423133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3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A3A4-8139-4C4A-2DF6-09A38BB3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C531646-0CFE-DB7F-0BB7-AB6E079EE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B480ED-D3D2-B09C-9EA1-E3D1FF99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D313E2-6B46-66DA-4EF7-02FCD33E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3700" dirty="0"/>
              <a:t>UNIDAD 5: MEDIDAS DE SEGURIDAD ACTIVA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E79F4-1172-A62D-3F73-D6793E20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dirty="0"/>
              <a:t>1. Amenazas en la seguridad activa</a:t>
            </a:r>
          </a:p>
          <a:p>
            <a:r>
              <a:rPr lang="es-ES" sz="2000" dirty="0"/>
              <a:t>2. Seguridad perimetral</a:t>
            </a:r>
          </a:p>
          <a:p>
            <a:r>
              <a:rPr lang="es-ES" sz="2000" dirty="0"/>
              <a:t>3. Dispositivos para asegurar el perímetro </a:t>
            </a:r>
          </a:p>
          <a:p>
            <a:r>
              <a:rPr lang="es-ES" sz="2000" dirty="0"/>
              <a:t>4. Tecnologías en la red perimetral</a:t>
            </a:r>
          </a:p>
          <a:p>
            <a:r>
              <a:rPr lang="es-ES" sz="2000" dirty="0"/>
              <a:t>5. Redes privadas virtuales</a:t>
            </a:r>
          </a:p>
          <a:p>
            <a:r>
              <a:rPr lang="es-ES" sz="2000" dirty="0"/>
              <a:t>6. Gestión de servicios y puertos</a:t>
            </a:r>
          </a:p>
          <a:p>
            <a:r>
              <a:rPr lang="es-ES" sz="2000" dirty="0"/>
              <a:t>7. Auditoria de seguridad activa</a:t>
            </a:r>
          </a:p>
          <a:p>
            <a:endParaRPr lang="es-ES" sz="2000" dirty="0"/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F7BA332-8486-61F7-4A86-6D8A0E65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A2F4FE-2134-BDE0-6884-045A90BA44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8444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E97A24-C92B-C99F-A4C1-C8A9187E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1.Amenazas en la seguridad activa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EEDBB50-2564-C968-2DA4-4FDAF1714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5224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515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0CDC202-9831-BD49-5B03-756BB1D6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Seguridad en los sistemas E/S y en los gestores de arranque</a:t>
            </a:r>
            <a:br>
              <a:rPr lang="es-ES" sz="4800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9DFF2D2E-7363-104A-B2B7-20524000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Cifrado de memoria USB</a:t>
            </a:r>
          </a:p>
          <a:p>
            <a:r>
              <a:rPr lang="es-ES" sz="1800">
                <a:solidFill>
                  <a:schemeClr val="bg1"/>
                </a:solidFill>
              </a:rPr>
              <a:t>Cifrado de discos duros externos</a:t>
            </a:r>
          </a:p>
          <a:p>
            <a:r>
              <a:rPr lang="es-ES" sz="1800">
                <a:solidFill>
                  <a:schemeClr val="bg1"/>
                </a:solidFill>
              </a:rPr>
              <a:t>Cifrado de todo el equipo</a:t>
            </a:r>
          </a:p>
          <a:p>
            <a:endParaRPr lang="es-ES" sz="1800">
              <a:solidFill>
                <a:schemeClr val="bg1"/>
              </a:solidFill>
            </a:endParaRPr>
          </a:p>
          <a:p>
            <a:r>
              <a:rPr lang="es-ES" sz="1800">
                <a:solidFill>
                  <a:schemeClr val="bg1"/>
                </a:solidFill>
              </a:rPr>
              <a:t>GPG (</a:t>
            </a:r>
            <a:r>
              <a:rPr lang="es-ES" sz="1800" i="1">
                <a:solidFill>
                  <a:schemeClr val="bg1"/>
                </a:solidFill>
              </a:rPr>
              <a:t>GNU Privacy Guard</a:t>
            </a:r>
            <a:r>
              <a:rPr lang="es-ES" sz="1800">
                <a:solidFill>
                  <a:schemeClr val="bg1"/>
                </a:solidFill>
              </a:rPr>
              <a:t>) es una herramienta de </a:t>
            </a:r>
            <a:r>
              <a:rPr lang="es-ES" sz="1800" b="1">
                <a:solidFill>
                  <a:schemeClr val="bg1"/>
                </a:solidFill>
              </a:rPr>
              <a:t>cifrado y firma digital</a:t>
            </a:r>
            <a:r>
              <a:rPr lang="es-ES" sz="1800">
                <a:solidFill>
                  <a:schemeClr val="bg1"/>
                </a:solidFill>
              </a:rPr>
              <a:t> en Linux (y otros sistemas), compatible con el estándar </a:t>
            </a:r>
            <a:r>
              <a:rPr lang="es-ES" sz="1800" b="1">
                <a:solidFill>
                  <a:schemeClr val="bg1"/>
                </a:solidFill>
              </a:rPr>
              <a:t>OpenPGP (RFC 4880)</a:t>
            </a:r>
            <a:r>
              <a:rPr lang="es-ES" sz="1800">
                <a:solidFill>
                  <a:schemeClr val="bg1"/>
                </a:solidFill>
              </a:rPr>
              <a:t>. Permite </a:t>
            </a:r>
            <a:r>
              <a:rPr lang="es-ES" sz="1800" b="1">
                <a:solidFill>
                  <a:schemeClr val="bg1"/>
                </a:solidFill>
              </a:rPr>
              <a:t>proteger la confidencialidad</a:t>
            </a:r>
            <a:r>
              <a:rPr lang="es-ES" sz="1800">
                <a:solidFill>
                  <a:schemeClr val="bg1"/>
                </a:solidFill>
              </a:rPr>
              <a:t>, </a:t>
            </a:r>
            <a:r>
              <a:rPr lang="es-ES" sz="1800" b="1">
                <a:solidFill>
                  <a:schemeClr val="bg1"/>
                </a:solidFill>
              </a:rPr>
              <a:t>garantizar la integridad</a:t>
            </a:r>
            <a:r>
              <a:rPr lang="es-ES" sz="1800">
                <a:solidFill>
                  <a:schemeClr val="bg1"/>
                </a:solidFill>
              </a:rPr>
              <a:t> y </a:t>
            </a:r>
            <a:r>
              <a:rPr lang="es-ES" sz="1800" b="1">
                <a:solidFill>
                  <a:schemeClr val="bg1"/>
                </a:solidFill>
              </a:rPr>
              <a:t>verificar la autenticidad</a:t>
            </a:r>
            <a:r>
              <a:rPr lang="es-ES" sz="1800">
                <a:solidFill>
                  <a:schemeClr val="bg1"/>
                </a:solidFill>
              </a:rPr>
              <a:t> de archivos, mensajes o comunicaciones.mienta GPG</a:t>
            </a:r>
          </a:p>
        </p:txBody>
      </p:sp>
    </p:spTree>
    <p:extLst>
      <p:ext uri="{BB962C8B-B14F-4D97-AF65-F5344CB8AC3E}">
        <p14:creationId xmlns:p14="http://schemas.microsoft.com/office/powerpoint/2010/main" val="3549070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AAB73FD7-CA67-11F5-C800-AB8635212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3" r="5339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510718-27D5-C880-99FA-135B61D1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52951"/>
            <a:ext cx="5464968" cy="670874"/>
          </a:xfrm>
        </p:spPr>
        <p:txBody>
          <a:bodyPr>
            <a:normAutofit/>
          </a:bodyPr>
          <a:lstStyle/>
          <a:p>
            <a:r>
              <a:rPr lang="es-ES" sz="2400" dirty="0"/>
              <a:t>Seguridad en redes públicas consejos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60DA17-0E03-4E36-D719-7EAE75F0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054803"/>
            <a:ext cx="5713697" cy="5622155"/>
          </a:xfrm>
        </p:spPr>
        <p:txBody>
          <a:bodyPr anchor="ctr">
            <a:noAutofit/>
          </a:bodyPr>
          <a:lstStyle/>
          <a:p>
            <a:r>
              <a:rPr lang="es-ES" sz="1400" b="1" dirty="0"/>
              <a:t>Principales riesgos</a:t>
            </a:r>
          </a:p>
          <a:p>
            <a:r>
              <a:rPr lang="es-ES" sz="1400" b="1" dirty="0"/>
              <a:t>Intercepción de tráfico (</a:t>
            </a:r>
            <a:r>
              <a:rPr lang="es-ES" sz="1400" b="1" dirty="0" err="1"/>
              <a:t>sniffing</a:t>
            </a:r>
            <a:r>
              <a:rPr lang="es-ES" sz="1400" b="1" dirty="0"/>
              <a:t>):</a:t>
            </a:r>
            <a:r>
              <a:rPr lang="es-ES" sz="1400" dirty="0"/>
              <a:t> un atacante puede capturar datos no cifrados.</a:t>
            </a:r>
          </a:p>
          <a:p>
            <a:r>
              <a:rPr lang="es-ES" sz="1400" b="1" dirty="0"/>
              <a:t>Ataques Man-in-</a:t>
            </a:r>
            <a:r>
              <a:rPr lang="es-ES" sz="1400" b="1" dirty="0" err="1"/>
              <a:t>the</a:t>
            </a:r>
            <a:r>
              <a:rPr lang="es-ES" sz="1400" b="1" dirty="0"/>
              <a:t>-</a:t>
            </a:r>
            <a:r>
              <a:rPr lang="es-ES" sz="1400" b="1" dirty="0" err="1"/>
              <a:t>Middle</a:t>
            </a:r>
            <a:r>
              <a:rPr lang="es-ES" sz="1400" b="1" dirty="0"/>
              <a:t> (MITM):</a:t>
            </a:r>
            <a:r>
              <a:rPr lang="es-ES" sz="1400" dirty="0"/>
              <a:t> el atacante se sitúa entre el usuario y el servidor para espiar o modificar la comunicación.</a:t>
            </a:r>
          </a:p>
          <a:p>
            <a:r>
              <a:rPr lang="es-ES" sz="1400" b="1" dirty="0"/>
              <a:t>Puntos de acceso falsos (</a:t>
            </a:r>
            <a:r>
              <a:rPr lang="es-ES" sz="1400" b="1" dirty="0" err="1"/>
              <a:t>Evil</a:t>
            </a:r>
            <a:r>
              <a:rPr lang="es-ES" sz="1400" b="1" dirty="0"/>
              <a:t> Twin):</a:t>
            </a:r>
            <a:r>
              <a:rPr lang="es-ES" sz="1400" dirty="0"/>
              <a:t> redes </a:t>
            </a:r>
            <a:r>
              <a:rPr lang="es-ES" sz="1400" dirty="0" err="1"/>
              <a:t>WiFi</a:t>
            </a:r>
            <a:r>
              <a:rPr lang="es-ES" sz="1400" dirty="0"/>
              <a:t> con nombres similares a los legítimos que engañan al usuario.</a:t>
            </a:r>
          </a:p>
          <a:p>
            <a:r>
              <a:rPr lang="es-ES" sz="1400" b="1" dirty="0"/>
              <a:t>Robo de credenciales:</a:t>
            </a:r>
            <a:r>
              <a:rPr lang="es-ES" sz="1400" dirty="0"/>
              <a:t> contraseñas de correo, redes sociales o banca online.</a:t>
            </a:r>
          </a:p>
          <a:p>
            <a:r>
              <a:rPr lang="es-ES" sz="1400" b="1" dirty="0"/>
              <a:t>Malware y </a:t>
            </a:r>
            <a:r>
              <a:rPr lang="es-ES" sz="1400" b="1" dirty="0" err="1"/>
              <a:t>exploits</a:t>
            </a:r>
            <a:r>
              <a:rPr lang="es-ES" sz="1400" b="1" dirty="0"/>
              <a:t>:</a:t>
            </a:r>
            <a:r>
              <a:rPr lang="es-ES" sz="1400" dirty="0"/>
              <a:t> descarga automática de software malicioso al navegar.</a:t>
            </a:r>
          </a:p>
          <a:p>
            <a:br>
              <a:rPr lang="es-ES" sz="1400" dirty="0"/>
            </a:br>
            <a:endParaRPr lang="es-ES" sz="1400" dirty="0"/>
          </a:p>
          <a:p>
            <a:r>
              <a:rPr lang="es-ES" sz="1400" b="1" dirty="0"/>
              <a:t>🔹 Buenas prácticas de seguridad</a:t>
            </a:r>
          </a:p>
          <a:p>
            <a:r>
              <a:rPr lang="es-ES" sz="1400" b="1" dirty="0"/>
              <a:t>Usar VPN (Red Privada Virtual):</a:t>
            </a:r>
            <a:r>
              <a:rPr lang="es-ES" sz="1400" dirty="0"/>
              <a:t> cifra todo el tráfico, protegiendo la confidencialidad.</a:t>
            </a:r>
          </a:p>
          <a:p>
            <a:r>
              <a:rPr lang="es-ES" sz="1400" b="1" dirty="0"/>
              <a:t>HTTPS en webs:</a:t>
            </a:r>
            <a:r>
              <a:rPr lang="es-ES" sz="1400" dirty="0"/>
              <a:t> verificar que las conexiones sean seguras mediante certificados SSL/TLS.</a:t>
            </a:r>
          </a:p>
          <a:p>
            <a:r>
              <a:rPr lang="es-ES" sz="1400" b="1" dirty="0"/>
              <a:t>Desactivar el uso compartido:</a:t>
            </a:r>
            <a:r>
              <a:rPr lang="es-ES" sz="1400" dirty="0"/>
              <a:t> impedir acceso remoto a carpetas o impresoras.</a:t>
            </a:r>
          </a:p>
          <a:p>
            <a:r>
              <a:rPr lang="es-ES" sz="1400" b="1" dirty="0"/>
              <a:t>Evitar accesos sensibles:</a:t>
            </a:r>
            <a:r>
              <a:rPr lang="es-ES" sz="1400" dirty="0"/>
              <a:t> no hacer banca online o gestiones críticas sin protección.</a:t>
            </a:r>
          </a:p>
          <a:p>
            <a:r>
              <a:rPr lang="es-ES" sz="1400" b="1" dirty="0"/>
              <a:t>Actualizar software y antivirus:</a:t>
            </a:r>
            <a:r>
              <a:rPr lang="es-ES" sz="1400" dirty="0"/>
              <a:t> parchear vulnerabilidades.</a:t>
            </a:r>
          </a:p>
          <a:p>
            <a:r>
              <a:rPr lang="es-ES" sz="1400" b="1" dirty="0"/>
              <a:t>Olvidar la red al terminar:</a:t>
            </a:r>
            <a:r>
              <a:rPr lang="es-ES" sz="1400" dirty="0"/>
              <a:t> para que el dispositivo no se conecte automáticamente después.</a:t>
            </a:r>
          </a:p>
          <a:p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71736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51CC94-94D1-86E1-2B5B-EE5CF31F28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10DE98-7120-7D78-F454-9A565012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2. Seguridad perimetral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2F413C6-8E81-FBC5-BC9A-E1843FF632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508416"/>
              </p:ext>
            </p:extLst>
          </p:nvPr>
        </p:nvGraphicFramePr>
        <p:xfrm>
          <a:off x="609600" y="1341120"/>
          <a:ext cx="11236960" cy="5313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279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C68D120-7CD1-A849-46D5-52588611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3. Dispositivos para asegurar el perímetro </a:t>
            </a:r>
            <a:br>
              <a:rPr lang="es-ES" sz="4800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2DCA4-120A-713C-0CCF-FCE7CF6DC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100" b="1">
                <a:solidFill>
                  <a:schemeClr val="bg1"/>
                </a:solidFill>
              </a:rPr>
              <a:t>Segmentos de las redes</a:t>
            </a:r>
            <a:endParaRPr lang="es-ES" sz="1100">
              <a:solidFill>
                <a:schemeClr val="bg1"/>
              </a:solidFill>
            </a:endParaRPr>
          </a:p>
          <a:p>
            <a:r>
              <a:rPr lang="es-ES" sz="1100">
                <a:solidFill>
                  <a:schemeClr val="bg1"/>
                </a:solidFill>
              </a:rPr>
              <a:t>Dividir la red en zonas (LAN, DMZ, WAN).</a:t>
            </a:r>
          </a:p>
          <a:p>
            <a:r>
              <a:rPr lang="es-ES" sz="1100">
                <a:solidFill>
                  <a:schemeClr val="bg1"/>
                </a:solidFill>
              </a:rPr>
              <a:t>Limita el movimiento de un atacante y facilita el control del tráfico.</a:t>
            </a:r>
          </a:p>
          <a:p>
            <a:r>
              <a:rPr lang="es-ES" sz="1100">
                <a:solidFill>
                  <a:schemeClr val="bg1"/>
                </a:solidFill>
              </a:rPr>
              <a:t>🔹 </a:t>
            </a:r>
            <a:r>
              <a:rPr lang="es-ES" sz="1100" b="1">
                <a:solidFill>
                  <a:schemeClr val="bg1"/>
                </a:solidFill>
              </a:rPr>
              <a:t>Seguridad en los routers</a:t>
            </a:r>
            <a:endParaRPr lang="es-ES" sz="1100">
              <a:solidFill>
                <a:schemeClr val="bg1"/>
              </a:solidFill>
            </a:endParaRPr>
          </a:p>
          <a:p>
            <a:r>
              <a:rPr lang="es-ES" sz="1100">
                <a:solidFill>
                  <a:schemeClr val="bg1"/>
                </a:solidFill>
              </a:rPr>
              <a:t>Cambiar contraseñas por defecto.</a:t>
            </a:r>
          </a:p>
          <a:p>
            <a:r>
              <a:rPr lang="es-ES" sz="1100">
                <a:solidFill>
                  <a:schemeClr val="bg1"/>
                </a:solidFill>
              </a:rPr>
              <a:t>Desactivar servicios innecesarios.</a:t>
            </a:r>
          </a:p>
          <a:p>
            <a:r>
              <a:rPr lang="es-ES" sz="1100">
                <a:solidFill>
                  <a:schemeClr val="bg1"/>
                </a:solidFill>
              </a:rPr>
              <a:t>Usar cifrado seguro (SSH en vez de Telnet).</a:t>
            </a:r>
          </a:p>
          <a:p>
            <a:r>
              <a:rPr lang="es-ES" sz="1100">
                <a:solidFill>
                  <a:schemeClr val="bg1"/>
                </a:solidFill>
              </a:rPr>
              <a:t>Actualizar firmware.</a:t>
            </a:r>
          </a:p>
          <a:p>
            <a:r>
              <a:rPr lang="es-ES" sz="1100">
                <a:solidFill>
                  <a:schemeClr val="bg1"/>
                </a:solidFill>
              </a:rPr>
              <a:t>🔹 </a:t>
            </a:r>
            <a:r>
              <a:rPr lang="es-ES" sz="1100" b="1">
                <a:solidFill>
                  <a:schemeClr val="bg1"/>
                </a:solidFill>
              </a:rPr>
              <a:t>Seguridad en el cortafuegos (Firewall)</a:t>
            </a:r>
            <a:endParaRPr lang="es-ES" sz="1100">
              <a:solidFill>
                <a:schemeClr val="bg1"/>
              </a:solidFill>
            </a:endParaRPr>
          </a:p>
          <a:p>
            <a:r>
              <a:rPr lang="es-ES" sz="1100">
                <a:solidFill>
                  <a:schemeClr val="bg1"/>
                </a:solidFill>
              </a:rPr>
              <a:t>Filtra el tráfico entrante y saliente según reglas.</a:t>
            </a:r>
          </a:p>
          <a:p>
            <a:r>
              <a:rPr lang="es-ES" sz="1100">
                <a:solidFill>
                  <a:schemeClr val="bg1"/>
                </a:solidFill>
              </a:rPr>
              <a:t>Puede ser </a:t>
            </a:r>
            <a:r>
              <a:rPr lang="es-ES" sz="1100" b="1">
                <a:solidFill>
                  <a:schemeClr val="bg1"/>
                </a:solidFill>
              </a:rPr>
              <a:t>hardware</a:t>
            </a:r>
            <a:r>
              <a:rPr lang="es-ES" sz="1100">
                <a:solidFill>
                  <a:schemeClr val="bg1"/>
                </a:solidFill>
              </a:rPr>
              <a:t> o </a:t>
            </a:r>
            <a:r>
              <a:rPr lang="es-ES" sz="1100" b="1">
                <a:solidFill>
                  <a:schemeClr val="bg1"/>
                </a:solidFill>
              </a:rPr>
              <a:t>software</a:t>
            </a:r>
            <a:r>
              <a:rPr lang="es-ES" sz="1100">
                <a:solidFill>
                  <a:schemeClr val="bg1"/>
                </a:solidFill>
              </a:rPr>
              <a:t>.</a:t>
            </a:r>
          </a:p>
          <a:p>
            <a:r>
              <a:rPr lang="es-ES" sz="1100">
                <a:solidFill>
                  <a:schemeClr val="bg1"/>
                </a:solidFill>
              </a:rPr>
              <a:t>Controla accesos entre Internet, DMZ y red interna.</a:t>
            </a:r>
          </a:p>
          <a:p>
            <a:r>
              <a:rPr lang="es-ES" sz="1100">
                <a:solidFill>
                  <a:schemeClr val="bg1"/>
                </a:solidFill>
              </a:rPr>
              <a:t>🔹 </a:t>
            </a:r>
            <a:r>
              <a:rPr lang="es-ES" sz="1100" b="1">
                <a:solidFill>
                  <a:schemeClr val="bg1"/>
                </a:solidFill>
              </a:rPr>
              <a:t>Implantación de IDS (Intrusion Detection System)</a:t>
            </a:r>
            <a:endParaRPr lang="es-ES" sz="1100">
              <a:solidFill>
                <a:schemeClr val="bg1"/>
              </a:solidFill>
            </a:endParaRPr>
          </a:p>
          <a:p>
            <a:r>
              <a:rPr lang="es-ES" sz="1100">
                <a:solidFill>
                  <a:schemeClr val="bg1"/>
                </a:solidFill>
              </a:rPr>
              <a:t>Monitorea el tráfico y detecta patrones sospechosos.</a:t>
            </a:r>
          </a:p>
          <a:p>
            <a:r>
              <a:rPr lang="es-ES" sz="1100">
                <a:solidFill>
                  <a:schemeClr val="bg1"/>
                </a:solidFill>
              </a:rPr>
              <a:t>Puede ser </a:t>
            </a:r>
            <a:r>
              <a:rPr lang="es-ES" sz="1100" b="1">
                <a:solidFill>
                  <a:schemeClr val="bg1"/>
                </a:solidFill>
              </a:rPr>
              <a:t>NIDS</a:t>
            </a:r>
            <a:r>
              <a:rPr lang="es-ES" sz="1100">
                <a:solidFill>
                  <a:schemeClr val="bg1"/>
                </a:solidFill>
              </a:rPr>
              <a:t> (en red) o </a:t>
            </a:r>
            <a:r>
              <a:rPr lang="es-ES" sz="1100" b="1">
                <a:solidFill>
                  <a:schemeClr val="bg1"/>
                </a:solidFill>
              </a:rPr>
              <a:t>HIDS</a:t>
            </a:r>
            <a:r>
              <a:rPr lang="es-ES" sz="1100">
                <a:solidFill>
                  <a:schemeClr val="bg1"/>
                </a:solidFill>
              </a:rPr>
              <a:t> (en host).</a:t>
            </a:r>
          </a:p>
          <a:p>
            <a:r>
              <a:rPr lang="es-ES" sz="1100">
                <a:solidFill>
                  <a:schemeClr val="bg1"/>
                </a:solidFill>
              </a:rPr>
              <a:t>IDS alerta, IPS además bloquea.</a:t>
            </a:r>
          </a:p>
          <a:p>
            <a:r>
              <a:rPr lang="es-ES" sz="1100">
                <a:solidFill>
                  <a:schemeClr val="bg1"/>
                </a:solidFill>
              </a:rPr>
              <a:t>🔹 </a:t>
            </a:r>
            <a:r>
              <a:rPr lang="es-ES" sz="1100" b="1">
                <a:solidFill>
                  <a:schemeClr val="bg1"/>
                </a:solidFill>
              </a:rPr>
              <a:t>Gestión unificada de amenazas (UTM)</a:t>
            </a:r>
            <a:endParaRPr lang="es-ES" sz="1100">
              <a:solidFill>
                <a:schemeClr val="bg1"/>
              </a:solidFill>
            </a:endParaRPr>
          </a:p>
          <a:p>
            <a:r>
              <a:rPr lang="es-ES" sz="1100">
                <a:solidFill>
                  <a:schemeClr val="bg1"/>
                </a:solidFill>
              </a:rPr>
              <a:t>Dispositivo “todo en uno”: firewall, IDS/IPS, antivirus, VPN, filtrado web.</a:t>
            </a:r>
          </a:p>
          <a:p>
            <a:r>
              <a:rPr lang="es-ES" sz="1100">
                <a:solidFill>
                  <a:schemeClr val="bg1"/>
                </a:solidFill>
              </a:rPr>
              <a:t>Simplifica la administración y aumenta la protección perimetral.</a:t>
            </a:r>
          </a:p>
          <a:p>
            <a:endParaRPr lang="es-E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87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A198C3D-FA54-AC04-0031-C2EBAD05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4. Tecnologías en la red perimetral</a:t>
            </a:r>
            <a:br>
              <a:rPr lang="es-ES" sz="4800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90504C-9C4A-DC26-3A0F-2D03AB105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617" y="630936"/>
            <a:ext cx="5315127" cy="6094983"/>
          </a:xfrm>
          <a:noFill/>
        </p:spPr>
        <p:txBody>
          <a:bodyPr anchor="ctr">
            <a:normAutofit fontScale="92500"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SOHO (Small Office / Home Office)</a:t>
            </a:r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Red sencilla para pequeñas empresas o domicilios.</a:t>
            </a:r>
          </a:p>
          <a:p>
            <a:r>
              <a:rPr lang="es-ES" sz="1400" dirty="0">
                <a:solidFill>
                  <a:schemeClr val="bg1"/>
                </a:solidFill>
              </a:rPr>
              <a:t>Normalmente un único </a:t>
            </a:r>
            <a:r>
              <a:rPr lang="es-ES" sz="1400" dirty="0" err="1">
                <a:solidFill>
                  <a:schemeClr val="bg1"/>
                </a:solidFill>
              </a:rPr>
              <a:t>router</a:t>
            </a:r>
            <a:r>
              <a:rPr lang="es-ES" sz="1400" dirty="0">
                <a:solidFill>
                  <a:schemeClr val="bg1"/>
                </a:solidFill>
              </a:rPr>
              <a:t>/firewall que conecta la LAN a Internet.</a:t>
            </a:r>
          </a:p>
          <a:p>
            <a:r>
              <a:rPr lang="es-ES" sz="1400" dirty="0">
                <a:solidFill>
                  <a:schemeClr val="bg1"/>
                </a:solidFill>
              </a:rPr>
              <a:t>Fácil de configurar, pero seguridad limitada.</a:t>
            </a:r>
          </a:p>
          <a:p>
            <a:r>
              <a:rPr lang="es-ES" sz="1400" dirty="0">
                <a:solidFill>
                  <a:schemeClr val="bg1"/>
                </a:solidFill>
              </a:rPr>
              <a:t>🔹 </a:t>
            </a:r>
            <a:r>
              <a:rPr lang="es-ES" sz="1400" b="1" dirty="0" err="1">
                <a:solidFill>
                  <a:schemeClr val="bg1"/>
                </a:solidFill>
              </a:rPr>
              <a:t>Multihomed</a:t>
            </a:r>
            <a:r>
              <a:rPr lang="es-ES" sz="1400" b="1" dirty="0">
                <a:solidFill>
                  <a:schemeClr val="bg1"/>
                </a:solidFill>
              </a:rPr>
              <a:t> Firewall</a:t>
            </a:r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El firewall tiene </a:t>
            </a:r>
            <a:r>
              <a:rPr lang="es-ES" sz="1400" b="1" dirty="0">
                <a:solidFill>
                  <a:schemeClr val="bg1"/>
                </a:solidFill>
              </a:rPr>
              <a:t>múltiples interfaces de red</a:t>
            </a:r>
            <a:r>
              <a:rPr lang="es-ES" sz="1400" dirty="0">
                <a:solidFill>
                  <a:schemeClr val="bg1"/>
                </a:solidFill>
              </a:rPr>
              <a:t> (ej. LAN, DMZ, WAN).</a:t>
            </a:r>
          </a:p>
          <a:p>
            <a:r>
              <a:rPr lang="es-ES" sz="1400" dirty="0">
                <a:solidFill>
                  <a:schemeClr val="bg1"/>
                </a:solidFill>
              </a:rPr>
              <a:t>Separa el tráfico entre las diferentes zonas.</a:t>
            </a:r>
          </a:p>
          <a:p>
            <a:r>
              <a:rPr lang="es-ES" sz="1400" dirty="0">
                <a:solidFill>
                  <a:schemeClr val="bg1"/>
                </a:solidFill>
              </a:rPr>
              <a:t>Mayor seguridad porque controla mejor qué pasa de una red a otra.</a:t>
            </a:r>
          </a:p>
          <a:p>
            <a:r>
              <a:rPr lang="es-ES" sz="1400" dirty="0">
                <a:solidFill>
                  <a:schemeClr val="bg1"/>
                </a:solidFill>
              </a:rPr>
              <a:t>🔹 </a:t>
            </a:r>
            <a:r>
              <a:rPr lang="es-ES" sz="1400" b="1" dirty="0" err="1">
                <a:solidFill>
                  <a:schemeClr val="bg1"/>
                </a:solidFill>
              </a:rPr>
              <a:t>Screened</a:t>
            </a:r>
            <a:r>
              <a:rPr lang="es-ES" sz="1400" b="1" dirty="0">
                <a:solidFill>
                  <a:schemeClr val="bg1"/>
                </a:solidFill>
              </a:rPr>
              <a:t> Host </a:t>
            </a:r>
            <a:r>
              <a:rPr lang="es-ES" sz="1400" b="1" dirty="0" err="1">
                <a:solidFill>
                  <a:schemeClr val="bg1"/>
                </a:solidFill>
              </a:rPr>
              <a:t>Architecture</a:t>
            </a:r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Usa un </a:t>
            </a:r>
            <a:r>
              <a:rPr lang="es-ES" sz="1400" b="1" dirty="0">
                <a:solidFill>
                  <a:schemeClr val="bg1"/>
                </a:solidFill>
              </a:rPr>
              <a:t>firewall + un </a:t>
            </a:r>
            <a:r>
              <a:rPr lang="es-ES" sz="1400" b="1" dirty="0" err="1">
                <a:solidFill>
                  <a:schemeClr val="bg1"/>
                </a:solidFill>
              </a:rPr>
              <a:t>bastion</a:t>
            </a:r>
            <a:r>
              <a:rPr lang="es-ES" sz="1400" b="1" dirty="0">
                <a:solidFill>
                  <a:schemeClr val="bg1"/>
                </a:solidFill>
              </a:rPr>
              <a:t> host</a:t>
            </a:r>
            <a:r>
              <a:rPr lang="es-ES" sz="1400" dirty="0">
                <a:solidFill>
                  <a:schemeClr val="bg1"/>
                </a:solidFill>
              </a:rPr>
              <a:t> (servidor seguro expuesto).</a:t>
            </a:r>
          </a:p>
          <a:p>
            <a:r>
              <a:rPr lang="es-ES" sz="1400" dirty="0">
                <a:solidFill>
                  <a:schemeClr val="bg1"/>
                </a:solidFill>
              </a:rPr>
              <a:t>El firewall filtra y redirige tráfico hacia ese servidor, que está endurecido.</a:t>
            </a:r>
          </a:p>
          <a:p>
            <a:r>
              <a:rPr lang="es-ES" sz="1400" dirty="0">
                <a:solidFill>
                  <a:schemeClr val="bg1"/>
                </a:solidFill>
              </a:rPr>
              <a:t>Simplicidad, pero un único host es punto crítico.</a:t>
            </a:r>
          </a:p>
          <a:p>
            <a:r>
              <a:rPr lang="es-ES" sz="1400" dirty="0">
                <a:solidFill>
                  <a:schemeClr val="bg1"/>
                </a:solidFill>
              </a:rPr>
              <a:t>🔹 </a:t>
            </a:r>
            <a:r>
              <a:rPr lang="es-ES" sz="1400" b="1" dirty="0" err="1">
                <a:solidFill>
                  <a:schemeClr val="bg1"/>
                </a:solidFill>
              </a:rPr>
              <a:t>Screened</a:t>
            </a:r>
            <a:r>
              <a:rPr lang="es-ES" sz="1400" b="1" dirty="0">
                <a:solidFill>
                  <a:schemeClr val="bg1"/>
                </a:solidFill>
              </a:rPr>
              <a:t> </a:t>
            </a:r>
            <a:r>
              <a:rPr lang="es-ES" sz="1400" b="1" dirty="0" err="1">
                <a:solidFill>
                  <a:schemeClr val="bg1"/>
                </a:solidFill>
              </a:rPr>
              <a:t>Subnet</a:t>
            </a:r>
            <a:r>
              <a:rPr lang="es-ES" sz="1400" b="1" dirty="0">
                <a:solidFill>
                  <a:schemeClr val="bg1"/>
                </a:solidFill>
              </a:rPr>
              <a:t> (o DMZ)</a:t>
            </a:r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Se crea una </a:t>
            </a:r>
            <a:r>
              <a:rPr lang="es-ES" sz="1400" b="1" dirty="0">
                <a:solidFill>
                  <a:schemeClr val="bg1"/>
                </a:solidFill>
              </a:rPr>
              <a:t>zona intermedia (DMZ)</a:t>
            </a:r>
            <a:r>
              <a:rPr lang="es-ES" sz="1400" dirty="0">
                <a:solidFill>
                  <a:schemeClr val="bg1"/>
                </a:solidFill>
              </a:rPr>
              <a:t> entre la red interna y externa.</a:t>
            </a:r>
          </a:p>
          <a:p>
            <a:r>
              <a:rPr lang="es-ES" sz="1400" dirty="0">
                <a:solidFill>
                  <a:schemeClr val="bg1"/>
                </a:solidFill>
              </a:rPr>
              <a:t>Los servidores públicos (web, correo, DNS) se colocan en la DMZ.</a:t>
            </a:r>
          </a:p>
          <a:p>
            <a:r>
              <a:rPr lang="es-ES" sz="1400" dirty="0">
                <a:solidFill>
                  <a:schemeClr val="bg1"/>
                </a:solidFill>
              </a:rPr>
              <a:t>Si un atacante compromete la DMZ, aún no entra a la LAN interna.</a:t>
            </a:r>
          </a:p>
          <a:p>
            <a:r>
              <a:rPr lang="es-ES" sz="1400" dirty="0">
                <a:solidFill>
                  <a:schemeClr val="bg1"/>
                </a:solidFill>
              </a:rPr>
              <a:t>Arquitectura más usada en entornos corporativos.</a:t>
            </a:r>
          </a:p>
          <a:p>
            <a:endParaRPr lang="es-E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133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6F4786-73E8-F6DB-3932-BE8982A9E7A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03DECE-F1BB-BFAF-78CE-2E421FAA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5. Redes privadas virtuales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739FCE1-DB7C-50C3-84CC-C51C379D39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1924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964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lave en un plano para una casa">
            <a:extLst>
              <a:ext uri="{FF2B5EF4-FFF2-40B4-BE49-F238E27FC236}">
                <a16:creationId xmlns:a16="http://schemas.microsoft.com/office/drawing/2014/main" id="{DF4AB696-655A-3164-30FC-B8EEC8B4FF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1468" b="13532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92E974-0C34-9007-7562-C0971988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 b="1">
                <a:solidFill>
                  <a:srgbClr val="FFFFFF"/>
                </a:solidFill>
              </a:rPr>
              <a:t>Configurar VPN en Linux</a:t>
            </a:r>
            <a:br>
              <a:rPr lang="es-ES" b="1">
                <a:solidFill>
                  <a:srgbClr val="FFFFFF"/>
                </a:solidFill>
              </a:rPr>
            </a:b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B2EFC-6F78-65B7-69C6-0C7C6B17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s-ES" sz="2000" b="1">
                <a:solidFill>
                  <a:srgbClr val="FFFFFF"/>
                </a:solidFill>
              </a:rPr>
              <a:t>1️⃣ Usando OpenVPN</a:t>
            </a:r>
          </a:p>
          <a:p>
            <a:r>
              <a:rPr lang="es-ES" sz="2000" b="1">
                <a:solidFill>
                  <a:srgbClr val="FFFFFF"/>
                </a:solidFill>
              </a:rPr>
              <a:t>Instalar cliente:</a:t>
            </a:r>
            <a:endParaRPr lang="es-ES" sz="2000">
              <a:solidFill>
                <a:srgbClr val="FFFFFF"/>
              </a:solidFill>
            </a:endParaRPr>
          </a:p>
          <a:p>
            <a:r>
              <a:rPr lang="es-ES" sz="2000">
                <a:solidFill>
                  <a:srgbClr val="FFFFFF"/>
                </a:solidFill>
              </a:rPr>
              <a:t>sudo apt update</a:t>
            </a:r>
          </a:p>
          <a:p>
            <a:r>
              <a:rPr lang="es-ES" sz="2000">
                <a:solidFill>
                  <a:srgbClr val="FFFFFF"/>
                </a:solidFill>
              </a:rPr>
              <a:t>sudo apt install openvpn -y</a:t>
            </a:r>
          </a:p>
          <a:p>
            <a:r>
              <a:rPr lang="es-ES" sz="2000" b="1">
                <a:solidFill>
                  <a:srgbClr val="FFFFFF"/>
                </a:solidFill>
              </a:rPr>
              <a:t>Conectar con un fichero .ovpn:</a:t>
            </a:r>
            <a:endParaRPr lang="es-ES" sz="2000">
              <a:solidFill>
                <a:srgbClr val="FFFFFF"/>
              </a:solidFill>
            </a:endParaRPr>
          </a:p>
          <a:p>
            <a:r>
              <a:rPr lang="es-ES" sz="2000">
                <a:solidFill>
                  <a:srgbClr val="FFFFFF"/>
                </a:solidFill>
              </a:rPr>
              <a:t>sudo openvpn --config cliente.ovpn</a:t>
            </a:r>
          </a:p>
          <a:p>
            <a:r>
              <a:rPr lang="es-ES" sz="2000">
                <a:solidFill>
                  <a:srgbClr val="FFFFFF"/>
                </a:solidFill>
              </a:rPr>
              <a:t>El archivo .ovpn contiene certificados, claves y parámetros de conexión.</a:t>
            </a:r>
          </a:p>
          <a:p>
            <a:r>
              <a:rPr lang="es-ES" sz="2000">
                <a:solidFill>
                  <a:srgbClr val="FFFFFF"/>
                </a:solidFill>
              </a:rPr>
              <a:t>Para dejarlo corriendo como servicio:</a:t>
            </a:r>
          </a:p>
          <a:p>
            <a:r>
              <a:rPr lang="es-ES" sz="2000">
                <a:solidFill>
                  <a:srgbClr val="FFFFFF"/>
                </a:solidFill>
              </a:rPr>
              <a:t>sudo systemctl enable openvpn@cliente</a:t>
            </a:r>
          </a:p>
          <a:p>
            <a:r>
              <a:rPr lang="es-ES" sz="2000">
                <a:solidFill>
                  <a:srgbClr val="FFFFFF"/>
                </a:solidFill>
              </a:rPr>
              <a:t>sudo systemctl start openvpn@cliente</a:t>
            </a:r>
          </a:p>
          <a:p>
            <a:endParaRPr lang="es-E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98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a sosteniendo el mouse">
            <a:extLst>
              <a:ext uri="{FF2B5EF4-FFF2-40B4-BE49-F238E27FC236}">
                <a16:creationId xmlns:a16="http://schemas.microsoft.com/office/drawing/2014/main" id="{A06626B4-7E32-DE73-660B-CEBECC9B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2355" b="337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DFF2EC2-B77D-D6BE-FCA8-31AF308F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 b="1">
                <a:solidFill>
                  <a:srgbClr val="FFFFFF"/>
                </a:solidFill>
              </a:rPr>
              <a:t>Usando Cisco AnyConnect (OpenConnect en Linux)</a:t>
            </a:r>
            <a:br>
              <a:rPr lang="es-ES" b="1">
                <a:solidFill>
                  <a:srgbClr val="FFFFFF"/>
                </a:solidFill>
              </a:rPr>
            </a:b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CB9DE-4ED2-DEA7-E292-882690A38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Cisco tiene su cliente oficial, pero en Linux se usa mucho </a:t>
            </a:r>
            <a:r>
              <a:rPr lang="es-ES" sz="2000" b="1">
                <a:solidFill>
                  <a:srgbClr val="FFFFFF"/>
                </a:solidFill>
              </a:rPr>
              <a:t>OpenConnect</a:t>
            </a:r>
            <a:r>
              <a:rPr lang="es-ES" sz="2000">
                <a:solidFill>
                  <a:srgbClr val="FFFFFF"/>
                </a:solidFill>
              </a:rPr>
              <a:t>, que es compatible.</a:t>
            </a:r>
          </a:p>
          <a:p>
            <a:r>
              <a:rPr lang="es-ES" sz="2000" b="1">
                <a:solidFill>
                  <a:srgbClr val="FFFFFF"/>
                </a:solidFill>
              </a:rPr>
              <a:t>Instalar cliente:</a:t>
            </a:r>
            <a:endParaRPr lang="es-ES" sz="2000">
              <a:solidFill>
                <a:srgbClr val="FFFFFF"/>
              </a:solidFill>
            </a:endParaRPr>
          </a:p>
          <a:p>
            <a:r>
              <a:rPr lang="es-ES" sz="2000">
                <a:solidFill>
                  <a:srgbClr val="FFFFFF"/>
                </a:solidFill>
              </a:rPr>
              <a:t>sudo apt install openconnect -y</a:t>
            </a:r>
          </a:p>
          <a:p>
            <a:r>
              <a:rPr lang="es-ES" sz="2000" b="1">
                <a:solidFill>
                  <a:srgbClr val="FFFFFF"/>
                </a:solidFill>
              </a:rPr>
              <a:t>Conectar:</a:t>
            </a:r>
            <a:endParaRPr lang="es-ES" sz="2000">
              <a:solidFill>
                <a:srgbClr val="FFFFFF"/>
              </a:solidFill>
            </a:endParaRPr>
          </a:p>
          <a:p>
            <a:r>
              <a:rPr lang="es-ES" sz="2000">
                <a:solidFill>
                  <a:srgbClr val="FFFFFF"/>
                </a:solidFill>
              </a:rPr>
              <a:t>sudo openconnect vpn.miempresa.com</a:t>
            </a:r>
          </a:p>
          <a:p>
            <a:r>
              <a:rPr lang="es-ES" sz="2000">
                <a:solidFill>
                  <a:srgbClr val="FFFFFF"/>
                </a:solidFill>
              </a:rPr>
              <a:t>Te pedirá usuario y contraseña, y en algunos casos </a:t>
            </a:r>
            <a:r>
              <a:rPr lang="es-ES" sz="2000" b="1">
                <a:solidFill>
                  <a:srgbClr val="FFFFFF"/>
                </a:solidFill>
              </a:rPr>
              <a:t>token de doble factor</a:t>
            </a:r>
            <a:r>
              <a:rPr lang="es-ES" sz="2000">
                <a:solidFill>
                  <a:srgbClr val="FFFFFF"/>
                </a:solidFill>
              </a:rPr>
              <a:t>.</a:t>
            </a:r>
          </a:p>
          <a:p>
            <a:endParaRPr lang="es-E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0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ila de cajas de almacenamiento">
            <a:extLst>
              <a:ext uri="{FF2B5EF4-FFF2-40B4-BE49-F238E27FC236}">
                <a16:creationId xmlns:a16="http://schemas.microsoft.com/office/drawing/2014/main" id="{9C87658B-78E5-5504-223D-F2EFBCBA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41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B1011F-43B9-8839-BB0E-7FF0F18E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6. Gestión de servicios y puertos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A82B7-4442-E03C-9A1C-987CC442C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s-ES" sz="2000" b="1">
                <a:solidFill>
                  <a:srgbClr val="FFFFFF"/>
                </a:solidFill>
              </a:rPr>
              <a:t>Concepto</a:t>
            </a:r>
            <a:endParaRPr lang="es-ES" sz="2000">
              <a:solidFill>
                <a:srgbClr val="FFFFFF"/>
              </a:solidFill>
            </a:endParaRPr>
          </a:p>
          <a:p>
            <a:r>
              <a:rPr lang="es-ES" sz="2000">
                <a:solidFill>
                  <a:srgbClr val="FFFFFF"/>
                </a:solidFill>
              </a:rPr>
              <a:t>Cada servicio en red escucha en un </a:t>
            </a:r>
            <a:r>
              <a:rPr lang="es-ES" sz="2000" b="1">
                <a:solidFill>
                  <a:srgbClr val="FFFFFF"/>
                </a:solidFill>
              </a:rPr>
              <a:t>puerto</a:t>
            </a:r>
            <a:r>
              <a:rPr lang="es-ES" sz="2000">
                <a:solidFill>
                  <a:srgbClr val="FFFFFF"/>
                </a:solidFill>
              </a:rPr>
              <a:t> (ej: web → 80/443, correo → 25/587).</a:t>
            </a:r>
          </a:p>
          <a:p>
            <a:r>
              <a:rPr lang="es-ES" sz="2000">
                <a:solidFill>
                  <a:srgbClr val="FFFFFF"/>
                </a:solidFill>
              </a:rPr>
              <a:t>La </a:t>
            </a:r>
            <a:r>
              <a:rPr lang="es-ES" sz="2000" b="1">
                <a:solidFill>
                  <a:srgbClr val="FFFFFF"/>
                </a:solidFill>
              </a:rPr>
              <a:t>gestión de puertos</a:t>
            </a:r>
            <a:r>
              <a:rPr lang="es-ES" sz="2000">
                <a:solidFill>
                  <a:srgbClr val="FFFFFF"/>
                </a:solidFill>
              </a:rPr>
              <a:t> consiste en </a:t>
            </a:r>
            <a:r>
              <a:rPr lang="es-ES" sz="2000" b="1">
                <a:solidFill>
                  <a:srgbClr val="FFFFFF"/>
                </a:solidFill>
              </a:rPr>
              <a:t>habilitar solo los necesarios</a:t>
            </a:r>
            <a:r>
              <a:rPr lang="es-ES" sz="2000">
                <a:solidFill>
                  <a:srgbClr val="FFFFFF"/>
                </a:solidFill>
              </a:rPr>
              <a:t> y protegerlos frente a accesos indebidos.</a:t>
            </a:r>
          </a:p>
          <a:p>
            <a:r>
              <a:rPr lang="es-ES" sz="2000" b="1">
                <a:solidFill>
                  <a:srgbClr val="FFFFFF"/>
                </a:solidFill>
              </a:rPr>
              <a:t>Buenas prácticas</a:t>
            </a:r>
            <a:r>
              <a:rPr lang="es-ES" sz="2000">
                <a:solidFill>
                  <a:srgbClr val="FFFFFF"/>
                </a:solidFill>
              </a:rPr>
              <a:t>: cerrar servicios innecesarios, usar firewalls, monitorizar tráfico.</a:t>
            </a:r>
          </a:p>
          <a:p>
            <a:endParaRPr lang="es-E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7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EB4890D6-EB98-83BF-3278-36160F699E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981" b="974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085AAC-335E-0F62-1D3A-B12000ED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ES" b="1">
                <a:solidFill>
                  <a:srgbClr val="FFFFFF"/>
                </a:solidFill>
              </a:rPr>
              <a:t>Protección de servicios de red con TCP Wrapper</a:t>
            </a:r>
            <a:br>
              <a:rPr lang="es-ES" b="1">
                <a:solidFill>
                  <a:srgbClr val="FFFFFF"/>
                </a:solidFill>
              </a:rPr>
            </a:b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B31021-3054-9A78-4A1F-D5C4895F1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s-ES" sz="1900">
                <a:solidFill>
                  <a:srgbClr val="FFFFFF"/>
                </a:solidFill>
              </a:rPr>
              <a:t>🔹 </a:t>
            </a:r>
            <a:r>
              <a:rPr lang="es-ES" sz="1900" b="1">
                <a:solidFill>
                  <a:srgbClr val="FFFFFF"/>
                </a:solidFill>
              </a:rPr>
              <a:t>Definición</a:t>
            </a:r>
            <a:endParaRPr lang="es-ES" sz="1900">
              <a:solidFill>
                <a:srgbClr val="FFFFFF"/>
              </a:solidFill>
            </a:endParaRPr>
          </a:p>
          <a:p>
            <a:r>
              <a:rPr lang="es-ES" sz="1900">
                <a:solidFill>
                  <a:srgbClr val="FFFFFF"/>
                </a:solidFill>
              </a:rPr>
              <a:t>Herramienta que controla el acceso a servicios en Linux.</a:t>
            </a:r>
          </a:p>
          <a:p>
            <a:r>
              <a:rPr lang="es-ES" sz="1900">
                <a:solidFill>
                  <a:srgbClr val="FFFFFF"/>
                </a:solidFill>
              </a:rPr>
              <a:t>Funciona como una capa de seguridad adicional.</a:t>
            </a:r>
          </a:p>
          <a:p>
            <a:r>
              <a:rPr lang="es-ES" sz="1900">
                <a:solidFill>
                  <a:srgbClr val="FFFFFF"/>
                </a:solidFill>
              </a:rPr>
              <a:t>Configuración mediante dos ficheros:</a:t>
            </a:r>
          </a:p>
          <a:p>
            <a:pPr lvl="1"/>
            <a:r>
              <a:rPr lang="es-ES" sz="1900">
                <a:solidFill>
                  <a:srgbClr val="FFFFFF"/>
                </a:solidFill>
              </a:rPr>
              <a:t>/etc/hosts.allow → quién puede acceder.</a:t>
            </a:r>
          </a:p>
          <a:p>
            <a:pPr lvl="1"/>
            <a:r>
              <a:rPr lang="es-ES" sz="1900">
                <a:solidFill>
                  <a:srgbClr val="FFFFFF"/>
                </a:solidFill>
              </a:rPr>
              <a:t>/etc/hosts.deny → quién no puede.</a:t>
            </a:r>
          </a:p>
          <a:p>
            <a:r>
              <a:rPr lang="es-ES" sz="1900">
                <a:solidFill>
                  <a:srgbClr val="FFFFFF"/>
                </a:solidFill>
              </a:rPr>
              <a:t>🔹 </a:t>
            </a:r>
            <a:r>
              <a:rPr lang="es-ES" sz="1900" b="1">
                <a:solidFill>
                  <a:srgbClr val="FFFFFF"/>
                </a:solidFill>
              </a:rPr>
              <a:t>Ejemplo</a:t>
            </a:r>
            <a:endParaRPr lang="es-ES" sz="1900">
              <a:solidFill>
                <a:srgbClr val="FFFFFF"/>
              </a:solidFill>
            </a:endParaRPr>
          </a:p>
          <a:p>
            <a:r>
              <a:rPr lang="es-ES" sz="1900">
                <a:solidFill>
                  <a:srgbClr val="FFFFFF"/>
                </a:solidFill>
              </a:rPr>
              <a:t># Permitir solo a 192.168.1.10 conectarse por SSH</a:t>
            </a:r>
          </a:p>
          <a:p>
            <a:r>
              <a:rPr lang="es-ES" sz="1900">
                <a:solidFill>
                  <a:srgbClr val="FFFFFF"/>
                </a:solidFill>
              </a:rPr>
              <a:t>sshd: 192.168.1.10</a:t>
            </a:r>
          </a:p>
          <a:p>
            <a:endParaRPr lang="es-ES" sz="1900">
              <a:solidFill>
                <a:srgbClr val="FFFFFF"/>
              </a:solidFill>
            </a:endParaRPr>
          </a:p>
          <a:p>
            <a:r>
              <a:rPr lang="es-ES" sz="1900">
                <a:solidFill>
                  <a:srgbClr val="FFFFFF"/>
                </a:solidFill>
              </a:rPr>
              <a:t># Denegar a todos los demás</a:t>
            </a:r>
          </a:p>
          <a:p>
            <a:r>
              <a:rPr lang="es-ES" sz="1900">
                <a:solidFill>
                  <a:srgbClr val="FFFFFF"/>
                </a:solidFill>
              </a:rPr>
              <a:t>sshd: ALL</a:t>
            </a:r>
          </a:p>
          <a:p>
            <a:endParaRPr lang="es-ES" sz="1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FB91DDB3-1C63-3439-0B49-6929A036F9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981" b="974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9058090-5D55-F8AA-F057-68C7361A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 b="1">
                <a:solidFill>
                  <a:srgbClr val="FFFFFF"/>
                </a:solidFill>
              </a:rPr>
              <a:t>Acceso a servidores seguros con SSH</a:t>
            </a:r>
            <a:br>
              <a:rPr lang="es-ES" b="1">
                <a:solidFill>
                  <a:srgbClr val="FFFFFF"/>
                </a:solidFill>
              </a:rPr>
            </a:b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BCB19-426F-C3C4-00E1-57010806D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8"/>
            <a:ext cx="6599048" cy="5996011"/>
          </a:xfrm>
        </p:spPr>
        <p:txBody>
          <a:bodyPr anchor="ctr">
            <a:normAutofit/>
          </a:bodyPr>
          <a:lstStyle/>
          <a:p>
            <a:r>
              <a:rPr lang="es-ES" sz="1300" dirty="0">
                <a:solidFill>
                  <a:srgbClr val="FFFFFF"/>
                </a:solidFill>
              </a:rPr>
              <a:t>🔹 </a:t>
            </a:r>
            <a:r>
              <a:rPr lang="es-ES" sz="1300" b="1" dirty="0">
                <a:solidFill>
                  <a:srgbClr val="FFFFFF"/>
                </a:solidFill>
              </a:rPr>
              <a:t>Definición</a:t>
            </a:r>
            <a:endParaRPr lang="es-ES" sz="1300" dirty="0">
              <a:solidFill>
                <a:srgbClr val="FFFFFF"/>
              </a:solidFill>
            </a:endParaRPr>
          </a:p>
          <a:p>
            <a:r>
              <a:rPr lang="es-ES" sz="1300" dirty="0">
                <a:solidFill>
                  <a:srgbClr val="FFFFFF"/>
                </a:solidFill>
              </a:rPr>
              <a:t>Protocolo </a:t>
            </a:r>
            <a:r>
              <a:rPr lang="es-ES" sz="1300" b="1" dirty="0">
                <a:solidFill>
                  <a:srgbClr val="FFFFFF"/>
                </a:solidFill>
              </a:rPr>
              <a:t>seguro</a:t>
            </a:r>
            <a:r>
              <a:rPr lang="es-ES" sz="1300" dirty="0">
                <a:solidFill>
                  <a:srgbClr val="FFFFFF"/>
                </a:solidFill>
              </a:rPr>
              <a:t> para acceso remoto a servidores.</a:t>
            </a:r>
          </a:p>
          <a:p>
            <a:r>
              <a:rPr lang="es-ES" sz="1300" dirty="0">
                <a:solidFill>
                  <a:srgbClr val="FFFFFF"/>
                </a:solidFill>
              </a:rPr>
              <a:t>Sustituye al inseguro </a:t>
            </a:r>
            <a:r>
              <a:rPr lang="es-ES" sz="1300" b="1" dirty="0">
                <a:solidFill>
                  <a:srgbClr val="FFFFFF"/>
                </a:solidFill>
              </a:rPr>
              <a:t>Telnet</a:t>
            </a:r>
            <a:r>
              <a:rPr lang="es-ES" sz="1300" dirty="0">
                <a:solidFill>
                  <a:srgbClr val="FFFFFF"/>
                </a:solidFill>
              </a:rPr>
              <a:t> (que enviaba contraseñas en texto plano).</a:t>
            </a:r>
          </a:p>
          <a:p>
            <a:r>
              <a:rPr lang="es-ES" sz="1300" dirty="0">
                <a:solidFill>
                  <a:srgbClr val="FFFFFF"/>
                </a:solidFill>
              </a:rPr>
              <a:t>🔹 </a:t>
            </a:r>
            <a:r>
              <a:rPr lang="es-ES" sz="1300" b="1" dirty="0">
                <a:solidFill>
                  <a:srgbClr val="FFFFFF"/>
                </a:solidFill>
              </a:rPr>
              <a:t>Características de SSH</a:t>
            </a:r>
            <a:endParaRPr lang="es-ES" sz="1300" dirty="0">
              <a:solidFill>
                <a:srgbClr val="FFFFFF"/>
              </a:solidFill>
            </a:endParaRPr>
          </a:p>
          <a:p>
            <a:r>
              <a:rPr lang="es-ES" sz="1300" b="1" dirty="0">
                <a:solidFill>
                  <a:srgbClr val="FFFFFF"/>
                </a:solidFill>
              </a:rPr>
              <a:t>Cifrado de la comunicación</a:t>
            </a:r>
            <a:r>
              <a:rPr lang="es-ES" sz="1300" dirty="0">
                <a:solidFill>
                  <a:srgbClr val="FFFFFF"/>
                </a:solidFill>
              </a:rPr>
              <a:t> (protege contra </a:t>
            </a:r>
            <a:r>
              <a:rPr lang="es-ES" sz="1300" dirty="0" err="1">
                <a:solidFill>
                  <a:srgbClr val="FFFFFF"/>
                </a:solidFill>
              </a:rPr>
              <a:t>sniffing</a:t>
            </a:r>
            <a:r>
              <a:rPr lang="es-ES" sz="1300" dirty="0">
                <a:solidFill>
                  <a:srgbClr val="FFFFFF"/>
                </a:solidFill>
              </a:rPr>
              <a:t>).</a:t>
            </a:r>
          </a:p>
          <a:p>
            <a:r>
              <a:rPr lang="es-ES" sz="1300" b="1" dirty="0">
                <a:solidFill>
                  <a:srgbClr val="FFFFFF"/>
                </a:solidFill>
              </a:rPr>
              <a:t>Autenticación fuerte</a:t>
            </a:r>
            <a:r>
              <a:rPr lang="es-ES" sz="1300" dirty="0">
                <a:solidFill>
                  <a:srgbClr val="FFFFFF"/>
                </a:solidFill>
              </a:rPr>
              <a:t> (usuario/contraseña o claves públicas).</a:t>
            </a:r>
          </a:p>
          <a:p>
            <a:r>
              <a:rPr lang="es-ES" sz="1300" b="1" dirty="0">
                <a:solidFill>
                  <a:srgbClr val="FFFFFF"/>
                </a:solidFill>
              </a:rPr>
              <a:t>Integridad de datos</a:t>
            </a:r>
            <a:r>
              <a:rPr lang="es-ES" sz="1300" dirty="0">
                <a:solidFill>
                  <a:srgbClr val="FFFFFF"/>
                </a:solidFill>
              </a:rPr>
              <a:t> (evita modificaciones en tránsito).</a:t>
            </a:r>
          </a:p>
          <a:p>
            <a:r>
              <a:rPr lang="es-ES" sz="1300" b="1" dirty="0">
                <a:solidFill>
                  <a:srgbClr val="FFFFFF"/>
                </a:solidFill>
              </a:rPr>
              <a:t>Túneles cifrados</a:t>
            </a:r>
            <a:r>
              <a:rPr lang="es-ES" sz="1300" dirty="0">
                <a:solidFill>
                  <a:srgbClr val="FFFFFF"/>
                </a:solidFill>
              </a:rPr>
              <a:t> (puede reenviar tráfico de otros servicios).</a:t>
            </a:r>
          </a:p>
          <a:p>
            <a:r>
              <a:rPr lang="es-ES" sz="1300" b="1" dirty="0">
                <a:solidFill>
                  <a:srgbClr val="FFFFFF"/>
                </a:solidFill>
              </a:rPr>
              <a:t>Acceso remoto y transferencia de archivos</a:t>
            </a:r>
            <a:r>
              <a:rPr lang="es-ES" sz="1300" dirty="0">
                <a:solidFill>
                  <a:srgbClr val="FFFFFF"/>
                </a:solidFill>
              </a:rPr>
              <a:t> (con </a:t>
            </a:r>
            <a:r>
              <a:rPr lang="es-ES" sz="1300" dirty="0" err="1">
                <a:solidFill>
                  <a:srgbClr val="FFFFFF"/>
                </a:solidFill>
              </a:rPr>
              <a:t>scp</a:t>
            </a:r>
            <a:r>
              <a:rPr lang="es-ES" sz="1300" dirty="0">
                <a:solidFill>
                  <a:srgbClr val="FFFFFF"/>
                </a:solidFill>
              </a:rPr>
              <a:t> y </a:t>
            </a:r>
            <a:r>
              <a:rPr lang="es-ES" sz="1300" dirty="0" err="1">
                <a:solidFill>
                  <a:srgbClr val="FFFFFF"/>
                </a:solidFill>
              </a:rPr>
              <a:t>sftp</a:t>
            </a:r>
            <a:r>
              <a:rPr lang="es-ES" sz="1300" dirty="0">
                <a:solidFill>
                  <a:srgbClr val="FFFFFF"/>
                </a:solidFill>
              </a:rPr>
              <a:t>).</a:t>
            </a:r>
          </a:p>
          <a:p>
            <a:r>
              <a:rPr lang="es-ES" sz="1300" dirty="0">
                <a:solidFill>
                  <a:srgbClr val="FFFFFF"/>
                </a:solidFill>
              </a:rPr>
              <a:t>🔹 </a:t>
            </a:r>
            <a:r>
              <a:rPr lang="es-ES" sz="1300" b="1" dirty="0">
                <a:solidFill>
                  <a:srgbClr val="FFFFFF"/>
                </a:solidFill>
              </a:rPr>
              <a:t>Ejemplos básicos</a:t>
            </a:r>
            <a:endParaRPr lang="es-ES" sz="1300" dirty="0">
              <a:solidFill>
                <a:srgbClr val="FFFFFF"/>
              </a:solidFill>
            </a:endParaRPr>
          </a:p>
          <a:p>
            <a:r>
              <a:rPr lang="es-ES" sz="1300" dirty="0">
                <a:solidFill>
                  <a:srgbClr val="FFFFFF"/>
                </a:solidFill>
              </a:rPr>
              <a:t># Conectar a un servidor</a:t>
            </a:r>
          </a:p>
          <a:p>
            <a:r>
              <a:rPr lang="es-ES" sz="1300" dirty="0" err="1">
                <a:solidFill>
                  <a:srgbClr val="FFFFFF"/>
                </a:solidFill>
              </a:rPr>
              <a:t>ssh</a:t>
            </a:r>
            <a:r>
              <a:rPr lang="es-ES" sz="1300" dirty="0">
                <a:solidFill>
                  <a:srgbClr val="FFFFFF"/>
                </a:solidFill>
              </a:rPr>
              <a:t> </a:t>
            </a:r>
            <a:r>
              <a:rPr lang="es-ES" sz="1300" dirty="0" err="1">
                <a:solidFill>
                  <a:srgbClr val="FFFFFF"/>
                </a:solidFill>
              </a:rPr>
              <a:t>usuario@servidor</a:t>
            </a:r>
            <a:endParaRPr lang="es-ES" sz="1300" dirty="0">
              <a:solidFill>
                <a:srgbClr val="FFFFFF"/>
              </a:solidFill>
            </a:endParaRPr>
          </a:p>
          <a:p>
            <a:endParaRPr lang="es-ES" sz="1300" dirty="0">
              <a:solidFill>
                <a:srgbClr val="FFFFFF"/>
              </a:solidFill>
            </a:endParaRPr>
          </a:p>
          <a:p>
            <a:r>
              <a:rPr lang="es-ES" sz="1300" dirty="0">
                <a:solidFill>
                  <a:srgbClr val="FFFFFF"/>
                </a:solidFill>
              </a:rPr>
              <a:t># Copiar archivo con SCP</a:t>
            </a:r>
          </a:p>
          <a:p>
            <a:r>
              <a:rPr lang="es-ES" sz="1300" dirty="0" err="1">
                <a:solidFill>
                  <a:srgbClr val="FFFFFF"/>
                </a:solidFill>
              </a:rPr>
              <a:t>scp</a:t>
            </a:r>
            <a:r>
              <a:rPr lang="es-ES" sz="1300" dirty="0">
                <a:solidFill>
                  <a:srgbClr val="FFFFFF"/>
                </a:solidFill>
              </a:rPr>
              <a:t> archivo.txt </a:t>
            </a:r>
            <a:r>
              <a:rPr lang="es-ES" sz="1300" dirty="0" err="1">
                <a:solidFill>
                  <a:srgbClr val="FFFFFF"/>
                </a:solidFill>
              </a:rPr>
              <a:t>usuario@servidor</a:t>
            </a:r>
            <a:r>
              <a:rPr lang="es-ES" sz="1300" dirty="0">
                <a:solidFill>
                  <a:srgbClr val="FFFFFF"/>
                </a:solidFill>
              </a:rPr>
              <a:t>:/home/usuario/</a:t>
            </a:r>
          </a:p>
          <a:p>
            <a:endParaRPr lang="es-ES" sz="1300" dirty="0">
              <a:solidFill>
                <a:srgbClr val="FFFFFF"/>
              </a:solidFill>
            </a:endParaRPr>
          </a:p>
          <a:p>
            <a:r>
              <a:rPr lang="es-ES" sz="1300" dirty="0">
                <a:solidFill>
                  <a:srgbClr val="FFFFFF"/>
                </a:solidFill>
              </a:rPr>
              <a:t># Usar clave pública en lugar de contraseña</a:t>
            </a:r>
          </a:p>
          <a:p>
            <a:r>
              <a:rPr lang="es-ES" sz="1300" dirty="0" err="1">
                <a:solidFill>
                  <a:srgbClr val="FFFFFF"/>
                </a:solidFill>
              </a:rPr>
              <a:t>ssh</a:t>
            </a:r>
            <a:r>
              <a:rPr lang="es-ES" sz="1300" dirty="0">
                <a:solidFill>
                  <a:srgbClr val="FFFFFF"/>
                </a:solidFill>
              </a:rPr>
              <a:t> -i </a:t>
            </a:r>
            <a:r>
              <a:rPr lang="es-ES" sz="1300" dirty="0" err="1">
                <a:solidFill>
                  <a:srgbClr val="FFFFFF"/>
                </a:solidFill>
              </a:rPr>
              <a:t>id_rsa</a:t>
            </a:r>
            <a:r>
              <a:rPr lang="es-ES" sz="1300" dirty="0">
                <a:solidFill>
                  <a:srgbClr val="FFFFFF"/>
                </a:solidFill>
              </a:rPr>
              <a:t> </a:t>
            </a:r>
            <a:r>
              <a:rPr lang="es-ES" sz="1300" dirty="0" err="1">
                <a:solidFill>
                  <a:srgbClr val="FFFFFF"/>
                </a:solidFill>
              </a:rPr>
              <a:t>usuario@servidor</a:t>
            </a:r>
            <a:endParaRPr lang="es-ES" sz="1300" dirty="0">
              <a:solidFill>
                <a:srgbClr val="FFFFFF"/>
              </a:solidFill>
            </a:endParaRPr>
          </a:p>
          <a:p>
            <a:endParaRPr lang="es-E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028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33982E-72B7-0111-9B5E-1A74CBD4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7. Auditoria de seguridad activa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33F5D2-1C0E-5C24-CC63-46E7237F1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s-ES" sz="1500" b="1">
                <a:solidFill>
                  <a:schemeClr val="bg1"/>
                </a:solidFill>
              </a:rPr>
              <a:t>Qué es:</a:t>
            </a:r>
            <a:r>
              <a:rPr lang="es-ES" sz="1500">
                <a:solidFill>
                  <a:schemeClr val="bg1"/>
                </a:solidFill>
              </a:rPr>
              <a:t> evaluación proactiva y dirigida de la seguridad de sistemas/ redes/ aplicaciones que incluye pruebas técnicas (escaneos, explotación controlada), revisión de configuraciones y verificación de controles.</a:t>
            </a:r>
          </a:p>
          <a:p>
            <a:r>
              <a:rPr lang="es-ES" sz="1500" b="1">
                <a:solidFill>
                  <a:schemeClr val="bg1"/>
                </a:solidFill>
              </a:rPr>
              <a:t>Objetivos:</a:t>
            </a:r>
            <a:endParaRPr lang="es-ES" sz="1500">
              <a:solidFill>
                <a:schemeClr val="bg1"/>
              </a:solidFill>
            </a:endParaRPr>
          </a:p>
          <a:p>
            <a:r>
              <a:rPr lang="es-ES" sz="1500">
                <a:solidFill>
                  <a:schemeClr val="bg1"/>
                </a:solidFill>
              </a:rPr>
              <a:t>Identificar vulnerabilidades explotables.</a:t>
            </a:r>
          </a:p>
          <a:p>
            <a:r>
              <a:rPr lang="es-ES" sz="1500">
                <a:solidFill>
                  <a:schemeClr val="bg1"/>
                </a:solidFill>
              </a:rPr>
              <a:t>Medir impacto y riesgo real.</a:t>
            </a:r>
          </a:p>
          <a:p>
            <a:r>
              <a:rPr lang="es-ES" sz="1500">
                <a:solidFill>
                  <a:schemeClr val="bg1"/>
                </a:solidFill>
              </a:rPr>
              <a:t>Comprobar cumplimiento de políticas y normativas.</a:t>
            </a:r>
          </a:p>
          <a:p>
            <a:r>
              <a:rPr lang="es-ES" sz="1500">
                <a:solidFill>
                  <a:schemeClr val="bg1"/>
                </a:solidFill>
              </a:rPr>
              <a:t>Generar recomendaciones prácticas para mitigación.</a:t>
            </a:r>
          </a:p>
          <a:p>
            <a:r>
              <a:rPr lang="es-ES" sz="1500" b="1">
                <a:solidFill>
                  <a:schemeClr val="bg1"/>
                </a:solidFill>
              </a:rPr>
              <a:t>Tipos de pruebas:</a:t>
            </a:r>
            <a:endParaRPr lang="es-ES" sz="1500">
              <a:solidFill>
                <a:schemeClr val="bg1"/>
              </a:solidFill>
            </a:endParaRPr>
          </a:p>
          <a:p>
            <a:r>
              <a:rPr lang="es-ES" sz="1500" i="1">
                <a:solidFill>
                  <a:schemeClr val="bg1"/>
                </a:solidFill>
              </a:rPr>
              <a:t>Black box</a:t>
            </a:r>
            <a:r>
              <a:rPr lang="es-ES" sz="1500">
                <a:solidFill>
                  <a:schemeClr val="bg1"/>
                </a:solidFill>
              </a:rPr>
              <a:t>: sin información previa.</a:t>
            </a:r>
          </a:p>
          <a:p>
            <a:r>
              <a:rPr lang="es-ES" sz="1500" i="1">
                <a:solidFill>
                  <a:schemeClr val="bg1"/>
                </a:solidFill>
              </a:rPr>
              <a:t>Grey box</a:t>
            </a:r>
            <a:r>
              <a:rPr lang="es-ES" sz="1500">
                <a:solidFill>
                  <a:schemeClr val="bg1"/>
                </a:solidFill>
              </a:rPr>
              <a:t>: información parcial (credenciales limitadas, arquitectura).</a:t>
            </a:r>
          </a:p>
          <a:p>
            <a:r>
              <a:rPr lang="es-ES" sz="1500" i="1">
                <a:solidFill>
                  <a:schemeClr val="bg1"/>
                </a:solidFill>
              </a:rPr>
              <a:t>White box</a:t>
            </a:r>
            <a:r>
              <a:rPr lang="es-ES" sz="1500">
                <a:solidFill>
                  <a:schemeClr val="bg1"/>
                </a:solidFill>
              </a:rPr>
              <a:t>: acceso total a código, infra y diseño.</a:t>
            </a:r>
          </a:p>
          <a:p>
            <a:r>
              <a:rPr lang="es-ES" sz="1500" b="1">
                <a:solidFill>
                  <a:schemeClr val="bg1"/>
                </a:solidFill>
              </a:rPr>
              <a:t>Herramientas habituales:</a:t>
            </a:r>
            <a:r>
              <a:rPr lang="es-ES" sz="1500">
                <a:solidFill>
                  <a:schemeClr val="bg1"/>
                </a:solidFill>
              </a:rPr>
              <a:t> Nmap, Nessus/OpenVAS, Burp Suite, OWASP ZAP, Nikto, Nikto, sqlmap, Metasploit, Wireshark, Lynis.</a:t>
            </a:r>
          </a:p>
          <a:p>
            <a:endParaRPr lang="es-ES" sz="1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20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11F9C7-FEFD-AA67-4E8A-28CFFCA0A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s-ES" sz="8000">
                <a:solidFill>
                  <a:schemeClr val="bg1"/>
                </a:solidFill>
              </a:rPr>
              <a:t>Test de intrusión (Pentest)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51800B-5454-7C10-3F03-B6AEC226B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s-ES" sz="1400" b="1">
                <a:solidFill>
                  <a:schemeClr val="bg1"/>
                </a:solidFill>
              </a:rPr>
              <a:t>Qué es:</a:t>
            </a:r>
            <a:r>
              <a:rPr lang="es-ES" sz="1400">
                <a:solidFill>
                  <a:schemeClr val="bg1"/>
                </a:solidFill>
              </a:rPr>
              <a:t> simulación controlada de ataques reales para evaluar la seguridad desde la perspectiva del atacante. Suele buscar vulnerabilidades con impacto y posibilidad de explotación.</a:t>
            </a:r>
          </a:p>
          <a:p>
            <a:r>
              <a:rPr lang="es-ES" sz="1400" b="1">
                <a:solidFill>
                  <a:schemeClr val="bg1"/>
                </a:solidFill>
              </a:rPr>
              <a:t>Alcance típico:</a:t>
            </a:r>
            <a:r>
              <a:rPr lang="es-ES" sz="1400">
                <a:solidFill>
                  <a:schemeClr val="bg1"/>
                </a:solidFill>
              </a:rPr>
              <a:t> redes, hosts, aplicaciones web, API, móviles, IoT, infraestructura cloud, controles humanos (social engineering) — siempre con autorización escrita.</a:t>
            </a:r>
          </a:p>
          <a:p>
            <a:r>
              <a:rPr lang="es-ES" sz="1400" b="1">
                <a:solidFill>
                  <a:schemeClr val="bg1"/>
                </a:solidFill>
              </a:rPr>
              <a:t>Entregables típicos:</a:t>
            </a:r>
            <a:endParaRPr lang="es-ES" sz="1400">
              <a:solidFill>
                <a:schemeClr val="bg1"/>
              </a:solidFill>
            </a:endParaRPr>
          </a:p>
          <a:p>
            <a:r>
              <a:rPr lang="es-ES" sz="1400">
                <a:solidFill>
                  <a:schemeClr val="bg1"/>
                </a:solidFill>
              </a:rPr>
              <a:t>Plan/alcance y contrato (RoE — Rules of Engagement).</a:t>
            </a:r>
          </a:p>
          <a:p>
            <a:r>
              <a:rPr lang="es-ES" sz="1400">
                <a:solidFill>
                  <a:schemeClr val="bg1"/>
                </a:solidFill>
              </a:rPr>
              <a:t>Informe ejecutivo (riesgo alto nivel).</a:t>
            </a:r>
          </a:p>
          <a:p>
            <a:r>
              <a:rPr lang="es-ES" sz="1400">
                <a:solidFill>
                  <a:schemeClr val="bg1"/>
                </a:solidFill>
              </a:rPr>
              <a:t>Informe técnico (hallazgos, PoC, evidencia, reproducibilidad).</a:t>
            </a:r>
          </a:p>
          <a:p>
            <a:r>
              <a:rPr lang="es-ES" sz="1400">
                <a:solidFill>
                  <a:schemeClr val="bg1"/>
                </a:solidFill>
              </a:rPr>
              <a:t>Plan de remediación y retest.</a:t>
            </a:r>
          </a:p>
          <a:p>
            <a:r>
              <a:rPr lang="es-ES" sz="1400" b="1">
                <a:solidFill>
                  <a:schemeClr val="bg1"/>
                </a:solidFill>
              </a:rPr>
              <a:t>Nota legal/ética:</a:t>
            </a:r>
            <a:r>
              <a:rPr lang="es-ES" sz="1400">
                <a:solidFill>
                  <a:schemeClr val="bg1"/>
                </a:solidFill>
              </a:rPr>
              <a:t> nunca realizar pruebas sin autorización explícita y por escrito. Un pentest no autorizado es delito.</a:t>
            </a:r>
          </a:p>
          <a:p>
            <a:endParaRPr lang="es-E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1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449C37F-FDBE-36D0-18FF-62890DDC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Fases en un test de intrusión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97F7FF-50CF-0E0E-0FD7-A37348F76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2152" y="630936"/>
            <a:ext cx="5314520" cy="6094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Reconocimiento (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Passive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Recon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Objetivo: recopilar información pública (DNS, whois,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IPs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subdominios, redes sociales,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employees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Técnicas: OSINT (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theHarvester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Sublist3r, Google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dorking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Enumeración /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Scanning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Objetivo: descubrir servicios, puertos abiertos, versiones y aplicaciones.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Herramientas: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Nmap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masscan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Nessus/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OpenVAS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Mapeo de alcance y validación de activos: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Clasificar activos críticos, puntos de exposición.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Análisis de vulnerabilidades: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Escaneos automáticos + verificación manual (falsos positivos).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Herramientas: Nessus,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OpenVAS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Burp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Nikto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Explotación (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Exploitation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Intentar validar y explotar vulnerabilidades para medir impacto.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Herramientas: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Metasploit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sqlmap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exploitation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manual.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Objetivo: PoC reproducible y limitado (no causar daño).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Post-explotación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(Post-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Exploitation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Escalada de privilegios, persistencia, movimiento lateral, exfiltración simulada (todo controlado).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Análisis de impacto y contención de riesgo: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Determinar qué datos/servicios quedarían comprometidos.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Reporte y recomendaciones: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Informes técnico y ejecutivo, priorización por riesgo, correcciones propuestas.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Retest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/ Validación: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Verificar que las correcciones han eliminado las vulnerabilidades.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55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A985C23-70EB-8267-FC1C-54CBD0BE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>
                <a:solidFill>
                  <a:schemeClr val="bg1"/>
                </a:solidFill>
              </a:rPr>
              <a:t>Análisis forense (digital)</a:t>
            </a:r>
            <a:br>
              <a:rPr lang="es-ES" sz="4800" b="1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AFB27E-9E68-EA2E-A7FF-F40C44EE4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486" y="213361"/>
            <a:ext cx="6182794" cy="6638674"/>
          </a:xfrm>
          <a:noFill/>
        </p:spPr>
        <p:txBody>
          <a:bodyPr anchor="ctr">
            <a:normAutofit/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Qué es:</a:t>
            </a:r>
            <a:r>
              <a:rPr lang="es-ES" sz="1200" dirty="0">
                <a:solidFill>
                  <a:schemeClr val="bg1"/>
                </a:solidFill>
              </a:rPr>
              <a:t> disciplina para identificar, conservar, analizar y presentar evidencia digital tras un incidente de seguridad o delito.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Objetivos:</a:t>
            </a:r>
            <a:endParaRPr lang="es-ES" sz="1200" dirty="0">
              <a:solidFill>
                <a:schemeClr val="bg1"/>
              </a:solidFill>
            </a:endParaRPr>
          </a:p>
          <a:p>
            <a:r>
              <a:rPr lang="es-ES" sz="1200" dirty="0">
                <a:solidFill>
                  <a:schemeClr val="bg1"/>
                </a:solidFill>
              </a:rPr>
              <a:t>Recuperar y preservar evidencia con cadena de custodia.</a:t>
            </a:r>
          </a:p>
          <a:p>
            <a:r>
              <a:rPr lang="es-ES" sz="1200" dirty="0">
                <a:solidFill>
                  <a:schemeClr val="bg1"/>
                </a:solidFill>
              </a:rPr>
              <a:t>Determinar causa raíz, alcance del compromiso y acciones del atacante.</a:t>
            </a:r>
          </a:p>
          <a:p>
            <a:r>
              <a:rPr lang="es-ES" sz="1200" dirty="0">
                <a:solidFill>
                  <a:schemeClr val="bg1"/>
                </a:solidFill>
              </a:rPr>
              <a:t>Proveer evidencia admisible legalmente (si procede).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Fases del proceso forense:</a:t>
            </a:r>
            <a:endParaRPr lang="es-ES" sz="1200" dirty="0">
              <a:solidFill>
                <a:schemeClr val="bg1"/>
              </a:solidFill>
            </a:endParaRPr>
          </a:p>
          <a:p>
            <a:r>
              <a:rPr lang="es-ES" sz="1200" b="1" dirty="0">
                <a:solidFill>
                  <a:schemeClr val="bg1"/>
                </a:solidFill>
              </a:rPr>
              <a:t>Preparación:</a:t>
            </a:r>
            <a:r>
              <a:rPr lang="es-ES" sz="1200" dirty="0">
                <a:solidFill>
                  <a:schemeClr val="bg1"/>
                </a:solidFill>
              </a:rPr>
              <a:t> políticas, herramientas, procedimientos, listas de verificación.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Identificación:</a:t>
            </a:r>
            <a:r>
              <a:rPr lang="es-ES" sz="1200" dirty="0">
                <a:solidFill>
                  <a:schemeClr val="bg1"/>
                </a:solidFill>
              </a:rPr>
              <a:t> detectar sistemas afectados y fuentes de evidencia (logs, discos, memoria, red).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Preservación:</a:t>
            </a:r>
            <a:r>
              <a:rPr lang="es-ES" sz="1200" dirty="0">
                <a:solidFill>
                  <a:schemeClr val="bg1"/>
                </a:solidFill>
              </a:rPr>
              <a:t> crear imágenes forenses (bit-a-bit) de discos/volúmenes, volcar memoria RAM (</a:t>
            </a:r>
            <a:r>
              <a:rPr lang="es-ES" sz="1200" dirty="0" err="1">
                <a:solidFill>
                  <a:schemeClr val="bg1"/>
                </a:solidFill>
              </a:rPr>
              <a:t>eg</a:t>
            </a:r>
            <a:r>
              <a:rPr lang="es-ES" sz="1200" dirty="0">
                <a:solidFill>
                  <a:schemeClr val="bg1"/>
                </a:solidFill>
              </a:rPr>
              <a:t>. </a:t>
            </a:r>
            <a:r>
              <a:rPr lang="es-ES" sz="1200" dirty="0" err="1">
                <a:solidFill>
                  <a:schemeClr val="bg1"/>
                </a:solidFill>
              </a:rPr>
              <a:t>using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s-ES" sz="1200" dirty="0" err="1">
                <a:solidFill>
                  <a:schemeClr val="bg1"/>
                </a:solidFill>
              </a:rPr>
              <a:t>dd</a:t>
            </a:r>
            <a:r>
              <a:rPr lang="es-ES" sz="1200" dirty="0">
                <a:solidFill>
                  <a:schemeClr val="bg1"/>
                </a:solidFill>
              </a:rPr>
              <a:t>, FTK </a:t>
            </a:r>
            <a:r>
              <a:rPr lang="es-ES" sz="1200" dirty="0" err="1">
                <a:solidFill>
                  <a:schemeClr val="bg1"/>
                </a:solidFill>
              </a:rPr>
              <a:t>Imager</a:t>
            </a:r>
            <a:r>
              <a:rPr lang="es-ES" sz="1200" dirty="0">
                <a:solidFill>
                  <a:schemeClr val="bg1"/>
                </a:solidFill>
              </a:rPr>
              <a:t>, </a:t>
            </a:r>
            <a:r>
              <a:rPr lang="es-ES" sz="1200" dirty="0" err="1">
                <a:solidFill>
                  <a:schemeClr val="bg1"/>
                </a:solidFill>
              </a:rPr>
              <a:t>ddrescue</a:t>
            </a:r>
            <a:r>
              <a:rPr lang="es-ES" sz="1200" dirty="0">
                <a:solidFill>
                  <a:schemeClr val="bg1"/>
                </a:solidFill>
              </a:rPr>
              <a:t>, </a:t>
            </a:r>
            <a:r>
              <a:rPr lang="es-ES" sz="1200" dirty="0" err="1">
                <a:solidFill>
                  <a:schemeClr val="bg1"/>
                </a:solidFill>
              </a:rPr>
              <a:t>LiME</a:t>
            </a:r>
            <a:r>
              <a:rPr lang="es-ES" sz="1200" dirty="0">
                <a:solidFill>
                  <a:schemeClr val="bg1"/>
                </a:solidFill>
              </a:rPr>
              <a:t>), preservar registros y </a:t>
            </a:r>
            <a:r>
              <a:rPr lang="es-ES" sz="1200" dirty="0" err="1">
                <a:solidFill>
                  <a:schemeClr val="bg1"/>
                </a:solidFill>
              </a:rPr>
              <a:t>timestamps</a:t>
            </a:r>
            <a:r>
              <a:rPr lang="es-ES" sz="1200" dirty="0">
                <a:solidFill>
                  <a:schemeClr val="bg1"/>
                </a:solidFill>
              </a:rPr>
              <a:t>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Adquisición:</a:t>
            </a:r>
            <a:r>
              <a:rPr lang="es-ES" sz="1200" dirty="0">
                <a:solidFill>
                  <a:schemeClr val="bg1"/>
                </a:solidFill>
              </a:rPr>
              <a:t> captura de evidencia con hash (MD5/SHA1/SHA256) para integridad.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Análisis:</a:t>
            </a:r>
            <a:r>
              <a:rPr lang="es-ES" sz="1200" dirty="0">
                <a:solidFill>
                  <a:schemeClr val="bg1"/>
                </a:solidFill>
              </a:rPr>
              <a:t> timeline, análisis de artefactos (registros, archivos, metadatos, actividad de red, procesos, </a:t>
            </a:r>
            <a:r>
              <a:rPr lang="es-ES" sz="1200" dirty="0" err="1">
                <a:solidFill>
                  <a:schemeClr val="bg1"/>
                </a:solidFill>
              </a:rPr>
              <a:t>persistence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s-ES" sz="1200" dirty="0" err="1">
                <a:solidFill>
                  <a:schemeClr val="bg1"/>
                </a:solidFill>
              </a:rPr>
              <a:t>mechanisms</a:t>
            </a:r>
            <a:r>
              <a:rPr lang="es-ES" sz="1200" dirty="0">
                <a:solidFill>
                  <a:schemeClr val="bg1"/>
                </a:solidFill>
              </a:rPr>
              <a:t>), recuperación de archivos, búsqueda de IOC (</a:t>
            </a:r>
            <a:r>
              <a:rPr lang="es-ES" sz="1200" dirty="0" err="1">
                <a:solidFill>
                  <a:schemeClr val="bg1"/>
                </a:solidFill>
              </a:rPr>
              <a:t>Indicators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s-ES" sz="1200" dirty="0" err="1">
                <a:solidFill>
                  <a:schemeClr val="bg1"/>
                </a:solidFill>
              </a:rPr>
              <a:t>of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s-ES" sz="1200" dirty="0" err="1">
                <a:solidFill>
                  <a:schemeClr val="bg1"/>
                </a:solidFill>
              </a:rPr>
              <a:t>Compromise</a:t>
            </a:r>
            <a:r>
              <a:rPr lang="es-ES" sz="1200" dirty="0">
                <a:solidFill>
                  <a:schemeClr val="bg1"/>
                </a:solidFill>
              </a:rPr>
              <a:t>).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Atribución y reconstrucción:</a:t>
            </a:r>
            <a:r>
              <a:rPr lang="es-ES" sz="1200" dirty="0">
                <a:solidFill>
                  <a:schemeClr val="bg1"/>
                </a:solidFill>
              </a:rPr>
              <a:t> determinar vectores de ataque y acciones.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Reporte:</a:t>
            </a:r>
            <a:r>
              <a:rPr lang="es-ES" sz="1200" dirty="0">
                <a:solidFill>
                  <a:schemeClr val="bg1"/>
                </a:solidFill>
              </a:rPr>
              <a:t> informe técnico y ejecutivo, anexos con hashes, herramientas y procedimientos, recomendaciones de remediación.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Preservación legal:</a:t>
            </a:r>
            <a:r>
              <a:rPr lang="es-ES" sz="1200" dirty="0">
                <a:solidFill>
                  <a:schemeClr val="bg1"/>
                </a:solidFill>
              </a:rPr>
              <a:t> cadena de custodia, almacenamiento seguro de evidencia.</a:t>
            </a:r>
          </a:p>
          <a:p>
            <a:r>
              <a:rPr lang="es-ES" sz="1200" b="1" dirty="0">
                <a:solidFill>
                  <a:schemeClr val="bg1"/>
                </a:solidFill>
              </a:rPr>
              <a:t>Herramientas forenses:</a:t>
            </a:r>
            <a:r>
              <a:rPr lang="es-ES" sz="1200" dirty="0">
                <a:solidFill>
                  <a:schemeClr val="bg1"/>
                </a:solidFill>
              </a:rPr>
              <a:t> </a:t>
            </a:r>
            <a:r>
              <a:rPr lang="es-ES" sz="1200" dirty="0" err="1">
                <a:solidFill>
                  <a:schemeClr val="bg1"/>
                </a:solidFill>
              </a:rPr>
              <a:t>Autopsy</a:t>
            </a:r>
            <a:r>
              <a:rPr lang="es-ES" sz="1200" dirty="0">
                <a:solidFill>
                  <a:schemeClr val="bg1"/>
                </a:solidFill>
              </a:rPr>
              <a:t>/</a:t>
            </a:r>
            <a:r>
              <a:rPr lang="es-ES" sz="1200" dirty="0" err="1">
                <a:solidFill>
                  <a:schemeClr val="bg1"/>
                </a:solidFill>
              </a:rPr>
              <a:t>SleuthKit</a:t>
            </a:r>
            <a:r>
              <a:rPr lang="es-ES" sz="1200" dirty="0">
                <a:solidFill>
                  <a:schemeClr val="bg1"/>
                </a:solidFill>
              </a:rPr>
              <a:t>, </a:t>
            </a:r>
            <a:r>
              <a:rPr lang="es-ES" sz="1200" dirty="0" err="1">
                <a:solidFill>
                  <a:schemeClr val="bg1"/>
                </a:solidFill>
              </a:rPr>
              <a:t>EnCase</a:t>
            </a:r>
            <a:r>
              <a:rPr lang="es-ES" sz="1200" dirty="0">
                <a:solidFill>
                  <a:schemeClr val="bg1"/>
                </a:solidFill>
              </a:rPr>
              <a:t>, FTK, </a:t>
            </a:r>
            <a:r>
              <a:rPr lang="es-ES" sz="1200" dirty="0" err="1">
                <a:solidFill>
                  <a:schemeClr val="bg1"/>
                </a:solidFill>
              </a:rPr>
              <a:t>Volatility</a:t>
            </a:r>
            <a:r>
              <a:rPr lang="es-ES" sz="1200" dirty="0">
                <a:solidFill>
                  <a:schemeClr val="bg1"/>
                </a:solidFill>
              </a:rPr>
              <a:t> (memoria), </a:t>
            </a:r>
            <a:r>
              <a:rPr lang="es-ES" sz="1200" dirty="0" err="1">
                <a:solidFill>
                  <a:schemeClr val="bg1"/>
                </a:solidFill>
              </a:rPr>
              <a:t>Plaso</a:t>
            </a:r>
            <a:r>
              <a:rPr lang="es-ES" sz="1200" dirty="0">
                <a:solidFill>
                  <a:schemeClr val="bg1"/>
                </a:solidFill>
              </a:rPr>
              <a:t>/log2timeline, Wireshark, ELK/</a:t>
            </a:r>
            <a:r>
              <a:rPr lang="es-ES" sz="1200" dirty="0" err="1">
                <a:solidFill>
                  <a:schemeClr val="bg1"/>
                </a:solidFill>
              </a:rPr>
              <a:t>Splunk</a:t>
            </a:r>
            <a:r>
              <a:rPr lang="es-ES" sz="1200" dirty="0">
                <a:solidFill>
                  <a:schemeClr val="bg1"/>
                </a:solidFill>
              </a:rPr>
              <a:t> para logs.</a:t>
            </a:r>
          </a:p>
          <a:p>
            <a:endParaRPr lang="es-E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14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D725615-9B1C-9123-59B9-6868D0B7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Auditoría de páginas web (web app audit)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8A60E6-EC61-7E72-A404-DC03CAB86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854" y="317578"/>
            <a:ext cx="6274951" cy="6534457"/>
          </a:xfrm>
          <a:noFill/>
        </p:spPr>
        <p:txBody>
          <a:bodyPr anchor="ctr">
            <a:normAutofit/>
          </a:bodyPr>
          <a:lstStyle/>
          <a:p>
            <a:r>
              <a:rPr lang="es-ES" sz="1050" b="1" dirty="0">
                <a:solidFill>
                  <a:schemeClr val="bg1"/>
                </a:solidFill>
              </a:rPr>
              <a:t>Enfoque:</a:t>
            </a:r>
            <a:r>
              <a:rPr lang="es-ES" sz="1050" dirty="0">
                <a:solidFill>
                  <a:schemeClr val="bg1"/>
                </a:solidFill>
              </a:rPr>
              <a:t> combinar pruebas automatizadas y manuales centradas en OWASP Top10 + lógica de negocio.</a:t>
            </a:r>
          </a:p>
          <a:p>
            <a:r>
              <a:rPr lang="es-ES" sz="1050" b="1" dirty="0" err="1">
                <a:solidFill>
                  <a:schemeClr val="bg1"/>
                </a:solidFill>
              </a:rPr>
              <a:t>Checklist</a:t>
            </a:r>
            <a:r>
              <a:rPr lang="es-ES" sz="1050" b="1" dirty="0">
                <a:solidFill>
                  <a:schemeClr val="bg1"/>
                </a:solidFill>
              </a:rPr>
              <a:t> básica (puntos clave):</a:t>
            </a:r>
            <a:endParaRPr lang="es-ES" sz="1050" dirty="0">
              <a:solidFill>
                <a:schemeClr val="bg1"/>
              </a:solidFill>
            </a:endParaRPr>
          </a:p>
          <a:p>
            <a:r>
              <a:rPr lang="es-ES" sz="1050" b="1" dirty="0">
                <a:solidFill>
                  <a:schemeClr val="bg1"/>
                </a:solidFill>
              </a:rPr>
              <a:t>Autenticación y gestión de sesiones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 err="1">
                <a:solidFill>
                  <a:schemeClr val="bg1"/>
                </a:solidFill>
              </a:rPr>
              <a:t>Password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 err="1">
                <a:solidFill>
                  <a:schemeClr val="bg1"/>
                </a:solidFill>
              </a:rPr>
              <a:t>policy</a:t>
            </a:r>
            <a:r>
              <a:rPr lang="es-ES" sz="1050" dirty="0">
                <a:solidFill>
                  <a:schemeClr val="bg1"/>
                </a:solidFill>
              </a:rPr>
              <a:t>, MFA, </a:t>
            </a:r>
            <a:r>
              <a:rPr lang="es-ES" sz="1050" dirty="0" err="1">
                <a:solidFill>
                  <a:schemeClr val="bg1"/>
                </a:solidFill>
              </a:rPr>
              <a:t>session</a:t>
            </a:r>
            <a:r>
              <a:rPr lang="es-ES" sz="1050" dirty="0">
                <a:solidFill>
                  <a:schemeClr val="bg1"/>
                </a:solidFill>
              </a:rPr>
              <a:t> cookie </a:t>
            </a:r>
            <a:r>
              <a:rPr lang="es-ES" sz="1050" dirty="0" err="1">
                <a:solidFill>
                  <a:schemeClr val="bg1"/>
                </a:solidFill>
              </a:rPr>
              <a:t>flags</a:t>
            </a:r>
            <a:r>
              <a:rPr lang="es-ES" sz="1050" dirty="0">
                <a:solidFill>
                  <a:schemeClr val="bg1"/>
                </a:solidFill>
              </a:rPr>
              <a:t> (</a:t>
            </a:r>
            <a:r>
              <a:rPr lang="es-ES" sz="1050" dirty="0" err="1">
                <a:solidFill>
                  <a:schemeClr val="bg1"/>
                </a:solidFill>
              </a:rPr>
              <a:t>HttpOnly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Secure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SameSite</a:t>
            </a:r>
            <a:r>
              <a:rPr lang="es-ES" sz="1050" dirty="0">
                <a:solidFill>
                  <a:schemeClr val="bg1"/>
                </a:solidFill>
              </a:rPr>
              <a:t>), </a:t>
            </a:r>
            <a:r>
              <a:rPr lang="es-ES" sz="1050" dirty="0" err="1">
                <a:solidFill>
                  <a:schemeClr val="bg1"/>
                </a:solidFill>
              </a:rPr>
              <a:t>reuso</a:t>
            </a:r>
            <a:r>
              <a:rPr lang="es-ES" sz="1050" dirty="0">
                <a:solidFill>
                  <a:schemeClr val="bg1"/>
                </a:solidFill>
              </a:rPr>
              <a:t> de tokens.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Control de acceso y autorización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Forzar autorización en servidor, no confiar en el cliente, IDOR (</a:t>
            </a:r>
            <a:r>
              <a:rPr lang="es-ES" sz="1050" dirty="0" err="1">
                <a:solidFill>
                  <a:schemeClr val="bg1"/>
                </a:solidFill>
              </a:rPr>
              <a:t>Insecure</a:t>
            </a:r>
            <a:r>
              <a:rPr lang="es-ES" sz="1050" dirty="0">
                <a:solidFill>
                  <a:schemeClr val="bg1"/>
                </a:solidFill>
              </a:rPr>
              <a:t> Direct </a:t>
            </a:r>
            <a:r>
              <a:rPr lang="es-ES" sz="1050" dirty="0" err="1">
                <a:solidFill>
                  <a:schemeClr val="bg1"/>
                </a:solidFill>
              </a:rPr>
              <a:t>Object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 err="1">
                <a:solidFill>
                  <a:schemeClr val="bg1"/>
                </a:solidFill>
              </a:rPr>
              <a:t>References</a:t>
            </a:r>
            <a:r>
              <a:rPr lang="es-ES" sz="1050" dirty="0">
                <a:solidFill>
                  <a:schemeClr val="bg1"/>
                </a:solidFill>
              </a:rPr>
              <a:t>).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Validación de entrada / Inyección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 err="1">
                <a:solidFill>
                  <a:schemeClr val="bg1"/>
                </a:solidFill>
              </a:rPr>
              <a:t>SQLi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NoSQLi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Command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 err="1">
                <a:solidFill>
                  <a:schemeClr val="bg1"/>
                </a:solidFill>
              </a:rPr>
              <a:t>Injection</a:t>
            </a:r>
            <a:r>
              <a:rPr lang="es-ES" sz="1050" dirty="0">
                <a:solidFill>
                  <a:schemeClr val="bg1"/>
                </a:solidFill>
              </a:rPr>
              <a:t>, OS </a:t>
            </a:r>
            <a:r>
              <a:rPr lang="es-ES" sz="1050" dirty="0" err="1">
                <a:solidFill>
                  <a:schemeClr val="bg1"/>
                </a:solidFill>
              </a:rPr>
              <a:t>Injection</a:t>
            </a:r>
            <a:r>
              <a:rPr lang="es-ES" sz="1050" dirty="0">
                <a:solidFill>
                  <a:schemeClr val="bg1"/>
                </a:solidFill>
              </a:rPr>
              <a:t>, LDAP </a:t>
            </a:r>
            <a:r>
              <a:rPr lang="es-ES" sz="1050" dirty="0" err="1">
                <a:solidFill>
                  <a:schemeClr val="bg1"/>
                </a:solidFill>
              </a:rPr>
              <a:t>injection</a:t>
            </a:r>
            <a:r>
              <a:rPr lang="es-ES" sz="1050" dirty="0">
                <a:solidFill>
                  <a:schemeClr val="bg1"/>
                </a:solidFill>
              </a:rPr>
              <a:t> — probar con </a:t>
            </a:r>
            <a:r>
              <a:rPr lang="es-ES" sz="1050" dirty="0" err="1">
                <a:solidFill>
                  <a:schemeClr val="bg1"/>
                </a:solidFill>
              </a:rPr>
              <a:t>payloads</a:t>
            </a:r>
            <a:r>
              <a:rPr lang="es-ES" sz="1050" dirty="0">
                <a:solidFill>
                  <a:schemeClr val="bg1"/>
                </a:solidFill>
              </a:rPr>
              <a:t> y herramientas (</a:t>
            </a:r>
            <a:r>
              <a:rPr lang="es-ES" sz="1050" dirty="0" err="1">
                <a:solidFill>
                  <a:schemeClr val="bg1"/>
                </a:solidFill>
              </a:rPr>
              <a:t>sqlmap</a:t>
            </a:r>
            <a:r>
              <a:rPr lang="es-ES" sz="1050" dirty="0">
                <a:solidFill>
                  <a:schemeClr val="bg1"/>
                </a:solidFill>
              </a:rPr>
              <a:t>), revisar </a:t>
            </a:r>
            <a:r>
              <a:rPr lang="es-ES" sz="1050" dirty="0" err="1">
                <a:solidFill>
                  <a:schemeClr val="bg1"/>
                </a:solidFill>
              </a:rPr>
              <a:t>prepared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 err="1">
                <a:solidFill>
                  <a:schemeClr val="bg1"/>
                </a:solidFill>
              </a:rPr>
              <a:t>statements</a:t>
            </a:r>
            <a:r>
              <a:rPr lang="es-ES" sz="1050" dirty="0">
                <a:solidFill>
                  <a:schemeClr val="bg1"/>
                </a:solidFill>
              </a:rPr>
              <a:t>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Cross-Site Scripting (XSS)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 err="1">
                <a:solidFill>
                  <a:schemeClr val="bg1"/>
                </a:solidFill>
              </a:rPr>
              <a:t>Stored</a:t>
            </a:r>
            <a:r>
              <a:rPr lang="es-ES" sz="1050" dirty="0">
                <a:solidFill>
                  <a:schemeClr val="bg1"/>
                </a:solidFill>
              </a:rPr>
              <a:t>/</a:t>
            </a:r>
            <a:r>
              <a:rPr lang="es-ES" sz="1050" dirty="0" err="1">
                <a:solidFill>
                  <a:schemeClr val="bg1"/>
                </a:solidFill>
              </a:rPr>
              <a:t>Reflected</a:t>
            </a:r>
            <a:r>
              <a:rPr lang="es-ES" sz="1050" dirty="0">
                <a:solidFill>
                  <a:schemeClr val="bg1"/>
                </a:solidFill>
              </a:rPr>
              <a:t>/DOM XSS — uso correcto de </a:t>
            </a:r>
            <a:r>
              <a:rPr lang="es-ES" sz="1050" dirty="0" err="1">
                <a:solidFill>
                  <a:schemeClr val="bg1"/>
                </a:solidFill>
              </a:rPr>
              <a:t>escaping</a:t>
            </a:r>
            <a:r>
              <a:rPr lang="es-ES" sz="1050" dirty="0">
                <a:solidFill>
                  <a:schemeClr val="bg1"/>
                </a:solidFill>
              </a:rPr>
              <a:t> y CSP.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Protección CSRF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Tokens anti-CSRF, </a:t>
            </a:r>
            <a:r>
              <a:rPr lang="es-ES" sz="1050" dirty="0" err="1">
                <a:solidFill>
                  <a:schemeClr val="bg1"/>
                </a:solidFill>
              </a:rPr>
              <a:t>SameSite</a:t>
            </a:r>
            <a:r>
              <a:rPr lang="es-ES" sz="1050" dirty="0">
                <a:solidFill>
                  <a:schemeClr val="bg1"/>
                </a:solidFill>
              </a:rPr>
              <a:t> cookies.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Subida de ficheros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Validación de tipo, almacenamiento fuera del </a:t>
            </a:r>
            <a:r>
              <a:rPr lang="es-ES" sz="1050" dirty="0" err="1">
                <a:solidFill>
                  <a:schemeClr val="bg1"/>
                </a:solidFill>
              </a:rPr>
              <a:t>webroot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scanning</a:t>
            </a:r>
            <a:r>
              <a:rPr lang="es-ES" sz="1050" dirty="0">
                <a:solidFill>
                  <a:schemeClr val="bg1"/>
                </a:solidFill>
              </a:rPr>
              <a:t> antivirus, evitar ejecución.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Seguridad de API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Autenticación, </a:t>
            </a:r>
            <a:r>
              <a:rPr lang="es-ES" sz="1050" dirty="0" err="1">
                <a:solidFill>
                  <a:schemeClr val="bg1"/>
                </a:solidFill>
              </a:rPr>
              <a:t>rate-limiting</a:t>
            </a:r>
            <a:r>
              <a:rPr lang="es-ES" sz="1050" dirty="0">
                <a:solidFill>
                  <a:schemeClr val="bg1"/>
                </a:solidFill>
              </a:rPr>
              <a:t>, input </a:t>
            </a:r>
            <a:r>
              <a:rPr lang="es-ES" sz="1050" dirty="0" err="1">
                <a:solidFill>
                  <a:schemeClr val="bg1"/>
                </a:solidFill>
              </a:rPr>
              <a:t>validation</a:t>
            </a:r>
            <a:r>
              <a:rPr lang="es-ES" sz="1050" dirty="0">
                <a:solidFill>
                  <a:schemeClr val="bg1"/>
                </a:solidFill>
              </a:rPr>
              <a:t>, uso de HTTPS, protección contra </a:t>
            </a:r>
            <a:r>
              <a:rPr lang="es-ES" sz="1050" dirty="0" err="1">
                <a:solidFill>
                  <a:schemeClr val="bg1"/>
                </a:solidFill>
              </a:rPr>
              <a:t>mass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 err="1">
                <a:solidFill>
                  <a:schemeClr val="bg1"/>
                </a:solidFill>
              </a:rPr>
              <a:t>assignment</a:t>
            </a:r>
            <a:r>
              <a:rPr lang="es-ES" sz="1050" dirty="0">
                <a:solidFill>
                  <a:schemeClr val="bg1"/>
                </a:solidFill>
              </a:rPr>
              <a:t>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Configuración TLS y cabeceras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HSTS, CSP, X-</a:t>
            </a:r>
            <a:r>
              <a:rPr lang="es-ES" sz="1050" dirty="0" err="1">
                <a:solidFill>
                  <a:schemeClr val="bg1"/>
                </a:solidFill>
              </a:rPr>
              <a:t>Frame</a:t>
            </a:r>
            <a:r>
              <a:rPr lang="es-ES" sz="1050" dirty="0">
                <a:solidFill>
                  <a:schemeClr val="bg1"/>
                </a:solidFill>
              </a:rPr>
              <a:t>-</a:t>
            </a:r>
            <a:r>
              <a:rPr lang="es-ES" sz="1050" dirty="0" err="1">
                <a:solidFill>
                  <a:schemeClr val="bg1"/>
                </a:solidFill>
              </a:rPr>
              <a:t>Options</a:t>
            </a:r>
            <a:r>
              <a:rPr lang="es-ES" sz="1050" dirty="0">
                <a:solidFill>
                  <a:schemeClr val="bg1"/>
                </a:solidFill>
              </a:rPr>
              <a:t>, X-Content-</a:t>
            </a:r>
            <a:r>
              <a:rPr lang="es-ES" sz="1050" dirty="0" err="1">
                <a:solidFill>
                  <a:schemeClr val="bg1"/>
                </a:solidFill>
              </a:rPr>
              <a:t>Type</a:t>
            </a:r>
            <a:r>
              <a:rPr lang="es-ES" sz="1050" dirty="0">
                <a:solidFill>
                  <a:schemeClr val="bg1"/>
                </a:solidFill>
              </a:rPr>
              <a:t>-</a:t>
            </a:r>
            <a:r>
              <a:rPr lang="es-ES" sz="1050" dirty="0" err="1">
                <a:solidFill>
                  <a:schemeClr val="bg1"/>
                </a:solidFill>
              </a:rPr>
              <a:t>Options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Strict</a:t>
            </a:r>
            <a:r>
              <a:rPr lang="es-ES" sz="1050" dirty="0">
                <a:solidFill>
                  <a:schemeClr val="bg1"/>
                </a:solidFill>
              </a:rPr>
              <a:t>-</a:t>
            </a:r>
            <a:r>
              <a:rPr lang="es-ES" sz="1050" dirty="0" err="1">
                <a:solidFill>
                  <a:schemeClr val="bg1"/>
                </a:solidFill>
              </a:rPr>
              <a:t>Transport</a:t>
            </a:r>
            <a:r>
              <a:rPr lang="es-ES" sz="1050" dirty="0">
                <a:solidFill>
                  <a:schemeClr val="bg1"/>
                </a:solidFill>
              </a:rPr>
              <a:t>-Security.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Gestión de errores / información sensible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No exponer </a:t>
            </a:r>
            <a:r>
              <a:rPr lang="es-ES" sz="1050" dirty="0" err="1">
                <a:solidFill>
                  <a:schemeClr val="bg1"/>
                </a:solidFill>
              </a:rPr>
              <a:t>stack</a:t>
            </a:r>
            <a:r>
              <a:rPr lang="es-ES" sz="1050" dirty="0">
                <a:solidFill>
                  <a:schemeClr val="bg1"/>
                </a:solidFill>
              </a:rPr>
              <a:t> traces, no dejar credenciales en repositorios.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Control de dependencias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Escanear librerías y componentes (SCA) por vulnerabilidades (OWASP </a:t>
            </a:r>
            <a:r>
              <a:rPr lang="es-ES" sz="1050" dirty="0" err="1">
                <a:solidFill>
                  <a:schemeClr val="bg1"/>
                </a:solidFill>
              </a:rPr>
              <a:t>Dependency-Check</a:t>
            </a:r>
            <a:r>
              <a:rPr lang="es-ES" sz="1050" dirty="0">
                <a:solidFill>
                  <a:schemeClr val="bg1"/>
                </a:solidFill>
              </a:rPr>
              <a:t>, </a:t>
            </a:r>
            <a:r>
              <a:rPr lang="es-ES" sz="1050" dirty="0" err="1">
                <a:solidFill>
                  <a:schemeClr val="bg1"/>
                </a:solidFill>
              </a:rPr>
              <a:t>Snyk</a:t>
            </a:r>
            <a:r>
              <a:rPr lang="es-ES" sz="1050" dirty="0">
                <a:solidFill>
                  <a:schemeClr val="bg1"/>
                </a:solidFill>
              </a:rPr>
              <a:t>).</a:t>
            </a:r>
          </a:p>
          <a:p>
            <a:r>
              <a:rPr lang="es-ES" sz="1050" b="1" dirty="0">
                <a:solidFill>
                  <a:schemeClr val="bg1"/>
                </a:solidFill>
              </a:rPr>
              <a:t>Pruebas de lógica de negocio</a:t>
            </a:r>
            <a:endParaRPr lang="es-ES" sz="1050" dirty="0">
              <a:solidFill>
                <a:schemeClr val="bg1"/>
              </a:solidFill>
            </a:endParaRPr>
          </a:p>
          <a:p>
            <a:pPr lvl="1"/>
            <a:r>
              <a:rPr lang="es-ES" sz="1050" dirty="0">
                <a:solidFill>
                  <a:schemeClr val="bg1"/>
                </a:solidFill>
              </a:rPr>
              <a:t>Flujos atípicos que pueden permitir fraude (ej. bypass de compra, descuentos, límites).</a:t>
            </a:r>
          </a:p>
          <a:p>
            <a:endParaRPr lang="es-E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632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94CF634-3EFA-F874-BD43-189187A2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 dirty="0">
                <a:solidFill>
                  <a:schemeClr val="bg1"/>
                </a:solidFill>
              </a:rPr>
              <a:t>Herramientas útiles:</a:t>
            </a:r>
            <a:br>
              <a:rPr lang="es-ES" sz="4800" dirty="0">
                <a:solidFill>
                  <a:schemeClr val="bg1"/>
                </a:solidFill>
              </a:rPr>
            </a:br>
            <a:endParaRPr lang="es-ES" sz="480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A0D6F-0FAE-1EB3-94C3-666F8BBC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 dirty="0" err="1">
                <a:solidFill>
                  <a:schemeClr val="bg1"/>
                </a:solidFill>
              </a:rPr>
              <a:t>Burp</a:t>
            </a:r>
            <a:r>
              <a:rPr lang="es-ES" sz="1800" dirty="0">
                <a:solidFill>
                  <a:schemeClr val="bg1"/>
                </a:solidFill>
              </a:rPr>
              <a:t> Suite (manual + scanner), OWASP ZAP, </a:t>
            </a:r>
            <a:r>
              <a:rPr lang="es-ES" sz="1800" dirty="0" err="1">
                <a:solidFill>
                  <a:schemeClr val="bg1"/>
                </a:solidFill>
              </a:rPr>
              <a:t>Nikto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sqlmap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nmap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DirBuster</a:t>
            </a:r>
            <a:r>
              <a:rPr lang="es-ES" sz="1800" dirty="0">
                <a:solidFill>
                  <a:schemeClr val="bg1"/>
                </a:solidFill>
              </a:rPr>
              <a:t>/</a:t>
            </a:r>
            <a:r>
              <a:rPr lang="es-ES" sz="1800" dirty="0" err="1">
                <a:solidFill>
                  <a:schemeClr val="bg1"/>
                </a:solidFill>
              </a:rPr>
              <a:t>dirsearch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WPScan</a:t>
            </a:r>
            <a:r>
              <a:rPr lang="es-ES" sz="1800" dirty="0">
                <a:solidFill>
                  <a:schemeClr val="bg1"/>
                </a:solidFill>
              </a:rPr>
              <a:t> (WordPress), </a:t>
            </a:r>
            <a:r>
              <a:rPr lang="es-ES" sz="1800" dirty="0" err="1">
                <a:solidFill>
                  <a:schemeClr val="bg1"/>
                </a:solidFill>
              </a:rPr>
              <a:t>Arachni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dependency-check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Trivy</a:t>
            </a:r>
            <a:r>
              <a:rPr lang="es-ES" sz="1800" dirty="0">
                <a:solidFill>
                  <a:schemeClr val="bg1"/>
                </a:solidFill>
              </a:rPr>
              <a:t>.</a:t>
            </a:r>
          </a:p>
          <a:p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62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BDC0616-5089-EDE0-1F2D-46B67541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Metodología práctica (mini-plan de auditoría web):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566B4E-7A9D-112A-AC8E-339F5EDB9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s-ES" sz="1700" b="1">
                <a:solidFill>
                  <a:schemeClr val="bg1"/>
                </a:solidFill>
              </a:rPr>
              <a:t>Metodología práctica (mini-plan de auditoría web):</a:t>
            </a:r>
            <a:endParaRPr lang="es-ES" sz="1700">
              <a:solidFill>
                <a:schemeClr val="bg1"/>
              </a:solidFill>
            </a:endParaRPr>
          </a:p>
          <a:p>
            <a:r>
              <a:rPr lang="es-ES" sz="1700">
                <a:solidFill>
                  <a:schemeClr val="bg1"/>
                </a:solidFill>
              </a:rPr>
              <a:t>Definir alcance y RoE (dominios, endpoints, API, autenticación, horas).</a:t>
            </a:r>
          </a:p>
          <a:p>
            <a:r>
              <a:rPr lang="es-ES" sz="1700">
                <a:solidFill>
                  <a:schemeClr val="bg1"/>
                </a:solidFill>
              </a:rPr>
              <a:t>Enumeración y mapeo (endpoints, parámetros, roles).</a:t>
            </a:r>
          </a:p>
          <a:p>
            <a:r>
              <a:rPr lang="es-ES" sz="1700">
                <a:solidFill>
                  <a:schemeClr val="bg1"/>
                </a:solidFill>
              </a:rPr>
              <a:t>Escaneo automático (ZAP/Burp) + revisión de resultados.</a:t>
            </a:r>
          </a:p>
          <a:p>
            <a:r>
              <a:rPr lang="es-ES" sz="1700">
                <a:solidFill>
                  <a:schemeClr val="bg1"/>
                </a:solidFill>
              </a:rPr>
              <a:t>Pruebas manuales críticas: XSS, SQLi, auth bypass, file upload, SSRF, IDOR.</a:t>
            </a:r>
          </a:p>
          <a:p>
            <a:r>
              <a:rPr lang="es-ES" sz="1700">
                <a:solidFill>
                  <a:schemeClr val="bg1"/>
                </a:solidFill>
              </a:rPr>
              <a:t>Pruebas de lógica de negocio.</a:t>
            </a:r>
          </a:p>
          <a:p>
            <a:r>
              <a:rPr lang="es-ES" sz="1700">
                <a:solidFill>
                  <a:schemeClr val="bg1"/>
                </a:solidFill>
              </a:rPr>
              <a:t>Recolección de evidencia (capturas, request/response, PoC) y hashing donde proceda.</a:t>
            </a:r>
          </a:p>
          <a:p>
            <a:r>
              <a:rPr lang="es-ES" sz="1700">
                <a:solidFill>
                  <a:schemeClr val="bg1"/>
                </a:solidFill>
              </a:rPr>
              <a:t>Informe prioritizado (A/B/C o alto/medio/bajo), con pasos de verificación y snippets de corrección (ej.: usar prepared statements, set-cookie flags).</a:t>
            </a:r>
          </a:p>
          <a:p>
            <a:r>
              <a:rPr lang="es-ES" sz="1700">
                <a:solidFill>
                  <a:schemeClr val="bg1"/>
                </a:solidFill>
              </a:rPr>
              <a:t>Retest tras remediación.</a:t>
            </a:r>
          </a:p>
          <a:p>
            <a:endParaRPr lang="es-E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489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3801730-4537-77DB-5E39-3DC6EBC3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 dirty="0">
                <a:solidFill>
                  <a:schemeClr val="bg1"/>
                </a:solidFill>
              </a:rPr>
              <a:t>Buenas prácticas y recomendaciones generales</a:t>
            </a:r>
            <a:br>
              <a:rPr lang="es-ES" sz="4800" b="1" dirty="0">
                <a:solidFill>
                  <a:schemeClr val="bg1"/>
                </a:solidFill>
              </a:rPr>
            </a:br>
            <a:endParaRPr lang="es-ES" sz="480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A71FA-E506-61D6-78CD-0800126C9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 b="1" dirty="0">
                <a:solidFill>
                  <a:schemeClr val="bg1"/>
                </a:solidFill>
              </a:rPr>
              <a:t>Siempre con autorización escrita.</a:t>
            </a:r>
            <a:endParaRPr lang="es-ES" sz="1800" dirty="0">
              <a:solidFill>
                <a:schemeClr val="bg1"/>
              </a:solidFill>
            </a:endParaRPr>
          </a:p>
          <a:p>
            <a:r>
              <a:rPr lang="es-ES" sz="1800" dirty="0">
                <a:solidFill>
                  <a:schemeClr val="bg1"/>
                </a:solidFill>
              </a:rPr>
              <a:t>Prioriza pruebas en entornos </a:t>
            </a:r>
            <a:r>
              <a:rPr lang="es-ES" sz="1800" dirty="0" err="1">
                <a:solidFill>
                  <a:schemeClr val="bg1"/>
                </a:solidFill>
              </a:rPr>
              <a:t>staging</a:t>
            </a:r>
            <a:r>
              <a:rPr lang="es-ES" sz="1800" dirty="0">
                <a:solidFill>
                  <a:schemeClr val="bg1"/>
                </a:solidFill>
              </a:rPr>
              <a:t>/QA cuando sea posible y limita impacto.</a:t>
            </a:r>
          </a:p>
          <a:p>
            <a:r>
              <a:rPr lang="es-ES" sz="1800" dirty="0">
                <a:solidFill>
                  <a:schemeClr val="bg1"/>
                </a:solidFill>
              </a:rPr>
              <a:t>Documenta todo: pruebas, </a:t>
            </a:r>
            <a:r>
              <a:rPr lang="es-ES" sz="1800" dirty="0" err="1">
                <a:solidFill>
                  <a:schemeClr val="bg1"/>
                </a:solidFill>
              </a:rPr>
              <a:t>timestamps</a:t>
            </a:r>
            <a:r>
              <a:rPr lang="es-ES" sz="1800" dirty="0">
                <a:solidFill>
                  <a:schemeClr val="bg1"/>
                </a:solidFill>
              </a:rPr>
              <a:t>, comandos, evidencias (hashes).</a:t>
            </a:r>
          </a:p>
          <a:p>
            <a:r>
              <a:rPr lang="es-ES" sz="1800" dirty="0">
                <a:solidFill>
                  <a:schemeClr val="bg1"/>
                </a:solidFill>
              </a:rPr>
              <a:t>Clasifica hallazgos por riesgo + impacto en negocio (no sólo CVSS).</a:t>
            </a:r>
          </a:p>
          <a:p>
            <a:r>
              <a:rPr lang="es-ES" sz="1800" dirty="0">
                <a:solidFill>
                  <a:schemeClr val="bg1"/>
                </a:solidFill>
              </a:rPr>
              <a:t>Implementa CI/CD con SAST y SCA automáticos, y DAST periódicos.</a:t>
            </a:r>
          </a:p>
          <a:p>
            <a:r>
              <a:rPr lang="es-ES" sz="1800" dirty="0">
                <a:solidFill>
                  <a:schemeClr val="bg1"/>
                </a:solidFill>
              </a:rPr>
              <a:t>Mantén </a:t>
            </a:r>
            <a:r>
              <a:rPr lang="es-ES" sz="1800" dirty="0" err="1">
                <a:solidFill>
                  <a:schemeClr val="bg1"/>
                </a:solidFill>
              </a:rPr>
              <a:t>backups</a:t>
            </a:r>
            <a:r>
              <a:rPr lang="es-ES" sz="1800" dirty="0">
                <a:solidFill>
                  <a:schemeClr val="bg1"/>
                </a:solidFill>
              </a:rPr>
              <a:t> y plan de respuesta a incidentes integrado con forense.</a:t>
            </a:r>
          </a:p>
          <a:p>
            <a:r>
              <a:rPr lang="es-ES" sz="1800" dirty="0">
                <a:solidFill>
                  <a:schemeClr val="bg1"/>
                </a:solidFill>
              </a:rPr>
              <a:t>Capacita a desarrolladores en </a:t>
            </a:r>
            <a:r>
              <a:rPr lang="es-ES" sz="1800" dirty="0" err="1">
                <a:solidFill>
                  <a:schemeClr val="bg1"/>
                </a:solidFill>
              </a:rPr>
              <a:t>secure</a:t>
            </a:r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dirty="0" err="1">
                <a:solidFill>
                  <a:schemeClr val="bg1"/>
                </a:solidFill>
              </a:rPr>
              <a:t>coding</a:t>
            </a:r>
            <a:r>
              <a:rPr lang="es-ES" sz="1800" dirty="0">
                <a:solidFill>
                  <a:schemeClr val="bg1"/>
                </a:solidFill>
              </a:rPr>
              <a:t> (OWASP, input </a:t>
            </a:r>
            <a:r>
              <a:rPr lang="es-ES" sz="1800" dirty="0" err="1">
                <a:solidFill>
                  <a:schemeClr val="bg1"/>
                </a:solidFill>
              </a:rPr>
              <a:t>validation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least</a:t>
            </a:r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dirty="0" err="1">
                <a:solidFill>
                  <a:schemeClr val="bg1"/>
                </a:solidFill>
              </a:rPr>
              <a:t>privilege</a:t>
            </a:r>
            <a:r>
              <a:rPr lang="es-ES" sz="1800" dirty="0">
                <a:solidFill>
                  <a:schemeClr val="bg1"/>
                </a:solidFill>
              </a:rPr>
              <a:t>).</a:t>
            </a:r>
          </a:p>
          <a:p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825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2502</Words>
  <Application>Microsoft Office PowerPoint</Application>
  <PresentationFormat>Panorámica</PresentationFormat>
  <Paragraphs>251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Tema de Office</vt:lpstr>
      <vt:lpstr>SEGURIDAD INFORMÁTICA</vt:lpstr>
      <vt:lpstr>UNIDAD 5: MEDIDAS DE SEGURIDAD ACTIVA</vt:lpstr>
      <vt:lpstr>1.Amenazas en la seguridad activa</vt:lpstr>
      <vt:lpstr>Seguridad en los sistemas E/S y en los gestores de arranque </vt:lpstr>
      <vt:lpstr>Seguridad en redes públicas consejos</vt:lpstr>
      <vt:lpstr>2. Seguridad perimetral </vt:lpstr>
      <vt:lpstr>3. Dispositivos para asegurar el perímetro  </vt:lpstr>
      <vt:lpstr>4. Tecnologías en la red perimetral </vt:lpstr>
      <vt:lpstr>5. Redes privadas virtuales </vt:lpstr>
      <vt:lpstr>Configurar VPN en Linux </vt:lpstr>
      <vt:lpstr>Usando Cisco AnyConnect (OpenConnect en Linux) </vt:lpstr>
      <vt:lpstr>6. Gestión de servicios y puertos</vt:lpstr>
      <vt:lpstr>Protección de servicios de red con TCP Wrapper </vt:lpstr>
      <vt:lpstr>Acceso a servidores seguros con SSH </vt:lpstr>
      <vt:lpstr>7. Auditoria de seguridad activa</vt:lpstr>
      <vt:lpstr>Test de intrusión (Pentest)</vt:lpstr>
      <vt:lpstr>Fases en un test de intrusión</vt:lpstr>
      <vt:lpstr>Análisis forense (digital) </vt:lpstr>
      <vt:lpstr>Auditoría de páginas web (web app audit)</vt:lpstr>
      <vt:lpstr>Herramientas útiles: </vt:lpstr>
      <vt:lpstr>Metodología práctica (mini-plan de auditoría web):</vt:lpstr>
      <vt:lpstr>Buenas prácticas y recomendaciones generales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5</cp:revision>
  <dcterms:created xsi:type="dcterms:W3CDTF">2025-09-17T16:17:53Z</dcterms:created>
  <dcterms:modified xsi:type="dcterms:W3CDTF">2025-09-26T18:02:36Z</dcterms:modified>
</cp:coreProperties>
</file>