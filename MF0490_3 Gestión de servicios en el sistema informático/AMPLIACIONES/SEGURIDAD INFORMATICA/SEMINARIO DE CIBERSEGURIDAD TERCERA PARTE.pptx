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8" r:id="rId1"/>
  </p:sldMasterIdLst>
  <p:notesMasterIdLst>
    <p:notesMasterId r:id="rId31"/>
  </p:notesMasterIdLst>
  <p:sldIdLst>
    <p:sldId id="308" r:id="rId2"/>
    <p:sldId id="569" r:id="rId3"/>
    <p:sldId id="572" r:id="rId4"/>
    <p:sldId id="321" r:id="rId5"/>
    <p:sldId id="584" r:id="rId6"/>
    <p:sldId id="452" r:id="rId7"/>
    <p:sldId id="453" r:id="rId8"/>
    <p:sldId id="585" r:id="rId9"/>
    <p:sldId id="548" r:id="rId10"/>
    <p:sldId id="326" r:id="rId11"/>
    <p:sldId id="327" r:id="rId12"/>
    <p:sldId id="383" r:id="rId13"/>
    <p:sldId id="549" r:id="rId14"/>
    <p:sldId id="590" r:id="rId15"/>
    <p:sldId id="591" r:id="rId16"/>
    <p:sldId id="588" r:id="rId17"/>
    <p:sldId id="589" r:id="rId18"/>
    <p:sldId id="592" r:id="rId19"/>
    <p:sldId id="552" r:id="rId20"/>
    <p:sldId id="553" r:id="rId21"/>
    <p:sldId id="554" r:id="rId22"/>
    <p:sldId id="556" r:id="rId23"/>
    <p:sldId id="593" r:id="rId24"/>
    <p:sldId id="557" r:id="rId25"/>
    <p:sldId id="596" r:id="rId26"/>
    <p:sldId id="558" r:id="rId27"/>
    <p:sldId id="559" r:id="rId28"/>
    <p:sldId id="594" r:id="rId29"/>
    <p:sldId id="595" r:id="rId30"/>
  </p:sldIdLst>
  <p:sldSz cx="24384000" cy="13716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FFCC"/>
    <a:srgbClr val="00B0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923CA4-2A1E-4285-81FF-2717E4C88808}" v="22" dt="2024-10-29T18:50:20.21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30380"/>
              <a:satOff val="22727"/>
              <a:lumOff val="10574"/>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1DB100"/>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353668"/>
              <a:satOff val="46207"/>
              <a:lumOff val="-58264"/>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48"/>
    <p:restoredTop sz="94651"/>
  </p:normalViewPr>
  <p:slideViewPr>
    <p:cSldViewPr snapToGrid="0" snapToObjects="1">
      <p:cViewPr varScale="1">
        <p:scale>
          <a:sx n="21" d="100"/>
          <a:sy n="21" d="100"/>
        </p:scale>
        <p:origin x="939" y="65"/>
      </p:cViewPr>
      <p:guideLst/>
    </p:cSldViewPr>
  </p:slideViewPr>
  <p:notesTextViewPr>
    <p:cViewPr>
      <p:scale>
        <a:sx n="66" d="100"/>
        <a:sy n="66"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18923CA4-2A1E-4285-81FF-2717E4C88808}"/>
    <pc:docChg chg="undo custSel delSld modSld modMainMaster">
      <pc:chgData name="Alberto Ruiz" userId="47fa91d207cfb014" providerId="LiveId" clId="{18923CA4-2A1E-4285-81FF-2717E4C88808}" dt="2024-11-16T07:55:25.643" v="358" actId="1076"/>
      <pc:docMkLst>
        <pc:docMk/>
      </pc:docMkLst>
      <pc:sldChg chg="addSp modSp del mod setBg setFolMasterObjs">
        <pc:chgData name="Alberto Ruiz" userId="47fa91d207cfb014" providerId="LiveId" clId="{18923CA4-2A1E-4285-81FF-2717E4C88808}" dt="2024-10-29T18:55:41.210" v="296" actId="47"/>
        <pc:sldMkLst>
          <pc:docMk/>
          <pc:sldMk cId="3956474913" sldId="263"/>
        </pc:sldMkLst>
        <pc:spChg chg="mod">
          <ac:chgData name="Alberto Ruiz" userId="47fa91d207cfb014" providerId="LiveId" clId="{18923CA4-2A1E-4285-81FF-2717E4C88808}" dt="2024-10-29T18:38:58.879" v="104" actId="26606"/>
          <ac:spMkLst>
            <pc:docMk/>
            <pc:sldMk cId="3956474913" sldId="263"/>
            <ac:spMk id="2" creationId="{38F104FD-6EA6-489A-BC5F-BFEE42927D9E}"/>
          </ac:spMkLst>
        </pc:spChg>
        <pc:spChg chg="mod">
          <ac:chgData name="Alberto Ruiz" userId="47fa91d207cfb014" providerId="LiveId" clId="{18923CA4-2A1E-4285-81FF-2717E4C88808}" dt="2024-10-29T18:38:58.879" v="104" actId="26606"/>
          <ac:spMkLst>
            <pc:docMk/>
            <pc:sldMk cId="3956474913" sldId="263"/>
            <ac:spMk id="8" creationId="{6AC0D201-8541-4F8C-B244-08116BCF1DAF}"/>
          </ac:spMkLst>
        </pc:spChg>
        <pc:spChg chg="add">
          <ac:chgData name="Alberto Ruiz" userId="47fa91d207cfb014" providerId="LiveId" clId="{18923CA4-2A1E-4285-81FF-2717E4C88808}" dt="2024-10-29T18:38:58.879" v="104" actId="26606"/>
          <ac:spMkLst>
            <pc:docMk/>
            <pc:sldMk cId="3956474913" sldId="263"/>
            <ac:spMk id="13" creationId="{815925C2-A704-4D47-B1C1-3FCA52512EC1}"/>
          </ac:spMkLst>
        </pc:spChg>
        <pc:spChg chg="add">
          <ac:chgData name="Alberto Ruiz" userId="47fa91d207cfb014" providerId="LiveId" clId="{18923CA4-2A1E-4285-81FF-2717E4C88808}" dt="2024-10-29T18:38:58.879" v="104" actId="26606"/>
          <ac:spMkLst>
            <pc:docMk/>
            <pc:sldMk cId="3956474913" sldId="263"/>
            <ac:spMk id="15" creationId="{01D4315C-C23C-4FD3-98DF-08C29E2292A8}"/>
          </ac:spMkLst>
        </pc:spChg>
        <pc:grpChg chg="add">
          <ac:chgData name="Alberto Ruiz" userId="47fa91d207cfb014" providerId="LiveId" clId="{18923CA4-2A1E-4285-81FF-2717E4C88808}" dt="2024-10-29T18:38:58.879" v="104" actId="26606"/>
          <ac:grpSpMkLst>
            <pc:docMk/>
            <pc:sldMk cId="3956474913" sldId="263"/>
            <ac:grpSpMk id="17" creationId="{5E6B47BC-43FD-4C91-8BFF-B41B99A8A39E}"/>
          </ac:grpSpMkLst>
        </pc:grpChg>
        <pc:grpChg chg="add">
          <ac:chgData name="Alberto Ruiz" userId="47fa91d207cfb014" providerId="LiveId" clId="{18923CA4-2A1E-4285-81FF-2717E4C88808}" dt="2024-10-29T18:38:58.879" v="104" actId="26606"/>
          <ac:grpSpMkLst>
            <pc:docMk/>
            <pc:sldMk cId="3956474913" sldId="263"/>
            <ac:grpSpMk id="21" creationId="{43F5E015-E085-4624-B431-B42414448684}"/>
          </ac:grpSpMkLst>
        </pc:grpChg>
      </pc:sldChg>
      <pc:sldChg chg="modSp del">
        <pc:chgData name="Alberto Ruiz" userId="47fa91d207cfb014" providerId="LiveId" clId="{18923CA4-2A1E-4285-81FF-2717E4C88808}" dt="2024-10-29T18:36:53.260" v="93" actId="47"/>
        <pc:sldMkLst>
          <pc:docMk/>
          <pc:sldMk cId="0" sldId="292"/>
        </pc:sldMkLst>
        <pc:picChg chg="mod">
          <ac:chgData name="Alberto Ruiz" userId="47fa91d207cfb014" providerId="LiveId" clId="{18923CA4-2A1E-4285-81FF-2717E4C88808}" dt="2024-10-29T18:36:37.426" v="59"/>
          <ac:picMkLst>
            <pc:docMk/>
            <pc:sldMk cId="0" sldId="292"/>
            <ac:picMk id="8" creationId="{770ED0C0-84B5-52ED-3313-293B1110F1F6}"/>
          </ac:picMkLst>
        </pc:picChg>
      </pc:sldChg>
      <pc:sldChg chg="modSp del mod">
        <pc:chgData name="Alberto Ruiz" userId="47fa91d207cfb014" providerId="LiveId" clId="{18923CA4-2A1E-4285-81FF-2717E4C88808}" dt="2024-10-29T18:55:43.159" v="303" actId="47"/>
        <pc:sldMkLst>
          <pc:docMk/>
          <pc:sldMk cId="0" sldId="307"/>
        </pc:sldMkLst>
        <pc:spChg chg="mod">
          <ac:chgData name="Alberto Ruiz" userId="47fa91d207cfb014" providerId="LiveId" clId="{18923CA4-2A1E-4285-81FF-2717E4C88808}" dt="2024-10-29T18:50:47.421" v="274" actId="14100"/>
          <ac:spMkLst>
            <pc:docMk/>
            <pc:sldMk cId="0" sldId="307"/>
            <ac:spMk id="9" creationId="{F4046F34-927F-6E01-9598-E655179692B5}"/>
          </ac:spMkLst>
        </pc:spChg>
        <pc:picChg chg="mod">
          <ac:chgData name="Alberto Ruiz" userId="47fa91d207cfb014" providerId="LiveId" clId="{18923CA4-2A1E-4285-81FF-2717E4C88808}" dt="2024-10-29T18:50:52.822" v="276" actId="14100"/>
          <ac:picMkLst>
            <pc:docMk/>
            <pc:sldMk cId="0" sldId="307"/>
            <ac:picMk id="5" creationId="{3A364F60-6E52-40C5-B2FF-7D58F1D1363A}"/>
          </ac:picMkLst>
        </pc:picChg>
      </pc:sldChg>
      <pc:sldChg chg="addSp delSp modSp mod">
        <pc:chgData name="Alberto Ruiz" userId="47fa91d207cfb014" providerId="LiveId" clId="{18923CA4-2A1E-4285-81FF-2717E4C88808}" dt="2024-10-29T18:49:00.255" v="263" actId="1076"/>
        <pc:sldMkLst>
          <pc:docMk/>
          <pc:sldMk cId="1395634490" sldId="308"/>
        </pc:sldMkLst>
        <pc:spChg chg="del">
          <ac:chgData name="Alberto Ruiz" userId="47fa91d207cfb014" providerId="LiveId" clId="{18923CA4-2A1E-4285-81FF-2717E4C88808}" dt="2024-10-29T18:48:45.615" v="258" actId="478"/>
          <ac:spMkLst>
            <pc:docMk/>
            <pc:sldMk cId="1395634490" sldId="308"/>
            <ac:spMk id="2" creationId="{138ED14F-CB4F-B3F5-FAE3-A4C6D3C0F1FA}"/>
          </ac:spMkLst>
        </pc:spChg>
        <pc:spChg chg="mod">
          <ac:chgData name="Alberto Ruiz" userId="47fa91d207cfb014" providerId="LiveId" clId="{18923CA4-2A1E-4285-81FF-2717E4C88808}" dt="2024-10-29T18:49:00.255" v="263" actId="1076"/>
          <ac:spMkLst>
            <pc:docMk/>
            <pc:sldMk cId="1395634490" sldId="308"/>
            <ac:spMk id="3" creationId="{07E4E141-ADD2-6BE1-1B42-24436F5D8AA8}"/>
          </ac:spMkLst>
        </pc:spChg>
        <pc:spChg chg="add del mod">
          <ac:chgData name="Alberto Ruiz" userId="47fa91d207cfb014" providerId="LiveId" clId="{18923CA4-2A1E-4285-81FF-2717E4C88808}" dt="2024-10-29T18:34:57.334" v="3" actId="478"/>
          <ac:spMkLst>
            <pc:docMk/>
            <pc:sldMk cId="1395634490" sldId="308"/>
            <ac:spMk id="7" creationId="{841FC6CC-887A-4713-1CE0-360A8EB67CF8}"/>
          </ac:spMkLst>
        </pc:spChg>
        <pc:spChg chg="add del mod">
          <ac:chgData name="Alberto Ruiz" userId="47fa91d207cfb014" providerId="LiveId" clId="{18923CA4-2A1E-4285-81FF-2717E4C88808}" dt="2024-10-29T18:47:56.783" v="247" actId="478"/>
          <ac:spMkLst>
            <pc:docMk/>
            <pc:sldMk cId="1395634490" sldId="308"/>
            <ac:spMk id="10" creationId="{CCB52EFD-162A-C6E2-1769-C71024861C57}"/>
          </ac:spMkLst>
        </pc:spChg>
        <pc:spChg chg="del">
          <ac:chgData name="Alberto Ruiz" userId="47fa91d207cfb014" providerId="LiveId" clId="{18923CA4-2A1E-4285-81FF-2717E4C88808}" dt="2024-10-29T18:34:52.351" v="1" actId="478"/>
          <ac:spMkLst>
            <pc:docMk/>
            <pc:sldMk cId="1395634490" sldId="308"/>
            <ac:spMk id="350" creationId="{00000000-0000-0000-0000-000000000000}"/>
          </ac:spMkLst>
        </pc:spChg>
        <pc:spChg chg="mod">
          <ac:chgData name="Alberto Ruiz" userId="47fa91d207cfb014" providerId="LiveId" clId="{18923CA4-2A1E-4285-81FF-2717E4C88808}" dt="2024-10-29T18:48:32.883" v="254" actId="207"/>
          <ac:spMkLst>
            <pc:docMk/>
            <pc:sldMk cId="1395634490" sldId="308"/>
            <ac:spMk id="351" creationId="{00000000-0000-0000-0000-000000000000}"/>
          </ac:spMkLst>
        </pc:spChg>
        <pc:spChg chg="del">
          <ac:chgData name="Alberto Ruiz" userId="47fa91d207cfb014" providerId="LiveId" clId="{18923CA4-2A1E-4285-81FF-2717E4C88808}" dt="2024-10-29T18:48:44.657" v="257" actId="478"/>
          <ac:spMkLst>
            <pc:docMk/>
            <pc:sldMk cId="1395634490" sldId="308"/>
            <ac:spMk id="354" creationId="{00000000-0000-0000-0000-000000000000}"/>
          </ac:spMkLst>
        </pc:spChg>
        <pc:graphicFrameChg chg="add mod">
          <ac:chgData name="Alberto Ruiz" userId="47fa91d207cfb014" providerId="LiveId" clId="{18923CA4-2A1E-4285-81FF-2717E4C88808}" dt="2024-10-29T18:48:04.315" v="249"/>
          <ac:graphicFrameMkLst>
            <pc:docMk/>
            <pc:sldMk cId="1395634490" sldId="308"/>
            <ac:graphicFrameMk id="11" creationId="{99387CFF-7AB5-6739-9B55-5C3E8D34EEED}"/>
          </ac:graphicFrameMkLst>
        </pc:graphicFrameChg>
        <pc:picChg chg="del">
          <ac:chgData name="Alberto Ruiz" userId="47fa91d207cfb014" providerId="LiveId" clId="{18923CA4-2A1E-4285-81FF-2717E4C88808}" dt="2024-10-29T18:34:50.151" v="0" actId="478"/>
          <ac:picMkLst>
            <pc:docMk/>
            <pc:sldMk cId="1395634490" sldId="308"/>
            <ac:picMk id="6" creationId="{EAB6C21C-088B-1C1F-8692-22F35876EB23}"/>
          </ac:picMkLst>
        </pc:picChg>
        <pc:picChg chg="add del mod">
          <ac:chgData name="Alberto Ruiz" userId="47fa91d207cfb014" providerId="LiveId" clId="{18923CA4-2A1E-4285-81FF-2717E4C88808}" dt="2024-10-29T18:47:54.055" v="246" actId="478"/>
          <ac:picMkLst>
            <pc:docMk/>
            <pc:sldMk cId="1395634490" sldId="308"/>
            <ac:picMk id="9" creationId="{11E5B9EF-BE92-BD17-6541-0F6A652D4323}"/>
          </ac:picMkLst>
        </pc:picChg>
        <pc:picChg chg="add mod ord">
          <ac:chgData name="Alberto Ruiz" userId="47fa91d207cfb014" providerId="LiveId" clId="{18923CA4-2A1E-4285-81FF-2717E4C88808}" dt="2024-10-29T18:48:14.501" v="251" actId="167"/>
          <ac:picMkLst>
            <pc:docMk/>
            <pc:sldMk cId="1395634490" sldId="308"/>
            <ac:picMk id="12" creationId="{3A387F75-C8A0-B96F-5701-A37BC92859C6}"/>
          </ac:picMkLst>
        </pc:picChg>
      </pc:sldChg>
      <pc:sldChg chg="del">
        <pc:chgData name="Alberto Ruiz" userId="47fa91d207cfb014" providerId="LiveId" clId="{18923CA4-2A1E-4285-81FF-2717E4C88808}" dt="2024-10-29T18:55:47.436" v="316" actId="47"/>
        <pc:sldMkLst>
          <pc:docMk/>
          <pc:sldMk cId="0" sldId="311"/>
        </pc:sldMkLst>
      </pc:sldChg>
      <pc:sldChg chg="del">
        <pc:chgData name="Alberto Ruiz" userId="47fa91d207cfb014" providerId="LiveId" clId="{18923CA4-2A1E-4285-81FF-2717E4C88808}" dt="2024-10-29T18:55:41.889" v="299" actId="47"/>
        <pc:sldMkLst>
          <pc:docMk/>
          <pc:sldMk cId="0" sldId="312"/>
        </pc:sldMkLst>
      </pc:sldChg>
      <pc:sldChg chg="modSp del">
        <pc:chgData name="Alberto Ruiz" userId="47fa91d207cfb014" providerId="LiveId" clId="{18923CA4-2A1E-4285-81FF-2717E4C88808}" dt="2024-10-29T18:55:42.707" v="301" actId="47"/>
        <pc:sldMkLst>
          <pc:docMk/>
          <pc:sldMk cId="0" sldId="314"/>
        </pc:sldMkLst>
        <pc:spChg chg="mod">
          <ac:chgData name="Alberto Ruiz" userId="47fa91d207cfb014" providerId="LiveId" clId="{18923CA4-2A1E-4285-81FF-2717E4C88808}" dt="2024-10-29T18:36:37.426" v="59"/>
          <ac:spMkLst>
            <pc:docMk/>
            <pc:sldMk cId="0" sldId="314"/>
            <ac:spMk id="195" creationId="{00000000-0000-0000-0000-000000000000}"/>
          </ac:spMkLst>
        </pc:spChg>
      </pc:sldChg>
      <pc:sldChg chg="del">
        <pc:chgData name="Alberto Ruiz" userId="47fa91d207cfb014" providerId="LiveId" clId="{18923CA4-2A1E-4285-81FF-2717E4C88808}" dt="2024-10-29T18:55:42.961" v="302" actId="47"/>
        <pc:sldMkLst>
          <pc:docMk/>
          <pc:sldMk cId="0" sldId="315"/>
        </pc:sldMkLst>
      </pc:sldChg>
      <pc:sldChg chg="modSp del mod">
        <pc:chgData name="Alberto Ruiz" userId="47fa91d207cfb014" providerId="LiveId" clId="{18923CA4-2A1E-4285-81FF-2717E4C88808}" dt="2024-10-29T18:55:56.362" v="336" actId="47"/>
        <pc:sldMkLst>
          <pc:docMk/>
          <pc:sldMk cId="0" sldId="319"/>
        </pc:sldMkLst>
        <pc:spChg chg="mod">
          <ac:chgData name="Alberto Ruiz" userId="47fa91d207cfb014" providerId="LiveId" clId="{18923CA4-2A1E-4285-81FF-2717E4C88808}" dt="2024-10-29T18:42:00.050" v="142" actId="207"/>
          <ac:spMkLst>
            <pc:docMk/>
            <pc:sldMk cId="0" sldId="319"/>
            <ac:spMk id="256" creationId="{00000000-0000-0000-0000-000000000000}"/>
          </ac:spMkLst>
        </pc:spChg>
      </pc:sldChg>
      <pc:sldChg chg="addSp modSp mod setBg setFolMasterObjs">
        <pc:chgData name="Alberto Ruiz" userId="47fa91d207cfb014" providerId="LiveId" clId="{18923CA4-2A1E-4285-81FF-2717E4C88808}" dt="2024-10-29T18:44:06.817" v="164" actId="26606"/>
        <pc:sldMkLst>
          <pc:docMk/>
          <pc:sldMk cId="0" sldId="321"/>
        </pc:sldMkLst>
        <pc:spChg chg="mod">
          <ac:chgData name="Alberto Ruiz" userId="47fa91d207cfb014" providerId="LiveId" clId="{18923CA4-2A1E-4285-81FF-2717E4C88808}" dt="2024-10-29T18:44:06.817" v="164" actId="26606"/>
          <ac:spMkLst>
            <pc:docMk/>
            <pc:sldMk cId="0" sldId="321"/>
            <ac:spMk id="267" creationId="{00000000-0000-0000-0000-000000000000}"/>
          </ac:spMkLst>
        </pc:spChg>
        <pc:spChg chg="add">
          <ac:chgData name="Alberto Ruiz" userId="47fa91d207cfb014" providerId="LiveId" clId="{18923CA4-2A1E-4285-81FF-2717E4C88808}" dt="2024-10-29T18:44:06.817" v="164" actId="26606"/>
          <ac:spMkLst>
            <pc:docMk/>
            <pc:sldMk cId="0" sldId="321"/>
            <ac:spMk id="272" creationId="{B7BD7FCF-A254-4A97-A15C-319B67622677}"/>
          </ac:spMkLst>
        </pc:spChg>
        <pc:spChg chg="add">
          <ac:chgData name="Alberto Ruiz" userId="47fa91d207cfb014" providerId="LiveId" clId="{18923CA4-2A1E-4285-81FF-2717E4C88808}" dt="2024-10-29T18:44:06.817" v="164" actId="26606"/>
          <ac:spMkLst>
            <pc:docMk/>
            <pc:sldMk cId="0" sldId="321"/>
            <ac:spMk id="274" creationId="{52FFAF72-6204-4676-9C6F-9A4CC4D91805}"/>
          </ac:spMkLst>
        </pc:spChg>
        <pc:picChg chg="mod">
          <ac:chgData name="Alberto Ruiz" userId="47fa91d207cfb014" providerId="LiveId" clId="{18923CA4-2A1E-4285-81FF-2717E4C88808}" dt="2024-10-29T18:44:06.817" v="164" actId="26606"/>
          <ac:picMkLst>
            <pc:docMk/>
            <pc:sldMk cId="0" sldId="321"/>
            <ac:picMk id="3" creationId="{3FA7985C-4B6D-C71E-9935-7D5A408B1C0F}"/>
          </ac:picMkLst>
        </pc:picChg>
      </pc:sldChg>
      <pc:sldChg chg="del">
        <pc:chgData name="Alberto Ruiz" userId="47fa91d207cfb014" providerId="LiveId" clId="{18923CA4-2A1E-4285-81FF-2717E4C88808}" dt="2024-10-29T18:55:56.786" v="337" actId="47"/>
        <pc:sldMkLst>
          <pc:docMk/>
          <pc:sldMk cId="0" sldId="322"/>
        </pc:sldMkLst>
      </pc:sldChg>
      <pc:sldChg chg="modSp del mod">
        <pc:chgData name="Alberto Ruiz" userId="47fa91d207cfb014" providerId="LiveId" clId="{18923CA4-2A1E-4285-81FF-2717E4C88808}" dt="2024-10-29T18:55:59.327" v="341" actId="47"/>
        <pc:sldMkLst>
          <pc:docMk/>
          <pc:sldMk cId="0" sldId="323"/>
        </pc:sldMkLst>
        <pc:spChg chg="mod">
          <ac:chgData name="Alberto Ruiz" userId="47fa91d207cfb014" providerId="LiveId" clId="{18923CA4-2A1E-4285-81FF-2717E4C88808}" dt="2024-10-29T18:42:13.850" v="145" actId="207"/>
          <ac:spMkLst>
            <pc:docMk/>
            <pc:sldMk cId="0" sldId="323"/>
            <ac:spMk id="3" creationId="{838BCAD5-4C40-A4D0-BF5D-396B66570953}"/>
          </ac:spMkLst>
        </pc:spChg>
        <pc:spChg chg="mod">
          <ac:chgData name="Alberto Ruiz" userId="47fa91d207cfb014" providerId="LiveId" clId="{18923CA4-2A1E-4285-81FF-2717E4C88808}" dt="2024-10-29T18:42:16.881" v="146" actId="207"/>
          <ac:spMkLst>
            <pc:docMk/>
            <pc:sldMk cId="0" sldId="323"/>
            <ac:spMk id="6" creationId="{3ADFC845-8D04-EF9F-1300-04760D6E5E90}"/>
          </ac:spMkLst>
        </pc:spChg>
        <pc:spChg chg="mod">
          <ac:chgData name="Alberto Ruiz" userId="47fa91d207cfb014" providerId="LiveId" clId="{18923CA4-2A1E-4285-81FF-2717E4C88808}" dt="2024-10-29T18:36:37.693" v="78" actId="27636"/>
          <ac:spMkLst>
            <pc:docMk/>
            <pc:sldMk cId="0" sldId="323"/>
            <ac:spMk id="7" creationId="{E3631D22-7ECB-861A-4407-ECB8788E23BE}"/>
          </ac:spMkLst>
        </pc:spChg>
        <pc:spChg chg="mod">
          <ac:chgData name="Alberto Ruiz" userId="47fa91d207cfb014" providerId="LiveId" clId="{18923CA4-2A1E-4285-81FF-2717E4C88808}" dt="2024-10-29T18:42:10.689" v="144" actId="207"/>
          <ac:spMkLst>
            <pc:docMk/>
            <pc:sldMk cId="0" sldId="323"/>
            <ac:spMk id="299" creationId="{00000000-0000-0000-0000-000000000000}"/>
          </ac:spMkLst>
        </pc:spChg>
      </pc:sldChg>
      <pc:sldChg chg="del">
        <pc:chgData name="Alberto Ruiz" userId="47fa91d207cfb014" providerId="LiveId" clId="{18923CA4-2A1E-4285-81FF-2717E4C88808}" dt="2024-10-29T18:56:00.122" v="343" actId="47"/>
        <pc:sldMkLst>
          <pc:docMk/>
          <pc:sldMk cId="0" sldId="324"/>
        </pc:sldMkLst>
      </pc:sldChg>
      <pc:sldChg chg="modSp del mod">
        <pc:chgData name="Alberto Ruiz" userId="47fa91d207cfb014" providerId="LiveId" clId="{18923CA4-2A1E-4285-81FF-2717E4C88808}" dt="2024-10-29T18:55:59.887" v="342" actId="47"/>
        <pc:sldMkLst>
          <pc:docMk/>
          <pc:sldMk cId="0" sldId="325"/>
        </pc:sldMkLst>
        <pc:spChg chg="mod">
          <ac:chgData name="Alberto Ruiz" userId="47fa91d207cfb014" providerId="LiveId" clId="{18923CA4-2A1E-4285-81FF-2717E4C88808}" dt="2024-10-29T18:42:51.513" v="151" actId="207"/>
          <ac:spMkLst>
            <pc:docMk/>
            <pc:sldMk cId="0" sldId="325"/>
            <ac:spMk id="11" creationId="{2588F72F-3B6E-45EB-9ADF-BB23FFB8139B}"/>
          </ac:spMkLst>
        </pc:spChg>
        <pc:spChg chg="mod">
          <ac:chgData name="Alberto Ruiz" userId="47fa91d207cfb014" providerId="LiveId" clId="{18923CA4-2A1E-4285-81FF-2717E4C88808}" dt="2024-10-29T18:42:58.731" v="152" actId="207"/>
          <ac:spMkLst>
            <pc:docMk/>
            <pc:sldMk cId="0" sldId="325"/>
            <ac:spMk id="13" creationId="{C8D50D93-0D72-48C5-92D3-D33DAB0290AE}"/>
          </ac:spMkLst>
        </pc:spChg>
        <pc:spChg chg="mod">
          <ac:chgData name="Alberto Ruiz" userId="47fa91d207cfb014" providerId="LiveId" clId="{18923CA4-2A1E-4285-81FF-2717E4C88808}" dt="2024-10-29T18:43:04.383" v="153" actId="207"/>
          <ac:spMkLst>
            <pc:docMk/>
            <pc:sldMk cId="0" sldId="325"/>
            <ac:spMk id="15" creationId="{B6ED52A5-388F-407E-85A4-2EAA381BB219}"/>
          </ac:spMkLst>
        </pc:spChg>
        <pc:spChg chg="mod">
          <ac:chgData name="Alberto Ruiz" userId="47fa91d207cfb014" providerId="LiveId" clId="{18923CA4-2A1E-4285-81FF-2717E4C88808}" dt="2024-10-29T18:42:43.286" v="150" actId="207"/>
          <ac:spMkLst>
            <pc:docMk/>
            <pc:sldMk cId="0" sldId="325"/>
            <ac:spMk id="314" creationId="{00000000-0000-0000-0000-000000000000}"/>
          </ac:spMkLst>
        </pc:spChg>
        <pc:spChg chg="mod">
          <ac:chgData name="Alberto Ruiz" userId="47fa91d207cfb014" providerId="LiveId" clId="{18923CA4-2A1E-4285-81FF-2717E4C88808}" dt="2024-10-29T18:42:43.286" v="150" actId="207"/>
          <ac:spMkLst>
            <pc:docMk/>
            <pc:sldMk cId="0" sldId="325"/>
            <ac:spMk id="315" creationId="{00000000-0000-0000-0000-000000000000}"/>
          </ac:spMkLst>
        </pc:spChg>
        <pc:spChg chg="mod">
          <ac:chgData name="Alberto Ruiz" userId="47fa91d207cfb014" providerId="LiveId" clId="{18923CA4-2A1E-4285-81FF-2717E4C88808}" dt="2024-10-29T18:42:43.286" v="150" actId="207"/>
          <ac:spMkLst>
            <pc:docMk/>
            <pc:sldMk cId="0" sldId="325"/>
            <ac:spMk id="316" creationId="{00000000-0000-0000-0000-000000000000}"/>
          </ac:spMkLst>
        </pc:spChg>
        <pc:spChg chg="mod">
          <ac:chgData name="Alberto Ruiz" userId="47fa91d207cfb014" providerId="LiveId" clId="{18923CA4-2A1E-4285-81FF-2717E4C88808}" dt="2024-10-29T18:42:43.286" v="150" actId="207"/>
          <ac:spMkLst>
            <pc:docMk/>
            <pc:sldMk cId="0" sldId="325"/>
            <ac:spMk id="317" creationId="{00000000-0000-0000-0000-000000000000}"/>
          </ac:spMkLst>
        </pc:spChg>
        <pc:spChg chg="mod">
          <ac:chgData name="Alberto Ruiz" userId="47fa91d207cfb014" providerId="LiveId" clId="{18923CA4-2A1E-4285-81FF-2717E4C88808}" dt="2024-10-29T18:42:43.286" v="150" actId="207"/>
          <ac:spMkLst>
            <pc:docMk/>
            <pc:sldMk cId="0" sldId="325"/>
            <ac:spMk id="318" creationId="{00000000-0000-0000-0000-000000000000}"/>
          </ac:spMkLst>
        </pc:spChg>
        <pc:spChg chg="mod">
          <ac:chgData name="Alberto Ruiz" userId="47fa91d207cfb014" providerId="LiveId" clId="{18923CA4-2A1E-4285-81FF-2717E4C88808}" dt="2024-10-29T18:42:43.286" v="150" actId="207"/>
          <ac:spMkLst>
            <pc:docMk/>
            <pc:sldMk cId="0" sldId="325"/>
            <ac:spMk id="319" creationId="{00000000-0000-0000-0000-000000000000}"/>
          </ac:spMkLst>
        </pc:spChg>
        <pc:grpChg chg="mod">
          <ac:chgData name="Alberto Ruiz" userId="47fa91d207cfb014" providerId="LiveId" clId="{18923CA4-2A1E-4285-81FF-2717E4C88808}" dt="2024-10-29T18:42:38.722" v="149" actId="207"/>
          <ac:grpSpMkLst>
            <pc:docMk/>
            <pc:sldMk cId="0" sldId="325"/>
            <ac:grpSpMk id="313" creationId="{00000000-0000-0000-0000-000000000000}"/>
          </ac:grpSpMkLst>
        </pc:grpChg>
      </pc:sldChg>
      <pc:sldChg chg="addSp modSp mod setBg setFolMasterObjs">
        <pc:chgData name="Alberto Ruiz" userId="47fa91d207cfb014" providerId="LiveId" clId="{18923CA4-2A1E-4285-81FF-2717E4C88808}" dt="2024-10-29T18:44:54.324" v="179" actId="207"/>
        <pc:sldMkLst>
          <pc:docMk/>
          <pc:sldMk cId="0" sldId="326"/>
        </pc:sldMkLst>
        <pc:spChg chg="mod">
          <ac:chgData name="Alberto Ruiz" userId="47fa91d207cfb014" providerId="LiveId" clId="{18923CA4-2A1E-4285-81FF-2717E4C88808}" dt="2024-10-29T18:44:51.529" v="178" actId="26606"/>
          <ac:spMkLst>
            <pc:docMk/>
            <pc:sldMk cId="0" sldId="326"/>
            <ac:spMk id="324" creationId="{00000000-0000-0000-0000-000000000000}"/>
          </ac:spMkLst>
        </pc:spChg>
        <pc:spChg chg="mod">
          <ac:chgData name="Alberto Ruiz" userId="47fa91d207cfb014" providerId="LiveId" clId="{18923CA4-2A1E-4285-81FF-2717E4C88808}" dt="2024-10-29T18:44:54.324" v="179" actId="207"/>
          <ac:spMkLst>
            <pc:docMk/>
            <pc:sldMk cId="0" sldId="326"/>
            <ac:spMk id="325" creationId="{00000000-0000-0000-0000-000000000000}"/>
          </ac:spMkLst>
        </pc:spChg>
        <pc:spChg chg="add">
          <ac:chgData name="Alberto Ruiz" userId="47fa91d207cfb014" providerId="LiveId" clId="{18923CA4-2A1E-4285-81FF-2717E4C88808}" dt="2024-10-29T18:44:51.529" v="178" actId="26606"/>
          <ac:spMkLst>
            <pc:docMk/>
            <pc:sldMk cId="0" sldId="326"/>
            <ac:spMk id="330" creationId="{45D37F4E-DDB4-456B-97E0-9937730A039F}"/>
          </ac:spMkLst>
        </pc:spChg>
        <pc:spChg chg="add">
          <ac:chgData name="Alberto Ruiz" userId="47fa91d207cfb014" providerId="LiveId" clId="{18923CA4-2A1E-4285-81FF-2717E4C88808}" dt="2024-10-29T18:44:51.529" v="178" actId="26606"/>
          <ac:spMkLst>
            <pc:docMk/>
            <pc:sldMk cId="0" sldId="326"/>
            <ac:spMk id="332" creationId="{B2DD41CD-8F47-4F56-AD12-4E2FF7696987}"/>
          </ac:spMkLst>
        </pc:spChg>
        <pc:picChg chg="mod">
          <ac:chgData name="Alberto Ruiz" userId="47fa91d207cfb014" providerId="LiveId" clId="{18923CA4-2A1E-4285-81FF-2717E4C88808}" dt="2024-10-29T18:44:51.529" v="178" actId="26606"/>
          <ac:picMkLst>
            <pc:docMk/>
            <pc:sldMk cId="0" sldId="326"/>
            <ac:picMk id="2" creationId="{D9B9625C-ACC8-F669-0D00-E0CAE33C8713}"/>
          </ac:picMkLst>
        </pc:picChg>
      </pc:sldChg>
      <pc:sldChg chg="addSp modSp mod setBg setFolMasterObjs">
        <pc:chgData name="Alberto Ruiz" userId="47fa91d207cfb014" providerId="LiveId" clId="{18923CA4-2A1E-4285-81FF-2717E4C88808}" dt="2024-10-29T18:45:09.579" v="182" actId="207"/>
        <pc:sldMkLst>
          <pc:docMk/>
          <pc:sldMk cId="0" sldId="327"/>
        </pc:sldMkLst>
        <pc:spChg chg="mod">
          <ac:chgData name="Alberto Ruiz" userId="47fa91d207cfb014" providerId="LiveId" clId="{18923CA4-2A1E-4285-81FF-2717E4C88808}" dt="2024-10-29T18:44:59.684" v="180" actId="26606"/>
          <ac:spMkLst>
            <pc:docMk/>
            <pc:sldMk cId="0" sldId="327"/>
            <ac:spMk id="331" creationId="{00000000-0000-0000-0000-000000000000}"/>
          </ac:spMkLst>
        </pc:spChg>
        <pc:spChg chg="mod">
          <ac:chgData name="Alberto Ruiz" userId="47fa91d207cfb014" providerId="LiveId" clId="{18923CA4-2A1E-4285-81FF-2717E4C88808}" dt="2024-10-29T18:45:09.579" v="182" actId="207"/>
          <ac:spMkLst>
            <pc:docMk/>
            <pc:sldMk cId="0" sldId="327"/>
            <ac:spMk id="332" creationId="{00000000-0000-0000-0000-000000000000}"/>
          </ac:spMkLst>
        </pc:spChg>
        <pc:spChg chg="add">
          <ac:chgData name="Alberto Ruiz" userId="47fa91d207cfb014" providerId="LiveId" clId="{18923CA4-2A1E-4285-81FF-2717E4C88808}" dt="2024-10-29T18:44:59.684" v="180" actId="26606"/>
          <ac:spMkLst>
            <pc:docMk/>
            <pc:sldMk cId="0" sldId="327"/>
            <ac:spMk id="337" creationId="{45D37F4E-DDB4-456B-97E0-9937730A039F}"/>
          </ac:spMkLst>
        </pc:spChg>
        <pc:spChg chg="add">
          <ac:chgData name="Alberto Ruiz" userId="47fa91d207cfb014" providerId="LiveId" clId="{18923CA4-2A1E-4285-81FF-2717E4C88808}" dt="2024-10-29T18:44:59.684" v="180" actId="26606"/>
          <ac:spMkLst>
            <pc:docMk/>
            <pc:sldMk cId="0" sldId="327"/>
            <ac:spMk id="339" creationId="{B2DD41CD-8F47-4F56-AD12-4E2FF7696987}"/>
          </ac:spMkLst>
        </pc:spChg>
        <pc:picChg chg="mod">
          <ac:chgData name="Alberto Ruiz" userId="47fa91d207cfb014" providerId="LiveId" clId="{18923CA4-2A1E-4285-81FF-2717E4C88808}" dt="2024-10-29T18:44:59.684" v="180" actId="26606"/>
          <ac:picMkLst>
            <pc:docMk/>
            <pc:sldMk cId="0" sldId="327"/>
            <ac:picMk id="2" creationId="{B0E72B32-A1EE-DE7B-CA8C-EA52F35FBF38}"/>
          </ac:picMkLst>
        </pc:picChg>
      </pc:sldChg>
      <pc:sldChg chg="del">
        <pc:chgData name="Alberto Ruiz" userId="47fa91d207cfb014" providerId="LiveId" clId="{18923CA4-2A1E-4285-81FF-2717E4C88808}" dt="2024-10-29T18:55:47.888" v="317" actId="47"/>
        <pc:sldMkLst>
          <pc:docMk/>
          <pc:sldMk cId="2493786939" sldId="329"/>
        </pc:sldMkLst>
      </pc:sldChg>
      <pc:sldChg chg="addSp modSp del mod setBg setFolMasterObjs">
        <pc:chgData name="Alberto Ruiz" userId="47fa91d207cfb014" providerId="LiveId" clId="{18923CA4-2A1E-4285-81FF-2717E4C88808}" dt="2024-10-29T18:55:48.291" v="318" actId="47"/>
        <pc:sldMkLst>
          <pc:docMk/>
          <pc:sldMk cId="1380981821" sldId="330"/>
        </pc:sldMkLst>
        <pc:spChg chg="mod">
          <ac:chgData name="Alberto Ruiz" userId="47fa91d207cfb014" providerId="LiveId" clId="{18923CA4-2A1E-4285-81FF-2717E4C88808}" dt="2024-10-29T18:40:44.539" v="123" actId="26606"/>
          <ac:spMkLst>
            <pc:docMk/>
            <pc:sldMk cId="1380981821" sldId="330"/>
            <ac:spMk id="9" creationId="{2AE6ED48-D3C1-4640-8145-FF90923757ED}"/>
          </ac:spMkLst>
        </pc:spChg>
        <pc:spChg chg="mod">
          <ac:chgData name="Alberto Ruiz" userId="47fa91d207cfb014" providerId="LiveId" clId="{18923CA4-2A1E-4285-81FF-2717E4C88808}" dt="2024-10-29T18:40:44.539" v="123" actId="26606"/>
          <ac:spMkLst>
            <pc:docMk/>
            <pc:sldMk cId="1380981821" sldId="330"/>
            <ac:spMk id="21" creationId="{A408FE3B-4335-46D6-9BE6-2B94BBD190FB}"/>
          </ac:spMkLst>
        </pc:spChg>
        <pc:spChg chg="add">
          <ac:chgData name="Alberto Ruiz" userId="47fa91d207cfb014" providerId="LiveId" clId="{18923CA4-2A1E-4285-81FF-2717E4C88808}" dt="2024-10-29T18:40:44.539" v="123" actId="26606"/>
          <ac:spMkLst>
            <pc:docMk/>
            <pc:sldMk cId="1380981821" sldId="330"/>
            <ac:spMk id="27" creationId="{45D37F4E-DDB4-456B-97E0-9937730A039F}"/>
          </ac:spMkLst>
        </pc:spChg>
        <pc:spChg chg="add">
          <ac:chgData name="Alberto Ruiz" userId="47fa91d207cfb014" providerId="LiveId" clId="{18923CA4-2A1E-4285-81FF-2717E4C88808}" dt="2024-10-29T18:40:44.539" v="123" actId="26606"/>
          <ac:spMkLst>
            <pc:docMk/>
            <pc:sldMk cId="1380981821" sldId="330"/>
            <ac:spMk id="29" creationId="{B2DD41CD-8F47-4F56-AD12-4E2FF7696987}"/>
          </ac:spMkLst>
        </pc:spChg>
        <pc:picChg chg="mod">
          <ac:chgData name="Alberto Ruiz" userId="47fa91d207cfb014" providerId="LiveId" clId="{18923CA4-2A1E-4285-81FF-2717E4C88808}" dt="2024-10-29T18:40:44.539" v="123" actId="26606"/>
          <ac:picMkLst>
            <pc:docMk/>
            <pc:sldMk cId="1380981821" sldId="330"/>
            <ac:picMk id="3" creationId="{23E33769-EC2D-3238-7A9E-298F6AF34B80}"/>
          </ac:picMkLst>
        </pc:picChg>
        <pc:picChg chg="ord">
          <ac:chgData name="Alberto Ruiz" userId="47fa91d207cfb014" providerId="LiveId" clId="{18923CA4-2A1E-4285-81FF-2717E4C88808}" dt="2024-10-29T18:40:44.539" v="123" actId="26606"/>
          <ac:picMkLst>
            <pc:docMk/>
            <pc:sldMk cId="1380981821" sldId="330"/>
            <ac:picMk id="22" creationId="{F0C050AB-9288-4577-A6F6-36CB8CBC3CC9}"/>
          </ac:picMkLst>
        </pc:picChg>
      </pc:sldChg>
      <pc:sldChg chg="addSp modSp del mod setBg setFolMasterObjs">
        <pc:chgData name="Alberto Ruiz" userId="47fa91d207cfb014" providerId="LiveId" clId="{18923CA4-2A1E-4285-81FF-2717E4C88808}" dt="2024-10-29T18:55:48.646" v="319" actId="47"/>
        <pc:sldMkLst>
          <pc:docMk/>
          <pc:sldMk cId="0" sldId="332"/>
        </pc:sldMkLst>
        <pc:spChg chg="mod">
          <ac:chgData name="Alberto Ruiz" userId="47fa91d207cfb014" providerId="LiveId" clId="{18923CA4-2A1E-4285-81FF-2717E4C88808}" dt="2024-10-29T18:40:41.938" v="122" actId="26606"/>
          <ac:spMkLst>
            <pc:docMk/>
            <pc:sldMk cId="0" sldId="332"/>
            <ac:spMk id="389" creationId="{00000000-0000-0000-0000-000000000000}"/>
          </ac:spMkLst>
        </pc:spChg>
        <pc:spChg chg="mod">
          <ac:chgData name="Alberto Ruiz" userId="47fa91d207cfb014" providerId="LiveId" clId="{18923CA4-2A1E-4285-81FF-2717E4C88808}" dt="2024-10-29T18:40:41.938" v="122" actId="26606"/>
          <ac:spMkLst>
            <pc:docMk/>
            <pc:sldMk cId="0" sldId="332"/>
            <ac:spMk id="390" creationId="{00000000-0000-0000-0000-000000000000}"/>
          </ac:spMkLst>
        </pc:spChg>
        <pc:spChg chg="add">
          <ac:chgData name="Alberto Ruiz" userId="47fa91d207cfb014" providerId="LiveId" clId="{18923CA4-2A1E-4285-81FF-2717E4C88808}" dt="2024-10-29T18:40:41.938" v="122" actId="26606"/>
          <ac:spMkLst>
            <pc:docMk/>
            <pc:sldMk cId="0" sldId="332"/>
            <ac:spMk id="396" creationId="{352BEC0E-22F8-46D0-9632-375DB541B06C}"/>
          </ac:spMkLst>
        </pc:spChg>
        <pc:spChg chg="add">
          <ac:chgData name="Alberto Ruiz" userId="47fa91d207cfb014" providerId="LiveId" clId="{18923CA4-2A1E-4285-81FF-2717E4C88808}" dt="2024-10-29T18:40:41.938" v="122" actId="26606"/>
          <ac:spMkLst>
            <pc:docMk/>
            <pc:sldMk cId="0" sldId="332"/>
            <ac:spMk id="398" creationId="{3FCFB1DE-0B7E-48CC-BA90-B2AB0889F9D6}"/>
          </ac:spMkLst>
        </pc:spChg>
        <pc:picChg chg="mod">
          <ac:chgData name="Alberto Ruiz" userId="47fa91d207cfb014" providerId="LiveId" clId="{18923CA4-2A1E-4285-81FF-2717E4C88808}" dt="2024-10-29T18:40:41.938" v="122" actId="26606"/>
          <ac:picMkLst>
            <pc:docMk/>
            <pc:sldMk cId="0" sldId="332"/>
            <ac:picMk id="7" creationId="{25273BDD-62A4-4643-A48B-E6E67B34EC3B}"/>
          </ac:picMkLst>
        </pc:picChg>
        <pc:picChg chg="mod">
          <ac:chgData name="Alberto Ruiz" userId="47fa91d207cfb014" providerId="LiveId" clId="{18923CA4-2A1E-4285-81FF-2717E4C88808}" dt="2024-10-29T18:40:41.938" v="122" actId="26606"/>
          <ac:picMkLst>
            <pc:docMk/>
            <pc:sldMk cId="0" sldId="332"/>
            <ac:picMk id="391" creationId="{00000000-0000-0000-0000-000000000000}"/>
          </ac:picMkLst>
        </pc:picChg>
      </pc:sldChg>
      <pc:sldChg chg="modSp del mod">
        <pc:chgData name="Alberto Ruiz" userId="47fa91d207cfb014" providerId="LiveId" clId="{18923CA4-2A1E-4285-81FF-2717E4C88808}" dt="2024-10-29T18:55:48.883" v="320" actId="47"/>
        <pc:sldMkLst>
          <pc:docMk/>
          <pc:sldMk cId="1110415036" sldId="333"/>
        </pc:sldMkLst>
        <pc:spChg chg="mod">
          <ac:chgData name="Alberto Ruiz" userId="47fa91d207cfb014" providerId="LiveId" clId="{18923CA4-2A1E-4285-81FF-2717E4C88808}" dt="2024-10-29T18:36:37.658" v="70" actId="27636"/>
          <ac:spMkLst>
            <pc:docMk/>
            <pc:sldMk cId="1110415036" sldId="333"/>
            <ac:spMk id="397" creationId="{00000000-0000-0000-0000-000000000000}"/>
          </ac:spMkLst>
        </pc:spChg>
      </pc:sldChg>
      <pc:sldChg chg="addSp delSp modSp del mod">
        <pc:chgData name="Alberto Ruiz" userId="47fa91d207cfb014" providerId="LiveId" clId="{18923CA4-2A1E-4285-81FF-2717E4C88808}" dt="2024-10-29T18:55:49.630" v="321" actId="47"/>
        <pc:sldMkLst>
          <pc:docMk/>
          <pc:sldMk cId="663413420" sldId="334"/>
        </pc:sldMkLst>
        <pc:spChg chg="add del mod">
          <ac:chgData name="Alberto Ruiz" userId="47fa91d207cfb014" providerId="LiveId" clId="{18923CA4-2A1E-4285-81FF-2717E4C88808}" dt="2024-10-29T18:40:53.962" v="125" actId="26606"/>
          <ac:spMkLst>
            <pc:docMk/>
            <pc:sldMk cId="663413420" sldId="334"/>
            <ac:spMk id="404" creationId="{00000000-0000-0000-0000-000000000000}"/>
          </ac:spMkLst>
        </pc:spChg>
        <pc:graphicFrameChg chg="add del">
          <ac:chgData name="Alberto Ruiz" userId="47fa91d207cfb014" providerId="LiveId" clId="{18923CA4-2A1E-4285-81FF-2717E4C88808}" dt="2024-10-29T18:40:53.962" v="125" actId="26606"/>
          <ac:graphicFrameMkLst>
            <pc:docMk/>
            <pc:sldMk cId="663413420" sldId="334"/>
            <ac:graphicFrameMk id="407" creationId="{345810CE-0B8B-3192-6C19-C7FB78248037}"/>
          </ac:graphicFrameMkLst>
        </pc:graphicFrameChg>
      </pc:sldChg>
      <pc:sldChg chg="modSp del mod">
        <pc:chgData name="Alberto Ruiz" userId="47fa91d207cfb014" providerId="LiveId" clId="{18923CA4-2A1E-4285-81FF-2717E4C88808}" dt="2024-10-29T18:55:50.703" v="323" actId="47"/>
        <pc:sldMkLst>
          <pc:docMk/>
          <pc:sldMk cId="91505634" sldId="335"/>
        </pc:sldMkLst>
        <pc:spChg chg="mod">
          <ac:chgData name="Alberto Ruiz" userId="47fa91d207cfb014" providerId="LiveId" clId="{18923CA4-2A1E-4285-81FF-2717E4C88808}" dt="2024-10-29T18:41:05.642" v="127" actId="207"/>
          <ac:spMkLst>
            <pc:docMk/>
            <pc:sldMk cId="91505634" sldId="335"/>
            <ac:spMk id="411" creationId="{00000000-0000-0000-0000-000000000000}"/>
          </ac:spMkLst>
        </pc:spChg>
      </pc:sldChg>
      <pc:sldChg chg="del">
        <pc:chgData name="Alberto Ruiz" userId="47fa91d207cfb014" providerId="LiveId" clId="{18923CA4-2A1E-4285-81FF-2717E4C88808}" dt="2024-10-29T18:55:51.136" v="324" actId="47"/>
        <pc:sldMkLst>
          <pc:docMk/>
          <pc:sldMk cId="2411018337" sldId="336"/>
        </pc:sldMkLst>
      </pc:sldChg>
      <pc:sldChg chg="modSp del mod">
        <pc:chgData name="Alberto Ruiz" userId="47fa91d207cfb014" providerId="LiveId" clId="{18923CA4-2A1E-4285-81FF-2717E4C88808}" dt="2024-10-29T18:55:51.592" v="325" actId="47"/>
        <pc:sldMkLst>
          <pc:docMk/>
          <pc:sldMk cId="2740416133" sldId="338"/>
        </pc:sldMkLst>
        <pc:spChg chg="mod">
          <ac:chgData name="Alberto Ruiz" userId="47fa91d207cfb014" providerId="LiveId" clId="{18923CA4-2A1E-4285-81FF-2717E4C88808}" dt="2024-10-29T18:36:37.675" v="75" actId="27636"/>
          <ac:spMkLst>
            <pc:docMk/>
            <pc:sldMk cId="2740416133" sldId="338"/>
            <ac:spMk id="434" creationId="{00000000-0000-0000-0000-000000000000}"/>
          </ac:spMkLst>
        </pc:spChg>
        <pc:spChg chg="mod">
          <ac:chgData name="Alberto Ruiz" userId="47fa91d207cfb014" providerId="LiveId" clId="{18923CA4-2A1E-4285-81FF-2717E4C88808}" dt="2024-10-29T18:41:17.151" v="129" actId="207"/>
          <ac:spMkLst>
            <pc:docMk/>
            <pc:sldMk cId="2740416133" sldId="338"/>
            <ac:spMk id="435" creationId="{00000000-0000-0000-0000-000000000000}"/>
          </ac:spMkLst>
        </pc:spChg>
      </pc:sldChg>
      <pc:sldChg chg="del">
        <pc:chgData name="Alberto Ruiz" userId="47fa91d207cfb014" providerId="LiveId" clId="{18923CA4-2A1E-4285-81FF-2717E4C88808}" dt="2024-10-29T18:55:52.044" v="326" actId="47"/>
        <pc:sldMkLst>
          <pc:docMk/>
          <pc:sldMk cId="2840731365" sldId="339"/>
        </pc:sldMkLst>
      </pc:sldChg>
      <pc:sldChg chg="addSp modSp del mod setBg setFolMasterObjs">
        <pc:chgData name="Alberto Ruiz" userId="47fa91d207cfb014" providerId="LiveId" clId="{18923CA4-2A1E-4285-81FF-2717E4C88808}" dt="2024-10-29T18:55:52.861" v="328" actId="47"/>
        <pc:sldMkLst>
          <pc:docMk/>
          <pc:sldMk cId="3032256588" sldId="340"/>
        </pc:sldMkLst>
        <pc:spChg chg="mod">
          <ac:chgData name="Alberto Ruiz" userId="47fa91d207cfb014" providerId="LiveId" clId="{18923CA4-2A1E-4285-81FF-2717E4C88808}" dt="2024-10-29T18:41:28.846" v="131" actId="26606"/>
          <ac:spMkLst>
            <pc:docMk/>
            <pc:sldMk cId="3032256588" sldId="340"/>
            <ac:spMk id="2" creationId="{F6EDA0DF-7AC0-4013-82F0-52F1B78F8058}"/>
          </ac:spMkLst>
        </pc:spChg>
        <pc:spChg chg="mod">
          <ac:chgData name="Alberto Ruiz" userId="47fa91d207cfb014" providerId="LiveId" clId="{18923CA4-2A1E-4285-81FF-2717E4C88808}" dt="2024-10-29T18:41:28.846" v="131" actId="26606"/>
          <ac:spMkLst>
            <pc:docMk/>
            <pc:sldMk cId="3032256588" sldId="340"/>
            <ac:spMk id="3" creationId="{9657432A-F1DD-D69C-D8A4-0F9FDDEA8529}"/>
          </ac:spMkLst>
        </pc:spChg>
        <pc:spChg chg="add">
          <ac:chgData name="Alberto Ruiz" userId="47fa91d207cfb014" providerId="LiveId" clId="{18923CA4-2A1E-4285-81FF-2717E4C88808}" dt="2024-10-29T18:41:28.846" v="131" actId="26606"/>
          <ac:spMkLst>
            <pc:docMk/>
            <pc:sldMk cId="3032256588" sldId="340"/>
            <ac:spMk id="454" creationId="{352BEC0E-22F8-46D0-9632-375DB541B06C}"/>
          </ac:spMkLst>
        </pc:spChg>
        <pc:spChg chg="add">
          <ac:chgData name="Alberto Ruiz" userId="47fa91d207cfb014" providerId="LiveId" clId="{18923CA4-2A1E-4285-81FF-2717E4C88808}" dt="2024-10-29T18:41:28.846" v="131" actId="26606"/>
          <ac:spMkLst>
            <pc:docMk/>
            <pc:sldMk cId="3032256588" sldId="340"/>
            <ac:spMk id="456" creationId="{3FCFB1DE-0B7E-48CC-BA90-B2AB0889F9D6}"/>
          </ac:spMkLst>
        </pc:spChg>
        <pc:picChg chg="mod">
          <ac:chgData name="Alberto Ruiz" userId="47fa91d207cfb014" providerId="LiveId" clId="{18923CA4-2A1E-4285-81FF-2717E4C88808}" dt="2024-10-29T18:41:28.846" v="131" actId="26606"/>
          <ac:picMkLst>
            <pc:docMk/>
            <pc:sldMk cId="3032256588" sldId="340"/>
            <ac:picMk id="4" creationId="{AA490D8C-0124-FF24-6141-20058BF6E7BA}"/>
          </ac:picMkLst>
        </pc:picChg>
        <pc:picChg chg="mod ord">
          <ac:chgData name="Alberto Ruiz" userId="47fa91d207cfb014" providerId="LiveId" clId="{18923CA4-2A1E-4285-81FF-2717E4C88808}" dt="2024-10-29T18:41:28.846" v="131" actId="26606"/>
          <ac:picMkLst>
            <pc:docMk/>
            <pc:sldMk cId="3032256588" sldId="340"/>
            <ac:picMk id="449" creationId="{00000000-0000-0000-0000-000000000000}"/>
          </ac:picMkLst>
        </pc:picChg>
      </pc:sldChg>
      <pc:sldChg chg="addSp modSp del mod setBg setFolMasterObjs">
        <pc:chgData name="Alberto Ruiz" userId="47fa91d207cfb014" providerId="LiveId" clId="{18923CA4-2A1E-4285-81FF-2717E4C88808}" dt="2024-10-29T18:55:55.001" v="333" actId="47"/>
        <pc:sldMkLst>
          <pc:docMk/>
          <pc:sldMk cId="903548199" sldId="342"/>
        </pc:sldMkLst>
        <pc:spChg chg="mod">
          <ac:chgData name="Alberto Ruiz" userId="47fa91d207cfb014" providerId="LiveId" clId="{18923CA4-2A1E-4285-81FF-2717E4C88808}" dt="2024-10-29T18:41:50.091" v="140" actId="26606"/>
          <ac:spMkLst>
            <pc:docMk/>
            <pc:sldMk cId="903548199" sldId="342"/>
            <ac:spMk id="461" creationId="{00000000-0000-0000-0000-000000000000}"/>
          </ac:spMkLst>
        </pc:spChg>
        <pc:spChg chg="mod">
          <ac:chgData name="Alberto Ruiz" userId="47fa91d207cfb014" providerId="LiveId" clId="{18923CA4-2A1E-4285-81FF-2717E4C88808}" dt="2024-10-29T18:41:50.091" v="140" actId="26606"/>
          <ac:spMkLst>
            <pc:docMk/>
            <pc:sldMk cId="903548199" sldId="342"/>
            <ac:spMk id="462" creationId="{00000000-0000-0000-0000-000000000000}"/>
          </ac:spMkLst>
        </pc:spChg>
        <pc:spChg chg="add">
          <ac:chgData name="Alberto Ruiz" userId="47fa91d207cfb014" providerId="LiveId" clId="{18923CA4-2A1E-4285-81FF-2717E4C88808}" dt="2024-10-29T18:41:50.091" v="140" actId="26606"/>
          <ac:spMkLst>
            <pc:docMk/>
            <pc:sldMk cId="903548199" sldId="342"/>
            <ac:spMk id="468" creationId="{352BEC0E-22F8-46D0-9632-375DB541B06C}"/>
          </ac:spMkLst>
        </pc:spChg>
        <pc:spChg chg="add">
          <ac:chgData name="Alberto Ruiz" userId="47fa91d207cfb014" providerId="LiveId" clId="{18923CA4-2A1E-4285-81FF-2717E4C88808}" dt="2024-10-29T18:41:50.091" v="140" actId="26606"/>
          <ac:spMkLst>
            <pc:docMk/>
            <pc:sldMk cId="903548199" sldId="342"/>
            <ac:spMk id="470" creationId="{3FCFB1DE-0B7E-48CC-BA90-B2AB0889F9D6}"/>
          </ac:spMkLst>
        </pc:spChg>
        <pc:picChg chg="mod">
          <ac:chgData name="Alberto Ruiz" userId="47fa91d207cfb014" providerId="LiveId" clId="{18923CA4-2A1E-4285-81FF-2717E4C88808}" dt="2024-10-29T18:41:50.091" v="140" actId="26606"/>
          <ac:picMkLst>
            <pc:docMk/>
            <pc:sldMk cId="903548199" sldId="342"/>
            <ac:picMk id="2" creationId="{E2849E70-F716-9143-14A8-4D64E6DB0677}"/>
          </ac:picMkLst>
        </pc:picChg>
        <pc:picChg chg="mod ord">
          <ac:chgData name="Alberto Ruiz" userId="47fa91d207cfb014" providerId="LiveId" clId="{18923CA4-2A1E-4285-81FF-2717E4C88808}" dt="2024-10-29T18:41:50.091" v="140" actId="26606"/>
          <ac:picMkLst>
            <pc:docMk/>
            <pc:sldMk cId="903548199" sldId="342"/>
            <ac:picMk id="463" creationId="{00000000-0000-0000-0000-000000000000}"/>
          </ac:picMkLst>
        </pc:picChg>
      </pc:sldChg>
      <pc:sldChg chg="addSp modSp del mod setBg setFolMasterObjs">
        <pc:chgData name="Alberto Ruiz" userId="47fa91d207cfb014" providerId="LiveId" clId="{18923CA4-2A1E-4285-81FF-2717E4C88808}" dt="2024-10-29T18:55:55.499" v="334" actId="47"/>
        <pc:sldMkLst>
          <pc:docMk/>
          <pc:sldMk cId="716793366" sldId="349"/>
        </pc:sldMkLst>
        <pc:spChg chg="mod">
          <ac:chgData name="Alberto Ruiz" userId="47fa91d207cfb014" providerId="LiveId" clId="{18923CA4-2A1E-4285-81FF-2717E4C88808}" dt="2024-10-29T18:41:52.868" v="141" actId="26606"/>
          <ac:spMkLst>
            <pc:docMk/>
            <pc:sldMk cId="716793366" sldId="349"/>
            <ac:spMk id="507" creationId="{00000000-0000-0000-0000-000000000000}"/>
          </ac:spMkLst>
        </pc:spChg>
        <pc:spChg chg="mod">
          <ac:chgData name="Alberto Ruiz" userId="47fa91d207cfb014" providerId="LiveId" clId="{18923CA4-2A1E-4285-81FF-2717E4C88808}" dt="2024-10-29T18:41:52.868" v="141" actId="26606"/>
          <ac:spMkLst>
            <pc:docMk/>
            <pc:sldMk cId="716793366" sldId="349"/>
            <ac:spMk id="508" creationId="{00000000-0000-0000-0000-000000000000}"/>
          </ac:spMkLst>
        </pc:spChg>
        <pc:spChg chg="add">
          <ac:chgData name="Alberto Ruiz" userId="47fa91d207cfb014" providerId="LiveId" clId="{18923CA4-2A1E-4285-81FF-2717E4C88808}" dt="2024-10-29T18:41:52.868" v="141" actId="26606"/>
          <ac:spMkLst>
            <pc:docMk/>
            <pc:sldMk cId="716793366" sldId="349"/>
            <ac:spMk id="514" creationId="{352BEC0E-22F8-46D0-9632-375DB541B06C}"/>
          </ac:spMkLst>
        </pc:spChg>
        <pc:spChg chg="add">
          <ac:chgData name="Alberto Ruiz" userId="47fa91d207cfb014" providerId="LiveId" clId="{18923CA4-2A1E-4285-81FF-2717E4C88808}" dt="2024-10-29T18:41:52.868" v="141" actId="26606"/>
          <ac:spMkLst>
            <pc:docMk/>
            <pc:sldMk cId="716793366" sldId="349"/>
            <ac:spMk id="516" creationId="{3FCFB1DE-0B7E-48CC-BA90-B2AB0889F9D6}"/>
          </ac:spMkLst>
        </pc:spChg>
        <pc:picChg chg="mod">
          <ac:chgData name="Alberto Ruiz" userId="47fa91d207cfb014" providerId="LiveId" clId="{18923CA4-2A1E-4285-81FF-2717E4C88808}" dt="2024-10-29T18:41:52.868" v="141" actId="26606"/>
          <ac:picMkLst>
            <pc:docMk/>
            <pc:sldMk cId="716793366" sldId="349"/>
            <ac:picMk id="2" creationId="{64E3F6FD-69F2-0B07-8E5E-48AECD5DF54D}"/>
          </ac:picMkLst>
        </pc:picChg>
        <pc:picChg chg="mod ord">
          <ac:chgData name="Alberto Ruiz" userId="47fa91d207cfb014" providerId="LiveId" clId="{18923CA4-2A1E-4285-81FF-2717E4C88808}" dt="2024-10-29T18:41:52.868" v="141" actId="26606"/>
          <ac:picMkLst>
            <pc:docMk/>
            <pc:sldMk cId="716793366" sldId="349"/>
            <ac:picMk id="509" creationId="{00000000-0000-0000-0000-000000000000}"/>
          </ac:picMkLst>
        </pc:picChg>
      </pc:sldChg>
      <pc:sldChg chg="addSp modSp mod setBg setFolMasterObjs">
        <pc:chgData name="Alberto Ruiz" userId="47fa91d207cfb014" providerId="LiveId" clId="{18923CA4-2A1E-4285-81FF-2717E4C88808}" dt="2024-10-29T18:45:13.909" v="183" actId="26606"/>
        <pc:sldMkLst>
          <pc:docMk/>
          <pc:sldMk cId="0" sldId="383"/>
        </pc:sldMkLst>
        <pc:spChg chg="mod">
          <ac:chgData name="Alberto Ruiz" userId="47fa91d207cfb014" providerId="LiveId" clId="{18923CA4-2A1E-4285-81FF-2717E4C88808}" dt="2024-10-29T18:45:13.909" v="183" actId="26606"/>
          <ac:spMkLst>
            <pc:docMk/>
            <pc:sldMk cId="0" sldId="383"/>
            <ac:spMk id="1124" creationId="{00000000-0000-0000-0000-000000000000}"/>
          </ac:spMkLst>
        </pc:spChg>
        <pc:spChg chg="mod">
          <ac:chgData name="Alberto Ruiz" userId="47fa91d207cfb014" providerId="LiveId" clId="{18923CA4-2A1E-4285-81FF-2717E4C88808}" dt="2024-10-29T18:45:13.909" v="183" actId="26606"/>
          <ac:spMkLst>
            <pc:docMk/>
            <pc:sldMk cId="0" sldId="383"/>
            <ac:spMk id="1125" creationId="{00000000-0000-0000-0000-000000000000}"/>
          </ac:spMkLst>
        </pc:spChg>
        <pc:spChg chg="add">
          <ac:chgData name="Alberto Ruiz" userId="47fa91d207cfb014" providerId="LiveId" clId="{18923CA4-2A1E-4285-81FF-2717E4C88808}" dt="2024-10-29T18:45:13.909" v="183" actId="26606"/>
          <ac:spMkLst>
            <pc:docMk/>
            <pc:sldMk cId="0" sldId="383"/>
            <ac:spMk id="1130" creationId="{45D37F4E-DDB4-456B-97E0-9937730A039F}"/>
          </ac:spMkLst>
        </pc:spChg>
        <pc:spChg chg="add">
          <ac:chgData name="Alberto Ruiz" userId="47fa91d207cfb014" providerId="LiveId" clId="{18923CA4-2A1E-4285-81FF-2717E4C88808}" dt="2024-10-29T18:45:13.909" v="183" actId="26606"/>
          <ac:spMkLst>
            <pc:docMk/>
            <pc:sldMk cId="0" sldId="383"/>
            <ac:spMk id="1132" creationId="{B2DD41CD-8F47-4F56-AD12-4E2FF7696987}"/>
          </ac:spMkLst>
        </pc:spChg>
        <pc:picChg chg="mod">
          <ac:chgData name="Alberto Ruiz" userId="47fa91d207cfb014" providerId="LiveId" clId="{18923CA4-2A1E-4285-81FF-2717E4C88808}" dt="2024-10-29T18:45:13.909" v="183" actId="26606"/>
          <ac:picMkLst>
            <pc:docMk/>
            <pc:sldMk cId="0" sldId="383"/>
            <ac:picMk id="2" creationId="{264CCDBC-4B4F-476A-B423-EB5295CC43A0}"/>
          </ac:picMkLst>
        </pc:picChg>
      </pc:sldChg>
      <pc:sldChg chg="del">
        <pc:chgData name="Alberto Ruiz" userId="47fa91d207cfb014" providerId="LiveId" clId="{18923CA4-2A1E-4285-81FF-2717E4C88808}" dt="2024-10-29T18:55:41.665" v="298" actId="47"/>
        <pc:sldMkLst>
          <pc:docMk/>
          <pc:sldMk cId="3028706013" sldId="438"/>
        </pc:sldMkLst>
      </pc:sldChg>
      <pc:sldChg chg="addSp modSp del mod setBg setFolMasterObjs">
        <pc:chgData name="Alberto Ruiz" userId="47fa91d207cfb014" providerId="LiveId" clId="{18923CA4-2A1E-4285-81FF-2717E4C88808}" dt="2024-10-29T18:55:46.557" v="314" actId="47"/>
        <pc:sldMkLst>
          <pc:docMk/>
          <pc:sldMk cId="3106580257" sldId="440"/>
        </pc:sldMkLst>
        <pc:spChg chg="mod">
          <ac:chgData name="Alberto Ruiz" userId="47fa91d207cfb014" providerId="LiveId" clId="{18923CA4-2A1E-4285-81FF-2717E4C88808}" dt="2024-10-29T18:40:18.864" v="119" actId="26606"/>
          <ac:spMkLst>
            <pc:docMk/>
            <pc:sldMk cId="3106580257" sldId="440"/>
            <ac:spMk id="2" creationId="{A69A537B-6343-4E4C-8BD2-475DF778C3E8}"/>
          </ac:spMkLst>
        </pc:spChg>
        <pc:spChg chg="mod">
          <ac:chgData name="Alberto Ruiz" userId="47fa91d207cfb014" providerId="LiveId" clId="{18923CA4-2A1E-4285-81FF-2717E4C88808}" dt="2024-10-29T18:40:18.864" v="119" actId="26606"/>
          <ac:spMkLst>
            <pc:docMk/>
            <pc:sldMk cId="3106580257" sldId="440"/>
            <ac:spMk id="3" creationId="{6B08A1DC-8B45-41C0-A143-B9EC202F476D}"/>
          </ac:spMkLst>
        </pc:spChg>
        <pc:spChg chg="add">
          <ac:chgData name="Alberto Ruiz" userId="47fa91d207cfb014" providerId="LiveId" clId="{18923CA4-2A1E-4285-81FF-2717E4C88808}" dt="2024-10-29T18:40:18.864" v="119" actId="26606"/>
          <ac:spMkLst>
            <pc:docMk/>
            <pc:sldMk cId="3106580257" sldId="440"/>
            <ac:spMk id="11" creationId="{352BEC0E-22F8-46D0-9632-375DB541B06C}"/>
          </ac:spMkLst>
        </pc:spChg>
        <pc:spChg chg="add">
          <ac:chgData name="Alberto Ruiz" userId="47fa91d207cfb014" providerId="LiveId" clId="{18923CA4-2A1E-4285-81FF-2717E4C88808}" dt="2024-10-29T18:40:18.864" v="119" actId="26606"/>
          <ac:spMkLst>
            <pc:docMk/>
            <pc:sldMk cId="3106580257" sldId="440"/>
            <ac:spMk id="13" creationId="{3FCFB1DE-0B7E-48CC-BA90-B2AB0889F9D6}"/>
          </ac:spMkLst>
        </pc:spChg>
        <pc:picChg chg="mod">
          <ac:chgData name="Alberto Ruiz" userId="47fa91d207cfb014" providerId="LiveId" clId="{18923CA4-2A1E-4285-81FF-2717E4C88808}" dt="2024-10-29T18:40:18.864" v="119" actId="26606"/>
          <ac:picMkLst>
            <pc:docMk/>
            <pc:sldMk cId="3106580257" sldId="440"/>
            <ac:picMk id="4" creationId="{366C8850-A7F1-4424-95E4-AC7E857958BF}"/>
          </ac:picMkLst>
        </pc:picChg>
        <pc:picChg chg="mod">
          <ac:chgData name="Alberto Ruiz" userId="47fa91d207cfb014" providerId="LiveId" clId="{18923CA4-2A1E-4285-81FF-2717E4C88808}" dt="2024-10-29T18:40:18.864" v="119" actId="26606"/>
          <ac:picMkLst>
            <pc:docMk/>
            <pc:sldMk cId="3106580257" sldId="440"/>
            <ac:picMk id="6" creationId="{CE5EDA96-BEA1-66BC-A6D2-925D7189C6CA}"/>
          </ac:picMkLst>
        </pc:picChg>
      </pc:sldChg>
      <pc:sldChg chg="del">
        <pc:chgData name="Alberto Ruiz" userId="47fa91d207cfb014" providerId="LiveId" clId="{18923CA4-2A1E-4285-81FF-2717E4C88808}" dt="2024-10-29T18:55:54.497" v="332" actId="47"/>
        <pc:sldMkLst>
          <pc:docMk/>
          <pc:sldMk cId="2485545026" sldId="442"/>
        </pc:sldMkLst>
      </pc:sldChg>
      <pc:sldChg chg="del">
        <pc:chgData name="Alberto Ruiz" userId="47fa91d207cfb014" providerId="LiveId" clId="{18923CA4-2A1E-4285-81FF-2717E4C88808}" dt="2024-10-29T18:55:55.929" v="335" actId="47"/>
        <pc:sldMkLst>
          <pc:docMk/>
          <pc:sldMk cId="764342682" sldId="446"/>
        </pc:sldMkLst>
      </pc:sldChg>
      <pc:sldChg chg="modSp del mod">
        <pc:chgData name="Alberto Ruiz" userId="47fa91d207cfb014" providerId="LiveId" clId="{18923CA4-2A1E-4285-81FF-2717E4C88808}" dt="2024-10-29T18:56:00.971" v="344" actId="47"/>
        <pc:sldMkLst>
          <pc:docMk/>
          <pc:sldMk cId="2731839407" sldId="448"/>
        </pc:sldMkLst>
        <pc:spChg chg="mod">
          <ac:chgData name="Alberto Ruiz" userId="47fa91d207cfb014" providerId="LiveId" clId="{18923CA4-2A1E-4285-81FF-2717E4C88808}" dt="2024-10-29T18:43:17.344" v="155" actId="14100"/>
          <ac:spMkLst>
            <pc:docMk/>
            <pc:sldMk cId="2731839407" sldId="448"/>
            <ac:spMk id="3" creationId="{F5507007-80D6-489B-8E5F-1377885D350F}"/>
          </ac:spMkLst>
        </pc:spChg>
        <pc:picChg chg="mod">
          <ac:chgData name="Alberto Ruiz" userId="47fa91d207cfb014" providerId="LiveId" clId="{18923CA4-2A1E-4285-81FF-2717E4C88808}" dt="2024-10-29T18:43:19.159" v="156" actId="1076"/>
          <ac:picMkLst>
            <pc:docMk/>
            <pc:sldMk cId="2731839407" sldId="448"/>
            <ac:picMk id="4100" creationId="{6A2E9A5E-D9CE-4602-ADF7-A56DDFF241AC}"/>
          </ac:picMkLst>
        </pc:picChg>
      </pc:sldChg>
      <pc:sldChg chg="addSp modSp del mod setBg setFolMasterObjs">
        <pc:chgData name="Alberto Ruiz" userId="47fa91d207cfb014" providerId="LiveId" clId="{18923CA4-2A1E-4285-81FF-2717E4C88808}" dt="2024-10-29T18:56:05.568" v="351" actId="47"/>
        <pc:sldMkLst>
          <pc:docMk/>
          <pc:sldMk cId="2037125093" sldId="449"/>
        </pc:sldMkLst>
        <pc:spChg chg="mod">
          <ac:chgData name="Alberto Ruiz" userId="47fa91d207cfb014" providerId="LiveId" clId="{18923CA4-2A1E-4285-81FF-2717E4C88808}" dt="2024-10-29T18:43:41.016" v="159" actId="26606"/>
          <ac:spMkLst>
            <pc:docMk/>
            <pc:sldMk cId="2037125093" sldId="449"/>
            <ac:spMk id="2" creationId="{35AFD52F-49DC-4892-B594-A4E70CA08E79}"/>
          </ac:spMkLst>
        </pc:spChg>
        <pc:spChg chg="mod">
          <ac:chgData name="Alberto Ruiz" userId="47fa91d207cfb014" providerId="LiveId" clId="{18923CA4-2A1E-4285-81FF-2717E4C88808}" dt="2024-10-29T18:43:41.016" v="159" actId="26606"/>
          <ac:spMkLst>
            <pc:docMk/>
            <pc:sldMk cId="2037125093" sldId="449"/>
            <ac:spMk id="3" creationId="{0B428EDC-5A66-4CF8-9545-6CC054B8EBF4}"/>
          </ac:spMkLst>
        </pc:spChg>
        <pc:spChg chg="add">
          <ac:chgData name="Alberto Ruiz" userId="47fa91d207cfb014" providerId="LiveId" clId="{18923CA4-2A1E-4285-81FF-2717E4C88808}" dt="2024-10-29T18:43:41.016" v="159" actId="26606"/>
          <ac:spMkLst>
            <pc:docMk/>
            <pc:sldMk cId="2037125093" sldId="449"/>
            <ac:spMk id="20487" creationId="{352BEC0E-22F8-46D0-9632-375DB541B06C}"/>
          </ac:spMkLst>
        </pc:spChg>
        <pc:spChg chg="add">
          <ac:chgData name="Alberto Ruiz" userId="47fa91d207cfb014" providerId="LiveId" clId="{18923CA4-2A1E-4285-81FF-2717E4C88808}" dt="2024-10-29T18:43:41.016" v="159" actId="26606"/>
          <ac:spMkLst>
            <pc:docMk/>
            <pc:sldMk cId="2037125093" sldId="449"/>
            <ac:spMk id="20489" creationId="{3FCFB1DE-0B7E-48CC-BA90-B2AB0889F9D6}"/>
          </ac:spMkLst>
        </pc:spChg>
        <pc:picChg chg="mod">
          <ac:chgData name="Alberto Ruiz" userId="47fa91d207cfb014" providerId="LiveId" clId="{18923CA4-2A1E-4285-81FF-2717E4C88808}" dt="2024-10-29T18:43:41.016" v="159" actId="26606"/>
          <ac:picMkLst>
            <pc:docMk/>
            <pc:sldMk cId="2037125093" sldId="449"/>
            <ac:picMk id="4" creationId="{B8D4ADFD-1A79-EF57-58CE-950223B7DD98}"/>
          </ac:picMkLst>
        </pc:picChg>
        <pc:picChg chg="mod ord">
          <ac:chgData name="Alberto Ruiz" userId="47fa91d207cfb014" providerId="LiveId" clId="{18923CA4-2A1E-4285-81FF-2717E4C88808}" dt="2024-10-29T18:43:41.016" v="159" actId="26606"/>
          <ac:picMkLst>
            <pc:docMk/>
            <pc:sldMk cId="2037125093" sldId="449"/>
            <ac:picMk id="20482" creationId="{FDB1EF1C-1040-48E9-BEF7-75C9A4969308}"/>
          </ac:picMkLst>
        </pc:picChg>
      </pc:sldChg>
      <pc:sldChg chg="modSp del mod">
        <pc:chgData name="Alberto Ruiz" userId="47fa91d207cfb014" providerId="LiveId" clId="{18923CA4-2A1E-4285-81FF-2717E4C88808}" dt="2024-10-29T18:56:01.622" v="345" actId="47"/>
        <pc:sldMkLst>
          <pc:docMk/>
          <pc:sldMk cId="4128076309" sldId="451"/>
        </pc:sldMkLst>
        <pc:spChg chg="mod">
          <ac:chgData name="Alberto Ruiz" userId="47fa91d207cfb014" providerId="LiveId" clId="{18923CA4-2A1E-4285-81FF-2717E4C88808}" dt="2024-10-29T18:36:37.704" v="79" actId="27636"/>
          <ac:spMkLst>
            <pc:docMk/>
            <pc:sldMk cId="4128076309" sldId="451"/>
            <ac:spMk id="3" creationId="{C9260157-94BF-4806-B3CA-661E27E4B3C7}"/>
          </ac:spMkLst>
        </pc:spChg>
      </pc:sldChg>
      <pc:sldChg chg="addSp modSp mod setBg setFolMasterObjs">
        <pc:chgData name="Alberto Ruiz" userId="47fa91d207cfb014" providerId="LiveId" clId="{18923CA4-2A1E-4285-81FF-2717E4C88808}" dt="2024-10-29T18:44:31.312" v="172" actId="26606"/>
        <pc:sldMkLst>
          <pc:docMk/>
          <pc:sldMk cId="1335672613" sldId="452"/>
        </pc:sldMkLst>
        <pc:spChg chg="mod">
          <ac:chgData name="Alberto Ruiz" userId="47fa91d207cfb014" providerId="LiveId" clId="{18923CA4-2A1E-4285-81FF-2717E4C88808}" dt="2024-10-29T18:44:31.312" v="172" actId="26606"/>
          <ac:spMkLst>
            <pc:docMk/>
            <pc:sldMk cId="1335672613" sldId="452"/>
            <ac:spMk id="2" creationId="{23389BEE-2603-472B-A582-A58ABE9E2EBB}"/>
          </ac:spMkLst>
        </pc:spChg>
        <pc:spChg chg="mod">
          <ac:chgData name="Alberto Ruiz" userId="47fa91d207cfb014" providerId="LiveId" clId="{18923CA4-2A1E-4285-81FF-2717E4C88808}" dt="2024-10-29T18:44:31.312" v="172" actId="26606"/>
          <ac:spMkLst>
            <pc:docMk/>
            <pc:sldMk cId="1335672613" sldId="452"/>
            <ac:spMk id="6" creationId="{F81E0422-D502-4710-A6B6-67DB9F8A6446}"/>
          </ac:spMkLst>
        </pc:spChg>
        <pc:spChg chg="add">
          <ac:chgData name="Alberto Ruiz" userId="47fa91d207cfb014" providerId="LiveId" clId="{18923CA4-2A1E-4285-81FF-2717E4C88808}" dt="2024-10-29T18:44:31.312" v="172" actId="26606"/>
          <ac:spMkLst>
            <pc:docMk/>
            <pc:sldMk cId="1335672613" sldId="452"/>
            <ac:spMk id="13" creationId="{D75A5B51-0925-4835-8511-A0DD17EAA97C}"/>
          </ac:spMkLst>
        </pc:spChg>
        <pc:spChg chg="add">
          <ac:chgData name="Alberto Ruiz" userId="47fa91d207cfb014" providerId="LiveId" clId="{18923CA4-2A1E-4285-81FF-2717E4C88808}" dt="2024-10-29T18:44:31.312" v="172" actId="26606"/>
          <ac:spMkLst>
            <pc:docMk/>
            <pc:sldMk cId="1335672613" sldId="452"/>
            <ac:spMk id="15" creationId="{5CDFD20D-8E4F-4E3A-AF87-93F23E0DBFB3}"/>
          </ac:spMkLst>
        </pc:spChg>
        <pc:picChg chg="mod">
          <ac:chgData name="Alberto Ruiz" userId="47fa91d207cfb014" providerId="LiveId" clId="{18923CA4-2A1E-4285-81FF-2717E4C88808}" dt="2024-10-29T18:44:31.312" v="172" actId="26606"/>
          <ac:picMkLst>
            <pc:docMk/>
            <pc:sldMk cId="1335672613" sldId="452"/>
            <ac:picMk id="3" creationId="{E21AA518-B971-3412-8BF3-3922BBDEEAD4}"/>
          </ac:picMkLst>
        </pc:picChg>
        <pc:picChg chg="mod ord">
          <ac:chgData name="Alberto Ruiz" userId="47fa91d207cfb014" providerId="LiveId" clId="{18923CA4-2A1E-4285-81FF-2717E4C88808}" dt="2024-10-29T18:44:31.312" v="172" actId="26606"/>
          <ac:picMkLst>
            <pc:docMk/>
            <pc:sldMk cId="1335672613" sldId="452"/>
            <ac:picMk id="5" creationId="{C4DC0EFA-FD1D-4152-B660-34008E855E09}"/>
          </ac:picMkLst>
        </pc:picChg>
        <pc:picChg chg="mod">
          <ac:chgData name="Alberto Ruiz" userId="47fa91d207cfb014" providerId="LiveId" clId="{18923CA4-2A1E-4285-81FF-2717E4C88808}" dt="2024-10-29T18:44:31.312" v="172" actId="26606"/>
          <ac:picMkLst>
            <pc:docMk/>
            <pc:sldMk cId="1335672613" sldId="452"/>
            <ac:picMk id="8" creationId="{0862CB94-CEC7-4088-ABC2-A6ADC95C4223}"/>
          </ac:picMkLst>
        </pc:picChg>
      </pc:sldChg>
      <pc:sldChg chg="addSp modSp mod setBg setFolMasterObjs">
        <pc:chgData name="Alberto Ruiz" userId="47fa91d207cfb014" providerId="LiveId" clId="{18923CA4-2A1E-4285-81FF-2717E4C88808}" dt="2024-10-29T18:44:35.743" v="173" actId="26606"/>
        <pc:sldMkLst>
          <pc:docMk/>
          <pc:sldMk cId="3146894615" sldId="453"/>
        </pc:sldMkLst>
        <pc:spChg chg="mod">
          <ac:chgData name="Alberto Ruiz" userId="47fa91d207cfb014" providerId="LiveId" clId="{18923CA4-2A1E-4285-81FF-2717E4C88808}" dt="2024-10-29T18:44:35.743" v="173" actId="26606"/>
          <ac:spMkLst>
            <pc:docMk/>
            <pc:sldMk cId="3146894615" sldId="453"/>
            <ac:spMk id="2" creationId="{1C4754A6-4FA2-4B09-A4D5-B0C4ED96722E}"/>
          </ac:spMkLst>
        </pc:spChg>
        <pc:spChg chg="mod">
          <ac:chgData name="Alberto Ruiz" userId="47fa91d207cfb014" providerId="LiveId" clId="{18923CA4-2A1E-4285-81FF-2717E4C88808}" dt="2024-10-29T18:44:35.743" v="173" actId="26606"/>
          <ac:spMkLst>
            <pc:docMk/>
            <pc:sldMk cId="3146894615" sldId="453"/>
            <ac:spMk id="3" creationId="{3C2D2213-1939-47A0-8E65-CF31BB024301}"/>
          </ac:spMkLst>
        </pc:spChg>
        <pc:spChg chg="add">
          <ac:chgData name="Alberto Ruiz" userId="47fa91d207cfb014" providerId="LiveId" clId="{18923CA4-2A1E-4285-81FF-2717E4C88808}" dt="2024-10-29T18:44:35.743" v="173" actId="26606"/>
          <ac:spMkLst>
            <pc:docMk/>
            <pc:sldMk cId="3146894615" sldId="453"/>
            <ac:spMk id="10" creationId="{394842B0-684D-44CC-B4BC-D13331CFD290}"/>
          </ac:spMkLst>
        </pc:spChg>
        <pc:spChg chg="add">
          <ac:chgData name="Alberto Ruiz" userId="47fa91d207cfb014" providerId="LiveId" clId="{18923CA4-2A1E-4285-81FF-2717E4C88808}" dt="2024-10-29T18:44:35.743" v="173" actId="26606"/>
          <ac:spMkLst>
            <pc:docMk/>
            <pc:sldMk cId="3146894615" sldId="453"/>
            <ac:spMk id="12" creationId="{4C2A3DC3-F495-4B99-9FF3-3FB30D63235E}"/>
          </ac:spMkLst>
        </pc:spChg>
        <pc:picChg chg="mod">
          <ac:chgData name="Alberto Ruiz" userId="47fa91d207cfb014" providerId="LiveId" clId="{18923CA4-2A1E-4285-81FF-2717E4C88808}" dt="2024-10-29T18:44:35.743" v="173" actId="26606"/>
          <ac:picMkLst>
            <pc:docMk/>
            <pc:sldMk cId="3146894615" sldId="453"/>
            <ac:picMk id="4" creationId="{F79F04D1-C1C3-4B0D-BF27-53825CD2D980}"/>
          </ac:picMkLst>
        </pc:picChg>
        <pc:picChg chg="mod">
          <ac:chgData name="Alberto Ruiz" userId="47fa91d207cfb014" providerId="LiveId" clId="{18923CA4-2A1E-4285-81FF-2717E4C88808}" dt="2024-10-29T18:44:35.743" v="173" actId="26606"/>
          <ac:picMkLst>
            <pc:docMk/>
            <pc:sldMk cId="3146894615" sldId="453"/>
            <ac:picMk id="5" creationId="{6BCD9E7C-38BA-15D3-8807-C7C484033AC9}"/>
          </ac:picMkLst>
        </pc:picChg>
      </pc:sldChg>
      <pc:sldChg chg="modSp del mod">
        <pc:chgData name="Alberto Ruiz" userId="47fa91d207cfb014" providerId="LiveId" clId="{18923CA4-2A1E-4285-81FF-2717E4C88808}" dt="2024-10-29T18:56:02.224" v="346" actId="47"/>
        <pc:sldMkLst>
          <pc:docMk/>
          <pc:sldMk cId="2113033082" sldId="458"/>
        </pc:sldMkLst>
        <pc:spChg chg="mod">
          <ac:chgData name="Alberto Ruiz" userId="47fa91d207cfb014" providerId="LiveId" clId="{18923CA4-2A1E-4285-81FF-2717E4C88808}" dt="2024-10-29T18:36:37.706" v="80" actId="27636"/>
          <ac:spMkLst>
            <pc:docMk/>
            <pc:sldMk cId="2113033082" sldId="458"/>
            <ac:spMk id="2" creationId="{33771059-5D05-4B5B-90EF-F049129B344C}"/>
          </ac:spMkLst>
        </pc:spChg>
      </pc:sldChg>
      <pc:sldChg chg="addSp modSp del mod setBg setFolMasterObjs">
        <pc:chgData name="Alberto Ruiz" userId="47fa91d207cfb014" providerId="LiveId" clId="{18923CA4-2A1E-4285-81FF-2717E4C88808}" dt="2024-10-29T18:55:52.438" v="327" actId="47"/>
        <pc:sldMkLst>
          <pc:docMk/>
          <pc:sldMk cId="2554697881" sldId="515"/>
        </pc:sldMkLst>
        <pc:spChg chg="mod">
          <ac:chgData name="Alberto Ruiz" userId="47fa91d207cfb014" providerId="LiveId" clId="{18923CA4-2A1E-4285-81FF-2717E4C88808}" dt="2024-10-29T18:41:25.785" v="130" actId="26606"/>
          <ac:spMkLst>
            <pc:docMk/>
            <pc:sldMk cId="2554697881" sldId="515"/>
            <ac:spMk id="2" creationId="{F6E235F8-9DCD-4928-9A67-B54FEDFE8DD1}"/>
          </ac:spMkLst>
        </pc:spChg>
        <pc:spChg chg="mod">
          <ac:chgData name="Alberto Ruiz" userId="47fa91d207cfb014" providerId="LiveId" clId="{18923CA4-2A1E-4285-81FF-2717E4C88808}" dt="2024-10-29T18:41:25.785" v="130" actId="26606"/>
          <ac:spMkLst>
            <pc:docMk/>
            <pc:sldMk cId="2554697881" sldId="515"/>
            <ac:spMk id="3" creationId="{F3AB3834-21B7-4BCA-9C5A-C7411FE82D4A}"/>
          </ac:spMkLst>
        </pc:spChg>
        <pc:spChg chg="add">
          <ac:chgData name="Alberto Ruiz" userId="47fa91d207cfb014" providerId="LiveId" clId="{18923CA4-2A1E-4285-81FF-2717E4C88808}" dt="2024-10-29T18:41:25.785" v="130" actId="26606"/>
          <ac:spMkLst>
            <pc:docMk/>
            <pc:sldMk cId="2554697881" sldId="515"/>
            <ac:spMk id="2055" creationId="{352BEC0E-22F8-46D0-9632-375DB541B06C}"/>
          </ac:spMkLst>
        </pc:spChg>
        <pc:spChg chg="add">
          <ac:chgData name="Alberto Ruiz" userId="47fa91d207cfb014" providerId="LiveId" clId="{18923CA4-2A1E-4285-81FF-2717E4C88808}" dt="2024-10-29T18:41:25.785" v="130" actId="26606"/>
          <ac:spMkLst>
            <pc:docMk/>
            <pc:sldMk cId="2554697881" sldId="515"/>
            <ac:spMk id="2057" creationId="{3FCFB1DE-0B7E-48CC-BA90-B2AB0889F9D6}"/>
          </ac:spMkLst>
        </pc:spChg>
        <pc:picChg chg="mod">
          <ac:chgData name="Alberto Ruiz" userId="47fa91d207cfb014" providerId="LiveId" clId="{18923CA4-2A1E-4285-81FF-2717E4C88808}" dt="2024-10-29T18:41:25.785" v="130" actId="26606"/>
          <ac:picMkLst>
            <pc:docMk/>
            <pc:sldMk cId="2554697881" sldId="515"/>
            <ac:picMk id="5" creationId="{22989642-417B-36F6-D3F2-21082B10B033}"/>
          </ac:picMkLst>
        </pc:picChg>
        <pc:picChg chg="mod">
          <ac:chgData name="Alberto Ruiz" userId="47fa91d207cfb014" providerId="LiveId" clId="{18923CA4-2A1E-4285-81FF-2717E4C88808}" dt="2024-10-29T18:41:25.785" v="130" actId="26606"/>
          <ac:picMkLst>
            <pc:docMk/>
            <pc:sldMk cId="2554697881" sldId="515"/>
            <ac:picMk id="2050" creationId="{D3835908-EAC6-4215-BCD3-5341DCE05D5D}"/>
          </ac:picMkLst>
        </pc:picChg>
      </pc:sldChg>
      <pc:sldChg chg="modSp del mod">
        <pc:chgData name="Alberto Ruiz" userId="47fa91d207cfb014" providerId="LiveId" clId="{18923CA4-2A1E-4285-81FF-2717E4C88808}" dt="2024-10-29T18:56:03.359" v="348" actId="47"/>
        <pc:sldMkLst>
          <pc:docMk/>
          <pc:sldMk cId="1312065236" sldId="531"/>
        </pc:sldMkLst>
        <pc:spChg chg="mod">
          <ac:chgData name="Alberto Ruiz" userId="47fa91d207cfb014" providerId="LiveId" clId="{18923CA4-2A1E-4285-81FF-2717E4C88808}" dt="2024-10-29T18:36:37.710" v="82" actId="27636"/>
          <ac:spMkLst>
            <pc:docMk/>
            <pc:sldMk cId="1312065236" sldId="531"/>
            <ac:spMk id="2" creationId="{EAC2962D-65A5-40AC-9B7F-9ABB9F4837AA}"/>
          </ac:spMkLst>
        </pc:spChg>
      </pc:sldChg>
      <pc:sldChg chg="del">
        <pc:chgData name="Alberto Ruiz" userId="47fa91d207cfb014" providerId="LiveId" clId="{18923CA4-2A1E-4285-81FF-2717E4C88808}" dt="2024-10-29T18:55:58.542" v="340" actId="47"/>
        <pc:sldMkLst>
          <pc:docMk/>
          <pc:sldMk cId="1228388986" sldId="533"/>
        </pc:sldMkLst>
      </pc:sldChg>
      <pc:sldChg chg="modSp del mod">
        <pc:chgData name="Alberto Ruiz" userId="47fa91d207cfb014" providerId="LiveId" clId="{18923CA4-2A1E-4285-81FF-2717E4C88808}" dt="2024-10-29T18:56:02.800" v="347" actId="47"/>
        <pc:sldMkLst>
          <pc:docMk/>
          <pc:sldMk cId="2639867688" sldId="536"/>
        </pc:sldMkLst>
        <pc:spChg chg="mod">
          <ac:chgData name="Alberto Ruiz" userId="47fa91d207cfb014" providerId="LiveId" clId="{18923CA4-2A1E-4285-81FF-2717E4C88808}" dt="2024-10-29T18:36:36.131" v="58"/>
          <ac:spMkLst>
            <pc:docMk/>
            <pc:sldMk cId="2639867688" sldId="536"/>
            <ac:spMk id="2" creationId="{1167028D-A666-0F0A-E2F0-A0D98464159C}"/>
          </ac:spMkLst>
        </pc:spChg>
        <pc:spChg chg="mod">
          <ac:chgData name="Alberto Ruiz" userId="47fa91d207cfb014" providerId="LiveId" clId="{18923CA4-2A1E-4285-81FF-2717E4C88808}" dt="2024-10-29T18:36:37.708" v="81" actId="27636"/>
          <ac:spMkLst>
            <pc:docMk/>
            <pc:sldMk cId="2639867688" sldId="536"/>
            <ac:spMk id="3" creationId="{71F996CB-80DB-A207-FDCE-0E0B141762D2}"/>
          </ac:spMkLst>
        </pc:spChg>
      </pc:sldChg>
      <pc:sldChg chg="addSp delSp modSp del mod setBg">
        <pc:chgData name="Alberto Ruiz" userId="47fa91d207cfb014" providerId="LiveId" clId="{18923CA4-2A1E-4285-81FF-2717E4C88808}" dt="2024-10-29T18:36:01.845" v="56" actId="47"/>
        <pc:sldMkLst>
          <pc:docMk/>
          <pc:sldMk cId="3355626832" sldId="537"/>
        </pc:sldMkLst>
        <pc:spChg chg="mod">
          <ac:chgData name="Alberto Ruiz" userId="47fa91d207cfb014" providerId="LiveId" clId="{18923CA4-2A1E-4285-81FF-2717E4C88808}" dt="2024-10-29T18:35:46.441" v="55"/>
          <ac:spMkLst>
            <pc:docMk/>
            <pc:sldMk cId="3355626832" sldId="537"/>
            <ac:spMk id="2" creationId="{ECDABDFC-A8D7-AF3A-C643-380E27B5AD7C}"/>
          </ac:spMkLst>
        </pc:spChg>
        <pc:spChg chg="mod">
          <ac:chgData name="Alberto Ruiz" userId="47fa91d207cfb014" providerId="LiveId" clId="{18923CA4-2A1E-4285-81FF-2717E4C88808}" dt="2024-10-29T18:35:43.689" v="50" actId="26606"/>
          <ac:spMkLst>
            <pc:docMk/>
            <pc:sldMk cId="3355626832" sldId="537"/>
            <ac:spMk id="3" creationId="{0E43DE47-52B6-C0D2-24B0-3FEBF08B5433}"/>
          </ac:spMkLst>
        </pc:spChg>
        <pc:spChg chg="add del">
          <ac:chgData name="Alberto Ruiz" userId="47fa91d207cfb014" providerId="LiveId" clId="{18923CA4-2A1E-4285-81FF-2717E4C88808}" dt="2024-10-29T18:35:43.689" v="50" actId="26606"/>
          <ac:spMkLst>
            <pc:docMk/>
            <pc:sldMk cId="3355626832" sldId="537"/>
            <ac:spMk id="11" creationId="{39E4C68A-A4A9-48A4-9FF2-D2896B1EA01F}"/>
          </ac:spMkLst>
        </pc:spChg>
        <pc:spChg chg="add del">
          <ac:chgData name="Alberto Ruiz" userId="47fa91d207cfb014" providerId="LiveId" clId="{18923CA4-2A1E-4285-81FF-2717E4C88808}" dt="2024-10-29T18:35:43.689" v="50" actId="26606"/>
          <ac:spMkLst>
            <pc:docMk/>
            <pc:sldMk cId="3355626832" sldId="537"/>
            <ac:spMk id="13" creationId="{E2B9AEA5-52CB-49A6-AF8A-33502F291B91}"/>
          </ac:spMkLst>
        </pc:spChg>
        <pc:cxnChg chg="add del">
          <ac:chgData name="Alberto Ruiz" userId="47fa91d207cfb014" providerId="LiveId" clId="{18923CA4-2A1E-4285-81FF-2717E4C88808}" dt="2024-10-29T18:35:43.689" v="50" actId="26606"/>
          <ac:cxnSpMkLst>
            <pc:docMk/>
            <pc:sldMk cId="3355626832" sldId="537"/>
            <ac:cxnSpMk id="9" creationId="{B821C225-5C4D-4168-90AF-3D263D72CBA2}"/>
          </ac:cxnSpMkLst>
        </pc:cxnChg>
      </pc:sldChg>
      <pc:sldChg chg="addSp modSp del mod setBg setFolMasterObjs">
        <pc:chgData name="Alberto Ruiz" userId="47fa91d207cfb014" providerId="LiveId" clId="{18923CA4-2A1E-4285-81FF-2717E4C88808}" dt="2024-10-29T18:55:41.442" v="297" actId="47"/>
        <pc:sldMkLst>
          <pc:docMk/>
          <pc:sldMk cId="1756750174" sldId="538"/>
        </pc:sldMkLst>
        <pc:spChg chg="mod">
          <ac:chgData name="Alberto Ruiz" userId="47fa91d207cfb014" providerId="LiveId" clId="{18923CA4-2A1E-4285-81FF-2717E4C88808}" dt="2024-10-29T18:39:04.038" v="105" actId="26606"/>
          <ac:spMkLst>
            <pc:docMk/>
            <pc:sldMk cId="1756750174" sldId="538"/>
            <ac:spMk id="2" creationId="{494BA8CF-2339-627F-F8A0-3999E23E4508}"/>
          </ac:spMkLst>
        </pc:spChg>
        <pc:spChg chg="mod">
          <ac:chgData name="Alberto Ruiz" userId="47fa91d207cfb014" providerId="LiveId" clId="{18923CA4-2A1E-4285-81FF-2717E4C88808}" dt="2024-10-29T18:39:04.038" v="105" actId="26606"/>
          <ac:spMkLst>
            <pc:docMk/>
            <pc:sldMk cId="1756750174" sldId="538"/>
            <ac:spMk id="3" creationId="{D124532A-3822-CD62-525C-0607E28ADE53}"/>
          </ac:spMkLst>
        </pc:spChg>
        <pc:spChg chg="add">
          <ac:chgData name="Alberto Ruiz" userId="47fa91d207cfb014" providerId="LiveId" clId="{18923CA4-2A1E-4285-81FF-2717E4C88808}" dt="2024-10-29T18:39:04.038" v="105" actId="26606"/>
          <ac:spMkLst>
            <pc:docMk/>
            <pc:sldMk cId="1756750174" sldId="538"/>
            <ac:spMk id="11" creationId="{45D37F4E-DDB4-456B-97E0-9937730A039F}"/>
          </ac:spMkLst>
        </pc:spChg>
        <pc:spChg chg="add">
          <ac:chgData name="Alberto Ruiz" userId="47fa91d207cfb014" providerId="LiveId" clId="{18923CA4-2A1E-4285-81FF-2717E4C88808}" dt="2024-10-29T18:39:04.038" v="105" actId="26606"/>
          <ac:spMkLst>
            <pc:docMk/>
            <pc:sldMk cId="1756750174" sldId="538"/>
            <ac:spMk id="13" creationId="{B2DD41CD-8F47-4F56-AD12-4E2FF7696987}"/>
          </ac:spMkLst>
        </pc:spChg>
        <pc:picChg chg="mod">
          <ac:chgData name="Alberto Ruiz" userId="47fa91d207cfb014" providerId="LiveId" clId="{18923CA4-2A1E-4285-81FF-2717E4C88808}" dt="2024-10-29T18:39:04.038" v="105" actId="26606"/>
          <ac:picMkLst>
            <pc:docMk/>
            <pc:sldMk cId="1756750174" sldId="538"/>
            <ac:picMk id="6" creationId="{AAD900DA-2A9E-F2C8-FDB1-0085C61A75D2}"/>
          </ac:picMkLst>
        </pc:picChg>
      </pc:sldChg>
      <pc:sldChg chg="addSp modSp del mod setBg setFolMasterObjs">
        <pc:chgData name="Alberto Ruiz" userId="47fa91d207cfb014" providerId="LiveId" clId="{18923CA4-2A1E-4285-81FF-2717E4C88808}" dt="2024-10-29T18:55:44.939" v="310" actId="47"/>
        <pc:sldMkLst>
          <pc:docMk/>
          <pc:sldMk cId="1928980248" sldId="540"/>
        </pc:sldMkLst>
        <pc:spChg chg="mod">
          <ac:chgData name="Alberto Ruiz" userId="47fa91d207cfb014" providerId="LiveId" clId="{18923CA4-2A1E-4285-81FF-2717E4C88808}" dt="2024-10-29T18:40:04.571" v="116" actId="26606"/>
          <ac:spMkLst>
            <pc:docMk/>
            <pc:sldMk cId="1928980248" sldId="540"/>
            <ac:spMk id="2" creationId="{81673AA9-254A-0A24-9CF3-8D68A330112E}"/>
          </ac:spMkLst>
        </pc:spChg>
        <pc:spChg chg="mod">
          <ac:chgData name="Alberto Ruiz" userId="47fa91d207cfb014" providerId="LiveId" clId="{18923CA4-2A1E-4285-81FF-2717E4C88808}" dt="2024-10-29T18:40:04.571" v="116" actId="26606"/>
          <ac:spMkLst>
            <pc:docMk/>
            <pc:sldMk cId="1928980248" sldId="540"/>
            <ac:spMk id="3" creationId="{596EA7F4-1C27-8396-2209-EDC9429EF059}"/>
          </ac:spMkLst>
        </pc:spChg>
        <pc:spChg chg="add">
          <ac:chgData name="Alberto Ruiz" userId="47fa91d207cfb014" providerId="LiveId" clId="{18923CA4-2A1E-4285-81FF-2717E4C88808}" dt="2024-10-29T18:40:04.571" v="116" actId="26606"/>
          <ac:spMkLst>
            <pc:docMk/>
            <pc:sldMk cId="1928980248" sldId="540"/>
            <ac:spMk id="9" creationId="{DB304A14-32D0-4873-B914-423ED7B8DAFD}"/>
          </ac:spMkLst>
        </pc:spChg>
        <pc:spChg chg="add">
          <ac:chgData name="Alberto Ruiz" userId="47fa91d207cfb014" providerId="LiveId" clId="{18923CA4-2A1E-4285-81FF-2717E4C88808}" dt="2024-10-29T18:40:04.571" v="116" actId="26606"/>
          <ac:spMkLst>
            <pc:docMk/>
            <pc:sldMk cId="1928980248" sldId="540"/>
            <ac:spMk id="11" creationId="{1D460C86-854F-4FB3-ABC2-E823D8FEB9DB}"/>
          </ac:spMkLst>
        </pc:spChg>
        <pc:spChg chg="add">
          <ac:chgData name="Alberto Ruiz" userId="47fa91d207cfb014" providerId="LiveId" clId="{18923CA4-2A1E-4285-81FF-2717E4C88808}" dt="2024-10-29T18:40:04.571" v="116" actId="26606"/>
          <ac:spMkLst>
            <pc:docMk/>
            <pc:sldMk cId="1928980248" sldId="540"/>
            <ac:spMk id="13" creationId="{BB48116A-278A-4CC5-89D3-9DE8E8FF1245}"/>
          </ac:spMkLst>
        </pc:spChg>
        <pc:picChg chg="mod">
          <ac:chgData name="Alberto Ruiz" userId="47fa91d207cfb014" providerId="LiveId" clId="{18923CA4-2A1E-4285-81FF-2717E4C88808}" dt="2024-10-29T18:40:04.571" v="116" actId="26606"/>
          <ac:picMkLst>
            <pc:docMk/>
            <pc:sldMk cId="1928980248" sldId="540"/>
            <ac:picMk id="4" creationId="{D5B5FD6D-9F7C-1560-B48E-3DC09EEFAA2D}"/>
          </ac:picMkLst>
        </pc:picChg>
      </pc:sldChg>
      <pc:sldChg chg="del">
        <pc:chgData name="Alberto Ruiz" userId="47fa91d207cfb014" providerId="LiveId" clId="{18923CA4-2A1E-4285-81FF-2717E4C88808}" dt="2024-10-29T18:55:45.284" v="311" actId="47"/>
        <pc:sldMkLst>
          <pc:docMk/>
          <pc:sldMk cId="2480757181" sldId="542"/>
        </pc:sldMkLst>
      </pc:sldChg>
      <pc:sldChg chg="addSp modSp del mod setBg setFolMasterObjs">
        <pc:chgData name="Alberto Ruiz" userId="47fa91d207cfb014" providerId="LiveId" clId="{18923CA4-2A1E-4285-81FF-2717E4C88808}" dt="2024-10-29T18:55:45.521" v="312" actId="47"/>
        <pc:sldMkLst>
          <pc:docMk/>
          <pc:sldMk cId="2554448059" sldId="545"/>
        </pc:sldMkLst>
        <pc:spChg chg="mod">
          <ac:chgData name="Alberto Ruiz" userId="47fa91d207cfb014" providerId="LiveId" clId="{18923CA4-2A1E-4285-81FF-2717E4C88808}" dt="2024-10-29T18:40:10.355" v="117" actId="26606"/>
          <ac:spMkLst>
            <pc:docMk/>
            <pc:sldMk cId="2554448059" sldId="545"/>
            <ac:spMk id="2" creationId="{C2A6F42D-023E-AC05-AAF4-244939468097}"/>
          </ac:spMkLst>
        </pc:spChg>
        <pc:spChg chg="mod">
          <ac:chgData name="Alberto Ruiz" userId="47fa91d207cfb014" providerId="LiveId" clId="{18923CA4-2A1E-4285-81FF-2717E4C88808}" dt="2024-10-29T18:40:10.355" v="117" actId="26606"/>
          <ac:spMkLst>
            <pc:docMk/>
            <pc:sldMk cId="2554448059" sldId="545"/>
            <ac:spMk id="7" creationId="{DFF9BC7E-67D7-00EC-EAB2-8032C8FE437E}"/>
          </ac:spMkLst>
        </pc:spChg>
        <pc:spChg chg="add">
          <ac:chgData name="Alberto Ruiz" userId="47fa91d207cfb014" providerId="LiveId" clId="{18923CA4-2A1E-4285-81FF-2717E4C88808}" dt="2024-10-29T18:40:10.355" v="117" actId="26606"/>
          <ac:spMkLst>
            <pc:docMk/>
            <pc:sldMk cId="2554448059" sldId="545"/>
            <ac:spMk id="13" creationId="{394842B0-684D-44CC-B4BC-D13331CFD290}"/>
          </ac:spMkLst>
        </pc:spChg>
        <pc:spChg chg="add">
          <ac:chgData name="Alberto Ruiz" userId="47fa91d207cfb014" providerId="LiveId" clId="{18923CA4-2A1E-4285-81FF-2717E4C88808}" dt="2024-10-29T18:40:10.355" v="117" actId="26606"/>
          <ac:spMkLst>
            <pc:docMk/>
            <pc:sldMk cId="2554448059" sldId="545"/>
            <ac:spMk id="15" creationId="{4C2A3DC3-F495-4B99-9FF3-3FB30D63235E}"/>
          </ac:spMkLst>
        </pc:spChg>
        <pc:picChg chg="mod ord">
          <ac:chgData name="Alberto Ruiz" userId="47fa91d207cfb014" providerId="LiveId" clId="{18923CA4-2A1E-4285-81FF-2717E4C88808}" dt="2024-10-29T18:40:10.355" v="117" actId="26606"/>
          <ac:picMkLst>
            <pc:docMk/>
            <pc:sldMk cId="2554448059" sldId="545"/>
            <ac:picMk id="5" creationId="{D606C140-A514-3596-1D25-3E7597D58BF5}"/>
          </ac:picMkLst>
        </pc:picChg>
        <pc:picChg chg="mod">
          <ac:chgData name="Alberto Ruiz" userId="47fa91d207cfb014" providerId="LiveId" clId="{18923CA4-2A1E-4285-81FF-2717E4C88808}" dt="2024-10-29T18:40:10.355" v="117" actId="26606"/>
          <ac:picMkLst>
            <pc:docMk/>
            <pc:sldMk cId="2554448059" sldId="545"/>
            <ac:picMk id="8" creationId="{5A7005C6-85DC-5818-A7AB-D3B4DB4A3387}"/>
          </ac:picMkLst>
        </pc:picChg>
      </pc:sldChg>
      <pc:sldChg chg="modSp del mod">
        <pc:chgData name="Alberto Ruiz" userId="47fa91d207cfb014" providerId="LiveId" clId="{18923CA4-2A1E-4285-81FF-2717E4C88808}" dt="2024-10-29T18:55:46.998" v="315" actId="47"/>
        <pc:sldMkLst>
          <pc:docMk/>
          <pc:sldMk cId="0" sldId="546"/>
        </pc:sldMkLst>
        <pc:spChg chg="mod">
          <ac:chgData name="Alberto Ruiz" userId="47fa91d207cfb014" providerId="LiveId" clId="{18923CA4-2A1E-4285-81FF-2717E4C88808}" dt="2024-10-29T18:40:33.863" v="121" actId="207"/>
          <ac:spMkLst>
            <pc:docMk/>
            <pc:sldMk cId="0" sldId="546"/>
            <ac:spMk id="2" creationId="{6C168FCD-FDFA-4AFA-A1F4-ACA130BF4537}"/>
          </ac:spMkLst>
        </pc:spChg>
        <pc:spChg chg="mod">
          <ac:chgData name="Alberto Ruiz" userId="47fa91d207cfb014" providerId="LiveId" clId="{18923CA4-2A1E-4285-81FF-2717E4C88808}" dt="2024-10-29T18:40:33.863" v="121" actId="207"/>
          <ac:spMkLst>
            <pc:docMk/>
            <pc:sldMk cId="0" sldId="546"/>
            <ac:spMk id="7" creationId="{40CD3B38-32F7-4DD3-B951-D269896B0CDF}"/>
          </ac:spMkLst>
        </pc:spChg>
        <pc:spChg chg="mod">
          <ac:chgData name="Alberto Ruiz" userId="47fa91d207cfb014" providerId="LiveId" clId="{18923CA4-2A1E-4285-81FF-2717E4C88808}" dt="2024-10-29T18:40:33.863" v="121" actId="207"/>
          <ac:spMkLst>
            <pc:docMk/>
            <pc:sldMk cId="0" sldId="546"/>
            <ac:spMk id="8" creationId="{D3EDA24F-BCB8-4903-A447-7F61A7FDED02}"/>
          </ac:spMkLst>
        </pc:spChg>
        <pc:spChg chg="mod">
          <ac:chgData name="Alberto Ruiz" userId="47fa91d207cfb014" providerId="LiveId" clId="{18923CA4-2A1E-4285-81FF-2717E4C88808}" dt="2024-10-29T18:40:33.863" v="121" actId="207"/>
          <ac:spMkLst>
            <pc:docMk/>
            <pc:sldMk cId="0" sldId="546"/>
            <ac:spMk id="9" creationId="{6260E80F-1184-4D65-BC83-7E371F01FEDF}"/>
          </ac:spMkLst>
        </pc:spChg>
        <pc:spChg chg="mod">
          <ac:chgData name="Alberto Ruiz" userId="47fa91d207cfb014" providerId="LiveId" clId="{18923CA4-2A1E-4285-81FF-2717E4C88808}" dt="2024-10-29T18:40:33.863" v="121" actId="207"/>
          <ac:spMkLst>
            <pc:docMk/>
            <pc:sldMk cId="0" sldId="546"/>
            <ac:spMk id="13" creationId="{49B14A5C-E120-42D2-96FF-12BD1A0B5709}"/>
          </ac:spMkLst>
        </pc:spChg>
        <pc:spChg chg="mod">
          <ac:chgData name="Alberto Ruiz" userId="47fa91d207cfb014" providerId="LiveId" clId="{18923CA4-2A1E-4285-81FF-2717E4C88808}" dt="2024-10-29T18:40:33.863" v="121" actId="207"/>
          <ac:spMkLst>
            <pc:docMk/>
            <pc:sldMk cId="0" sldId="546"/>
            <ac:spMk id="15" creationId="{79CA1302-9380-4053-9519-89BD499ED995}"/>
          </ac:spMkLst>
        </pc:spChg>
        <pc:spChg chg="mod">
          <ac:chgData name="Alberto Ruiz" userId="47fa91d207cfb014" providerId="LiveId" clId="{18923CA4-2A1E-4285-81FF-2717E4C88808}" dt="2024-10-29T18:40:33.863" v="121" actId="207"/>
          <ac:spMkLst>
            <pc:docMk/>
            <pc:sldMk cId="0" sldId="546"/>
            <ac:spMk id="141" creationId="{00000000-0000-0000-0000-000000000000}"/>
          </ac:spMkLst>
        </pc:spChg>
        <pc:spChg chg="mod">
          <ac:chgData name="Alberto Ruiz" userId="47fa91d207cfb014" providerId="LiveId" clId="{18923CA4-2A1E-4285-81FF-2717E4C88808}" dt="2024-10-29T18:40:26.265" v="120" actId="207"/>
          <ac:spMkLst>
            <pc:docMk/>
            <pc:sldMk cId="0" sldId="546"/>
            <ac:spMk id="142" creationId="{00000000-0000-0000-0000-000000000000}"/>
          </ac:spMkLst>
        </pc:spChg>
      </pc:sldChg>
      <pc:sldChg chg="addSp modSp mod setBg setFolMasterObjs">
        <pc:chgData name="Alberto Ruiz" userId="47fa91d207cfb014" providerId="LiveId" clId="{18923CA4-2A1E-4285-81FF-2717E4C88808}" dt="2024-10-29T18:44:47.627" v="177" actId="26606"/>
        <pc:sldMkLst>
          <pc:docMk/>
          <pc:sldMk cId="3281515691" sldId="548"/>
        </pc:sldMkLst>
        <pc:spChg chg="mod">
          <ac:chgData name="Alberto Ruiz" userId="47fa91d207cfb014" providerId="LiveId" clId="{18923CA4-2A1E-4285-81FF-2717E4C88808}" dt="2024-10-29T18:44:47.627" v="177" actId="26606"/>
          <ac:spMkLst>
            <pc:docMk/>
            <pc:sldMk cId="3281515691" sldId="548"/>
            <ac:spMk id="2" creationId="{FDD82CAC-0A16-274D-008A-379F2E82DE64}"/>
          </ac:spMkLst>
        </pc:spChg>
        <pc:spChg chg="mod">
          <ac:chgData name="Alberto Ruiz" userId="47fa91d207cfb014" providerId="LiveId" clId="{18923CA4-2A1E-4285-81FF-2717E4C88808}" dt="2024-10-29T18:44:47.627" v="177" actId="26606"/>
          <ac:spMkLst>
            <pc:docMk/>
            <pc:sldMk cId="3281515691" sldId="548"/>
            <ac:spMk id="5" creationId="{488CC3F4-4D6A-6B4F-E15D-46160FD6E0B1}"/>
          </ac:spMkLst>
        </pc:spChg>
        <pc:spChg chg="add">
          <ac:chgData name="Alberto Ruiz" userId="47fa91d207cfb014" providerId="LiveId" clId="{18923CA4-2A1E-4285-81FF-2717E4C88808}" dt="2024-10-29T18:44:47.627" v="177" actId="26606"/>
          <ac:spMkLst>
            <pc:docMk/>
            <pc:sldMk cId="3281515691" sldId="548"/>
            <ac:spMk id="1031" creationId="{352BEC0E-22F8-46D0-9632-375DB541B06C}"/>
          </ac:spMkLst>
        </pc:spChg>
        <pc:spChg chg="add">
          <ac:chgData name="Alberto Ruiz" userId="47fa91d207cfb014" providerId="LiveId" clId="{18923CA4-2A1E-4285-81FF-2717E4C88808}" dt="2024-10-29T18:44:47.627" v="177" actId="26606"/>
          <ac:spMkLst>
            <pc:docMk/>
            <pc:sldMk cId="3281515691" sldId="548"/>
            <ac:spMk id="1033" creationId="{3FCFB1DE-0B7E-48CC-BA90-B2AB0889F9D6}"/>
          </ac:spMkLst>
        </pc:spChg>
        <pc:picChg chg="mod ord">
          <ac:chgData name="Alberto Ruiz" userId="47fa91d207cfb014" providerId="LiveId" clId="{18923CA4-2A1E-4285-81FF-2717E4C88808}" dt="2024-10-29T18:44:47.627" v="177" actId="26606"/>
          <ac:picMkLst>
            <pc:docMk/>
            <pc:sldMk cId="3281515691" sldId="548"/>
            <ac:picMk id="3" creationId="{B6F86F9B-5736-57C2-5EDC-072BD13AD715}"/>
          </ac:picMkLst>
        </pc:picChg>
        <pc:picChg chg="mod ord">
          <ac:chgData name="Alberto Ruiz" userId="47fa91d207cfb014" providerId="LiveId" clId="{18923CA4-2A1E-4285-81FF-2717E4C88808}" dt="2024-10-29T18:44:47.627" v="177" actId="26606"/>
          <ac:picMkLst>
            <pc:docMk/>
            <pc:sldMk cId="3281515691" sldId="548"/>
            <ac:picMk id="1026" creationId="{9CD0EAB3-0F93-F064-74E3-F0A6DE8A7864}"/>
          </ac:picMkLst>
        </pc:picChg>
      </pc:sldChg>
      <pc:sldChg chg="addSp modSp mod setBg setFolMasterObjs addAnim">
        <pc:chgData name="Alberto Ruiz" userId="47fa91d207cfb014" providerId="LiveId" clId="{18923CA4-2A1E-4285-81FF-2717E4C88808}" dt="2024-10-29T18:45:17.603" v="186" actId="27636"/>
        <pc:sldMkLst>
          <pc:docMk/>
          <pc:sldMk cId="1775215732" sldId="549"/>
        </pc:sldMkLst>
        <pc:spChg chg="mod">
          <ac:chgData name="Alberto Ruiz" userId="47fa91d207cfb014" providerId="LiveId" clId="{18923CA4-2A1E-4285-81FF-2717E4C88808}" dt="2024-10-29T18:45:17.603" v="186" actId="27636"/>
          <ac:spMkLst>
            <pc:docMk/>
            <pc:sldMk cId="1775215732" sldId="549"/>
            <ac:spMk id="2" creationId="{F09C9994-B581-3C66-B84E-B5313C139380}"/>
          </ac:spMkLst>
        </pc:spChg>
        <pc:spChg chg="add">
          <ac:chgData name="Alberto Ruiz" userId="47fa91d207cfb014" providerId="LiveId" clId="{18923CA4-2A1E-4285-81FF-2717E4C88808}" dt="2024-10-29T18:45:17.586" v="184" actId="26606"/>
          <ac:spMkLst>
            <pc:docMk/>
            <pc:sldMk cId="1775215732" sldId="549"/>
            <ac:spMk id="2055" creationId="{71199D26-7D8F-4A64-BDBB-73AFABE144A7}"/>
          </ac:spMkLst>
        </pc:spChg>
        <pc:spChg chg="add">
          <ac:chgData name="Alberto Ruiz" userId="47fa91d207cfb014" providerId="LiveId" clId="{18923CA4-2A1E-4285-81FF-2717E4C88808}" dt="2024-10-29T18:45:17.586" v="184" actId="26606"/>
          <ac:spMkLst>
            <pc:docMk/>
            <pc:sldMk cId="1775215732" sldId="549"/>
            <ac:spMk id="2057" creationId="{D7F2FAFA-4D50-41E7-9480-5BABA64EE9F4}"/>
          </ac:spMkLst>
        </pc:spChg>
        <pc:picChg chg="mod ord">
          <ac:chgData name="Alberto Ruiz" userId="47fa91d207cfb014" providerId="LiveId" clId="{18923CA4-2A1E-4285-81FF-2717E4C88808}" dt="2024-10-29T18:45:17.586" v="184" actId="26606"/>
          <ac:picMkLst>
            <pc:docMk/>
            <pc:sldMk cId="1775215732" sldId="549"/>
            <ac:picMk id="4" creationId="{538B39F0-9EB7-F6AD-0228-A0476D1F44F8}"/>
          </ac:picMkLst>
        </pc:picChg>
        <pc:picChg chg="mod">
          <ac:chgData name="Alberto Ruiz" userId="47fa91d207cfb014" providerId="LiveId" clId="{18923CA4-2A1E-4285-81FF-2717E4C88808}" dt="2024-10-29T18:45:17.586" v="184" actId="26606"/>
          <ac:picMkLst>
            <pc:docMk/>
            <pc:sldMk cId="1775215732" sldId="549"/>
            <ac:picMk id="2050" creationId="{55B27DAF-E894-CBAC-AD42-192A936B19B9}"/>
          </ac:picMkLst>
        </pc:picChg>
      </pc:sldChg>
      <pc:sldChg chg="addSp modSp mod setBg setFolMasterObjs">
        <pc:chgData name="Alberto Ruiz" userId="47fa91d207cfb014" providerId="LiveId" clId="{18923CA4-2A1E-4285-81FF-2717E4C88808}" dt="2024-10-29T18:46:46.121" v="220" actId="26606"/>
        <pc:sldMkLst>
          <pc:docMk/>
          <pc:sldMk cId="2484519897" sldId="552"/>
        </pc:sldMkLst>
        <pc:spChg chg="mod">
          <ac:chgData name="Alberto Ruiz" userId="47fa91d207cfb014" providerId="LiveId" clId="{18923CA4-2A1E-4285-81FF-2717E4C88808}" dt="2024-10-29T18:46:46.121" v="220" actId="26606"/>
          <ac:spMkLst>
            <pc:docMk/>
            <pc:sldMk cId="2484519897" sldId="552"/>
            <ac:spMk id="2" creationId="{D90D8878-32A3-3F86-206F-54EBBA560194}"/>
          </ac:spMkLst>
        </pc:spChg>
        <pc:spChg chg="mod">
          <ac:chgData name="Alberto Ruiz" userId="47fa91d207cfb014" providerId="LiveId" clId="{18923CA4-2A1E-4285-81FF-2717E4C88808}" dt="2024-10-29T18:46:46.121" v="220" actId="26606"/>
          <ac:spMkLst>
            <pc:docMk/>
            <pc:sldMk cId="2484519897" sldId="552"/>
            <ac:spMk id="3" creationId="{A919EB75-C665-02C1-F3D7-888C11106646}"/>
          </ac:spMkLst>
        </pc:spChg>
        <pc:spChg chg="add">
          <ac:chgData name="Alberto Ruiz" userId="47fa91d207cfb014" providerId="LiveId" clId="{18923CA4-2A1E-4285-81FF-2717E4C88808}" dt="2024-10-29T18:46:46.121" v="220" actId="26606"/>
          <ac:spMkLst>
            <pc:docMk/>
            <pc:sldMk cId="2484519897" sldId="552"/>
            <ac:spMk id="9" creationId="{45D37F4E-DDB4-456B-97E0-9937730A039F}"/>
          </ac:spMkLst>
        </pc:spChg>
        <pc:spChg chg="add">
          <ac:chgData name="Alberto Ruiz" userId="47fa91d207cfb014" providerId="LiveId" clId="{18923CA4-2A1E-4285-81FF-2717E4C88808}" dt="2024-10-29T18:46:46.121" v="220" actId="26606"/>
          <ac:spMkLst>
            <pc:docMk/>
            <pc:sldMk cId="2484519897" sldId="552"/>
            <ac:spMk id="11" creationId="{B2DD41CD-8F47-4F56-AD12-4E2FF7696987}"/>
          </ac:spMkLst>
        </pc:spChg>
        <pc:picChg chg="mod">
          <ac:chgData name="Alberto Ruiz" userId="47fa91d207cfb014" providerId="LiveId" clId="{18923CA4-2A1E-4285-81FF-2717E4C88808}" dt="2024-10-29T18:46:46.121" v="220" actId="26606"/>
          <ac:picMkLst>
            <pc:docMk/>
            <pc:sldMk cId="2484519897" sldId="552"/>
            <ac:picMk id="4" creationId="{B1457986-329C-F567-06C8-38FBE4B4B740}"/>
          </ac:picMkLst>
        </pc:picChg>
      </pc:sldChg>
      <pc:sldChg chg="addSp modSp mod setBg setFolMasterObjs">
        <pc:chgData name="Alberto Ruiz" userId="47fa91d207cfb014" providerId="LiveId" clId="{18923CA4-2A1E-4285-81FF-2717E4C88808}" dt="2024-10-29T18:46:50.063" v="222" actId="27636"/>
        <pc:sldMkLst>
          <pc:docMk/>
          <pc:sldMk cId="2035228697" sldId="553"/>
        </pc:sldMkLst>
        <pc:spChg chg="mod">
          <ac:chgData name="Alberto Ruiz" userId="47fa91d207cfb014" providerId="LiveId" clId="{18923CA4-2A1E-4285-81FF-2717E4C88808}" dt="2024-10-29T18:46:50.063" v="222" actId="27636"/>
          <ac:spMkLst>
            <pc:docMk/>
            <pc:sldMk cId="2035228697" sldId="553"/>
            <ac:spMk id="2" creationId="{B508EAC3-BE7D-807C-B8BB-289550534D10}"/>
          </ac:spMkLst>
        </pc:spChg>
        <pc:spChg chg="add">
          <ac:chgData name="Alberto Ruiz" userId="47fa91d207cfb014" providerId="LiveId" clId="{18923CA4-2A1E-4285-81FF-2717E4C88808}" dt="2024-10-29T18:46:50.048" v="221" actId="26606"/>
          <ac:spMkLst>
            <pc:docMk/>
            <pc:sldMk cId="2035228697" sldId="553"/>
            <ac:spMk id="15" creationId="{B87C619C-EBAB-488E-96B9-153AA4C9B440}"/>
          </ac:spMkLst>
        </pc:spChg>
        <pc:spChg chg="add">
          <ac:chgData name="Alberto Ruiz" userId="47fa91d207cfb014" providerId="LiveId" clId="{18923CA4-2A1E-4285-81FF-2717E4C88808}" dt="2024-10-29T18:46:50.048" v="221" actId="26606"/>
          <ac:spMkLst>
            <pc:docMk/>
            <pc:sldMk cId="2035228697" sldId="553"/>
            <ac:spMk id="17" creationId="{130DA1C1-36FD-41D8-9826-EE797BF39BAB}"/>
          </ac:spMkLst>
        </pc:spChg>
        <pc:spChg chg="add">
          <ac:chgData name="Alberto Ruiz" userId="47fa91d207cfb014" providerId="LiveId" clId="{18923CA4-2A1E-4285-81FF-2717E4C88808}" dt="2024-10-29T18:46:50.048" v="221" actId="26606"/>
          <ac:spMkLst>
            <pc:docMk/>
            <pc:sldMk cId="2035228697" sldId="553"/>
            <ac:spMk id="19" creationId="{35BC54F7-1315-4D6C-9420-A5BF0CDDBC04}"/>
          </ac:spMkLst>
        </pc:spChg>
        <pc:picChg chg="mod ord">
          <ac:chgData name="Alberto Ruiz" userId="47fa91d207cfb014" providerId="LiveId" clId="{18923CA4-2A1E-4285-81FF-2717E4C88808}" dt="2024-10-29T18:46:50.048" v="221" actId="26606"/>
          <ac:picMkLst>
            <pc:docMk/>
            <pc:sldMk cId="2035228697" sldId="553"/>
            <ac:picMk id="4" creationId="{A9B928FF-C27C-31FC-1076-13273CC2C478}"/>
          </ac:picMkLst>
        </pc:picChg>
        <pc:picChg chg="mod">
          <ac:chgData name="Alberto Ruiz" userId="47fa91d207cfb014" providerId="LiveId" clId="{18923CA4-2A1E-4285-81FF-2717E4C88808}" dt="2024-10-29T18:46:50.048" v="221" actId="26606"/>
          <ac:picMkLst>
            <pc:docMk/>
            <pc:sldMk cId="2035228697" sldId="553"/>
            <ac:picMk id="10" creationId="{EBFE7254-A62E-522F-739A-F041EB53938F}"/>
          </ac:picMkLst>
        </pc:picChg>
      </pc:sldChg>
      <pc:sldChg chg="addSp modSp mod setBg setFolMasterObjs">
        <pc:chgData name="Alberto Ruiz" userId="47fa91d207cfb014" providerId="LiveId" clId="{18923CA4-2A1E-4285-81FF-2717E4C88808}" dt="2024-10-29T18:46:53.063" v="223" actId="26606"/>
        <pc:sldMkLst>
          <pc:docMk/>
          <pc:sldMk cId="949881224" sldId="554"/>
        </pc:sldMkLst>
        <pc:spChg chg="mod">
          <ac:chgData name="Alberto Ruiz" userId="47fa91d207cfb014" providerId="LiveId" clId="{18923CA4-2A1E-4285-81FF-2717E4C88808}" dt="2024-10-29T18:46:53.063" v="223" actId="26606"/>
          <ac:spMkLst>
            <pc:docMk/>
            <pc:sldMk cId="949881224" sldId="554"/>
            <ac:spMk id="2" creationId="{C53D9F04-C9B6-D10B-57EA-040FD020C7BE}"/>
          </ac:spMkLst>
        </pc:spChg>
        <pc:spChg chg="mod">
          <ac:chgData name="Alberto Ruiz" userId="47fa91d207cfb014" providerId="LiveId" clId="{18923CA4-2A1E-4285-81FF-2717E4C88808}" dt="2024-10-29T18:46:53.063" v="223" actId="26606"/>
          <ac:spMkLst>
            <pc:docMk/>
            <pc:sldMk cId="949881224" sldId="554"/>
            <ac:spMk id="3" creationId="{5DCD7514-5865-E163-B40A-E6E55067C0EF}"/>
          </ac:spMkLst>
        </pc:spChg>
        <pc:spChg chg="add">
          <ac:chgData name="Alberto Ruiz" userId="47fa91d207cfb014" providerId="LiveId" clId="{18923CA4-2A1E-4285-81FF-2717E4C88808}" dt="2024-10-29T18:46:53.063" v="223" actId="26606"/>
          <ac:spMkLst>
            <pc:docMk/>
            <pc:sldMk cId="949881224" sldId="554"/>
            <ac:spMk id="11" creationId="{352BEC0E-22F8-46D0-9632-375DB541B06C}"/>
          </ac:spMkLst>
        </pc:spChg>
        <pc:spChg chg="add">
          <ac:chgData name="Alberto Ruiz" userId="47fa91d207cfb014" providerId="LiveId" clId="{18923CA4-2A1E-4285-81FF-2717E4C88808}" dt="2024-10-29T18:46:53.063" v="223" actId="26606"/>
          <ac:spMkLst>
            <pc:docMk/>
            <pc:sldMk cId="949881224" sldId="554"/>
            <ac:spMk id="13" creationId="{3FCFB1DE-0B7E-48CC-BA90-B2AB0889F9D6}"/>
          </ac:spMkLst>
        </pc:spChg>
        <pc:picChg chg="mod">
          <ac:chgData name="Alberto Ruiz" userId="47fa91d207cfb014" providerId="LiveId" clId="{18923CA4-2A1E-4285-81FF-2717E4C88808}" dt="2024-10-29T18:46:53.063" v="223" actId="26606"/>
          <ac:picMkLst>
            <pc:docMk/>
            <pc:sldMk cId="949881224" sldId="554"/>
            <ac:picMk id="4" creationId="{3C1722C2-F8F1-FB6C-88A0-92AEEAB5CF9E}"/>
          </ac:picMkLst>
        </pc:picChg>
        <pc:picChg chg="mod">
          <ac:chgData name="Alberto Ruiz" userId="47fa91d207cfb014" providerId="LiveId" clId="{18923CA4-2A1E-4285-81FF-2717E4C88808}" dt="2024-10-29T18:46:53.063" v="223" actId="26606"/>
          <ac:picMkLst>
            <pc:docMk/>
            <pc:sldMk cId="949881224" sldId="554"/>
            <ac:picMk id="6" creationId="{5F9BFC79-0E4A-CD12-526C-56D93511EE1B}"/>
          </ac:picMkLst>
        </pc:picChg>
      </pc:sldChg>
      <pc:sldChg chg="addSp modSp mod setBg setFolMasterObjs">
        <pc:chgData name="Alberto Ruiz" userId="47fa91d207cfb014" providerId="LiveId" clId="{18923CA4-2A1E-4285-81FF-2717E4C88808}" dt="2024-10-29T18:46:55.907" v="224" actId="26606"/>
        <pc:sldMkLst>
          <pc:docMk/>
          <pc:sldMk cId="2845295628" sldId="556"/>
        </pc:sldMkLst>
        <pc:spChg chg="mod">
          <ac:chgData name="Alberto Ruiz" userId="47fa91d207cfb014" providerId="LiveId" clId="{18923CA4-2A1E-4285-81FF-2717E4C88808}" dt="2024-10-29T18:46:55.907" v="224" actId="26606"/>
          <ac:spMkLst>
            <pc:docMk/>
            <pc:sldMk cId="2845295628" sldId="556"/>
            <ac:spMk id="2" creationId="{C7C5F45B-8021-C3FF-328F-F03BAE733CD9}"/>
          </ac:spMkLst>
        </pc:spChg>
        <pc:spChg chg="mod">
          <ac:chgData name="Alberto Ruiz" userId="47fa91d207cfb014" providerId="LiveId" clId="{18923CA4-2A1E-4285-81FF-2717E4C88808}" dt="2024-10-29T18:46:55.907" v="224" actId="26606"/>
          <ac:spMkLst>
            <pc:docMk/>
            <pc:sldMk cId="2845295628" sldId="556"/>
            <ac:spMk id="4" creationId="{1C4A8853-9A43-6750-7C54-BD14F3788F33}"/>
          </ac:spMkLst>
        </pc:spChg>
        <pc:spChg chg="add">
          <ac:chgData name="Alberto Ruiz" userId="47fa91d207cfb014" providerId="LiveId" clId="{18923CA4-2A1E-4285-81FF-2717E4C88808}" dt="2024-10-29T18:46:55.907" v="224" actId="26606"/>
          <ac:spMkLst>
            <pc:docMk/>
            <pc:sldMk cId="2845295628" sldId="556"/>
            <ac:spMk id="11" creationId="{352BEC0E-22F8-46D0-9632-375DB541B06C}"/>
          </ac:spMkLst>
        </pc:spChg>
        <pc:spChg chg="add">
          <ac:chgData name="Alberto Ruiz" userId="47fa91d207cfb014" providerId="LiveId" clId="{18923CA4-2A1E-4285-81FF-2717E4C88808}" dt="2024-10-29T18:46:55.907" v="224" actId="26606"/>
          <ac:spMkLst>
            <pc:docMk/>
            <pc:sldMk cId="2845295628" sldId="556"/>
            <ac:spMk id="13" creationId="{3FCFB1DE-0B7E-48CC-BA90-B2AB0889F9D6}"/>
          </ac:spMkLst>
        </pc:spChg>
        <pc:picChg chg="mod">
          <ac:chgData name="Alberto Ruiz" userId="47fa91d207cfb014" providerId="LiveId" clId="{18923CA4-2A1E-4285-81FF-2717E4C88808}" dt="2024-10-29T18:46:55.907" v="224" actId="26606"/>
          <ac:picMkLst>
            <pc:docMk/>
            <pc:sldMk cId="2845295628" sldId="556"/>
            <ac:picMk id="3" creationId="{825DA8E9-09E5-5DCE-9490-AB1731D82B45}"/>
          </ac:picMkLst>
        </pc:picChg>
        <pc:picChg chg="mod">
          <ac:chgData name="Alberto Ruiz" userId="47fa91d207cfb014" providerId="LiveId" clId="{18923CA4-2A1E-4285-81FF-2717E4C88808}" dt="2024-10-29T18:46:55.907" v="224" actId="26606"/>
          <ac:picMkLst>
            <pc:docMk/>
            <pc:sldMk cId="2845295628" sldId="556"/>
            <ac:picMk id="6" creationId="{D08E996F-51E0-EF20-0D0A-000EB324E24D}"/>
          </ac:picMkLst>
        </pc:picChg>
      </pc:sldChg>
      <pc:sldChg chg="addSp modSp mod setBg setFolMasterObjs">
        <pc:chgData name="Alberto Ruiz" userId="47fa91d207cfb014" providerId="LiveId" clId="{18923CA4-2A1E-4285-81FF-2717E4C88808}" dt="2024-10-29T18:47:16.009" v="230" actId="26606"/>
        <pc:sldMkLst>
          <pc:docMk/>
          <pc:sldMk cId="376023604" sldId="557"/>
        </pc:sldMkLst>
        <pc:spChg chg="mod">
          <ac:chgData name="Alberto Ruiz" userId="47fa91d207cfb014" providerId="LiveId" clId="{18923CA4-2A1E-4285-81FF-2717E4C88808}" dt="2024-10-29T18:47:16.009" v="230" actId="26606"/>
          <ac:spMkLst>
            <pc:docMk/>
            <pc:sldMk cId="376023604" sldId="557"/>
            <ac:spMk id="2" creationId="{124A1829-04A2-D94C-CBCD-12BE74F293AB}"/>
          </ac:spMkLst>
        </pc:spChg>
        <pc:spChg chg="mod">
          <ac:chgData name="Alberto Ruiz" userId="47fa91d207cfb014" providerId="LiveId" clId="{18923CA4-2A1E-4285-81FF-2717E4C88808}" dt="2024-10-29T18:47:16.009" v="230" actId="26606"/>
          <ac:spMkLst>
            <pc:docMk/>
            <pc:sldMk cId="376023604" sldId="557"/>
            <ac:spMk id="3" creationId="{F51B3873-CBD0-68FB-030E-7E4EC5031520}"/>
          </ac:spMkLst>
        </pc:spChg>
        <pc:spChg chg="add">
          <ac:chgData name="Alberto Ruiz" userId="47fa91d207cfb014" providerId="LiveId" clId="{18923CA4-2A1E-4285-81FF-2717E4C88808}" dt="2024-10-29T18:47:16.009" v="230" actId="26606"/>
          <ac:spMkLst>
            <pc:docMk/>
            <pc:sldMk cId="376023604" sldId="557"/>
            <ac:spMk id="9" creationId="{45D37F4E-DDB4-456B-97E0-9937730A039F}"/>
          </ac:spMkLst>
        </pc:spChg>
        <pc:spChg chg="add">
          <ac:chgData name="Alberto Ruiz" userId="47fa91d207cfb014" providerId="LiveId" clId="{18923CA4-2A1E-4285-81FF-2717E4C88808}" dt="2024-10-29T18:47:16.009" v="230" actId="26606"/>
          <ac:spMkLst>
            <pc:docMk/>
            <pc:sldMk cId="376023604" sldId="557"/>
            <ac:spMk id="11" creationId="{B2DD41CD-8F47-4F56-AD12-4E2FF7696987}"/>
          </ac:spMkLst>
        </pc:spChg>
        <pc:picChg chg="mod">
          <ac:chgData name="Alberto Ruiz" userId="47fa91d207cfb014" providerId="LiveId" clId="{18923CA4-2A1E-4285-81FF-2717E4C88808}" dt="2024-10-29T18:47:16.009" v="230" actId="26606"/>
          <ac:picMkLst>
            <pc:docMk/>
            <pc:sldMk cId="376023604" sldId="557"/>
            <ac:picMk id="4" creationId="{6B3941C3-82E6-7B2A-A544-E6069301ECCF}"/>
          </ac:picMkLst>
        </pc:picChg>
      </pc:sldChg>
      <pc:sldChg chg="addSp modSp mod setBg setFolMasterObjs">
        <pc:chgData name="Alberto Ruiz" userId="47fa91d207cfb014" providerId="LiveId" clId="{18923CA4-2A1E-4285-81FF-2717E4C88808}" dt="2024-10-29T18:47:20.899" v="232" actId="26606"/>
        <pc:sldMkLst>
          <pc:docMk/>
          <pc:sldMk cId="1415839754" sldId="558"/>
        </pc:sldMkLst>
        <pc:spChg chg="mod">
          <ac:chgData name="Alberto Ruiz" userId="47fa91d207cfb014" providerId="LiveId" clId="{18923CA4-2A1E-4285-81FF-2717E4C88808}" dt="2024-10-29T18:47:20.899" v="232" actId="26606"/>
          <ac:spMkLst>
            <pc:docMk/>
            <pc:sldMk cId="1415839754" sldId="558"/>
            <ac:spMk id="2" creationId="{A49C084B-69AE-016C-BDFB-E6F16E0E9B36}"/>
          </ac:spMkLst>
        </pc:spChg>
        <pc:spChg chg="mod ord">
          <ac:chgData name="Alberto Ruiz" userId="47fa91d207cfb014" providerId="LiveId" clId="{18923CA4-2A1E-4285-81FF-2717E4C88808}" dt="2024-10-29T18:47:20.899" v="232" actId="26606"/>
          <ac:spMkLst>
            <pc:docMk/>
            <pc:sldMk cId="1415839754" sldId="558"/>
            <ac:spMk id="3" creationId="{7B263BE4-854F-5A47-D50F-F0186CD28047}"/>
          </ac:spMkLst>
        </pc:spChg>
        <pc:spChg chg="add">
          <ac:chgData name="Alberto Ruiz" userId="47fa91d207cfb014" providerId="LiveId" clId="{18923CA4-2A1E-4285-81FF-2717E4C88808}" dt="2024-10-29T18:47:20.899" v="232" actId="26606"/>
          <ac:spMkLst>
            <pc:docMk/>
            <pc:sldMk cId="1415839754" sldId="558"/>
            <ac:spMk id="8201" creationId="{53B475F8-50AE-46A0-9943-B2B63183D50C}"/>
          </ac:spMkLst>
        </pc:spChg>
        <pc:spChg chg="add">
          <ac:chgData name="Alberto Ruiz" userId="47fa91d207cfb014" providerId="LiveId" clId="{18923CA4-2A1E-4285-81FF-2717E4C88808}" dt="2024-10-29T18:47:20.899" v="232" actId="26606"/>
          <ac:spMkLst>
            <pc:docMk/>
            <pc:sldMk cId="1415839754" sldId="558"/>
            <ac:spMk id="8203" creationId="{75F6FDB4-2351-48C2-A863-2364A02343C0}"/>
          </ac:spMkLst>
        </pc:spChg>
        <pc:picChg chg="mod ord">
          <ac:chgData name="Alberto Ruiz" userId="47fa91d207cfb014" providerId="LiveId" clId="{18923CA4-2A1E-4285-81FF-2717E4C88808}" dt="2024-10-29T18:47:20.899" v="232" actId="26606"/>
          <ac:picMkLst>
            <pc:docMk/>
            <pc:sldMk cId="1415839754" sldId="558"/>
            <ac:picMk id="4" creationId="{9EFD8925-AAF9-F192-BF1A-805B7A526963}"/>
          </ac:picMkLst>
        </pc:picChg>
        <pc:picChg chg="mod">
          <ac:chgData name="Alberto Ruiz" userId="47fa91d207cfb014" providerId="LiveId" clId="{18923CA4-2A1E-4285-81FF-2717E4C88808}" dt="2024-10-29T18:47:20.899" v="232" actId="26606"/>
          <ac:picMkLst>
            <pc:docMk/>
            <pc:sldMk cId="1415839754" sldId="558"/>
            <ac:picMk id="8194" creationId="{10541DEA-6D2B-F218-3387-604021DA7792}"/>
          </ac:picMkLst>
        </pc:picChg>
        <pc:picChg chg="mod">
          <ac:chgData name="Alberto Ruiz" userId="47fa91d207cfb014" providerId="LiveId" clId="{18923CA4-2A1E-4285-81FF-2717E4C88808}" dt="2024-10-29T18:47:20.899" v="232" actId="26606"/>
          <ac:picMkLst>
            <pc:docMk/>
            <pc:sldMk cId="1415839754" sldId="558"/>
            <ac:picMk id="8196" creationId="{A0D6626B-3312-0D20-D700-1C919467B1D6}"/>
          </ac:picMkLst>
        </pc:picChg>
      </pc:sldChg>
      <pc:sldChg chg="addSp modSp mod setBg setFolMasterObjs">
        <pc:chgData name="Alberto Ruiz" userId="47fa91d207cfb014" providerId="LiveId" clId="{18923CA4-2A1E-4285-81FF-2717E4C88808}" dt="2024-10-29T18:47:24.306" v="233" actId="26606"/>
        <pc:sldMkLst>
          <pc:docMk/>
          <pc:sldMk cId="355847485" sldId="559"/>
        </pc:sldMkLst>
        <pc:spChg chg="mod">
          <ac:chgData name="Alberto Ruiz" userId="47fa91d207cfb014" providerId="LiveId" clId="{18923CA4-2A1E-4285-81FF-2717E4C88808}" dt="2024-10-29T18:47:24.306" v="233" actId="26606"/>
          <ac:spMkLst>
            <pc:docMk/>
            <pc:sldMk cId="355847485" sldId="559"/>
            <ac:spMk id="2" creationId="{6D4055EE-9576-EE22-81E8-613F3EBB32C2}"/>
          </ac:spMkLst>
        </pc:spChg>
        <pc:spChg chg="mod">
          <ac:chgData name="Alberto Ruiz" userId="47fa91d207cfb014" providerId="LiveId" clId="{18923CA4-2A1E-4285-81FF-2717E4C88808}" dt="2024-10-29T18:47:24.306" v="233" actId="26606"/>
          <ac:spMkLst>
            <pc:docMk/>
            <pc:sldMk cId="355847485" sldId="559"/>
            <ac:spMk id="3" creationId="{7149AFD8-FA8D-2AB3-6A16-B4B84C75A9EE}"/>
          </ac:spMkLst>
        </pc:spChg>
        <pc:spChg chg="add">
          <ac:chgData name="Alberto Ruiz" userId="47fa91d207cfb014" providerId="LiveId" clId="{18923CA4-2A1E-4285-81FF-2717E4C88808}" dt="2024-10-29T18:47:24.306" v="233" actId="26606"/>
          <ac:spMkLst>
            <pc:docMk/>
            <pc:sldMk cId="355847485" sldId="559"/>
            <ac:spMk id="11" creationId="{45D37F4E-DDB4-456B-97E0-9937730A039F}"/>
          </ac:spMkLst>
        </pc:spChg>
        <pc:spChg chg="add">
          <ac:chgData name="Alberto Ruiz" userId="47fa91d207cfb014" providerId="LiveId" clId="{18923CA4-2A1E-4285-81FF-2717E4C88808}" dt="2024-10-29T18:47:24.306" v="233" actId="26606"/>
          <ac:spMkLst>
            <pc:docMk/>
            <pc:sldMk cId="355847485" sldId="559"/>
            <ac:spMk id="13" creationId="{B2DD41CD-8F47-4F56-AD12-4E2FF7696987}"/>
          </ac:spMkLst>
        </pc:spChg>
        <pc:picChg chg="mod">
          <ac:chgData name="Alberto Ruiz" userId="47fa91d207cfb014" providerId="LiveId" clId="{18923CA4-2A1E-4285-81FF-2717E4C88808}" dt="2024-10-29T18:47:24.306" v="233" actId="26606"/>
          <ac:picMkLst>
            <pc:docMk/>
            <pc:sldMk cId="355847485" sldId="559"/>
            <ac:picMk id="4" creationId="{19671B8A-6885-173D-B431-4ACEB1F44484}"/>
          </ac:picMkLst>
        </pc:picChg>
      </pc:sldChg>
      <pc:sldChg chg="del">
        <pc:chgData name="Alberto Ruiz" userId="47fa91d207cfb014" providerId="LiveId" clId="{18923CA4-2A1E-4285-81FF-2717E4C88808}" dt="2024-10-29T18:55:42.159" v="300" actId="47"/>
        <pc:sldMkLst>
          <pc:docMk/>
          <pc:sldMk cId="3863567333" sldId="560"/>
        </pc:sldMkLst>
      </pc:sldChg>
      <pc:sldChg chg="modSp del mod">
        <pc:chgData name="Alberto Ruiz" userId="47fa91d207cfb014" providerId="LiveId" clId="{18923CA4-2A1E-4285-81FF-2717E4C88808}" dt="2024-10-29T18:55:44.178" v="308" actId="47"/>
        <pc:sldMkLst>
          <pc:docMk/>
          <pc:sldMk cId="4023351115" sldId="561"/>
        </pc:sldMkLst>
        <pc:spChg chg="mod">
          <ac:chgData name="Alberto Ruiz" userId="47fa91d207cfb014" providerId="LiveId" clId="{18923CA4-2A1E-4285-81FF-2717E4C88808}" dt="2024-10-29T18:36:37.639" v="65" actId="27636"/>
          <ac:spMkLst>
            <pc:docMk/>
            <pc:sldMk cId="4023351115" sldId="561"/>
            <ac:spMk id="2" creationId="{7EDA018C-4981-A035-F52E-532641B6BED0}"/>
          </ac:spMkLst>
        </pc:spChg>
        <pc:graphicFrameChg chg="modGraphic">
          <ac:chgData name="Alberto Ruiz" userId="47fa91d207cfb014" providerId="LiveId" clId="{18923CA4-2A1E-4285-81FF-2717E4C88808}" dt="2024-10-29T18:39:54.155" v="115" actId="207"/>
          <ac:graphicFrameMkLst>
            <pc:docMk/>
            <pc:sldMk cId="4023351115" sldId="561"/>
            <ac:graphicFrameMk id="7" creationId="{80406B7E-4263-77FA-497A-E170057100C6}"/>
          </ac:graphicFrameMkLst>
        </pc:graphicFrameChg>
      </pc:sldChg>
      <pc:sldChg chg="del">
        <pc:chgData name="Alberto Ruiz" userId="47fa91d207cfb014" providerId="LiveId" clId="{18923CA4-2A1E-4285-81FF-2717E4C88808}" dt="2024-10-29T18:55:44.405" v="309" actId="47"/>
        <pc:sldMkLst>
          <pc:docMk/>
          <pc:sldMk cId="951799070" sldId="562"/>
        </pc:sldMkLst>
      </pc:sldChg>
      <pc:sldChg chg="addSp modSp del mod setBg setFolMasterObjs">
        <pc:chgData name="Alberto Ruiz" userId="47fa91d207cfb014" providerId="LiveId" clId="{18923CA4-2A1E-4285-81FF-2717E4C88808}" dt="2024-10-29T18:55:43.973" v="307" actId="47"/>
        <pc:sldMkLst>
          <pc:docMk/>
          <pc:sldMk cId="893528446" sldId="563"/>
        </pc:sldMkLst>
        <pc:spChg chg="mod">
          <ac:chgData name="Alberto Ruiz" userId="47fa91d207cfb014" providerId="LiveId" clId="{18923CA4-2A1E-4285-81FF-2717E4C88808}" dt="2024-10-29T18:39:43.288" v="113" actId="26606"/>
          <ac:spMkLst>
            <pc:docMk/>
            <pc:sldMk cId="893528446" sldId="563"/>
            <ac:spMk id="2" creationId="{A4506E06-E527-EE53-A512-82CCECB5388E}"/>
          </ac:spMkLst>
        </pc:spChg>
        <pc:spChg chg="mod">
          <ac:chgData name="Alberto Ruiz" userId="47fa91d207cfb014" providerId="LiveId" clId="{18923CA4-2A1E-4285-81FF-2717E4C88808}" dt="2024-10-29T18:39:43.288" v="113" actId="26606"/>
          <ac:spMkLst>
            <pc:docMk/>
            <pc:sldMk cId="893528446" sldId="563"/>
            <ac:spMk id="3" creationId="{C145EBB0-F5E0-ACAA-052A-16ABA7536E6E}"/>
          </ac:spMkLst>
        </pc:spChg>
        <pc:spChg chg="add">
          <ac:chgData name="Alberto Ruiz" userId="47fa91d207cfb014" providerId="LiveId" clId="{18923CA4-2A1E-4285-81FF-2717E4C88808}" dt="2024-10-29T18:39:43.288" v="113" actId="26606"/>
          <ac:spMkLst>
            <pc:docMk/>
            <pc:sldMk cId="893528446" sldId="563"/>
            <ac:spMk id="11" creationId="{394842B0-684D-44CC-B4BC-D13331CFD290}"/>
          </ac:spMkLst>
        </pc:spChg>
        <pc:spChg chg="add">
          <ac:chgData name="Alberto Ruiz" userId="47fa91d207cfb014" providerId="LiveId" clId="{18923CA4-2A1E-4285-81FF-2717E4C88808}" dt="2024-10-29T18:39:43.288" v="113" actId="26606"/>
          <ac:spMkLst>
            <pc:docMk/>
            <pc:sldMk cId="893528446" sldId="563"/>
            <ac:spMk id="13" creationId="{4C2A3DC3-F495-4B99-9FF3-3FB30D63235E}"/>
          </ac:spMkLst>
        </pc:spChg>
        <pc:picChg chg="mod ord">
          <ac:chgData name="Alberto Ruiz" userId="47fa91d207cfb014" providerId="LiveId" clId="{18923CA4-2A1E-4285-81FF-2717E4C88808}" dt="2024-10-29T18:39:43.288" v="113" actId="26606"/>
          <ac:picMkLst>
            <pc:docMk/>
            <pc:sldMk cId="893528446" sldId="563"/>
            <ac:picMk id="5" creationId="{BB2A1D54-68D3-5A51-7C44-81C21871FAB7}"/>
          </ac:picMkLst>
        </pc:picChg>
        <pc:picChg chg="mod">
          <ac:chgData name="Alberto Ruiz" userId="47fa91d207cfb014" providerId="LiveId" clId="{18923CA4-2A1E-4285-81FF-2717E4C88808}" dt="2024-10-29T18:39:43.288" v="113" actId="26606"/>
          <ac:picMkLst>
            <pc:docMk/>
            <pc:sldMk cId="893528446" sldId="563"/>
            <ac:picMk id="6" creationId="{61E02719-9371-38B9-4F43-5E00E92CAF22}"/>
          </ac:picMkLst>
        </pc:picChg>
      </pc:sldChg>
      <pc:sldChg chg="addSp modSp del mod setBg setFolMasterObjs">
        <pc:chgData name="Alberto Ruiz" userId="47fa91d207cfb014" providerId="LiveId" clId="{18923CA4-2A1E-4285-81FF-2717E4C88808}" dt="2024-10-29T18:55:43.361" v="304" actId="47"/>
        <pc:sldMkLst>
          <pc:docMk/>
          <pc:sldMk cId="1430832641" sldId="564"/>
        </pc:sldMkLst>
        <pc:spChg chg="mod">
          <ac:chgData name="Alberto Ruiz" userId="47fa91d207cfb014" providerId="LiveId" clId="{18923CA4-2A1E-4285-81FF-2717E4C88808}" dt="2024-10-29T18:39:24.561" v="106" actId="26606"/>
          <ac:spMkLst>
            <pc:docMk/>
            <pc:sldMk cId="1430832641" sldId="564"/>
            <ac:spMk id="2" creationId="{D1332C85-520E-139E-C409-DE6D3B1BFB49}"/>
          </ac:spMkLst>
        </pc:spChg>
        <pc:spChg chg="mod">
          <ac:chgData name="Alberto Ruiz" userId="47fa91d207cfb014" providerId="LiveId" clId="{18923CA4-2A1E-4285-81FF-2717E4C88808}" dt="2024-10-29T18:39:24.561" v="106" actId="26606"/>
          <ac:spMkLst>
            <pc:docMk/>
            <pc:sldMk cId="1430832641" sldId="564"/>
            <ac:spMk id="3" creationId="{CEB7BFBF-0E32-BAF7-2D92-1224F59933D7}"/>
          </ac:spMkLst>
        </pc:spChg>
        <pc:spChg chg="add">
          <ac:chgData name="Alberto Ruiz" userId="47fa91d207cfb014" providerId="LiveId" clId="{18923CA4-2A1E-4285-81FF-2717E4C88808}" dt="2024-10-29T18:39:24.561" v="106" actId="26606"/>
          <ac:spMkLst>
            <pc:docMk/>
            <pc:sldMk cId="1430832641" sldId="564"/>
            <ac:spMk id="8" creationId="{907EF6B7-1338-4443-8C46-6A318D952DFD}"/>
          </ac:spMkLst>
        </pc:spChg>
        <pc:spChg chg="add">
          <ac:chgData name="Alberto Ruiz" userId="47fa91d207cfb014" providerId="LiveId" clId="{18923CA4-2A1E-4285-81FF-2717E4C88808}" dt="2024-10-29T18:39:24.561" v="106" actId="26606"/>
          <ac:spMkLst>
            <pc:docMk/>
            <pc:sldMk cId="1430832641" sldId="564"/>
            <ac:spMk id="10" creationId="{DAAE4CDD-124C-4DCF-9584-B6033B545DD5}"/>
          </ac:spMkLst>
        </pc:spChg>
        <pc:spChg chg="add">
          <ac:chgData name="Alberto Ruiz" userId="47fa91d207cfb014" providerId="LiveId" clId="{18923CA4-2A1E-4285-81FF-2717E4C88808}" dt="2024-10-29T18:39:24.561" v="106" actId="26606"/>
          <ac:spMkLst>
            <pc:docMk/>
            <pc:sldMk cId="1430832641" sldId="564"/>
            <ac:spMk id="12" creationId="{081E4A58-353D-44AE-B2FC-2A74E2E400F7}"/>
          </ac:spMkLst>
        </pc:spChg>
      </pc:sldChg>
      <pc:sldChg chg="addSp modSp del mod setBg setFolMasterObjs">
        <pc:chgData name="Alberto Ruiz" userId="47fa91d207cfb014" providerId="LiveId" clId="{18923CA4-2A1E-4285-81FF-2717E4C88808}" dt="2024-10-29T18:55:50.194" v="322" actId="47"/>
        <pc:sldMkLst>
          <pc:docMk/>
          <pc:sldMk cId="3232265757" sldId="566"/>
        </pc:sldMkLst>
        <pc:spChg chg="mod">
          <ac:chgData name="Alberto Ruiz" userId="47fa91d207cfb014" providerId="LiveId" clId="{18923CA4-2A1E-4285-81FF-2717E4C88808}" dt="2024-10-29T18:40:57.642" v="126" actId="26606"/>
          <ac:spMkLst>
            <pc:docMk/>
            <pc:sldMk cId="3232265757" sldId="566"/>
            <ac:spMk id="2" creationId="{D74DF793-7762-B993-BCDD-49525BEC4FDC}"/>
          </ac:spMkLst>
        </pc:spChg>
        <pc:spChg chg="mod">
          <ac:chgData name="Alberto Ruiz" userId="47fa91d207cfb014" providerId="LiveId" clId="{18923CA4-2A1E-4285-81FF-2717E4C88808}" dt="2024-10-29T18:40:57.642" v="126" actId="26606"/>
          <ac:spMkLst>
            <pc:docMk/>
            <pc:sldMk cId="3232265757" sldId="566"/>
            <ac:spMk id="3" creationId="{93F2F1C4-4D92-62FD-ADB2-F811DCCDC67B}"/>
          </ac:spMkLst>
        </pc:spChg>
        <pc:spChg chg="add">
          <ac:chgData name="Alberto Ruiz" userId="47fa91d207cfb014" providerId="LiveId" clId="{18923CA4-2A1E-4285-81FF-2717E4C88808}" dt="2024-10-29T18:40:57.642" v="126" actId="26606"/>
          <ac:spMkLst>
            <pc:docMk/>
            <pc:sldMk cId="3232265757" sldId="566"/>
            <ac:spMk id="9" creationId="{45D37F4E-DDB4-456B-97E0-9937730A039F}"/>
          </ac:spMkLst>
        </pc:spChg>
        <pc:spChg chg="add">
          <ac:chgData name="Alberto Ruiz" userId="47fa91d207cfb014" providerId="LiveId" clId="{18923CA4-2A1E-4285-81FF-2717E4C88808}" dt="2024-10-29T18:40:57.642" v="126" actId="26606"/>
          <ac:spMkLst>
            <pc:docMk/>
            <pc:sldMk cId="3232265757" sldId="566"/>
            <ac:spMk id="11" creationId="{B2DD41CD-8F47-4F56-AD12-4E2FF7696987}"/>
          </ac:spMkLst>
        </pc:spChg>
        <pc:picChg chg="mod">
          <ac:chgData name="Alberto Ruiz" userId="47fa91d207cfb014" providerId="LiveId" clId="{18923CA4-2A1E-4285-81FF-2717E4C88808}" dt="2024-10-29T18:40:57.642" v="126" actId="26606"/>
          <ac:picMkLst>
            <pc:docMk/>
            <pc:sldMk cId="3232265757" sldId="566"/>
            <ac:picMk id="4" creationId="{65CD8972-D992-B11F-7AC6-AAC8807A4780}"/>
          </ac:picMkLst>
        </pc:picChg>
      </pc:sldChg>
      <pc:sldChg chg="addSp modSp del mod setBg setFolMasterObjs">
        <pc:chgData name="Alberto Ruiz" userId="47fa91d207cfb014" providerId="LiveId" clId="{18923CA4-2A1E-4285-81FF-2717E4C88808}" dt="2024-10-29T18:55:43.754" v="306" actId="47"/>
        <pc:sldMkLst>
          <pc:docMk/>
          <pc:sldMk cId="341105690" sldId="567"/>
        </pc:sldMkLst>
        <pc:spChg chg="mod">
          <ac:chgData name="Alberto Ruiz" userId="47fa91d207cfb014" providerId="LiveId" clId="{18923CA4-2A1E-4285-81FF-2717E4C88808}" dt="2024-10-29T18:39:39.064" v="112" actId="26606"/>
          <ac:spMkLst>
            <pc:docMk/>
            <pc:sldMk cId="341105690" sldId="567"/>
            <ac:spMk id="2" creationId="{31FD5F52-42DF-DE4B-D0D5-6BFBE2E31E5F}"/>
          </ac:spMkLst>
        </pc:spChg>
        <pc:spChg chg="mod">
          <ac:chgData name="Alberto Ruiz" userId="47fa91d207cfb014" providerId="LiveId" clId="{18923CA4-2A1E-4285-81FF-2717E4C88808}" dt="2024-10-29T18:39:39.064" v="112" actId="26606"/>
          <ac:spMkLst>
            <pc:docMk/>
            <pc:sldMk cId="341105690" sldId="567"/>
            <ac:spMk id="3" creationId="{E905A6D8-D013-98AE-5633-ABD3883E3A68}"/>
          </ac:spMkLst>
        </pc:spChg>
        <pc:spChg chg="add">
          <ac:chgData name="Alberto Ruiz" userId="47fa91d207cfb014" providerId="LiveId" clId="{18923CA4-2A1E-4285-81FF-2717E4C88808}" dt="2024-10-29T18:39:39.064" v="112" actId="26606"/>
          <ac:spMkLst>
            <pc:docMk/>
            <pc:sldMk cId="341105690" sldId="567"/>
            <ac:spMk id="10" creationId="{394842B0-684D-44CC-B4BC-D13331CFD290}"/>
          </ac:spMkLst>
        </pc:spChg>
        <pc:spChg chg="add">
          <ac:chgData name="Alberto Ruiz" userId="47fa91d207cfb014" providerId="LiveId" clId="{18923CA4-2A1E-4285-81FF-2717E4C88808}" dt="2024-10-29T18:39:39.064" v="112" actId="26606"/>
          <ac:spMkLst>
            <pc:docMk/>
            <pc:sldMk cId="341105690" sldId="567"/>
            <ac:spMk id="12" creationId="{4C2A3DC3-F495-4B99-9FF3-3FB30D63235E}"/>
          </ac:spMkLst>
        </pc:spChg>
        <pc:picChg chg="mod">
          <ac:chgData name="Alberto Ruiz" userId="47fa91d207cfb014" providerId="LiveId" clId="{18923CA4-2A1E-4285-81FF-2717E4C88808}" dt="2024-10-29T18:39:39.064" v="112" actId="26606"/>
          <ac:picMkLst>
            <pc:docMk/>
            <pc:sldMk cId="341105690" sldId="567"/>
            <ac:picMk id="4" creationId="{D1842663-C60C-D5D8-C376-C2072A5F1DD0}"/>
          </ac:picMkLst>
        </pc:picChg>
        <pc:picChg chg="mod">
          <ac:chgData name="Alberto Ruiz" userId="47fa91d207cfb014" providerId="LiveId" clId="{18923CA4-2A1E-4285-81FF-2717E4C88808}" dt="2024-10-29T18:39:39.064" v="112" actId="26606"/>
          <ac:picMkLst>
            <pc:docMk/>
            <pc:sldMk cId="341105690" sldId="567"/>
            <ac:picMk id="5" creationId="{493CA6B6-4345-DCF4-10F9-6D101E70D73B}"/>
          </ac:picMkLst>
        </pc:picChg>
      </pc:sldChg>
      <pc:sldChg chg="addSp modSp del mod setBg setFolMasterObjs">
        <pc:chgData name="Alberto Ruiz" userId="47fa91d207cfb014" providerId="LiveId" clId="{18923CA4-2A1E-4285-81FF-2717E4C88808}" dt="2024-10-29T18:55:43.550" v="305" actId="47"/>
        <pc:sldMkLst>
          <pc:docMk/>
          <pc:sldMk cId="307766856" sldId="568"/>
        </pc:sldMkLst>
        <pc:spChg chg="mod">
          <ac:chgData name="Alberto Ruiz" userId="47fa91d207cfb014" providerId="LiveId" clId="{18923CA4-2A1E-4285-81FF-2717E4C88808}" dt="2024-10-29T18:39:28.250" v="107" actId="26606"/>
          <ac:spMkLst>
            <pc:docMk/>
            <pc:sldMk cId="307766856" sldId="568"/>
            <ac:spMk id="2" creationId="{63679B04-1E8F-9018-D468-5AE2F07A3311}"/>
          </ac:spMkLst>
        </pc:spChg>
        <pc:spChg chg="mod">
          <ac:chgData name="Alberto Ruiz" userId="47fa91d207cfb014" providerId="LiveId" clId="{18923CA4-2A1E-4285-81FF-2717E4C88808}" dt="2024-10-29T18:39:35.540" v="111" actId="403"/>
          <ac:spMkLst>
            <pc:docMk/>
            <pc:sldMk cId="307766856" sldId="568"/>
            <ac:spMk id="3" creationId="{2A0A75AB-8713-4622-F7A8-790BDD17D369}"/>
          </ac:spMkLst>
        </pc:spChg>
        <pc:spChg chg="add">
          <ac:chgData name="Alberto Ruiz" userId="47fa91d207cfb014" providerId="LiveId" clId="{18923CA4-2A1E-4285-81FF-2717E4C88808}" dt="2024-10-29T18:39:28.250" v="107" actId="26606"/>
          <ac:spMkLst>
            <pc:docMk/>
            <pc:sldMk cId="307766856" sldId="568"/>
            <ac:spMk id="10" creationId="{D2B783EE-0239-4717-BBEA-8C9EAC61C824}"/>
          </ac:spMkLst>
        </pc:spChg>
        <pc:spChg chg="add">
          <ac:chgData name="Alberto Ruiz" userId="47fa91d207cfb014" providerId="LiveId" clId="{18923CA4-2A1E-4285-81FF-2717E4C88808}" dt="2024-10-29T18:39:28.250" v="107" actId="26606"/>
          <ac:spMkLst>
            <pc:docMk/>
            <pc:sldMk cId="307766856" sldId="568"/>
            <ac:spMk id="12" creationId="{A7B99495-F43F-4D80-A44F-2CB4764EB90B}"/>
          </ac:spMkLst>
        </pc:spChg>
        <pc:spChg chg="add">
          <ac:chgData name="Alberto Ruiz" userId="47fa91d207cfb014" providerId="LiveId" clId="{18923CA4-2A1E-4285-81FF-2717E4C88808}" dt="2024-10-29T18:39:28.250" v="107" actId="26606"/>
          <ac:spMkLst>
            <pc:docMk/>
            <pc:sldMk cId="307766856" sldId="568"/>
            <ac:spMk id="14" creationId="{70BEB1E7-2F88-40BC-B73D-42E5B6F80BFC}"/>
          </ac:spMkLst>
        </pc:spChg>
        <pc:picChg chg="mod">
          <ac:chgData name="Alberto Ruiz" userId="47fa91d207cfb014" providerId="LiveId" clId="{18923CA4-2A1E-4285-81FF-2717E4C88808}" dt="2024-10-29T18:39:28.250" v="107" actId="26606"/>
          <ac:picMkLst>
            <pc:docMk/>
            <pc:sldMk cId="307766856" sldId="568"/>
            <ac:picMk id="4" creationId="{E9BD00CC-A6D9-0512-18F7-00F19B58E4A1}"/>
          </ac:picMkLst>
        </pc:picChg>
        <pc:picChg chg="mod">
          <ac:chgData name="Alberto Ruiz" userId="47fa91d207cfb014" providerId="LiveId" clId="{18923CA4-2A1E-4285-81FF-2717E4C88808}" dt="2024-10-29T18:39:28.250" v="107" actId="26606"/>
          <ac:picMkLst>
            <pc:docMk/>
            <pc:sldMk cId="307766856" sldId="568"/>
            <ac:picMk id="5" creationId="{A0CDB486-0AC2-775F-2A9E-F72731428FB0}"/>
          </ac:picMkLst>
        </pc:picChg>
      </pc:sldChg>
      <pc:sldChg chg="addSp delSp modSp mod">
        <pc:chgData name="Alberto Ruiz" userId="47fa91d207cfb014" providerId="LiveId" clId="{18923CA4-2A1E-4285-81FF-2717E4C88808}" dt="2024-10-29T18:50:20.215" v="272" actId="20577"/>
        <pc:sldMkLst>
          <pc:docMk/>
          <pc:sldMk cId="533214260" sldId="569"/>
        </pc:sldMkLst>
        <pc:spChg chg="del mod">
          <ac:chgData name="Alberto Ruiz" userId="47fa91d207cfb014" providerId="LiveId" clId="{18923CA4-2A1E-4285-81FF-2717E4C88808}" dt="2024-10-29T18:38:43.260" v="103" actId="26606"/>
          <ac:spMkLst>
            <pc:docMk/>
            <pc:sldMk cId="533214260" sldId="569"/>
            <ac:spMk id="2" creationId="{428D6CBF-0BFE-EBEC-9261-B66792E91C86}"/>
          </ac:spMkLst>
        </pc:spChg>
        <pc:graphicFrameChg chg="add mod">
          <ac:chgData name="Alberto Ruiz" userId="47fa91d207cfb014" providerId="LiveId" clId="{18923CA4-2A1E-4285-81FF-2717E4C88808}" dt="2024-10-29T18:50:20.215" v="272" actId="20577"/>
          <ac:graphicFrameMkLst>
            <pc:docMk/>
            <pc:sldMk cId="533214260" sldId="569"/>
            <ac:graphicFrameMk id="5" creationId="{FEB75D8E-FAA1-DABD-8BA0-2960A9020B6E}"/>
          </ac:graphicFrameMkLst>
        </pc:graphicFrameChg>
        <pc:picChg chg="mod ord">
          <ac:chgData name="Alberto Ruiz" userId="47fa91d207cfb014" providerId="LiveId" clId="{18923CA4-2A1E-4285-81FF-2717E4C88808}" dt="2024-10-29T18:37:42.300" v="97" actId="167"/>
          <ac:picMkLst>
            <pc:docMk/>
            <pc:sldMk cId="533214260" sldId="569"/>
            <ac:picMk id="3" creationId="{08C1A82D-FB68-FB6A-5677-3E23660D15C7}"/>
          </ac:picMkLst>
        </pc:picChg>
      </pc:sldChg>
      <pc:sldChg chg="addSp delSp modSp del mod setBg setFolMasterObjs">
        <pc:chgData name="Alberto Ruiz" userId="47fa91d207cfb014" providerId="LiveId" clId="{18923CA4-2A1E-4285-81FF-2717E4C88808}" dt="2024-10-29T18:55:40.638" v="295" actId="47"/>
        <pc:sldMkLst>
          <pc:docMk/>
          <pc:sldMk cId="1523495115" sldId="570"/>
        </pc:sldMkLst>
        <pc:spChg chg="mod">
          <ac:chgData name="Alberto Ruiz" userId="47fa91d207cfb014" providerId="LiveId" clId="{18923CA4-2A1E-4285-81FF-2717E4C88808}" dt="2024-10-29T18:52:18.890" v="293" actId="26606"/>
          <ac:spMkLst>
            <pc:docMk/>
            <pc:sldMk cId="1523495115" sldId="570"/>
            <ac:spMk id="3" creationId="{F753E759-6EDE-24A3-8D5F-EE1ADDECE1AE}"/>
          </ac:spMkLst>
        </pc:spChg>
        <pc:spChg chg="add">
          <ac:chgData name="Alberto Ruiz" userId="47fa91d207cfb014" providerId="LiveId" clId="{18923CA4-2A1E-4285-81FF-2717E4C88808}" dt="2024-10-29T18:52:18.890" v="293" actId="26606"/>
          <ac:spMkLst>
            <pc:docMk/>
            <pc:sldMk cId="1523495115" sldId="570"/>
            <ac:spMk id="9" creationId="{EF666E30-6F0A-449A-BEC2-DF59127354DF}"/>
          </ac:spMkLst>
        </pc:spChg>
        <pc:spChg chg="add">
          <ac:chgData name="Alberto Ruiz" userId="47fa91d207cfb014" providerId="LiveId" clId="{18923CA4-2A1E-4285-81FF-2717E4C88808}" dt="2024-10-29T18:52:18.890" v="293" actId="26606"/>
          <ac:spMkLst>
            <pc:docMk/>
            <pc:sldMk cId="1523495115" sldId="570"/>
            <ac:spMk id="11" creationId="{CE3C5560-7A9C-489F-9148-18C5E1D0F0B2}"/>
          </ac:spMkLst>
        </pc:spChg>
        <pc:spChg chg="add">
          <ac:chgData name="Alberto Ruiz" userId="47fa91d207cfb014" providerId="LiveId" clId="{18923CA4-2A1E-4285-81FF-2717E4C88808}" dt="2024-10-29T18:52:18.890" v="293" actId="26606"/>
          <ac:spMkLst>
            <pc:docMk/>
            <pc:sldMk cId="1523495115" sldId="570"/>
            <ac:spMk id="13" creationId="{C5CB530E-515E-412C-9DF1-5F8FFBD6F383}"/>
          </ac:spMkLst>
        </pc:spChg>
        <pc:spChg chg="add">
          <ac:chgData name="Alberto Ruiz" userId="47fa91d207cfb014" providerId="LiveId" clId="{18923CA4-2A1E-4285-81FF-2717E4C88808}" dt="2024-10-29T18:52:18.890" v="293" actId="26606"/>
          <ac:spMkLst>
            <pc:docMk/>
            <pc:sldMk cId="1523495115" sldId="570"/>
            <ac:spMk id="15" creationId="{712D4376-A578-4FF1-94FC-245E7A6A489F}"/>
          </ac:spMkLst>
        </pc:spChg>
        <pc:spChg chg="add">
          <ac:chgData name="Alberto Ruiz" userId="47fa91d207cfb014" providerId="LiveId" clId="{18923CA4-2A1E-4285-81FF-2717E4C88808}" dt="2024-10-29T18:52:18.890" v="293" actId="26606"/>
          <ac:spMkLst>
            <pc:docMk/>
            <pc:sldMk cId="1523495115" sldId="570"/>
            <ac:spMk id="17" creationId="{AEA7509D-F04F-40CB-A0B3-EEF16499CC9F}"/>
          </ac:spMkLst>
        </pc:spChg>
        <pc:picChg chg="mod ord">
          <ac:chgData name="Alberto Ruiz" userId="47fa91d207cfb014" providerId="LiveId" clId="{18923CA4-2A1E-4285-81FF-2717E4C88808}" dt="2024-10-29T18:52:18.890" v="293" actId="26606"/>
          <ac:picMkLst>
            <pc:docMk/>
            <pc:sldMk cId="1523495115" sldId="570"/>
            <ac:picMk id="4" creationId="{27E304D8-744E-DE01-701F-744B4619D523}"/>
          </ac:picMkLst>
        </pc:picChg>
        <pc:picChg chg="del">
          <ac:chgData name="Alberto Ruiz" userId="47fa91d207cfb014" providerId="LiveId" clId="{18923CA4-2A1E-4285-81FF-2717E4C88808}" dt="2024-10-29T18:36:33.951" v="57" actId="478"/>
          <ac:picMkLst>
            <pc:docMk/>
            <pc:sldMk cId="1523495115" sldId="570"/>
            <ac:picMk id="6" creationId="{DF6CF5EE-79F9-A1B3-880F-61A2704A189C}"/>
          </ac:picMkLst>
        </pc:picChg>
        <pc:cxnChg chg="add">
          <ac:chgData name="Alberto Ruiz" userId="47fa91d207cfb014" providerId="LiveId" clId="{18923CA4-2A1E-4285-81FF-2717E4C88808}" dt="2024-10-29T18:52:18.890" v="293" actId="26606"/>
          <ac:cxnSpMkLst>
            <pc:docMk/>
            <pc:sldMk cId="1523495115" sldId="570"/>
            <ac:cxnSpMk id="19" creationId="{56020367-4FD5-4596-8E10-C5F095CD8DBF}"/>
          </ac:cxnSpMkLst>
        </pc:cxnChg>
      </pc:sldChg>
      <pc:sldChg chg="addSp delSp modSp del mod setBg setFolMasterObjs">
        <pc:chgData name="Alberto Ruiz" userId="47fa91d207cfb014" providerId="LiveId" clId="{18923CA4-2A1E-4285-81FF-2717E4C88808}" dt="2024-10-29T18:55:45.760" v="313" actId="47"/>
        <pc:sldMkLst>
          <pc:docMk/>
          <pc:sldMk cId="3302339970" sldId="571"/>
        </pc:sldMkLst>
        <pc:spChg chg="mod">
          <ac:chgData name="Alberto Ruiz" userId="47fa91d207cfb014" providerId="LiveId" clId="{18923CA4-2A1E-4285-81FF-2717E4C88808}" dt="2024-10-29T18:52:06.962" v="292" actId="26606"/>
          <ac:spMkLst>
            <pc:docMk/>
            <pc:sldMk cId="3302339970" sldId="571"/>
            <ac:spMk id="3" creationId="{F753E759-6EDE-24A3-8D5F-EE1ADDECE1AE}"/>
          </ac:spMkLst>
        </pc:spChg>
        <pc:spChg chg="add del">
          <ac:chgData name="Alberto Ruiz" userId="47fa91d207cfb014" providerId="LiveId" clId="{18923CA4-2A1E-4285-81FF-2717E4C88808}" dt="2024-10-29T18:52:06.962" v="292" actId="26606"/>
          <ac:spMkLst>
            <pc:docMk/>
            <pc:sldMk cId="3302339970" sldId="571"/>
            <ac:spMk id="9" creationId="{665DBBEF-238B-476B-96AB-8AAC3224ECEA}"/>
          </ac:spMkLst>
        </pc:spChg>
        <pc:spChg chg="add del">
          <ac:chgData name="Alberto Ruiz" userId="47fa91d207cfb014" providerId="LiveId" clId="{18923CA4-2A1E-4285-81FF-2717E4C88808}" dt="2024-10-29T18:52:06.962" v="292" actId="26606"/>
          <ac:spMkLst>
            <pc:docMk/>
            <pc:sldMk cId="3302339970" sldId="571"/>
            <ac:spMk id="11" creationId="{3FCFB1DE-0B7E-48CC-BA90-B2AB0889F9D6}"/>
          </ac:spMkLst>
        </pc:spChg>
        <pc:spChg chg="add">
          <ac:chgData name="Alberto Ruiz" userId="47fa91d207cfb014" providerId="LiveId" clId="{18923CA4-2A1E-4285-81FF-2717E4C88808}" dt="2024-10-29T18:52:06.962" v="292" actId="26606"/>
          <ac:spMkLst>
            <pc:docMk/>
            <pc:sldMk cId="3302339970" sldId="571"/>
            <ac:spMk id="16" creationId="{EF666E30-6F0A-449A-BEC2-DF59127354DF}"/>
          </ac:spMkLst>
        </pc:spChg>
        <pc:spChg chg="add">
          <ac:chgData name="Alberto Ruiz" userId="47fa91d207cfb014" providerId="LiveId" clId="{18923CA4-2A1E-4285-81FF-2717E4C88808}" dt="2024-10-29T18:52:06.962" v="292" actId="26606"/>
          <ac:spMkLst>
            <pc:docMk/>
            <pc:sldMk cId="3302339970" sldId="571"/>
            <ac:spMk id="18" creationId="{CE3C5560-7A9C-489F-9148-18C5E1D0F0B2}"/>
          </ac:spMkLst>
        </pc:spChg>
        <pc:spChg chg="add">
          <ac:chgData name="Alberto Ruiz" userId="47fa91d207cfb014" providerId="LiveId" clId="{18923CA4-2A1E-4285-81FF-2717E4C88808}" dt="2024-10-29T18:52:06.962" v="292" actId="26606"/>
          <ac:spMkLst>
            <pc:docMk/>
            <pc:sldMk cId="3302339970" sldId="571"/>
            <ac:spMk id="20" creationId="{C5CB530E-515E-412C-9DF1-5F8FFBD6F383}"/>
          </ac:spMkLst>
        </pc:spChg>
        <pc:spChg chg="add">
          <ac:chgData name="Alberto Ruiz" userId="47fa91d207cfb014" providerId="LiveId" clId="{18923CA4-2A1E-4285-81FF-2717E4C88808}" dt="2024-10-29T18:52:06.962" v="292" actId="26606"/>
          <ac:spMkLst>
            <pc:docMk/>
            <pc:sldMk cId="3302339970" sldId="571"/>
            <ac:spMk id="22" creationId="{712D4376-A578-4FF1-94FC-245E7A6A489F}"/>
          </ac:spMkLst>
        </pc:spChg>
        <pc:spChg chg="add">
          <ac:chgData name="Alberto Ruiz" userId="47fa91d207cfb014" providerId="LiveId" clId="{18923CA4-2A1E-4285-81FF-2717E4C88808}" dt="2024-10-29T18:52:06.962" v="292" actId="26606"/>
          <ac:spMkLst>
            <pc:docMk/>
            <pc:sldMk cId="3302339970" sldId="571"/>
            <ac:spMk id="24" creationId="{AEA7509D-F04F-40CB-A0B3-EEF16499CC9F}"/>
          </ac:spMkLst>
        </pc:spChg>
        <pc:picChg chg="mod ord">
          <ac:chgData name="Alberto Ruiz" userId="47fa91d207cfb014" providerId="LiveId" clId="{18923CA4-2A1E-4285-81FF-2717E4C88808}" dt="2024-10-29T18:52:06.962" v="292" actId="26606"/>
          <ac:picMkLst>
            <pc:docMk/>
            <pc:sldMk cId="3302339970" sldId="571"/>
            <ac:picMk id="4" creationId="{27E304D8-744E-DE01-701F-744B4619D523}"/>
          </ac:picMkLst>
        </pc:picChg>
        <pc:picChg chg="del">
          <ac:chgData name="Alberto Ruiz" userId="47fa91d207cfb014" providerId="LiveId" clId="{18923CA4-2A1E-4285-81FF-2717E4C88808}" dt="2024-10-29T18:37:19.783" v="95" actId="478"/>
          <ac:picMkLst>
            <pc:docMk/>
            <pc:sldMk cId="3302339970" sldId="571"/>
            <ac:picMk id="6" creationId="{DF6CF5EE-79F9-A1B3-880F-61A2704A189C}"/>
          </ac:picMkLst>
        </pc:picChg>
        <pc:cxnChg chg="add">
          <ac:chgData name="Alberto Ruiz" userId="47fa91d207cfb014" providerId="LiveId" clId="{18923CA4-2A1E-4285-81FF-2717E4C88808}" dt="2024-10-29T18:52:06.962" v="292" actId="26606"/>
          <ac:cxnSpMkLst>
            <pc:docMk/>
            <pc:sldMk cId="3302339970" sldId="571"/>
            <ac:cxnSpMk id="26" creationId="{56020367-4FD5-4596-8E10-C5F095CD8DBF}"/>
          </ac:cxnSpMkLst>
        </pc:cxnChg>
      </pc:sldChg>
      <pc:sldChg chg="addSp delSp modSp mod setBg setFolMasterObjs">
        <pc:chgData name="Alberto Ruiz" userId="47fa91d207cfb014" providerId="LiveId" clId="{18923CA4-2A1E-4285-81FF-2717E4C88808}" dt="2024-10-29T18:52:51.140" v="294" actId="26606"/>
        <pc:sldMkLst>
          <pc:docMk/>
          <pc:sldMk cId="2054898929" sldId="572"/>
        </pc:sldMkLst>
        <pc:spChg chg="mod">
          <ac:chgData name="Alberto Ruiz" userId="47fa91d207cfb014" providerId="LiveId" clId="{18923CA4-2A1E-4285-81FF-2717E4C88808}" dt="2024-10-29T18:52:51.140" v="294" actId="26606"/>
          <ac:spMkLst>
            <pc:docMk/>
            <pc:sldMk cId="2054898929" sldId="572"/>
            <ac:spMk id="3" creationId="{F753E759-6EDE-24A3-8D5F-EE1ADDECE1AE}"/>
          </ac:spMkLst>
        </pc:spChg>
        <pc:spChg chg="add">
          <ac:chgData name="Alberto Ruiz" userId="47fa91d207cfb014" providerId="LiveId" clId="{18923CA4-2A1E-4285-81FF-2717E4C88808}" dt="2024-10-29T18:52:51.140" v="294" actId="26606"/>
          <ac:spMkLst>
            <pc:docMk/>
            <pc:sldMk cId="2054898929" sldId="572"/>
            <ac:spMk id="9" creationId="{EF666E30-6F0A-449A-BEC2-DF59127354DF}"/>
          </ac:spMkLst>
        </pc:spChg>
        <pc:spChg chg="add">
          <ac:chgData name="Alberto Ruiz" userId="47fa91d207cfb014" providerId="LiveId" clId="{18923CA4-2A1E-4285-81FF-2717E4C88808}" dt="2024-10-29T18:52:51.140" v="294" actId="26606"/>
          <ac:spMkLst>
            <pc:docMk/>
            <pc:sldMk cId="2054898929" sldId="572"/>
            <ac:spMk id="11" creationId="{CE3C5560-7A9C-489F-9148-18C5E1D0F0B2}"/>
          </ac:spMkLst>
        </pc:spChg>
        <pc:spChg chg="add">
          <ac:chgData name="Alberto Ruiz" userId="47fa91d207cfb014" providerId="LiveId" clId="{18923CA4-2A1E-4285-81FF-2717E4C88808}" dt="2024-10-29T18:52:51.140" v="294" actId="26606"/>
          <ac:spMkLst>
            <pc:docMk/>
            <pc:sldMk cId="2054898929" sldId="572"/>
            <ac:spMk id="13" creationId="{C5CB530E-515E-412C-9DF1-5F8FFBD6F383}"/>
          </ac:spMkLst>
        </pc:spChg>
        <pc:spChg chg="add">
          <ac:chgData name="Alberto Ruiz" userId="47fa91d207cfb014" providerId="LiveId" clId="{18923CA4-2A1E-4285-81FF-2717E4C88808}" dt="2024-10-29T18:52:51.140" v="294" actId="26606"/>
          <ac:spMkLst>
            <pc:docMk/>
            <pc:sldMk cId="2054898929" sldId="572"/>
            <ac:spMk id="15" creationId="{712D4376-A578-4FF1-94FC-245E7A6A489F}"/>
          </ac:spMkLst>
        </pc:spChg>
        <pc:spChg chg="add">
          <ac:chgData name="Alberto Ruiz" userId="47fa91d207cfb014" providerId="LiveId" clId="{18923CA4-2A1E-4285-81FF-2717E4C88808}" dt="2024-10-29T18:52:51.140" v="294" actId="26606"/>
          <ac:spMkLst>
            <pc:docMk/>
            <pc:sldMk cId="2054898929" sldId="572"/>
            <ac:spMk id="17" creationId="{AEA7509D-F04F-40CB-A0B3-EEF16499CC9F}"/>
          </ac:spMkLst>
        </pc:spChg>
        <pc:picChg chg="mod">
          <ac:chgData name="Alberto Ruiz" userId="47fa91d207cfb014" providerId="LiveId" clId="{18923CA4-2A1E-4285-81FF-2717E4C88808}" dt="2024-10-29T18:52:51.140" v="294" actId="26606"/>
          <ac:picMkLst>
            <pc:docMk/>
            <pc:sldMk cId="2054898929" sldId="572"/>
            <ac:picMk id="4" creationId="{27E304D8-744E-DE01-701F-744B4619D523}"/>
          </ac:picMkLst>
        </pc:picChg>
        <pc:picChg chg="del">
          <ac:chgData name="Alberto Ruiz" userId="47fa91d207cfb014" providerId="LiveId" clId="{18923CA4-2A1E-4285-81FF-2717E4C88808}" dt="2024-10-29T18:37:02.071" v="94" actId="478"/>
          <ac:picMkLst>
            <pc:docMk/>
            <pc:sldMk cId="2054898929" sldId="572"/>
            <ac:picMk id="6" creationId="{DF6CF5EE-79F9-A1B3-880F-61A2704A189C}"/>
          </ac:picMkLst>
        </pc:picChg>
        <pc:cxnChg chg="add">
          <ac:chgData name="Alberto Ruiz" userId="47fa91d207cfb014" providerId="LiveId" clId="{18923CA4-2A1E-4285-81FF-2717E4C88808}" dt="2024-10-29T18:52:51.140" v="294" actId="26606"/>
          <ac:cxnSpMkLst>
            <pc:docMk/>
            <pc:sldMk cId="2054898929" sldId="572"/>
            <ac:cxnSpMk id="19" creationId="{56020367-4FD5-4596-8E10-C5F095CD8DBF}"/>
          </ac:cxnSpMkLst>
        </pc:cxnChg>
      </pc:sldChg>
      <pc:sldChg chg="addSp modSp del mod setBg setFolMasterObjs">
        <pc:chgData name="Alberto Ruiz" userId="47fa91d207cfb014" providerId="LiveId" clId="{18923CA4-2A1E-4285-81FF-2717E4C88808}" dt="2024-10-29T18:55:53.255" v="329" actId="47"/>
        <pc:sldMkLst>
          <pc:docMk/>
          <pc:sldMk cId="345934498" sldId="573"/>
        </pc:sldMkLst>
        <pc:spChg chg="mod">
          <ac:chgData name="Alberto Ruiz" userId="47fa91d207cfb014" providerId="LiveId" clId="{18923CA4-2A1E-4285-81FF-2717E4C88808}" dt="2024-10-29T18:41:31.313" v="132" actId="26606"/>
          <ac:spMkLst>
            <pc:docMk/>
            <pc:sldMk cId="345934498" sldId="573"/>
            <ac:spMk id="2" creationId="{75DBB797-C1A3-D5C0-8897-99EDDDBEF68D}"/>
          </ac:spMkLst>
        </pc:spChg>
        <pc:spChg chg="mod">
          <ac:chgData name="Alberto Ruiz" userId="47fa91d207cfb014" providerId="LiveId" clId="{18923CA4-2A1E-4285-81FF-2717E4C88808}" dt="2024-10-29T18:41:36.126" v="136" actId="27636"/>
          <ac:spMkLst>
            <pc:docMk/>
            <pc:sldMk cId="345934498" sldId="573"/>
            <ac:spMk id="3" creationId="{E7438B4D-D74F-D73B-1A99-AEB3459E9977}"/>
          </ac:spMkLst>
        </pc:spChg>
        <pc:spChg chg="add">
          <ac:chgData name="Alberto Ruiz" userId="47fa91d207cfb014" providerId="LiveId" clId="{18923CA4-2A1E-4285-81FF-2717E4C88808}" dt="2024-10-29T18:41:31.313" v="132" actId="26606"/>
          <ac:spMkLst>
            <pc:docMk/>
            <pc:sldMk cId="345934498" sldId="573"/>
            <ac:spMk id="11" creationId="{352BEC0E-22F8-46D0-9632-375DB541B06C}"/>
          </ac:spMkLst>
        </pc:spChg>
        <pc:spChg chg="add">
          <ac:chgData name="Alberto Ruiz" userId="47fa91d207cfb014" providerId="LiveId" clId="{18923CA4-2A1E-4285-81FF-2717E4C88808}" dt="2024-10-29T18:41:31.313" v="132" actId="26606"/>
          <ac:spMkLst>
            <pc:docMk/>
            <pc:sldMk cId="345934498" sldId="573"/>
            <ac:spMk id="13" creationId="{3FCFB1DE-0B7E-48CC-BA90-B2AB0889F9D6}"/>
          </ac:spMkLst>
        </pc:spChg>
        <pc:picChg chg="mod ord">
          <ac:chgData name="Alberto Ruiz" userId="47fa91d207cfb014" providerId="LiveId" clId="{18923CA4-2A1E-4285-81FF-2717E4C88808}" dt="2024-10-29T18:41:31.313" v="132" actId="26606"/>
          <ac:picMkLst>
            <pc:docMk/>
            <pc:sldMk cId="345934498" sldId="573"/>
            <ac:picMk id="5" creationId="{3B7BBE4E-D482-6B96-E3EF-69B30EB48817}"/>
          </ac:picMkLst>
        </pc:picChg>
        <pc:picChg chg="mod">
          <ac:chgData name="Alberto Ruiz" userId="47fa91d207cfb014" providerId="LiveId" clId="{18923CA4-2A1E-4285-81FF-2717E4C88808}" dt="2024-10-29T18:41:31.313" v="132" actId="26606"/>
          <ac:picMkLst>
            <pc:docMk/>
            <pc:sldMk cId="345934498" sldId="573"/>
            <ac:picMk id="6" creationId="{CBDA63E0-E435-F587-0C69-2BD50736D54D}"/>
          </ac:picMkLst>
        </pc:picChg>
      </pc:sldChg>
      <pc:sldChg chg="addSp modSp del mod setBg setFolMasterObjs">
        <pc:chgData name="Alberto Ruiz" userId="47fa91d207cfb014" providerId="LiveId" clId="{18923CA4-2A1E-4285-81FF-2717E4C88808}" dt="2024-10-29T18:55:53.665" v="330" actId="47"/>
        <pc:sldMkLst>
          <pc:docMk/>
          <pc:sldMk cId="3564113682" sldId="574"/>
        </pc:sldMkLst>
        <pc:spChg chg="mod">
          <ac:chgData name="Alberto Ruiz" userId="47fa91d207cfb014" providerId="LiveId" clId="{18923CA4-2A1E-4285-81FF-2717E4C88808}" dt="2024-10-29T18:41:39.376" v="137" actId="26606"/>
          <ac:spMkLst>
            <pc:docMk/>
            <pc:sldMk cId="3564113682" sldId="574"/>
            <ac:spMk id="2" creationId="{4F07D643-CBCC-E675-D01B-2D360684976F}"/>
          </ac:spMkLst>
        </pc:spChg>
        <pc:spChg chg="mod">
          <ac:chgData name="Alberto Ruiz" userId="47fa91d207cfb014" providerId="LiveId" clId="{18923CA4-2A1E-4285-81FF-2717E4C88808}" dt="2024-10-29T18:41:44.055" v="139" actId="403"/>
          <ac:spMkLst>
            <pc:docMk/>
            <pc:sldMk cId="3564113682" sldId="574"/>
            <ac:spMk id="3" creationId="{77F19251-E5AB-A4C0-140C-9ABD9A60F21B}"/>
          </ac:spMkLst>
        </pc:spChg>
        <pc:spChg chg="add">
          <ac:chgData name="Alberto Ruiz" userId="47fa91d207cfb014" providerId="LiveId" clId="{18923CA4-2A1E-4285-81FF-2717E4C88808}" dt="2024-10-29T18:41:39.376" v="137" actId="26606"/>
          <ac:spMkLst>
            <pc:docMk/>
            <pc:sldMk cId="3564113682" sldId="574"/>
            <ac:spMk id="11" creationId="{352BEC0E-22F8-46D0-9632-375DB541B06C}"/>
          </ac:spMkLst>
        </pc:spChg>
        <pc:spChg chg="add">
          <ac:chgData name="Alberto Ruiz" userId="47fa91d207cfb014" providerId="LiveId" clId="{18923CA4-2A1E-4285-81FF-2717E4C88808}" dt="2024-10-29T18:41:39.376" v="137" actId="26606"/>
          <ac:spMkLst>
            <pc:docMk/>
            <pc:sldMk cId="3564113682" sldId="574"/>
            <ac:spMk id="13" creationId="{3FCFB1DE-0B7E-48CC-BA90-B2AB0889F9D6}"/>
          </ac:spMkLst>
        </pc:spChg>
        <pc:picChg chg="mod ord">
          <ac:chgData name="Alberto Ruiz" userId="47fa91d207cfb014" providerId="LiveId" clId="{18923CA4-2A1E-4285-81FF-2717E4C88808}" dt="2024-10-29T18:41:39.376" v="137" actId="26606"/>
          <ac:picMkLst>
            <pc:docMk/>
            <pc:sldMk cId="3564113682" sldId="574"/>
            <ac:picMk id="5" creationId="{3272C343-F56A-F58C-E247-A3D4DDF358AF}"/>
          </ac:picMkLst>
        </pc:picChg>
        <pc:picChg chg="mod">
          <ac:chgData name="Alberto Ruiz" userId="47fa91d207cfb014" providerId="LiveId" clId="{18923CA4-2A1E-4285-81FF-2717E4C88808}" dt="2024-10-29T18:41:39.376" v="137" actId="26606"/>
          <ac:picMkLst>
            <pc:docMk/>
            <pc:sldMk cId="3564113682" sldId="574"/>
            <ac:picMk id="6" creationId="{7975E51E-6312-89D5-7A52-4DD7E493EDC7}"/>
          </ac:picMkLst>
        </pc:picChg>
      </pc:sldChg>
      <pc:sldChg chg="del">
        <pc:chgData name="Alberto Ruiz" userId="47fa91d207cfb014" providerId="LiveId" clId="{18923CA4-2A1E-4285-81FF-2717E4C88808}" dt="2024-10-29T18:55:54.070" v="331" actId="47"/>
        <pc:sldMkLst>
          <pc:docMk/>
          <pc:sldMk cId="1218084136" sldId="575"/>
        </pc:sldMkLst>
      </pc:sldChg>
      <pc:sldChg chg="addSp modSp del mod setBg setFolMasterObjs">
        <pc:chgData name="Alberto Ruiz" userId="47fa91d207cfb014" providerId="LiveId" clId="{18923CA4-2A1E-4285-81FF-2717E4C88808}" dt="2024-10-29T18:55:57.248" v="338" actId="47"/>
        <pc:sldMkLst>
          <pc:docMk/>
          <pc:sldMk cId="2915301925" sldId="576"/>
        </pc:sldMkLst>
        <pc:spChg chg="add mod">
          <ac:chgData name="Alberto Ruiz" userId="47fa91d207cfb014" providerId="LiveId" clId="{18923CA4-2A1E-4285-81FF-2717E4C88808}" dt="2024-10-29T18:42:04.211" v="143" actId="26606"/>
          <ac:spMkLst>
            <pc:docMk/>
            <pc:sldMk cId="2915301925" sldId="576"/>
            <ac:spMk id="2" creationId="{7696EA87-EE9A-9E84-538F-32D48116D5B5}"/>
          </ac:spMkLst>
        </pc:spChg>
        <pc:spChg chg="mod">
          <ac:chgData name="Alberto Ruiz" userId="47fa91d207cfb014" providerId="LiveId" clId="{18923CA4-2A1E-4285-81FF-2717E4C88808}" dt="2024-10-29T18:42:04.211" v="143" actId="26606"/>
          <ac:spMkLst>
            <pc:docMk/>
            <pc:sldMk cId="2915301925" sldId="576"/>
            <ac:spMk id="4" creationId="{5D8F7130-DC2B-2B8A-719B-8F802F487A86}"/>
          </ac:spMkLst>
        </pc:spChg>
        <pc:spChg chg="add">
          <ac:chgData name="Alberto Ruiz" userId="47fa91d207cfb014" providerId="LiveId" clId="{18923CA4-2A1E-4285-81FF-2717E4C88808}" dt="2024-10-29T18:42:04.211" v="143" actId="26606"/>
          <ac:spMkLst>
            <pc:docMk/>
            <pc:sldMk cId="2915301925" sldId="576"/>
            <ac:spMk id="12" creationId="{45D37F4E-DDB4-456B-97E0-9937730A039F}"/>
          </ac:spMkLst>
        </pc:spChg>
        <pc:spChg chg="add">
          <ac:chgData name="Alberto Ruiz" userId="47fa91d207cfb014" providerId="LiveId" clId="{18923CA4-2A1E-4285-81FF-2717E4C88808}" dt="2024-10-29T18:42:04.211" v="143" actId="26606"/>
          <ac:spMkLst>
            <pc:docMk/>
            <pc:sldMk cId="2915301925" sldId="576"/>
            <ac:spMk id="14" creationId="{B2DD41CD-8F47-4F56-AD12-4E2FF7696987}"/>
          </ac:spMkLst>
        </pc:spChg>
        <pc:picChg chg="mod">
          <ac:chgData name="Alberto Ruiz" userId="47fa91d207cfb014" providerId="LiveId" clId="{18923CA4-2A1E-4285-81FF-2717E4C88808}" dt="2024-10-29T18:42:04.211" v="143" actId="26606"/>
          <ac:picMkLst>
            <pc:docMk/>
            <pc:sldMk cId="2915301925" sldId="576"/>
            <ac:picMk id="7" creationId="{36945EC5-83BF-E79A-D1B3-DB4777A269AF}"/>
          </ac:picMkLst>
        </pc:picChg>
      </pc:sldChg>
      <pc:sldChg chg="del">
        <pc:chgData name="Alberto Ruiz" userId="47fa91d207cfb014" providerId="LiveId" clId="{18923CA4-2A1E-4285-81FF-2717E4C88808}" dt="2024-10-29T18:55:57.751" v="339" actId="47"/>
        <pc:sldMkLst>
          <pc:docMk/>
          <pc:sldMk cId="2849629175" sldId="577"/>
        </pc:sldMkLst>
      </pc:sldChg>
      <pc:sldChg chg="addSp modSp del mod setBg setFolMasterObjs">
        <pc:chgData name="Alberto Ruiz" userId="47fa91d207cfb014" providerId="LiveId" clId="{18923CA4-2A1E-4285-81FF-2717E4C88808}" dt="2024-10-29T18:56:06.225" v="352" actId="47"/>
        <pc:sldMkLst>
          <pc:docMk/>
          <pc:sldMk cId="2227637997" sldId="578"/>
        </pc:sldMkLst>
        <pc:spChg chg="mod">
          <ac:chgData name="Alberto Ruiz" userId="47fa91d207cfb014" providerId="LiveId" clId="{18923CA4-2A1E-4285-81FF-2717E4C88808}" dt="2024-10-29T18:43:44.208" v="160" actId="26606"/>
          <ac:spMkLst>
            <pc:docMk/>
            <pc:sldMk cId="2227637997" sldId="578"/>
            <ac:spMk id="2" creationId="{DDE294E5-0985-9622-64B9-7BFCE89E52E8}"/>
          </ac:spMkLst>
        </pc:spChg>
        <pc:spChg chg="mod">
          <ac:chgData name="Alberto Ruiz" userId="47fa91d207cfb014" providerId="LiveId" clId="{18923CA4-2A1E-4285-81FF-2717E4C88808}" dt="2024-10-29T18:43:44.208" v="160" actId="26606"/>
          <ac:spMkLst>
            <pc:docMk/>
            <pc:sldMk cId="2227637997" sldId="578"/>
            <ac:spMk id="3" creationId="{E0C2A246-77B6-3277-5E4D-30BB4AEA5926}"/>
          </ac:spMkLst>
        </pc:spChg>
        <pc:spChg chg="add">
          <ac:chgData name="Alberto Ruiz" userId="47fa91d207cfb014" providerId="LiveId" clId="{18923CA4-2A1E-4285-81FF-2717E4C88808}" dt="2024-10-29T18:43:44.208" v="160" actId="26606"/>
          <ac:spMkLst>
            <pc:docMk/>
            <pc:sldMk cId="2227637997" sldId="578"/>
            <ac:spMk id="12" creationId="{352BEC0E-22F8-46D0-9632-375DB541B06C}"/>
          </ac:spMkLst>
        </pc:spChg>
        <pc:spChg chg="add">
          <ac:chgData name="Alberto Ruiz" userId="47fa91d207cfb014" providerId="LiveId" clId="{18923CA4-2A1E-4285-81FF-2717E4C88808}" dt="2024-10-29T18:43:44.208" v="160" actId="26606"/>
          <ac:spMkLst>
            <pc:docMk/>
            <pc:sldMk cId="2227637997" sldId="578"/>
            <ac:spMk id="14" creationId="{3FCFB1DE-0B7E-48CC-BA90-B2AB0889F9D6}"/>
          </ac:spMkLst>
        </pc:spChg>
        <pc:picChg chg="mod">
          <ac:chgData name="Alberto Ruiz" userId="47fa91d207cfb014" providerId="LiveId" clId="{18923CA4-2A1E-4285-81FF-2717E4C88808}" dt="2024-10-29T18:43:44.208" v="160" actId="26606"/>
          <ac:picMkLst>
            <pc:docMk/>
            <pc:sldMk cId="2227637997" sldId="578"/>
            <ac:picMk id="4" creationId="{1237C5F8-EFDC-F31F-D6B7-0F1AA13AFD8B}"/>
          </ac:picMkLst>
        </pc:picChg>
        <pc:picChg chg="mod">
          <ac:chgData name="Alberto Ruiz" userId="47fa91d207cfb014" providerId="LiveId" clId="{18923CA4-2A1E-4285-81FF-2717E4C88808}" dt="2024-10-29T18:43:44.208" v="160" actId="26606"/>
          <ac:picMkLst>
            <pc:docMk/>
            <pc:sldMk cId="2227637997" sldId="578"/>
            <ac:picMk id="7" creationId="{9FBC8D52-0AB5-D30F-745D-5F4593CD7249}"/>
          </ac:picMkLst>
        </pc:picChg>
      </pc:sldChg>
      <pc:sldChg chg="addSp modSp del mod setBg setFolMasterObjs">
        <pc:chgData name="Alberto Ruiz" userId="47fa91d207cfb014" providerId="LiveId" clId="{18923CA4-2A1E-4285-81FF-2717E4C88808}" dt="2024-10-29T18:56:08.535" v="355" actId="47"/>
        <pc:sldMkLst>
          <pc:docMk/>
          <pc:sldMk cId="129221624" sldId="579"/>
        </pc:sldMkLst>
        <pc:spChg chg="mod">
          <ac:chgData name="Alberto Ruiz" userId="47fa91d207cfb014" providerId="LiveId" clId="{18923CA4-2A1E-4285-81FF-2717E4C88808}" dt="2024-10-29T18:43:53.169" v="163" actId="26606"/>
          <ac:spMkLst>
            <pc:docMk/>
            <pc:sldMk cId="129221624" sldId="579"/>
            <ac:spMk id="2" creationId="{EBC0E012-26C0-09BF-BA2D-D165B96BC147}"/>
          </ac:spMkLst>
        </pc:spChg>
        <pc:spChg chg="mod">
          <ac:chgData name="Alberto Ruiz" userId="47fa91d207cfb014" providerId="LiveId" clId="{18923CA4-2A1E-4285-81FF-2717E4C88808}" dt="2024-10-29T18:43:53.169" v="163" actId="26606"/>
          <ac:spMkLst>
            <pc:docMk/>
            <pc:sldMk cId="129221624" sldId="579"/>
            <ac:spMk id="3" creationId="{D531175F-0216-7420-1EEA-F7BE834854A5}"/>
          </ac:spMkLst>
        </pc:spChg>
        <pc:spChg chg="add">
          <ac:chgData name="Alberto Ruiz" userId="47fa91d207cfb014" providerId="LiveId" clId="{18923CA4-2A1E-4285-81FF-2717E4C88808}" dt="2024-10-29T18:43:53.169" v="163" actId="26606"/>
          <ac:spMkLst>
            <pc:docMk/>
            <pc:sldMk cId="129221624" sldId="579"/>
            <ac:spMk id="9" creationId="{100EDD19-6802-4EC3-95CE-CFFAB042CFD6}"/>
          </ac:spMkLst>
        </pc:spChg>
        <pc:spChg chg="add">
          <ac:chgData name="Alberto Ruiz" userId="47fa91d207cfb014" providerId="LiveId" clId="{18923CA4-2A1E-4285-81FF-2717E4C88808}" dt="2024-10-29T18:43:53.169" v="163" actId="26606"/>
          <ac:spMkLst>
            <pc:docMk/>
            <pc:sldMk cId="129221624" sldId="579"/>
            <ac:spMk id="11" creationId="{DB17E863-922E-4C26-BD64-E8FD41D28661}"/>
          </ac:spMkLst>
        </pc:spChg>
      </pc:sldChg>
      <pc:sldChg chg="del">
        <pc:chgData name="Alberto Ruiz" userId="47fa91d207cfb014" providerId="LiveId" clId="{18923CA4-2A1E-4285-81FF-2717E4C88808}" dt="2024-10-29T18:56:03.968" v="349" actId="47"/>
        <pc:sldMkLst>
          <pc:docMk/>
          <pc:sldMk cId="2795412335" sldId="580"/>
        </pc:sldMkLst>
      </pc:sldChg>
      <pc:sldChg chg="addSp modSp del mod setBg setFolMasterObjs">
        <pc:chgData name="Alberto Ruiz" userId="47fa91d207cfb014" providerId="LiveId" clId="{18923CA4-2A1E-4285-81FF-2717E4C88808}" dt="2024-10-29T18:56:04.889" v="350" actId="47"/>
        <pc:sldMkLst>
          <pc:docMk/>
          <pc:sldMk cId="27613757" sldId="581"/>
        </pc:sldMkLst>
        <pc:spChg chg="mod">
          <ac:chgData name="Alberto Ruiz" userId="47fa91d207cfb014" providerId="LiveId" clId="{18923CA4-2A1E-4285-81FF-2717E4C88808}" dt="2024-10-29T18:43:37.424" v="158" actId="26606"/>
          <ac:spMkLst>
            <pc:docMk/>
            <pc:sldMk cId="27613757" sldId="581"/>
            <ac:spMk id="2" creationId="{B4A165A5-88B1-75E0-9C17-09BA0FCF4FB2}"/>
          </ac:spMkLst>
        </pc:spChg>
        <pc:spChg chg="mod">
          <ac:chgData name="Alberto Ruiz" userId="47fa91d207cfb014" providerId="LiveId" clId="{18923CA4-2A1E-4285-81FF-2717E4C88808}" dt="2024-10-29T18:43:37.424" v="158" actId="26606"/>
          <ac:spMkLst>
            <pc:docMk/>
            <pc:sldMk cId="27613757" sldId="581"/>
            <ac:spMk id="3" creationId="{4E176928-664D-43A3-8D86-992D663F05A3}"/>
          </ac:spMkLst>
        </pc:spChg>
        <pc:spChg chg="add">
          <ac:chgData name="Alberto Ruiz" userId="47fa91d207cfb014" providerId="LiveId" clId="{18923CA4-2A1E-4285-81FF-2717E4C88808}" dt="2024-10-29T18:43:37.424" v="158" actId="26606"/>
          <ac:spMkLst>
            <pc:docMk/>
            <pc:sldMk cId="27613757" sldId="581"/>
            <ac:spMk id="9" creationId="{45D37F4E-DDB4-456B-97E0-9937730A039F}"/>
          </ac:spMkLst>
        </pc:spChg>
        <pc:spChg chg="add">
          <ac:chgData name="Alberto Ruiz" userId="47fa91d207cfb014" providerId="LiveId" clId="{18923CA4-2A1E-4285-81FF-2717E4C88808}" dt="2024-10-29T18:43:37.424" v="158" actId="26606"/>
          <ac:spMkLst>
            <pc:docMk/>
            <pc:sldMk cId="27613757" sldId="581"/>
            <ac:spMk id="11" creationId="{B2DD41CD-8F47-4F56-AD12-4E2FF7696987}"/>
          </ac:spMkLst>
        </pc:spChg>
        <pc:picChg chg="mod">
          <ac:chgData name="Alberto Ruiz" userId="47fa91d207cfb014" providerId="LiveId" clId="{18923CA4-2A1E-4285-81FF-2717E4C88808}" dt="2024-10-29T18:43:37.424" v="158" actId="26606"/>
          <ac:picMkLst>
            <pc:docMk/>
            <pc:sldMk cId="27613757" sldId="581"/>
            <ac:picMk id="4" creationId="{E2A6A9D4-29FD-FCF2-9DAE-D3729CA07E13}"/>
          </ac:picMkLst>
        </pc:picChg>
      </pc:sldChg>
      <pc:sldChg chg="addSp modSp del mod setBg setFolMasterObjs">
        <pc:chgData name="Alberto Ruiz" userId="47fa91d207cfb014" providerId="LiveId" clId="{18923CA4-2A1E-4285-81FF-2717E4C88808}" dt="2024-10-29T18:56:07.546" v="354" actId="47"/>
        <pc:sldMkLst>
          <pc:docMk/>
          <pc:sldMk cId="2902526706" sldId="582"/>
        </pc:sldMkLst>
        <pc:spChg chg="mod">
          <ac:chgData name="Alberto Ruiz" userId="47fa91d207cfb014" providerId="LiveId" clId="{18923CA4-2A1E-4285-81FF-2717E4C88808}" dt="2024-10-29T18:43:49.705" v="162" actId="26606"/>
          <ac:spMkLst>
            <pc:docMk/>
            <pc:sldMk cId="2902526706" sldId="582"/>
            <ac:spMk id="2" creationId="{DDE294E5-0985-9622-64B9-7BFCE89E52E8}"/>
          </ac:spMkLst>
        </pc:spChg>
        <pc:spChg chg="mod ord">
          <ac:chgData name="Alberto Ruiz" userId="47fa91d207cfb014" providerId="LiveId" clId="{18923CA4-2A1E-4285-81FF-2717E4C88808}" dt="2024-10-29T18:43:49.705" v="162" actId="26606"/>
          <ac:spMkLst>
            <pc:docMk/>
            <pc:sldMk cId="2902526706" sldId="582"/>
            <ac:spMk id="3" creationId="{E0C2A246-77B6-3277-5E4D-30BB4AEA5926}"/>
          </ac:spMkLst>
        </pc:spChg>
        <pc:spChg chg="add">
          <ac:chgData name="Alberto Ruiz" userId="47fa91d207cfb014" providerId="LiveId" clId="{18923CA4-2A1E-4285-81FF-2717E4C88808}" dt="2024-10-29T18:43:49.705" v="162" actId="26606"/>
          <ac:spMkLst>
            <pc:docMk/>
            <pc:sldMk cId="2902526706" sldId="582"/>
            <ac:spMk id="14" creationId="{53B475F8-50AE-46A0-9943-B2B63183D50C}"/>
          </ac:spMkLst>
        </pc:spChg>
        <pc:spChg chg="add">
          <ac:chgData name="Alberto Ruiz" userId="47fa91d207cfb014" providerId="LiveId" clId="{18923CA4-2A1E-4285-81FF-2717E4C88808}" dt="2024-10-29T18:43:49.705" v="162" actId="26606"/>
          <ac:spMkLst>
            <pc:docMk/>
            <pc:sldMk cId="2902526706" sldId="582"/>
            <ac:spMk id="16" creationId="{75F6FDB4-2351-48C2-A863-2364A02343C0}"/>
          </ac:spMkLst>
        </pc:spChg>
        <pc:picChg chg="mod ord">
          <ac:chgData name="Alberto Ruiz" userId="47fa91d207cfb014" providerId="LiveId" clId="{18923CA4-2A1E-4285-81FF-2717E4C88808}" dt="2024-10-29T18:43:49.705" v="162" actId="26606"/>
          <ac:picMkLst>
            <pc:docMk/>
            <pc:sldMk cId="2902526706" sldId="582"/>
            <ac:picMk id="4" creationId="{1237C5F8-EFDC-F31F-D6B7-0F1AA13AFD8B}"/>
          </ac:picMkLst>
        </pc:picChg>
        <pc:picChg chg="mod">
          <ac:chgData name="Alberto Ruiz" userId="47fa91d207cfb014" providerId="LiveId" clId="{18923CA4-2A1E-4285-81FF-2717E4C88808}" dt="2024-10-29T18:43:49.705" v="162" actId="26606"/>
          <ac:picMkLst>
            <pc:docMk/>
            <pc:sldMk cId="2902526706" sldId="582"/>
            <ac:picMk id="5" creationId="{AFCA5F38-BAB7-4431-7833-8B9FEC8ADCA6}"/>
          </ac:picMkLst>
        </pc:picChg>
        <pc:picChg chg="mod">
          <ac:chgData name="Alberto Ruiz" userId="47fa91d207cfb014" providerId="LiveId" clId="{18923CA4-2A1E-4285-81FF-2717E4C88808}" dt="2024-10-29T18:43:49.705" v="162" actId="26606"/>
          <ac:picMkLst>
            <pc:docMk/>
            <pc:sldMk cId="2902526706" sldId="582"/>
            <ac:picMk id="9" creationId="{88A1092B-E314-4E71-0ADC-5CA5699D43FF}"/>
          </ac:picMkLst>
        </pc:picChg>
      </pc:sldChg>
      <pc:sldChg chg="addSp modSp del mod setBg setFolMasterObjs">
        <pc:chgData name="Alberto Ruiz" userId="47fa91d207cfb014" providerId="LiveId" clId="{18923CA4-2A1E-4285-81FF-2717E4C88808}" dt="2024-10-29T18:56:06.872" v="353" actId="47"/>
        <pc:sldMkLst>
          <pc:docMk/>
          <pc:sldMk cId="1376069043" sldId="583"/>
        </pc:sldMkLst>
        <pc:spChg chg="mod">
          <ac:chgData name="Alberto Ruiz" userId="47fa91d207cfb014" providerId="LiveId" clId="{18923CA4-2A1E-4285-81FF-2717E4C88808}" dt="2024-10-29T18:43:47.024" v="161" actId="26606"/>
          <ac:spMkLst>
            <pc:docMk/>
            <pc:sldMk cId="1376069043" sldId="583"/>
            <ac:spMk id="2" creationId="{DDE294E5-0985-9622-64B9-7BFCE89E52E8}"/>
          </ac:spMkLst>
        </pc:spChg>
        <pc:spChg chg="mod">
          <ac:chgData name="Alberto Ruiz" userId="47fa91d207cfb014" providerId="LiveId" clId="{18923CA4-2A1E-4285-81FF-2717E4C88808}" dt="2024-10-29T18:43:47.024" v="161" actId="26606"/>
          <ac:spMkLst>
            <pc:docMk/>
            <pc:sldMk cId="1376069043" sldId="583"/>
            <ac:spMk id="3" creationId="{E0C2A246-77B6-3277-5E4D-30BB4AEA5926}"/>
          </ac:spMkLst>
        </pc:spChg>
        <pc:spChg chg="add">
          <ac:chgData name="Alberto Ruiz" userId="47fa91d207cfb014" providerId="LiveId" clId="{18923CA4-2A1E-4285-81FF-2717E4C88808}" dt="2024-10-29T18:43:47.024" v="161" actId="26606"/>
          <ac:spMkLst>
            <pc:docMk/>
            <pc:sldMk cId="1376069043" sldId="583"/>
            <ac:spMk id="9" creationId="{45D37F4E-DDB4-456B-97E0-9937730A039F}"/>
          </ac:spMkLst>
        </pc:spChg>
        <pc:spChg chg="add">
          <ac:chgData name="Alberto Ruiz" userId="47fa91d207cfb014" providerId="LiveId" clId="{18923CA4-2A1E-4285-81FF-2717E4C88808}" dt="2024-10-29T18:43:47.024" v="161" actId="26606"/>
          <ac:spMkLst>
            <pc:docMk/>
            <pc:sldMk cId="1376069043" sldId="583"/>
            <ac:spMk id="11" creationId="{B2DD41CD-8F47-4F56-AD12-4E2FF7696987}"/>
          </ac:spMkLst>
        </pc:spChg>
        <pc:picChg chg="mod">
          <ac:chgData name="Alberto Ruiz" userId="47fa91d207cfb014" providerId="LiveId" clId="{18923CA4-2A1E-4285-81FF-2717E4C88808}" dt="2024-10-29T18:43:47.024" v="161" actId="26606"/>
          <ac:picMkLst>
            <pc:docMk/>
            <pc:sldMk cId="1376069043" sldId="583"/>
            <ac:picMk id="4" creationId="{1237C5F8-EFDC-F31F-D6B7-0F1AA13AFD8B}"/>
          </ac:picMkLst>
        </pc:picChg>
      </pc:sldChg>
      <pc:sldChg chg="modSp mod">
        <pc:chgData name="Alberto Ruiz" userId="47fa91d207cfb014" providerId="LiveId" clId="{18923CA4-2A1E-4285-81FF-2717E4C88808}" dt="2024-10-29T18:44:26.121" v="171" actId="207"/>
        <pc:sldMkLst>
          <pc:docMk/>
          <pc:sldMk cId="2089531037" sldId="584"/>
        </pc:sldMkLst>
        <pc:spChg chg="mod">
          <ac:chgData name="Alberto Ruiz" userId="47fa91d207cfb014" providerId="LiveId" clId="{18923CA4-2A1E-4285-81FF-2717E4C88808}" dt="2024-10-29T18:44:26.121" v="171" actId="207"/>
          <ac:spMkLst>
            <pc:docMk/>
            <pc:sldMk cId="2089531037" sldId="584"/>
            <ac:spMk id="2" creationId="{8DD660DE-A585-484F-8396-5B13AA9630D8}"/>
          </ac:spMkLst>
        </pc:spChg>
        <pc:spChg chg="mod">
          <ac:chgData name="Alberto Ruiz" userId="47fa91d207cfb014" providerId="LiveId" clId="{18923CA4-2A1E-4285-81FF-2717E4C88808}" dt="2024-10-29T18:44:23.648" v="170" actId="207"/>
          <ac:spMkLst>
            <pc:docMk/>
            <pc:sldMk cId="2089531037" sldId="584"/>
            <ac:spMk id="17" creationId="{C8C25DCA-F8F9-4840-9DBC-EA887FA17B4D}"/>
          </ac:spMkLst>
        </pc:spChg>
        <pc:spChg chg="mod">
          <ac:chgData name="Alberto Ruiz" userId="47fa91d207cfb014" providerId="LiveId" clId="{18923CA4-2A1E-4285-81FF-2717E4C88808}" dt="2024-10-29T18:44:12.103" v="165" actId="1076"/>
          <ac:spMkLst>
            <pc:docMk/>
            <pc:sldMk cId="2089531037" sldId="584"/>
            <ac:spMk id="267" creationId="{00000000-0000-0000-0000-000000000000}"/>
          </ac:spMkLst>
        </pc:spChg>
        <pc:spChg chg="mod">
          <ac:chgData name="Alberto Ruiz" userId="47fa91d207cfb014" providerId="LiveId" clId="{18923CA4-2A1E-4285-81FF-2717E4C88808}" dt="2024-10-29T18:44:20.014" v="169" actId="207"/>
          <ac:spMkLst>
            <pc:docMk/>
            <pc:sldMk cId="2089531037" sldId="584"/>
            <ac:spMk id="269" creationId="{00000000-0000-0000-0000-000000000000}"/>
          </ac:spMkLst>
        </pc:spChg>
        <pc:spChg chg="mod">
          <ac:chgData name="Alberto Ruiz" userId="47fa91d207cfb014" providerId="LiveId" clId="{18923CA4-2A1E-4285-81FF-2717E4C88808}" dt="2024-10-29T18:44:20.014" v="169" actId="207"/>
          <ac:spMkLst>
            <pc:docMk/>
            <pc:sldMk cId="2089531037" sldId="584"/>
            <ac:spMk id="270" creationId="{00000000-0000-0000-0000-000000000000}"/>
          </ac:spMkLst>
        </pc:spChg>
        <pc:spChg chg="mod">
          <ac:chgData name="Alberto Ruiz" userId="47fa91d207cfb014" providerId="LiveId" clId="{18923CA4-2A1E-4285-81FF-2717E4C88808}" dt="2024-10-29T18:44:20.014" v="169" actId="207"/>
          <ac:spMkLst>
            <pc:docMk/>
            <pc:sldMk cId="2089531037" sldId="584"/>
            <ac:spMk id="271" creationId="{00000000-0000-0000-0000-000000000000}"/>
          </ac:spMkLst>
        </pc:spChg>
        <pc:spChg chg="mod">
          <ac:chgData name="Alberto Ruiz" userId="47fa91d207cfb014" providerId="LiveId" clId="{18923CA4-2A1E-4285-81FF-2717E4C88808}" dt="2024-10-29T18:44:20.014" v="169" actId="207"/>
          <ac:spMkLst>
            <pc:docMk/>
            <pc:sldMk cId="2089531037" sldId="584"/>
            <ac:spMk id="272" creationId="{00000000-0000-0000-0000-000000000000}"/>
          </ac:spMkLst>
        </pc:spChg>
        <pc:spChg chg="mod">
          <ac:chgData name="Alberto Ruiz" userId="47fa91d207cfb014" providerId="LiveId" clId="{18923CA4-2A1E-4285-81FF-2717E4C88808}" dt="2024-10-29T18:44:20.014" v="169" actId="207"/>
          <ac:spMkLst>
            <pc:docMk/>
            <pc:sldMk cId="2089531037" sldId="584"/>
            <ac:spMk id="273" creationId="{00000000-0000-0000-0000-000000000000}"/>
          </ac:spMkLst>
        </pc:spChg>
        <pc:spChg chg="mod">
          <ac:chgData name="Alberto Ruiz" userId="47fa91d207cfb014" providerId="LiveId" clId="{18923CA4-2A1E-4285-81FF-2717E4C88808}" dt="2024-10-29T18:44:20.014" v="169" actId="207"/>
          <ac:spMkLst>
            <pc:docMk/>
            <pc:sldMk cId="2089531037" sldId="584"/>
            <ac:spMk id="274" creationId="{00000000-0000-0000-0000-000000000000}"/>
          </ac:spMkLst>
        </pc:spChg>
        <pc:spChg chg="mod">
          <ac:chgData name="Alberto Ruiz" userId="47fa91d207cfb014" providerId="LiveId" clId="{18923CA4-2A1E-4285-81FF-2717E4C88808}" dt="2024-10-29T18:44:20.014" v="169" actId="207"/>
          <ac:spMkLst>
            <pc:docMk/>
            <pc:sldMk cId="2089531037" sldId="584"/>
            <ac:spMk id="275" creationId="{00000000-0000-0000-0000-000000000000}"/>
          </ac:spMkLst>
        </pc:spChg>
        <pc:spChg chg="mod">
          <ac:chgData name="Alberto Ruiz" userId="47fa91d207cfb014" providerId="LiveId" clId="{18923CA4-2A1E-4285-81FF-2717E4C88808}" dt="2024-10-29T18:44:20.014" v="169" actId="207"/>
          <ac:spMkLst>
            <pc:docMk/>
            <pc:sldMk cId="2089531037" sldId="584"/>
            <ac:spMk id="276" creationId="{00000000-0000-0000-0000-000000000000}"/>
          </ac:spMkLst>
        </pc:spChg>
        <pc:spChg chg="mod">
          <ac:chgData name="Alberto Ruiz" userId="47fa91d207cfb014" providerId="LiveId" clId="{18923CA4-2A1E-4285-81FF-2717E4C88808}" dt="2024-10-29T18:44:20.014" v="169" actId="207"/>
          <ac:spMkLst>
            <pc:docMk/>
            <pc:sldMk cId="2089531037" sldId="584"/>
            <ac:spMk id="277" creationId="{00000000-0000-0000-0000-000000000000}"/>
          </ac:spMkLst>
        </pc:spChg>
        <pc:spChg chg="mod">
          <ac:chgData name="Alberto Ruiz" userId="47fa91d207cfb014" providerId="LiveId" clId="{18923CA4-2A1E-4285-81FF-2717E4C88808}" dt="2024-10-29T18:44:20.014" v="169" actId="207"/>
          <ac:spMkLst>
            <pc:docMk/>
            <pc:sldMk cId="2089531037" sldId="584"/>
            <ac:spMk id="278" creationId="{00000000-0000-0000-0000-000000000000}"/>
          </ac:spMkLst>
        </pc:spChg>
        <pc:spChg chg="mod">
          <ac:chgData name="Alberto Ruiz" userId="47fa91d207cfb014" providerId="LiveId" clId="{18923CA4-2A1E-4285-81FF-2717E4C88808}" dt="2024-10-29T18:44:20.014" v="169" actId="207"/>
          <ac:spMkLst>
            <pc:docMk/>
            <pc:sldMk cId="2089531037" sldId="584"/>
            <ac:spMk id="279" creationId="{00000000-0000-0000-0000-000000000000}"/>
          </ac:spMkLst>
        </pc:spChg>
        <pc:spChg chg="mod">
          <ac:chgData name="Alberto Ruiz" userId="47fa91d207cfb014" providerId="LiveId" clId="{18923CA4-2A1E-4285-81FF-2717E4C88808}" dt="2024-10-29T18:44:20.014" v="169" actId="207"/>
          <ac:spMkLst>
            <pc:docMk/>
            <pc:sldMk cId="2089531037" sldId="584"/>
            <ac:spMk id="280" creationId="{00000000-0000-0000-0000-000000000000}"/>
          </ac:spMkLst>
        </pc:spChg>
        <pc:grpChg chg="mod">
          <ac:chgData name="Alberto Ruiz" userId="47fa91d207cfb014" providerId="LiveId" clId="{18923CA4-2A1E-4285-81FF-2717E4C88808}" dt="2024-10-29T18:44:14.664" v="166" actId="14100"/>
          <ac:grpSpMkLst>
            <pc:docMk/>
            <pc:sldMk cId="2089531037" sldId="584"/>
            <ac:grpSpMk id="268" creationId="{00000000-0000-0000-0000-000000000000}"/>
          </ac:grpSpMkLst>
        </pc:grpChg>
      </pc:sldChg>
      <pc:sldChg chg="addSp modSp mod setBg setFolMasterObjs">
        <pc:chgData name="Alberto Ruiz" userId="47fa91d207cfb014" providerId="LiveId" clId="{18923CA4-2A1E-4285-81FF-2717E4C88808}" dt="2024-10-29T18:44:44.119" v="176" actId="1076"/>
        <pc:sldMkLst>
          <pc:docMk/>
          <pc:sldMk cId="3170896681" sldId="585"/>
        </pc:sldMkLst>
        <pc:spChg chg="mod">
          <ac:chgData name="Alberto Ruiz" userId="47fa91d207cfb014" providerId="LiveId" clId="{18923CA4-2A1E-4285-81FF-2717E4C88808}" dt="2024-10-29T18:44:44.119" v="176" actId="1076"/>
          <ac:spMkLst>
            <pc:docMk/>
            <pc:sldMk cId="3170896681" sldId="585"/>
            <ac:spMk id="267" creationId="{00000000-0000-0000-0000-000000000000}"/>
          </ac:spMkLst>
        </pc:spChg>
        <pc:spChg chg="add">
          <ac:chgData name="Alberto Ruiz" userId="47fa91d207cfb014" providerId="LiveId" clId="{18923CA4-2A1E-4285-81FF-2717E4C88808}" dt="2024-10-29T18:44:39.432" v="174" actId="26606"/>
          <ac:spMkLst>
            <pc:docMk/>
            <pc:sldMk cId="3170896681" sldId="585"/>
            <ac:spMk id="272" creationId="{665DBBEF-238B-476B-96AB-8AAC3224ECEA}"/>
          </ac:spMkLst>
        </pc:spChg>
        <pc:spChg chg="add">
          <ac:chgData name="Alberto Ruiz" userId="47fa91d207cfb014" providerId="LiveId" clId="{18923CA4-2A1E-4285-81FF-2717E4C88808}" dt="2024-10-29T18:44:39.432" v="174" actId="26606"/>
          <ac:spMkLst>
            <pc:docMk/>
            <pc:sldMk cId="3170896681" sldId="585"/>
            <ac:spMk id="274" creationId="{3FCFB1DE-0B7E-48CC-BA90-B2AB0889F9D6}"/>
          </ac:spMkLst>
        </pc:spChg>
        <pc:picChg chg="mod">
          <ac:chgData name="Alberto Ruiz" userId="47fa91d207cfb014" providerId="LiveId" clId="{18923CA4-2A1E-4285-81FF-2717E4C88808}" dt="2024-10-29T18:44:39.432" v="174" actId="26606"/>
          <ac:picMkLst>
            <pc:docMk/>
            <pc:sldMk cId="3170896681" sldId="585"/>
            <ac:picMk id="3" creationId="{3FA7985C-4B6D-C71E-9935-7D5A408B1C0F}"/>
          </ac:picMkLst>
        </pc:picChg>
      </pc:sldChg>
      <pc:sldChg chg="del">
        <pc:chgData name="Alberto Ruiz" userId="47fa91d207cfb014" providerId="LiveId" clId="{18923CA4-2A1E-4285-81FF-2717E4C88808}" dt="2024-10-29T18:56:10.654" v="356" actId="47"/>
        <pc:sldMkLst>
          <pc:docMk/>
          <pc:sldMk cId="1047638998" sldId="586"/>
        </pc:sldMkLst>
      </pc:sldChg>
      <pc:sldChg chg="del">
        <pc:chgData name="Alberto Ruiz" userId="47fa91d207cfb014" providerId="LiveId" clId="{18923CA4-2A1E-4285-81FF-2717E4C88808}" dt="2024-10-29T18:56:12.345" v="357" actId="47"/>
        <pc:sldMkLst>
          <pc:docMk/>
          <pc:sldMk cId="627715258" sldId="587"/>
        </pc:sldMkLst>
      </pc:sldChg>
      <pc:sldChg chg="addSp modSp mod setBg setFolMasterObjs">
        <pc:chgData name="Alberto Ruiz" userId="47fa91d207cfb014" providerId="LiveId" clId="{18923CA4-2A1E-4285-81FF-2717E4C88808}" dt="2024-10-29T18:45:27.651" v="189" actId="26606"/>
        <pc:sldMkLst>
          <pc:docMk/>
          <pc:sldMk cId="1995026671" sldId="588"/>
        </pc:sldMkLst>
        <pc:spChg chg="mod">
          <ac:chgData name="Alberto Ruiz" userId="47fa91d207cfb014" providerId="LiveId" clId="{18923CA4-2A1E-4285-81FF-2717E4C88808}" dt="2024-10-29T18:45:27.651" v="189" actId="26606"/>
          <ac:spMkLst>
            <pc:docMk/>
            <pc:sldMk cId="1995026671" sldId="588"/>
            <ac:spMk id="2" creationId="{F09C9994-B581-3C66-B84E-B5313C139380}"/>
          </ac:spMkLst>
        </pc:spChg>
        <pc:spChg chg="mod ord">
          <ac:chgData name="Alberto Ruiz" userId="47fa91d207cfb014" providerId="LiveId" clId="{18923CA4-2A1E-4285-81FF-2717E4C88808}" dt="2024-10-29T18:45:27.651" v="189" actId="26606"/>
          <ac:spMkLst>
            <pc:docMk/>
            <pc:sldMk cId="1995026671" sldId="588"/>
            <ac:spMk id="5" creationId="{2236D0D3-B176-4B3F-DD02-4B4EBDF16250}"/>
          </ac:spMkLst>
        </pc:spChg>
        <pc:spChg chg="add">
          <ac:chgData name="Alberto Ruiz" userId="47fa91d207cfb014" providerId="LiveId" clId="{18923CA4-2A1E-4285-81FF-2717E4C88808}" dt="2024-10-29T18:45:27.651" v="189" actId="26606"/>
          <ac:spMkLst>
            <pc:docMk/>
            <pc:sldMk cId="1995026671" sldId="588"/>
            <ac:spMk id="3081" creationId="{CA4BD6EE-7B51-447C-AAB3-028B7A3E515D}"/>
          </ac:spMkLst>
        </pc:spChg>
        <pc:spChg chg="add">
          <ac:chgData name="Alberto Ruiz" userId="47fa91d207cfb014" providerId="LiveId" clId="{18923CA4-2A1E-4285-81FF-2717E4C88808}" dt="2024-10-29T18:45:27.651" v="189" actId="26606"/>
          <ac:spMkLst>
            <pc:docMk/>
            <pc:sldMk cId="1995026671" sldId="588"/>
            <ac:spMk id="3083" creationId="{6B5FF7CD-712E-4187-BFF5-B192FFB33A49}"/>
          </ac:spMkLst>
        </pc:spChg>
        <pc:picChg chg="mod ord">
          <ac:chgData name="Alberto Ruiz" userId="47fa91d207cfb014" providerId="LiveId" clId="{18923CA4-2A1E-4285-81FF-2717E4C88808}" dt="2024-10-29T18:45:27.651" v="189" actId="26606"/>
          <ac:picMkLst>
            <pc:docMk/>
            <pc:sldMk cId="1995026671" sldId="588"/>
            <ac:picMk id="4" creationId="{538B39F0-9EB7-F6AD-0228-A0476D1F44F8}"/>
          </ac:picMkLst>
        </pc:picChg>
        <pc:picChg chg="mod">
          <ac:chgData name="Alberto Ruiz" userId="47fa91d207cfb014" providerId="LiveId" clId="{18923CA4-2A1E-4285-81FF-2717E4C88808}" dt="2024-10-29T18:45:27.651" v="189" actId="26606"/>
          <ac:picMkLst>
            <pc:docMk/>
            <pc:sldMk cId="1995026671" sldId="588"/>
            <ac:picMk id="3074" creationId="{16456A48-2859-141F-7CD9-26A5A74B5017}"/>
          </ac:picMkLst>
        </pc:picChg>
        <pc:picChg chg="mod">
          <ac:chgData name="Alberto Ruiz" userId="47fa91d207cfb014" providerId="LiveId" clId="{18923CA4-2A1E-4285-81FF-2717E4C88808}" dt="2024-10-29T18:45:27.651" v="189" actId="26606"/>
          <ac:picMkLst>
            <pc:docMk/>
            <pc:sldMk cId="1995026671" sldId="588"/>
            <ac:picMk id="3076" creationId="{9AADB8E7-E58F-077F-A91C-76F65D2AE272}"/>
          </ac:picMkLst>
        </pc:picChg>
      </pc:sldChg>
      <pc:sldChg chg="addSp delSp modSp mod">
        <pc:chgData name="Alberto Ruiz" userId="47fa91d207cfb014" providerId="LiveId" clId="{18923CA4-2A1E-4285-81FF-2717E4C88808}" dt="2024-11-16T07:55:25.643" v="358" actId="1076"/>
        <pc:sldMkLst>
          <pc:docMk/>
          <pc:sldMk cId="410237710" sldId="589"/>
        </pc:sldMkLst>
        <pc:spChg chg="mod">
          <ac:chgData name="Alberto Ruiz" userId="47fa91d207cfb014" providerId="LiveId" clId="{18923CA4-2A1E-4285-81FF-2717E4C88808}" dt="2024-10-29T18:46:11.215" v="207" actId="1076"/>
          <ac:spMkLst>
            <pc:docMk/>
            <pc:sldMk cId="410237710" sldId="589"/>
            <ac:spMk id="2" creationId="{F09C9994-B581-3C66-B84E-B5313C139380}"/>
          </ac:spMkLst>
        </pc:spChg>
        <pc:spChg chg="mod">
          <ac:chgData name="Alberto Ruiz" userId="47fa91d207cfb014" providerId="LiveId" clId="{18923CA4-2A1E-4285-81FF-2717E4C88808}" dt="2024-11-16T07:55:25.643" v="358" actId="1076"/>
          <ac:spMkLst>
            <pc:docMk/>
            <pc:sldMk cId="410237710" sldId="589"/>
            <ac:spMk id="3" creationId="{C463536F-3226-C318-73BD-3AE10B3D8DE9}"/>
          </ac:spMkLst>
        </pc:spChg>
        <pc:spChg chg="add del mod">
          <ac:chgData name="Alberto Ruiz" userId="47fa91d207cfb014" providerId="LiveId" clId="{18923CA4-2A1E-4285-81FF-2717E4C88808}" dt="2024-10-29T18:45:59.176" v="200" actId="26606"/>
          <ac:spMkLst>
            <pc:docMk/>
            <pc:sldMk cId="410237710" sldId="589"/>
            <ac:spMk id="7" creationId="{A8241ABA-C326-6AEE-98F3-EC8B15C387F6}"/>
          </ac:spMkLst>
        </pc:spChg>
        <pc:graphicFrameChg chg="add del">
          <ac:chgData name="Alberto Ruiz" userId="47fa91d207cfb014" providerId="LiveId" clId="{18923CA4-2A1E-4285-81FF-2717E4C88808}" dt="2024-10-29T18:45:56.373" v="196" actId="26606"/>
          <ac:graphicFrameMkLst>
            <pc:docMk/>
            <pc:sldMk cId="410237710" sldId="589"/>
            <ac:graphicFrameMk id="9" creationId="{2BB307D7-B385-39DA-6829-B26592A320A7}"/>
          </ac:graphicFrameMkLst>
        </pc:graphicFrameChg>
        <pc:graphicFrameChg chg="add del">
          <ac:chgData name="Alberto Ruiz" userId="47fa91d207cfb014" providerId="LiveId" clId="{18923CA4-2A1E-4285-81FF-2717E4C88808}" dt="2024-10-29T18:45:57.381" v="198" actId="26606"/>
          <ac:graphicFrameMkLst>
            <pc:docMk/>
            <pc:sldMk cId="410237710" sldId="589"/>
            <ac:graphicFrameMk id="11" creationId="{14FF2DCC-B0F5-E2C6-D01A-8CB448C9F343}"/>
          </ac:graphicFrameMkLst>
        </pc:graphicFrameChg>
        <pc:graphicFrameChg chg="add del">
          <ac:chgData name="Alberto Ruiz" userId="47fa91d207cfb014" providerId="LiveId" clId="{18923CA4-2A1E-4285-81FF-2717E4C88808}" dt="2024-10-29T18:45:59.176" v="200" actId="26606"/>
          <ac:graphicFrameMkLst>
            <pc:docMk/>
            <pc:sldMk cId="410237710" sldId="589"/>
            <ac:graphicFrameMk id="13" creationId="{4626D656-4205-740B-F6C2-814C4E8DAC2F}"/>
          </ac:graphicFrameMkLst>
        </pc:graphicFrameChg>
        <pc:picChg chg="mod">
          <ac:chgData name="Alberto Ruiz" userId="47fa91d207cfb014" providerId="LiveId" clId="{18923CA4-2A1E-4285-81FF-2717E4C88808}" dt="2024-10-29T18:46:34.156" v="215" actId="1076"/>
          <ac:picMkLst>
            <pc:docMk/>
            <pc:sldMk cId="410237710" sldId="589"/>
            <ac:picMk id="5" creationId="{67F1A73A-FCC8-2630-D5BE-7F5005AE9289}"/>
          </ac:picMkLst>
        </pc:picChg>
      </pc:sldChg>
      <pc:sldChg chg="addSp modSp mod setBg setFolMasterObjs">
        <pc:chgData name="Alberto Ruiz" userId="47fa91d207cfb014" providerId="LiveId" clId="{18923CA4-2A1E-4285-81FF-2717E4C88808}" dt="2024-10-29T18:45:21.948" v="187" actId="26606"/>
        <pc:sldMkLst>
          <pc:docMk/>
          <pc:sldMk cId="104525576" sldId="590"/>
        </pc:sldMkLst>
        <pc:spChg chg="mod">
          <ac:chgData name="Alberto Ruiz" userId="47fa91d207cfb014" providerId="LiveId" clId="{18923CA4-2A1E-4285-81FF-2717E4C88808}" dt="2024-10-29T18:45:21.948" v="187" actId="26606"/>
          <ac:spMkLst>
            <pc:docMk/>
            <pc:sldMk cId="104525576" sldId="590"/>
            <ac:spMk id="3" creationId="{B2DCBE4E-F055-2B44-8A5A-BAD197113EF6}"/>
          </ac:spMkLst>
        </pc:spChg>
        <pc:spChg chg="mod">
          <ac:chgData name="Alberto Ruiz" userId="47fa91d207cfb014" providerId="LiveId" clId="{18923CA4-2A1E-4285-81FF-2717E4C88808}" dt="2024-10-29T18:45:21.948" v="187" actId="26606"/>
          <ac:spMkLst>
            <pc:docMk/>
            <pc:sldMk cId="104525576" sldId="590"/>
            <ac:spMk id="5" creationId="{AC216A5F-FB6F-E1F2-3F4A-832170686DD9}"/>
          </ac:spMkLst>
        </pc:spChg>
        <pc:spChg chg="add">
          <ac:chgData name="Alberto Ruiz" userId="47fa91d207cfb014" providerId="LiveId" clId="{18923CA4-2A1E-4285-81FF-2717E4C88808}" dt="2024-10-29T18:45:21.948" v="187" actId="26606"/>
          <ac:spMkLst>
            <pc:docMk/>
            <pc:sldMk cId="104525576" sldId="590"/>
            <ac:spMk id="11" creationId="{45D37F4E-DDB4-456B-97E0-9937730A039F}"/>
          </ac:spMkLst>
        </pc:spChg>
        <pc:spChg chg="add">
          <ac:chgData name="Alberto Ruiz" userId="47fa91d207cfb014" providerId="LiveId" clId="{18923CA4-2A1E-4285-81FF-2717E4C88808}" dt="2024-10-29T18:45:21.948" v="187" actId="26606"/>
          <ac:spMkLst>
            <pc:docMk/>
            <pc:sldMk cId="104525576" sldId="590"/>
            <ac:spMk id="13" creationId="{B2DD41CD-8F47-4F56-AD12-4E2FF7696987}"/>
          </ac:spMkLst>
        </pc:spChg>
        <pc:picChg chg="mod">
          <ac:chgData name="Alberto Ruiz" userId="47fa91d207cfb014" providerId="LiveId" clId="{18923CA4-2A1E-4285-81FF-2717E4C88808}" dt="2024-10-29T18:45:21.948" v="187" actId="26606"/>
          <ac:picMkLst>
            <pc:docMk/>
            <pc:sldMk cId="104525576" sldId="590"/>
            <ac:picMk id="6" creationId="{51A9DC2C-B54A-C16B-8C80-6ABA59C08237}"/>
          </ac:picMkLst>
        </pc:picChg>
      </pc:sldChg>
      <pc:sldChg chg="addSp modSp mod setBg setFolMasterObjs">
        <pc:chgData name="Alberto Ruiz" userId="47fa91d207cfb014" providerId="LiveId" clId="{18923CA4-2A1E-4285-81FF-2717E4C88808}" dt="2024-10-29T18:45:24.409" v="188" actId="26606"/>
        <pc:sldMkLst>
          <pc:docMk/>
          <pc:sldMk cId="2323823623" sldId="591"/>
        </pc:sldMkLst>
        <pc:spChg chg="mod ord">
          <ac:chgData name="Alberto Ruiz" userId="47fa91d207cfb014" providerId="LiveId" clId="{18923CA4-2A1E-4285-81FF-2717E4C88808}" dt="2024-10-29T18:45:24.409" v="188" actId="26606"/>
          <ac:spMkLst>
            <pc:docMk/>
            <pc:sldMk cId="2323823623" sldId="591"/>
            <ac:spMk id="3" creationId="{ABDDB0A0-1F63-88A8-6CF5-736B1EDD8161}"/>
          </ac:spMkLst>
        </pc:spChg>
        <pc:spChg chg="mod">
          <ac:chgData name="Alberto Ruiz" userId="47fa91d207cfb014" providerId="LiveId" clId="{18923CA4-2A1E-4285-81FF-2717E4C88808}" dt="2024-10-29T18:45:24.409" v="188" actId="26606"/>
          <ac:spMkLst>
            <pc:docMk/>
            <pc:sldMk cId="2323823623" sldId="591"/>
            <ac:spMk id="4" creationId="{F916743A-E985-4A11-AB96-F1BEBB9669EC}"/>
          </ac:spMkLst>
        </pc:spChg>
        <pc:spChg chg="add">
          <ac:chgData name="Alberto Ruiz" userId="47fa91d207cfb014" providerId="LiveId" clId="{18923CA4-2A1E-4285-81FF-2717E4C88808}" dt="2024-10-29T18:45:24.409" v="188" actId="26606"/>
          <ac:spMkLst>
            <pc:docMk/>
            <pc:sldMk cId="2323823623" sldId="591"/>
            <ac:spMk id="10" creationId="{45D37F4E-DDB4-456B-97E0-9937730A039F}"/>
          </ac:spMkLst>
        </pc:spChg>
        <pc:spChg chg="add">
          <ac:chgData name="Alberto Ruiz" userId="47fa91d207cfb014" providerId="LiveId" clId="{18923CA4-2A1E-4285-81FF-2717E4C88808}" dt="2024-10-29T18:45:24.409" v="188" actId="26606"/>
          <ac:spMkLst>
            <pc:docMk/>
            <pc:sldMk cId="2323823623" sldId="591"/>
            <ac:spMk id="12" creationId="{B2DD41CD-8F47-4F56-AD12-4E2FF7696987}"/>
          </ac:spMkLst>
        </pc:spChg>
        <pc:picChg chg="mod">
          <ac:chgData name="Alberto Ruiz" userId="47fa91d207cfb014" providerId="LiveId" clId="{18923CA4-2A1E-4285-81FF-2717E4C88808}" dt="2024-10-29T18:45:24.409" v="188" actId="26606"/>
          <ac:picMkLst>
            <pc:docMk/>
            <pc:sldMk cId="2323823623" sldId="591"/>
            <ac:picMk id="5" creationId="{CD585561-1F9C-3F5F-8495-0E352C57818D}"/>
          </ac:picMkLst>
        </pc:picChg>
      </pc:sldChg>
      <pc:sldChg chg="addSp delSp modSp mod">
        <pc:chgData name="Alberto Ruiz" userId="47fa91d207cfb014" providerId="LiveId" clId="{18923CA4-2A1E-4285-81FF-2717E4C88808}" dt="2024-10-29T18:46:43.335" v="219" actId="1076"/>
        <pc:sldMkLst>
          <pc:docMk/>
          <pc:sldMk cId="3261567285" sldId="592"/>
        </pc:sldMkLst>
        <pc:spChg chg="add del">
          <ac:chgData name="Alberto Ruiz" userId="47fa91d207cfb014" providerId="LiveId" clId="{18923CA4-2A1E-4285-81FF-2717E4C88808}" dt="2024-10-29T18:46:33.721" v="214" actId="26606"/>
          <ac:spMkLst>
            <pc:docMk/>
            <pc:sldMk cId="3261567285" sldId="592"/>
            <ac:spMk id="4" creationId="{1892AE02-652B-6BAC-D7A9-642A9D39F473}"/>
          </ac:spMkLst>
        </pc:spChg>
        <pc:spChg chg="mod">
          <ac:chgData name="Alberto Ruiz" userId="47fa91d207cfb014" providerId="LiveId" clId="{18923CA4-2A1E-4285-81FF-2717E4C88808}" dt="2024-10-29T18:46:37.742" v="216" actId="14100"/>
          <ac:spMkLst>
            <pc:docMk/>
            <pc:sldMk cId="3261567285" sldId="592"/>
            <ac:spMk id="9" creationId="{CA51BB64-2E50-7101-3FBB-882B1352E2C4}"/>
          </ac:spMkLst>
        </pc:spChg>
        <pc:graphicFrameChg chg="add del">
          <ac:chgData name="Alberto Ruiz" userId="47fa91d207cfb014" providerId="LiveId" clId="{18923CA4-2A1E-4285-81FF-2717E4C88808}" dt="2024-10-29T18:46:31.037" v="212" actId="26606"/>
          <ac:graphicFrameMkLst>
            <pc:docMk/>
            <pc:sldMk cId="3261567285" sldId="592"/>
            <ac:graphicFrameMk id="12" creationId="{C98B5321-D42F-C747-F399-1C087AEAF970}"/>
          </ac:graphicFrameMkLst>
        </pc:graphicFrameChg>
        <pc:graphicFrameChg chg="add del">
          <ac:chgData name="Alberto Ruiz" userId="47fa91d207cfb014" providerId="LiveId" clId="{18923CA4-2A1E-4285-81FF-2717E4C88808}" dt="2024-10-29T18:46:33.721" v="214" actId="26606"/>
          <ac:graphicFrameMkLst>
            <pc:docMk/>
            <pc:sldMk cId="3261567285" sldId="592"/>
            <ac:graphicFrameMk id="14" creationId="{4D36C44A-C26F-9DC8-A81B-8DE0498EAC26}"/>
          </ac:graphicFrameMkLst>
        </pc:graphicFrameChg>
        <pc:picChg chg="mod">
          <ac:chgData name="Alberto Ruiz" userId="47fa91d207cfb014" providerId="LiveId" clId="{18923CA4-2A1E-4285-81FF-2717E4C88808}" dt="2024-10-29T18:46:43.335" v="219" actId="1076"/>
          <ac:picMkLst>
            <pc:docMk/>
            <pc:sldMk cId="3261567285" sldId="592"/>
            <ac:picMk id="10" creationId="{4AD47B5A-0288-4D52-74BC-005B1FBB1DF4}"/>
          </ac:picMkLst>
        </pc:picChg>
      </pc:sldChg>
      <pc:sldChg chg="addSp delSp modSp mod">
        <pc:chgData name="Alberto Ruiz" userId="47fa91d207cfb014" providerId="LiveId" clId="{18923CA4-2A1E-4285-81FF-2717E4C88808}" dt="2024-10-29T18:47:13.559" v="229" actId="1076"/>
        <pc:sldMkLst>
          <pc:docMk/>
          <pc:sldMk cId="402932058" sldId="593"/>
        </pc:sldMkLst>
        <pc:spChg chg="add mod">
          <ac:chgData name="Alberto Ruiz" userId="47fa91d207cfb014" providerId="LiveId" clId="{18923CA4-2A1E-4285-81FF-2717E4C88808}" dt="2024-10-29T18:46:59.970" v="225" actId="26606"/>
          <ac:spMkLst>
            <pc:docMk/>
            <pc:sldMk cId="402932058" sldId="593"/>
            <ac:spMk id="2" creationId="{DF1D73F0-4164-1F22-ACBA-67B4B2C43E6E}"/>
          </ac:spMkLst>
        </pc:spChg>
        <pc:spChg chg="del">
          <ac:chgData name="Alberto Ruiz" userId="47fa91d207cfb014" providerId="LiveId" clId="{18923CA4-2A1E-4285-81FF-2717E4C88808}" dt="2024-10-29T18:46:59.970" v="225" actId="26606"/>
          <ac:spMkLst>
            <pc:docMk/>
            <pc:sldMk cId="402932058" sldId="593"/>
            <ac:spMk id="9" creationId="{EB05EE64-5AAF-7320-45C6-9E37051B8568}"/>
          </ac:spMkLst>
        </pc:spChg>
        <pc:graphicFrameChg chg="add mod">
          <ac:chgData name="Alberto Ruiz" userId="47fa91d207cfb014" providerId="LiveId" clId="{18923CA4-2A1E-4285-81FF-2717E4C88808}" dt="2024-10-29T18:47:08.888" v="228" actId="14100"/>
          <ac:graphicFrameMkLst>
            <pc:docMk/>
            <pc:sldMk cId="402932058" sldId="593"/>
            <ac:graphicFrameMk id="12" creationId="{0561ED06-06CD-27AA-5998-5597E7A7014A}"/>
          </ac:graphicFrameMkLst>
        </pc:graphicFrameChg>
        <pc:picChg chg="mod">
          <ac:chgData name="Alberto Ruiz" userId="47fa91d207cfb014" providerId="LiveId" clId="{18923CA4-2A1E-4285-81FF-2717E4C88808}" dt="2024-10-29T18:47:13.559" v="229" actId="1076"/>
          <ac:picMkLst>
            <pc:docMk/>
            <pc:sldMk cId="402932058" sldId="593"/>
            <ac:picMk id="10" creationId="{8C6E6FA5-08CD-891C-D506-944D21CD466D}"/>
          </ac:picMkLst>
        </pc:picChg>
      </pc:sldChg>
      <pc:sldChg chg="addSp modSp mod setBg setFolMasterObjs">
        <pc:chgData name="Alberto Ruiz" userId="47fa91d207cfb014" providerId="LiveId" clId="{18923CA4-2A1E-4285-81FF-2717E4C88808}" dt="2024-10-29T18:47:27.491" v="234" actId="26606"/>
        <pc:sldMkLst>
          <pc:docMk/>
          <pc:sldMk cId="2734045285" sldId="594"/>
        </pc:sldMkLst>
        <pc:spChg chg="mod">
          <ac:chgData name="Alberto Ruiz" userId="47fa91d207cfb014" providerId="LiveId" clId="{18923CA4-2A1E-4285-81FF-2717E4C88808}" dt="2024-10-29T18:47:27.491" v="234" actId="26606"/>
          <ac:spMkLst>
            <pc:docMk/>
            <pc:sldMk cId="2734045285" sldId="594"/>
            <ac:spMk id="2" creationId="{45B2B746-00B8-D99E-30D8-D88F7561F02E}"/>
          </ac:spMkLst>
        </pc:spChg>
        <pc:spChg chg="mod">
          <ac:chgData name="Alberto Ruiz" userId="47fa91d207cfb014" providerId="LiveId" clId="{18923CA4-2A1E-4285-81FF-2717E4C88808}" dt="2024-10-29T18:47:27.491" v="234" actId="26606"/>
          <ac:spMkLst>
            <pc:docMk/>
            <pc:sldMk cId="2734045285" sldId="594"/>
            <ac:spMk id="4" creationId="{488A7B65-F71F-3983-2CF2-A1506A59A011}"/>
          </ac:spMkLst>
        </pc:spChg>
        <pc:spChg chg="add">
          <ac:chgData name="Alberto Ruiz" userId="47fa91d207cfb014" providerId="LiveId" clId="{18923CA4-2A1E-4285-81FF-2717E4C88808}" dt="2024-10-29T18:47:27.491" v="234" actId="26606"/>
          <ac:spMkLst>
            <pc:docMk/>
            <pc:sldMk cId="2734045285" sldId="594"/>
            <ac:spMk id="10" creationId="{45D37F4E-DDB4-456B-97E0-9937730A039F}"/>
          </ac:spMkLst>
        </pc:spChg>
        <pc:spChg chg="add">
          <ac:chgData name="Alberto Ruiz" userId="47fa91d207cfb014" providerId="LiveId" clId="{18923CA4-2A1E-4285-81FF-2717E4C88808}" dt="2024-10-29T18:47:27.491" v="234" actId="26606"/>
          <ac:spMkLst>
            <pc:docMk/>
            <pc:sldMk cId="2734045285" sldId="594"/>
            <ac:spMk id="12" creationId="{B2DD41CD-8F47-4F56-AD12-4E2FF7696987}"/>
          </ac:spMkLst>
        </pc:spChg>
        <pc:picChg chg="mod">
          <ac:chgData name="Alberto Ruiz" userId="47fa91d207cfb014" providerId="LiveId" clId="{18923CA4-2A1E-4285-81FF-2717E4C88808}" dt="2024-10-29T18:47:27.491" v="234" actId="26606"/>
          <ac:picMkLst>
            <pc:docMk/>
            <pc:sldMk cId="2734045285" sldId="594"/>
            <ac:picMk id="5" creationId="{E8359D11-32C6-4650-B2E8-F444D2380473}"/>
          </ac:picMkLst>
        </pc:picChg>
      </pc:sldChg>
      <pc:sldChg chg="addSp delSp modSp mod setBg setFolMasterObjs">
        <pc:chgData name="Alberto Ruiz" userId="47fa91d207cfb014" providerId="LiveId" clId="{18923CA4-2A1E-4285-81FF-2717E4C88808}" dt="2024-10-29T18:47:38.976" v="244" actId="27636"/>
        <pc:sldMkLst>
          <pc:docMk/>
          <pc:sldMk cId="2580498415" sldId="595"/>
        </pc:sldMkLst>
        <pc:spChg chg="mod">
          <ac:chgData name="Alberto Ruiz" userId="47fa91d207cfb014" providerId="LiveId" clId="{18923CA4-2A1E-4285-81FF-2717E4C88808}" dt="2024-10-29T18:47:31.821" v="237" actId="26606"/>
          <ac:spMkLst>
            <pc:docMk/>
            <pc:sldMk cId="2580498415" sldId="595"/>
            <ac:spMk id="3" creationId="{208CAA56-F276-3455-8D3B-53CE4276C5DA}"/>
          </ac:spMkLst>
        </pc:spChg>
        <pc:spChg chg="mod">
          <ac:chgData name="Alberto Ruiz" userId="47fa91d207cfb014" providerId="LiveId" clId="{18923CA4-2A1E-4285-81FF-2717E4C88808}" dt="2024-10-29T18:47:38.976" v="244" actId="27636"/>
          <ac:spMkLst>
            <pc:docMk/>
            <pc:sldMk cId="2580498415" sldId="595"/>
            <ac:spMk id="5" creationId="{7A02C764-B757-A58C-28A8-2FA52488DD7B}"/>
          </ac:spMkLst>
        </pc:spChg>
        <pc:spChg chg="add del">
          <ac:chgData name="Alberto Ruiz" userId="47fa91d207cfb014" providerId="LiveId" clId="{18923CA4-2A1E-4285-81FF-2717E4C88808}" dt="2024-10-29T18:47:31.814" v="236" actId="26606"/>
          <ac:spMkLst>
            <pc:docMk/>
            <pc:sldMk cId="2580498415" sldId="595"/>
            <ac:spMk id="11" creationId="{45D37F4E-DDB4-456B-97E0-9937730A039F}"/>
          </ac:spMkLst>
        </pc:spChg>
        <pc:spChg chg="add del">
          <ac:chgData name="Alberto Ruiz" userId="47fa91d207cfb014" providerId="LiveId" clId="{18923CA4-2A1E-4285-81FF-2717E4C88808}" dt="2024-10-29T18:47:31.814" v="236" actId="26606"/>
          <ac:spMkLst>
            <pc:docMk/>
            <pc:sldMk cId="2580498415" sldId="595"/>
            <ac:spMk id="13" creationId="{B2DD41CD-8F47-4F56-AD12-4E2FF7696987}"/>
          </ac:spMkLst>
        </pc:spChg>
        <pc:spChg chg="add">
          <ac:chgData name="Alberto Ruiz" userId="47fa91d207cfb014" providerId="LiveId" clId="{18923CA4-2A1E-4285-81FF-2717E4C88808}" dt="2024-10-29T18:47:31.821" v="237" actId="26606"/>
          <ac:spMkLst>
            <pc:docMk/>
            <pc:sldMk cId="2580498415" sldId="595"/>
            <ac:spMk id="15" creationId="{BB48116A-278A-4CC5-89D3-9DE8E8FF1245}"/>
          </ac:spMkLst>
        </pc:spChg>
        <pc:spChg chg="add">
          <ac:chgData name="Alberto Ruiz" userId="47fa91d207cfb014" providerId="LiveId" clId="{18923CA4-2A1E-4285-81FF-2717E4C88808}" dt="2024-10-29T18:47:31.821" v="237" actId="26606"/>
          <ac:spMkLst>
            <pc:docMk/>
            <pc:sldMk cId="2580498415" sldId="595"/>
            <ac:spMk id="16" creationId="{DB304A14-32D0-4873-B914-423ED7B8DAFD}"/>
          </ac:spMkLst>
        </pc:spChg>
        <pc:spChg chg="add">
          <ac:chgData name="Alberto Ruiz" userId="47fa91d207cfb014" providerId="LiveId" clId="{18923CA4-2A1E-4285-81FF-2717E4C88808}" dt="2024-10-29T18:47:31.821" v="237" actId="26606"/>
          <ac:spMkLst>
            <pc:docMk/>
            <pc:sldMk cId="2580498415" sldId="595"/>
            <ac:spMk id="17" creationId="{1D460C86-854F-4FB3-ABC2-E823D8FEB9DB}"/>
          </ac:spMkLst>
        </pc:spChg>
        <pc:picChg chg="mod">
          <ac:chgData name="Alberto Ruiz" userId="47fa91d207cfb014" providerId="LiveId" clId="{18923CA4-2A1E-4285-81FF-2717E4C88808}" dt="2024-10-29T18:47:31.821" v="237" actId="26606"/>
          <ac:picMkLst>
            <pc:docMk/>
            <pc:sldMk cId="2580498415" sldId="595"/>
            <ac:picMk id="6" creationId="{A3C26C03-5128-F566-7D2D-AD42A6B209F1}"/>
          </ac:picMkLst>
        </pc:picChg>
      </pc:sldChg>
      <pc:sldChg chg="addSp modSp mod setBg setFolMasterObjs">
        <pc:chgData name="Alberto Ruiz" userId="47fa91d207cfb014" providerId="LiveId" clId="{18923CA4-2A1E-4285-81FF-2717E4C88808}" dt="2024-10-29T18:47:18.259" v="231" actId="26606"/>
        <pc:sldMkLst>
          <pc:docMk/>
          <pc:sldMk cId="2921019998" sldId="596"/>
        </pc:sldMkLst>
        <pc:spChg chg="mod">
          <ac:chgData name="Alberto Ruiz" userId="47fa91d207cfb014" providerId="LiveId" clId="{18923CA4-2A1E-4285-81FF-2717E4C88808}" dt="2024-10-29T18:47:18.259" v="231" actId="26606"/>
          <ac:spMkLst>
            <pc:docMk/>
            <pc:sldMk cId="2921019998" sldId="596"/>
            <ac:spMk id="2" creationId="{C4F7C8F6-2CA4-3311-16D2-82EB0001059C}"/>
          </ac:spMkLst>
        </pc:spChg>
        <pc:spChg chg="mod">
          <ac:chgData name="Alberto Ruiz" userId="47fa91d207cfb014" providerId="LiveId" clId="{18923CA4-2A1E-4285-81FF-2717E4C88808}" dt="2024-10-29T18:47:18.259" v="231" actId="26606"/>
          <ac:spMkLst>
            <pc:docMk/>
            <pc:sldMk cId="2921019998" sldId="596"/>
            <ac:spMk id="4" creationId="{E754A937-2122-E2CD-7A3F-3C03AF3C3BCD}"/>
          </ac:spMkLst>
        </pc:spChg>
        <pc:spChg chg="add">
          <ac:chgData name="Alberto Ruiz" userId="47fa91d207cfb014" providerId="LiveId" clId="{18923CA4-2A1E-4285-81FF-2717E4C88808}" dt="2024-10-29T18:47:18.259" v="231" actId="26606"/>
          <ac:spMkLst>
            <pc:docMk/>
            <pc:sldMk cId="2921019998" sldId="596"/>
            <ac:spMk id="10" creationId="{45D37F4E-DDB4-456B-97E0-9937730A039F}"/>
          </ac:spMkLst>
        </pc:spChg>
        <pc:spChg chg="add">
          <ac:chgData name="Alberto Ruiz" userId="47fa91d207cfb014" providerId="LiveId" clId="{18923CA4-2A1E-4285-81FF-2717E4C88808}" dt="2024-10-29T18:47:18.259" v="231" actId="26606"/>
          <ac:spMkLst>
            <pc:docMk/>
            <pc:sldMk cId="2921019998" sldId="596"/>
            <ac:spMk id="12" creationId="{B2DD41CD-8F47-4F56-AD12-4E2FF7696987}"/>
          </ac:spMkLst>
        </pc:spChg>
        <pc:picChg chg="mod">
          <ac:chgData name="Alberto Ruiz" userId="47fa91d207cfb014" providerId="LiveId" clId="{18923CA4-2A1E-4285-81FF-2717E4C88808}" dt="2024-10-29T18:47:18.259" v="231" actId="26606"/>
          <ac:picMkLst>
            <pc:docMk/>
            <pc:sldMk cId="2921019998" sldId="596"/>
            <ac:picMk id="5" creationId="{5549ABF3-0DC5-E074-2734-15454B3BC989}"/>
          </ac:picMkLst>
        </pc:picChg>
      </pc:sldChg>
      <pc:sldMasterChg chg="addSp modSldLayout">
        <pc:chgData name="Alberto Ruiz" userId="47fa91d207cfb014" providerId="LiveId" clId="{18923CA4-2A1E-4285-81FF-2717E4C88808}" dt="2024-10-29T18:36:37.426" v="59"/>
        <pc:sldMasterMkLst>
          <pc:docMk/>
          <pc:sldMasterMk cId="758938726" sldId="2147483688"/>
        </pc:sldMasterMkLst>
        <pc:picChg chg="add">
          <ac:chgData name="Alberto Ruiz" userId="47fa91d207cfb014" providerId="LiveId" clId="{18923CA4-2A1E-4285-81FF-2717E4C88808}" dt="2024-10-29T18:36:37.426" v="59"/>
          <ac:picMkLst>
            <pc:docMk/>
            <pc:sldMasterMk cId="758938726" sldId="2147483688"/>
            <ac:picMk id="7" creationId="{E7C0AA1B-40B3-0CDB-EE11-F83818EAEF90}"/>
          </ac:picMkLst>
        </pc:picChg>
        <pc:sldLayoutChg chg="modTransition">
          <pc:chgData name="Alberto Ruiz" userId="47fa91d207cfb014" providerId="LiveId" clId="{18923CA4-2A1E-4285-81FF-2717E4C88808}" dt="2024-10-29T18:36:37.426" v="59"/>
          <pc:sldLayoutMkLst>
            <pc:docMk/>
            <pc:sldMasterMk cId="758938726" sldId="2147483688"/>
            <pc:sldLayoutMk cId="0" sldId="2147483678"/>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79"/>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80"/>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81"/>
          </pc:sldLayoutMkLst>
        </pc:sldLayoutChg>
        <pc:sldLayoutChg chg="modTransition">
          <pc:chgData name="Alberto Ruiz" userId="47fa91d207cfb014" providerId="LiveId" clId="{18923CA4-2A1E-4285-81FF-2717E4C88808}" dt="2024-10-29T18:36:37.426" v="59"/>
          <pc:sldLayoutMkLst>
            <pc:docMk/>
            <pc:sldMasterMk cId="758938726" sldId="2147483688"/>
            <pc:sldLayoutMk cId="0" sldId="2147483682"/>
          </pc:sldLayoutMkLst>
        </pc:sldLayoutChg>
      </pc:sldMasterChg>
      <pc:sldMasterChg chg="addSp modSldLayout">
        <pc:chgData name="Alberto Ruiz" userId="47fa91d207cfb014" providerId="LiveId" clId="{18923CA4-2A1E-4285-81FF-2717E4C88808}" dt="2024-10-29T18:35:46.441" v="55"/>
        <pc:sldMasterMkLst>
          <pc:docMk/>
          <pc:sldMasterMk cId="1454171346" sldId="2147483688"/>
        </pc:sldMasterMkLst>
        <pc:picChg chg="add">
          <ac:chgData name="Alberto Ruiz" userId="47fa91d207cfb014" providerId="LiveId" clId="{18923CA4-2A1E-4285-81FF-2717E4C88808}" dt="2024-10-29T18:35:25.916" v="4"/>
          <ac:picMkLst>
            <pc:docMk/>
            <pc:sldMasterMk cId="1454171346" sldId="2147483688"/>
            <ac:picMk id="9" creationId="{09A0E403-7500-55FB-5B82-58834F06A588}"/>
          </ac:picMkLst>
        </pc:picChg>
        <pc:sldLayoutChg chg="modTransition">
          <pc:chgData name="Alberto Ruiz" userId="47fa91d207cfb014" providerId="LiveId" clId="{18923CA4-2A1E-4285-81FF-2717E4C88808}" dt="2024-10-29T18:35:46.441" v="55"/>
          <pc:sldLayoutMkLst>
            <pc:docMk/>
            <pc:sldMasterMk cId="758938726" sldId="2147483688"/>
            <pc:sldLayoutMk cId="0" sldId="2147483678"/>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79"/>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80"/>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81"/>
          </pc:sldLayoutMkLst>
        </pc:sldLayoutChg>
        <pc:sldLayoutChg chg="modTransition">
          <pc:chgData name="Alberto Ruiz" userId="47fa91d207cfb014" providerId="LiveId" clId="{18923CA4-2A1E-4285-81FF-2717E4C88808}" dt="2024-10-29T18:35:46.441" v="55"/>
          <pc:sldLayoutMkLst>
            <pc:docMk/>
            <pc:sldMasterMk cId="758938726" sldId="2147483688"/>
            <pc:sldLayoutMk cId="0" sldId="2147483682"/>
          </pc:sldLayoutMkLst>
        </pc:sldLayoutChg>
      </pc:sldMasterChg>
      <pc:sldMasterChg chg="addSp">
        <pc:chgData name="Alberto Ruiz" userId="47fa91d207cfb014" providerId="LiveId" clId="{18923CA4-2A1E-4285-81FF-2717E4C88808}" dt="2024-10-29T18:35:27.161" v="24"/>
        <pc:sldMasterMkLst>
          <pc:docMk/>
          <pc:sldMasterMk cId="555257620" sldId="2147483703"/>
        </pc:sldMasterMkLst>
        <pc:picChg chg="add">
          <ac:chgData name="Alberto Ruiz" userId="47fa91d207cfb014" providerId="LiveId" clId="{18923CA4-2A1E-4285-81FF-2717E4C88808}" dt="2024-10-29T18:35:27.161" v="24"/>
          <ac:picMkLst>
            <pc:docMk/>
            <pc:sldMasterMk cId="555257620" sldId="2147483703"/>
            <ac:picMk id="8" creationId="{DEDD9D69-E6F7-DEC1-D79B-8DC36406EF93}"/>
          </ac:picMkLst>
        </pc:pic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5F6D74-F639-4965-866C-CA3E0BB7F532}"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73AD2564-D5BE-42E9-AC18-55B13960B3C8}">
      <dgm:prSet/>
      <dgm:spPr/>
      <dgm:t>
        <a:bodyPr/>
        <a:lstStyle/>
        <a:p>
          <a:r>
            <a:rPr lang="es-ES"/>
            <a:t>INDICE</a:t>
          </a:r>
          <a:endParaRPr lang="en-US"/>
        </a:p>
      </dgm:t>
    </dgm:pt>
    <dgm:pt modelId="{DA1A6914-9307-4FDA-A851-679E7CC1931A}" type="parTrans" cxnId="{91C57FC4-8D8F-40C9-AF2C-62F5C6E958CF}">
      <dgm:prSet/>
      <dgm:spPr/>
      <dgm:t>
        <a:bodyPr/>
        <a:lstStyle/>
        <a:p>
          <a:endParaRPr lang="en-US"/>
        </a:p>
      </dgm:t>
    </dgm:pt>
    <dgm:pt modelId="{B113A47B-9F24-45F4-9442-144BFA9F811F}" type="sibTrans" cxnId="{91C57FC4-8D8F-40C9-AF2C-62F5C6E958CF}">
      <dgm:prSet/>
      <dgm:spPr/>
      <dgm:t>
        <a:bodyPr/>
        <a:lstStyle/>
        <a:p>
          <a:endParaRPr lang="en-US"/>
        </a:p>
      </dgm:t>
    </dgm:pt>
    <dgm:pt modelId="{F9616D4C-F958-44F4-9C03-61E2D7B5F108}">
      <dgm:prSet/>
      <dgm:spPr/>
      <dgm:t>
        <a:bodyPr/>
        <a:lstStyle/>
        <a:p>
          <a:r>
            <a:rPr lang="es-ES" dirty="0"/>
            <a:t>Primera parte: Que es una vulnerabilidad, quienes son los que nos atacan y porque lo hacen. </a:t>
          </a:r>
          <a:endParaRPr lang="en-US" dirty="0"/>
        </a:p>
      </dgm:t>
    </dgm:pt>
    <dgm:pt modelId="{253697BC-E26F-49A9-A9C0-93CD4C13EC23}" type="parTrans" cxnId="{7D345187-387A-42ED-8FA9-49D7AFEB9F08}">
      <dgm:prSet/>
      <dgm:spPr/>
      <dgm:t>
        <a:bodyPr/>
        <a:lstStyle/>
        <a:p>
          <a:endParaRPr lang="en-US"/>
        </a:p>
      </dgm:t>
    </dgm:pt>
    <dgm:pt modelId="{28A0699E-3B0E-4F55-B26E-439AE08410C3}" type="sibTrans" cxnId="{7D345187-387A-42ED-8FA9-49D7AFEB9F08}">
      <dgm:prSet/>
      <dgm:spPr/>
      <dgm:t>
        <a:bodyPr/>
        <a:lstStyle/>
        <a:p>
          <a:endParaRPr lang="en-US"/>
        </a:p>
      </dgm:t>
    </dgm:pt>
    <dgm:pt modelId="{56841C89-7229-4DFF-A3E6-B66B607E6CD5}">
      <dgm:prSet/>
      <dgm:spPr/>
      <dgm:t>
        <a:bodyPr/>
        <a:lstStyle/>
        <a:p>
          <a:r>
            <a:rPr lang="es-ES"/>
            <a:t>Segunda parte: Como actúan los ciberdelincuentes.</a:t>
          </a:r>
          <a:endParaRPr lang="en-US"/>
        </a:p>
      </dgm:t>
    </dgm:pt>
    <dgm:pt modelId="{60C10FE2-DE0A-4066-8ADA-6FEDB55AA615}" type="parTrans" cxnId="{6B4E1B24-840C-4494-898E-3F4E45BCD6F8}">
      <dgm:prSet/>
      <dgm:spPr/>
      <dgm:t>
        <a:bodyPr/>
        <a:lstStyle/>
        <a:p>
          <a:endParaRPr lang="en-US"/>
        </a:p>
      </dgm:t>
    </dgm:pt>
    <dgm:pt modelId="{C0A07A64-C061-40A0-95AC-C6EC750C2156}" type="sibTrans" cxnId="{6B4E1B24-840C-4494-898E-3F4E45BCD6F8}">
      <dgm:prSet/>
      <dgm:spPr/>
      <dgm:t>
        <a:bodyPr/>
        <a:lstStyle/>
        <a:p>
          <a:endParaRPr lang="en-US"/>
        </a:p>
      </dgm:t>
    </dgm:pt>
    <dgm:pt modelId="{E5E223B4-1106-41B7-9749-72B3C5856E05}">
      <dgm:prSet/>
      <dgm:spPr/>
      <dgm:t>
        <a:bodyPr/>
        <a:lstStyle/>
        <a:p>
          <a:r>
            <a:rPr lang="es-ES"/>
            <a:t>Tercera parte: Como podemos protegernos.</a:t>
          </a:r>
          <a:endParaRPr lang="en-US"/>
        </a:p>
      </dgm:t>
    </dgm:pt>
    <dgm:pt modelId="{F1C238EE-01F0-4793-936B-51F300A0EC47}" type="parTrans" cxnId="{822A9765-97F9-4BE2-85EA-343DD59D7011}">
      <dgm:prSet/>
      <dgm:spPr/>
      <dgm:t>
        <a:bodyPr/>
        <a:lstStyle/>
        <a:p>
          <a:endParaRPr lang="en-US"/>
        </a:p>
      </dgm:t>
    </dgm:pt>
    <dgm:pt modelId="{990C827E-254F-4B2E-9577-7847D2B7BA6B}" type="sibTrans" cxnId="{822A9765-97F9-4BE2-85EA-343DD59D7011}">
      <dgm:prSet/>
      <dgm:spPr/>
      <dgm:t>
        <a:bodyPr/>
        <a:lstStyle/>
        <a:p>
          <a:endParaRPr lang="en-US"/>
        </a:p>
      </dgm:t>
    </dgm:pt>
    <dgm:pt modelId="{269F6214-A364-4FDE-88F7-AD0BAEFAC50E}" type="pres">
      <dgm:prSet presAssocID="{6B5F6D74-F639-4965-866C-CA3E0BB7F532}" presName="outerComposite" presStyleCnt="0">
        <dgm:presLayoutVars>
          <dgm:chMax val="5"/>
          <dgm:dir/>
          <dgm:resizeHandles val="exact"/>
        </dgm:presLayoutVars>
      </dgm:prSet>
      <dgm:spPr/>
    </dgm:pt>
    <dgm:pt modelId="{E8A277FB-3CCA-4896-BEC0-727A834D5CB1}" type="pres">
      <dgm:prSet presAssocID="{6B5F6D74-F639-4965-866C-CA3E0BB7F532}" presName="dummyMaxCanvas" presStyleCnt="0">
        <dgm:presLayoutVars/>
      </dgm:prSet>
      <dgm:spPr/>
    </dgm:pt>
    <dgm:pt modelId="{B10D6154-3513-4CA4-863A-38CFE5D61A09}" type="pres">
      <dgm:prSet presAssocID="{6B5F6D74-F639-4965-866C-CA3E0BB7F532}" presName="OneNode_1" presStyleLbl="node1" presStyleIdx="0" presStyleCnt="1">
        <dgm:presLayoutVars>
          <dgm:bulletEnabled val="1"/>
        </dgm:presLayoutVars>
      </dgm:prSet>
      <dgm:spPr/>
    </dgm:pt>
  </dgm:ptLst>
  <dgm:cxnLst>
    <dgm:cxn modelId="{6B4E1B24-840C-4494-898E-3F4E45BCD6F8}" srcId="{73AD2564-D5BE-42E9-AC18-55B13960B3C8}" destId="{56841C89-7229-4DFF-A3E6-B66B607E6CD5}" srcOrd="1" destOrd="0" parTransId="{60C10FE2-DE0A-4066-8ADA-6FEDB55AA615}" sibTransId="{C0A07A64-C061-40A0-95AC-C6EC750C2156}"/>
    <dgm:cxn modelId="{DE619030-2203-449E-B3CC-3E1C47EC0FB5}" type="presOf" srcId="{6B5F6D74-F639-4965-866C-CA3E0BB7F532}" destId="{269F6214-A364-4FDE-88F7-AD0BAEFAC50E}" srcOrd="0" destOrd="0" presId="urn:microsoft.com/office/officeart/2005/8/layout/vProcess5"/>
    <dgm:cxn modelId="{F69C9634-767A-47AA-9A33-EBE06D466282}" type="presOf" srcId="{F9616D4C-F958-44F4-9C03-61E2D7B5F108}" destId="{B10D6154-3513-4CA4-863A-38CFE5D61A09}" srcOrd="0" destOrd="1" presId="urn:microsoft.com/office/officeart/2005/8/layout/vProcess5"/>
    <dgm:cxn modelId="{822A9765-97F9-4BE2-85EA-343DD59D7011}" srcId="{73AD2564-D5BE-42E9-AC18-55B13960B3C8}" destId="{E5E223B4-1106-41B7-9749-72B3C5856E05}" srcOrd="2" destOrd="0" parTransId="{F1C238EE-01F0-4793-936B-51F300A0EC47}" sibTransId="{990C827E-254F-4B2E-9577-7847D2B7BA6B}"/>
    <dgm:cxn modelId="{7D345187-387A-42ED-8FA9-49D7AFEB9F08}" srcId="{73AD2564-D5BE-42E9-AC18-55B13960B3C8}" destId="{F9616D4C-F958-44F4-9C03-61E2D7B5F108}" srcOrd="0" destOrd="0" parTransId="{253697BC-E26F-49A9-A9C0-93CD4C13EC23}" sibTransId="{28A0699E-3B0E-4F55-B26E-439AE08410C3}"/>
    <dgm:cxn modelId="{3F3E01AE-3596-4377-8C84-DDE8DF541130}" type="presOf" srcId="{56841C89-7229-4DFF-A3E6-B66B607E6CD5}" destId="{B10D6154-3513-4CA4-863A-38CFE5D61A09}" srcOrd="0" destOrd="2" presId="urn:microsoft.com/office/officeart/2005/8/layout/vProcess5"/>
    <dgm:cxn modelId="{91C57FC4-8D8F-40C9-AF2C-62F5C6E958CF}" srcId="{6B5F6D74-F639-4965-866C-CA3E0BB7F532}" destId="{73AD2564-D5BE-42E9-AC18-55B13960B3C8}" srcOrd="0" destOrd="0" parTransId="{DA1A6914-9307-4FDA-A851-679E7CC1931A}" sibTransId="{B113A47B-9F24-45F4-9442-144BFA9F811F}"/>
    <dgm:cxn modelId="{E6FE8DE2-6477-4E3C-8ECA-D5ADC2626699}" type="presOf" srcId="{73AD2564-D5BE-42E9-AC18-55B13960B3C8}" destId="{B10D6154-3513-4CA4-863A-38CFE5D61A09}" srcOrd="0" destOrd="0" presId="urn:microsoft.com/office/officeart/2005/8/layout/vProcess5"/>
    <dgm:cxn modelId="{3669C4E5-7C0D-4994-BEBB-311E318C9451}" type="presOf" srcId="{E5E223B4-1106-41B7-9749-72B3C5856E05}" destId="{B10D6154-3513-4CA4-863A-38CFE5D61A09}" srcOrd="0" destOrd="3" presId="urn:microsoft.com/office/officeart/2005/8/layout/vProcess5"/>
    <dgm:cxn modelId="{2388AE1F-F0F0-478C-8104-B65704B5031F}" type="presParOf" srcId="{269F6214-A364-4FDE-88F7-AD0BAEFAC50E}" destId="{E8A277FB-3CCA-4896-BEC0-727A834D5CB1}" srcOrd="0" destOrd="0" presId="urn:microsoft.com/office/officeart/2005/8/layout/vProcess5"/>
    <dgm:cxn modelId="{26BD67AB-EE7D-43D6-A38A-0EAF30E2ADA7}" type="presParOf" srcId="{269F6214-A364-4FDE-88F7-AD0BAEFAC50E}" destId="{B10D6154-3513-4CA4-863A-38CFE5D61A09}"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6019C8-D0F2-4A75-8CE3-81C3AFF947C6}"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CBD32982-DBCC-457D-872E-9D76EF0D9FFE}">
      <dgm:prSet/>
      <dgm:spPr/>
      <dgm:t>
        <a:bodyPr/>
        <a:lstStyle/>
        <a:p>
          <a:r>
            <a:rPr lang="es-ES" b="1"/>
            <a:t>En Linux, </a:t>
          </a:r>
          <a:r>
            <a:rPr lang="es-ES"/>
            <a:t>puedes utilizar el comando "netstat" para mostrar información sobre las conexiones de red activas. Sigue estos pasos para hacerlo:</a:t>
          </a:r>
          <a:endParaRPr lang="en-US"/>
        </a:p>
      </dgm:t>
    </dgm:pt>
    <dgm:pt modelId="{FB9767BD-8A01-4546-9F1A-9B8505D42383}" type="parTrans" cxnId="{F4FFC269-424E-4BB2-ADEF-E5B2203589EA}">
      <dgm:prSet/>
      <dgm:spPr/>
      <dgm:t>
        <a:bodyPr/>
        <a:lstStyle/>
        <a:p>
          <a:endParaRPr lang="en-US"/>
        </a:p>
      </dgm:t>
    </dgm:pt>
    <dgm:pt modelId="{7644CC6B-D74B-4F6C-807D-E0D5C87A5C1F}" type="sibTrans" cxnId="{F4FFC269-424E-4BB2-ADEF-E5B2203589EA}">
      <dgm:prSet/>
      <dgm:spPr/>
      <dgm:t>
        <a:bodyPr/>
        <a:lstStyle/>
        <a:p>
          <a:endParaRPr lang="en-US"/>
        </a:p>
      </dgm:t>
    </dgm:pt>
    <dgm:pt modelId="{4A6C8914-B403-42BA-BC91-B48F246A0575}">
      <dgm:prSet/>
      <dgm:spPr/>
      <dgm:t>
        <a:bodyPr/>
        <a:lstStyle/>
        <a:p>
          <a:r>
            <a:rPr lang="es-ES"/>
            <a:t>Abre la terminal en Linux. Puedes hacerlo buscando "Terminal" en el menú de aplicaciones o utilizando el atajo de teclado Ctrl+Alt+T.</a:t>
          </a:r>
          <a:endParaRPr lang="en-US"/>
        </a:p>
      </dgm:t>
    </dgm:pt>
    <dgm:pt modelId="{14E14E21-7D62-4302-8140-DA12FE61EDD0}" type="parTrans" cxnId="{7FF9A12D-C216-4C36-AA54-2117086300CC}">
      <dgm:prSet/>
      <dgm:spPr/>
      <dgm:t>
        <a:bodyPr/>
        <a:lstStyle/>
        <a:p>
          <a:endParaRPr lang="en-US"/>
        </a:p>
      </dgm:t>
    </dgm:pt>
    <dgm:pt modelId="{42A1C2E4-42ED-4C34-B5F6-D4CD7D5ADAB9}" type="sibTrans" cxnId="{7FF9A12D-C216-4C36-AA54-2117086300CC}">
      <dgm:prSet/>
      <dgm:spPr/>
      <dgm:t>
        <a:bodyPr/>
        <a:lstStyle/>
        <a:p>
          <a:endParaRPr lang="en-US"/>
        </a:p>
      </dgm:t>
    </dgm:pt>
    <dgm:pt modelId="{9B4ED2F6-EB73-4ED6-9587-51C3B3F71EFB}">
      <dgm:prSet/>
      <dgm:spPr/>
      <dgm:t>
        <a:bodyPr/>
        <a:lstStyle/>
        <a:p>
          <a:r>
            <a:rPr lang="es-ES"/>
            <a:t>Una vez en la terminal, escribe "netstat" y presiona Enter. Esto mostrará una lista de conexiones de red activas en tu computadora, junto con información sobre el estado de la conexión, el puerto utilizado, la dirección IP remota y local, entre otros datos.</a:t>
          </a:r>
          <a:endParaRPr lang="en-US"/>
        </a:p>
      </dgm:t>
    </dgm:pt>
    <dgm:pt modelId="{F38F2A85-91FF-4584-9016-7A0612982923}" type="parTrans" cxnId="{5A37C558-F775-44BB-B112-1EBAE1529A6A}">
      <dgm:prSet/>
      <dgm:spPr/>
      <dgm:t>
        <a:bodyPr/>
        <a:lstStyle/>
        <a:p>
          <a:endParaRPr lang="en-US"/>
        </a:p>
      </dgm:t>
    </dgm:pt>
    <dgm:pt modelId="{223AED28-DC63-4AC5-9F37-98CA1EB2C343}" type="sibTrans" cxnId="{5A37C558-F775-44BB-B112-1EBAE1529A6A}">
      <dgm:prSet/>
      <dgm:spPr/>
      <dgm:t>
        <a:bodyPr/>
        <a:lstStyle/>
        <a:p>
          <a:endParaRPr lang="en-US"/>
        </a:p>
      </dgm:t>
    </dgm:pt>
    <dgm:pt modelId="{306228B5-F989-48E7-8F06-C4696CB819D9}">
      <dgm:prSet/>
      <dgm:spPr/>
      <dgm:t>
        <a:bodyPr/>
        <a:lstStyle/>
        <a:p>
          <a:r>
            <a:rPr lang="es-ES"/>
            <a:t>Si deseas ver solo las conexiones activas en un momento determinado, escribe "netstat -a" y presiona Enter. Esto mostrará una lista de conexiones activas y escuchando en todos los puertos.</a:t>
          </a:r>
          <a:endParaRPr lang="en-US"/>
        </a:p>
      </dgm:t>
    </dgm:pt>
    <dgm:pt modelId="{3FA4C051-8EAE-49C6-B6ED-72BEAED3FF09}" type="parTrans" cxnId="{4CDF1428-40C1-4752-86E4-CF3F6BB1A11F}">
      <dgm:prSet/>
      <dgm:spPr/>
      <dgm:t>
        <a:bodyPr/>
        <a:lstStyle/>
        <a:p>
          <a:endParaRPr lang="en-US"/>
        </a:p>
      </dgm:t>
    </dgm:pt>
    <dgm:pt modelId="{803F5FEC-9501-4853-A9DA-8620170AE063}" type="sibTrans" cxnId="{4CDF1428-40C1-4752-86E4-CF3F6BB1A11F}">
      <dgm:prSet/>
      <dgm:spPr/>
      <dgm:t>
        <a:bodyPr/>
        <a:lstStyle/>
        <a:p>
          <a:endParaRPr lang="en-US"/>
        </a:p>
      </dgm:t>
    </dgm:pt>
    <dgm:pt modelId="{95235AD7-CA57-43F2-98C3-77BA1B28BABB}">
      <dgm:prSet/>
      <dgm:spPr/>
      <dgm:t>
        <a:bodyPr/>
        <a:lstStyle/>
        <a:p>
          <a:r>
            <a:rPr lang="es-ES"/>
            <a:t>Si deseas ver las conexiones que están utilizando un puerto específico, escribe "netstat -an | grep &lt;numero de puerto&gt;" y presiona Enter. Esto mostrará una lista de conexiones que utilizan el número de puerto especificado.</a:t>
          </a:r>
          <a:endParaRPr lang="en-US"/>
        </a:p>
      </dgm:t>
    </dgm:pt>
    <dgm:pt modelId="{35916B21-2B35-46FC-AA38-42F36C15FCA0}" type="parTrans" cxnId="{E3452DB4-C0C7-4255-AF0B-FCFD05C99A54}">
      <dgm:prSet/>
      <dgm:spPr/>
      <dgm:t>
        <a:bodyPr/>
        <a:lstStyle/>
        <a:p>
          <a:endParaRPr lang="en-US"/>
        </a:p>
      </dgm:t>
    </dgm:pt>
    <dgm:pt modelId="{E7250FC3-2C37-484C-9E1A-2775844F6A3A}" type="sibTrans" cxnId="{E3452DB4-C0C7-4255-AF0B-FCFD05C99A54}">
      <dgm:prSet/>
      <dgm:spPr/>
      <dgm:t>
        <a:bodyPr/>
        <a:lstStyle/>
        <a:p>
          <a:endParaRPr lang="en-US"/>
        </a:p>
      </dgm:t>
    </dgm:pt>
    <dgm:pt modelId="{824173AF-91A8-4A48-BF54-43ECAA38DB1C}" type="pres">
      <dgm:prSet presAssocID="{B56019C8-D0F2-4A75-8CE3-81C3AFF947C6}" presName="outerComposite" presStyleCnt="0">
        <dgm:presLayoutVars>
          <dgm:chMax val="5"/>
          <dgm:dir/>
          <dgm:resizeHandles val="exact"/>
        </dgm:presLayoutVars>
      </dgm:prSet>
      <dgm:spPr/>
    </dgm:pt>
    <dgm:pt modelId="{17E6F3F8-D6C2-4875-9FE3-CD4648D60D31}" type="pres">
      <dgm:prSet presAssocID="{B56019C8-D0F2-4A75-8CE3-81C3AFF947C6}" presName="dummyMaxCanvas" presStyleCnt="0">
        <dgm:presLayoutVars/>
      </dgm:prSet>
      <dgm:spPr/>
    </dgm:pt>
    <dgm:pt modelId="{E465B686-15CD-4061-9C8F-6C3C1C839800}" type="pres">
      <dgm:prSet presAssocID="{B56019C8-D0F2-4A75-8CE3-81C3AFF947C6}" presName="FiveNodes_1" presStyleLbl="node1" presStyleIdx="0" presStyleCnt="5">
        <dgm:presLayoutVars>
          <dgm:bulletEnabled val="1"/>
        </dgm:presLayoutVars>
      </dgm:prSet>
      <dgm:spPr/>
    </dgm:pt>
    <dgm:pt modelId="{31C351B8-3320-46DE-B1CB-7D9434DCCBE7}" type="pres">
      <dgm:prSet presAssocID="{B56019C8-D0F2-4A75-8CE3-81C3AFF947C6}" presName="FiveNodes_2" presStyleLbl="node1" presStyleIdx="1" presStyleCnt="5">
        <dgm:presLayoutVars>
          <dgm:bulletEnabled val="1"/>
        </dgm:presLayoutVars>
      </dgm:prSet>
      <dgm:spPr/>
    </dgm:pt>
    <dgm:pt modelId="{6FB4923B-7747-4BFA-B8FE-7C1A6E092108}" type="pres">
      <dgm:prSet presAssocID="{B56019C8-D0F2-4A75-8CE3-81C3AFF947C6}" presName="FiveNodes_3" presStyleLbl="node1" presStyleIdx="2" presStyleCnt="5">
        <dgm:presLayoutVars>
          <dgm:bulletEnabled val="1"/>
        </dgm:presLayoutVars>
      </dgm:prSet>
      <dgm:spPr/>
    </dgm:pt>
    <dgm:pt modelId="{27B9716A-B432-4C99-B6E7-6E2BEB879284}" type="pres">
      <dgm:prSet presAssocID="{B56019C8-D0F2-4A75-8CE3-81C3AFF947C6}" presName="FiveNodes_4" presStyleLbl="node1" presStyleIdx="3" presStyleCnt="5">
        <dgm:presLayoutVars>
          <dgm:bulletEnabled val="1"/>
        </dgm:presLayoutVars>
      </dgm:prSet>
      <dgm:spPr/>
    </dgm:pt>
    <dgm:pt modelId="{B89F3C2F-F395-4957-BD4E-66CA9A0AF365}" type="pres">
      <dgm:prSet presAssocID="{B56019C8-D0F2-4A75-8CE3-81C3AFF947C6}" presName="FiveNodes_5" presStyleLbl="node1" presStyleIdx="4" presStyleCnt="5">
        <dgm:presLayoutVars>
          <dgm:bulletEnabled val="1"/>
        </dgm:presLayoutVars>
      </dgm:prSet>
      <dgm:spPr/>
    </dgm:pt>
    <dgm:pt modelId="{B8C6E9FA-684F-4DB2-AB9A-65B99C0AAC54}" type="pres">
      <dgm:prSet presAssocID="{B56019C8-D0F2-4A75-8CE3-81C3AFF947C6}" presName="FiveConn_1-2" presStyleLbl="fgAccFollowNode1" presStyleIdx="0" presStyleCnt="4">
        <dgm:presLayoutVars>
          <dgm:bulletEnabled val="1"/>
        </dgm:presLayoutVars>
      </dgm:prSet>
      <dgm:spPr/>
    </dgm:pt>
    <dgm:pt modelId="{3666DC01-B005-4247-B0E5-24BC43A9AF78}" type="pres">
      <dgm:prSet presAssocID="{B56019C8-D0F2-4A75-8CE3-81C3AFF947C6}" presName="FiveConn_2-3" presStyleLbl="fgAccFollowNode1" presStyleIdx="1" presStyleCnt="4">
        <dgm:presLayoutVars>
          <dgm:bulletEnabled val="1"/>
        </dgm:presLayoutVars>
      </dgm:prSet>
      <dgm:spPr/>
    </dgm:pt>
    <dgm:pt modelId="{6B3BCE89-D832-458A-AEBD-36B9BE9E7912}" type="pres">
      <dgm:prSet presAssocID="{B56019C8-D0F2-4A75-8CE3-81C3AFF947C6}" presName="FiveConn_3-4" presStyleLbl="fgAccFollowNode1" presStyleIdx="2" presStyleCnt="4">
        <dgm:presLayoutVars>
          <dgm:bulletEnabled val="1"/>
        </dgm:presLayoutVars>
      </dgm:prSet>
      <dgm:spPr/>
    </dgm:pt>
    <dgm:pt modelId="{944B04E8-6E46-499E-8FAE-273A012CF051}" type="pres">
      <dgm:prSet presAssocID="{B56019C8-D0F2-4A75-8CE3-81C3AFF947C6}" presName="FiveConn_4-5" presStyleLbl="fgAccFollowNode1" presStyleIdx="3" presStyleCnt="4">
        <dgm:presLayoutVars>
          <dgm:bulletEnabled val="1"/>
        </dgm:presLayoutVars>
      </dgm:prSet>
      <dgm:spPr/>
    </dgm:pt>
    <dgm:pt modelId="{F851B1FF-44B5-45E0-840E-474B945FE3B1}" type="pres">
      <dgm:prSet presAssocID="{B56019C8-D0F2-4A75-8CE3-81C3AFF947C6}" presName="FiveNodes_1_text" presStyleLbl="node1" presStyleIdx="4" presStyleCnt="5">
        <dgm:presLayoutVars>
          <dgm:bulletEnabled val="1"/>
        </dgm:presLayoutVars>
      </dgm:prSet>
      <dgm:spPr/>
    </dgm:pt>
    <dgm:pt modelId="{91C98164-8FCD-4DBD-99D9-EC5B56DD4B05}" type="pres">
      <dgm:prSet presAssocID="{B56019C8-D0F2-4A75-8CE3-81C3AFF947C6}" presName="FiveNodes_2_text" presStyleLbl="node1" presStyleIdx="4" presStyleCnt="5">
        <dgm:presLayoutVars>
          <dgm:bulletEnabled val="1"/>
        </dgm:presLayoutVars>
      </dgm:prSet>
      <dgm:spPr/>
    </dgm:pt>
    <dgm:pt modelId="{2E9CE7E3-DCAB-444F-A809-EBC75E3CB4FE}" type="pres">
      <dgm:prSet presAssocID="{B56019C8-D0F2-4A75-8CE3-81C3AFF947C6}" presName="FiveNodes_3_text" presStyleLbl="node1" presStyleIdx="4" presStyleCnt="5">
        <dgm:presLayoutVars>
          <dgm:bulletEnabled val="1"/>
        </dgm:presLayoutVars>
      </dgm:prSet>
      <dgm:spPr/>
    </dgm:pt>
    <dgm:pt modelId="{9473667A-B715-42C7-84AD-261690102102}" type="pres">
      <dgm:prSet presAssocID="{B56019C8-D0F2-4A75-8CE3-81C3AFF947C6}" presName="FiveNodes_4_text" presStyleLbl="node1" presStyleIdx="4" presStyleCnt="5">
        <dgm:presLayoutVars>
          <dgm:bulletEnabled val="1"/>
        </dgm:presLayoutVars>
      </dgm:prSet>
      <dgm:spPr/>
    </dgm:pt>
    <dgm:pt modelId="{3DFA336D-6470-4564-AE69-828BCBBBEBDF}" type="pres">
      <dgm:prSet presAssocID="{B56019C8-D0F2-4A75-8CE3-81C3AFF947C6}" presName="FiveNodes_5_text" presStyleLbl="node1" presStyleIdx="4" presStyleCnt="5">
        <dgm:presLayoutVars>
          <dgm:bulletEnabled val="1"/>
        </dgm:presLayoutVars>
      </dgm:prSet>
      <dgm:spPr/>
    </dgm:pt>
  </dgm:ptLst>
  <dgm:cxnLst>
    <dgm:cxn modelId="{5036B901-00EB-4472-9111-C3129B956240}" type="presOf" srcId="{B56019C8-D0F2-4A75-8CE3-81C3AFF947C6}" destId="{824173AF-91A8-4A48-BF54-43ECAA38DB1C}" srcOrd="0" destOrd="0" presId="urn:microsoft.com/office/officeart/2005/8/layout/vProcess5"/>
    <dgm:cxn modelId="{B726A904-5342-4185-BC29-95D2EAF3769E}" type="presOf" srcId="{95235AD7-CA57-43F2-98C3-77BA1B28BABB}" destId="{B89F3C2F-F395-4957-BD4E-66CA9A0AF365}" srcOrd="0" destOrd="0" presId="urn:microsoft.com/office/officeart/2005/8/layout/vProcess5"/>
    <dgm:cxn modelId="{83C5C217-D7D5-4769-AA2D-461C8A1D0FE1}" type="presOf" srcId="{306228B5-F989-48E7-8F06-C4696CB819D9}" destId="{9473667A-B715-42C7-84AD-261690102102}" srcOrd="1" destOrd="0" presId="urn:microsoft.com/office/officeart/2005/8/layout/vProcess5"/>
    <dgm:cxn modelId="{C7068A18-AC27-43E3-8716-64036DF248A8}" type="presOf" srcId="{CBD32982-DBCC-457D-872E-9D76EF0D9FFE}" destId="{F851B1FF-44B5-45E0-840E-474B945FE3B1}" srcOrd="1" destOrd="0" presId="urn:microsoft.com/office/officeart/2005/8/layout/vProcess5"/>
    <dgm:cxn modelId="{4CDF1428-40C1-4752-86E4-CF3F6BB1A11F}" srcId="{B56019C8-D0F2-4A75-8CE3-81C3AFF947C6}" destId="{306228B5-F989-48E7-8F06-C4696CB819D9}" srcOrd="3" destOrd="0" parTransId="{3FA4C051-8EAE-49C6-B6ED-72BEAED3FF09}" sibTransId="{803F5FEC-9501-4853-A9DA-8620170AE063}"/>
    <dgm:cxn modelId="{7FF9A12D-C216-4C36-AA54-2117086300CC}" srcId="{B56019C8-D0F2-4A75-8CE3-81C3AFF947C6}" destId="{4A6C8914-B403-42BA-BC91-B48F246A0575}" srcOrd="1" destOrd="0" parTransId="{14E14E21-7D62-4302-8140-DA12FE61EDD0}" sibTransId="{42A1C2E4-42ED-4C34-B5F6-D4CD7D5ADAB9}"/>
    <dgm:cxn modelId="{0779455B-1E6B-4FEF-86F3-44FE9ED021AC}" type="presOf" srcId="{7644CC6B-D74B-4F6C-807D-E0D5C87A5C1F}" destId="{B8C6E9FA-684F-4DB2-AB9A-65B99C0AAC54}" srcOrd="0" destOrd="0" presId="urn:microsoft.com/office/officeart/2005/8/layout/vProcess5"/>
    <dgm:cxn modelId="{1DF15060-A6FD-4921-81D5-7075AEF00CD7}" type="presOf" srcId="{4A6C8914-B403-42BA-BC91-B48F246A0575}" destId="{31C351B8-3320-46DE-B1CB-7D9434DCCBE7}" srcOrd="0" destOrd="0" presId="urn:microsoft.com/office/officeart/2005/8/layout/vProcess5"/>
    <dgm:cxn modelId="{F4FFC269-424E-4BB2-ADEF-E5B2203589EA}" srcId="{B56019C8-D0F2-4A75-8CE3-81C3AFF947C6}" destId="{CBD32982-DBCC-457D-872E-9D76EF0D9FFE}" srcOrd="0" destOrd="0" parTransId="{FB9767BD-8A01-4546-9F1A-9B8505D42383}" sibTransId="{7644CC6B-D74B-4F6C-807D-E0D5C87A5C1F}"/>
    <dgm:cxn modelId="{512F796A-ECFC-4A1D-A4B2-509B64F23D11}" type="presOf" srcId="{42A1C2E4-42ED-4C34-B5F6-D4CD7D5ADAB9}" destId="{3666DC01-B005-4247-B0E5-24BC43A9AF78}" srcOrd="0" destOrd="0" presId="urn:microsoft.com/office/officeart/2005/8/layout/vProcess5"/>
    <dgm:cxn modelId="{E199C874-6FF3-4850-B292-B4BDD5884F65}" type="presOf" srcId="{9B4ED2F6-EB73-4ED6-9587-51C3B3F71EFB}" destId="{6FB4923B-7747-4BFA-B8FE-7C1A6E092108}" srcOrd="0" destOrd="0" presId="urn:microsoft.com/office/officeart/2005/8/layout/vProcess5"/>
    <dgm:cxn modelId="{5A37C558-F775-44BB-B112-1EBAE1529A6A}" srcId="{B56019C8-D0F2-4A75-8CE3-81C3AFF947C6}" destId="{9B4ED2F6-EB73-4ED6-9587-51C3B3F71EFB}" srcOrd="2" destOrd="0" parTransId="{F38F2A85-91FF-4584-9016-7A0612982923}" sibTransId="{223AED28-DC63-4AC5-9F37-98CA1EB2C343}"/>
    <dgm:cxn modelId="{31F7BB8D-75A4-41E9-963E-06437402DC4E}" type="presOf" srcId="{95235AD7-CA57-43F2-98C3-77BA1B28BABB}" destId="{3DFA336D-6470-4564-AE69-828BCBBBEBDF}" srcOrd="1" destOrd="0" presId="urn:microsoft.com/office/officeart/2005/8/layout/vProcess5"/>
    <dgm:cxn modelId="{84620997-09E3-4AD0-9787-45EEA87D3D33}" type="presOf" srcId="{CBD32982-DBCC-457D-872E-9D76EF0D9FFE}" destId="{E465B686-15CD-4061-9C8F-6C3C1C839800}" srcOrd="0" destOrd="0" presId="urn:microsoft.com/office/officeart/2005/8/layout/vProcess5"/>
    <dgm:cxn modelId="{A0601E9F-6489-4994-A820-13C5D1028ACD}" type="presOf" srcId="{223AED28-DC63-4AC5-9F37-98CA1EB2C343}" destId="{6B3BCE89-D832-458A-AEBD-36B9BE9E7912}" srcOrd="0" destOrd="0" presId="urn:microsoft.com/office/officeart/2005/8/layout/vProcess5"/>
    <dgm:cxn modelId="{7C1F54AB-A82F-41F5-B9AB-AE8D00D22110}" type="presOf" srcId="{9B4ED2F6-EB73-4ED6-9587-51C3B3F71EFB}" destId="{2E9CE7E3-DCAB-444F-A809-EBC75E3CB4FE}" srcOrd="1" destOrd="0" presId="urn:microsoft.com/office/officeart/2005/8/layout/vProcess5"/>
    <dgm:cxn modelId="{E3452DB4-C0C7-4255-AF0B-FCFD05C99A54}" srcId="{B56019C8-D0F2-4A75-8CE3-81C3AFF947C6}" destId="{95235AD7-CA57-43F2-98C3-77BA1B28BABB}" srcOrd="4" destOrd="0" parTransId="{35916B21-2B35-46FC-AA38-42F36C15FCA0}" sibTransId="{E7250FC3-2C37-484C-9E1A-2775844F6A3A}"/>
    <dgm:cxn modelId="{A3F40ABB-87F2-4684-B5BD-D1B1653D5634}" type="presOf" srcId="{803F5FEC-9501-4853-A9DA-8620170AE063}" destId="{944B04E8-6E46-499E-8FAE-273A012CF051}" srcOrd="0" destOrd="0" presId="urn:microsoft.com/office/officeart/2005/8/layout/vProcess5"/>
    <dgm:cxn modelId="{045D36DF-6BF4-420A-9888-1FF223EECE69}" type="presOf" srcId="{4A6C8914-B403-42BA-BC91-B48F246A0575}" destId="{91C98164-8FCD-4DBD-99D9-EC5B56DD4B05}" srcOrd="1" destOrd="0" presId="urn:microsoft.com/office/officeart/2005/8/layout/vProcess5"/>
    <dgm:cxn modelId="{04A439F0-45BA-4280-AA07-4976C5DDEDD7}" type="presOf" srcId="{306228B5-F989-48E7-8F06-C4696CB819D9}" destId="{27B9716A-B432-4C99-B6E7-6E2BEB879284}" srcOrd="0" destOrd="0" presId="urn:microsoft.com/office/officeart/2005/8/layout/vProcess5"/>
    <dgm:cxn modelId="{E709516F-F7B6-45F8-A858-15BB80B8F655}" type="presParOf" srcId="{824173AF-91A8-4A48-BF54-43ECAA38DB1C}" destId="{17E6F3F8-D6C2-4875-9FE3-CD4648D60D31}" srcOrd="0" destOrd="0" presId="urn:microsoft.com/office/officeart/2005/8/layout/vProcess5"/>
    <dgm:cxn modelId="{0FADD794-C568-47A0-A47C-3DD8B90B9BAA}" type="presParOf" srcId="{824173AF-91A8-4A48-BF54-43ECAA38DB1C}" destId="{E465B686-15CD-4061-9C8F-6C3C1C839800}" srcOrd="1" destOrd="0" presId="urn:microsoft.com/office/officeart/2005/8/layout/vProcess5"/>
    <dgm:cxn modelId="{36A3DF77-6DCC-4918-8DA6-40543ECD7175}" type="presParOf" srcId="{824173AF-91A8-4A48-BF54-43ECAA38DB1C}" destId="{31C351B8-3320-46DE-B1CB-7D9434DCCBE7}" srcOrd="2" destOrd="0" presId="urn:microsoft.com/office/officeart/2005/8/layout/vProcess5"/>
    <dgm:cxn modelId="{84B9353E-C6F3-4351-BE67-28394C020289}" type="presParOf" srcId="{824173AF-91A8-4A48-BF54-43ECAA38DB1C}" destId="{6FB4923B-7747-4BFA-B8FE-7C1A6E092108}" srcOrd="3" destOrd="0" presId="urn:microsoft.com/office/officeart/2005/8/layout/vProcess5"/>
    <dgm:cxn modelId="{2A07ABA5-662F-4B9D-9561-21D449E6278B}" type="presParOf" srcId="{824173AF-91A8-4A48-BF54-43ECAA38DB1C}" destId="{27B9716A-B432-4C99-B6E7-6E2BEB879284}" srcOrd="4" destOrd="0" presId="urn:microsoft.com/office/officeart/2005/8/layout/vProcess5"/>
    <dgm:cxn modelId="{6E354E58-AB71-4BED-9286-12DDB52ADF6E}" type="presParOf" srcId="{824173AF-91A8-4A48-BF54-43ECAA38DB1C}" destId="{B89F3C2F-F395-4957-BD4E-66CA9A0AF365}" srcOrd="5" destOrd="0" presId="urn:microsoft.com/office/officeart/2005/8/layout/vProcess5"/>
    <dgm:cxn modelId="{F467387A-B437-4C65-8BD4-48C8C9C60F76}" type="presParOf" srcId="{824173AF-91A8-4A48-BF54-43ECAA38DB1C}" destId="{B8C6E9FA-684F-4DB2-AB9A-65B99C0AAC54}" srcOrd="6" destOrd="0" presId="urn:microsoft.com/office/officeart/2005/8/layout/vProcess5"/>
    <dgm:cxn modelId="{0A2308AD-236A-4777-8CFA-F5C8AFFB3B5F}" type="presParOf" srcId="{824173AF-91A8-4A48-BF54-43ECAA38DB1C}" destId="{3666DC01-B005-4247-B0E5-24BC43A9AF78}" srcOrd="7" destOrd="0" presId="urn:microsoft.com/office/officeart/2005/8/layout/vProcess5"/>
    <dgm:cxn modelId="{AEE4D802-E855-433B-A79F-1940E6B0FCAB}" type="presParOf" srcId="{824173AF-91A8-4A48-BF54-43ECAA38DB1C}" destId="{6B3BCE89-D832-458A-AEBD-36B9BE9E7912}" srcOrd="8" destOrd="0" presId="urn:microsoft.com/office/officeart/2005/8/layout/vProcess5"/>
    <dgm:cxn modelId="{BF0900F2-90F7-4C5A-821F-1DD230D2D8BB}" type="presParOf" srcId="{824173AF-91A8-4A48-BF54-43ECAA38DB1C}" destId="{944B04E8-6E46-499E-8FAE-273A012CF051}" srcOrd="9" destOrd="0" presId="urn:microsoft.com/office/officeart/2005/8/layout/vProcess5"/>
    <dgm:cxn modelId="{625CE7E1-D8B1-4B88-B74A-340573CBF635}" type="presParOf" srcId="{824173AF-91A8-4A48-BF54-43ECAA38DB1C}" destId="{F851B1FF-44B5-45E0-840E-474B945FE3B1}" srcOrd="10" destOrd="0" presId="urn:microsoft.com/office/officeart/2005/8/layout/vProcess5"/>
    <dgm:cxn modelId="{AC0962A2-16B7-4E19-AE45-6F4CEEFAC056}" type="presParOf" srcId="{824173AF-91A8-4A48-BF54-43ECAA38DB1C}" destId="{91C98164-8FCD-4DBD-99D9-EC5B56DD4B05}" srcOrd="11" destOrd="0" presId="urn:microsoft.com/office/officeart/2005/8/layout/vProcess5"/>
    <dgm:cxn modelId="{7A017C54-EECB-40AA-AA17-E6B626DF50F3}" type="presParOf" srcId="{824173AF-91A8-4A48-BF54-43ECAA38DB1C}" destId="{2E9CE7E3-DCAB-444F-A809-EBC75E3CB4FE}" srcOrd="12" destOrd="0" presId="urn:microsoft.com/office/officeart/2005/8/layout/vProcess5"/>
    <dgm:cxn modelId="{E508C51E-27DC-449F-871D-19FC81A78927}" type="presParOf" srcId="{824173AF-91A8-4A48-BF54-43ECAA38DB1C}" destId="{9473667A-B715-42C7-84AD-261690102102}" srcOrd="13" destOrd="0" presId="urn:microsoft.com/office/officeart/2005/8/layout/vProcess5"/>
    <dgm:cxn modelId="{3AB25A2B-099F-4A61-9E23-B7CBE115BEF0}" type="presParOf" srcId="{824173AF-91A8-4A48-BF54-43ECAA38DB1C}" destId="{3DFA336D-6470-4564-AE69-828BCBBBEBDF}"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0D6154-3513-4CA4-863A-38CFE5D61A09}">
      <dsp:nvSpPr>
        <dsp:cNvPr id="0" name=""/>
        <dsp:cNvSpPr/>
      </dsp:nvSpPr>
      <dsp:spPr>
        <a:xfrm>
          <a:off x="0" y="2499013"/>
          <a:ext cx="21696218" cy="499802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0030" tIns="240030" rIns="240030" bIns="240030" numCol="1" spcCol="1270" anchor="t" anchorCtr="0">
          <a:noAutofit/>
        </a:bodyPr>
        <a:lstStyle/>
        <a:p>
          <a:pPr marL="0" lvl="0" indent="0" algn="l" defTabSz="2800350">
            <a:lnSpc>
              <a:spcPct val="90000"/>
            </a:lnSpc>
            <a:spcBef>
              <a:spcPct val="0"/>
            </a:spcBef>
            <a:spcAft>
              <a:spcPct val="35000"/>
            </a:spcAft>
            <a:buNone/>
          </a:pPr>
          <a:r>
            <a:rPr lang="es-ES" sz="6300" kern="1200"/>
            <a:t>INDICE</a:t>
          </a:r>
          <a:endParaRPr lang="en-US" sz="6300" kern="1200"/>
        </a:p>
        <a:p>
          <a:pPr marL="285750" lvl="1" indent="-285750" algn="l" defTabSz="2178050">
            <a:lnSpc>
              <a:spcPct val="90000"/>
            </a:lnSpc>
            <a:spcBef>
              <a:spcPct val="0"/>
            </a:spcBef>
            <a:spcAft>
              <a:spcPct val="15000"/>
            </a:spcAft>
            <a:buChar char="•"/>
          </a:pPr>
          <a:r>
            <a:rPr lang="es-ES" sz="4900" kern="1200" dirty="0"/>
            <a:t>Primera parte: Que es una vulnerabilidad, quienes son los que nos atacan y porque lo hacen. </a:t>
          </a:r>
          <a:endParaRPr lang="en-US" sz="4900" kern="1200" dirty="0"/>
        </a:p>
        <a:p>
          <a:pPr marL="285750" lvl="1" indent="-285750" algn="l" defTabSz="2178050">
            <a:lnSpc>
              <a:spcPct val="90000"/>
            </a:lnSpc>
            <a:spcBef>
              <a:spcPct val="0"/>
            </a:spcBef>
            <a:spcAft>
              <a:spcPct val="15000"/>
            </a:spcAft>
            <a:buChar char="•"/>
          </a:pPr>
          <a:r>
            <a:rPr lang="es-ES" sz="4900" kern="1200"/>
            <a:t>Segunda parte: Como actúan los ciberdelincuentes.</a:t>
          </a:r>
          <a:endParaRPr lang="en-US" sz="4900" kern="1200"/>
        </a:p>
        <a:p>
          <a:pPr marL="285750" lvl="1" indent="-285750" algn="l" defTabSz="2178050">
            <a:lnSpc>
              <a:spcPct val="90000"/>
            </a:lnSpc>
            <a:spcBef>
              <a:spcPct val="0"/>
            </a:spcBef>
            <a:spcAft>
              <a:spcPct val="15000"/>
            </a:spcAft>
            <a:buChar char="•"/>
          </a:pPr>
          <a:r>
            <a:rPr lang="es-ES" sz="4900" kern="1200"/>
            <a:t>Tercera parte: Como podemos protegernos.</a:t>
          </a:r>
          <a:endParaRPr lang="en-US" sz="4900" kern="1200"/>
        </a:p>
      </dsp:txBody>
      <dsp:txXfrm>
        <a:off x="146387" y="2645400"/>
        <a:ext cx="21403444" cy="47052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65B686-15CD-4061-9C8F-6C3C1C839800}">
      <dsp:nvSpPr>
        <dsp:cNvPr id="0" name=""/>
        <dsp:cNvSpPr/>
      </dsp:nvSpPr>
      <dsp:spPr>
        <a:xfrm>
          <a:off x="0" y="0"/>
          <a:ext cx="18182654" cy="123252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ES" sz="2300" b="1" kern="1200"/>
            <a:t>En Linux, </a:t>
          </a:r>
          <a:r>
            <a:rPr lang="es-ES" sz="2300" kern="1200"/>
            <a:t>puedes utilizar el comando "netstat" para mostrar información sobre las conexiones de red activas. Sigue estos pasos para hacerlo:</a:t>
          </a:r>
          <a:endParaRPr lang="en-US" sz="2300" kern="1200"/>
        </a:p>
      </dsp:txBody>
      <dsp:txXfrm>
        <a:off x="36099" y="36099"/>
        <a:ext cx="16708457" cy="1160328"/>
      </dsp:txXfrm>
    </dsp:sp>
    <dsp:sp modelId="{31C351B8-3320-46DE-B1CB-7D9434DCCBE7}">
      <dsp:nvSpPr>
        <dsp:cNvPr id="0" name=""/>
        <dsp:cNvSpPr/>
      </dsp:nvSpPr>
      <dsp:spPr>
        <a:xfrm>
          <a:off x="1357795" y="1403710"/>
          <a:ext cx="18182654" cy="123252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ES" sz="2300" kern="1200"/>
            <a:t>Abre la terminal en Linux. Puedes hacerlo buscando "Terminal" en el menú de aplicaciones o utilizando el atajo de teclado Ctrl+Alt+T.</a:t>
          </a:r>
          <a:endParaRPr lang="en-US" sz="2300" kern="1200"/>
        </a:p>
      </dsp:txBody>
      <dsp:txXfrm>
        <a:off x="1393894" y="1439809"/>
        <a:ext cx="15951518" cy="1160328"/>
      </dsp:txXfrm>
    </dsp:sp>
    <dsp:sp modelId="{6FB4923B-7747-4BFA-B8FE-7C1A6E092108}">
      <dsp:nvSpPr>
        <dsp:cNvPr id="0" name=""/>
        <dsp:cNvSpPr/>
      </dsp:nvSpPr>
      <dsp:spPr>
        <a:xfrm>
          <a:off x="2715591" y="2807420"/>
          <a:ext cx="18182654" cy="123252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ES" sz="2300" kern="1200"/>
            <a:t>Una vez en la terminal, escribe "netstat" y presiona Enter. Esto mostrará una lista de conexiones de red activas en tu computadora, junto con información sobre el estado de la conexión, el puerto utilizado, la dirección IP remota y local, entre otros datos.</a:t>
          </a:r>
          <a:endParaRPr lang="en-US" sz="2300" kern="1200"/>
        </a:p>
      </dsp:txBody>
      <dsp:txXfrm>
        <a:off x="2751690" y="2843519"/>
        <a:ext cx="15951518" cy="1160328"/>
      </dsp:txXfrm>
    </dsp:sp>
    <dsp:sp modelId="{27B9716A-B432-4C99-B6E7-6E2BEB879284}">
      <dsp:nvSpPr>
        <dsp:cNvPr id="0" name=""/>
        <dsp:cNvSpPr/>
      </dsp:nvSpPr>
      <dsp:spPr>
        <a:xfrm>
          <a:off x="4073386" y="4211131"/>
          <a:ext cx="18182654" cy="123252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ES" sz="2300" kern="1200"/>
            <a:t>Si deseas ver solo las conexiones activas en un momento determinado, escribe "netstat -a" y presiona Enter. Esto mostrará una lista de conexiones activas y escuchando en todos los puertos.</a:t>
          </a:r>
          <a:endParaRPr lang="en-US" sz="2300" kern="1200"/>
        </a:p>
      </dsp:txBody>
      <dsp:txXfrm>
        <a:off x="4109485" y="4247230"/>
        <a:ext cx="15951518" cy="1160328"/>
      </dsp:txXfrm>
    </dsp:sp>
    <dsp:sp modelId="{B89F3C2F-F395-4957-BD4E-66CA9A0AF365}">
      <dsp:nvSpPr>
        <dsp:cNvPr id="0" name=""/>
        <dsp:cNvSpPr/>
      </dsp:nvSpPr>
      <dsp:spPr>
        <a:xfrm>
          <a:off x="5431182" y="5614841"/>
          <a:ext cx="18182654" cy="123252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ES" sz="2300" kern="1200"/>
            <a:t>Si deseas ver las conexiones que están utilizando un puerto específico, escribe "netstat -an | grep &lt;numero de puerto&gt;" y presiona Enter. Esto mostrará una lista de conexiones que utilizan el número de puerto especificado.</a:t>
          </a:r>
          <a:endParaRPr lang="en-US" sz="2300" kern="1200"/>
        </a:p>
      </dsp:txBody>
      <dsp:txXfrm>
        <a:off x="5467281" y="5650940"/>
        <a:ext cx="15951518" cy="1160328"/>
      </dsp:txXfrm>
    </dsp:sp>
    <dsp:sp modelId="{B8C6E9FA-684F-4DB2-AB9A-65B99C0AAC54}">
      <dsp:nvSpPr>
        <dsp:cNvPr id="0" name=""/>
        <dsp:cNvSpPr/>
      </dsp:nvSpPr>
      <dsp:spPr>
        <a:xfrm>
          <a:off x="17381512" y="900428"/>
          <a:ext cx="801142" cy="801142"/>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7561769" y="900428"/>
        <a:ext cx="440628" cy="602859"/>
      </dsp:txXfrm>
    </dsp:sp>
    <dsp:sp modelId="{3666DC01-B005-4247-B0E5-24BC43A9AF78}">
      <dsp:nvSpPr>
        <dsp:cNvPr id="0" name=""/>
        <dsp:cNvSpPr/>
      </dsp:nvSpPr>
      <dsp:spPr>
        <a:xfrm>
          <a:off x="18739308" y="2304139"/>
          <a:ext cx="801142" cy="801142"/>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8919565" y="2304139"/>
        <a:ext cx="440628" cy="602859"/>
      </dsp:txXfrm>
    </dsp:sp>
    <dsp:sp modelId="{6B3BCE89-D832-458A-AEBD-36B9BE9E7912}">
      <dsp:nvSpPr>
        <dsp:cNvPr id="0" name=""/>
        <dsp:cNvSpPr/>
      </dsp:nvSpPr>
      <dsp:spPr>
        <a:xfrm>
          <a:off x="20097103" y="3687307"/>
          <a:ext cx="801142" cy="801142"/>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20277360" y="3687307"/>
        <a:ext cx="440628" cy="602859"/>
      </dsp:txXfrm>
    </dsp:sp>
    <dsp:sp modelId="{944B04E8-6E46-499E-8FAE-273A012CF051}">
      <dsp:nvSpPr>
        <dsp:cNvPr id="0" name=""/>
        <dsp:cNvSpPr/>
      </dsp:nvSpPr>
      <dsp:spPr>
        <a:xfrm>
          <a:off x="21454899" y="5104712"/>
          <a:ext cx="801142" cy="801142"/>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21635156" y="5104712"/>
        <a:ext cx="440628" cy="60285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6" name="Shape 346"/>
          <p:cNvSpPr>
            <a:spLocks noGrp="1" noRot="1" noChangeAspect="1"/>
          </p:cNvSpPr>
          <p:nvPr>
            <p:ph type="sldImg"/>
          </p:nvPr>
        </p:nvSpPr>
        <p:spPr>
          <a:xfrm>
            <a:off x="1143000" y="685800"/>
            <a:ext cx="4572000" cy="3429000"/>
          </a:xfrm>
          <a:prstGeom prst="rect">
            <a:avLst/>
          </a:prstGeom>
        </p:spPr>
        <p:txBody>
          <a:bodyPr/>
          <a:lstStyle/>
          <a:p>
            <a:endParaRPr/>
          </a:p>
        </p:txBody>
      </p:sp>
      <p:sp>
        <p:nvSpPr>
          <p:cNvPr id="347" name="Shape 34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4610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997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4304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1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2" name="Google Shape;1122;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Enseñar un poco Windows defender y el firewall de </a:t>
            </a:r>
            <a:r>
              <a:rPr lang="es-ES" dirty="0" err="1"/>
              <a:t>windows</a:t>
            </a:r>
            <a:endParaRPr lang="es-ES" dirty="0"/>
          </a:p>
        </p:txBody>
      </p:sp>
    </p:spTree>
    <p:extLst>
      <p:ext uri="{BB962C8B-B14F-4D97-AF65-F5344CB8AC3E}">
        <p14:creationId xmlns:p14="http://schemas.microsoft.com/office/powerpoint/2010/main" val="209677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DA151-F1F8-9E86-4DEF-CA80CD069853}"/>
              </a:ext>
            </a:extLst>
          </p:cNvPr>
          <p:cNvSpPr>
            <a:spLocks noGrp="1"/>
          </p:cNvSpPr>
          <p:nvPr>
            <p:ph type="ctrTitle"/>
          </p:nvPr>
        </p:nvSpPr>
        <p:spPr>
          <a:xfrm>
            <a:off x="3048000" y="2244726"/>
            <a:ext cx="18288000" cy="4775200"/>
          </a:xfrm>
        </p:spPr>
        <p:txBody>
          <a:bodyPr anchor="b"/>
          <a:lstStyle>
            <a:lvl1pPr algn="ctr">
              <a:defRPr sz="12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9EE4419-F90D-4DB9-7186-F4FC1EE3E718}"/>
              </a:ext>
            </a:extLst>
          </p:cNvPr>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63ADA172-9628-2F51-EDF8-3D3A44A6DE4D}"/>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FDEE6DA8-AC7C-1D92-0740-10CCF07F88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5A26080-CE84-0836-3197-1C47485A02BF}"/>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868887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7D4417-3127-86DA-CC72-089D73D1E95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378392E-04CF-3DBA-C565-F0B8947A32D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1E6AD9E-AAAF-A4A9-07C1-DC9AA555B1BF}"/>
              </a:ext>
            </a:extLst>
          </p:cNvPr>
          <p:cNvSpPr>
            <a:spLocks noGrp="1"/>
          </p:cNvSpPr>
          <p:nvPr>
            <p:ph type="dt" sz="half" idx="10"/>
          </p:nvPr>
        </p:nvSpPr>
        <p:spPr/>
        <p:txBody>
          <a:bodyPr/>
          <a:lstStyle/>
          <a:p>
            <a:fld id="{9CC31C36-5ACE-4987-AE80-0E19C513200A}" type="datetimeFigureOut">
              <a:rPr lang="es-ES" smtClean="0"/>
              <a:t>16/11/2024</a:t>
            </a:fld>
            <a:endParaRPr lang="es-ES"/>
          </a:p>
        </p:txBody>
      </p:sp>
      <p:sp>
        <p:nvSpPr>
          <p:cNvPr id="5" name="Marcador de pie de página 4">
            <a:extLst>
              <a:ext uri="{FF2B5EF4-FFF2-40B4-BE49-F238E27FC236}">
                <a16:creationId xmlns:a16="http://schemas.microsoft.com/office/drawing/2014/main" id="{BA0C3313-8063-6B24-D8D3-A42DC67EA69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E2DE19D-6A31-85DB-FFCD-00A24F1F68D5}"/>
              </a:ext>
            </a:extLst>
          </p:cNvPr>
          <p:cNvSpPr>
            <a:spLocks noGrp="1"/>
          </p:cNvSpPr>
          <p:nvPr>
            <p:ph type="sldNum" sz="quarter" idx="12"/>
          </p:nvPr>
        </p:nvSpPr>
        <p:spPr/>
        <p:txBody>
          <a:bodyPr/>
          <a:lstStyle/>
          <a:p>
            <a:fld id="{F4F7D0BF-A977-4FD1-80FE-B58EDF529A6C}" type="slidenum">
              <a:rPr lang="es-ES" smtClean="0"/>
              <a:t>‹Nº›</a:t>
            </a:fld>
            <a:endParaRPr lang="es-ES"/>
          </a:p>
        </p:txBody>
      </p:sp>
    </p:spTree>
    <p:extLst>
      <p:ext uri="{BB962C8B-B14F-4D97-AF65-F5344CB8AC3E}">
        <p14:creationId xmlns:p14="http://schemas.microsoft.com/office/powerpoint/2010/main" val="3607540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0B7D1-7B02-C0B1-D9DD-20CAA54DBC0B}"/>
              </a:ext>
            </a:extLst>
          </p:cNvPr>
          <p:cNvSpPr>
            <a:spLocks noGrp="1"/>
          </p:cNvSpPr>
          <p:nvPr>
            <p:ph type="title"/>
          </p:nvPr>
        </p:nvSpPr>
        <p:spPr>
          <a:xfrm>
            <a:off x="1663700" y="3419477"/>
            <a:ext cx="21031200" cy="5705474"/>
          </a:xfrm>
        </p:spPr>
        <p:txBody>
          <a:bodyPr anchor="b"/>
          <a:lstStyle>
            <a:lvl1pPr>
              <a:defRPr sz="12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8ABD662-86C0-7816-BA61-E5F072CF202D}"/>
              </a:ext>
            </a:extLst>
          </p:cNvPr>
          <p:cNvSpPr>
            <a:spLocks noGrp="1"/>
          </p:cNvSpPr>
          <p:nvPr>
            <p:ph type="body" idx="1"/>
          </p:nvPr>
        </p:nvSpPr>
        <p:spPr>
          <a:xfrm>
            <a:off x="1663700" y="9178927"/>
            <a:ext cx="21031200"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229D426-1A26-63B5-03DE-60F96DF9104B}"/>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B8F1C54E-4271-2F32-5DCB-2AE27E5DE86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07A1B40-DDD8-A5C5-3133-60F72D17C75B}"/>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774589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140504-6F2B-3D40-8EDD-4ABE960FA88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72BB033-20E6-CEBA-9979-FDC117B58746}"/>
              </a:ext>
            </a:extLst>
          </p:cNvPr>
          <p:cNvSpPr>
            <a:spLocks noGrp="1"/>
          </p:cNvSpPr>
          <p:nvPr>
            <p:ph sz="half" idx="1"/>
          </p:nvPr>
        </p:nvSpPr>
        <p:spPr>
          <a:xfrm>
            <a:off x="1676400" y="3651250"/>
            <a:ext cx="10363200"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4E5FFCF-A66D-1304-0ACF-4F649B340638}"/>
              </a:ext>
            </a:extLst>
          </p:cNvPr>
          <p:cNvSpPr>
            <a:spLocks noGrp="1"/>
          </p:cNvSpPr>
          <p:nvPr>
            <p:ph sz="half" idx="2"/>
          </p:nvPr>
        </p:nvSpPr>
        <p:spPr>
          <a:xfrm>
            <a:off x="12344400" y="3651250"/>
            <a:ext cx="10363200"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355B6EE-266B-8F1C-959D-B15C7AE62863}"/>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6" name="Marcador de pie de página 5">
            <a:extLst>
              <a:ext uri="{FF2B5EF4-FFF2-40B4-BE49-F238E27FC236}">
                <a16:creationId xmlns:a16="http://schemas.microsoft.com/office/drawing/2014/main" id="{36F2F03B-AC90-9CBE-810A-EEA090062E8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511C358-78A2-C9BA-8348-3FCA3BEF68BC}"/>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187898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53846F-1DFF-6F5D-0708-BADB4ACEB309}"/>
              </a:ext>
            </a:extLst>
          </p:cNvPr>
          <p:cNvSpPr>
            <a:spLocks noGrp="1"/>
          </p:cNvSpPr>
          <p:nvPr>
            <p:ph type="title"/>
          </p:nvPr>
        </p:nvSpPr>
        <p:spPr>
          <a:xfrm>
            <a:off x="1679576" y="730251"/>
            <a:ext cx="21031200" cy="2651126"/>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2385884-36B0-2391-B555-43A004FF291C}"/>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AE34B09-ACDB-BFAD-D4AF-EA562E2CCE22}"/>
              </a:ext>
            </a:extLst>
          </p:cNvPr>
          <p:cNvSpPr>
            <a:spLocks noGrp="1"/>
          </p:cNvSpPr>
          <p:nvPr>
            <p:ph sz="half" idx="2"/>
          </p:nvPr>
        </p:nvSpPr>
        <p:spPr>
          <a:xfrm>
            <a:off x="1679577" y="5010150"/>
            <a:ext cx="10315574"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DE37BE7-39F6-8133-07B2-EF23BA72049B}"/>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196EDA8-4541-B22E-BE39-DDF8F3C2337C}"/>
              </a:ext>
            </a:extLst>
          </p:cNvPr>
          <p:cNvSpPr>
            <a:spLocks noGrp="1"/>
          </p:cNvSpPr>
          <p:nvPr>
            <p:ph sz="quarter" idx="4"/>
          </p:nvPr>
        </p:nvSpPr>
        <p:spPr>
          <a:xfrm>
            <a:off x="12344400" y="5010150"/>
            <a:ext cx="10366376"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03AE385-AFFD-1BE6-49B7-DB5D07AED626}"/>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8" name="Marcador de pie de página 7">
            <a:extLst>
              <a:ext uri="{FF2B5EF4-FFF2-40B4-BE49-F238E27FC236}">
                <a16:creationId xmlns:a16="http://schemas.microsoft.com/office/drawing/2014/main" id="{BF00EAF5-7B42-8553-32DA-053F358B467E}"/>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F45F341-2978-E634-BB5E-0981432DA081}"/>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59840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30C94-DB8A-5086-8F8E-0CC57BB993E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1EE7250-0842-9436-1097-8E9E7203A987}"/>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4" name="Marcador de pie de página 3">
            <a:extLst>
              <a:ext uri="{FF2B5EF4-FFF2-40B4-BE49-F238E27FC236}">
                <a16:creationId xmlns:a16="http://schemas.microsoft.com/office/drawing/2014/main" id="{C20B7BB6-5BFF-B1B0-392B-FD1CC7ED389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AC205400-A096-F7DE-84AA-5050544826B9}"/>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475770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82F426E-5A9A-95EA-7509-9C0EF51646AE}"/>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3" name="Marcador de pie de página 2">
            <a:extLst>
              <a:ext uri="{FF2B5EF4-FFF2-40B4-BE49-F238E27FC236}">
                <a16:creationId xmlns:a16="http://schemas.microsoft.com/office/drawing/2014/main" id="{0E7EDBB3-EE1F-9C9B-BBE7-A0C5DC1ECDC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7A7A5765-35DC-109C-BFEC-C3DDA3F787FF}"/>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173681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632BD7-031A-ABAB-64CA-38DBFA1D2A49}"/>
              </a:ext>
            </a:extLst>
          </p:cNvPr>
          <p:cNvSpPr>
            <a:spLocks noGrp="1"/>
          </p:cNvSpPr>
          <p:nvPr>
            <p:ph type="title"/>
          </p:nvPr>
        </p:nvSpPr>
        <p:spPr>
          <a:xfrm>
            <a:off x="1679577" y="914400"/>
            <a:ext cx="7864474" cy="3200400"/>
          </a:xfrm>
        </p:spPr>
        <p:txBody>
          <a:bodyPr anchor="b"/>
          <a:lstStyle>
            <a:lvl1pPr>
              <a:defRPr sz="64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96F7B0F-5133-1D97-CFFB-759637F2927F}"/>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683BA785-4ED9-49A7-8C3A-EA5F43FBA208}"/>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6946648-EF33-FAC7-A054-8FAC8BBCBFE8}"/>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6" name="Marcador de pie de página 5">
            <a:extLst>
              <a:ext uri="{FF2B5EF4-FFF2-40B4-BE49-F238E27FC236}">
                <a16:creationId xmlns:a16="http://schemas.microsoft.com/office/drawing/2014/main" id="{22C85DC5-DBB8-DA7B-BC5C-393F3866504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A675B3C-3EE0-5636-B300-8BE7ECE6EF82}"/>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1093386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782DE1-8B9D-960F-21A8-39DFD4219180}"/>
              </a:ext>
            </a:extLst>
          </p:cNvPr>
          <p:cNvSpPr>
            <a:spLocks noGrp="1"/>
          </p:cNvSpPr>
          <p:nvPr>
            <p:ph type="title"/>
          </p:nvPr>
        </p:nvSpPr>
        <p:spPr>
          <a:xfrm>
            <a:off x="1679577" y="914400"/>
            <a:ext cx="7864474" cy="3200400"/>
          </a:xfrm>
        </p:spPr>
        <p:txBody>
          <a:bodyPr anchor="b"/>
          <a:lstStyle>
            <a:lvl1pPr>
              <a:defRPr sz="64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37B24A09-3A7D-BA31-00E9-728C52D73200}"/>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s-ES"/>
          </a:p>
        </p:txBody>
      </p:sp>
      <p:sp>
        <p:nvSpPr>
          <p:cNvPr id="4" name="Marcador de texto 3">
            <a:extLst>
              <a:ext uri="{FF2B5EF4-FFF2-40B4-BE49-F238E27FC236}">
                <a16:creationId xmlns:a16="http://schemas.microsoft.com/office/drawing/2014/main" id="{6FF81D9E-96AE-2B14-E370-6060147946E8}"/>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3F47C3D-4FA2-4552-0935-EB90CFFB0798}"/>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6" name="Marcador de pie de página 5">
            <a:extLst>
              <a:ext uri="{FF2B5EF4-FFF2-40B4-BE49-F238E27FC236}">
                <a16:creationId xmlns:a16="http://schemas.microsoft.com/office/drawing/2014/main" id="{07DB6473-FFF0-21B0-36B5-7D3E107665B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E418334-25BE-1249-DF4C-A34F602937D9}"/>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1220613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4EC87D-CA14-279F-A348-519B349A480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C8BF72E-3499-C81C-1666-7BA66F43F60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39C6C2C-5067-138D-6CE9-8B2043D2F62D}"/>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776E197F-5317-C263-CEC7-C4AB9F215D9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A81506B-B262-D3CE-3E85-B1E3CB997308}"/>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293684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95A7659-633E-54D0-C93D-4F5A348ED089}"/>
              </a:ext>
            </a:extLst>
          </p:cNvPr>
          <p:cNvSpPr>
            <a:spLocks noGrp="1"/>
          </p:cNvSpPr>
          <p:nvPr>
            <p:ph type="title" orient="vert"/>
          </p:nvPr>
        </p:nvSpPr>
        <p:spPr>
          <a:xfrm>
            <a:off x="17449800" y="730250"/>
            <a:ext cx="5257800" cy="11623676"/>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8C15AA8-B6E5-FA2D-6135-53CDEE2D4C06}"/>
              </a:ext>
            </a:extLst>
          </p:cNvPr>
          <p:cNvSpPr>
            <a:spLocks noGrp="1"/>
          </p:cNvSpPr>
          <p:nvPr>
            <p:ph type="body" orient="vert" idx="1"/>
          </p:nvPr>
        </p:nvSpPr>
        <p:spPr>
          <a:xfrm>
            <a:off x="1676400" y="730250"/>
            <a:ext cx="15468600" cy="1162367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3C9619B-5F37-2E18-3E84-6CF52E023EF4}"/>
              </a:ext>
            </a:extLst>
          </p:cNvPr>
          <p:cNvSpPr>
            <a:spLocks noGrp="1"/>
          </p:cNvSpPr>
          <p:nvPr>
            <p:ph type="dt" sz="half" idx="10"/>
          </p:nvPr>
        </p:nvSpPr>
        <p:spPr/>
        <p:txBody>
          <a:body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41137DFD-1BD4-43AF-511B-772D28415EF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A35D935-5960-CF2A-7ACD-AC2E7AC2C3FE}"/>
              </a:ext>
            </a:extLst>
          </p:cNvPr>
          <p:cNvSpPr>
            <a:spLocks noGrp="1"/>
          </p:cNvSpPr>
          <p:nvPr>
            <p:ph type="sldNum" sz="quarter" idx="12"/>
          </p:nvPr>
        </p:nvSpPr>
        <p:spPr/>
        <p:txBody>
          <a:bodyPr/>
          <a:lstStyle/>
          <a:p>
            <a:fld id="{86CB4B4D-7CA3-9044-876B-883B54F8677D}" type="slidenum">
              <a:rPr lang="es-ES" smtClean="0"/>
              <a:t>‹Nº›</a:t>
            </a:fld>
            <a:endParaRPr lang="es-ES"/>
          </a:p>
        </p:txBody>
      </p:sp>
    </p:spTree>
    <p:extLst>
      <p:ext uri="{BB962C8B-B14F-4D97-AF65-F5344CB8AC3E}">
        <p14:creationId xmlns:p14="http://schemas.microsoft.com/office/powerpoint/2010/main" val="3337495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
    <p:spTree>
      <p:nvGrpSpPr>
        <p:cNvPr id="1" name=""/>
        <p:cNvGrpSpPr/>
        <p:nvPr/>
      </p:nvGrpSpPr>
      <p:grpSpPr>
        <a:xfrm>
          <a:off x="0" y="0"/>
          <a:ext cx="0" cy="0"/>
          <a:chOff x="0" y="0"/>
          <a:chExt cx="0" cy="0"/>
        </a:xfrm>
      </p:grpSpPr>
      <p:sp>
        <p:nvSpPr>
          <p:cNvPr id="11" name="Image"/>
          <p:cNvSpPr>
            <a:spLocks noGrp="1"/>
          </p:cNvSpPr>
          <p:nvPr>
            <p:ph type="pic" idx="13"/>
          </p:nvPr>
        </p:nvSpPr>
        <p:spPr>
          <a:xfrm>
            <a:off x="-31725" y="-17873"/>
            <a:ext cx="24447276" cy="13751593"/>
          </a:xfrm>
          <a:prstGeom prst="rect">
            <a:avLst/>
          </a:prstGeom>
          <a:pattFill prst="pct10">
            <a:fgClr>
              <a:schemeClr val="accent6"/>
            </a:fgClr>
            <a:bgClr>
              <a:schemeClr val="accent1">
                <a:lumMod val="60000"/>
                <a:lumOff val="40000"/>
              </a:schemeClr>
            </a:bgClr>
          </a:pattFill>
        </p:spPr>
        <p:txBody>
          <a:bodyPr lIns="91439" tIns="45719" rIns="91439" bIns="45719" anchor="t">
            <a:noAutofit/>
          </a:bodyPr>
          <a:lstStyle/>
          <a:p>
            <a:endParaRPr/>
          </a:p>
        </p:txBody>
      </p:sp>
      <p:sp>
        <p:nvSpPr>
          <p:cNvPr id="12"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pic>
        <p:nvPicPr>
          <p:cNvPr id="3" name="Imagen 2">
            <a:extLst>
              <a:ext uri="{FF2B5EF4-FFF2-40B4-BE49-F238E27FC236}">
                <a16:creationId xmlns:a16="http://schemas.microsoft.com/office/drawing/2014/main" id="{08B4977D-2AAA-AE34-25DC-DABDC7F947A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1983130" y="1030"/>
            <a:ext cx="1800000" cy="2011097"/>
          </a:xfrm>
          <a:prstGeom prst="rect">
            <a:avLst/>
          </a:prstGeom>
        </p:spPr>
      </p:pic>
    </p:spTree>
    <p:extLst>
      <p:ext uri="{BB962C8B-B14F-4D97-AF65-F5344CB8AC3E}">
        <p14:creationId xmlns:p14="http://schemas.microsoft.com/office/powerpoint/2010/main" val="289808398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MS 2">
    <p:spTree>
      <p:nvGrpSpPr>
        <p:cNvPr id="1" name=""/>
        <p:cNvGrpSpPr/>
        <p:nvPr/>
      </p:nvGrpSpPr>
      <p:grpSpPr>
        <a:xfrm>
          <a:off x="0" y="0"/>
          <a:ext cx="0" cy="0"/>
          <a:chOff x="0" y="0"/>
          <a:chExt cx="0" cy="0"/>
        </a:xfrm>
      </p:grpSpPr>
      <p:sp>
        <p:nvSpPr>
          <p:cNvPr id="273" name="Slide Number"/>
          <p:cNvSpPr txBox="1">
            <a:spLocks noGrp="1"/>
          </p:cNvSpPr>
          <p:nvPr>
            <p:ph type="sldNum" sz="quarter" idx="2"/>
          </p:nvPr>
        </p:nvSpPr>
        <p:spPr>
          <a:xfrm>
            <a:off x="1260802" y="12416549"/>
            <a:ext cx="501254" cy="558801"/>
          </a:xfrm>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207945898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31">
    <p:spTree>
      <p:nvGrpSpPr>
        <p:cNvPr id="1" name=""/>
        <p:cNvGrpSpPr/>
        <p:nvPr/>
      </p:nvGrpSpPr>
      <p:grpSpPr>
        <a:xfrm>
          <a:off x="0" y="0"/>
          <a:ext cx="0" cy="0"/>
          <a:chOff x="0" y="0"/>
          <a:chExt cx="0" cy="0"/>
        </a:xfrm>
      </p:grpSpPr>
      <p:sp>
        <p:nvSpPr>
          <p:cNvPr id="3" name="Rectangle">
            <a:extLst>
              <a:ext uri="{FF2B5EF4-FFF2-40B4-BE49-F238E27FC236}">
                <a16:creationId xmlns:a16="http://schemas.microsoft.com/office/drawing/2014/main" id="{8C0003CE-4280-E2C6-0CD7-236E8D5328A5}"/>
              </a:ext>
            </a:extLst>
          </p:cNvPr>
          <p:cNvSpPr/>
          <p:nvPr userDrawn="1"/>
        </p:nvSpPr>
        <p:spPr>
          <a:xfrm>
            <a:off x="-1" y="0"/>
            <a:ext cx="24384001" cy="13716001"/>
          </a:xfrm>
          <a:prstGeom prst="rect">
            <a:avLst/>
          </a:prstGeom>
          <a:solidFill>
            <a:srgbClr val="00B0F6"/>
          </a:solidFill>
          <a:ln w="12700">
            <a:miter lim="400000"/>
          </a:ln>
        </p:spPr>
        <p:txBody>
          <a:bodyPr lIns="0" tIns="0" rIns="0" bIns="0" anchor="t"/>
          <a:lstStyle/>
          <a:p>
            <a:pPr algn="ctr">
              <a:lnSpc>
                <a:spcPct val="100000"/>
              </a:lnSpc>
              <a:defRPr sz="3200">
                <a:solidFill>
                  <a:srgbClr val="FFFFFF"/>
                </a:solidFill>
              </a:defRPr>
            </a:pPr>
            <a:endParaRPr dirty="0"/>
          </a:p>
        </p:txBody>
      </p:sp>
      <p:sp>
        <p:nvSpPr>
          <p:cNvPr id="244" name="Slide Number"/>
          <p:cNvSpPr txBox="1">
            <a:spLocks noGrp="1"/>
          </p:cNvSpPr>
          <p:nvPr>
            <p:ph type="sldNum" sz="quarter" idx="2"/>
          </p:nvPr>
        </p:nvSpPr>
        <p:spPr>
          <a:xfrm>
            <a:off x="1010175" y="12416549"/>
            <a:ext cx="501254" cy="558801"/>
          </a:xfrm>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83296899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MS 4">
    <p:spTree>
      <p:nvGrpSpPr>
        <p:cNvPr id="1" name=""/>
        <p:cNvGrpSpPr/>
        <p:nvPr/>
      </p:nvGrpSpPr>
      <p:grpSpPr>
        <a:xfrm>
          <a:off x="0" y="0"/>
          <a:ext cx="0" cy="0"/>
          <a:chOff x="0" y="0"/>
          <a:chExt cx="0" cy="0"/>
        </a:xfrm>
      </p:grpSpPr>
      <p:sp>
        <p:nvSpPr>
          <p:cNvPr id="284" name="Slide Number"/>
          <p:cNvSpPr txBox="1">
            <a:spLocks noGrp="1"/>
          </p:cNvSpPr>
          <p:nvPr>
            <p:ph type="sldNum" sz="quarter" idx="2"/>
          </p:nvPr>
        </p:nvSpPr>
        <p:spPr>
          <a:xfrm>
            <a:off x="1232425" y="12416549"/>
            <a:ext cx="501254" cy="558801"/>
          </a:xfrm>
          <a:prstGeom prst="rect">
            <a:avLst/>
          </a:prstGeom>
        </p:spPr>
        <p:txBody>
          <a:bodyPr/>
          <a:lstStyle/>
          <a:p>
            <a:fld id="{86CB4B4D-7CA3-9044-876B-883B54F8677D}" type="slidenum">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MS 5">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B3FBF1-CD5E-4F3C-B466-0B18514BDF0C}"/>
              </a:ext>
            </a:extLst>
          </p:cNvPr>
          <p:cNvSpPr txBox="1">
            <a:spLocks noGrp="1"/>
          </p:cNvSpPr>
          <p:nvPr>
            <p:ph type="sldNum" sz="quarter" idx="2"/>
          </p:nvPr>
        </p:nvSpPr>
        <p:spPr>
          <a:xfrm>
            <a:off x="1260802" y="12399397"/>
            <a:ext cx="501254" cy="558801"/>
          </a:xfrm>
          <a:prstGeom prst="rect">
            <a:avLst/>
          </a:prstGeom>
        </p:spPr>
        <p:txBody>
          <a:bodyPr/>
          <a:lstStyle/>
          <a:p>
            <a:fld id="{86CB4B4D-7CA3-9044-876B-883B54F8677D}" type="slidenum">
              <a:t>‹Nº›</a:t>
            </a:fld>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MS 6">
    <p:spTree>
      <p:nvGrpSpPr>
        <p:cNvPr id="1" name=""/>
        <p:cNvGrpSpPr/>
        <p:nvPr/>
      </p:nvGrpSpPr>
      <p:grpSpPr>
        <a:xfrm>
          <a:off x="0" y="0"/>
          <a:ext cx="0" cy="0"/>
          <a:chOff x="0" y="0"/>
          <a:chExt cx="0" cy="0"/>
        </a:xfrm>
      </p:grpSpPr>
      <p:sp>
        <p:nvSpPr>
          <p:cNvPr id="304" name="Slide Number"/>
          <p:cNvSpPr txBox="1">
            <a:spLocks noGrp="1"/>
          </p:cNvSpPr>
          <p:nvPr>
            <p:ph type="sldNum" sz="quarter" idx="2"/>
          </p:nvPr>
        </p:nvSpPr>
        <p:spPr>
          <a:xfrm>
            <a:off x="1260802" y="12416549"/>
            <a:ext cx="501254" cy="558801"/>
          </a:xfrm>
          <a:prstGeom prst="rect">
            <a:avLst/>
          </a:prstGeom>
        </p:spPr>
        <p:txBody>
          <a:bodyPr/>
          <a:lstStyle/>
          <a:p>
            <a:fld id="{86CB4B4D-7CA3-9044-876B-883B54F8677D}" type="slidenum">
              <a:t>‹Nº›</a:t>
            </a:fld>
            <a:endParaRPr/>
          </a:p>
        </p:txBody>
      </p:sp>
      <p:sp>
        <p:nvSpPr>
          <p:cNvPr id="305" name="CONTACT">
            <a:hlinkClick r:id="" action="ppaction://noaction"/>
          </p:cNvPr>
          <p:cNvSpPr txBox="1">
            <a:spLocks noGrp="1"/>
          </p:cNvSpPr>
          <p:nvPr>
            <p:ph type="body" sz="quarter" idx="13"/>
          </p:nvPr>
        </p:nvSpPr>
        <p:spPr>
          <a:xfrm>
            <a:off x="18457825" y="976391"/>
            <a:ext cx="1201015"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CONTACT</a:t>
            </a:r>
          </a:p>
        </p:txBody>
      </p:sp>
      <p:sp>
        <p:nvSpPr>
          <p:cNvPr id="306" name="SERVICE">
            <a:hlinkClick r:id="" action="ppaction://noaction"/>
          </p:cNvPr>
          <p:cNvSpPr txBox="1">
            <a:spLocks noGrp="1"/>
          </p:cNvSpPr>
          <p:nvPr>
            <p:ph type="body" sz="quarter" idx="14"/>
          </p:nvPr>
        </p:nvSpPr>
        <p:spPr>
          <a:xfrm>
            <a:off x="16933362" y="976391"/>
            <a:ext cx="1201014"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SERVICE</a:t>
            </a:r>
          </a:p>
        </p:txBody>
      </p:sp>
      <p:sp>
        <p:nvSpPr>
          <p:cNvPr id="307" name="TEAM">
            <a:hlinkClick r:id="" action="ppaction://noaction"/>
          </p:cNvPr>
          <p:cNvSpPr txBox="1">
            <a:spLocks noGrp="1"/>
          </p:cNvSpPr>
          <p:nvPr>
            <p:ph type="body" sz="quarter" idx="15"/>
          </p:nvPr>
        </p:nvSpPr>
        <p:spPr>
          <a:xfrm>
            <a:off x="15408896" y="976391"/>
            <a:ext cx="1201015"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TEAM</a:t>
            </a:r>
          </a:p>
        </p:txBody>
      </p:sp>
      <p:sp>
        <p:nvSpPr>
          <p:cNvPr id="308" name="ABOUT US">
            <a:hlinkClick r:id="rId2" action="ppaction://hlinksldjump"/>
          </p:cNvPr>
          <p:cNvSpPr txBox="1">
            <a:spLocks noGrp="1"/>
          </p:cNvSpPr>
          <p:nvPr>
            <p:ph type="body" sz="quarter" idx="16"/>
          </p:nvPr>
        </p:nvSpPr>
        <p:spPr>
          <a:xfrm>
            <a:off x="13950961" y="976391"/>
            <a:ext cx="1201014" cy="292101"/>
          </a:xfrm>
          <a:prstGeom prst="rect">
            <a:avLst/>
          </a:prstGeom>
        </p:spPr>
        <p:txBody>
          <a:bodyPr>
            <a:spAutoFit/>
          </a:bodyPr>
          <a:lstStyle>
            <a:lvl1pPr marL="0" indent="0" algn="ctr">
              <a:lnSpc>
                <a:spcPct val="90000"/>
              </a:lnSpc>
              <a:spcBef>
                <a:spcPts val="0"/>
              </a:spcBef>
              <a:buSzTx/>
              <a:buNone/>
              <a:defRPr sz="1200" spc="300">
                <a:latin typeface="Lato Bold"/>
                <a:ea typeface="Lato Bold"/>
                <a:cs typeface="Lato Bold"/>
                <a:sym typeface="Lato Bold"/>
              </a:defRPr>
            </a:lvl1pPr>
          </a:lstStyle>
          <a:p>
            <a:r>
              <a:t>ABOUT US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MS 7">
    <p:spTree>
      <p:nvGrpSpPr>
        <p:cNvPr id="1" name=""/>
        <p:cNvGrpSpPr/>
        <p:nvPr/>
      </p:nvGrpSpPr>
      <p:grpSpPr>
        <a:xfrm>
          <a:off x="0" y="0"/>
          <a:ext cx="0" cy="0"/>
          <a:chOff x="0" y="0"/>
          <a:chExt cx="0" cy="0"/>
        </a:xfrm>
      </p:grpSpPr>
      <p:sp>
        <p:nvSpPr>
          <p:cNvPr id="318" name="Slide Number"/>
          <p:cNvSpPr txBox="1">
            <a:spLocks noGrp="1"/>
          </p:cNvSpPr>
          <p:nvPr>
            <p:ph type="sldNum" sz="quarter" idx="2"/>
          </p:nvPr>
        </p:nvSpPr>
        <p:spPr>
          <a:xfrm>
            <a:off x="1232425" y="12416549"/>
            <a:ext cx="501254" cy="558801"/>
          </a:xfrm>
          <a:prstGeom prst="rect">
            <a:avLst/>
          </a:prstGeom>
        </p:spPr>
        <p:txBody>
          <a:bodyPr/>
          <a:lstStyle/>
          <a:p>
            <a:fld id="{86CB4B4D-7CA3-9044-876B-883B54F8677D}" type="slidenum">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MS 8">
    <p:spTree>
      <p:nvGrpSpPr>
        <p:cNvPr id="1" name=""/>
        <p:cNvGrpSpPr/>
        <p:nvPr/>
      </p:nvGrpSpPr>
      <p:grpSpPr>
        <a:xfrm>
          <a:off x="0" y="0"/>
          <a:ext cx="0" cy="0"/>
          <a:chOff x="0" y="0"/>
          <a:chExt cx="0" cy="0"/>
        </a:xfrm>
      </p:grpSpPr>
      <p:sp>
        <p:nvSpPr>
          <p:cNvPr id="329" name="Slide Number"/>
          <p:cNvSpPr txBox="1">
            <a:spLocks noGrp="1"/>
          </p:cNvSpPr>
          <p:nvPr>
            <p:ph type="sldNum" sz="quarter" idx="2"/>
          </p:nvPr>
        </p:nvSpPr>
        <p:spPr>
          <a:xfrm>
            <a:off x="1260802" y="12416549"/>
            <a:ext cx="501254" cy="558801"/>
          </a:xfrm>
          <a:prstGeom prst="rect">
            <a:avLst/>
          </a:prstGeom>
        </p:spPr>
        <p:txBody>
          <a:bodyPr/>
          <a:lstStyle/>
          <a:p>
            <a:fld id="{86CB4B4D-7CA3-9044-876B-883B54F8677D}" type="slidenum">
              <a:t>‹Nº›</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9E082AC-3E74-7792-24F5-3912BD4250F0}"/>
              </a:ext>
            </a:extLst>
          </p:cNvPr>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79ED581-920D-1BF9-17CF-2A757A292F97}"/>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5400013-B98F-B2D8-2D83-4A259DBCE766}"/>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1D0ACFAC-9CCC-4A42-B210-50396F280E79}" type="datetimeFigureOut">
              <a:rPr lang="es-ES" smtClean="0"/>
              <a:t>16/11/2024</a:t>
            </a:fld>
            <a:endParaRPr lang="es-ES"/>
          </a:p>
        </p:txBody>
      </p:sp>
      <p:sp>
        <p:nvSpPr>
          <p:cNvPr id="5" name="Marcador de pie de página 4">
            <a:extLst>
              <a:ext uri="{FF2B5EF4-FFF2-40B4-BE49-F238E27FC236}">
                <a16:creationId xmlns:a16="http://schemas.microsoft.com/office/drawing/2014/main" id="{8EC2B3CE-F2C5-607D-1A7C-43ABC224579D}"/>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ADC79AD-F459-ABD5-7E98-288A6F8638B6}"/>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86CB4B4D-7CA3-9044-876B-883B54F8677D}" type="slidenum">
              <a:rPr lang="es-ES" smtClean="0"/>
              <a:t>‹Nº›</a:t>
            </a:fld>
            <a:endParaRPr lang="es-ES"/>
          </a:p>
        </p:txBody>
      </p:sp>
      <p:pic>
        <p:nvPicPr>
          <p:cNvPr id="7" name="Imagen 6">
            <a:extLst>
              <a:ext uri="{FF2B5EF4-FFF2-40B4-BE49-F238E27FC236}">
                <a16:creationId xmlns:a16="http://schemas.microsoft.com/office/drawing/2014/main" id="{E7C0AA1B-40B3-0CDB-EE11-F83818EAEF90}"/>
              </a:ext>
            </a:extLst>
          </p:cNvPr>
          <p:cNvPicPr>
            <a:picLocks noChangeAspect="1"/>
          </p:cNvPicPr>
          <p:nvPr userDrawn="1"/>
        </p:nvPicPr>
        <p:blipFill>
          <a:blip r:embed="rId21" cstate="print">
            <a:extLst>
              <a:ext uri="{28A0092B-C50C-407E-A947-70E740481C1C}">
                <a14:useLocalDpi xmlns:a14="http://schemas.microsoft.com/office/drawing/2010/main" val="0"/>
              </a:ext>
            </a:extLst>
          </a:blip>
          <a:srcRect/>
          <a:stretch/>
        </p:blipFill>
        <p:spPr>
          <a:xfrm>
            <a:off x="21997197" y="1033"/>
            <a:ext cx="1800000" cy="2011097"/>
          </a:xfrm>
          <a:prstGeom prst="rect">
            <a:avLst/>
          </a:prstGeom>
        </p:spPr>
      </p:pic>
    </p:spTree>
    <p:extLst>
      <p:ext uri="{BB962C8B-B14F-4D97-AF65-F5344CB8AC3E}">
        <p14:creationId xmlns:p14="http://schemas.microsoft.com/office/powerpoint/2010/main" val="75893872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678" r:id="rId15"/>
    <p:sldLayoutId id="2147483679" r:id="rId16"/>
    <p:sldLayoutId id="2147483680" r:id="rId17"/>
    <p:sldLayoutId id="2147483681" r:id="rId18"/>
    <p:sldLayoutId id="2147483682" r:id="rId19"/>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https://www.incibe.es/" TargetMode="External"/><Relationship Id="rId7"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cve.mitre.org/" TargetMode="External"/><Relationship Id="rId5" Type="http://schemas.openxmlformats.org/officeDocument/2006/relationships/hyperlink" Target="https://www.ccn-cert.cni.es/" TargetMode="External"/><Relationship Id="rId4" Type="http://schemas.openxmlformats.org/officeDocument/2006/relationships/hyperlink" Target="https://www.osi.es/e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top10antivirussoft.com/es/?utm_content=1331510270648673&amp;utm_id=395750126&amp;utm_term=ofertas%20antivirus&amp;msclkid=6e5c50dd256b1d1dd34934e1322044f3" TargetMode="External"/><Relationship Id="rId1" Type="http://schemas.openxmlformats.org/officeDocument/2006/relationships/slideLayout" Target="../slideLayouts/slideLayout13.xml"/><Relationship Id="rId5" Type="http://schemas.openxmlformats.org/officeDocument/2006/relationships/image" Target="../media/image10.jpeg"/><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Google Shape;135;p8" descr="Cómo protegerse de los virus, piratas informáticos y demás ataques? |  Tecnología - ComputerHoy.com">
            <a:extLst>
              <a:ext uri="{FF2B5EF4-FFF2-40B4-BE49-F238E27FC236}">
                <a16:creationId xmlns:a16="http://schemas.microsoft.com/office/drawing/2014/main" id="{3A387F75-C8A0-B96F-5701-A37BC92859C6}"/>
              </a:ext>
            </a:extLst>
          </p:cNvPr>
          <p:cNvPicPr preferRelativeResize="0"/>
          <p:nvPr/>
        </p:nvPicPr>
        <p:blipFill rotWithShape="1">
          <a:blip r:embed="rId3">
            <a:alphaModFix/>
          </a:blip>
          <a:srcRect/>
          <a:stretch/>
        </p:blipFill>
        <p:spPr>
          <a:xfrm>
            <a:off x="0" y="0"/>
            <a:ext cx="24384000" cy="13726003"/>
          </a:xfrm>
          <a:prstGeom prst="rect">
            <a:avLst/>
          </a:prstGeom>
          <a:noFill/>
          <a:ln>
            <a:noFill/>
          </a:ln>
        </p:spPr>
      </p:pic>
      <p:sp>
        <p:nvSpPr>
          <p:cNvPr id="351" name="Créatif."/>
          <p:cNvSpPr txBox="1"/>
          <p:nvPr/>
        </p:nvSpPr>
        <p:spPr>
          <a:xfrm>
            <a:off x="5196405" y="5448062"/>
            <a:ext cx="13550582" cy="279095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spAutoFit/>
          </a:bodyPr>
          <a:lstStyle>
            <a:lvl1pPr>
              <a:lnSpc>
                <a:spcPct val="70000"/>
              </a:lnSpc>
              <a:defRPr sz="17700" spc="-531">
                <a:solidFill>
                  <a:schemeClr val="accent6">
                    <a:hueOff val="-400000"/>
                    <a:satOff val="49285"/>
                    <a:lumOff val="5294"/>
                  </a:schemeClr>
                </a:solidFill>
                <a:latin typeface="+mj-lt"/>
                <a:ea typeface="+mj-ea"/>
                <a:cs typeface="+mj-cs"/>
                <a:sym typeface="Open Sans Bold"/>
              </a:defRPr>
            </a:lvl1pPr>
          </a:lstStyle>
          <a:p>
            <a:pPr algn="ctr"/>
            <a:r>
              <a:rPr lang="es-ES" sz="12000" dirty="0">
                <a:solidFill>
                  <a:schemeClr val="tx1"/>
                </a:solidFill>
              </a:rPr>
              <a:t>TALLER DE CIBERSEGURIDAD:</a:t>
            </a:r>
          </a:p>
        </p:txBody>
      </p:sp>
      <p:sp>
        <p:nvSpPr>
          <p:cNvPr id="5" name="© 2020 Créatif,…">
            <a:extLst>
              <a:ext uri="{FF2B5EF4-FFF2-40B4-BE49-F238E27FC236}">
                <a16:creationId xmlns:a16="http://schemas.microsoft.com/office/drawing/2014/main" id="{66B8E8E2-D4ED-8514-F760-9B91E7FE1C27}"/>
              </a:ext>
            </a:extLst>
          </p:cNvPr>
          <p:cNvSpPr txBox="1"/>
          <p:nvPr/>
        </p:nvSpPr>
        <p:spPr>
          <a:xfrm>
            <a:off x="2772808" y="7539877"/>
            <a:ext cx="14810653" cy="9335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t">
            <a:spAutoFit/>
          </a:bodyPr>
          <a:lstStyle/>
          <a:p>
            <a:pPr>
              <a:lnSpc>
                <a:spcPct val="100000"/>
              </a:lnSpc>
              <a:defRPr>
                <a:solidFill>
                  <a:schemeClr val="accent5">
                    <a:hueOff val="68066"/>
                    <a:satOff val="54029"/>
                    <a:lumOff val="16274"/>
                  </a:schemeClr>
                </a:solidFill>
              </a:defRPr>
            </a:pPr>
            <a:endParaRPr sz="54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Welcome Slide">
            <a:extLst>
              <a:ext uri="{FF2B5EF4-FFF2-40B4-BE49-F238E27FC236}">
                <a16:creationId xmlns:a16="http://schemas.microsoft.com/office/drawing/2014/main" id="{07E4E141-ADD2-6BE1-1B42-24436F5D8AA8}"/>
              </a:ext>
            </a:extLst>
          </p:cNvPr>
          <p:cNvSpPr txBox="1"/>
          <p:nvPr/>
        </p:nvSpPr>
        <p:spPr>
          <a:xfrm>
            <a:off x="5219700" y="11867611"/>
            <a:ext cx="13944600" cy="149829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b">
            <a:spAutoFit/>
          </a:bodyPr>
          <a:lstStyle>
            <a:defPPr>
              <a:defRPr lang="es-ES"/>
            </a:defPPr>
            <a:lvl1pPr algn="ctr">
              <a:lnSpc>
                <a:spcPct val="70000"/>
              </a:lnSpc>
              <a:defRPr sz="12000" spc="-531">
                <a:latin typeface="+mj-lt"/>
                <a:ea typeface="+mj-ea"/>
                <a:cs typeface="+mj-cs"/>
              </a:defRPr>
            </a:lvl1pPr>
          </a:lstStyle>
          <a:p>
            <a:r>
              <a:rPr lang="es-ES" dirty="0"/>
              <a:t>Alberto Ruiz Rodríguez</a:t>
            </a:r>
            <a:endParaRPr dirty="0"/>
          </a:p>
        </p:txBody>
      </p:sp>
    </p:spTree>
    <p:extLst>
      <p:ext uri="{BB962C8B-B14F-4D97-AF65-F5344CB8AC3E}">
        <p14:creationId xmlns:p14="http://schemas.microsoft.com/office/powerpoint/2010/main" val="13956344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Google Shape;135;p8" descr="Cómo protegerse de los virus, piratas informáticos y demás ataques? |  Tecnología - ComputerHoy.com">
            <a:extLst>
              <a:ext uri="{FF2B5EF4-FFF2-40B4-BE49-F238E27FC236}">
                <a16:creationId xmlns:a16="http://schemas.microsoft.com/office/drawing/2014/main" id="{08C1A82D-FB68-FB6A-5677-3E23660D15C7}"/>
              </a:ext>
            </a:extLst>
          </p:cNvPr>
          <p:cNvPicPr preferRelativeResize="0"/>
          <p:nvPr/>
        </p:nvPicPr>
        <p:blipFill rotWithShape="1">
          <a:blip r:embed="rId2">
            <a:alphaModFix/>
          </a:blip>
          <a:srcRect/>
          <a:stretch/>
        </p:blipFill>
        <p:spPr>
          <a:xfrm>
            <a:off x="0" y="0"/>
            <a:ext cx="24384000" cy="13726003"/>
          </a:xfrm>
          <a:prstGeom prst="rect">
            <a:avLst/>
          </a:prstGeom>
          <a:noFill/>
          <a:ln>
            <a:noFill/>
          </a:ln>
        </p:spPr>
      </p:pic>
      <p:graphicFrame>
        <p:nvGraphicFramePr>
          <p:cNvPr id="5" name="Título 1">
            <a:extLst>
              <a:ext uri="{FF2B5EF4-FFF2-40B4-BE49-F238E27FC236}">
                <a16:creationId xmlns:a16="http://schemas.microsoft.com/office/drawing/2014/main" id="{FEB75D8E-FAA1-DABD-8BA0-2960A9020B6E}"/>
              </a:ext>
            </a:extLst>
          </p:cNvPr>
          <p:cNvGraphicFramePr/>
          <p:nvPr>
            <p:extLst>
              <p:ext uri="{D42A27DB-BD31-4B8C-83A1-F6EECF244321}">
                <p14:modId xmlns:p14="http://schemas.microsoft.com/office/powerpoint/2010/main" val="413117531"/>
              </p:ext>
            </p:extLst>
          </p:nvPr>
        </p:nvGraphicFramePr>
        <p:xfrm>
          <a:off x="1433945" y="1808017"/>
          <a:ext cx="21696219" cy="9996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321426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666E30-6F0A-449A-BEC2-DF5912735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E3C5560-7A9C-489F-9148-18C5E1D0F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CuadroTexto 2">
            <a:extLst>
              <a:ext uri="{FF2B5EF4-FFF2-40B4-BE49-F238E27FC236}">
                <a16:creationId xmlns:a16="http://schemas.microsoft.com/office/drawing/2014/main" id="{F753E759-6EDE-24A3-8D5F-EE1ADDECE1AE}"/>
              </a:ext>
            </a:extLst>
          </p:cNvPr>
          <p:cNvSpPr txBox="1"/>
          <p:nvPr/>
        </p:nvSpPr>
        <p:spPr>
          <a:xfrm>
            <a:off x="3156086" y="1180124"/>
            <a:ext cx="10618280" cy="5677876"/>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b">
            <a:normAutofit/>
          </a:bodyPr>
          <a:lstStyle/>
          <a:p>
            <a:pPr>
              <a:lnSpc>
                <a:spcPct val="90000"/>
              </a:lnSpc>
              <a:spcBef>
                <a:spcPct val="0"/>
              </a:spcBef>
              <a:spcAft>
                <a:spcPts val="600"/>
              </a:spcAft>
            </a:pPr>
            <a:r>
              <a:rPr lang="en-US" sz="11200">
                <a:solidFill>
                  <a:srgbClr val="FFFFFF"/>
                </a:solidFill>
                <a:latin typeface="+mj-lt"/>
                <a:ea typeface="+mj-ea"/>
                <a:cs typeface="+mj-cs"/>
              </a:rPr>
              <a:t>Tercera parte: </a:t>
            </a:r>
          </a:p>
          <a:p>
            <a:pPr>
              <a:lnSpc>
                <a:spcPct val="90000"/>
              </a:lnSpc>
              <a:spcBef>
                <a:spcPct val="0"/>
              </a:spcBef>
              <a:spcAft>
                <a:spcPts val="600"/>
              </a:spcAft>
            </a:pPr>
            <a:r>
              <a:rPr lang="en-US" sz="11200">
                <a:solidFill>
                  <a:srgbClr val="FFFFFF"/>
                </a:solidFill>
                <a:latin typeface="+mj-lt"/>
                <a:ea typeface="+mj-ea"/>
                <a:cs typeface="+mj-cs"/>
              </a:rPr>
              <a:t>Como podemos protegernos.</a:t>
            </a:r>
          </a:p>
        </p:txBody>
      </p:sp>
      <p:sp>
        <p:nvSpPr>
          <p:cNvPr id="13" name="!!plus graphic">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472" y="3212822"/>
            <a:ext cx="278076" cy="278076"/>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5" name="!!dot graphic">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56028" y="3671410"/>
            <a:ext cx="182276" cy="182276"/>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7" name="!!circle graphic">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392" y="4120260"/>
            <a:ext cx="255426" cy="25542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9" name="!!Straight Connector">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02524" y="7010400"/>
            <a:ext cx="0" cy="67056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4" name="Google Shape;135;p8" descr="Cómo protegerse de los virus, piratas informáticos y demás ataques? |  Tecnología - ComputerHoy.com">
            <a:extLst>
              <a:ext uri="{FF2B5EF4-FFF2-40B4-BE49-F238E27FC236}">
                <a16:creationId xmlns:a16="http://schemas.microsoft.com/office/drawing/2014/main" id="{27E304D8-744E-DE01-701F-744B4619D523}"/>
              </a:ext>
            </a:extLst>
          </p:cNvPr>
          <p:cNvPicPr preferRelativeResize="0"/>
          <p:nvPr/>
        </p:nvPicPr>
        <p:blipFill rotWithShape="1">
          <a:blip r:embed="rId2"/>
          <a:srcRect l="17912" r="13007" b="-1"/>
          <a:stretch/>
        </p:blipFill>
        <p:spPr>
          <a:xfrm>
            <a:off x="13480716" y="3212822"/>
            <a:ext cx="10903284" cy="10503180"/>
          </a:xfrm>
          <a:custGeom>
            <a:avLst/>
            <a:gdLst/>
            <a:ahLst/>
            <a:cxnLst/>
            <a:rect l="l" t="t" r="r" b="b"/>
            <a:pathLst>
              <a:path w="5923214" h="5705857">
                <a:moveTo>
                  <a:pt x="3612238" y="0"/>
                </a:moveTo>
                <a:cubicBezTo>
                  <a:pt x="4485043" y="0"/>
                  <a:pt x="5285549" y="309553"/>
                  <a:pt x="5909957" y="824860"/>
                </a:cubicBezTo>
                <a:lnTo>
                  <a:pt x="5923214" y="836909"/>
                </a:lnTo>
                <a:lnTo>
                  <a:pt x="5923214" y="5705857"/>
                </a:lnTo>
                <a:lnTo>
                  <a:pt x="672237" y="5705857"/>
                </a:lnTo>
                <a:lnTo>
                  <a:pt x="616914" y="5631875"/>
                </a:lnTo>
                <a:cubicBezTo>
                  <a:pt x="227427" y="5055358"/>
                  <a:pt x="0" y="4360357"/>
                  <a:pt x="0" y="3612238"/>
                </a:cubicBezTo>
                <a:cubicBezTo>
                  <a:pt x="0" y="1617255"/>
                  <a:pt x="1617255" y="0"/>
                  <a:pt x="3612238" y="0"/>
                </a:cubicBezTo>
                <a:close/>
              </a:path>
            </a:pathLst>
          </a:custGeom>
          <a:noFill/>
        </p:spPr>
      </p:pic>
    </p:spTree>
    <p:extLst>
      <p:ext uri="{BB962C8B-B14F-4D97-AF65-F5344CB8AC3E}">
        <p14:creationId xmlns:p14="http://schemas.microsoft.com/office/powerpoint/2010/main" val="205489892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6"/>
        <p:cNvGrpSpPr/>
        <p:nvPr/>
      </p:nvGrpSpPr>
      <p:grpSpPr>
        <a:xfrm>
          <a:off x="0" y="0"/>
          <a:ext cx="0" cy="0"/>
          <a:chOff x="0" y="0"/>
          <a:chExt cx="0" cy="0"/>
        </a:xfrm>
      </p:grpSpPr>
      <p:sp useBgFill="1">
        <p:nvSpPr>
          <p:cNvPr id="272" name="Rectangle 271">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Freeform: Shape 273">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1925570" cy="13716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67" name="Google Shape;267;p22"/>
          <p:cNvSpPr txBox="1">
            <a:spLocks noGrp="1"/>
          </p:cNvSpPr>
          <p:nvPr>
            <p:ph type="title" idx="4294967295"/>
          </p:nvPr>
        </p:nvSpPr>
        <p:spPr>
          <a:xfrm>
            <a:off x="1286936" y="1286934"/>
            <a:ext cx="9241168" cy="9134274"/>
          </a:xfrm>
          <a:prstGeom prst="rect">
            <a:avLst/>
          </a:prstGeom>
        </p:spPr>
        <p:txBody>
          <a:bodyPr spcFirstLastPara="1" vert="horz" lIns="91440" tIns="45720" rIns="91440" bIns="45720" rtlCol="0" anchor="b" anchorCtr="0">
            <a:normAutofit/>
          </a:bodyPr>
          <a:lstStyle/>
          <a:p>
            <a:pPr defTabSz="914400">
              <a:buClr>
                <a:schemeClr val="dk1"/>
              </a:buClr>
              <a:buSzPts val="4400"/>
            </a:pPr>
            <a:r>
              <a:rPr lang="en-US" sz="3500" b="1" kern="1200" dirty="0">
                <a:solidFill>
                  <a:schemeClr val="tx1"/>
                </a:solidFill>
                <a:latin typeface="+mj-lt"/>
                <a:ea typeface="+mj-ea"/>
                <a:cs typeface="+mj-cs"/>
              </a:rPr>
              <a:t>INDICE</a:t>
            </a:r>
            <a:br>
              <a:rPr lang="en-US" sz="3500" kern="1200" dirty="0">
                <a:solidFill>
                  <a:schemeClr val="tx1"/>
                </a:solidFill>
                <a:latin typeface="+mj-lt"/>
                <a:ea typeface="+mj-ea"/>
                <a:cs typeface="+mj-cs"/>
              </a:rPr>
            </a:b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1º </a:t>
            </a:r>
            <a:r>
              <a:rPr lang="en-US" sz="3500" kern="1200" dirty="0" err="1">
                <a:solidFill>
                  <a:schemeClr val="tx1"/>
                </a:solidFill>
                <a:latin typeface="+mj-lt"/>
                <a:ea typeface="+mj-ea"/>
                <a:cs typeface="+mj-cs"/>
              </a:rPr>
              <a:t>Riegos</a:t>
            </a:r>
            <a:r>
              <a:rPr lang="en-US" sz="3500" kern="1200" dirty="0">
                <a:solidFill>
                  <a:schemeClr val="tx1"/>
                </a:solidFill>
                <a:latin typeface="+mj-lt"/>
                <a:ea typeface="+mj-ea"/>
                <a:cs typeface="+mj-cs"/>
              </a:rPr>
              <a:t> a </a:t>
            </a:r>
            <a:r>
              <a:rPr lang="en-US" sz="3500" kern="1200" dirty="0" err="1">
                <a:solidFill>
                  <a:schemeClr val="tx1"/>
                </a:solidFill>
                <a:latin typeface="+mj-lt"/>
                <a:ea typeface="+mj-ea"/>
                <a:cs typeface="+mj-cs"/>
              </a:rPr>
              <a:t>los</a:t>
            </a:r>
            <a:r>
              <a:rPr lang="en-US" sz="3500" kern="1200" dirty="0">
                <a:solidFill>
                  <a:schemeClr val="tx1"/>
                </a:solidFill>
                <a:latin typeface="+mj-lt"/>
                <a:ea typeface="+mj-ea"/>
                <a:cs typeface="+mj-cs"/>
              </a:rPr>
              <a:t> que </a:t>
            </a:r>
            <a:r>
              <a:rPr lang="en-US" sz="3500" kern="1200" dirty="0" err="1">
                <a:solidFill>
                  <a:schemeClr val="tx1"/>
                </a:solidFill>
                <a:latin typeface="+mj-lt"/>
                <a:ea typeface="+mj-ea"/>
                <a:cs typeface="+mj-cs"/>
              </a:rPr>
              <a:t>nos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enfrentamos</a:t>
            </a:r>
            <a:r>
              <a:rPr lang="en-US" sz="3500" kern="1200" dirty="0">
                <a:solidFill>
                  <a:schemeClr val="tx1"/>
                </a:solidFill>
                <a:latin typeface="+mj-lt"/>
                <a:ea typeface="+mj-ea"/>
                <a:cs typeface="+mj-cs"/>
              </a:rPr>
              <a:t>.</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2º Como </a:t>
            </a:r>
            <a:r>
              <a:rPr lang="en-US" sz="3500" kern="1200" dirty="0" err="1">
                <a:solidFill>
                  <a:schemeClr val="tx1"/>
                </a:solidFill>
                <a:latin typeface="+mj-lt"/>
                <a:ea typeface="+mj-ea"/>
                <a:cs typeface="+mj-cs"/>
              </a:rPr>
              <a:t>prevenir</a:t>
            </a:r>
            <a:r>
              <a:rPr lang="en-US" sz="3500" kern="1200" dirty="0">
                <a:solidFill>
                  <a:schemeClr val="tx1"/>
                </a:solidFill>
                <a:latin typeface="+mj-lt"/>
                <a:ea typeface="+mj-ea"/>
                <a:cs typeface="+mj-cs"/>
              </a:rPr>
              <a:t> un </a:t>
            </a:r>
            <a:r>
              <a:rPr lang="en-US" sz="3500" kern="1200" dirty="0" err="1">
                <a:solidFill>
                  <a:schemeClr val="tx1"/>
                </a:solidFill>
                <a:latin typeface="+mj-lt"/>
                <a:ea typeface="+mj-ea"/>
                <a:cs typeface="+mj-cs"/>
              </a:rPr>
              <a:t>ciberataque</a:t>
            </a:r>
            <a:r>
              <a:rPr lang="en-US" sz="3500" kern="1200" dirty="0">
                <a:solidFill>
                  <a:schemeClr val="tx1"/>
                </a:solidFill>
                <a:latin typeface="+mj-lt"/>
                <a:ea typeface="+mj-ea"/>
                <a:cs typeface="+mj-cs"/>
              </a:rPr>
              <a:t>.</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3º Como </a:t>
            </a:r>
            <a:r>
              <a:rPr lang="en-US" sz="3500" kern="1200" dirty="0" err="1">
                <a:solidFill>
                  <a:schemeClr val="tx1"/>
                </a:solidFill>
                <a:latin typeface="+mj-lt"/>
                <a:ea typeface="+mj-ea"/>
                <a:cs typeface="+mj-cs"/>
              </a:rPr>
              <a:t>protegernos</a:t>
            </a:r>
            <a:r>
              <a:rPr lang="en-US" sz="3500" kern="1200" dirty="0">
                <a:solidFill>
                  <a:schemeClr val="tx1"/>
                </a:solidFill>
                <a:latin typeface="+mj-lt"/>
                <a:ea typeface="+mj-ea"/>
                <a:cs typeface="+mj-cs"/>
              </a:rPr>
              <a:t> de </a:t>
            </a:r>
            <a:r>
              <a:rPr lang="en-US" sz="3500" kern="1200" dirty="0" err="1">
                <a:solidFill>
                  <a:schemeClr val="tx1"/>
                </a:solidFill>
                <a:latin typeface="+mj-lt"/>
                <a:ea typeface="+mj-ea"/>
                <a:cs typeface="+mj-cs"/>
              </a:rPr>
              <a:t>los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ataques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por</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ingeniería</a:t>
            </a:r>
            <a:r>
              <a:rPr lang="en-US" sz="3500" kern="1200" dirty="0">
                <a:solidFill>
                  <a:schemeClr val="tx1"/>
                </a:solidFill>
                <a:latin typeface="+mj-lt"/>
                <a:ea typeface="+mj-ea"/>
                <a:cs typeface="+mj-cs"/>
              </a:rPr>
              <a:t> social.</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4º </a:t>
            </a:r>
            <a:r>
              <a:rPr lang="en-US" sz="3500" kern="1200" dirty="0" err="1">
                <a:solidFill>
                  <a:schemeClr val="tx1"/>
                </a:solidFill>
                <a:latin typeface="+mj-lt"/>
                <a:ea typeface="+mj-ea"/>
                <a:cs typeface="+mj-cs"/>
              </a:rPr>
              <a:t>Estos</a:t>
            </a:r>
            <a:r>
              <a:rPr lang="en-US" sz="3500" kern="1200" dirty="0">
                <a:solidFill>
                  <a:schemeClr val="tx1"/>
                </a:solidFill>
                <a:latin typeface="+mj-lt"/>
                <a:ea typeface="+mj-ea"/>
                <a:cs typeface="+mj-cs"/>
              </a:rPr>
              <a:t> sitios web de </a:t>
            </a:r>
            <a:r>
              <a:rPr lang="en-US" sz="3500" kern="1200" dirty="0" err="1">
                <a:solidFill>
                  <a:schemeClr val="tx1"/>
                </a:solidFill>
                <a:latin typeface="+mj-lt"/>
                <a:ea typeface="+mj-ea"/>
                <a:cs typeface="+mj-cs"/>
              </a:rPr>
              <a:t>pueden</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ayudar</a:t>
            </a:r>
            <a:r>
              <a:rPr lang="en-US" sz="3500" kern="1200" dirty="0">
                <a:solidFill>
                  <a:schemeClr val="tx1"/>
                </a:solidFill>
                <a:latin typeface="+mj-lt"/>
                <a:ea typeface="+mj-ea"/>
                <a:cs typeface="+mj-cs"/>
              </a:rPr>
              <a:t>.</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4º </a:t>
            </a:r>
            <a:r>
              <a:rPr lang="en-US" sz="3500" kern="1200" dirty="0" err="1">
                <a:solidFill>
                  <a:schemeClr val="tx1"/>
                </a:solidFill>
                <a:latin typeface="+mj-lt"/>
                <a:ea typeface="+mj-ea"/>
                <a:cs typeface="+mj-cs"/>
              </a:rPr>
              <a:t>Herramientas</a:t>
            </a:r>
            <a:r>
              <a:rPr lang="en-US" sz="3500" kern="1200" dirty="0">
                <a:solidFill>
                  <a:schemeClr val="tx1"/>
                </a:solidFill>
                <a:latin typeface="+mj-lt"/>
                <a:ea typeface="+mj-ea"/>
                <a:cs typeface="+mj-cs"/>
              </a:rPr>
              <a:t> para </a:t>
            </a:r>
            <a:r>
              <a:rPr lang="en-US" sz="3500" kern="1200" dirty="0" err="1">
                <a:solidFill>
                  <a:schemeClr val="tx1"/>
                </a:solidFill>
                <a:latin typeface="+mj-lt"/>
                <a:ea typeface="+mj-ea"/>
                <a:cs typeface="+mj-cs"/>
              </a:rPr>
              <a:t>protegernos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los</a:t>
            </a:r>
            <a:r>
              <a:rPr lang="en-US" sz="3500" kern="1200" dirty="0">
                <a:solidFill>
                  <a:schemeClr val="tx1"/>
                </a:solidFill>
                <a:latin typeface="+mj-lt"/>
                <a:ea typeface="+mj-ea"/>
                <a:cs typeface="+mj-cs"/>
              </a:rPr>
              <a:t> antivirus.</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5º </a:t>
            </a:r>
            <a:r>
              <a:rPr lang="en-US" sz="3500" kern="1200" dirty="0" err="1">
                <a:solidFill>
                  <a:schemeClr val="tx1"/>
                </a:solidFill>
                <a:latin typeface="+mj-lt"/>
                <a:ea typeface="+mj-ea"/>
                <a:cs typeface="+mj-cs"/>
              </a:rPr>
              <a:t>Actualizar</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los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sistemas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operativos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navegadores</a:t>
            </a:r>
            <a:r>
              <a:rPr lang="en-US" sz="3500" kern="1200" dirty="0">
                <a:solidFill>
                  <a:schemeClr val="tx1"/>
                </a:solidFill>
                <a:latin typeface="+mj-lt"/>
                <a:ea typeface="+mj-ea"/>
                <a:cs typeface="+mj-cs"/>
              </a:rPr>
              <a:t>, app, </a:t>
            </a:r>
            <a:r>
              <a:rPr lang="en-US" sz="3500" kern="1200" dirty="0" err="1">
                <a:solidFill>
                  <a:schemeClr val="tx1"/>
                </a:solidFill>
                <a:latin typeface="+mj-lt"/>
                <a:ea typeface="+mj-ea"/>
                <a:cs typeface="+mj-cs"/>
              </a:rPr>
              <a:t>aplicaciones</a:t>
            </a:r>
            <a:r>
              <a:rPr lang="en-US" sz="3500" kern="1200" dirty="0">
                <a:solidFill>
                  <a:schemeClr val="tx1"/>
                </a:solidFill>
                <a:latin typeface="+mj-lt"/>
                <a:ea typeface="+mj-ea"/>
                <a:cs typeface="+mj-cs"/>
              </a:rPr>
              <a:t>. </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6º </a:t>
            </a:r>
            <a:r>
              <a:rPr lang="en-US" sz="3500" kern="1200" dirty="0" err="1">
                <a:solidFill>
                  <a:schemeClr val="tx1"/>
                </a:solidFill>
                <a:latin typeface="+mj-lt"/>
                <a:ea typeface="+mj-ea"/>
                <a:cs typeface="+mj-cs"/>
              </a:rPr>
              <a:t>Herramientas</a:t>
            </a:r>
            <a:r>
              <a:rPr lang="en-US" sz="3500" kern="1200" dirty="0">
                <a:solidFill>
                  <a:schemeClr val="tx1"/>
                </a:solidFill>
                <a:latin typeface="+mj-lt"/>
                <a:ea typeface="+mj-ea"/>
                <a:cs typeface="+mj-cs"/>
              </a:rPr>
              <a:t> de </a:t>
            </a:r>
            <a:r>
              <a:rPr lang="en-US" sz="3500" kern="1200" dirty="0" err="1">
                <a:solidFill>
                  <a:schemeClr val="tx1"/>
                </a:solidFill>
                <a:latin typeface="+mj-lt"/>
                <a:ea typeface="+mj-ea"/>
                <a:cs typeface="+mj-cs"/>
              </a:rPr>
              <a:t>análisis</a:t>
            </a:r>
            <a:r>
              <a:rPr lang="en-US" sz="3500" kern="1200" dirty="0">
                <a:solidFill>
                  <a:schemeClr val="tx1"/>
                </a:solidFill>
                <a:latin typeface="+mj-lt"/>
                <a:ea typeface="+mj-ea"/>
                <a:cs typeface="+mj-cs"/>
              </a:rPr>
              <a:t> del </a:t>
            </a:r>
            <a:r>
              <a:rPr lang="en-US" sz="3500" kern="1200" dirty="0" err="1">
                <a:solidFill>
                  <a:schemeClr val="tx1"/>
                </a:solidFill>
                <a:latin typeface="+mj-lt"/>
                <a:ea typeface="+mj-ea"/>
                <a:cs typeface="+mj-cs"/>
              </a:rPr>
              <a:t>tráfico</a:t>
            </a:r>
            <a:r>
              <a:rPr lang="en-US" sz="3500" kern="1200" dirty="0">
                <a:solidFill>
                  <a:schemeClr val="tx1"/>
                </a:solidFill>
                <a:latin typeface="+mj-lt"/>
                <a:ea typeface="+mj-ea"/>
                <a:cs typeface="+mj-cs"/>
              </a:rPr>
              <a:t> de red. </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7º Sistemas </a:t>
            </a:r>
            <a:r>
              <a:rPr lang="en-US" sz="3500" kern="1200" dirty="0" err="1">
                <a:solidFill>
                  <a:schemeClr val="tx1"/>
                </a:solidFill>
                <a:latin typeface="+mj-lt"/>
                <a:ea typeface="+mj-ea"/>
                <a:cs typeface="+mj-cs"/>
              </a:rPr>
              <a:t>operativos</a:t>
            </a:r>
            <a:r>
              <a:rPr lang="en-US" sz="3500" kern="1200" dirty="0">
                <a:solidFill>
                  <a:schemeClr val="tx1"/>
                </a:solidFill>
                <a:latin typeface="+mj-lt"/>
                <a:ea typeface="+mj-ea"/>
                <a:cs typeface="+mj-cs"/>
              </a:rPr>
              <a:t> para </a:t>
            </a:r>
            <a:r>
              <a:rPr lang="en-US" sz="3500" kern="1200" dirty="0" err="1">
                <a:solidFill>
                  <a:schemeClr val="tx1"/>
                </a:solidFill>
                <a:latin typeface="+mj-lt"/>
                <a:ea typeface="+mj-ea"/>
                <a:cs typeface="+mj-cs"/>
              </a:rPr>
              <a:t>realizar</a:t>
            </a:r>
            <a:r>
              <a:rPr lang="en-US" sz="3500" kern="1200" dirty="0">
                <a:solidFill>
                  <a:schemeClr val="tx1"/>
                </a:solidFill>
                <a:latin typeface="+mj-lt"/>
                <a:ea typeface="+mj-ea"/>
                <a:cs typeface="+mj-cs"/>
              </a:rPr>
              <a:t> Hacking </a:t>
            </a:r>
            <a:r>
              <a:rPr lang="en-US" sz="3500" kern="1200" dirty="0" err="1">
                <a:solidFill>
                  <a:schemeClr val="tx1"/>
                </a:solidFill>
                <a:latin typeface="+mj-lt"/>
                <a:ea typeface="+mj-ea"/>
                <a:cs typeface="+mj-cs"/>
              </a:rPr>
              <a:t>ético</a:t>
            </a:r>
            <a:r>
              <a:rPr lang="en-US" sz="3500" kern="1200" dirty="0">
                <a:solidFill>
                  <a:schemeClr val="tx1"/>
                </a:solidFill>
                <a:latin typeface="+mj-lt"/>
                <a:ea typeface="+mj-ea"/>
                <a:cs typeface="+mj-cs"/>
              </a:rPr>
              <a:t>.</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8º </a:t>
            </a:r>
            <a:r>
              <a:rPr lang="en-US" sz="3500" kern="1200" dirty="0" err="1">
                <a:solidFill>
                  <a:schemeClr val="tx1"/>
                </a:solidFill>
                <a:latin typeface="+mj-lt"/>
                <a:ea typeface="+mj-ea"/>
                <a:cs typeface="+mj-cs"/>
              </a:rPr>
              <a:t>Encriptación</a:t>
            </a:r>
            <a:r>
              <a:rPr lang="en-US" sz="3500" kern="1200" dirty="0">
                <a:solidFill>
                  <a:schemeClr val="tx1"/>
                </a:solidFill>
                <a:latin typeface="+mj-lt"/>
                <a:ea typeface="+mj-ea"/>
                <a:cs typeface="+mj-cs"/>
              </a:rPr>
              <a:t>.</a:t>
            </a:r>
            <a:br>
              <a:rPr lang="en-US" sz="3500" kern="1200" dirty="0">
                <a:solidFill>
                  <a:schemeClr val="tx1"/>
                </a:solidFill>
                <a:latin typeface="+mj-lt"/>
                <a:ea typeface="+mj-ea"/>
                <a:cs typeface="+mj-cs"/>
              </a:rPr>
            </a:br>
            <a:r>
              <a:rPr lang="en-US" sz="3500" kern="1200" dirty="0">
                <a:solidFill>
                  <a:schemeClr val="tx1"/>
                </a:solidFill>
                <a:latin typeface="+mj-lt"/>
                <a:ea typeface="+mj-ea"/>
                <a:cs typeface="+mj-cs"/>
              </a:rPr>
              <a:t>9º El </a:t>
            </a:r>
            <a:r>
              <a:rPr lang="en-US" sz="3500" kern="1200" dirty="0" err="1">
                <a:solidFill>
                  <a:schemeClr val="tx1"/>
                </a:solidFill>
                <a:latin typeface="+mj-lt"/>
                <a:ea typeface="+mj-ea"/>
                <a:cs typeface="+mj-cs"/>
              </a:rPr>
              <a:t>futuro</a:t>
            </a:r>
            <a:r>
              <a:rPr lang="en-US" sz="3500" kern="1200" dirty="0">
                <a:solidFill>
                  <a:schemeClr val="tx1"/>
                </a:solidFill>
                <a:latin typeface="+mj-lt"/>
                <a:ea typeface="+mj-ea"/>
                <a:cs typeface="+mj-cs"/>
              </a:rPr>
              <a:t>, que </a:t>
            </a:r>
            <a:r>
              <a:rPr lang="en-US" sz="3500" kern="1200" dirty="0" err="1">
                <a:solidFill>
                  <a:schemeClr val="tx1"/>
                </a:solidFill>
                <a:latin typeface="+mj-lt"/>
                <a:ea typeface="+mj-ea"/>
                <a:cs typeface="+mj-cs"/>
              </a:rPr>
              <a:t>podemos</a:t>
            </a:r>
            <a:r>
              <a:rPr lang="en-US" sz="3500" kern="1200" dirty="0">
                <a:solidFill>
                  <a:schemeClr val="tx1"/>
                </a:solidFill>
                <a:latin typeface="+mj-lt"/>
                <a:ea typeface="+mj-ea"/>
                <a:cs typeface="+mj-cs"/>
              </a:rPr>
              <a:t> </a:t>
            </a:r>
            <a:r>
              <a:rPr lang="en-US" sz="3500" kern="1200" dirty="0" err="1">
                <a:solidFill>
                  <a:schemeClr val="tx1"/>
                </a:solidFill>
                <a:latin typeface="+mj-lt"/>
                <a:ea typeface="+mj-ea"/>
                <a:cs typeface="+mj-cs"/>
              </a:rPr>
              <a:t>esperar</a:t>
            </a:r>
            <a:r>
              <a:rPr lang="en-US" sz="3500" kern="1200" dirty="0">
                <a:solidFill>
                  <a:schemeClr val="tx1"/>
                </a:solidFill>
                <a:latin typeface="+mj-lt"/>
                <a:ea typeface="+mj-ea"/>
                <a:cs typeface="+mj-cs"/>
              </a:rPr>
              <a:t>.</a:t>
            </a:r>
            <a:br>
              <a:rPr lang="en-US" sz="3500" kern="1200" dirty="0">
                <a:solidFill>
                  <a:schemeClr val="tx1"/>
                </a:solidFill>
                <a:latin typeface="+mj-lt"/>
                <a:ea typeface="+mj-ea"/>
                <a:cs typeface="+mj-cs"/>
              </a:rPr>
            </a:br>
            <a:br>
              <a:rPr lang="en-US" sz="3500" kern="1200" dirty="0">
                <a:solidFill>
                  <a:schemeClr val="tx1"/>
                </a:solidFill>
                <a:latin typeface="+mj-lt"/>
                <a:ea typeface="+mj-ea"/>
                <a:cs typeface="+mj-cs"/>
              </a:rPr>
            </a:br>
            <a:br>
              <a:rPr lang="en-US" sz="3500" kern="1200" dirty="0">
                <a:solidFill>
                  <a:schemeClr val="tx1"/>
                </a:solidFill>
                <a:latin typeface="+mj-lt"/>
                <a:ea typeface="+mj-ea"/>
                <a:cs typeface="+mj-cs"/>
              </a:rPr>
            </a:br>
            <a:endParaRPr lang="en-US" sz="3500" kern="1200" dirty="0">
              <a:solidFill>
                <a:schemeClr val="tx1"/>
              </a:solidFill>
              <a:latin typeface="+mj-lt"/>
              <a:ea typeface="+mj-ea"/>
              <a:cs typeface="+mj-cs"/>
            </a:endParaRPr>
          </a:p>
        </p:txBody>
      </p:sp>
      <p:pic>
        <p:nvPicPr>
          <p:cNvPr id="3" name="Google Shape;135;p8" descr="Cómo protegerse de los virus, piratas informáticos y demás ataques? |  Tecnología - ComputerHoy.com">
            <a:extLst>
              <a:ext uri="{FF2B5EF4-FFF2-40B4-BE49-F238E27FC236}">
                <a16:creationId xmlns:a16="http://schemas.microsoft.com/office/drawing/2014/main" id="{3FA7985C-4B6D-C71E-9935-7D5A408B1C0F}"/>
              </a:ext>
            </a:extLst>
          </p:cNvPr>
          <p:cNvPicPr preferRelativeResize="0"/>
          <p:nvPr/>
        </p:nvPicPr>
        <p:blipFill rotWithShape="1">
          <a:blip r:embed="rId3"/>
          <a:stretch/>
        </p:blipFill>
        <p:spPr>
          <a:xfrm>
            <a:off x="13212506" y="3569137"/>
            <a:ext cx="9884560" cy="6577725"/>
          </a:xfrm>
          <a:prstGeom prst="rect">
            <a:avLst/>
          </a:prstGeom>
          <a:noFill/>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266"/>
        <p:cNvGrpSpPr/>
        <p:nvPr/>
      </p:nvGrpSpPr>
      <p:grpSpPr>
        <a:xfrm>
          <a:off x="0" y="0"/>
          <a:ext cx="0" cy="0"/>
          <a:chOff x="0" y="0"/>
          <a:chExt cx="0" cy="0"/>
        </a:xfrm>
      </p:grpSpPr>
      <p:sp>
        <p:nvSpPr>
          <p:cNvPr id="267" name="Google Shape;267;p22"/>
          <p:cNvSpPr txBox="1">
            <a:spLocks noGrp="1"/>
          </p:cNvSpPr>
          <p:nvPr>
            <p:ph type="title" idx="4294967295"/>
          </p:nvPr>
        </p:nvSpPr>
        <p:spPr>
          <a:xfrm>
            <a:off x="0" y="-560941"/>
            <a:ext cx="21031200" cy="2651125"/>
          </a:xfrm>
          <a:prstGeom prst="rect">
            <a:avLst/>
          </a:prstGeom>
          <a:noFill/>
          <a:ln>
            <a:noFill/>
          </a:ln>
        </p:spPr>
        <p:txBody>
          <a:bodyPr spcFirstLastPara="1" wrap="square" lIns="182850" tIns="91400" rIns="182850" bIns="91400" anchor="ctr" anchorCtr="0">
            <a:normAutofit/>
          </a:bodyPr>
          <a:lstStyle/>
          <a:p>
            <a:pPr>
              <a:lnSpc>
                <a:spcPct val="90000"/>
              </a:lnSpc>
              <a:spcBef>
                <a:spcPts val="0"/>
              </a:spcBef>
              <a:buClr>
                <a:schemeClr val="dk1"/>
              </a:buClr>
              <a:buSzPts val="4400"/>
            </a:pPr>
            <a:r>
              <a:rPr lang="es-ES" dirty="0"/>
              <a:t>¿Cuáles son los riesgos a los que me puedo enfrentar?</a:t>
            </a:r>
            <a:endParaRPr dirty="0"/>
          </a:p>
        </p:txBody>
      </p:sp>
      <p:grpSp>
        <p:nvGrpSpPr>
          <p:cNvPr id="268" name="Google Shape;268;p22"/>
          <p:cNvGrpSpPr/>
          <p:nvPr/>
        </p:nvGrpSpPr>
        <p:grpSpPr>
          <a:xfrm>
            <a:off x="571500" y="2317898"/>
            <a:ext cx="22136098" cy="8302479"/>
            <a:chOff x="0" y="39687"/>
            <a:chExt cx="10515600" cy="4271964"/>
          </a:xfrm>
        </p:grpSpPr>
        <p:sp>
          <p:nvSpPr>
            <p:cNvPr id="269" name="Google Shape;269;p22"/>
            <p:cNvSpPr/>
            <p:nvPr/>
          </p:nvSpPr>
          <p:spPr>
            <a:xfrm>
              <a:off x="0" y="39687"/>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2800">
                <a:solidFill>
                  <a:schemeClr val="bg1"/>
                </a:solidFill>
              </a:endParaRPr>
            </a:p>
          </p:txBody>
        </p:sp>
        <p:sp>
          <p:nvSpPr>
            <p:cNvPr id="270" name="Google Shape;270;p22"/>
            <p:cNvSpPr txBox="1"/>
            <p:nvPr/>
          </p:nvSpPr>
          <p:spPr>
            <a:xfrm>
              <a:off x="0" y="39687"/>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236200" tIns="236200" rIns="236200" bIns="236200" anchor="ctr" anchorCtr="0">
              <a:noAutofit/>
            </a:bodyPr>
            <a:lstStyle/>
            <a:p>
              <a:pPr algn="ctr">
                <a:lnSpc>
                  <a:spcPct val="90000"/>
                </a:lnSpc>
                <a:buClr>
                  <a:schemeClr val="lt1"/>
                </a:buClr>
                <a:buSzPts val="3100"/>
              </a:pPr>
              <a:r>
                <a:rPr lang="es-ES" sz="5400" dirty="0">
                  <a:solidFill>
                    <a:schemeClr val="bg1"/>
                  </a:solidFill>
                  <a:latin typeface="Verdana" panose="020B0604030504040204" pitchFamily="34" charset="0"/>
                  <a:ea typeface="Verdana" panose="020B0604030504040204" pitchFamily="34" charset="0"/>
                  <a:cs typeface="Times New Roman"/>
                  <a:sym typeface="Times New Roman"/>
                </a:rPr>
                <a:t>1. Buscar por internet, a través de redes sociales.</a:t>
              </a:r>
              <a:endParaRPr sz="5400" dirty="0">
                <a:solidFill>
                  <a:schemeClr val="bg1"/>
                </a:solidFill>
                <a:latin typeface="Verdana" panose="020B0604030504040204" pitchFamily="34" charset="0"/>
                <a:ea typeface="Verdana" panose="020B0604030504040204" pitchFamily="34" charset="0"/>
                <a:cs typeface="Calibri"/>
                <a:sym typeface="Calibri"/>
              </a:endParaRPr>
            </a:p>
          </p:txBody>
        </p:sp>
        <p:sp>
          <p:nvSpPr>
            <p:cNvPr id="271" name="Google Shape;271;p22"/>
            <p:cNvSpPr/>
            <p:nvPr/>
          </p:nvSpPr>
          <p:spPr>
            <a:xfrm>
              <a:off x="3614737" y="39687"/>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2800">
                <a:solidFill>
                  <a:schemeClr val="bg1"/>
                </a:solidFill>
              </a:endParaRPr>
            </a:p>
          </p:txBody>
        </p:sp>
        <p:sp>
          <p:nvSpPr>
            <p:cNvPr id="272" name="Google Shape;272;p22"/>
            <p:cNvSpPr txBox="1"/>
            <p:nvPr/>
          </p:nvSpPr>
          <p:spPr>
            <a:xfrm>
              <a:off x="3614737" y="39687"/>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236200" tIns="236200" rIns="236200" bIns="236200" anchor="ctr" anchorCtr="0">
              <a:noAutofit/>
            </a:bodyPr>
            <a:lstStyle/>
            <a:p>
              <a:pPr algn="ctr">
                <a:lnSpc>
                  <a:spcPct val="90000"/>
                </a:lnSpc>
                <a:buClr>
                  <a:schemeClr val="lt1"/>
                </a:buClr>
                <a:buSzPts val="3100"/>
              </a:pPr>
              <a:r>
                <a:rPr lang="es-ES" sz="5400" dirty="0">
                  <a:solidFill>
                    <a:schemeClr val="bg1"/>
                  </a:solidFill>
                  <a:latin typeface="Verdana" panose="020B0604030504040204" pitchFamily="34" charset="0"/>
                  <a:ea typeface="Verdana" panose="020B0604030504040204" pitchFamily="34" charset="0"/>
                  <a:cs typeface="Times New Roman"/>
                  <a:sym typeface="Times New Roman"/>
                </a:rPr>
                <a:t>2. Llamadas haciéndose para por otras personas. </a:t>
              </a:r>
              <a:endParaRPr sz="5400" dirty="0">
                <a:solidFill>
                  <a:schemeClr val="bg1"/>
                </a:solidFill>
                <a:latin typeface="Verdana" panose="020B0604030504040204" pitchFamily="34" charset="0"/>
                <a:ea typeface="Verdana" panose="020B0604030504040204" pitchFamily="34" charset="0"/>
                <a:cs typeface="Calibri"/>
                <a:sym typeface="Calibri"/>
              </a:endParaRPr>
            </a:p>
          </p:txBody>
        </p:sp>
        <p:sp>
          <p:nvSpPr>
            <p:cNvPr id="273" name="Google Shape;273;p22"/>
            <p:cNvSpPr/>
            <p:nvPr/>
          </p:nvSpPr>
          <p:spPr>
            <a:xfrm>
              <a:off x="7229475" y="39687"/>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2800">
                <a:solidFill>
                  <a:schemeClr val="bg1"/>
                </a:solidFill>
              </a:endParaRPr>
            </a:p>
          </p:txBody>
        </p:sp>
        <p:sp>
          <p:nvSpPr>
            <p:cNvPr id="274" name="Google Shape;274;p22"/>
            <p:cNvSpPr txBox="1"/>
            <p:nvPr/>
          </p:nvSpPr>
          <p:spPr>
            <a:xfrm>
              <a:off x="7229475" y="39687"/>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236200" tIns="236200" rIns="236200" bIns="236200" anchor="ctr" anchorCtr="0">
              <a:noAutofit/>
            </a:bodyPr>
            <a:lstStyle/>
            <a:p>
              <a:pPr algn="ctr">
                <a:lnSpc>
                  <a:spcPct val="90000"/>
                </a:lnSpc>
                <a:buClr>
                  <a:schemeClr val="lt1"/>
                </a:buClr>
                <a:buSzPts val="3100"/>
              </a:pPr>
              <a:r>
                <a:rPr lang="es-ES" sz="5400" dirty="0">
                  <a:solidFill>
                    <a:schemeClr val="bg1"/>
                  </a:solidFill>
                  <a:latin typeface="Verdana" panose="020B0604030504040204" pitchFamily="34" charset="0"/>
                  <a:ea typeface="Verdana" panose="020B0604030504040204" pitchFamily="34" charset="0"/>
                  <a:cs typeface="Calibri"/>
                  <a:sym typeface="Calibri"/>
                </a:rPr>
                <a:t>3. Buscando en la mesa del usuario en una oficina.</a:t>
              </a:r>
              <a:endParaRPr sz="2800" dirty="0">
                <a:solidFill>
                  <a:schemeClr val="bg1"/>
                </a:solidFill>
                <a:latin typeface="Verdana" panose="020B0604030504040204" pitchFamily="34" charset="0"/>
                <a:ea typeface="Verdana" panose="020B0604030504040204" pitchFamily="34" charset="0"/>
              </a:endParaRPr>
            </a:p>
          </p:txBody>
        </p:sp>
        <p:sp>
          <p:nvSpPr>
            <p:cNvPr id="275" name="Google Shape;275;p22"/>
            <p:cNvSpPr/>
            <p:nvPr/>
          </p:nvSpPr>
          <p:spPr>
            <a:xfrm>
              <a:off x="0" y="2339975"/>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2800">
                <a:solidFill>
                  <a:schemeClr val="bg1"/>
                </a:solidFill>
              </a:endParaRPr>
            </a:p>
          </p:txBody>
        </p:sp>
        <p:sp>
          <p:nvSpPr>
            <p:cNvPr id="276" name="Google Shape;276;p22"/>
            <p:cNvSpPr txBox="1"/>
            <p:nvPr/>
          </p:nvSpPr>
          <p:spPr>
            <a:xfrm>
              <a:off x="0" y="2208936"/>
              <a:ext cx="3286125" cy="210271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236200" tIns="236200" rIns="236200" bIns="236200" anchor="ctr" anchorCtr="0">
              <a:noAutofit/>
            </a:bodyPr>
            <a:lstStyle/>
            <a:p>
              <a:pPr algn="ctr">
                <a:lnSpc>
                  <a:spcPct val="90000"/>
                </a:lnSpc>
                <a:buClr>
                  <a:schemeClr val="lt1"/>
                </a:buClr>
                <a:buSzPts val="3100"/>
              </a:pPr>
              <a:r>
                <a:rPr lang="es-ES" sz="5400" dirty="0">
                  <a:solidFill>
                    <a:schemeClr val="bg1"/>
                  </a:solidFill>
                  <a:latin typeface="Verdana" panose="020B0604030504040204" pitchFamily="34" charset="0"/>
                  <a:ea typeface="Verdana" panose="020B0604030504040204" pitchFamily="34" charset="0"/>
                  <a:cs typeface="Calibri"/>
                  <a:sym typeface="Calibri"/>
                </a:rPr>
                <a:t>4. Poner contraseñas sin apenas seguridad.</a:t>
              </a:r>
              <a:endParaRPr sz="2800" dirty="0">
                <a:solidFill>
                  <a:schemeClr val="bg1"/>
                </a:solidFill>
                <a:latin typeface="Verdana" panose="020B0604030504040204" pitchFamily="34" charset="0"/>
                <a:ea typeface="Verdana" panose="020B0604030504040204" pitchFamily="34" charset="0"/>
              </a:endParaRPr>
            </a:p>
          </p:txBody>
        </p:sp>
        <p:sp>
          <p:nvSpPr>
            <p:cNvPr id="277" name="Google Shape;277;p22"/>
            <p:cNvSpPr/>
            <p:nvPr/>
          </p:nvSpPr>
          <p:spPr>
            <a:xfrm>
              <a:off x="3614737" y="2339975"/>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2800">
                <a:solidFill>
                  <a:schemeClr val="bg1"/>
                </a:solidFill>
              </a:endParaRPr>
            </a:p>
          </p:txBody>
        </p:sp>
        <p:sp>
          <p:nvSpPr>
            <p:cNvPr id="278" name="Google Shape;278;p22"/>
            <p:cNvSpPr txBox="1"/>
            <p:nvPr/>
          </p:nvSpPr>
          <p:spPr>
            <a:xfrm>
              <a:off x="3614737" y="2208935"/>
              <a:ext cx="3286125" cy="210271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236200" tIns="236200" rIns="236200" bIns="236200" anchor="ctr" anchorCtr="0">
              <a:noAutofit/>
            </a:bodyPr>
            <a:lstStyle/>
            <a:p>
              <a:pPr algn="ctr">
                <a:lnSpc>
                  <a:spcPct val="90000"/>
                </a:lnSpc>
                <a:buClr>
                  <a:schemeClr val="lt1"/>
                </a:buClr>
                <a:buSzPts val="3100"/>
              </a:pPr>
              <a:r>
                <a:rPr lang="es-ES" sz="4800" dirty="0">
                  <a:solidFill>
                    <a:schemeClr val="bg1"/>
                  </a:solidFill>
                  <a:latin typeface="Verdana" panose="020B0604030504040204" pitchFamily="34" charset="0"/>
                  <a:ea typeface="Verdana" panose="020B0604030504040204" pitchFamily="34" charset="0"/>
                  <a:cs typeface="Calibri"/>
                  <a:sym typeface="Calibri"/>
                </a:rPr>
                <a:t>5. Hablar en voz alta y decirle a otro usuario la contraseña. O tenerla en un </a:t>
              </a:r>
              <a:r>
                <a:rPr lang="es-ES" sz="4800" dirty="0" err="1">
                  <a:solidFill>
                    <a:schemeClr val="bg1"/>
                  </a:solidFill>
                  <a:latin typeface="Verdana" panose="020B0604030504040204" pitchFamily="34" charset="0"/>
                  <a:ea typeface="Verdana" panose="020B0604030504040204" pitchFamily="34" charset="0"/>
                  <a:cs typeface="Calibri"/>
                  <a:sym typeface="Calibri"/>
                </a:rPr>
                <a:t>posit</a:t>
              </a:r>
              <a:r>
                <a:rPr lang="es-ES" sz="4800" dirty="0">
                  <a:solidFill>
                    <a:schemeClr val="bg1"/>
                  </a:solidFill>
                  <a:latin typeface="Verdana" panose="020B0604030504040204" pitchFamily="34" charset="0"/>
                  <a:ea typeface="Verdana" panose="020B0604030504040204" pitchFamily="34" charset="0"/>
                  <a:cs typeface="Calibri"/>
                  <a:sym typeface="Calibri"/>
                </a:rPr>
                <a:t> a la vista</a:t>
              </a:r>
              <a:endParaRPr sz="2400" dirty="0">
                <a:solidFill>
                  <a:schemeClr val="bg1"/>
                </a:solidFill>
                <a:latin typeface="Verdana" panose="020B0604030504040204" pitchFamily="34" charset="0"/>
                <a:ea typeface="Verdana" panose="020B0604030504040204" pitchFamily="34" charset="0"/>
              </a:endParaRPr>
            </a:p>
          </p:txBody>
        </p:sp>
        <p:sp>
          <p:nvSpPr>
            <p:cNvPr id="279" name="Google Shape;279;p22"/>
            <p:cNvSpPr/>
            <p:nvPr/>
          </p:nvSpPr>
          <p:spPr>
            <a:xfrm>
              <a:off x="7229475" y="2339975"/>
              <a:ext cx="3286125" cy="197167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182850" tIns="182850" rIns="182850" bIns="182850" anchor="ctr" anchorCtr="0">
              <a:noAutofit/>
            </a:bodyPr>
            <a:lstStyle/>
            <a:p>
              <a:endParaRPr sz="2800">
                <a:solidFill>
                  <a:schemeClr val="bg1"/>
                </a:solidFill>
              </a:endParaRPr>
            </a:p>
          </p:txBody>
        </p:sp>
        <p:sp>
          <p:nvSpPr>
            <p:cNvPr id="280" name="Google Shape;280;p22"/>
            <p:cNvSpPr txBox="1"/>
            <p:nvPr/>
          </p:nvSpPr>
          <p:spPr>
            <a:xfrm>
              <a:off x="7229475" y="2208937"/>
              <a:ext cx="3286125" cy="210271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236200" tIns="236200" rIns="236200" bIns="236200" anchor="ctr" anchorCtr="0">
              <a:noAutofit/>
            </a:bodyPr>
            <a:lstStyle/>
            <a:p>
              <a:pPr algn="ctr">
                <a:lnSpc>
                  <a:spcPct val="90000"/>
                </a:lnSpc>
                <a:buClr>
                  <a:schemeClr val="lt1"/>
                </a:buClr>
                <a:buSzPts val="3100"/>
              </a:pPr>
              <a:r>
                <a:rPr lang="es-ES" sz="4800" dirty="0">
                  <a:solidFill>
                    <a:schemeClr val="bg1"/>
                  </a:solidFill>
                  <a:latin typeface="Verdana" panose="020B0604030504040204" pitchFamily="34" charset="0"/>
                  <a:ea typeface="Verdana" panose="020B0604030504040204" pitchFamily="34" charset="0"/>
                  <a:cs typeface="Calibri"/>
                  <a:sym typeface="Calibri"/>
                </a:rPr>
                <a:t>6. Poner la contraseña y no mirar si detrás hay alguien mirando.</a:t>
              </a:r>
              <a:endParaRPr sz="2400" dirty="0">
                <a:solidFill>
                  <a:schemeClr val="bg1"/>
                </a:solidFill>
                <a:latin typeface="Verdana" panose="020B0604030504040204" pitchFamily="34" charset="0"/>
                <a:ea typeface="Verdana" panose="020B0604030504040204" pitchFamily="34" charset="0"/>
              </a:endParaRPr>
            </a:p>
          </p:txBody>
        </p:sp>
      </p:grpSp>
      <p:sp>
        <p:nvSpPr>
          <p:cNvPr id="2" name="Rectángulo 1">
            <a:extLst>
              <a:ext uri="{FF2B5EF4-FFF2-40B4-BE49-F238E27FC236}">
                <a16:creationId xmlns:a16="http://schemas.microsoft.com/office/drawing/2014/main" id="{8DD660DE-A585-484F-8396-5B13AA9630D8}"/>
              </a:ext>
            </a:extLst>
          </p:cNvPr>
          <p:cNvSpPr/>
          <p:nvPr/>
        </p:nvSpPr>
        <p:spPr>
          <a:xfrm>
            <a:off x="571500" y="11068050"/>
            <a:ext cx="8401050" cy="2171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4800" dirty="0">
                <a:solidFill>
                  <a:schemeClr val="bg1"/>
                </a:solidFill>
                <a:latin typeface="Verdana" panose="020B0604030504040204" pitchFamily="34" charset="0"/>
                <a:ea typeface="Verdana" panose="020B0604030504040204" pitchFamily="34" charset="0"/>
              </a:rPr>
              <a:t>7. No proteger la cámara web o el micrófono.</a:t>
            </a:r>
          </a:p>
        </p:txBody>
      </p:sp>
      <p:sp>
        <p:nvSpPr>
          <p:cNvPr id="17" name="Rectángulo 16">
            <a:extLst>
              <a:ext uri="{FF2B5EF4-FFF2-40B4-BE49-F238E27FC236}">
                <a16:creationId xmlns:a16="http://schemas.microsoft.com/office/drawing/2014/main" id="{C8C25DCA-F8F9-4840-9DBC-EA887FA17B4D}"/>
              </a:ext>
            </a:extLst>
          </p:cNvPr>
          <p:cNvSpPr/>
          <p:nvPr/>
        </p:nvSpPr>
        <p:spPr>
          <a:xfrm>
            <a:off x="9423611" y="11049000"/>
            <a:ext cx="13417339" cy="2171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5400" dirty="0">
                <a:solidFill>
                  <a:schemeClr val="bg1"/>
                </a:solidFill>
                <a:latin typeface="Verdana" panose="020B0604030504040204" pitchFamily="34" charset="0"/>
                <a:ea typeface="Verdana" panose="020B0604030504040204" pitchFamily="34" charset="0"/>
              </a:rPr>
              <a:t>8. No cambiar la contraseña cada poco tiempo.</a:t>
            </a:r>
          </a:p>
        </p:txBody>
      </p:sp>
      <p:pic>
        <p:nvPicPr>
          <p:cNvPr id="3" name="Google Shape;135;p8" descr="Cómo protegerse de los virus, piratas informáticos y demás ataques? |  Tecnología - ComputerHoy.com">
            <a:extLst>
              <a:ext uri="{FF2B5EF4-FFF2-40B4-BE49-F238E27FC236}">
                <a16:creationId xmlns:a16="http://schemas.microsoft.com/office/drawing/2014/main" id="{3FA7985C-4B6D-C71E-9935-7D5A408B1C0F}"/>
              </a:ext>
            </a:extLst>
          </p:cNvPr>
          <p:cNvPicPr preferRelativeResize="0"/>
          <p:nvPr/>
        </p:nvPicPr>
        <p:blipFill rotWithShape="1">
          <a:blip r:embed="rId3">
            <a:alphaModFix/>
          </a:blip>
          <a:srcRect/>
          <a:stretch/>
        </p:blipFill>
        <p:spPr>
          <a:xfrm>
            <a:off x="22269450" y="12363449"/>
            <a:ext cx="2114550" cy="1362553"/>
          </a:xfrm>
          <a:prstGeom prst="rect">
            <a:avLst/>
          </a:prstGeom>
          <a:noFill/>
          <a:ln>
            <a:noFill/>
          </a:ln>
        </p:spPr>
      </p:pic>
    </p:spTree>
    <p:extLst>
      <p:ext uri="{BB962C8B-B14F-4D97-AF65-F5344CB8AC3E}">
        <p14:creationId xmlns:p14="http://schemas.microsoft.com/office/powerpoint/2010/main" val="208953103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75A5B51-0925-4835-8511-A0DD17EAA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3389BEE-2603-472B-A582-A58ABE9E2EBB}"/>
              </a:ext>
            </a:extLst>
          </p:cNvPr>
          <p:cNvSpPr>
            <a:spLocks noGrp="1"/>
          </p:cNvSpPr>
          <p:nvPr>
            <p:ph type="title" idx="4294967295"/>
          </p:nvPr>
        </p:nvSpPr>
        <p:spPr>
          <a:xfrm>
            <a:off x="1225296" y="730250"/>
            <a:ext cx="10590030" cy="4127616"/>
          </a:xfrm>
        </p:spPr>
        <p:txBody>
          <a:bodyPr vert="horz" lIns="91440" tIns="45720" rIns="91440" bIns="45720" rtlCol="0" anchor="b">
            <a:normAutofit/>
          </a:bodyPr>
          <a:lstStyle/>
          <a:p>
            <a:pPr defTabSz="914400"/>
            <a:r>
              <a:rPr lang="en-US" sz="10000" b="1" dirty="0"/>
              <a:t>EL PROBLEMA DEL TOKEN ON AUTH</a:t>
            </a:r>
          </a:p>
        </p:txBody>
      </p:sp>
      <p:sp>
        <p:nvSpPr>
          <p:cNvPr id="15" name="Sketch line">
            <a:extLst>
              <a:ext uri="{FF2B5EF4-FFF2-40B4-BE49-F238E27FC236}">
                <a16:creationId xmlns:a16="http://schemas.microsoft.com/office/drawing/2014/main" id="{5CDFD20D-8E4F-4E3A-AF87-93F23E0D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6400" y="5300362"/>
            <a:ext cx="8686800" cy="36576"/>
          </a:xfrm>
          <a:custGeom>
            <a:avLst/>
            <a:gdLst>
              <a:gd name="connsiteX0" fmla="*/ 0 w 8686800"/>
              <a:gd name="connsiteY0" fmla="*/ 0 h 36576"/>
              <a:gd name="connsiteX1" fmla="*/ 581347 w 8686800"/>
              <a:gd name="connsiteY1" fmla="*/ 0 h 36576"/>
              <a:gd name="connsiteX2" fmla="*/ 1249563 w 8686800"/>
              <a:gd name="connsiteY2" fmla="*/ 0 h 36576"/>
              <a:gd name="connsiteX3" fmla="*/ 2004646 w 8686800"/>
              <a:gd name="connsiteY3" fmla="*/ 0 h 36576"/>
              <a:gd name="connsiteX4" fmla="*/ 2585994 w 8686800"/>
              <a:gd name="connsiteY4" fmla="*/ 0 h 36576"/>
              <a:gd name="connsiteX5" fmla="*/ 3254209 w 8686800"/>
              <a:gd name="connsiteY5" fmla="*/ 0 h 36576"/>
              <a:gd name="connsiteX6" fmla="*/ 4096160 w 8686800"/>
              <a:gd name="connsiteY6" fmla="*/ 0 h 36576"/>
              <a:gd name="connsiteX7" fmla="*/ 4590640 w 8686800"/>
              <a:gd name="connsiteY7" fmla="*/ 0 h 36576"/>
              <a:gd name="connsiteX8" fmla="*/ 5345723 w 8686800"/>
              <a:gd name="connsiteY8" fmla="*/ 0 h 36576"/>
              <a:gd name="connsiteX9" fmla="*/ 5840202 w 8686800"/>
              <a:gd name="connsiteY9" fmla="*/ 0 h 36576"/>
              <a:gd name="connsiteX10" fmla="*/ 6508418 w 8686800"/>
              <a:gd name="connsiteY10" fmla="*/ 0 h 36576"/>
              <a:gd name="connsiteX11" fmla="*/ 7263501 w 8686800"/>
              <a:gd name="connsiteY11" fmla="*/ 0 h 36576"/>
              <a:gd name="connsiteX12" fmla="*/ 7671113 w 8686800"/>
              <a:gd name="connsiteY12" fmla="*/ 0 h 36576"/>
              <a:gd name="connsiteX13" fmla="*/ 8078724 w 8686800"/>
              <a:gd name="connsiteY13" fmla="*/ 0 h 36576"/>
              <a:gd name="connsiteX14" fmla="*/ 8686800 w 8686800"/>
              <a:gd name="connsiteY14" fmla="*/ 0 h 36576"/>
              <a:gd name="connsiteX15" fmla="*/ 8686800 w 8686800"/>
              <a:gd name="connsiteY15" fmla="*/ 36576 h 36576"/>
              <a:gd name="connsiteX16" fmla="*/ 7931717 w 8686800"/>
              <a:gd name="connsiteY16" fmla="*/ 36576 h 36576"/>
              <a:gd name="connsiteX17" fmla="*/ 7263501 w 8686800"/>
              <a:gd name="connsiteY17" fmla="*/ 36576 h 36576"/>
              <a:gd name="connsiteX18" fmla="*/ 6682154 w 8686800"/>
              <a:gd name="connsiteY18" fmla="*/ 36576 h 36576"/>
              <a:gd name="connsiteX19" fmla="*/ 5927070 w 8686800"/>
              <a:gd name="connsiteY19" fmla="*/ 36576 h 36576"/>
              <a:gd name="connsiteX20" fmla="*/ 5258855 w 8686800"/>
              <a:gd name="connsiteY20" fmla="*/ 36576 h 36576"/>
              <a:gd name="connsiteX21" fmla="*/ 4416904 w 8686800"/>
              <a:gd name="connsiteY21" fmla="*/ 36576 h 36576"/>
              <a:gd name="connsiteX22" fmla="*/ 3574952 w 8686800"/>
              <a:gd name="connsiteY22" fmla="*/ 36576 h 36576"/>
              <a:gd name="connsiteX23" fmla="*/ 2819869 w 8686800"/>
              <a:gd name="connsiteY23" fmla="*/ 36576 h 36576"/>
              <a:gd name="connsiteX24" fmla="*/ 2064786 w 8686800"/>
              <a:gd name="connsiteY24" fmla="*/ 36576 h 36576"/>
              <a:gd name="connsiteX25" fmla="*/ 1309702 w 8686800"/>
              <a:gd name="connsiteY25" fmla="*/ 36576 h 36576"/>
              <a:gd name="connsiteX26" fmla="*/ 815223 w 8686800"/>
              <a:gd name="connsiteY26" fmla="*/ 36576 h 36576"/>
              <a:gd name="connsiteX27" fmla="*/ 0 w 8686800"/>
              <a:gd name="connsiteY27" fmla="*/ 36576 h 36576"/>
              <a:gd name="connsiteX28" fmla="*/ 0 w 8686800"/>
              <a:gd name="connsiteY28"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686800" h="36576" fill="none" extrusionOk="0">
                <a:moveTo>
                  <a:pt x="0" y="0"/>
                </a:moveTo>
                <a:cubicBezTo>
                  <a:pt x="198285" y="-25666"/>
                  <a:pt x="368763" y="13229"/>
                  <a:pt x="581347" y="0"/>
                </a:cubicBezTo>
                <a:cubicBezTo>
                  <a:pt x="793931" y="-13229"/>
                  <a:pt x="1106527" y="-26801"/>
                  <a:pt x="1249563" y="0"/>
                </a:cubicBezTo>
                <a:cubicBezTo>
                  <a:pt x="1392599" y="26801"/>
                  <a:pt x="1762089" y="-29385"/>
                  <a:pt x="2004646" y="0"/>
                </a:cubicBezTo>
                <a:cubicBezTo>
                  <a:pt x="2247203" y="29385"/>
                  <a:pt x="2391400" y="-22659"/>
                  <a:pt x="2585994" y="0"/>
                </a:cubicBezTo>
                <a:cubicBezTo>
                  <a:pt x="2780588" y="22659"/>
                  <a:pt x="3000382" y="13372"/>
                  <a:pt x="3254209" y="0"/>
                </a:cubicBezTo>
                <a:cubicBezTo>
                  <a:pt x="3508036" y="-13372"/>
                  <a:pt x="3830288" y="-2254"/>
                  <a:pt x="4096160" y="0"/>
                </a:cubicBezTo>
                <a:cubicBezTo>
                  <a:pt x="4362032" y="2254"/>
                  <a:pt x="4390821" y="-19937"/>
                  <a:pt x="4590640" y="0"/>
                </a:cubicBezTo>
                <a:cubicBezTo>
                  <a:pt x="4790459" y="19937"/>
                  <a:pt x="5120408" y="21499"/>
                  <a:pt x="5345723" y="0"/>
                </a:cubicBezTo>
                <a:cubicBezTo>
                  <a:pt x="5571038" y="-21499"/>
                  <a:pt x="5603543" y="-2995"/>
                  <a:pt x="5840202" y="0"/>
                </a:cubicBezTo>
                <a:cubicBezTo>
                  <a:pt x="6076861" y="2995"/>
                  <a:pt x="6309581" y="-30781"/>
                  <a:pt x="6508418" y="0"/>
                </a:cubicBezTo>
                <a:cubicBezTo>
                  <a:pt x="6707255" y="30781"/>
                  <a:pt x="7110644" y="-20987"/>
                  <a:pt x="7263501" y="0"/>
                </a:cubicBezTo>
                <a:cubicBezTo>
                  <a:pt x="7416358" y="20987"/>
                  <a:pt x="7562921" y="10233"/>
                  <a:pt x="7671113" y="0"/>
                </a:cubicBezTo>
                <a:cubicBezTo>
                  <a:pt x="7779305" y="-10233"/>
                  <a:pt x="7957885" y="19709"/>
                  <a:pt x="8078724" y="0"/>
                </a:cubicBezTo>
                <a:cubicBezTo>
                  <a:pt x="8199563" y="-19709"/>
                  <a:pt x="8539685" y="-13832"/>
                  <a:pt x="8686800" y="0"/>
                </a:cubicBezTo>
                <a:cubicBezTo>
                  <a:pt x="8687261" y="9258"/>
                  <a:pt x="8688247" y="24151"/>
                  <a:pt x="8686800" y="36576"/>
                </a:cubicBezTo>
                <a:cubicBezTo>
                  <a:pt x="8335447" y="2147"/>
                  <a:pt x="8103855" y="62911"/>
                  <a:pt x="7931717" y="36576"/>
                </a:cubicBezTo>
                <a:cubicBezTo>
                  <a:pt x="7759579" y="10241"/>
                  <a:pt x="7541705" y="19727"/>
                  <a:pt x="7263501" y="36576"/>
                </a:cubicBezTo>
                <a:cubicBezTo>
                  <a:pt x="6985297" y="53425"/>
                  <a:pt x="6861730" y="24258"/>
                  <a:pt x="6682154" y="36576"/>
                </a:cubicBezTo>
                <a:cubicBezTo>
                  <a:pt x="6502578" y="48894"/>
                  <a:pt x="6301906" y="15094"/>
                  <a:pt x="5927070" y="36576"/>
                </a:cubicBezTo>
                <a:cubicBezTo>
                  <a:pt x="5552234" y="58058"/>
                  <a:pt x="5487319" y="15861"/>
                  <a:pt x="5258855" y="36576"/>
                </a:cubicBezTo>
                <a:cubicBezTo>
                  <a:pt x="5030391" y="57291"/>
                  <a:pt x="4741489" y="36156"/>
                  <a:pt x="4416904" y="36576"/>
                </a:cubicBezTo>
                <a:cubicBezTo>
                  <a:pt x="4092319" y="36996"/>
                  <a:pt x="3943463" y="1811"/>
                  <a:pt x="3574952" y="36576"/>
                </a:cubicBezTo>
                <a:cubicBezTo>
                  <a:pt x="3206441" y="71341"/>
                  <a:pt x="2995013" y="11783"/>
                  <a:pt x="2819869" y="36576"/>
                </a:cubicBezTo>
                <a:cubicBezTo>
                  <a:pt x="2644725" y="61369"/>
                  <a:pt x="2352787" y="30322"/>
                  <a:pt x="2064786" y="36576"/>
                </a:cubicBezTo>
                <a:cubicBezTo>
                  <a:pt x="1776785" y="42830"/>
                  <a:pt x="1540033" y="31051"/>
                  <a:pt x="1309702" y="36576"/>
                </a:cubicBezTo>
                <a:cubicBezTo>
                  <a:pt x="1079371" y="42101"/>
                  <a:pt x="951189" y="33377"/>
                  <a:pt x="815223" y="36576"/>
                </a:cubicBezTo>
                <a:cubicBezTo>
                  <a:pt x="679257" y="39775"/>
                  <a:pt x="224958" y="3631"/>
                  <a:pt x="0" y="36576"/>
                </a:cubicBezTo>
                <a:cubicBezTo>
                  <a:pt x="-472" y="19807"/>
                  <a:pt x="-535" y="8247"/>
                  <a:pt x="0" y="0"/>
                </a:cubicBezTo>
                <a:close/>
              </a:path>
              <a:path w="8686800" h="36576" stroke="0" extrusionOk="0">
                <a:moveTo>
                  <a:pt x="0" y="0"/>
                </a:moveTo>
                <a:cubicBezTo>
                  <a:pt x="170829" y="9621"/>
                  <a:pt x="331763" y="-26788"/>
                  <a:pt x="581347" y="0"/>
                </a:cubicBezTo>
                <a:cubicBezTo>
                  <a:pt x="830931" y="26788"/>
                  <a:pt x="849291" y="15676"/>
                  <a:pt x="988959" y="0"/>
                </a:cubicBezTo>
                <a:cubicBezTo>
                  <a:pt x="1128627" y="-15676"/>
                  <a:pt x="1452357" y="3501"/>
                  <a:pt x="1830910" y="0"/>
                </a:cubicBezTo>
                <a:cubicBezTo>
                  <a:pt x="2209463" y="-3501"/>
                  <a:pt x="2273738" y="22077"/>
                  <a:pt x="2412258" y="0"/>
                </a:cubicBezTo>
                <a:cubicBezTo>
                  <a:pt x="2550778" y="-22077"/>
                  <a:pt x="2764186" y="1357"/>
                  <a:pt x="2993605" y="0"/>
                </a:cubicBezTo>
                <a:cubicBezTo>
                  <a:pt x="3223024" y="-1357"/>
                  <a:pt x="3606034" y="-34729"/>
                  <a:pt x="3835556" y="0"/>
                </a:cubicBezTo>
                <a:cubicBezTo>
                  <a:pt x="4065078" y="34729"/>
                  <a:pt x="4105172" y="-22985"/>
                  <a:pt x="4330036" y="0"/>
                </a:cubicBezTo>
                <a:cubicBezTo>
                  <a:pt x="4554900" y="22985"/>
                  <a:pt x="4855708" y="21899"/>
                  <a:pt x="5171987" y="0"/>
                </a:cubicBezTo>
                <a:cubicBezTo>
                  <a:pt x="5488266" y="-21899"/>
                  <a:pt x="5669057" y="16428"/>
                  <a:pt x="6013938" y="0"/>
                </a:cubicBezTo>
                <a:cubicBezTo>
                  <a:pt x="6358819" y="-16428"/>
                  <a:pt x="6391983" y="-26960"/>
                  <a:pt x="6682154" y="0"/>
                </a:cubicBezTo>
                <a:cubicBezTo>
                  <a:pt x="6972325" y="26960"/>
                  <a:pt x="7173434" y="6085"/>
                  <a:pt x="7524105" y="0"/>
                </a:cubicBezTo>
                <a:cubicBezTo>
                  <a:pt x="7874776" y="-6085"/>
                  <a:pt x="7985215" y="-23134"/>
                  <a:pt x="8105453" y="0"/>
                </a:cubicBezTo>
                <a:cubicBezTo>
                  <a:pt x="8225691" y="23134"/>
                  <a:pt x="8509302" y="-10864"/>
                  <a:pt x="8686800" y="0"/>
                </a:cubicBezTo>
                <a:cubicBezTo>
                  <a:pt x="8685514" y="7335"/>
                  <a:pt x="8686369" y="23090"/>
                  <a:pt x="8686800" y="36576"/>
                </a:cubicBezTo>
                <a:cubicBezTo>
                  <a:pt x="8515262" y="11802"/>
                  <a:pt x="8246114" y="39450"/>
                  <a:pt x="8018585" y="36576"/>
                </a:cubicBezTo>
                <a:cubicBezTo>
                  <a:pt x="7791056" y="33702"/>
                  <a:pt x="7492767" y="46248"/>
                  <a:pt x="7350369" y="36576"/>
                </a:cubicBezTo>
                <a:cubicBezTo>
                  <a:pt x="7207971" y="26904"/>
                  <a:pt x="6719744" y="67178"/>
                  <a:pt x="6508418" y="36576"/>
                </a:cubicBezTo>
                <a:cubicBezTo>
                  <a:pt x="6297092" y="5974"/>
                  <a:pt x="6112964" y="18896"/>
                  <a:pt x="5840202" y="36576"/>
                </a:cubicBezTo>
                <a:cubicBezTo>
                  <a:pt x="5567440" y="54256"/>
                  <a:pt x="5530808" y="29424"/>
                  <a:pt x="5432591" y="36576"/>
                </a:cubicBezTo>
                <a:cubicBezTo>
                  <a:pt x="5334374" y="43728"/>
                  <a:pt x="5164343" y="58812"/>
                  <a:pt x="4938112" y="36576"/>
                </a:cubicBezTo>
                <a:cubicBezTo>
                  <a:pt x="4711881" y="14340"/>
                  <a:pt x="4466790" y="35502"/>
                  <a:pt x="4096160" y="36576"/>
                </a:cubicBezTo>
                <a:cubicBezTo>
                  <a:pt x="3725530" y="37650"/>
                  <a:pt x="3730143" y="52306"/>
                  <a:pt x="3427945" y="36576"/>
                </a:cubicBezTo>
                <a:cubicBezTo>
                  <a:pt x="3125747" y="20846"/>
                  <a:pt x="3071124" y="51159"/>
                  <a:pt x="2933466" y="36576"/>
                </a:cubicBezTo>
                <a:cubicBezTo>
                  <a:pt x="2795808" y="21993"/>
                  <a:pt x="2522026" y="49101"/>
                  <a:pt x="2265250" y="36576"/>
                </a:cubicBezTo>
                <a:cubicBezTo>
                  <a:pt x="2008474" y="24051"/>
                  <a:pt x="1961850" y="38978"/>
                  <a:pt x="1857639" y="36576"/>
                </a:cubicBezTo>
                <a:cubicBezTo>
                  <a:pt x="1753428" y="34174"/>
                  <a:pt x="1618113" y="51508"/>
                  <a:pt x="1450027" y="36576"/>
                </a:cubicBezTo>
                <a:cubicBezTo>
                  <a:pt x="1281941" y="21644"/>
                  <a:pt x="1047132" y="33663"/>
                  <a:pt x="781812" y="36576"/>
                </a:cubicBezTo>
                <a:cubicBezTo>
                  <a:pt x="516492" y="39489"/>
                  <a:pt x="206411" y="10675"/>
                  <a:pt x="0" y="36576"/>
                </a:cubicBezTo>
                <a:cubicBezTo>
                  <a:pt x="-1649" y="19104"/>
                  <a:pt x="652" y="1022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F81E0422-D502-4710-A6B6-67DB9F8A6446}"/>
              </a:ext>
            </a:extLst>
          </p:cNvPr>
          <p:cNvSpPr txBox="1"/>
          <p:nvPr/>
        </p:nvSpPr>
        <p:spPr>
          <a:xfrm>
            <a:off x="1225296" y="5816010"/>
            <a:ext cx="10590030" cy="6537914"/>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4400" dirty="0" err="1"/>
              <a:t>Podríamos</a:t>
            </a:r>
            <a:r>
              <a:rPr lang="en-US" sz="4400" dirty="0"/>
              <a:t> </a:t>
            </a:r>
            <a:r>
              <a:rPr lang="en-US" sz="4400" dirty="0" err="1"/>
              <a:t>definirlo</a:t>
            </a:r>
            <a:r>
              <a:rPr lang="en-US" sz="4400" dirty="0"/>
              <a:t> </a:t>
            </a:r>
            <a:r>
              <a:rPr lang="en-US" sz="4400" dirty="0" err="1"/>
              <a:t>como</a:t>
            </a:r>
            <a:r>
              <a:rPr lang="en-US" sz="4400" dirty="0"/>
              <a:t> un conjunto de </a:t>
            </a:r>
            <a:r>
              <a:rPr lang="en-US" sz="4400" dirty="0" err="1"/>
              <a:t>permisos</a:t>
            </a:r>
            <a:r>
              <a:rPr lang="en-US" sz="4400" dirty="0"/>
              <a:t> que </a:t>
            </a:r>
            <a:r>
              <a:rPr lang="en-US" sz="4400" dirty="0" err="1"/>
              <a:t>damos</a:t>
            </a:r>
            <a:r>
              <a:rPr lang="en-US" sz="4400" dirty="0"/>
              <a:t> </a:t>
            </a:r>
            <a:r>
              <a:rPr lang="en-US" sz="4400" dirty="0" err="1"/>
              <a:t>porque</a:t>
            </a:r>
            <a:r>
              <a:rPr lang="en-US" sz="4400" dirty="0"/>
              <a:t> </a:t>
            </a:r>
            <a:r>
              <a:rPr lang="en-US" sz="4400" dirty="0" err="1"/>
              <a:t>están</a:t>
            </a:r>
            <a:r>
              <a:rPr lang="en-US" sz="4400" dirty="0"/>
              <a:t> </a:t>
            </a:r>
            <a:r>
              <a:rPr lang="en-US" sz="4400" dirty="0" err="1"/>
              <a:t>almacenados</a:t>
            </a:r>
            <a:r>
              <a:rPr lang="en-US" sz="4400" dirty="0"/>
              <a:t> </a:t>
            </a:r>
            <a:r>
              <a:rPr lang="en-US" sz="4400" dirty="0" err="1"/>
              <a:t>en</a:t>
            </a:r>
            <a:r>
              <a:rPr lang="en-US" sz="4400" dirty="0"/>
              <a:t> </a:t>
            </a:r>
            <a:r>
              <a:rPr lang="en-US" sz="4400" dirty="0" err="1"/>
              <a:t>nuestro</a:t>
            </a:r>
            <a:r>
              <a:rPr lang="en-US" sz="4400" dirty="0"/>
              <a:t> </a:t>
            </a:r>
            <a:r>
              <a:rPr lang="en-US" sz="4400" dirty="0" err="1"/>
              <a:t>usuario</a:t>
            </a:r>
            <a:r>
              <a:rPr lang="en-US" sz="4400" dirty="0"/>
              <a:t> y </a:t>
            </a:r>
            <a:r>
              <a:rPr lang="en-US" sz="4400" dirty="0" err="1"/>
              <a:t>contraseña</a:t>
            </a:r>
            <a:r>
              <a:rPr lang="en-US" sz="4400" dirty="0"/>
              <a:t>, </a:t>
            </a:r>
          </a:p>
          <a:p>
            <a:pPr indent="-228600">
              <a:lnSpc>
                <a:spcPct val="90000"/>
              </a:lnSpc>
              <a:spcAft>
                <a:spcPts val="600"/>
              </a:spcAft>
              <a:buFont typeface="Arial" panose="020B0604020202020204" pitchFamily="34" charset="0"/>
              <a:buChar char="•"/>
            </a:pPr>
            <a:r>
              <a:rPr lang="en-US" sz="4400" dirty="0" err="1"/>
              <a:t>como</a:t>
            </a:r>
            <a:r>
              <a:rPr lang="en-US" sz="4400" dirty="0"/>
              <a:t> </a:t>
            </a:r>
            <a:r>
              <a:rPr lang="en-US" sz="4400" dirty="0" err="1"/>
              <a:t>ejemplo</a:t>
            </a:r>
            <a:endParaRPr lang="en-US" sz="4400" dirty="0"/>
          </a:p>
          <a:p>
            <a:pPr indent="-228600">
              <a:lnSpc>
                <a:spcPct val="90000"/>
              </a:lnSpc>
              <a:spcAft>
                <a:spcPts val="600"/>
              </a:spcAft>
              <a:buFont typeface="Arial" panose="020B0604020202020204" pitchFamily="34" charset="0"/>
              <a:buChar char="•"/>
            </a:pPr>
            <a:r>
              <a:rPr lang="en-US" sz="4400" dirty="0" err="1"/>
              <a:t>Cuando</a:t>
            </a:r>
            <a:r>
              <a:rPr lang="en-US" sz="4400" dirty="0"/>
              <a:t> </a:t>
            </a:r>
            <a:r>
              <a:rPr lang="en-US" sz="4400" dirty="0" err="1"/>
              <a:t>ingresamos</a:t>
            </a:r>
            <a:r>
              <a:rPr lang="en-US" sz="4400" dirty="0"/>
              <a:t> </a:t>
            </a:r>
            <a:r>
              <a:rPr lang="en-US" sz="4400" dirty="0" err="1"/>
              <a:t>en</a:t>
            </a:r>
            <a:r>
              <a:rPr lang="en-US" sz="4400" dirty="0"/>
              <a:t> </a:t>
            </a:r>
            <a:r>
              <a:rPr lang="en-US" sz="4400" dirty="0" err="1"/>
              <a:t>una</a:t>
            </a:r>
            <a:r>
              <a:rPr lang="en-US" sz="4400" dirty="0"/>
              <a:t> web y no </a:t>
            </a:r>
            <a:r>
              <a:rPr lang="en-US" sz="4400" dirty="0" err="1"/>
              <a:t>queremos</a:t>
            </a:r>
            <a:r>
              <a:rPr lang="en-US" sz="4400" dirty="0"/>
              <a:t> </a:t>
            </a:r>
            <a:r>
              <a:rPr lang="en-US" sz="4400" dirty="0" err="1"/>
              <a:t>definir</a:t>
            </a:r>
            <a:r>
              <a:rPr lang="en-US" sz="4400" dirty="0"/>
              <a:t> </a:t>
            </a:r>
            <a:r>
              <a:rPr lang="en-US" sz="4400" dirty="0" err="1"/>
              <a:t>nuestro</a:t>
            </a:r>
            <a:r>
              <a:rPr lang="en-US" sz="4400" dirty="0"/>
              <a:t> </a:t>
            </a:r>
            <a:r>
              <a:rPr lang="en-US" sz="4400" dirty="0" err="1"/>
              <a:t>usuario</a:t>
            </a:r>
            <a:r>
              <a:rPr lang="en-US" sz="4400" dirty="0"/>
              <a:t> con </a:t>
            </a:r>
            <a:r>
              <a:rPr lang="en-US" sz="4400" dirty="0" err="1"/>
              <a:t>el</a:t>
            </a:r>
            <a:r>
              <a:rPr lang="en-US" sz="4400" dirty="0"/>
              <a:t> </a:t>
            </a:r>
            <a:r>
              <a:rPr lang="en-US" sz="4400" dirty="0" err="1"/>
              <a:t>correo</a:t>
            </a:r>
            <a:r>
              <a:rPr lang="en-US" sz="4400" dirty="0"/>
              <a:t> y </a:t>
            </a:r>
            <a:r>
              <a:rPr lang="en-US" sz="4400" dirty="0" err="1"/>
              <a:t>una</a:t>
            </a:r>
            <a:r>
              <a:rPr lang="en-US" sz="4400" dirty="0"/>
              <a:t> clave y </a:t>
            </a:r>
            <a:r>
              <a:rPr lang="en-US" sz="4400" dirty="0" err="1"/>
              <a:t>optamos</a:t>
            </a:r>
            <a:endParaRPr lang="en-US" sz="4400" dirty="0"/>
          </a:p>
          <a:p>
            <a:pPr indent="-228600">
              <a:lnSpc>
                <a:spcPct val="90000"/>
              </a:lnSpc>
              <a:spcAft>
                <a:spcPts val="600"/>
              </a:spcAft>
              <a:buFont typeface="Arial" panose="020B0604020202020204" pitchFamily="34" charset="0"/>
              <a:buChar char="•"/>
            </a:pPr>
            <a:r>
              <a:rPr lang="en-US" sz="4400" dirty="0"/>
              <a:t> </a:t>
            </a:r>
            <a:r>
              <a:rPr lang="en-US" sz="4400" dirty="0" err="1"/>
              <a:t>por</a:t>
            </a:r>
            <a:r>
              <a:rPr lang="en-US" sz="4400" dirty="0"/>
              <a:t> las </a:t>
            </a:r>
            <a:r>
              <a:rPr lang="en-US" sz="4400" dirty="0" err="1"/>
              <a:t>opciones</a:t>
            </a:r>
            <a:r>
              <a:rPr lang="en-US" sz="4400" dirty="0"/>
              <a:t> que </a:t>
            </a:r>
            <a:r>
              <a:rPr lang="en-US" sz="4400" dirty="0" err="1"/>
              <a:t>vemos</a:t>
            </a:r>
            <a:r>
              <a:rPr lang="en-US" sz="4400" dirty="0"/>
              <a:t> </a:t>
            </a:r>
            <a:r>
              <a:rPr lang="en-US" sz="4400" dirty="0" err="1"/>
              <a:t>abajo</a:t>
            </a:r>
            <a:endParaRPr lang="en-US" sz="4400" dirty="0"/>
          </a:p>
        </p:txBody>
      </p:sp>
      <p:pic>
        <p:nvPicPr>
          <p:cNvPr id="8" name="Imagen 7">
            <a:extLst>
              <a:ext uri="{FF2B5EF4-FFF2-40B4-BE49-F238E27FC236}">
                <a16:creationId xmlns:a16="http://schemas.microsoft.com/office/drawing/2014/main" id="{0862CB94-CEC7-4088-ABC2-A6ADC95C4223}"/>
              </a:ext>
            </a:extLst>
          </p:cNvPr>
          <p:cNvPicPr>
            <a:picLocks noChangeAspect="1"/>
          </p:cNvPicPr>
          <p:nvPr/>
        </p:nvPicPr>
        <p:blipFill>
          <a:blip r:embed="rId2"/>
          <a:stretch>
            <a:fillRect/>
          </a:stretch>
        </p:blipFill>
        <p:spPr>
          <a:xfrm>
            <a:off x="12915740" y="724768"/>
            <a:ext cx="4961318" cy="5768976"/>
          </a:xfrm>
          <a:prstGeom prst="rect">
            <a:avLst/>
          </a:prstGeom>
        </p:spPr>
      </p:pic>
      <p:pic>
        <p:nvPicPr>
          <p:cNvPr id="5" name="Marcador de contenido 4">
            <a:extLst>
              <a:ext uri="{FF2B5EF4-FFF2-40B4-BE49-F238E27FC236}">
                <a16:creationId xmlns:a16="http://schemas.microsoft.com/office/drawing/2014/main" id="{C4DC0EFA-FD1D-4152-B660-34008E855E09}"/>
              </a:ext>
            </a:extLst>
          </p:cNvPr>
          <p:cNvPicPr>
            <a:picLocks noGrp="1" noChangeAspect="1"/>
          </p:cNvPicPr>
          <p:nvPr>
            <p:ph idx="4294967295"/>
          </p:nvPr>
        </p:nvPicPr>
        <p:blipFill>
          <a:blip r:embed="rId3"/>
          <a:stretch>
            <a:fillRect/>
          </a:stretch>
        </p:blipFill>
        <p:spPr>
          <a:xfrm>
            <a:off x="18448656" y="1562607"/>
            <a:ext cx="5207210" cy="4093295"/>
          </a:xfrm>
          <a:prstGeom prst="rect">
            <a:avLst/>
          </a:prstGeom>
        </p:spPr>
      </p:pic>
      <p:pic>
        <p:nvPicPr>
          <p:cNvPr id="3" name="Google Shape;135;p8" descr="Cómo protegerse de los virus, piratas informáticos y demás ataques? |  Tecnología - ComputerHoy.com">
            <a:extLst>
              <a:ext uri="{FF2B5EF4-FFF2-40B4-BE49-F238E27FC236}">
                <a16:creationId xmlns:a16="http://schemas.microsoft.com/office/drawing/2014/main" id="{E21AA518-B971-3412-8BF3-3922BBDEEAD4}"/>
              </a:ext>
            </a:extLst>
          </p:cNvPr>
          <p:cNvPicPr preferRelativeResize="0"/>
          <p:nvPr/>
        </p:nvPicPr>
        <p:blipFill rotWithShape="1">
          <a:blip r:embed="rId4"/>
          <a:stretch/>
        </p:blipFill>
        <p:spPr>
          <a:xfrm>
            <a:off x="14090757" y="6852516"/>
            <a:ext cx="8267146" cy="5501410"/>
          </a:xfrm>
          <a:prstGeom prst="rect">
            <a:avLst/>
          </a:prstGeom>
          <a:noFill/>
        </p:spPr>
      </p:pic>
    </p:spTree>
    <p:extLst>
      <p:ext uri="{BB962C8B-B14F-4D97-AF65-F5344CB8AC3E}">
        <p14:creationId xmlns:p14="http://schemas.microsoft.com/office/powerpoint/2010/main" val="133567261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94842B0-684D-44CC-B4BC-D13331CFD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C4754A6-4FA2-4B09-A4D5-B0C4ED96722E}"/>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sz="13200" kern="1200" dirty="0">
                <a:solidFill>
                  <a:schemeClr val="tx1"/>
                </a:solidFill>
                <a:latin typeface="+mj-lt"/>
                <a:ea typeface="+mj-ea"/>
                <a:cs typeface="+mj-cs"/>
              </a:rPr>
              <a:t>Cuidado</a:t>
            </a:r>
          </a:p>
        </p:txBody>
      </p:sp>
      <p:sp>
        <p:nvSpPr>
          <p:cNvPr id="12" name="sketch line">
            <a:extLst>
              <a:ext uri="{FF2B5EF4-FFF2-40B4-BE49-F238E27FC236}">
                <a16:creationId xmlns:a16="http://schemas.microsoft.com/office/drawing/2014/main" id="{4C2A3DC3-F495-4B99-9FF3-3FB30D632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C2D2213-1939-47A0-8E65-CF31BB024301}"/>
              </a:ext>
            </a:extLst>
          </p:cNvPr>
          <p:cNvSpPr>
            <a:spLocks noGrp="1"/>
          </p:cNvSpPr>
          <p:nvPr>
            <p:ph idx="4294967295"/>
          </p:nvPr>
        </p:nvSpPr>
        <p:spPr>
          <a:xfrm>
            <a:off x="1280160" y="5413248"/>
            <a:ext cx="13789152" cy="6967728"/>
          </a:xfrm>
        </p:spPr>
        <p:txBody>
          <a:bodyPr vert="horz" lIns="91440" tIns="45720" rIns="91440" bIns="45720" rtlCol="0">
            <a:normAutofit/>
          </a:bodyPr>
          <a:lstStyle/>
          <a:p>
            <a:pPr indent="-228600" defTabSz="914400"/>
            <a:r>
              <a:rPr lang="en-US" sz="4100" dirty="0" err="1"/>
              <a:t>Debemos</a:t>
            </a:r>
            <a:r>
              <a:rPr lang="en-US" sz="4100" dirty="0"/>
              <a:t> </a:t>
            </a:r>
            <a:r>
              <a:rPr lang="en-US" sz="4100" dirty="0" err="1"/>
              <a:t>asegurarnos</a:t>
            </a:r>
            <a:r>
              <a:rPr lang="en-US" sz="4100" dirty="0"/>
              <a:t> de que la </a:t>
            </a:r>
            <a:r>
              <a:rPr lang="en-US" sz="4100" b="1" dirty="0"/>
              <a:t>web sea </a:t>
            </a:r>
            <a:r>
              <a:rPr lang="en-US" sz="4100" b="1" dirty="0" err="1"/>
              <a:t>lícita</a:t>
            </a:r>
            <a:r>
              <a:rPr lang="en-US" sz="4100" dirty="0"/>
              <a:t>, </a:t>
            </a:r>
            <a:r>
              <a:rPr lang="en-US" sz="4100" dirty="0" err="1"/>
              <a:t>aunque</a:t>
            </a:r>
            <a:r>
              <a:rPr lang="en-US" sz="4100" dirty="0"/>
              <a:t> </a:t>
            </a:r>
            <a:r>
              <a:rPr lang="en-US" sz="4100" dirty="0" err="1"/>
              <a:t>el</a:t>
            </a:r>
            <a:r>
              <a:rPr lang="en-US" sz="4100" dirty="0"/>
              <a:t> </a:t>
            </a:r>
            <a:r>
              <a:rPr lang="en-US" sz="4100" dirty="0" err="1"/>
              <a:t>consejo</a:t>
            </a:r>
            <a:r>
              <a:rPr lang="en-US" sz="4100" dirty="0"/>
              <a:t> es que demos de </a:t>
            </a:r>
            <a:r>
              <a:rPr lang="en-US" sz="4100" dirty="0" err="1"/>
              <a:t>alta</a:t>
            </a:r>
            <a:r>
              <a:rPr lang="en-US" sz="4100" dirty="0"/>
              <a:t> un </a:t>
            </a:r>
            <a:r>
              <a:rPr lang="en-US" sz="4100" dirty="0" err="1"/>
              <a:t>correo</a:t>
            </a:r>
            <a:r>
              <a:rPr lang="en-US" sz="4100" dirty="0"/>
              <a:t> y no </a:t>
            </a:r>
            <a:r>
              <a:rPr lang="en-US" sz="4100" dirty="0" err="1"/>
              <a:t>usemos</a:t>
            </a:r>
            <a:r>
              <a:rPr lang="en-US" sz="4100" dirty="0"/>
              <a:t> las </a:t>
            </a:r>
            <a:r>
              <a:rPr lang="en-US" sz="4100" dirty="0" err="1"/>
              <a:t>opciones</a:t>
            </a:r>
            <a:r>
              <a:rPr lang="en-US" sz="4100" dirty="0"/>
              <a:t> de Token </a:t>
            </a:r>
            <a:r>
              <a:rPr lang="en-US" sz="4100" dirty="0" err="1"/>
              <a:t>porque</a:t>
            </a:r>
            <a:r>
              <a:rPr lang="en-US" sz="4100" dirty="0"/>
              <a:t> le </a:t>
            </a:r>
            <a:r>
              <a:rPr lang="en-US" sz="4100" dirty="0" err="1"/>
              <a:t>estamos</a:t>
            </a:r>
            <a:r>
              <a:rPr lang="en-US" sz="4100" dirty="0"/>
              <a:t> </a:t>
            </a:r>
            <a:r>
              <a:rPr lang="en-US" sz="4100" dirty="0" err="1"/>
              <a:t>dando</a:t>
            </a:r>
            <a:r>
              <a:rPr lang="en-US" sz="4100" dirty="0"/>
              <a:t> </a:t>
            </a:r>
            <a:r>
              <a:rPr lang="en-US" sz="4100" dirty="0" err="1"/>
              <a:t>acceso</a:t>
            </a:r>
            <a:r>
              <a:rPr lang="en-US" sz="4100" dirty="0"/>
              <a:t> a </a:t>
            </a:r>
            <a:r>
              <a:rPr lang="en-US" sz="4100" dirty="0" err="1"/>
              <a:t>información</a:t>
            </a:r>
            <a:r>
              <a:rPr lang="en-US" sz="4100" dirty="0"/>
              <a:t> de </a:t>
            </a:r>
            <a:r>
              <a:rPr lang="en-US" sz="4100" dirty="0" err="1"/>
              <a:t>nuestros</a:t>
            </a:r>
            <a:r>
              <a:rPr lang="en-US" sz="4100" dirty="0"/>
              <a:t> </a:t>
            </a:r>
            <a:r>
              <a:rPr lang="en-US" sz="4100" dirty="0" err="1"/>
              <a:t>contactos</a:t>
            </a:r>
            <a:r>
              <a:rPr lang="en-US" sz="4100" dirty="0"/>
              <a:t>, etc. </a:t>
            </a:r>
          </a:p>
          <a:p>
            <a:pPr indent="-228600" defTabSz="914400"/>
            <a:r>
              <a:rPr lang="en-US" sz="4100" dirty="0"/>
              <a:t>Hay Phishing tan </a:t>
            </a:r>
            <a:r>
              <a:rPr lang="en-US" sz="4100" dirty="0" err="1"/>
              <a:t>efectivo</a:t>
            </a:r>
            <a:r>
              <a:rPr lang="en-US" sz="4100" dirty="0"/>
              <a:t> que </a:t>
            </a:r>
            <a:r>
              <a:rPr lang="en-US" sz="4100" dirty="0" err="1"/>
              <a:t>cuando</a:t>
            </a:r>
            <a:r>
              <a:rPr lang="en-US" sz="4100" dirty="0"/>
              <a:t> le </a:t>
            </a:r>
            <a:r>
              <a:rPr lang="en-US" sz="4100" dirty="0" err="1"/>
              <a:t>damos</a:t>
            </a:r>
            <a:r>
              <a:rPr lang="en-US" sz="4100" dirty="0"/>
              <a:t> </a:t>
            </a:r>
            <a:r>
              <a:rPr lang="en-US" sz="4100" b="1" dirty="0" err="1"/>
              <a:t>el</a:t>
            </a:r>
            <a:r>
              <a:rPr lang="en-US" sz="4100" b="1" dirty="0"/>
              <a:t> token,</a:t>
            </a:r>
            <a:r>
              <a:rPr lang="en-US" sz="4100" dirty="0"/>
              <a:t> de </a:t>
            </a:r>
            <a:r>
              <a:rPr lang="en-US" sz="4100" dirty="0" err="1"/>
              <a:t>manera</a:t>
            </a:r>
            <a:r>
              <a:rPr lang="en-US" sz="4100" dirty="0"/>
              <a:t> </a:t>
            </a:r>
            <a:r>
              <a:rPr lang="en-US" sz="4100" dirty="0" err="1"/>
              <a:t>lícita</a:t>
            </a:r>
            <a:r>
              <a:rPr lang="en-US" sz="4100" dirty="0"/>
              <a:t> </a:t>
            </a:r>
            <a:r>
              <a:rPr lang="en-US" sz="4100" dirty="0" err="1"/>
              <a:t>pues</a:t>
            </a:r>
            <a:r>
              <a:rPr lang="en-US" sz="4100" dirty="0"/>
              <a:t> la web que </a:t>
            </a:r>
            <a:r>
              <a:rPr lang="en-US" sz="4100" dirty="0" err="1"/>
              <a:t>nos</a:t>
            </a:r>
            <a:r>
              <a:rPr lang="en-US" sz="4100" dirty="0"/>
              <a:t> </a:t>
            </a:r>
            <a:r>
              <a:rPr lang="en-US" sz="4100" dirty="0" err="1"/>
              <a:t>aparece</a:t>
            </a:r>
            <a:r>
              <a:rPr lang="en-US" sz="4100" dirty="0"/>
              <a:t> es </a:t>
            </a:r>
            <a:r>
              <a:rPr lang="en-US" sz="4100" dirty="0" err="1"/>
              <a:t>por</a:t>
            </a:r>
            <a:r>
              <a:rPr lang="en-US" sz="4100" dirty="0"/>
              <a:t> </a:t>
            </a:r>
            <a:r>
              <a:rPr lang="en-US" sz="4100" dirty="0" err="1"/>
              <a:t>ejemplo</a:t>
            </a:r>
            <a:r>
              <a:rPr lang="en-US" sz="4100" dirty="0"/>
              <a:t> de Hotmail, </a:t>
            </a:r>
            <a:r>
              <a:rPr lang="en-US" sz="4100" dirty="0" err="1"/>
              <a:t>después</a:t>
            </a:r>
            <a:r>
              <a:rPr lang="en-US" sz="4100" dirty="0"/>
              <a:t> </a:t>
            </a:r>
            <a:r>
              <a:rPr lang="en-US" sz="4100" dirty="0" err="1"/>
              <a:t>nos</a:t>
            </a:r>
            <a:r>
              <a:rPr lang="en-US" sz="4100" dirty="0"/>
              <a:t> </a:t>
            </a:r>
            <a:r>
              <a:rPr lang="en-US" sz="4100" dirty="0" err="1"/>
              <a:t>redirige</a:t>
            </a:r>
            <a:r>
              <a:rPr lang="en-US" sz="4100" dirty="0"/>
              <a:t> a </a:t>
            </a:r>
            <a:r>
              <a:rPr lang="en-US" sz="4100" dirty="0" err="1"/>
              <a:t>una</a:t>
            </a:r>
            <a:r>
              <a:rPr lang="en-US" sz="4100" dirty="0"/>
              <a:t> web </a:t>
            </a:r>
            <a:r>
              <a:rPr lang="en-US" sz="4100" dirty="0" err="1"/>
              <a:t>ilícita</a:t>
            </a:r>
            <a:r>
              <a:rPr lang="en-US" sz="4100" dirty="0"/>
              <a:t> </a:t>
            </a:r>
            <a:r>
              <a:rPr lang="en-US" sz="4100" dirty="0" err="1"/>
              <a:t>donde</a:t>
            </a:r>
            <a:r>
              <a:rPr lang="en-US" sz="4100" dirty="0"/>
              <a:t> </a:t>
            </a:r>
            <a:r>
              <a:rPr lang="en-US" sz="4100" dirty="0" err="1"/>
              <a:t>previamente</a:t>
            </a:r>
            <a:r>
              <a:rPr lang="en-US" sz="4100" dirty="0"/>
              <a:t> </a:t>
            </a:r>
            <a:r>
              <a:rPr lang="en-US" sz="4100" dirty="0" err="1"/>
              <a:t>nos</a:t>
            </a:r>
            <a:r>
              <a:rPr lang="en-US" sz="4100" dirty="0"/>
              <a:t> ha </a:t>
            </a:r>
            <a:r>
              <a:rPr lang="en-US" sz="4100" dirty="0" err="1"/>
              <a:t>robado</a:t>
            </a:r>
            <a:r>
              <a:rPr lang="en-US" sz="4100" dirty="0"/>
              <a:t> </a:t>
            </a:r>
            <a:r>
              <a:rPr lang="en-US" sz="4100" dirty="0" err="1"/>
              <a:t>nuestro</a:t>
            </a:r>
            <a:r>
              <a:rPr lang="en-US" sz="4100" dirty="0"/>
              <a:t> Token, y </a:t>
            </a:r>
            <a:r>
              <a:rPr lang="en-US" sz="4100" dirty="0" err="1"/>
              <a:t>pueden</a:t>
            </a:r>
            <a:r>
              <a:rPr lang="en-US" sz="4100" dirty="0"/>
              <a:t> </a:t>
            </a:r>
            <a:r>
              <a:rPr lang="en-US" sz="4100" dirty="0" err="1"/>
              <a:t>entrar</a:t>
            </a:r>
            <a:r>
              <a:rPr lang="en-US" sz="4100" dirty="0"/>
              <a:t> de </a:t>
            </a:r>
            <a:r>
              <a:rPr lang="en-US" sz="4100" dirty="0" err="1"/>
              <a:t>manera</a:t>
            </a:r>
            <a:r>
              <a:rPr lang="en-US" sz="4100" dirty="0"/>
              <a:t> </a:t>
            </a:r>
            <a:r>
              <a:rPr lang="en-US" sz="4100" dirty="0" err="1"/>
              <a:t>anónima</a:t>
            </a:r>
            <a:r>
              <a:rPr lang="en-US" sz="4100" dirty="0"/>
              <a:t> a </a:t>
            </a:r>
            <a:r>
              <a:rPr lang="en-US" sz="4100" dirty="0" err="1"/>
              <a:t>nuestro</a:t>
            </a:r>
            <a:r>
              <a:rPr lang="en-US" sz="4100" dirty="0"/>
              <a:t> </a:t>
            </a:r>
            <a:r>
              <a:rPr lang="en-US" sz="4100" dirty="0" err="1"/>
              <a:t>correo</a:t>
            </a:r>
            <a:r>
              <a:rPr lang="en-US" sz="4100" dirty="0"/>
              <a:t> </a:t>
            </a:r>
            <a:r>
              <a:rPr lang="en-US" sz="4100" dirty="0" err="1"/>
              <a:t>electrónico</a:t>
            </a:r>
            <a:r>
              <a:rPr lang="en-US" sz="4100" dirty="0"/>
              <a:t>.</a:t>
            </a:r>
          </a:p>
        </p:txBody>
      </p:sp>
      <p:pic>
        <p:nvPicPr>
          <p:cNvPr id="4" name="Picture 4" descr="Señal Peligro Indefinido">
            <a:extLst>
              <a:ext uri="{FF2B5EF4-FFF2-40B4-BE49-F238E27FC236}">
                <a16:creationId xmlns:a16="http://schemas.microsoft.com/office/drawing/2014/main" id="{F79F04D1-C1C3-4B0D-BF27-53825CD2D980}"/>
              </a:ext>
            </a:extLst>
          </p:cNvPr>
          <p:cNvPicPr>
            <a:picLocks noChangeAspect="1" noChangeArrowheads="1"/>
          </p:cNvPicPr>
          <p:nvPr/>
        </p:nvPicPr>
        <p:blipFill>
          <a:blip r:embed="rId2" cstate="hqprint">
            <a:extLst>
              <a:ext uri="{BEBA8EAE-BF5A-486C-A8C5-ECC9F3942E4B}">
                <a14:imgProps xmlns:a14="http://schemas.microsoft.com/office/drawing/2010/main">
                  <a14:imgLayer r:embed="rId3">
                    <a14:imgEffect>
                      <a14:backgroundRemoval t="9984" b="89198" l="0" r="100000"/>
                    </a14:imgEffect>
                  </a14:imgLayer>
                </a14:imgProps>
              </a:ext>
              <a:ext uri="{28A0092B-C50C-407E-A947-70E740481C1C}">
                <a14:useLocalDpi xmlns:a14="http://schemas.microsoft.com/office/drawing/2010/main" val="0"/>
              </a:ext>
            </a:extLst>
          </a:blip>
          <a:srcRect t="18688" r="1" b="1579"/>
          <a:stretch/>
        </p:blipFill>
        <p:spPr bwMode="auto">
          <a:xfrm>
            <a:off x="16312908" y="-14"/>
            <a:ext cx="8071094" cy="8357616"/>
          </a:xfrm>
          <a:custGeom>
            <a:avLst/>
            <a:gdLst/>
            <a:ahLst/>
            <a:cxnLst/>
            <a:rect l="l" t="t" r="r" b="b"/>
            <a:pathLst>
              <a:path w="4035547" h="4178808">
                <a:moveTo>
                  <a:pt x="14988" y="0"/>
                </a:moveTo>
                <a:lnTo>
                  <a:pt x="4035547" y="0"/>
                </a:lnTo>
                <a:lnTo>
                  <a:pt x="4035547" y="4161794"/>
                </a:lnTo>
                <a:lnTo>
                  <a:pt x="3918602" y="4164199"/>
                </a:lnTo>
                <a:cubicBezTo>
                  <a:pt x="3673497" y="4178956"/>
                  <a:pt x="3428120" y="4172295"/>
                  <a:pt x="3183014" y="4175560"/>
                </a:cubicBezTo>
                <a:cubicBezTo>
                  <a:pt x="2855121" y="4180001"/>
                  <a:pt x="2527499" y="4168639"/>
                  <a:pt x="2199742" y="4167595"/>
                </a:cubicBezTo>
                <a:cubicBezTo>
                  <a:pt x="2132562" y="4167334"/>
                  <a:pt x="2065110" y="4170729"/>
                  <a:pt x="1998202" y="4175952"/>
                </a:cubicBezTo>
                <a:cubicBezTo>
                  <a:pt x="1905507" y="4183005"/>
                  <a:pt x="1814033" y="4174124"/>
                  <a:pt x="1722153" y="4165766"/>
                </a:cubicBezTo>
                <a:cubicBezTo>
                  <a:pt x="1611407" y="4155711"/>
                  <a:pt x="1500933" y="4164591"/>
                  <a:pt x="1390867" y="4176214"/>
                </a:cubicBezTo>
                <a:lnTo>
                  <a:pt x="1348076" y="4178808"/>
                </a:lnTo>
                <a:lnTo>
                  <a:pt x="597587" y="4178808"/>
                </a:lnTo>
                <a:lnTo>
                  <a:pt x="507890" y="4175773"/>
                </a:lnTo>
                <a:cubicBezTo>
                  <a:pt x="403218" y="4174810"/>
                  <a:pt x="298546" y="4175691"/>
                  <a:pt x="193840" y="4176214"/>
                </a:cubicBezTo>
                <a:lnTo>
                  <a:pt x="2757" y="4175742"/>
                </a:lnTo>
                <a:lnTo>
                  <a:pt x="2810" y="4034870"/>
                </a:lnTo>
                <a:cubicBezTo>
                  <a:pt x="5629" y="3979851"/>
                  <a:pt x="10539" y="3924896"/>
                  <a:pt x="15416" y="3870068"/>
                </a:cubicBezTo>
                <a:cubicBezTo>
                  <a:pt x="23018" y="3799731"/>
                  <a:pt x="25045" y="3728899"/>
                  <a:pt x="21498" y="3658244"/>
                </a:cubicBezTo>
                <a:cubicBezTo>
                  <a:pt x="17063" y="3602147"/>
                  <a:pt x="10095" y="3546050"/>
                  <a:pt x="8828" y="3489953"/>
                </a:cubicBezTo>
                <a:cubicBezTo>
                  <a:pt x="6548" y="3389688"/>
                  <a:pt x="7434" y="3289424"/>
                  <a:pt x="13262" y="3189160"/>
                </a:cubicBezTo>
                <a:cubicBezTo>
                  <a:pt x="16176" y="3138901"/>
                  <a:pt x="20864" y="3089150"/>
                  <a:pt x="22891" y="3038510"/>
                </a:cubicBezTo>
                <a:cubicBezTo>
                  <a:pt x="24918" y="2987870"/>
                  <a:pt x="28973" y="2936723"/>
                  <a:pt x="17444" y="2887098"/>
                </a:cubicBezTo>
                <a:cubicBezTo>
                  <a:pt x="-2068" y="2802699"/>
                  <a:pt x="12249" y="2718680"/>
                  <a:pt x="16430" y="2634534"/>
                </a:cubicBezTo>
                <a:cubicBezTo>
                  <a:pt x="18964" y="2582244"/>
                  <a:pt x="34168" y="2528685"/>
                  <a:pt x="20738" y="2477919"/>
                </a:cubicBezTo>
                <a:cubicBezTo>
                  <a:pt x="-421" y="2398342"/>
                  <a:pt x="13389" y="2320415"/>
                  <a:pt x="20738" y="2242107"/>
                </a:cubicBezTo>
                <a:cubicBezTo>
                  <a:pt x="29213" y="2168001"/>
                  <a:pt x="27718" y="2093082"/>
                  <a:pt x="16303" y="2019369"/>
                </a:cubicBezTo>
                <a:cubicBezTo>
                  <a:pt x="1986" y="1946239"/>
                  <a:pt x="1986" y="1871028"/>
                  <a:pt x="16303" y="1797899"/>
                </a:cubicBezTo>
                <a:cubicBezTo>
                  <a:pt x="28162" y="1737537"/>
                  <a:pt x="29530" y="1675589"/>
                  <a:pt x="20357" y="1614758"/>
                </a:cubicBezTo>
                <a:cubicBezTo>
                  <a:pt x="14149" y="1571226"/>
                  <a:pt x="3000" y="1527947"/>
                  <a:pt x="1480" y="1484415"/>
                </a:cubicBezTo>
                <a:cubicBezTo>
                  <a:pt x="-1662" y="1393377"/>
                  <a:pt x="200" y="1302238"/>
                  <a:pt x="7055" y="1211417"/>
                </a:cubicBezTo>
                <a:cubicBezTo>
                  <a:pt x="15036" y="1107980"/>
                  <a:pt x="30366" y="1004923"/>
                  <a:pt x="19724" y="900725"/>
                </a:cubicBezTo>
                <a:cubicBezTo>
                  <a:pt x="16050" y="864934"/>
                  <a:pt x="8575" y="829270"/>
                  <a:pt x="7815" y="793353"/>
                </a:cubicBezTo>
                <a:cubicBezTo>
                  <a:pt x="6168" y="726087"/>
                  <a:pt x="5407" y="659710"/>
                  <a:pt x="9208" y="590286"/>
                </a:cubicBezTo>
                <a:cubicBezTo>
                  <a:pt x="13009" y="520863"/>
                  <a:pt x="27452" y="450424"/>
                  <a:pt x="17697" y="382270"/>
                </a:cubicBezTo>
                <a:cubicBezTo>
                  <a:pt x="7941" y="314115"/>
                  <a:pt x="14276" y="247103"/>
                  <a:pt x="20611" y="180218"/>
                </a:cubicBezTo>
                <a:cubicBezTo>
                  <a:pt x="23652" y="148426"/>
                  <a:pt x="25711" y="116982"/>
                  <a:pt x="25156" y="85665"/>
                </a:cubicBezTo>
                <a:close/>
              </a:path>
            </a:pathLst>
          </a:custGeom>
          <a:noFill/>
          <a:extLst>
            <a:ext uri="{909E8E84-426E-40DD-AFC4-6F175D3DCCD1}">
              <a14:hiddenFill xmlns:a14="http://schemas.microsoft.com/office/drawing/2010/main">
                <a:solidFill>
                  <a:srgbClr val="FFFFFF"/>
                </a:solidFill>
              </a14:hiddenFill>
            </a:ext>
          </a:extLst>
        </p:spPr>
      </p:pic>
      <p:pic>
        <p:nvPicPr>
          <p:cNvPr id="5" name="Google Shape;135;p8" descr="Cómo protegerse de los virus, piratas informáticos y demás ataques? |  Tecnología - ComputerHoy.com">
            <a:extLst>
              <a:ext uri="{FF2B5EF4-FFF2-40B4-BE49-F238E27FC236}">
                <a16:creationId xmlns:a16="http://schemas.microsoft.com/office/drawing/2014/main" id="{6BCD9E7C-38BA-15D3-8807-C7C484033AC9}"/>
              </a:ext>
            </a:extLst>
          </p:cNvPr>
          <p:cNvPicPr preferRelativeResize="0"/>
          <p:nvPr/>
        </p:nvPicPr>
        <p:blipFill rotWithShape="1">
          <a:blip r:embed="rId4"/>
          <a:srcRect r="-1" b="3812"/>
          <a:stretch/>
        </p:blipFill>
        <p:spPr>
          <a:xfrm>
            <a:off x="16288712" y="8534402"/>
            <a:ext cx="8095290" cy="5181616"/>
          </a:xfrm>
          <a:custGeom>
            <a:avLst/>
            <a:gdLst/>
            <a:ahLst/>
            <a:cxnLst/>
            <a:rect l="l" t="t" r="r" b="b"/>
            <a:pathLst>
              <a:path w="4047645" h="2495811">
                <a:moveTo>
                  <a:pt x="2441891" y="4"/>
                </a:moveTo>
                <a:cubicBezTo>
                  <a:pt x="2489381" y="-78"/>
                  <a:pt x="2536882" y="1163"/>
                  <a:pt x="2584383" y="4428"/>
                </a:cubicBezTo>
                <a:cubicBezTo>
                  <a:pt x="2744314" y="17813"/>
                  <a:pt x="2904989" y="21079"/>
                  <a:pt x="3065367" y="14222"/>
                </a:cubicBezTo>
                <a:cubicBezTo>
                  <a:pt x="3194244" y="5694"/>
                  <a:pt x="3323514" y="4206"/>
                  <a:pt x="3452568" y="9782"/>
                </a:cubicBezTo>
                <a:cubicBezTo>
                  <a:pt x="3572813" y="16442"/>
                  <a:pt x="3693059" y="23233"/>
                  <a:pt x="3813712" y="19315"/>
                </a:cubicBezTo>
                <a:cubicBezTo>
                  <a:pt x="3861755" y="17748"/>
                  <a:pt x="3909121" y="15789"/>
                  <a:pt x="3956758" y="13177"/>
                </a:cubicBezTo>
                <a:lnTo>
                  <a:pt x="4047645" y="9696"/>
                </a:lnTo>
                <a:lnTo>
                  <a:pt x="4047645" y="2495811"/>
                </a:lnTo>
                <a:lnTo>
                  <a:pt x="28177" y="2495811"/>
                </a:lnTo>
                <a:lnTo>
                  <a:pt x="28782" y="2485852"/>
                </a:lnTo>
                <a:cubicBezTo>
                  <a:pt x="31911" y="2365446"/>
                  <a:pt x="35027" y="2245002"/>
                  <a:pt x="38157" y="2124521"/>
                </a:cubicBezTo>
                <a:cubicBezTo>
                  <a:pt x="38284" y="2119444"/>
                  <a:pt x="39171" y="2114494"/>
                  <a:pt x="39171" y="2109417"/>
                </a:cubicBezTo>
                <a:cubicBezTo>
                  <a:pt x="48166" y="1995573"/>
                  <a:pt x="53107" y="1881729"/>
                  <a:pt x="18899" y="1770550"/>
                </a:cubicBezTo>
                <a:cubicBezTo>
                  <a:pt x="15871" y="1760104"/>
                  <a:pt x="14262" y="1749304"/>
                  <a:pt x="14084" y="1738440"/>
                </a:cubicBezTo>
                <a:cubicBezTo>
                  <a:pt x="12413" y="1641514"/>
                  <a:pt x="16644" y="1544587"/>
                  <a:pt x="26754" y="1448181"/>
                </a:cubicBezTo>
                <a:cubicBezTo>
                  <a:pt x="31949" y="1389038"/>
                  <a:pt x="26754" y="1329006"/>
                  <a:pt x="43478" y="1270498"/>
                </a:cubicBezTo>
                <a:cubicBezTo>
                  <a:pt x="50864" y="1241421"/>
                  <a:pt x="55109" y="1211634"/>
                  <a:pt x="56147" y="1181656"/>
                </a:cubicBezTo>
                <a:cubicBezTo>
                  <a:pt x="59948" y="1109060"/>
                  <a:pt x="38537" y="1040779"/>
                  <a:pt x="18139" y="972244"/>
                </a:cubicBezTo>
                <a:cubicBezTo>
                  <a:pt x="7370" y="935945"/>
                  <a:pt x="-5426" y="898886"/>
                  <a:pt x="2429" y="860811"/>
                </a:cubicBezTo>
                <a:cubicBezTo>
                  <a:pt x="16707" y="802251"/>
                  <a:pt x="24854" y="742359"/>
                  <a:pt x="26754" y="682112"/>
                </a:cubicBezTo>
                <a:cubicBezTo>
                  <a:pt x="26754" y="639468"/>
                  <a:pt x="16365" y="597712"/>
                  <a:pt x="20039" y="555195"/>
                </a:cubicBezTo>
                <a:cubicBezTo>
                  <a:pt x="28211" y="472712"/>
                  <a:pt x="30238" y="389734"/>
                  <a:pt x="26121" y="306946"/>
                </a:cubicBezTo>
                <a:cubicBezTo>
                  <a:pt x="26095" y="273846"/>
                  <a:pt x="29846" y="240848"/>
                  <a:pt x="37270" y="208585"/>
                </a:cubicBezTo>
                <a:cubicBezTo>
                  <a:pt x="46506" y="151651"/>
                  <a:pt x="48419" y="93777"/>
                  <a:pt x="42971" y="36360"/>
                </a:cubicBezTo>
                <a:lnTo>
                  <a:pt x="38853" y="8429"/>
                </a:lnTo>
                <a:lnTo>
                  <a:pt x="56649" y="7824"/>
                </a:lnTo>
                <a:cubicBezTo>
                  <a:pt x="210497" y="-156"/>
                  <a:pt x="364754" y="3162"/>
                  <a:pt x="518087" y="17748"/>
                </a:cubicBezTo>
                <a:cubicBezTo>
                  <a:pt x="626567" y="25440"/>
                  <a:pt x="735534" y="24213"/>
                  <a:pt x="843809" y="14092"/>
                </a:cubicBezTo>
                <a:cubicBezTo>
                  <a:pt x="1042499" y="-1711"/>
                  <a:pt x="1240782" y="10958"/>
                  <a:pt x="1439065" y="21666"/>
                </a:cubicBezTo>
                <a:cubicBezTo>
                  <a:pt x="1631105" y="32113"/>
                  <a:pt x="1823010" y="24408"/>
                  <a:pt x="2015050" y="17487"/>
                </a:cubicBezTo>
                <a:cubicBezTo>
                  <a:pt x="2157045" y="12394"/>
                  <a:pt x="2299420" y="249"/>
                  <a:pt x="2441891" y="4"/>
                </a:cubicBezTo>
                <a:close/>
              </a:path>
            </a:pathLst>
          </a:custGeom>
          <a:noFill/>
        </p:spPr>
      </p:pic>
    </p:spTree>
    <p:extLst>
      <p:ext uri="{BB962C8B-B14F-4D97-AF65-F5344CB8AC3E}">
        <p14:creationId xmlns:p14="http://schemas.microsoft.com/office/powerpoint/2010/main" val="314689461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6"/>
        <p:cNvGrpSpPr/>
        <p:nvPr/>
      </p:nvGrpSpPr>
      <p:grpSpPr>
        <a:xfrm>
          <a:off x="0" y="0"/>
          <a:ext cx="0" cy="0"/>
          <a:chOff x="0" y="0"/>
          <a:chExt cx="0" cy="0"/>
        </a:xfrm>
      </p:grpSpPr>
      <p:sp useBgFill="1">
        <p:nvSpPr>
          <p:cNvPr id="272" name="Rectangle 27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Google Shape;267;p22"/>
          <p:cNvSpPr txBox="1">
            <a:spLocks noGrp="1"/>
          </p:cNvSpPr>
          <p:nvPr>
            <p:ph type="title" idx="4294967295"/>
          </p:nvPr>
        </p:nvSpPr>
        <p:spPr>
          <a:xfrm>
            <a:off x="1277764" y="5281594"/>
            <a:ext cx="7143620" cy="7147032"/>
          </a:xfrm>
          <a:prstGeom prst="rect">
            <a:avLst/>
          </a:prstGeom>
        </p:spPr>
        <p:txBody>
          <a:bodyPr spcFirstLastPara="1" vert="horz" lIns="91440" tIns="45720" rIns="91440" bIns="45720" rtlCol="0" anchor="b" anchorCtr="0">
            <a:normAutofit fontScale="90000"/>
          </a:bodyPr>
          <a:lstStyle/>
          <a:p>
            <a:pPr defTabSz="914400"/>
            <a:r>
              <a:rPr lang="en-US" sz="3300" b="1" kern="1200" dirty="0">
                <a:solidFill>
                  <a:schemeClr val="tx1"/>
                </a:solidFill>
                <a:latin typeface="+mj-lt"/>
                <a:ea typeface="+mj-ea"/>
                <a:cs typeface="+mj-cs"/>
              </a:rPr>
              <a:t>Como </a:t>
            </a:r>
            <a:r>
              <a:rPr lang="en-US" sz="3300" b="1" kern="1200" dirty="0" err="1">
                <a:solidFill>
                  <a:schemeClr val="tx1"/>
                </a:solidFill>
                <a:latin typeface="+mj-lt"/>
                <a:ea typeface="+mj-ea"/>
                <a:cs typeface="+mj-cs"/>
              </a:rPr>
              <a:t>protegernos</a:t>
            </a:r>
            <a:r>
              <a:rPr lang="en-US" sz="3300" b="1" kern="1200" dirty="0">
                <a:solidFill>
                  <a:schemeClr val="tx1"/>
                </a:solidFill>
                <a:latin typeface="+mj-lt"/>
                <a:ea typeface="+mj-ea"/>
                <a:cs typeface="+mj-cs"/>
              </a:rPr>
              <a:t> ante </a:t>
            </a:r>
            <a:r>
              <a:rPr lang="en-US" sz="3300" b="1" kern="1200" dirty="0" err="1">
                <a:solidFill>
                  <a:schemeClr val="tx1"/>
                </a:solidFill>
                <a:latin typeface="+mj-lt"/>
                <a:ea typeface="+mj-ea"/>
                <a:cs typeface="+mj-cs"/>
              </a:rPr>
              <a:t>ataques</a:t>
            </a:r>
            <a:r>
              <a:rPr lang="en-US" sz="3300" b="1" kern="1200" dirty="0">
                <a:solidFill>
                  <a:schemeClr val="tx1"/>
                </a:solidFill>
                <a:latin typeface="+mj-lt"/>
                <a:ea typeface="+mj-ea"/>
                <a:cs typeface="+mj-cs"/>
              </a:rPr>
              <a:t> de </a:t>
            </a:r>
            <a:r>
              <a:rPr lang="en-US" sz="3300" b="1" kern="1200" dirty="0" err="1">
                <a:solidFill>
                  <a:schemeClr val="tx1"/>
                </a:solidFill>
                <a:latin typeface="+mj-lt"/>
                <a:ea typeface="+mj-ea"/>
                <a:cs typeface="+mj-cs"/>
              </a:rPr>
              <a:t>ingeniería</a:t>
            </a:r>
            <a:r>
              <a:rPr lang="en-US" sz="3300" b="1" kern="1200" dirty="0">
                <a:solidFill>
                  <a:schemeClr val="tx1"/>
                </a:solidFill>
                <a:latin typeface="+mj-lt"/>
                <a:ea typeface="+mj-ea"/>
                <a:cs typeface="+mj-cs"/>
              </a:rPr>
              <a:t> social</a:t>
            </a:r>
            <a:br>
              <a:rPr lang="en-US" sz="3300" b="1" kern="1200" dirty="0">
                <a:solidFill>
                  <a:schemeClr val="tx1"/>
                </a:solidFill>
                <a:latin typeface="+mj-lt"/>
                <a:ea typeface="+mj-ea"/>
                <a:cs typeface="+mj-cs"/>
              </a:rPr>
            </a:br>
            <a:br>
              <a:rPr lang="en-US" sz="3300" b="1" kern="1200" dirty="0">
                <a:solidFill>
                  <a:schemeClr val="tx1"/>
                </a:solidFill>
                <a:latin typeface="+mj-lt"/>
                <a:ea typeface="+mj-ea"/>
                <a:cs typeface="+mj-cs"/>
              </a:rPr>
            </a:br>
            <a:br>
              <a:rPr lang="en-US" sz="3300" kern="1200" dirty="0">
                <a:solidFill>
                  <a:schemeClr val="tx1"/>
                </a:solidFill>
                <a:latin typeface="+mj-lt"/>
                <a:ea typeface="+mj-ea"/>
                <a:cs typeface="+mj-cs"/>
              </a:rPr>
            </a:br>
            <a:r>
              <a:rPr lang="en-US" sz="3300" kern="1200" dirty="0">
                <a:solidFill>
                  <a:schemeClr val="tx1"/>
                </a:solidFill>
                <a:latin typeface="+mj-lt"/>
                <a:ea typeface="+mj-ea"/>
                <a:cs typeface="+mj-cs"/>
              </a:rPr>
              <a:t>- </a:t>
            </a:r>
            <a:r>
              <a:rPr lang="en-US" sz="3300" b="1" kern="1200" dirty="0" err="1">
                <a:solidFill>
                  <a:schemeClr val="tx1"/>
                </a:solidFill>
                <a:latin typeface="+mj-lt"/>
                <a:ea typeface="+mj-ea"/>
                <a:cs typeface="+mj-cs"/>
              </a:rPr>
              <a:t>Nunca</a:t>
            </a:r>
            <a:r>
              <a:rPr lang="en-US" sz="3300" b="1" kern="1200" dirty="0">
                <a:solidFill>
                  <a:schemeClr val="tx1"/>
                </a:solidFill>
                <a:latin typeface="+mj-lt"/>
                <a:ea typeface="+mj-ea"/>
                <a:cs typeface="+mj-cs"/>
              </a:rPr>
              <a:t> </a:t>
            </a:r>
            <a:r>
              <a:rPr lang="en-US" sz="3300" b="1" kern="1200" dirty="0" err="1">
                <a:solidFill>
                  <a:schemeClr val="tx1"/>
                </a:solidFill>
                <a:latin typeface="+mj-lt"/>
                <a:ea typeface="+mj-ea"/>
                <a:cs typeface="+mj-cs"/>
              </a:rPr>
              <a:t>compartas</a:t>
            </a:r>
            <a:r>
              <a:rPr lang="en-US" sz="3300" b="1" kern="1200" dirty="0">
                <a:solidFill>
                  <a:schemeClr val="tx1"/>
                </a:solidFill>
                <a:latin typeface="+mj-lt"/>
                <a:ea typeface="+mj-ea"/>
                <a:cs typeface="+mj-cs"/>
              </a:rPr>
              <a:t> </a:t>
            </a:r>
            <a:r>
              <a:rPr lang="en-US" sz="3300" b="1" kern="1200" dirty="0" err="1">
                <a:solidFill>
                  <a:schemeClr val="tx1"/>
                </a:solidFill>
                <a:latin typeface="+mj-lt"/>
                <a:ea typeface="+mj-ea"/>
                <a:cs typeface="+mj-cs"/>
              </a:rPr>
              <a:t>tus</a:t>
            </a:r>
            <a:r>
              <a:rPr lang="en-US" sz="3300" b="1" kern="1200" dirty="0">
                <a:solidFill>
                  <a:schemeClr val="tx1"/>
                </a:solidFill>
                <a:latin typeface="+mj-lt"/>
                <a:ea typeface="+mj-ea"/>
                <a:cs typeface="+mj-cs"/>
              </a:rPr>
              <a:t> </a:t>
            </a:r>
            <a:r>
              <a:rPr lang="en-US" sz="3300" b="1" kern="1200" dirty="0" err="1">
                <a:solidFill>
                  <a:schemeClr val="tx1"/>
                </a:solidFill>
                <a:latin typeface="+mj-lt"/>
                <a:ea typeface="+mj-ea"/>
                <a:cs typeface="+mj-cs"/>
              </a:rPr>
              <a:t>contraseñas</a:t>
            </a:r>
            <a:r>
              <a:rPr lang="en-US" sz="3300" b="1" kern="1200" dirty="0">
                <a:solidFill>
                  <a:schemeClr val="tx1"/>
                </a:solidFill>
                <a:latin typeface="+mj-lt"/>
                <a:ea typeface="+mj-ea"/>
                <a:cs typeface="+mj-cs"/>
              </a:rPr>
              <a:t> con </a:t>
            </a:r>
            <a:r>
              <a:rPr lang="en-US" sz="3300" b="1" kern="1200" dirty="0" err="1">
                <a:solidFill>
                  <a:schemeClr val="tx1"/>
                </a:solidFill>
                <a:latin typeface="+mj-lt"/>
                <a:ea typeface="+mj-ea"/>
                <a:cs typeface="+mj-cs"/>
              </a:rPr>
              <a:t>nadie</a:t>
            </a:r>
            <a:r>
              <a:rPr lang="en-US" sz="3300" b="1" kern="1200" dirty="0">
                <a:solidFill>
                  <a:schemeClr val="tx1"/>
                </a:solidFill>
                <a:latin typeface="+mj-lt"/>
                <a:ea typeface="+mj-ea"/>
                <a:cs typeface="+mj-cs"/>
              </a:rPr>
              <a:t>. </a:t>
            </a:r>
            <a:r>
              <a:rPr lang="en-US" sz="3300" kern="1200" dirty="0" err="1">
                <a:solidFill>
                  <a:schemeClr val="tx1"/>
                </a:solidFill>
                <a:latin typeface="+mj-lt"/>
                <a:ea typeface="+mj-ea"/>
                <a:cs typeface="+mj-cs"/>
              </a:rPr>
              <a:t>Asegúrate</a:t>
            </a:r>
            <a:r>
              <a:rPr lang="en-US" sz="3300" kern="1200" dirty="0">
                <a:solidFill>
                  <a:schemeClr val="tx1"/>
                </a:solidFill>
                <a:latin typeface="+mj-lt"/>
                <a:ea typeface="+mj-ea"/>
                <a:cs typeface="+mj-cs"/>
              </a:rPr>
              <a:t> de </a:t>
            </a:r>
            <a:r>
              <a:rPr lang="en-US" sz="3300" kern="1200" dirty="0" err="1">
                <a:solidFill>
                  <a:schemeClr val="tx1"/>
                </a:solidFill>
                <a:latin typeface="+mj-lt"/>
                <a:ea typeface="+mj-ea"/>
                <a:cs typeface="+mj-cs"/>
              </a:rPr>
              <a:t>utilizar</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contraseñas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seguras</a:t>
            </a:r>
            <a:r>
              <a:rPr lang="en-US" sz="3300" kern="1200" dirty="0">
                <a:solidFill>
                  <a:schemeClr val="tx1"/>
                </a:solidFill>
                <a:latin typeface="+mj-lt"/>
                <a:ea typeface="+mj-ea"/>
                <a:cs typeface="+mj-cs"/>
              </a:rPr>
              <a:t> que </a:t>
            </a:r>
            <a:r>
              <a:rPr lang="en-US" sz="3300" kern="1200" dirty="0" err="1">
                <a:solidFill>
                  <a:schemeClr val="tx1"/>
                </a:solidFill>
                <a:latin typeface="+mj-lt"/>
                <a:ea typeface="+mj-ea"/>
                <a:cs typeface="+mj-cs"/>
              </a:rPr>
              <a:t>contengan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una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combinación</a:t>
            </a:r>
            <a:r>
              <a:rPr lang="en-US" sz="3300" kern="1200" dirty="0">
                <a:solidFill>
                  <a:schemeClr val="tx1"/>
                </a:solidFill>
                <a:latin typeface="+mj-lt"/>
                <a:ea typeface="+mj-ea"/>
                <a:cs typeface="+mj-cs"/>
              </a:rPr>
              <a:t> de </a:t>
            </a:r>
            <a:r>
              <a:rPr lang="en-US" sz="3300" kern="1200" dirty="0" err="1">
                <a:solidFill>
                  <a:schemeClr val="tx1"/>
                </a:solidFill>
                <a:latin typeface="+mj-lt"/>
                <a:ea typeface="+mj-ea"/>
                <a:cs typeface="+mj-cs"/>
              </a:rPr>
              <a:t>letras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números</a:t>
            </a:r>
            <a:r>
              <a:rPr lang="en-US" sz="3300" kern="1200" dirty="0">
                <a:solidFill>
                  <a:schemeClr val="tx1"/>
                </a:solidFill>
                <a:latin typeface="+mj-lt"/>
                <a:ea typeface="+mj-ea"/>
                <a:cs typeface="+mj-cs"/>
              </a:rPr>
              <a:t> y </a:t>
            </a:r>
            <a:r>
              <a:rPr lang="en-US" sz="3300" kern="1200" dirty="0" err="1">
                <a:solidFill>
                  <a:schemeClr val="tx1"/>
                </a:solidFill>
                <a:latin typeface="+mj-lt"/>
                <a:ea typeface="+mj-ea"/>
                <a:cs typeface="+mj-cs"/>
              </a:rPr>
              <a:t>símbolos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También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puedes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utilizar</a:t>
            </a:r>
            <a:r>
              <a:rPr lang="en-US" sz="3300" kern="1200" dirty="0">
                <a:solidFill>
                  <a:schemeClr val="tx1"/>
                </a:solidFill>
                <a:latin typeface="+mj-lt"/>
                <a:ea typeface="+mj-ea"/>
                <a:cs typeface="+mj-cs"/>
              </a:rPr>
              <a:t> un </a:t>
            </a:r>
            <a:r>
              <a:rPr lang="en-US" sz="3300" kern="1200" dirty="0" err="1">
                <a:solidFill>
                  <a:schemeClr val="tx1"/>
                </a:solidFill>
                <a:latin typeface="+mj-lt"/>
                <a:ea typeface="+mj-ea"/>
                <a:cs typeface="+mj-cs"/>
              </a:rPr>
              <a:t>administrador</a:t>
            </a:r>
            <a:r>
              <a:rPr lang="en-US" sz="3300" kern="1200" dirty="0">
                <a:solidFill>
                  <a:schemeClr val="tx1"/>
                </a:solidFill>
                <a:latin typeface="+mj-lt"/>
                <a:ea typeface="+mj-ea"/>
                <a:cs typeface="+mj-cs"/>
              </a:rPr>
              <a:t> de </a:t>
            </a:r>
            <a:r>
              <a:rPr lang="en-US" sz="3300" kern="1200" dirty="0" err="1">
                <a:solidFill>
                  <a:schemeClr val="tx1"/>
                </a:solidFill>
                <a:latin typeface="+mj-lt"/>
                <a:ea typeface="+mj-ea"/>
                <a:cs typeface="+mj-cs"/>
              </a:rPr>
              <a:t>contraseñas</a:t>
            </a:r>
            <a:r>
              <a:rPr lang="en-US" sz="3300" kern="1200" dirty="0">
                <a:solidFill>
                  <a:schemeClr val="tx1"/>
                </a:solidFill>
                <a:latin typeface="+mj-lt"/>
                <a:ea typeface="+mj-ea"/>
                <a:cs typeface="+mj-cs"/>
              </a:rPr>
              <a:t> para </a:t>
            </a:r>
            <a:r>
              <a:rPr lang="en-US" sz="3300" kern="1200" dirty="0" err="1">
                <a:solidFill>
                  <a:schemeClr val="tx1"/>
                </a:solidFill>
                <a:latin typeface="+mj-lt"/>
                <a:ea typeface="+mj-ea"/>
                <a:cs typeface="+mj-cs"/>
              </a:rPr>
              <a:t>generar</a:t>
            </a:r>
            <a:r>
              <a:rPr lang="en-US" sz="3300" kern="1200" dirty="0">
                <a:solidFill>
                  <a:schemeClr val="tx1"/>
                </a:solidFill>
                <a:latin typeface="+mj-lt"/>
                <a:ea typeface="+mj-ea"/>
                <a:cs typeface="+mj-cs"/>
              </a:rPr>
              <a:t> y </a:t>
            </a:r>
            <a:r>
              <a:rPr lang="en-US" sz="3300" kern="1200" dirty="0" err="1">
                <a:solidFill>
                  <a:schemeClr val="tx1"/>
                </a:solidFill>
                <a:latin typeface="+mj-lt"/>
                <a:ea typeface="+mj-ea"/>
                <a:cs typeface="+mj-cs"/>
              </a:rPr>
              <a:t>almacenar</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contraseñas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seguras</a:t>
            </a:r>
            <a:r>
              <a:rPr lang="en-US" sz="3300" kern="1200" dirty="0">
                <a:solidFill>
                  <a:schemeClr val="tx1"/>
                </a:solidFill>
                <a:latin typeface="+mj-lt"/>
                <a:ea typeface="+mj-ea"/>
                <a:cs typeface="+mj-cs"/>
              </a:rPr>
              <a:t>.</a:t>
            </a:r>
            <a:br>
              <a:rPr lang="en-US" sz="3300" kern="1200" dirty="0">
                <a:solidFill>
                  <a:schemeClr val="tx1"/>
                </a:solidFill>
                <a:latin typeface="+mj-lt"/>
                <a:ea typeface="+mj-ea"/>
                <a:cs typeface="+mj-cs"/>
              </a:rPr>
            </a:br>
            <a:br>
              <a:rPr lang="en-US" sz="3300" kern="1200" dirty="0">
                <a:solidFill>
                  <a:schemeClr val="tx1"/>
                </a:solidFill>
                <a:latin typeface="+mj-lt"/>
                <a:ea typeface="+mj-ea"/>
                <a:cs typeface="+mj-cs"/>
              </a:rPr>
            </a:br>
            <a:r>
              <a:rPr lang="en-US" sz="3300" kern="1200" dirty="0">
                <a:solidFill>
                  <a:schemeClr val="tx1"/>
                </a:solidFill>
                <a:latin typeface="+mj-lt"/>
                <a:ea typeface="+mj-ea"/>
                <a:cs typeface="+mj-cs"/>
              </a:rPr>
              <a:t>- </a:t>
            </a:r>
            <a:r>
              <a:rPr lang="en-US" sz="3300" b="1" kern="1200" dirty="0">
                <a:solidFill>
                  <a:schemeClr val="tx1"/>
                </a:solidFill>
                <a:latin typeface="+mj-lt"/>
                <a:ea typeface="+mj-ea"/>
                <a:cs typeface="+mj-cs"/>
              </a:rPr>
              <a:t>No </a:t>
            </a:r>
            <a:r>
              <a:rPr lang="en-US" sz="3300" b="1" kern="1200" dirty="0" err="1">
                <a:solidFill>
                  <a:schemeClr val="tx1"/>
                </a:solidFill>
                <a:latin typeface="+mj-lt"/>
                <a:ea typeface="+mj-ea"/>
                <a:cs typeface="+mj-cs"/>
              </a:rPr>
              <a:t>reveles</a:t>
            </a:r>
            <a:r>
              <a:rPr lang="en-US" sz="3300" b="1" kern="1200" dirty="0">
                <a:solidFill>
                  <a:schemeClr val="tx1"/>
                </a:solidFill>
                <a:latin typeface="+mj-lt"/>
                <a:ea typeface="+mj-ea"/>
                <a:cs typeface="+mj-cs"/>
              </a:rPr>
              <a:t> </a:t>
            </a:r>
            <a:r>
              <a:rPr lang="en-US" sz="3300" b="1" kern="1200" dirty="0" err="1">
                <a:solidFill>
                  <a:schemeClr val="tx1"/>
                </a:solidFill>
                <a:latin typeface="+mj-lt"/>
                <a:ea typeface="+mj-ea"/>
                <a:cs typeface="+mj-cs"/>
              </a:rPr>
              <a:t>información</a:t>
            </a:r>
            <a:r>
              <a:rPr lang="en-US" sz="3300" b="1" kern="1200" dirty="0">
                <a:solidFill>
                  <a:schemeClr val="tx1"/>
                </a:solidFill>
                <a:latin typeface="+mj-lt"/>
                <a:ea typeface="+mj-ea"/>
                <a:cs typeface="+mj-cs"/>
              </a:rPr>
              <a:t> personal o </a:t>
            </a:r>
            <a:r>
              <a:rPr lang="en-US" sz="3300" b="1" kern="1200" dirty="0" err="1">
                <a:solidFill>
                  <a:schemeClr val="tx1"/>
                </a:solidFill>
                <a:latin typeface="+mj-lt"/>
                <a:ea typeface="+mj-ea"/>
                <a:cs typeface="+mj-cs"/>
              </a:rPr>
              <a:t>confidencial</a:t>
            </a:r>
            <a:r>
              <a:rPr lang="en-US" sz="3300" kern="1200" dirty="0">
                <a:solidFill>
                  <a:schemeClr val="tx1"/>
                </a:solidFill>
                <a:latin typeface="+mj-lt"/>
                <a:ea typeface="+mj-ea"/>
                <a:cs typeface="+mj-cs"/>
              </a:rPr>
              <a:t>: No </a:t>
            </a:r>
            <a:r>
              <a:rPr lang="en-US" sz="3300" kern="1200" dirty="0" err="1">
                <a:solidFill>
                  <a:schemeClr val="tx1"/>
                </a:solidFill>
                <a:latin typeface="+mj-lt"/>
                <a:ea typeface="+mj-ea"/>
                <a:cs typeface="+mj-cs"/>
              </a:rPr>
              <a:t>reveles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información</a:t>
            </a:r>
            <a:r>
              <a:rPr lang="en-US" sz="3300" kern="1200" dirty="0">
                <a:solidFill>
                  <a:schemeClr val="tx1"/>
                </a:solidFill>
                <a:latin typeface="+mj-lt"/>
                <a:ea typeface="+mj-ea"/>
                <a:cs typeface="+mj-cs"/>
              </a:rPr>
              <a:t> personal o </a:t>
            </a:r>
            <a:r>
              <a:rPr lang="en-US" sz="3300" kern="1200" dirty="0" err="1">
                <a:solidFill>
                  <a:schemeClr val="tx1"/>
                </a:solidFill>
                <a:latin typeface="+mj-lt"/>
                <a:ea typeface="+mj-ea"/>
                <a:cs typeface="+mj-cs"/>
              </a:rPr>
              <a:t>confidencial</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como</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tu</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número</a:t>
            </a:r>
            <a:r>
              <a:rPr lang="en-US" sz="3300" kern="1200" dirty="0">
                <a:solidFill>
                  <a:schemeClr val="tx1"/>
                </a:solidFill>
                <a:latin typeface="+mj-lt"/>
                <a:ea typeface="+mj-ea"/>
                <a:cs typeface="+mj-cs"/>
              </a:rPr>
              <a:t> de </a:t>
            </a:r>
            <a:r>
              <a:rPr lang="en-US" sz="3300" kern="1200" dirty="0" err="1">
                <a:solidFill>
                  <a:schemeClr val="tx1"/>
                </a:solidFill>
                <a:latin typeface="+mj-lt"/>
                <a:ea typeface="+mj-ea"/>
                <a:cs typeface="+mj-cs"/>
              </a:rPr>
              <a:t>seguro</a:t>
            </a:r>
            <a:r>
              <a:rPr lang="en-US" sz="3300" kern="1200" dirty="0">
                <a:solidFill>
                  <a:schemeClr val="tx1"/>
                </a:solidFill>
                <a:latin typeface="+mj-lt"/>
                <a:ea typeface="+mj-ea"/>
                <a:cs typeface="+mj-cs"/>
              </a:rPr>
              <a:t> social o </a:t>
            </a:r>
            <a:r>
              <a:rPr lang="en-US" sz="3300" kern="1200" dirty="0" err="1">
                <a:solidFill>
                  <a:schemeClr val="tx1"/>
                </a:solidFill>
                <a:latin typeface="+mj-lt"/>
                <a:ea typeface="+mj-ea"/>
                <a:cs typeface="+mj-cs"/>
              </a:rPr>
              <a:t>información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bancaria</a:t>
            </a:r>
            <a:r>
              <a:rPr lang="en-US" sz="3300" kern="1200" dirty="0">
                <a:solidFill>
                  <a:schemeClr val="tx1"/>
                </a:solidFill>
                <a:latin typeface="+mj-lt"/>
                <a:ea typeface="+mj-ea"/>
                <a:cs typeface="+mj-cs"/>
              </a:rPr>
              <a:t>, a </a:t>
            </a:r>
            <a:r>
              <a:rPr lang="en-US" sz="3300" kern="1200" dirty="0" err="1">
                <a:solidFill>
                  <a:schemeClr val="tx1"/>
                </a:solidFill>
                <a:latin typeface="+mj-lt"/>
                <a:ea typeface="+mj-ea"/>
                <a:cs typeface="+mj-cs"/>
              </a:rPr>
              <a:t>menos</a:t>
            </a:r>
            <a:r>
              <a:rPr lang="en-US" sz="3300" kern="1200" dirty="0">
                <a:solidFill>
                  <a:schemeClr val="tx1"/>
                </a:solidFill>
                <a:latin typeface="+mj-lt"/>
                <a:ea typeface="+mj-ea"/>
                <a:cs typeface="+mj-cs"/>
              </a:rPr>
              <a:t> que </a:t>
            </a:r>
            <a:r>
              <a:rPr lang="en-US" sz="3300" kern="1200" dirty="0" err="1">
                <a:solidFill>
                  <a:schemeClr val="tx1"/>
                </a:solidFill>
                <a:latin typeface="+mj-lt"/>
                <a:ea typeface="+mj-ea"/>
                <a:cs typeface="+mj-cs"/>
              </a:rPr>
              <a:t>estés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seguro</a:t>
            </a:r>
            <a:r>
              <a:rPr lang="en-US" sz="3300" kern="1200" dirty="0">
                <a:solidFill>
                  <a:schemeClr val="tx1"/>
                </a:solidFill>
                <a:latin typeface="+mj-lt"/>
                <a:ea typeface="+mj-ea"/>
                <a:cs typeface="+mj-cs"/>
              </a:rPr>
              <a:t> de la </a:t>
            </a:r>
            <a:r>
              <a:rPr lang="en-US" sz="3300" kern="1200" dirty="0" err="1">
                <a:solidFill>
                  <a:schemeClr val="tx1"/>
                </a:solidFill>
                <a:latin typeface="+mj-lt"/>
                <a:ea typeface="+mj-ea"/>
                <a:cs typeface="+mj-cs"/>
              </a:rPr>
              <a:t>identidad</a:t>
            </a:r>
            <a:r>
              <a:rPr lang="en-US" sz="3300" kern="1200" dirty="0">
                <a:solidFill>
                  <a:schemeClr val="tx1"/>
                </a:solidFill>
                <a:latin typeface="+mj-lt"/>
                <a:ea typeface="+mj-ea"/>
                <a:cs typeface="+mj-cs"/>
              </a:rPr>
              <a:t> de la persona o </a:t>
            </a:r>
            <a:r>
              <a:rPr lang="en-US" sz="3300" kern="1200" dirty="0" err="1">
                <a:solidFill>
                  <a:schemeClr val="tx1"/>
                </a:solidFill>
                <a:latin typeface="+mj-lt"/>
                <a:ea typeface="+mj-ea"/>
                <a:cs typeface="+mj-cs"/>
              </a:rPr>
              <a:t>entidad</a:t>
            </a:r>
            <a:r>
              <a:rPr lang="en-US" sz="3300" kern="1200" dirty="0">
                <a:solidFill>
                  <a:schemeClr val="tx1"/>
                </a:solidFill>
                <a:latin typeface="+mj-lt"/>
                <a:ea typeface="+mj-ea"/>
                <a:cs typeface="+mj-cs"/>
              </a:rPr>
              <a:t> que </a:t>
            </a:r>
            <a:r>
              <a:rPr lang="en-US" sz="3300" kern="1200" dirty="0" err="1">
                <a:solidFill>
                  <a:schemeClr val="tx1"/>
                </a:solidFill>
                <a:latin typeface="+mj-lt"/>
                <a:ea typeface="+mj-ea"/>
                <a:cs typeface="+mj-cs"/>
              </a:rPr>
              <a:t>te</a:t>
            </a:r>
            <a:r>
              <a:rPr lang="en-US" sz="3300" kern="1200" dirty="0">
                <a:solidFill>
                  <a:schemeClr val="tx1"/>
                </a:solidFill>
                <a:latin typeface="+mj-lt"/>
                <a:ea typeface="+mj-ea"/>
                <a:cs typeface="+mj-cs"/>
              </a:rPr>
              <a:t> lo </a:t>
            </a:r>
            <a:r>
              <a:rPr lang="en-US" sz="3300" kern="1200" dirty="0" err="1">
                <a:solidFill>
                  <a:schemeClr val="tx1"/>
                </a:solidFill>
                <a:latin typeface="+mj-lt"/>
                <a:ea typeface="+mj-ea"/>
                <a:cs typeface="+mj-cs"/>
              </a:rPr>
              <a:t>solicita</a:t>
            </a:r>
            <a:r>
              <a:rPr lang="en-US" sz="3300" kern="1200" dirty="0">
                <a:solidFill>
                  <a:schemeClr val="tx1"/>
                </a:solidFill>
                <a:latin typeface="+mj-lt"/>
                <a:ea typeface="+mj-ea"/>
                <a:cs typeface="+mj-cs"/>
              </a:rPr>
              <a:t>.</a:t>
            </a:r>
            <a:br>
              <a:rPr lang="en-US" sz="3300" kern="1200" dirty="0">
                <a:solidFill>
                  <a:schemeClr val="tx1"/>
                </a:solidFill>
                <a:latin typeface="+mj-lt"/>
                <a:ea typeface="+mj-ea"/>
                <a:cs typeface="+mj-cs"/>
              </a:rPr>
            </a:br>
            <a:br>
              <a:rPr lang="en-US" sz="3300" kern="1200" dirty="0">
                <a:solidFill>
                  <a:schemeClr val="tx1"/>
                </a:solidFill>
                <a:latin typeface="+mj-lt"/>
                <a:ea typeface="+mj-ea"/>
                <a:cs typeface="+mj-cs"/>
              </a:rPr>
            </a:br>
            <a:r>
              <a:rPr lang="en-US" sz="3300" b="1" kern="1200" dirty="0" err="1">
                <a:solidFill>
                  <a:schemeClr val="tx1"/>
                </a:solidFill>
                <a:latin typeface="+mj-lt"/>
                <a:ea typeface="+mj-ea"/>
                <a:cs typeface="+mj-cs"/>
              </a:rPr>
              <a:t>Verifica</a:t>
            </a:r>
            <a:r>
              <a:rPr lang="en-US" sz="3300" b="1" kern="1200" dirty="0">
                <a:solidFill>
                  <a:schemeClr val="tx1"/>
                </a:solidFill>
                <a:latin typeface="+mj-lt"/>
                <a:ea typeface="+mj-ea"/>
                <a:cs typeface="+mj-cs"/>
              </a:rPr>
              <a:t> la </a:t>
            </a:r>
            <a:r>
              <a:rPr lang="en-US" sz="3300" b="1" kern="1200" dirty="0" err="1">
                <a:solidFill>
                  <a:schemeClr val="tx1"/>
                </a:solidFill>
                <a:latin typeface="+mj-lt"/>
                <a:ea typeface="+mj-ea"/>
                <a:cs typeface="+mj-cs"/>
              </a:rPr>
              <a:t>identidad</a:t>
            </a:r>
            <a:r>
              <a:rPr lang="en-US" sz="3300" b="1" kern="1200" dirty="0">
                <a:solidFill>
                  <a:schemeClr val="tx1"/>
                </a:solidFill>
                <a:latin typeface="+mj-lt"/>
                <a:ea typeface="+mj-ea"/>
                <a:cs typeface="+mj-cs"/>
              </a:rPr>
              <a:t> del </a:t>
            </a:r>
            <a:r>
              <a:rPr lang="en-US" sz="3300" b="1" kern="1200" dirty="0" err="1">
                <a:solidFill>
                  <a:schemeClr val="tx1"/>
                </a:solidFill>
                <a:latin typeface="+mj-lt"/>
                <a:ea typeface="+mj-ea"/>
                <a:cs typeface="+mj-cs"/>
              </a:rPr>
              <a:t>remitente</a:t>
            </a:r>
            <a:r>
              <a:rPr lang="en-US" sz="3300" b="1" kern="1200" dirty="0">
                <a:solidFill>
                  <a:schemeClr val="tx1"/>
                </a:solidFill>
                <a:latin typeface="+mj-lt"/>
                <a:ea typeface="+mj-ea"/>
                <a:cs typeface="+mj-cs"/>
              </a:rPr>
              <a:t>: </a:t>
            </a:r>
            <a:r>
              <a:rPr lang="en-US" sz="3300" kern="1200" dirty="0">
                <a:solidFill>
                  <a:schemeClr val="tx1"/>
                </a:solidFill>
                <a:latin typeface="+mj-lt"/>
                <a:ea typeface="+mj-ea"/>
                <a:cs typeface="+mj-cs"/>
              </a:rPr>
              <a:t>Si </a:t>
            </a:r>
            <a:r>
              <a:rPr lang="en-US" sz="3300" kern="1200" dirty="0" err="1">
                <a:solidFill>
                  <a:schemeClr val="tx1"/>
                </a:solidFill>
                <a:latin typeface="+mj-lt"/>
                <a:ea typeface="+mj-ea"/>
                <a:cs typeface="+mj-cs"/>
              </a:rPr>
              <a:t>recibes</a:t>
            </a:r>
            <a:r>
              <a:rPr lang="en-US" sz="3300" kern="1200" dirty="0">
                <a:solidFill>
                  <a:schemeClr val="tx1"/>
                </a:solidFill>
                <a:latin typeface="+mj-lt"/>
                <a:ea typeface="+mj-ea"/>
                <a:cs typeface="+mj-cs"/>
              </a:rPr>
              <a:t> un </a:t>
            </a:r>
            <a:r>
              <a:rPr lang="en-US" sz="3300" kern="1200" dirty="0" err="1">
                <a:solidFill>
                  <a:schemeClr val="tx1"/>
                </a:solidFill>
                <a:latin typeface="+mj-lt"/>
                <a:ea typeface="+mj-ea"/>
                <a:cs typeface="+mj-cs"/>
              </a:rPr>
              <a:t>correo</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electrónico</a:t>
            </a:r>
            <a:r>
              <a:rPr lang="en-US" sz="3300" kern="1200" dirty="0">
                <a:solidFill>
                  <a:schemeClr val="tx1"/>
                </a:solidFill>
                <a:latin typeface="+mj-lt"/>
                <a:ea typeface="+mj-ea"/>
                <a:cs typeface="+mj-cs"/>
              </a:rPr>
              <a:t> o </a:t>
            </a:r>
            <a:r>
              <a:rPr lang="en-US" sz="3300" kern="1200" dirty="0" err="1">
                <a:solidFill>
                  <a:schemeClr val="tx1"/>
                </a:solidFill>
                <a:latin typeface="+mj-lt"/>
                <a:ea typeface="+mj-ea"/>
                <a:cs typeface="+mj-cs"/>
              </a:rPr>
              <a:t>una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llamada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telefónica</a:t>
            </a:r>
            <a:r>
              <a:rPr lang="en-US" sz="3300" kern="1200" dirty="0">
                <a:solidFill>
                  <a:schemeClr val="tx1"/>
                </a:solidFill>
                <a:latin typeface="+mj-lt"/>
                <a:ea typeface="+mj-ea"/>
                <a:cs typeface="+mj-cs"/>
              </a:rPr>
              <a:t> que </a:t>
            </a:r>
            <a:r>
              <a:rPr lang="en-US" sz="3300" kern="1200" dirty="0" err="1">
                <a:solidFill>
                  <a:schemeClr val="tx1"/>
                </a:solidFill>
                <a:latin typeface="+mj-lt"/>
                <a:ea typeface="+mj-ea"/>
                <a:cs typeface="+mj-cs"/>
              </a:rPr>
              <a:t>solicita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información</a:t>
            </a:r>
            <a:r>
              <a:rPr lang="en-US" sz="3300" kern="1200" dirty="0">
                <a:solidFill>
                  <a:schemeClr val="tx1"/>
                </a:solidFill>
                <a:latin typeface="+mj-lt"/>
                <a:ea typeface="+mj-ea"/>
                <a:cs typeface="+mj-cs"/>
              </a:rPr>
              <a:t> personal o </a:t>
            </a:r>
            <a:r>
              <a:rPr lang="en-US" sz="3300" kern="1200" dirty="0" err="1">
                <a:solidFill>
                  <a:schemeClr val="tx1"/>
                </a:solidFill>
                <a:latin typeface="+mj-lt"/>
                <a:ea typeface="+mj-ea"/>
                <a:cs typeface="+mj-cs"/>
              </a:rPr>
              <a:t>financiera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verifica</a:t>
            </a:r>
            <a:r>
              <a:rPr lang="en-US" sz="3300" kern="1200" dirty="0">
                <a:solidFill>
                  <a:schemeClr val="tx1"/>
                </a:solidFill>
                <a:latin typeface="+mj-lt"/>
                <a:ea typeface="+mj-ea"/>
                <a:cs typeface="+mj-cs"/>
              </a:rPr>
              <a:t> la </a:t>
            </a:r>
            <a:r>
              <a:rPr lang="en-US" sz="3300" kern="1200" dirty="0" err="1">
                <a:solidFill>
                  <a:schemeClr val="tx1"/>
                </a:solidFill>
                <a:latin typeface="+mj-lt"/>
                <a:ea typeface="+mj-ea"/>
                <a:cs typeface="+mj-cs"/>
              </a:rPr>
              <a:t>identidad</a:t>
            </a:r>
            <a:r>
              <a:rPr lang="en-US" sz="3300" kern="1200" dirty="0">
                <a:solidFill>
                  <a:schemeClr val="tx1"/>
                </a:solidFill>
                <a:latin typeface="+mj-lt"/>
                <a:ea typeface="+mj-ea"/>
                <a:cs typeface="+mj-cs"/>
              </a:rPr>
              <a:t> del </a:t>
            </a:r>
            <a:r>
              <a:rPr lang="en-US" sz="3300" kern="1200" dirty="0" err="1">
                <a:solidFill>
                  <a:schemeClr val="tx1"/>
                </a:solidFill>
                <a:latin typeface="+mj-lt"/>
                <a:ea typeface="+mj-ea"/>
                <a:cs typeface="+mj-cs"/>
              </a:rPr>
              <a:t>remitente</a:t>
            </a:r>
            <a:r>
              <a:rPr lang="en-US" sz="3300" kern="1200" dirty="0">
                <a:solidFill>
                  <a:schemeClr val="tx1"/>
                </a:solidFill>
                <a:latin typeface="+mj-lt"/>
                <a:ea typeface="+mj-ea"/>
                <a:cs typeface="+mj-cs"/>
              </a:rPr>
              <a:t>. No </a:t>
            </a:r>
            <a:r>
              <a:rPr lang="en-US" sz="3300" kern="1200" dirty="0" err="1">
                <a:solidFill>
                  <a:schemeClr val="tx1"/>
                </a:solidFill>
                <a:latin typeface="+mj-lt"/>
                <a:ea typeface="+mj-ea"/>
                <a:cs typeface="+mj-cs"/>
              </a:rPr>
              <a:t>hagas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clic</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en</a:t>
            </a:r>
            <a:r>
              <a:rPr lang="en-US" sz="3300" kern="1200" dirty="0">
                <a:solidFill>
                  <a:schemeClr val="tx1"/>
                </a:solidFill>
                <a:latin typeface="+mj-lt"/>
                <a:ea typeface="+mj-ea"/>
                <a:cs typeface="+mj-cs"/>
              </a:rPr>
              <a:t> enlaces </a:t>
            </a:r>
            <a:r>
              <a:rPr lang="en-US" sz="3300" kern="1200" dirty="0" err="1">
                <a:solidFill>
                  <a:schemeClr val="tx1"/>
                </a:solidFill>
                <a:latin typeface="+mj-lt"/>
                <a:ea typeface="+mj-ea"/>
                <a:cs typeface="+mj-cs"/>
              </a:rPr>
              <a:t>sospechosos</a:t>
            </a:r>
            <a:r>
              <a:rPr lang="en-US" sz="3300" kern="1200" dirty="0">
                <a:solidFill>
                  <a:schemeClr val="tx1"/>
                </a:solidFill>
                <a:latin typeface="+mj-lt"/>
                <a:ea typeface="+mj-ea"/>
                <a:cs typeface="+mj-cs"/>
              </a:rPr>
              <a:t> o </a:t>
            </a:r>
            <a:r>
              <a:rPr lang="en-US" sz="3300" kern="1200" dirty="0" err="1">
                <a:solidFill>
                  <a:schemeClr val="tx1"/>
                </a:solidFill>
                <a:latin typeface="+mj-lt"/>
                <a:ea typeface="+mj-ea"/>
                <a:cs typeface="+mj-cs"/>
              </a:rPr>
              <a:t>descargues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archivos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adjuntos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desconocidos</a:t>
            </a:r>
            <a:r>
              <a:rPr lang="en-US" sz="3300" kern="1200" dirty="0">
                <a:solidFill>
                  <a:schemeClr val="tx1"/>
                </a:solidFill>
                <a:latin typeface="+mj-lt"/>
                <a:ea typeface="+mj-ea"/>
                <a:cs typeface="+mj-cs"/>
              </a:rPr>
              <a:t>.</a:t>
            </a:r>
            <a:br>
              <a:rPr lang="en-US" sz="3300" kern="1200" dirty="0">
                <a:solidFill>
                  <a:schemeClr val="tx1"/>
                </a:solidFill>
                <a:latin typeface="+mj-lt"/>
                <a:ea typeface="+mj-ea"/>
                <a:cs typeface="+mj-cs"/>
              </a:rPr>
            </a:br>
            <a:br>
              <a:rPr lang="en-US" sz="3300" kern="1200" dirty="0">
                <a:solidFill>
                  <a:schemeClr val="tx1"/>
                </a:solidFill>
                <a:latin typeface="+mj-lt"/>
                <a:ea typeface="+mj-ea"/>
                <a:cs typeface="+mj-cs"/>
              </a:rPr>
            </a:br>
            <a:r>
              <a:rPr lang="en-US" sz="3300" b="1" kern="1200" dirty="0" err="1">
                <a:solidFill>
                  <a:schemeClr val="tx1"/>
                </a:solidFill>
                <a:latin typeface="+mj-lt"/>
                <a:ea typeface="+mj-ea"/>
                <a:cs typeface="+mj-cs"/>
              </a:rPr>
              <a:t>Capacita</a:t>
            </a:r>
            <a:r>
              <a:rPr lang="en-US" sz="3300" b="1" kern="1200" dirty="0">
                <a:solidFill>
                  <a:schemeClr val="tx1"/>
                </a:solidFill>
                <a:latin typeface="+mj-lt"/>
                <a:ea typeface="+mj-ea"/>
                <a:cs typeface="+mj-cs"/>
              </a:rPr>
              <a:t> a </a:t>
            </a:r>
            <a:r>
              <a:rPr lang="en-US" sz="3300" b="1" kern="1200" dirty="0" err="1">
                <a:solidFill>
                  <a:schemeClr val="tx1"/>
                </a:solidFill>
                <a:latin typeface="+mj-lt"/>
                <a:ea typeface="+mj-ea"/>
                <a:cs typeface="+mj-cs"/>
              </a:rPr>
              <a:t>tus</a:t>
            </a:r>
            <a:r>
              <a:rPr lang="en-US" sz="3300" b="1" kern="1200" dirty="0">
                <a:solidFill>
                  <a:schemeClr val="tx1"/>
                </a:solidFill>
                <a:latin typeface="+mj-lt"/>
                <a:ea typeface="+mj-ea"/>
                <a:cs typeface="+mj-cs"/>
              </a:rPr>
              <a:t> </a:t>
            </a:r>
            <a:r>
              <a:rPr lang="en-US" sz="3300" b="1" kern="1200" dirty="0" err="1">
                <a:solidFill>
                  <a:schemeClr val="tx1"/>
                </a:solidFill>
                <a:latin typeface="+mj-lt"/>
                <a:ea typeface="+mj-ea"/>
                <a:cs typeface="+mj-cs"/>
              </a:rPr>
              <a:t>empleados</a:t>
            </a:r>
            <a:r>
              <a:rPr lang="en-US" sz="3300" kern="1200" dirty="0">
                <a:solidFill>
                  <a:schemeClr val="tx1"/>
                </a:solidFill>
                <a:latin typeface="+mj-lt"/>
                <a:ea typeface="+mj-ea"/>
                <a:cs typeface="+mj-cs"/>
              </a:rPr>
              <a:t>: Si </a:t>
            </a:r>
            <a:r>
              <a:rPr lang="en-US" sz="3300" kern="1200" dirty="0" err="1">
                <a:solidFill>
                  <a:schemeClr val="tx1"/>
                </a:solidFill>
                <a:latin typeface="+mj-lt"/>
                <a:ea typeface="+mj-ea"/>
                <a:cs typeface="+mj-cs"/>
              </a:rPr>
              <a:t>eres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dueño</a:t>
            </a:r>
            <a:r>
              <a:rPr lang="en-US" sz="3300" kern="1200" dirty="0">
                <a:solidFill>
                  <a:schemeClr val="tx1"/>
                </a:solidFill>
                <a:latin typeface="+mj-lt"/>
                <a:ea typeface="+mj-ea"/>
                <a:cs typeface="+mj-cs"/>
              </a:rPr>
              <a:t> de </a:t>
            </a:r>
            <a:r>
              <a:rPr lang="en-US" sz="3300" kern="1200" dirty="0" err="1">
                <a:solidFill>
                  <a:schemeClr val="tx1"/>
                </a:solidFill>
                <a:latin typeface="+mj-lt"/>
                <a:ea typeface="+mj-ea"/>
                <a:cs typeface="+mj-cs"/>
              </a:rPr>
              <a:t>una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empresa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capacita</a:t>
            </a:r>
            <a:r>
              <a:rPr lang="en-US" sz="3300" kern="1200" dirty="0">
                <a:solidFill>
                  <a:schemeClr val="tx1"/>
                </a:solidFill>
                <a:latin typeface="+mj-lt"/>
                <a:ea typeface="+mj-ea"/>
                <a:cs typeface="+mj-cs"/>
              </a:rPr>
              <a:t> a </a:t>
            </a:r>
            <a:r>
              <a:rPr lang="en-US" sz="3300" kern="1200" dirty="0" err="1">
                <a:solidFill>
                  <a:schemeClr val="tx1"/>
                </a:solidFill>
                <a:latin typeface="+mj-lt"/>
                <a:ea typeface="+mj-ea"/>
                <a:cs typeface="+mj-cs"/>
              </a:rPr>
              <a:t>tus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empleados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técnicas</a:t>
            </a:r>
            <a:r>
              <a:rPr lang="en-US" sz="3300" kern="1200" dirty="0">
                <a:solidFill>
                  <a:schemeClr val="tx1"/>
                </a:solidFill>
                <a:latin typeface="+mj-lt"/>
                <a:ea typeface="+mj-ea"/>
                <a:cs typeface="+mj-cs"/>
              </a:rPr>
              <a:t> de </a:t>
            </a:r>
            <a:r>
              <a:rPr lang="en-US" sz="3300" kern="1200" dirty="0" err="1">
                <a:solidFill>
                  <a:schemeClr val="tx1"/>
                </a:solidFill>
                <a:latin typeface="+mj-lt"/>
                <a:ea typeface="+mj-ea"/>
                <a:cs typeface="+mj-cs"/>
              </a:rPr>
              <a:t>seguridad</a:t>
            </a:r>
            <a:r>
              <a:rPr lang="en-US" sz="3300" kern="1200" dirty="0">
                <a:solidFill>
                  <a:schemeClr val="tx1"/>
                </a:solidFill>
                <a:latin typeface="+mj-lt"/>
                <a:ea typeface="+mj-ea"/>
                <a:cs typeface="+mj-cs"/>
              </a:rPr>
              <a:t> y </a:t>
            </a:r>
            <a:r>
              <a:rPr lang="en-US" sz="3300" kern="1200" dirty="0" err="1">
                <a:solidFill>
                  <a:schemeClr val="tx1"/>
                </a:solidFill>
                <a:latin typeface="+mj-lt"/>
                <a:ea typeface="+mj-ea"/>
                <a:cs typeface="+mj-cs"/>
              </a:rPr>
              <a:t>educación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ciberseguridad</a:t>
            </a:r>
            <a:r>
              <a:rPr lang="en-US" sz="3300" kern="1200" dirty="0">
                <a:solidFill>
                  <a:schemeClr val="tx1"/>
                </a:solidFill>
                <a:latin typeface="+mj-lt"/>
                <a:ea typeface="+mj-ea"/>
                <a:cs typeface="+mj-cs"/>
              </a:rPr>
              <a:t> para que </a:t>
            </a:r>
            <a:r>
              <a:rPr lang="en-US" sz="3300" kern="1200" dirty="0" err="1">
                <a:solidFill>
                  <a:schemeClr val="tx1"/>
                </a:solidFill>
                <a:latin typeface="+mj-lt"/>
                <a:ea typeface="+mj-ea"/>
                <a:cs typeface="+mj-cs"/>
              </a:rPr>
              <a:t>estén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preparados</a:t>
            </a:r>
            <a:r>
              <a:rPr lang="en-US" sz="3300" kern="1200" dirty="0">
                <a:solidFill>
                  <a:schemeClr val="tx1"/>
                </a:solidFill>
                <a:latin typeface="+mj-lt"/>
                <a:ea typeface="+mj-ea"/>
                <a:cs typeface="+mj-cs"/>
              </a:rPr>
              <a:t> para </a:t>
            </a:r>
            <a:r>
              <a:rPr lang="en-US" sz="3300" kern="1200" dirty="0" err="1">
                <a:solidFill>
                  <a:schemeClr val="tx1"/>
                </a:solidFill>
                <a:latin typeface="+mj-lt"/>
                <a:ea typeface="+mj-ea"/>
                <a:cs typeface="+mj-cs"/>
              </a:rPr>
              <a:t>detectar</a:t>
            </a:r>
            <a:r>
              <a:rPr lang="en-US" sz="3300" kern="1200" dirty="0">
                <a:solidFill>
                  <a:schemeClr val="tx1"/>
                </a:solidFill>
                <a:latin typeface="+mj-lt"/>
                <a:ea typeface="+mj-ea"/>
                <a:cs typeface="+mj-cs"/>
              </a:rPr>
              <a:t> y </a:t>
            </a:r>
            <a:r>
              <a:rPr lang="en-US" sz="3300" kern="1200" dirty="0" err="1">
                <a:solidFill>
                  <a:schemeClr val="tx1"/>
                </a:solidFill>
                <a:latin typeface="+mj-lt"/>
                <a:ea typeface="+mj-ea"/>
                <a:cs typeface="+mj-cs"/>
              </a:rPr>
              <a:t>prevenir</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ataques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por</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ingeniería</a:t>
            </a:r>
            <a:r>
              <a:rPr lang="en-US" sz="3300" kern="1200" dirty="0">
                <a:solidFill>
                  <a:schemeClr val="tx1"/>
                </a:solidFill>
                <a:latin typeface="+mj-lt"/>
                <a:ea typeface="+mj-ea"/>
                <a:cs typeface="+mj-cs"/>
              </a:rPr>
              <a:t> social.</a:t>
            </a:r>
            <a:br>
              <a:rPr lang="en-US" sz="3300" kern="1200" dirty="0">
                <a:solidFill>
                  <a:schemeClr val="tx1"/>
                </a:solidFill>
                <a:latin typeface="+mj-lt"/>
                <a:ea typeface="+mj-ea"/>
                <a:cs typeface="+mj-cs"/>
              </a:rPr>
            </a:br>
            <a:br>
              <a:rPr lang="en-US" sz="3300" kern="1200" dirty="0">
                <a:solidFill>
                  <a:schemeClr val="tx1"/>
                </a:solidFill>
                <a:latin typeface="+mj-lt"/>
                <a:ea typeface="+mj-ea"/>
                <a:cs typeface="+mj-cs"/>
              </a:rPr>
            </a:br>
            <a:endParaRPr lang="en-US" sz="3300" kern="1200" dirty="0">
              <a:solidFill>
                <a:schemeClr val="tx1"/>
              </a:solidFill>
              <a:latin typeface="+mj-lt"/>
              <a:ea typeface="+mj-ea"/>
              <a:cs typeface="+mj-cs"/>
            </a:endParaRPr>
          </a:p>
        </p:txBody>
      </p:sp>
      <p:sp>
        <p:nvSpPr>
          <p:cNvPr id="27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86556" y="8818534"/>
            <a:ext cx="6510190" cy="36576"/>
          </a:xfrm>
          <a:custGeom>
            <a:avLst/>
            <a:gdLst>
              <a:gd name="connsiteX0" fmla="*/ 0 w 6510190"/>
              <a:gd name="connsiteY0" fmla="*/ 0 h 36576"/>
              <a:gd name="connsiteX1" fmla="*/ 651019 w 6510190"/>
              <a:gd name="connsiteY1" fmla="*/ 0 h 36576"/>
              <a:gd name="connsiteX2" fmla="*/ 1302038 w 6510190"/>
              <a:gd name="connsiteY2" fmla="*/ 0 h 36576"/>
              <a:gd name="connsiteX3" fmla="*/ 1953057 w 6510190"/>
              <a:gd name="connsiteY3" fmla="*/ 0 h 36576"/>
              <a:gd name="connsiteX4" fmla="*/ 2734280 w 6510190"/>
              <a:gd name="connsiteY4" fmla="*/ 0 h 36576"/>
              <a:gd name="connsiteX5" fmla="*/ 3450401 w 6510190"/>
              <a:gd name="connsiteY5" fmla="*/ 0 h 36576"/>
              <a:gd name="connsiteX6" fmla="*/ 3906114 w 6510190"/>
              <a:gd name="connsiteY6" fmla="*/ 0 h 36576"/>
              <a:gd name="connsiteX7" fmla="*/ 4492031 w 6510190"/>
              <a:gd name="connsiteY7" fmla="*/ 0 h 36576"/>
              <a:gd name="connsiteX8" fmla="*/ 5273254 w 6510190"/>
              <a:gd name="connsiteY8" fmla="*/ 0 h 36576"/>
              <a:gd name="connsiteX9" fmla="*/ 5924273 w 6510190"/>
              <a:gd name="connsiteY9" fmla="*/ 0 h 36576"/>
              <a:gd name="connsiteX10" fmla="*/ 6510190 w 6510190"/>
              <a:gd name="connsiteY10" fmla="*/ 0 h 36576"/>
              <a:gd name="connsiteX11" fmla="*/ 6510190 w 6510190"/>
              <a:gd name="connsiteY11" fmla="*/ 36576 h 36576"/>
              <a:gd name="connsiteX12" fmla="*/ 5989375 w 6510190"/>
              <a:gd name="connsiteY12" fmla="*/ 36576 h 36576"/>
              <a:gd name="connsiteX13" fmla="*/ 5208152 w 6510190"/>
              <a:gd name="connsiteY13" fmla="*/ 36576 h 36576"/>
              <a:gd name="connsiteX14" fmla="*/ 4687337 w 6510190"/>
              <a:gd name="connsiteY14" fmla="*/ 36576 h 36576"/>
              <a:gd name="connsiteX15" fmla="*/ 4231623 w 6510190"/>
              <a:gd name="connsiteY15" fmla="*/ 36576 h 36576"/>
              <a:gd name="connsiteX16" fmla="*/ 3775910 w 6510190"/>
              <a:gd name="connsiteY16" fmla="*/ 36576 h 36576"/>
              <a:gd name="connsiteX17" fmla="*/ 3059789 w 6510190"/>
              <a:gd name="connsiteY17" fmla="*/ 36576 h 36576"/>
              <a:gd name="connsiteX18" fmla="*/ 2604076 w 6510190"/>
              <a:gd name="connsiteY18" fmla="*/ 36576 h 36576"/>
              <a:gd name="connsiteX19" fmla="*/ 1953057 w 6510190"/>
              <a:gd name="connsiteY19" fmla="*/ 36576 h 36576"/>
              <a:gd name="connsiteX20" fmla="*/ 1432242 w 6510190"/>
              <a:gd name="connsiteY20" fmla="*/ 36576 h 36576"/>
              <a:gd name="connsiteX21" fmla="*/ 781223 w 6510190"/>
              <a:gd name="connsiteY21" fmla="*/ 36576 h 36576"/>
              <a:gd name="connsiteX22" fmla="*/ 0 w 6510190"/>
              <a:gd name="connsiteY22" fmla="*/ 36576 h 36576"/>
              <a:gd name="connsiteX23" fmla="*/ 0 w 6510190"/>
              <a:gd name="connsiteY23"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510190" h="36576" fill="none" extrusionOk="0">
                <a:moveTo>
                  <a:pt x="0" y="0"/>
                </a:moveTo>
                <a:cubicBezTo>
                  <a:pt x="161111" y="-2097"/>
                  <a:pt x="501055" y="-465"/>
                  <a:pt x="651019" y="0"/>
                </a:cubicBezTo>
                <a:cubicBezTo>
                  <a:pt x="800983" y="465"/>
                  <a:pt x="997901" y="-18459"/>
                  <a:pt x="1302038" y="0"/>
                </a:cubicBezTo>
                <a:cubicBezTo>
                  <a:pt x="1606175" y="18459"/>
                  <a:pt x="1662008" y="955"/>
                  <a:pt x="1953057" y="0"/>
                </a:cubicBezTo>
                <a:cubicBezTo>
                  <a:pt x="2244106" y="-955"/>
                  <a:pt x="2398681" y="-29506"/>
                  <a:pt x="2734280" y="0"/>
                </a:cubicBezTo>
                <a:cubicBezTo>
                  <a:pt x="3069879" y="29506"/>
                  <a:pt x="3152053" y="12243"/>
                  <a:pt x="3450401" y="0"/>
                </a:cubicBezTo>
                <a:cubicBezTo>
                  <a:pt x="3748749" y="-12243"/>
                  <a:pt x="3717867" y="-748"/>
                  <a:pt x="3906114" y="0"/>
                </a:cubicBezTo>
                <a:cubicBezTo>
                  <a:pt x="4094361" y="748"/>
                  <a:pt x="4281847" y="13415"/>
                  <a:pt x="4492031" y="0"/>
                </a:cubicBezTo>
                <a:cubicBezTo>
                  <a:pt x="4702215" y="-13415"/>
                  <a:pt x="5025379" y="20366"/>
                  <a:pt x="5273254" y="0"/>
                </a:cubicBezTo>
                <a:cubicBezTo>
                  <a:pt x="5521129" y="-20366"/>
                  <a:pt x="5771612" y="-29898"/>
                  <a:pt x="5924273" y="0"/>
                </a:cubicBezTo>
                <a:cubicBezTo>
                  <a:pt x="6076934" y="29898"/>
                  <a:pt x="6354559" y="-8644"/>
                  <a:pt x="6510190" y="0"/>
                </a:cubicBezTo>
                <a:cubicBezTo>
                  <a:pt x="6509475" y="15537"/>
                  <a:pt x="6511555" y="22375"/>
                  <a:pt x="6510190" y="36576"/>
                </a:cubicBezTo>
                <a:cubicBezTo>
                  <a:pt x="6403695" y="20240"/>
                  <a:pt x="6135058" y="33081"/>
                  <a:pt x="5989375" y="36576"/>
                </a:cubicBezTo>
                <a:cubicBezTo>
                  <a:pt x="5843692" y="40071"/>
                  <a:pt x="5581730" y="19446"/>
                  <a:pt x="5208152" y="36576"/>
                </a:cubicBezTo>
                <a:cubicBezTo>
                  <a:pt x="4834574" y="53706"/>
                  <a:pt x="4947691" y="51777"/>
                  <a:pt x="4687337" y="36576"/>
                </a:cubicBezTo>
                <a:cubicBezTo>
                  <a:pt x="4426984" y="21375"/>
                  <a:pt x="4440451" y="59338"/>
                  <a:pt x="4231623" y="36576"/>
                </a:cubicBezTo>
                <a:cubicBezTo>
                  <a:pt x="4022795" y="13814"/>
                  <a:pt x="3895021" y="37706"/>
                  <a:pt x="3775910" y="36576"/>
                </a:cubicBezTo>
                <a:cubicBezTo>
                  <a:pt x="3656799" y="35446"/>
                  <a:pt x="3387310" y="59361"/>
                  <a:pt x="3059789" y="36576"/>
                </a:cubicBezTo>
                <a:cubicBezTo>
                  <a:pt x="2732268" y="13791"/>
                  <a:pt x="2719596" y="17090"/>
                  <a:pt x="2604076" y="36576"/>
                </a:cubicBezTo>
                <a:cubicBezTo>
                  <a:pt x="2488556" y="56062"/>
                  <a:pt x="2206902" y="68226"/>
                  <a:pt x="1953057" y="36576"/>
                </a:cubicBezTo>
                <a:cubicBezTo>
                  <a:pt x="1699212" y="4926"/>
                  <a:pt x="1552383" y="31975"/>
                  <a:pt x="1432242" y="36576"/>
                </a:cubicBezTo>
                <a:cubicBezTo>
                  <a:pt x="1312102" y="41177"/>
                  <a:pt x="1012740" y="46297"/>
                  <a:pt x="781223" y="36576"/>
                </a:cubicBezTo>
                <a:cubicBezTo>
                  <a:pt x="549706" y="26855"/>
                  <a:pt x="239878" y="73540"/>
                  <a:pt x="0" y="36576"/>
                </a:cubicBezTo>
                <a:cubicBezTo>
                  <a:pt x="-1386" y="23779"/>
                  <a:pt x="1769" y="8239"/>
                  <a:pt x="0" y="0"/>
                </a:cubicBezTo>
                <a:close/>
              </a:path>
              <a:path w="6510190" h="36576" stroke="0" extrusionOk="0">
                <a:moveTo>
                  <a:pt x="0" y="0"/>
                </a:moveTo>
                <a:cubicBezTo>
                  <a:pt x="207071" y="-14617"/>
                  <a:pt x="444194" y="-15606"/>
                  <a:pt x="585917" y="0"/>
                </a:cubicBezTo>
                <a:cubicBezTo>
                  <a:pt x="727640" y="15606"/>
                  <a:pt x="908078" y="6034"/>
                  <a:pt x="1041630" y="0"/>
                </a:cubicBezTo>
                <a:cubicBezTo>
                  <a:pt x="1175182" y="-6034"/>
                  <a:pt x="1490887" y="38691"/>
                  <a:pt x="1822853" y="0"/>
                </a:cubicBezTo>
                <a:cubicBezTo>
                  <a:pt x="2154819" y="-38691"/>
                  <a:pt x="2235404" y="-3172"/>
                  <a:pt x="2408770" y="0"/>
                </a:cubicBezTo>
                <a:cubicBezTo>
                  <a:pt x="2582136" y="3172"/>
                  <a:pt x="2820108" y="26514"/>
                  <a:pt x="2994687" y="0"/>
                </a:cubicBezTo>
                <a:cubicBezTo>
                  <a:pt x="3169266" y="-26514"/>
                  <a:pt x="3544431" y="-38940"/>
                  <a:pt x="3775910" y="0"/>
                </a:cubicBezTo>
                <a:cubicBezTo>
                  <a:pt x="4007389" y="38940"/>
                  <a:pt x="4105698" y="7408"/>
                  <a:pt x="4296725" y="0"/>
                </a:cubicBezTo>
                <a:cubicBezTo>
                  <a:pt x="4487752" y="-7408"/>
                  <a:pt x="4851891" y="-25167"/>
                  <a:pt x="5077948" y="0"/>
                </a:cubicBezTo>
                <a:cubicBezTo>
                  <a:pt x="5304005" y="25167"/>
                  <a:pt x="5507082" y="26354"/>
                  <a:pt x="5859171" y="0"/>
                </a:cubicBezTo>
                <a:cubicBezTo>
                  <a:pt x="6211260" y="-26354"/>
                  <a:pt x="6286793" y="584"/>
                  <a:pt x="6510190" y="0"/>
                </a:cubicBezTo>
                <a:cubicBezTo>
                  <a:pt x="6510731" y="12097"/>
                  <a:pt x="6511051" y="29008"/>
                  <a:pt x="6510190" y="36576"/>
                </a:cubicBezTo>
                <a:cubicBezTo>
                  <a:pt x="6162526" y="22753"/>
                  <a:pt x="6109599" y="46968"/>
                  <a:pt x="5794069" y="36576"/>
                </a:cubicBezTo>
                <a:cubicBezTo>
                  <a:pt x="5478539" y="26184"/>
                  <a:pt x="5341679" y="23264"/>
                  <a:pt x="5012846" y="36576"/>
                </a:cubicBezTo>
                <a:cubicBezTo>
                  <a:pt x="4684013" y="49888"/>
                  <a:pt x="4420613" y="37104"/>
                  <a:pt x="4231623" y="36576"/>
                </a:cubicBezTo>
                <a:cubicBezTo>
                  <a:pt x="4042633" y="36048"/>
                  <a:pt x="3824332" y="16640"/>
                  <a:pt x="3710808" y="36576"/>
                </a:cubicBezTo>
                <a:cubicBezTo>
                  <a:pt x="3597284" y="56512"/>
                  <a:pt x="3353238" y="61001"/>
                  <a:pt x="3059789" y="36576"/>
                </a:cubicBezTo>
                <a:cubicBezTo>
                  <a:pt x="2766340" y="12151"/>
                  <a:pt x="2599388" y="45085"/>
                  <a:pt x="2278567" y="36576"/>
                </a:cubicBezTo>
                <a:cubicBezTo>
                  <a:pt x="1957746" y="28067"/>
                  <a:pt x="1913835" y="47318"/>
                  <a:pt x="1627548" y="36576"/>
                </a:cubicBezTo>
                <a:cubicBezTo>
                  <a:pt x="1341261" y="25834"/>
                  <a:pt x="1364107" y="52564"/>
                  <a:pt x="1171834" y="36576"/>
                </a:cubicBezTo>
                <a:cubicBezTo>
                  <a:pt x="979561" y="20588"/>
                  <a:pt x="844677" y="45277"/>
                  <a:pt x="651019" y="36576"/>
                </a:cubicBezTo>
                <a:cubicBezTo>
                  <a:pt x="457362" y="27875"/>
                  <a:pt x="244555" y="31711"/>
                  <a:pt x="0" y="36576"/>
                </a:cubicBezTo>
                <a:cubicBezTo>
                  <a:pt x="-1549" y="24953"/>
                  <a:pt x="-1602" y="881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oogle Shape;135;p8" descr="Cómo protegerse de los virus, piratas informáticos y demás ataques? |  Tecnología - ComputerHoy.com">
            <a:extLst>
              <a:ext uri="{FF2B5EF4-FFF2-40B4-BE49-F238E27FC236}">
                <a16:creationId xmlns:a16="http://schemas.microsoft.com/office/drawing/2014/main" id="{3FA7985C-4B6D-C71E-9935-7D5A408B1C0F}"/>
              </a:ext>
            </a:extLst>
          </p:cNvPr>
          <p:cNvPicPr preferRelativeResize="0"/>
          <p:nvPr/>
        </p:nvPicPr>
        <p:blipFill rotWithShape="1">
          <a:blip r:embed="rId3"/>
          <a:stretch/>
        </p:blipFill>
        <p:spPr>
          <a:xfrm>
            <a:off x="9308592" y="2029569"/>
            <a:ext cx="14429232" cy="9601998"/>
          </a:xfrm>
          <a:prstGeom prst="rect">
            <a:avLst/>
          </a:prstGeom>
          <a:noFill/>
        </p:spPr>
      </p:pic>
    </p:spTree>
    <p:extLst>
      <p:ext uri="{BB962C8B-B14F-4D97-AF65-F5344CB8AC3E}">
        <p14:creationId xmlns:p14="http://schemas.microsoft.com/office/powerpoint/2010/main" val="317089668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DD82CAC-0A16-274D-008A-379F2E82DE64}"/>
              </a:ext>
            </a:extLst>
          </p:cNvPr>
          <p:cNvSpPr>
            <a:spLocks noGrp="1"/>
          </p:cNvSpPr>
          <p:nvPr>
            <p:ph type="title"/>
          </p:nvPr>
        </p:nvSpPr>
        <p:spPr>
          <a:xfrm>
            <a:off x="1280160" y="658368"/>
            <a:ext cx="13789152" cy="3566160"/>
          </a:xfrm>
        </p:spPr>
        <p:txBody>
          <a:bodyPr vert="horz" lIns="91440" tIns="45720" rIns="91440" bIns="45720" rtlCol="0" anchor="b">
            <a:normAutofit/>
          </a:bodyPr>
          <a:lstStyle/>
          <a:p>
            <a:pPr defTabSz="914400"/>
            <a:r>
              <a:rPr lang="en-US" sz="8400" dirty="0"/>
              <a:t>¡¡¡¡¡Los </a:t>
            </a:r>
            <a:r>
              <a:rPr lang="en-US" sz="8400" dirty="0" err="1"/>
              <a:t>incidentes</a:t>
            </a:r>
            <a:r>
              <a:rPr lang="en-US" sz="8400" dirty="0"/>
              <a:t> de CIBERSEGURIDAD, </a:t>
            </a:r>
            <a:r>
              <a:rPr lang="en-US" sz="8400" dirty="0" err="1"/>
              <a:t>deben</a:t>
            </a:r>
            <a:r>
              <a:rPr lang="en-US" sz="8400" dirty="0"/>
              <a:t> </a:t>
            </a:r>
            <a:r>
              <a:rPr lang="en-US" sz="8400" dirty="0" err="1"/>
              <a:t>denunciarse</a:t>
            </a:r>
            <a:r>
              <a:rPr lang="en-US" sz="8400" dirty="0"/>
              <a:t>!!!!</a:t>
            </a:r>
          </a:p>
        </p:txBody>
      </p:sp>
      <p:sp>
        <p:nvSpPr>
          <p:cNvPr id="10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488CC3F4-4D6A-6B4F-E15D-46160FD6E0B1}"/>
              </a:ext>
            </a:extLst>
          </p:cNvPr>
          <p:cNvSpPr txBox="1"/>
          <p:nvPr/>
        </p:nvSpPr>
        <p:spPr>
          <a:xfrm>
            <a:off x="1280160" y="5413248"/>
            <a:ext cx="13789152" cy="6967728"/>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b="1" dirty="0" err="1"/>
              <a:t>Identifica</a:t>
            </a:r>
            <a:r>
              <a:rPr lang="en-US" sz="2400" b="1" dirty="0"/>
              <a:t> </a:t>
            </a:r>
            <a:r>
              <a:rPr lang="en-US" sz="2400" b="1" dirty="0" err="1"/>
              <a:t>el</a:t>
            </a:r>
            <a:r>
              <a:rPr lang="en-US" sz="2400" b="1" dirty="0"/>
              <a:t> </a:t>
            </a:r>
            <a:r>
              <a:rPr lang="en-US" sz="2400" b="1" dirty="0" err="1"/>
              <a:t>tipo</a:t>
            </a:r>
            <a:r>
              <a:rPr lang="en-US" sz="2400" b="1" dirty="0"/>
              <a:t> de </a:t>
            </a:r>
            <a:r>
              <a:rPr lang="en-US" sz="2400" b="1" dirty="0" err="1"/>
              <a:t>incidente</a:t>
            </a:r>
            <a:r>
              <a:rPr lang="en-US" sz="2400" b="1" dirty="0"/>
              <a:t>: </a:t>
            </a:r>
            <a:r>
              <a:rPr lang="en-US" sz="2400" dirty="0" err="1"/>
              <a:t>Identifica</a:t>
            </a:r>
            <a:r>
              <a:rPr lang="en-US" sz="2400" dirty="0"/>
              <a:t> </a:t>
            </a:r>
            <a:r>
              <a:rPr lang="en-US" sz="2400" dirty="0" err="1"/>
              <a:t>el</a:t>
            </a:r>
            <a:r>
              <a:rPr lang="en-US" sz="2400" dirty="0"/>
              <a:t> </a:t>
            </a:r>
            <a:r>
              <a:rPr lang="en-US" sz="2400" dirty="0" err="1"/>
              <a:t>tipo</a:t>
            </a:r>
            <a:r>
              <a:rPr lang="en-US" sz="2400" dirty="0"/>
              <a:t> de </a:t>
            </a:r>
            <a:r>
              <a:rPr lang="en-US" sz="2400" dirty="0" err="1"/>
              <a:t>incidente</a:t>
            </a:r>
            <a:r>
              <a:rPr lang="en-US" sz="2400" dirty="0"/>
              <a:t> de </a:t>
            </a:r>
            <a:r>
              <a:rPr lang="en-US" sz="2400" dirty="0" err="1"/>
              <a:t>ciberseguridad</a:t>
            </a:r>
            <a:r>
              <a:rPr lang="en-US" sz="2400" dirty="0"/>
              <a:t> que has </a:t>
            </a:r>
            <a:r>
              <a:rPr lang="en-US" sz="2400" dirty="0" err="1"/>
              <a:t>sufrido</a:t>
            </a:r>
            <a:r>
              <a:rPr lang="en-US" sz="2400" dirty="0"/>
              <a:t>, </a:t>
            </a:r>
            <a:r>
              <a:rPr lang="en-US" sz="2400" dirty="0" err="1"/>
              <a:t>como</a:t>
            </a:r>
            <a:r>
              <a:rPr lang="en-US" sz="2400" dirty="0"/>
              <a:t> un </a:t>
            </a:r>
            <a:r>
              <a:rPr lang="en-US" sz="2400" dirty="0" err="1"/>
              <a:t>ataque</a:t>
            </a:r>
            <a:r>
              <a:rPr lang="en-US" sz="2400" dirty="0"/>
              <a:t> de phishing, un </a:t>
            </a:r>
            <a:r>
              <a:rPr lang="en-US" sz="2400" dirty="0" err="1"/>
              <a:t>robo</a:t>
            </a:r>
            <a:r>
              <a:rPr lang="en-US" sz="2400" dirty="0"/>
              <a:t> de </a:t>
            </a:r>
            <a:r>
              <a:rPr lang="en-US" sz="2400" dirty="0" err="1"/>
              <a:t>identidad</a:t>
            </a:r>
            <a:r>
              <a:rPr lang="en-US" sz="2400" dirty="0"/>
              <a:t> o un </a:t>
            </a:r>
            <a:r>
              <a:rPr lang="en-US" sz="2400" dirty="0" err="1"/>
              <a:t>ataque</a:t>
            </a:r>
            <a:r>
              <a:rPr lang="en-US" sz="2400" dirty="0"/>
              <a:t> de malware.</a:t>
            </a:r>
          </a:p>
          <a:p>
            <a:pPr indent="-228600">
              <a:lnSpc>
                <a:spcPct val="90000"/>
              </a:lnSpc>
              <a:spcAft>
                <a:spcPts val="600"/>
              </a:spcAft>
              <a:buFont typeface="Arial" panose="020B0604020202020204" pitchFamily="34" charset="0"/>
              <a:buChar char="•"/>
            </a:pPr>
            <a:r>
              <a:rPr lang="en-US" sz="2400" b="1" dirty="0"/>
              <a:t>Toma </a:t>
            </a:r>
            <a:r>
              <a:rPr lang="en-US" sz="2400" b="1" dirty="0" err="1"/>
              <a:t>medidas</a:t>
            </a:r>
            <a:r>
              <a:rPr lang="en-US" sz="2400" b="1" dirty="0"/>
              <a:t> </a:t>
            </a:r>
            <a:r>
              <a:rPr lang="en-US" sz="2400" b="1" dirty="0" err="1"/>
              <a:t>inmediatas</a:t>
            </a:r>
            <a:r>
              <a:rPr lang="en-US" sz="2400" b="1" dirty="0"/>
              <a:t>: </a:t>
            </a:r>
            <a:r>
              <a:rPr lang="en-US" sz="2400" dirty="0"/>
              <a:t>Toma </a:t>
            </a:r>
            <a:r>
              <a:rPr lang="en-US" sz="2400" dirty="0" err="1"/>
              <a:t>medidas</a:t>
            </a:r>
            <a:r>
              <a:rPr lang="en-US" sz="2400" dirty="0"/>
              <a:t> </a:t>
            </a:r>
            <a:r>
              <a:rPr lang="en-US" sz="2400" dirty="0" err="1"/>
              <a:t>inmediatas</a:t>
            </a:r>
            <a:r>
              <a:rPr lang="en-US" sz="2400" dirty="0"/>
              <a:t> para </a:t>
            </a:r>
            <a:r>
              <a:rPr lang="en-US" sz="2400" dirty="0" err="1"/>
              <a:t>limitar</a:t>
            </a:r>
            <a:r>
              <a:rPr lang="en-US" sz="2400" dirty="0"/>
              <a:t> </a:t>
            </a:r>
            <a:r>
              <a:rPr lang="en-US" sz="2400" dirty="0" err="1"/>
              <a:t>el</a:t>
            </a:r>
            <a:r>
              <a:rPr lang="en-US" sz="2400" dirty="0"/>
              <a:t> </a:t>
            </a:r>
            <a:r>
              <a:rPr lang="en-US" sz="2400" dirty="0" err="1"/>
              <a:t>impacto</a:t>
            </a:r>
            <a:r>
              <a:rPr lang="en-US" sz="2400" dirty="0"/>
              <a:t> del </a:t>
            </a:r>
            <a:r>
              <a:rPr lang="en-US" sz="2400" dirty="0" err="1"/>
              <a:t>incidente</a:t>
            </a:r>
            <a:r>
              <a:rPr lang="en-US" sz="2400" dirty="0"/>
              <a:t>. Por </a:t>
            </a:r>
            <a:r>
              <a:rPr lang="en-US" sz="2400" dirty="0" err="1"/>
              <a:t>ejemplo</a:t>
            </a:r>
            <a:r>
              <a:rPr lang="en-US" sz="2400" dirty="0"/>
              <a:t>, </a:t>
            </a:r>
            <a:r>
              <a:rPr lang="en-US" sz="2400" dirty="0" err="1"/>
              <a:t>si</a:t>
            </a:r>
            <a:r>
              <a:rPr lang="en-US" sz="2400" dirty="0"/>
              <a:t> </a:t>
            </a:r>
            <a:r>
              <a:rPr lang="en-US" sz="2400" dirty="0" err="1"/>
              <a:t>crees</a:t>
            </a:r>
            <a:r>
              <a:rPr lang="en-US" sz="2400" dirty="0"/>
              <a:t> que </a:t>
            </a:r>
            <a:r>
              <a:rPr lang="en-US" sz="2400" dirty="0" err="1"/>
              <a:t>tu</a:t>
            </a:r>
            <a:r>
              <a:rPr lang="en-US" sz="2400" dirty="0"/>
              <a:t> </a:t>
            </a:r>
            <a:r>
              <a:rPr lang="en-US" sz="2400" dirty="0" err="1"/>
              <a:t>cuenta</a:t>
            </a:r>
            <a:r>
              <a:rPr lang="en-US" sz="2400" dirty="0"/>
              <a:t> ha </a:t>
            </a:r>
            <a:r>
              <a:rPr lang="en-US" sz="2400" dirty="0" err="1"/>
              <a:t>sido</a:t>
            </a:r>
            <a:r>
              <a:rPr lang="en-US" sz="2400" dirty="0"/>
              <a:t> </a:t>
            </a:r>
            <a:r>
              <a:rPr lang="en-US" sz="2400" dirty="0" err="1"/>
              <a:t>comprometida</a:t>
            </a:r>
            <a:r>
              <a:rPr lang="en-US" sz="2400" dirty="0"/>
              <a:t>, cambia </a:t>
            </a:r>
            <a:r>
              <a:rPr lang="en-US" sz="2400" dirty="0" err="1"/>
              <a:t>todas</a:t>
            </a:r>
            <a:r>
              <a:rPr lang="en-US" sz="2400" dirty="0"/>
              <a:t> </a:t>
            </a:r>
            <a:r>
              <a:rPr lang="en-US" sz="2400" dirty="0" err="1"/>
              <a:t>tus</a:t>
            </a:r>
            <a:r>
              <a:rPr lang="en-US" sz="2400" dirty="0"/>
              <a:t> </a:t>
            </a:r>
            <a:r>
              <a:rPr lang="en-US" sz="2400" dirty="0" err="1"/>
              <a:t>contraseñas</a:t>
            </a:r>
            <a:r>
              <a:rPr lang="en-US" sz="2400" dirty="0"/>
              <a:t> y </a:t>
            </a:r>
            <a:r>
              <a:rPr lang="en-US" sz="2400" dirty="0" err="1"/>
              <a:t>cierra</a:t>
            </a:r>
            <a:r>
              <a:rPr lang="en-US" sz="2400" dirty="0"/>
              <a:t> la </a:t>
            </a:r>
            <a:r>
              <a:rPr lang="en-US" sz="2400" dirty="0" err="1"/>
              <a:t>sesión</a:t>
            </a:r>
            <a:r>
              <a:rPr lang="en-US" sz="2400" dirty="0"/>
              <a:t> </a:t>
            </a:r>
            <a:r>
              <a:rPr lang="en-US" sz="2400" dirty="0" err="1"/>
              <a:t>en</a:t>
            </a:r>
            <a:r>
              <a:rPr lang="en-US" sz="2400" dirty="0"/>
              <a:t> </a:t>
            </a:r>
            <a:r>
              <a:rPr lang="en-US" sz="2400" dirty="0" err="1"/>
              <a:t>todos</a:t>
            </a:r>
            <a:r>
              <a:rPr lang="en-US" sz="2400" dirty="0"/>
              <a:t> </a:t>
            </a:r>
            <a:r>
              <a:rPr lang="en-US" sz="2400" dirty="0" err="1"/>
              <a:t>los</a:t>
            </a:r>
            <a:r>
              <a:rPr lang="en-US" sz="2400" dirty="0"/>
              <a:t> </a:t>
            </a:r>
            <a:r>
              <a:rPr lang="en-US" sz="2400" dirty="0" err="1"/>
              <a:t>dispositivos</a:t>
            </a:r>
            <a:r>
              <a:rPr lang="en-US" sz="2400" dirty="0"/>
              <a:t>.</a:t>
            </a:r>
          </a:p>
          <a:p>
            <a:pPr indent="-228600">
              <a:lnSpc>
                <a:spcPct val="90000"/>
              </a:lnSpc>
              <a:spcAft>
                <a:spcPts val="600"/>
              </a:spcAft>
              <a:buFont typeface="Arial" panose="020B0604020202020204" pitchFamily="34" charset="0"/>
              <a:buChar char="•"/>
            </a:pPr>
            <a:r>
              <a:rPr lang="en-US" sz="2400" b="1" dirty="0" err="1"/>
              <a:t>Recopila</a:t>
            </a:r>
            <a:r>
              <a:rPr lang="en-US" sz="2400" b="1" dirty="0"/>
              <a:t> </a:t>
            </a:r>
            <a:r>
              <a:rPr lang="en-US" sz="2400" b="1" dirty="0" err="1"/>
              <a:t>evidencia</a:t>
            </a:r>
            <a:r>
              <a:rPr lang="en-US" sz="2400" b="1" dirty="0"/>
              <a:t>: </a:t>
            </a:r>
            <a:r>
              <a:rPr lang="en-US" sz="2400" dirty="0" err="1"/>
              <a:t>Recopila</a:t>
            </a:r>
            <a:r>
              <a:rPr lang="en-US" sz="2400" dirty="0"/>
              <a:t> </a:t>
            </a:r>
            <a:r>
              <a:rPr lang="en-US" sz="2400" dirty="0" err="1"/>
              <a:t>toda</a:t>
            </a:r>
            <a:r>
              <a:rPr lang="en-US" sz="2400" dirty="0"/>
              <a:t> la </a:t>
            </a:r>
            <a:r>
              <a:rPr lang="en-US" sz="2400" dirty="0" err="1"/>
              <a:t>evidencia</a:t>
            </a:r>
            <a:r>
              <a:rPr lang="en-US" sz="2400" dirty="0"/>
              <a:t> </a:t>
            </a:r>
            <a:r>
              <a:rPr lang="en-US" sz="2400" dirty="0" err="1"/>
              <a:t>relevante</a:t>
            </a:r>
            <a:r>
              <a:rPr lang="en-US" sz="2400" dirty="0"/>
              <a:t>, </a:t>
            </a:r>
            <a:r>
              <a:rPr lang="en-US" sz="2400" dirty="0" err="1"/>
              <a:t>como</a:t>
            </a:r>
            <a:r>
              <a:rPr lang="en-US" sz="2400" dirty="0"/>
              <a:t> </a:t>
            </a:r>
            <a:r>
              <a:rPr lang="en-US" sz="2400" dirty="0" err="1"/>
              <a:t>correos</a:t>
            </a:r>
            <a:r>
              <a:rPr lang="en-US" sz="2400" dirty="0"/>
              <a:t> </a:t>
            </a:r>
            <a:r>
              <a:rPr lang="en-US" sz="2400" dirty="0" err="1"/>
              <a:t>electrónicos</a:t>
            </a:r>
            <a:r>
              <a:rPr lang="en-US" sz="2400" dirty="0"/>
              <a:t> de phishing, </a:t>
            </a:r>
            <a:r>
              <a:rPr lang="en-US" sz="2400" dirty="0" err="1"/>
              <a:t>capturas</a:t>
            </a:r>
            <a:r>
              <a:rPr lang="en-US" sz="2400" dirty="0"/>
              <a:t> de </a:t>
            </a:r>
            <a:r>
              <a:rPr lang="en-US" sz="2400" dirty="0" err="1"/>
              <a:t>pantalla</a:t>
            </a:r>
            <a:r>
              <a:rPr lang="en-US" sz="2400" dirty="0"/>
              <a:t>, </a:t>
            </a:r>
            <a:r>
              <a:rPr lang="en-US" sz="2400" dirty="0" err="1"/>
              <a:t>registros</a:t>
            </a:r>
            <a:r>
              <a:rPr lang="en-US" sz="2400" dirty="0"/>
              <a:t> de </a:t>
            </a:r>
            <a:r>
              <a:rPr lang="en-US" sz="2400" dirty="0" err="1"/>
              <a:t>actividad</a:t>
            </a:r>
            <a:r>
              <a:rPr lang="en-US" sz="2400" dirty="0"/>
              <a:t> y </a:t>
            </a:r>
            <a:r>
              <a:rPr lang="en-US" sz="2400" dirty="0" err="1"/>
              <a:t>cualquier</a:t>
            </a:r>
            <a:r>
              <a:rPr lang="en-US" sz="2400" dirty="0"/>
              <a:t> </a:t>
            </a:r>
            <a:r>
              <a:rPr lang="en-US" sz="2400" dirty="0" err="1"/>
              <a:t>otro</a:t>
            </a:r>
            <a:r>
              <a:rPr lang="en-US" sz="2400" dirty="0"/>
              <a:t> </a:t>
            </a:r>
            <a:r>
              <a:rPr lang="en-US" sz="2400" dirty="0" err="1"/>
              <a:t>tipo</a:t>
            </a:r>
            <a:r>
              <a:rPr lang="en-US" sz="2400" dirty="0"/>
              <a:t> de </a:t>
            </a:r>
            <a:r>
              <a:rPr lang="en-US" sz="2400" dirty="0" err="1"/>
              <a:t>información</a:t>
            </a:r>
            <a:r>
              <a:rPr lang="en-US" sz="2400" dirty="0"/>
              <a:t> que </a:t>
            </a:r>
            <a:r>
              <a:rPr lang="en-US" sz="2400" dirty="0" err="1"/>
              <a:t>pueda</a:t>
            </a:r>
            <a:r>
              <a:rPr lang="en-US" sz="2400" dirty="0"/>
              <a:t> </a:t>
            </a:r>
            <a:r>
              <a:rPr lang="en-US" sz="2400" dirty="0" err="1"/>
              <a:t>ayudar</a:t>
            </a:r>
            <a:r>
              <a:rPr lang="en-US" sz="2400" dirty="0"/>
              <a:t> a las </a:t>
            </a:r>
            <a:r>
              <a:rPr lang="en-US" sz="2400" dirty="0" err="1"/>
              <a:t>autoridades</a:t>
            </a:r>
            <a:r>
              <a:rPr lang="en-US" sz="2400" dirty="0"/>
              <a:t> a </a:t>
            </a:r>
            <a:r>
              <a:rPr lang="en-US" sz="2400" dirty="0" err="1"/>
              <a:t>investigar</a:t>
            </a:r>
            <a:r>
              <a:rPr lang="en-US" sz="2400" dirty="0"/>
              <a:t> </a:t>
            </a:r>
            <a:r>
              <a:rPr lang="en-US" sz="2400" dirty="0" err="1"/>
              <a:t>el</a:t>
            </a:r>
            <a:r>
              <a:rPr lang="en-US" sz="2400" dirty="0"/>
              <a:t> </a:t>
            </a:r>
            <a:r>
              <a:rPr lang="en-US" sz="2400" dirty="0" err="1"/>
              <a:t>incidente</a:t>
            </a:r>
            <a:r>
              <a:rPr lang="en-US" sz="2400" dirty="0"/>
              <a:t>.</a:t>
            </a:r>
          </a:p>
          <a:p>
            <a:pPr indent="-228600">
              <a:lnSpc>
                <a:spcPct val="90000"/>
              </a:lnSpc>
              <a:spcAft>
                <a:spcPts val="600"/>
              </a:spcAft>
              <a:buFont typeface="Arial" panose="020B0604020202020204" pitchFamily="34" charset="0"/>
              <a:buChar char="•"/>
            </a:pPr>
            <a:r>
              <a:rPr lang="en-US" sz="2400" b="1" dirty="0" err="1"/>
              <a:t>Contacta</a:t>
            </a:r>
            <a:r>
              <a:rPr lang="en-US" sz="2400" b="1" dirty="0"/>
              <a:t> con las </a:t>
            </a:r>
            <a:r>
              <a:rPr lang="en-US" sz="2400" b="1" dirty="0" err="1"/>
              <a:t>autoridades</a:t>
            </a:r>
            <a:r>
              <a:rPr lang="en-US" sz="2400" b="1" dirty="0"/>
              <a:t>: </a:t>
            </a:r>
            <a:r>
              <a:rPr lang="en-US" sz="2400" dirty="0" err="1"/>
              <a:t>Contacta</a:t>
            </a:r>
            <a:r>
              <a:rPr lang="en-US" sz="2400" dirty="0"/>
              <a:t> con las </a:t>
            </a:r>
            <a:r>
              <a:rPr lang="en-US" sz="2400" dirty="0" err="1"/>
              <a:t>autoridades</a:t>
            </a:r>
            <a:r>
              <a:rPr lang="en-US" sz="2400" dirty="0"/>
              <a:t> </a:t>
            </a:r>
            <a:r>
              <a:rPr lang="en-US" sz="2400" dirty="0" err="1"/>
              <a:t>pertinentes</a:t>
            </a:r>
            <a:r>
              <a:rPr lang="en-US" sz="2400" dirty="0"/>
              <a:t>, </a:t>
            </a:r>
            <a:r>
              <a:rPr lang="en-US" sz="2400" dirty="0" err="1"/>
              <a:t>como</a:t>
            </a:r>
            <a:r>
              <a:rPr lang="en-US" sz="2400" dirty="0"/>
              <a:t> la </a:t>
            </a:r>
            <a:r>
              <a:rPr lang="en-US" sz="2400" dirty="0" err="1"/>
              <a:t>policía</a:t>
            </a:r>
            <a:r>
              <a:rPr lang="en-US" sz="2400" dirty="0"/>
              <a:t> local, la Guardia Civil o la Agencia Española de </a:t>
            </a:r>
            <a:r>
              <a:rPr lang="en-US" sz="2400" dirty="0" err="1"/>
              <a:t>Protección</a:t>
            </a:r>
            <a:r>
              <a:rPr lang="en-US" sz="2400" dirty="0"/>
              <a:t> de Datos (AEPD), y </a:t>
            </a:r>
            <a:r>
              <a:rPr lang="en-US" sz="2400" dirty="0" err="1"/>
              <a:t>presenta</a:t>
            </a:r>
            <a:r>
              <a:rPr lang="en-US" sz="2400" dirty="0"/>
              <a:t> </a:t>
            </a:r>
            <a:r>
              <a:rPr lang="en-US" sz="2400" dirty="0" err="1"/>
              <a:t>tu</a:t>
            </a:r>
            <a:r>
              <a:rPr lang="en-US" sz="2400" dirty="0"/>
              <a:t> </a:t>
            </a:r>
            <a:r>
              <a:rPr lang="en-US" sz="2400" dirty="0" err="1"/>
              <a:t>denuncia</a:t>
            </a:r>
            <a:r>
              <a:rPr lang="en-US" sz="2400" dirty="0"/>
              <a:t>. </a:t>
            </a:r>
            <a:r>
              <a:rPr lang="en-US" sz="2400" dirty="0" err="1"/>
              <a:t>Puedes</a:t>
            </a:r>
            <a:r>
              <a:rPr lang="en-US" sz="2400" dirty="0"/>
              <a:t> </a:t>
            </a:r>
            <a:r>
              <a:rPr lang="en-US" sz="2400" dirty="0" err="1"/>
              <a:t>presentar</a:t>
            </a:r>
            <a:r>
              <a:rPr lang="en-US" sz="2400" dirty="0"/>
              <a:t> la </a:t>
            </a:r>
            <a:r>
              <a:rPr lang="en-US" sz="2400" dirty="0" err="1"/>
              <a:t>denuncia</a:t>
            </a:r>
            <a:r>
              <a:rPr lang="en-US" sz="2400" dirty="0"/>
              <a:t> </a:t>
            </a:r>
            <a:r>
              <a:rPr lang="en-US" sz="2400" dirty="0" err="1"/>
              <a:t>en</a:t>
            </a:r>
            <a:r>
              <a:rPr lang="en-US" sz="2400" dirty="0"/>
              <a:t> </a:t>
            </a:r>
            <a:r>
              <a:rPr lang="en-US" sz="2400" dirty="0" err="1"/>
              <a:t>línea</a:t>
            </a:r>
            <a:r>
              <a:rPr lang="en-US" sz="2400" dirty="0"/>
              <a:t> o </a:t>
            </a:r>
            <a:r>
              <a:rPr lang="en-US" sz="2400" dirty="0" err="1"/>
              <a:t>en</a:t>
            </a:r>
            <a:r>
              <a:rPr lang="en-US" sz="2400" dirty="0"/>
              <a:t> persona </a:t>
            </a:r>
            <a:r>
              <a:rPr lang="en-US" sz="2400" dirty="0" err="1"/>
              <a:t>en</a:t>
            </a:r>
            <a:r>
              <a:rPr lang="en-US" sz="2400" dirty="0"/>
              <a:t> </a:t>
            </a:r>
            <a:r>
              <a:rPr lang="en-US" sz="2400" dirty="0" err="1"/>
              <a:t>una</a:t>
            </a:r>
            <a:r>
              <a:rPr lang="en-US" sz="2400" dirty="0"/>
              <a:t> </a:t>
            </a:r>
            <a:r>
              <a:rPr lang="en-US" sz="2400" dirty="0" err="1"/>
              <a:t>comisaría</a:t>
            </a:r>
            <a:r>
              <a:rPr lang="en-US" sz="2400" dirty="0"/>
              <a:t> o </a:t>
            </a:r>
            <a:r>
              <a:rPr lang="en-US" sz="2400" dirty="0" err="1"/>
              <a:t>en</a:t>
            </a:r>
            <a:r>
              <a:rPr lang="en-US" sz="2400" dirty="0"/>
              <a:t> la </a:t>
            </a:r>
            <a:r>
              <a:rPr lang="en-US" sz="2400" dirty="0" err="1"/>
              <a:t>sede</a:t>
            </a:r>
            <a:r>
              <a:rPr lang="en-US" sz="2400" dirty="0"/>
              <a:t> de la AEPD.</a:t>
            </a:r>
          </a:p>
          <a:p>
            <a:pPr indent="-228600">
              <a:lnSpc>
                <a:spcPct val="90000"/>
              </a:lnSpc>
              <a:spcAft>
                <a:spcPts val="600"/>
              </a:spcAft>
              <a:buFont typeface="Arial" panose="020B0604020202020204" pitchFamily="34" charset="0"/>
              <a:buChar char="•"/>
            </a:pPr>
            <a:r>
              <a:rPr lang="en-US" sz="2400" b="1" dirty="0" err="1"/>
              <a:t>Proporciona</a:t>
            </a:r>
            <a:r>
              <a:rPr lang="en-US" sz="2400" b="1" dirty="0"/>
              <a:t> </a:t>
            </a:r>
            <a:r>
              <a:rPr lang="en-US" sz="2400" b="1" dirty="0" err="1"/>
              <a:t>toda</a:t>
            </a:r>
            <a:r>
              <a:rPr lang="en-US" sz="2400" b="1" dirty="0"/>
              <a:t> la </a:t>
            </a:r>
            <a:r>
              <a:rPr lang="en-US" sz="2400" b="1" dirty="0" err="1"/>
              <a:t>información</a:t>
            </a:r>
            <a:r>
              <a:rPr lang="en-US" sz="2400" b="1" dirty="0"/>
              <a:t> </a:t>
            </a:r>
            <a:r>
              <a:rPr lang="en-US" sz="2400" b="1" dirty="0" err="1"/>
              <a:t>relevante</a:t>
            </a:r>
            <a:r>
              <a:rPr lang="en-US" sz="2400" b="1" dirty="0"/>
              <a:t>: </a:t>
            </a:r>
            <a:r>
              <a:rPr lang="en-US" sz="2400" dirty="0" err="1"/>
              <a:t>Proporciona</a:t>
            </a:r>
            <a:r>
              <a:rPr lang="en-US" sz="2400" dirty="0"/>
              <a:t> </a:t>
            </a:r>
            <a:r>
              <a:rPr lang="en-US" sz="2400" dirty="0" err="1"/>
              <a:t>toda</a:t>
            </a:r>
            <a:r>
              <a:rPr lang="en-US" sz="2400" dirty="0"/>
              <a:t> la </a:t>
            </a:r>
            <a:r>
              <a:rPr lang="en-US" sz="2400" dirty="0" err="1"/>
              <a:t>información</a:t>
            </a:r>
            <a:r>
              <a:rPr lang="en-US" sz="2400" dirty="0"/>
              <a:t> </a:t>
            </a:r>
            <a:r>
              <a:rPr lang="en-US" sz="2400" dirty="0" err="1"/>
              <a:t>relevante</a:t>
            </a:r>
            <a:r>
              <a:rPr lang="en-US" sz="2400" dirty="0"/>
              <a:t> </a:t>
            </a:r>
            <a:r>
              <a:rPr lang="en-US" sz="2400" dirty="0" err="1"/>
              <a:t>sobre</a:t>
            </a:r>
            <a:r>
              <a:rPr lang="en-US" sz="2400" dirty="0"/>
              <a:t> </a:t>
            </a:r>
            <a:r>
              <a:rPr lang="en-US" sz="2400" dirty="0" err="1"/>
              <a:t>el</a:t>
            </a:r>
            <a:r>
              <a:rPr lang="en-US" sz="2400" dirty="0"/>
              <a:t> </a:t>
            </a:r>
            <a:r>
              <a:rPr lang="en-US" sz="2400" dirty="0" err="1"/>
              <a:t>incidente</a:t>
            </a:r>
            <a:r>
              <a:rPr lang="en-US" sz="2400" dirty="0"/>
              <a:t>, </a:t>
            </a:r>
            <a:r>
              <a:rPr lang="en-US" sz="2400" dirty="0" err="1"/>
              <a:t>incluyendo</a:t>
            </a:r>
            <a:r>
              <a:rPr lang="en-US" sz="2400" dirty="0"/>
              <a:t> </a:t>
            </a:r>
            <a:r>
              <a:rPr lang="en-US" sz="2400" dirty="0" err="1"/>
              <a:t>detalles</a:t>
            </a:r>
            <a:r>
              <a:rPr lang="en-US" sz="2400" dirty="0"/>
              <a:t> </a:t>
            </a:r>
            <a:r>
              <a:rPr lang="en-US" sz="2400" dirty="0" err="1"/>
              <a:t>sobre</a:t>
            </a:r>
            <a:r>
              <a:rPr lang="en-US" sz="2400" dirty="0"/>
              <a:t> </a:t>
            </a:r>
            <a:r>
              <a:rPr lang="en-US" sz="2400" dirty="0" err="1"/>
              <a:t>el</a:t>
            </a:r>
            <a:r>
              <a:rPr lang="en-US" sz="2400" dirty="0"/>
              <a:t> </a:t>
            </a:r>
            <a:r>
              <a:rPr lang="en-US" sz="2400" dirty="0" err="1"/>
              <a:t>tipo</a:t>
            </a:r>
            <a:r>
              <a:rPr lang="en-US" sz="2400" dirty="0"/>
              <a:t> de </a:t>
            </a:r>
            <a:r>
              <a:rPr lang="en-US" sz="2400" dirty="0" err="1"/>
              <a:t>ataque</a:t>
            </a:r>
            <a:r>
              <a:rPr lang="en-US" sz="2400" dirty="0"/>
              <a:t>, la </a:t>
            </a:r>
            <a:r>
              <a:rPr lang="en-US" sz="2400" dirty="0" err="1"/>
              <a:t>fecha</a:t>
            </a:r>
            <a:r>
              <a:rPr lang="en-US" sz="2400" dirty="0"/>
              <a:t> y la hora, la </a:t>
            </a:r>
            <a:r>
              <a:rPr lang="en-US" sz="2400" dirty="0" err="1"/>
              <a:t>naturaleza</a:t>
            </a:r>
            <a:r>
              <a:rPr lang="en-US" sz="2400" dirty="0"/>
              <a:t> de la </a:t>
            </a:r>
            <a:r>
              <a:rPr lang="en-US" sz="2400" dirty="0" err="1"/>
              <a:t>información</a:t>
            </a:r>
            <a:r>
              <a:rPr lang="en-US" sz="2400" dirty="0"/>
              <a:t> </a:t>
            </a:r>
            <a:r>
              <a:rPr lang="en-US" sz="2400" dirty="0" err="1"/>
              <a:t>comprometida</a:t>
            </a:r>
            <a:r>
              <a:rPr lang="en-US" sz="2400" dirty="0"/>
              <a:t> y </a:t>
            </a:r>
            <a:r>
              <a:rPr lang="en-US" sz="2400" dirty="0" err="1"/>
              <a:t>cualquier</a:t>
            </a:r>
            <a:r>
              <a:rPr lang="en-US" sz="2400" dirty="0"/>
              <a:t> </a:t>
            </a:r>
            <a:r>
              <a:rPr lang="en-US" sz="2400" dirty="0" err="1"/>
              <a:t>otra</a:t>
            </a:r>
            <a:r>
              <a:rPr lang="en-US" sz="2400" dirty="0"/>
              <a:t> </a:t>
            </a:r>
            <a:r>
              <a:rPr lang="en-US" sz="2400" dirty="0" err="1"/>
              <a:t>información</a:t>
            </a:r>
            <a:r>
              <a:rPr lang="en-US" sz="2400" dirty="0"/>
              <a:t> que </a:t>
            </a:r>
            <a:r>
              <a:rPr lang="en-US" sz="2400" dirty="0" err="1"/>
              <a:t>pueda</a:t>
            </a:r>
            <a:r>
              <a:rPr lang="en-US" sz="2400" dirty="0"/>
              <a:t> </a:t>
            </a:r>
            <a:r>
              <a:rPr lang="en-US" sz="2400" dirty="0" err="1"/>
              <a:t>ayudar</a:t>
            </a:r>
            <a:r>
              <a:rPr lang="en-US" sz="2400" dirty="0"/>
              <a:t> a las </a:t>
            </a:r>
            <a:r>
              <a:rPr lang="en-US" sz="2400" dirty="0" err="1"/>
              <a:t>autoridades</a:t>
            </a:r>
            <a:r>
              <a:rPr lang="en-US" sz="2400" dirty="0"/>
              <a:t> a </a:t>
            </a:r>
            <a:r>
              <a:rPr lang="en-US" sz="2400" dirty="0" err="1"/>
              <a:t>investigar</a:t>
            </a:r>
            <a:r>
              <a:rPr lang="en-US" sz="2400" dirty="0"/>
              <a:t> </a:t>
            </a:r>
            <a:r>
              <a:rPr lang="en-US" sz="2400" dirty="0" err="1"/>
              <a:t>el</a:t>
            </a:r>
            <a:r>
              <a:rPr lang="en-US" sz="2400" dirty="0"/>
              <a:t> </a:t>
            </a:r>
            <a:r>
              <a:rPr lang="en-US" sz="2400" dirty="0" err="1"/>
              <a:t>incidente</a:t>
            </a:r>
            <a:r>
              <a:rPr lang="en-US" sz="2400" dirty="0"/>
              <a:t>.</a:t>
            </a:r>
          </a:p>
          <a:p>
            <a:pPr indent="-228600">
              <a:lnSpc>
                <a:spcPct val="90000"/>
              </a:lnSpc>
              <a:spcAft>
                <a:spcPts val="600"/>
              </a:spcAft>
              <a:buFont typeface="Arial" panose="020B0604020202020204" pitchFamily="34" charset="0"/>
              <a:buChar char="•"/>
            </a:pPr>
            <a:r>
              <a:rPr lang="en-US" sz="2400" b="1" dirty="0"/>
              <a:t>Sigue </a:t>
            </a:r>
            <a:r>
              <a:rPr lang="en-US" sz="2400" b="1" dirty="0" err="1"/>
              <a:t>el</a:t>
            </a:r>
            <a:r>
              <a:rPr lang="en-US" sz="2400" b="1" dirty="0"/>
              <a:t> </a:t>
            </a:r>
            <a:r>
              <a:rPr lang="en-US" sz="2400" b="1" dirty="0" err="1"/>
              <a:t>progreso</a:t>
            </a:r>
            <a:r>
              <a:rPr lang="en-US" sz="2400" b="1" dirty="0"/>
              <a:t> de la </a:t>
            </a:r>
            <a:r>
              <a:rPr lang="en-US" sz="2400" b="1" dirty="0" err="1"/>
              <a:t>denuncia</a:t>
            </a:r>
            <a:r>
              <a:rPr lang="en-US" sz="2400" b="1" dirty="0"/>
              <a:t>: </a:t>
            </a:r>
            <a:r>
              <a:rPr lang="en-US" sz="2400" dirty="0"/>
              <a:t>Sigue </a:t>
            </a:r>
            <a:r>
              <a:rPr lang="en-US" sz="2400" dirty="0" err="1"/>
              <a:t>el</a:t>
            </a:r>
            <a:r>
              <a:rPr lang="en-US" sz="2400" dirty="0"/>
              <a:t> </a:t>
            </a:r>
            <a:r>
              <a:rPr lang="en-US" sz="2400" dirty="0" err="1"/>
              <a:t>progreso</a:t>
            </a:r>
            <a:r>
              <a:rPr lang="en-US" sz="2400" dirty="0"/>
              <a:t> de la </a:t>
            </a:r>
            <a:r>
              <a:rPr lang="en-US" sz="2400" dirty="0" err="1"/>
              <a:t>denuncia</a:t>
            </a:r>
            <a:r>
              <a:rPr lang="en-US" sz="2400" dirty="0"/>
              <a:t> y </a:t>
            </a:r>
            <a:r>
              <a:rPr lang="en-US" sz="2400" dirty="0" err="1"/>
              <a:t>colabora</a:t>
            </a:r>
            <a:r>
              <a:rPr lang="en-US" sz="2400" dirty="0"/>
              <a:t> con las </a:t>
            </a:r>
            <a:r>
              <a:rPr lang="en-US" sz="2400" dirty="0" err="1"/>
              <a:t>autoridades</a:t>
            </a:r>
            <a:r>
              <a:rPr lang="en-US" sz="2400" dirty="0"/>
              <a:t> </a:t>
            </a:r>
            <a:r>
              <a:rPr lang="en-US" sz="2400" dirty="0" err="1"/>
              <a:t>en</a:t>
            </a:r>
            <a:r>
              <a:rPr lang="en-US" sz="2400" dirty="0"/>
              <a:t> </a:t>
            </a:r>
            <a:r>
              <a:rPr lang="en-US" sz="2400" dirty="0" err="1"/>
              <a:t>todo</a:t>
            </a:r>
            <a:r>
              <a:rPr lang="en-US" sz="2400" dirty="0"/>
              <a:t> lo </a:t>
            </a:r>
            <a:r>
              <a:rPr lang="en-US" sz="2400" dirty="0" err="1"/>
              <a:t>posible</a:t>
            </a:r>
            <a:r>
              <a:rPr lang="en-US" sz="2400" dirty="0"/>
              <a:t>. Es </a:t>
            </a:r>
            <a:r>
              <a:rPr lang="en-US" sz="2400" dirty="0" err="1"/>
              <a:t>posible</a:t>
            </a:r>
            <a:r>
              <a:rPr lang="en-US" sz="2400" dirty="0"/>
              <a:t> que </a:t>
            </a:r>
            <a:r>
              <a:rPr lang="en-US" sz="2400" dirty="0" err="1"/>
              <a:t>te</a:t>
            </a:r>
            <a:r>
              <a:rPr lang="en-US" sz="2400" dirty="0"/>
              <a:t> pidan </a:t>
            </a:r>
            <a:r>
              <a:rPr lang="en-US" sz="2400" dirty="0" err="1"/>
              <a:t>más</a:t>
            </a:r>
            <a:r>
              <a:rPr lang="en-US" sz="2400" dirty="0"/>
              <a:t> </a:t>
            </a:r>
            <a:r>
              <a:rPr lang="en-US" sz="2400" dirty="0" err="1"/>
              <a:t>información</a:t>
            </a:r>
            <a:r>
              <a:rPr lang="en-US" sz="2400" dirty="0"/>
              <a:t> o que </a:t>
            </a:r>
            <a:r>
              <a:rPr lang="en-US" sz="2400" dirty="0" err="1"/>
              <a:t>necesiten</a:t>
            </a:r>
            <a:r>
              <a:rPr lang="en-US" sz="2400" dirty="0"/>
              <a:t> que les </a:t>
            </a:r>
            <a:r>
              <a:rPr lang="en-US" sz="2400" dirty="0" err="1"/>
              <a:t>proporciones</a:t>
            </a:r>
            <a:r>
              <a:rPr lang="en-US" sz="2400" dirty="0"/>
              <a:t> </a:t>
            </a:r>
            <a:r>
              <a:rPr lang="en-US" sz="2400" dirty="0" err="1"/>
              <a:t>acceso</a:t>
            </a:r>
            <a:r>
              <a:rPr lang="en-US" sz="2400" dirty="0"/>
              <a:t> a </a:t>
            </a:r>
            <a:r>
              <a:rPr lang="en-US" sz="2400" dirty="0" err="1"/>
              <a:t>tus</a:t>
            </a:r>
            <a:r>
              <a:rPr lang="en-US" sz="2400" dirty="0"/>
              <a:t> </a:t>
            </a:r>
            <a:r>
              <a:rPr lang="en-US" sz="2400" dirty="0" err="1"/>
              <a:t>dispositivos</a:t>
            </a:r>
            <a:r>
              <a:rPr lang="en-US" sz="2400" dirty="0"/>
              <a:t> o </a:t>
            </a:r>
            <a:r>
              <a:rPr lang="en-US" sz="2400" dirty="0" err="1"/>
              <a:t>cuentas</a:t>
            </a:r>
            <a:r>
              <a:rPr lang="en-US" sz="2400" dirty="0"/>
              <a:t> para </a:t>
            </a:r>
            <a:r>
              <a:rPr lang="en-US" sz="2400" dirty="0" err="1"/>
              <a:t>investigar</a:t>
            </a:r>
            <a:r>
              <a:rPr lang="en-US" sz="2400" dirty="0"/>
              <a:t> </a:t>
            </a:r>
            <a:r>
              <a:rPr lang="en-US" sz="2400" dirty="0" err="1"/>
              <a:t>el</a:t>
            </a:r>
            <a:r>
              <a:rPr lang="en-US" sz="2400" dirty="0"/>
              <a:t> </a:t>
            </a:r>
            <a:r>
              <a:rPr lang="en-US" sz="2400" dirty="0" err="1"/>
              <a:t>incidente</a:t>
            </a:r>
            <a:r>
              <a:rPr lang="en-US" sz="2400" dirty="0"/>
              <a:t>.</a:t>
            </a:r>
          </a:p>
        </p:txBody>
      </p:sp>
      <p:pic>
        <p:nvPicPr>
          <p:cNvPr id="1026" name="Picture 2" descr="Resultado de imagen de america e necesita el tio tom">
            <a:extLst>
              <a:ext uri="{FF2B5EF4-FFF2-40B4-BE49-F238E27FC236}">
                <a16:creationId xmlns:a16="http://schemas.microsoft.com/office/drawing/2014/main" id="{9CD0EAB3-0F93-F064-74E3-F0A6DE8A786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905161" y="658366"/>
            <a:ext cx="5673470" cy="6859938"/>
          </a:xfrm>
          <a:prstGeom prst="rect">
            <a:avLst/>
          </a:prstGeom>
          <a:noFill/>
          <a:extLst>
            <a:ext uri="{909E8E84-426E-40DD-AFC4-6F175D3DCCD1}">
              <a14:hiddenFill xmlns:a14="http://schemas.microsoft.com/office/drawing/2010/main">
                <a:solidFill>
                  <a:srgbClr val="FFFFFF"/>
                </a:solidFill>
              </a14:hiddenFill>
            </a:ext>
          </a:extLst>
        </p:spPr>
      </p:pic>
      <p:pic>
        <p:nvPicPr>
          <p:cNvPr id="3" name="Google Shape;135;p8" descr="Cómo protegerse de los virus, piratas informáticos y demás ataques? |  Tecnología - ComputerHoy.com">
            <a:extLst>
              <a:ext uri="{FF2B5EF4-FFF2-40B4-BE49-F238E27FC236}">
                <a16:creationId xmlns:a16="http://schemas.microsoft.com/office/drawing/2014/main" id="{B6F86F9B-5736-57C2-5EDC-072BD13AD715}"/>
              </a:ext>
            </a:extLst>
          </p:cNvPr>
          <p:cNvPicPr preferRelativeResize="0"/>
          <p:nvPr/>
        </p:nvPicPr>
        <p:blipFill rotWithShape="1">
          <a:blip r:embed="rId3"/>
          <a:stretch/>
        </p:blipFill>
        <p:spPr>
          <a:xfrm>
            <a:off x="16453254" y="8158386"/>
            <a:ext cx="6540708" cy="4352544"/>
          </a:xfrm>
          <a:prstGeom prst="rect">
            <a:avLst/>
          </a:prstGeom>
          <a:noFill/>
        </p:spPr>
      </p:pic>
    </p:spTree>
    <p:extLst>
      <p:ext uri="{BB962C8B-B14F-4D97-AF65-F5344CB8AC3E}">
        <p14:creationId xmlns:p14="http://schemas.microsoft.com/office/powerpoint/2010/main" val="3281515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23"/>
        <p:cNvGrpSpPr/>
        <p:nvPr/>
      </p:nvGrpSpPr>
      <p:grpSpPr>
        <a:xfrm>
          <a:off x="0" y="0"/>
          <a:ext cx="0" cy="0"/>
          <a:chOff x="0" y="0"/>
          <a:chExt cx="0" cy="0"/>
        </a:xfrm>
      </p:grpSpPr>
      <p:sp useBgFill="1">
        <p:nvSpPr>
          <p:cNvPr id="330" name="Rectangle 32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Google Shape;324;p27"/>
          <p:cNvSpPr txBox="1">
            <a:spLocks noGrp="1"/>
          </p:cNvSpPr>
          <p:nvPr>
            <p:ph type="title" idx="4294967295"/>
          </p:nvPr>
        </p:nvSpPr>
        <p:spPr>
          <a:xfrm>
            <a:off x="1144986" y="477078"/>
            <a:ext cx="22037040" cy="2868830"/>
          </a:xfrm>
          <a:prstGeom prst="rect">
            <a:avLst/>
          </a:prstGeom>
        </p:spPr>
        <p:txBody>
          <a:bodyPr spcFirstLastPara="1" vert="horz" lIns="91440" tIns="45720" rIns="91440" bIns="45720" rtlCol="0" anchor="b" anchorCtr="0">
            <a:normAutofit/>
          </a:bodyPr>
          <a:lstStyle/>
          <a:p>
            <a:pPr defTabSz="914400">
              <a:buClr>
                <a:schemeClr val="lt1"/>
              </a:buClr>
              <a:buSzPts val="2800"/>
            </a:pPr>
            <a:r>
              <a:rPr lang="en-US" sz="10800" b="1" i="0" dirty="0">
                <a:sym typeface="Calibri"/>
              </a:rPr>
              <a:t>Pasos para </a:t>
            </a:r>
            <a:r>
              <a:rPr lang="en-US" sz="10800" b="1" i="0" dirty="0" err="1">
                <a:sym typeface="Calibri"/>
              </a:rPr>
              <a:t>prevenir</a:t>
            </a:r>
            <a:r>
              <a:rPr lang="en-US" sz="10800" b="1" i="0" dirty="0">
                <a:sym typeface="Calibri"/>
              </a:rPr>
              <a:t> un </a:t>
            </a:r>
            <a:r>
              <a:rPr lang="en-US" sz="10800" b="1" i="0" dirty="0" err="1">
                <a:sym typeface="Calibri"/>
              </a:rPr>
              <a:t>ciberataque</a:t>
            </a:r>
            <a:endParaRPr lang="en-US" sz="10800" b="0" i="0" dirty="0">
              <a:sym typeface="Calibri"/>
            </a:endParaRPr>
          </a:p>
        </p:txBody>
      </p:sp>
      <p:sp>
        <p:nvSpPr>
          <p:cNvPr id="33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Google Shape;325;p27"/>
          <p:cNvSpPr txBox="1">
            <a:spLocks noGrp="1"/>
          </p:cNvSpPr>
          <p:nvPr>
            <p:ph idx="4294967295"/>
          </p:nvPr>
        </p:nvSpPr>
        <p:spPr>
          <a:xfrm>
            <a:off x="1144986" y="4142632"/>
            <a:ext cx="13427104" cy="8238344"/>
          </a:xfrm>
          <a:prstGeom prst="rect">
            <a:avLst/>
          </a:prstGeom>
        </p:spPr>
        <p:style>
          <a:lnRef idx="2">
            <a:schemeClr val="dk1">
              <a:shade val="50000"/>
            </a:schemeClr>
          </a:lnRef>
          <a:fillRef idx="1">
            <a:schemeClr val="dk1"/>
          </a:fillRef>
          <a:effectRef idx="0">
            <a:schemeClr val="dk1"/>
          </a:effectRef>
          <a:fontRef idx="minor">
            <a:schemeClr val="lt1"/>
          </a:fontRef>
        </p:style>
        <p:txBody>
          <a:bodyPr spcFirstLastPara="1" vert="horz" lIns="91440" tIns="45720" rIns="91440" bIns="45720" rtlCol="0" anchor="t" anchorCtr="0">
            <a:normAutofit/>
          </a:bodyPr>
          <a:lstStyle/>
          <a:p>
            <a:pPr marL="1028700" indent="-228600" defTabSz="914400">
              <a:spcBef>
                <a:spcPts val="2000"/>
              </a:spcBef>
              <a:buClr>
                <a:schemeClr val="lt1"/>
              </a:buClr>
              <a:buSzPts val="2170"/>
            </a:pPr>
            <a:r>
              <a:rPr lang="en-US" sz="3100" b="1" dirty="0" err="1">
                <a:solidFill>
                  <a:schemeClr val="bg1"/>
                </a:solidFill>
                <a:sym typeface="Calibri"/>
              </a:rPr>
              <a:t>Proteger</a:t>
            </a:r>
            <a:r>
              <a:rPr lang="en-US" sz="3100" b="1" dirty="0">
                <a:solidFill>
                  <a:schemeClr val="bg1"/>
                </a:solidFill>
                <a:sym typeface="Calibri"/>
              </a:rPr>
              <a:t> </a:t>
            </a:r>
            <a:r>
              <a:rPr lang="en-US" sz="3100" b="1" dirty="0" err="1">
                <a:solidFill>
                  <a:schemeClr val="bg1"/>
                </a:solidFill>
                <a:sym typeface="Calibri"/>
              </a:rPr>
              <a:t>los</a:t>
            </a:r>
            <a:r>
              <a:rPr lang="en-US" sz="3100" b="1" dirty="0">
                <a:solidFill>
                  <a:schemeClr val="bg1"/>
                </a:solidFill>
                <a:sym typeface="Calibri"/>
              </a:rPr>
              <a:t> </a:t>
            </a:r>
            <a:r>
              <a:rPr lang="en-US" sz="3100" b="1" dirty="0" err="1">
                <a:solidFill>
                  <a:schemeClr val="bg1"/>
                </a:solidFill>
                <a:sym typeface="Calibri"/>
              </a:rPr>
              <a:t>equipos</a:t>
            </a:r>
            <a:r>
              <a:rPr lang="en-US" sz="3100" b="1" dirty="0">
                <a:solidFill>
                  <a:schemeClr val="bg1"/>
                </a:solidFill>
                <a:sym typeface="Calibri"/>
              </a:rPr>
              <a:t>. </a:t>
            </a:r>
            <a:r>
              <a:rPr lang="en-US" sz="3100" b="1" dirty="0" err="1">
                <a:solidFill>
                  <a:schemeClr val="bg1"/>
                </a:solidFill>
                <a:sym typeface="Calibri"/>
              </a:rPr>
              <a:t>Cualquier</a:t>
            </a:r>
            <a:r>
              <a:rPr lang="en-US" sz="3100" b="1" dirty="0">
                <a:solidFill>
                  <a:schemeClr val="bg1"/>
                </a:solidFill>
                <a:sym typeface="Calibri"/>
              </a:rPr>
              <a:t> </a:t>
            </a:r>
            <a:r>
              <a:rPr lang="en-US" sz="3100" b="1" dirty="0" err="1">
                <a:solidFill>
                  <a:schemeClr val="bg1"/>
                </a:solidFill>
                <a:sym typeface="Calibri"/>
              </a:rPr>
              <a:t>dispositivo</a:t>
            </a:r>
            <a:r>
              <a:rPr lang="en-US" sz="3100" b="1" dirty="0">
                <a:solidFill>
                  <a:schemeClr val="bg1"/>
                </a:solidFill>
                <a:sym typeface="Calibri"/>
              </a:rPr>
              <a:t> </a:t>
            </a:r>
            <a:r>
              <a:rPr lang="en-US" sz="3100" b="1" dirty="0" err="1">
                <a:solidFill>
                  <a:schemeClr val="bg1"/>
                </a:solidFill>
                <a:sym typeface="Calibri"/>
              </a:rPr>
              <a:t>electrónico</a:t>
            </a:r>
            <a:r>
              <a:rPr lang="en-US" sz="3100" b="1" dirty="0">
                <a:solidFill>
                  <a:schemeClr val="bg1"/>
                </a:solidFill>
                <a:sym typeface="Calibri"/>
              </a:rPr>
              <a:t> que se </a:t>
            </a:r>
            <a:r>
              <a:rPr lang="en-US" sz="3100" b="1" dirty="0" err="1">
                <a:solidFill>
                  <a:schemeClr val="bg1"/>
                </a:solidFill>
                <a:sym typeface="Calibri"/>
              </a:rPr>
              <a:t>tenga</a:t>
            </a:r>
            <a:r>
              <a:rPr lang="en-US" sz="3100" b="1" dirty="0">
                <a:solidFill>
                  <a:schemeClr val="bg1"/>
                </a:solidFill>
                <a:sym typeface="Calibri"/>
              </a:rPr>
              <a:t> </a:t>
            </a:r>
            <a:r>
              <a:rPr lang="en-US" sz="3100" b="1" dirty="0" err="1">
                <a:solidFill>
                  <a:schemeClr val="bg1"/>
                </a:solidFill>
                <a:sym typeface="Calibri"/>
              </a:rPr>
              <a:t>en</a:t>
            </a:r>
            <a:r>
              <a:rPr lang="en-US" sz="3100" b="1" dirty="0">
                <a:solidFill>
                  <a:schemeClr val="bg1"/>
                </a:solidFill>
                <a:sym typeface="Calibri"/>
              </a:rPr>
              <a:t> casa o la </a:t>
            </a:r>
            <a:r>
              <a:rPr lang="en-US" sz="3100" b="1" dirty="0" err="1">
                <a:solidFill>
                  <a:schemeClr val="bg1"/>
                </a:solidFill>
                <a:sym typeface="Calibri"/>
              </a:rPr>
              <a:t>oficina</a:t>
            </a:r>
            <a:r>
              <a:rPr lang="en-US" sz="3100" b="1" dirty="0">
                <a:solidFill>
                  <a:schemeClr val="bg1"/>
                </a:solidFill>
                <a:sym typeface="Calibri"/>
              </a:rPr>
              <a:t> </a:t>
            </a:r>
            <a:r>
              <a:rPr lang="en-US" sz="3100" b="1" dirty="0" err="1">
                <a:solidFill>
                  <a:schemeClr val="bg1"/>
                </a:solidFill>
                <a:sym typeface="Calibri"/>
              </a:rPr>
              <a:t>debe</a:t>
            </a:r>
            <a:r>
              <a:rPr lang="en-US" sz="3100" b="1" dirty="0">
                <a:solidFill>
                  <a:schemeClr val="bg1"/>
                </a:solidFill>
                <a:sym typeface="Calibri"/>
              </a:rPr>
              <a:t> </a:t>
            </a:r>
            <a:r>
              <a:rPr lang="en-US" sz="3100" b="1" dirty="0" err="1">
                <a:solidFill>
                  <a:schemeClr val="bg1"/>
                </a:solidFill>
                <a:sym typeface="Calibri"/>
              </a:rPr>
              <a:t>estar</a:t>
            </a:r>
            <a:r>
              <a:rPr lang="en-US" sz="3100" b="1" dirty="0">
                <a:solidFill>
                  <a:schemeClr val="bg1"/>
                </a:solidFill>
                <a:sym typeface="Calibri"/>
              </a:rPr>
              <a:t> </a:t>
            </a:r>
            <a:r>
              <a:rPr lang="en-US" sz="3100" b="1" dirty="0" err="1">
                <a:solidFill>
                  <a:schemeClr val="bg1"/>
                </a:solidFill>
                <a:sym typeface="Calibri"/>
              </a:rPr>
              <a:t>completamente</a:t>
            </a:r>
            <a:r>
              <a:rPr lang="en-US" sz="3100" b="1" dirty="0">
                <a:solidFill>
                  <a:schemeClr val="bg1"/>
                </a:solidFill>
                <a:sym typeface="Calibri"/>
              </a:rPr>
              <a:t> </a:t>
            </a:r>
            <a:r>
              <a:rPr lang="en-US" sz="3100" b="1" dirty="0" err="1">
                <a:solidFill>
                  <a:schemeClr val="bg1"/>
                </a:solidFill>
                <a:sym typeface="Calibri"/>
              </a:rPr>
              <a:t>actualizado</a:t>
            </a:r>
            <a:r>
              <a:rPr lang="en-US" sz="3100" b="1" dirty="0">
                <a:solidFill>
                  <a:schemeClr val="bg1"/>
                </a:solidFill>
                <a:sym typeface="Calibri"/>
              </a:rPr>
              <a:t>. ...</a:t>
            </a:r>
            <a:endParaRPr lang="en-US" sz="3100" b="1"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Contraseñas</a:t>
            </a:r>
            <a:r>
              <a:rPr lang="en-US" sz="3100" b="1" dirty="0">
                <a:solidFill>
                  <a:schemeClr val="bg1"/>
                </a:solidFill>
                <a:sym typeface="Calibri"/>
              </a:rPr>
              <a:t> </a:t>
            </a:r>
            <a:r>
              <a:rPr lang="en-US" sz="3100" b="1" dirty="0" err="1">
                <a:solidFill>
                  <a:schemeClr val="bg1"/>
                </a:solidFill>
                <a:sym typeface="Calibri"/>
              </a:rPr>
              <a:t>fuertes</a:t>
            </a:r>
            <a:r>
              <a:rPr lang="en-US" sz="3100" b="1" dirty="0">
                <a:solidFill>
                  <a:schemeClr val="bg1"/>
                </a:solidFill>
                <a:sym typeface="Calibri"/>
              </a:rPr>
              <a:t>. ...</a:t>
            </a:r>
            <a:endParaRPr lang="en-US" sz="3100" b="1"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Utilizar</a:t>
            </a:r>
            <a:r>
              <a:rPr lang="en-US" sz="3100" b="1" dirty="0">
                <a:solidFill>
                  <a:schemeClr val="bg1"/>
                </a:solidFill>
                <a:sym typeface="Calibri"/>
              </a:rPr>
              <a:t> </a:t>
            </a:r>
            <a:r>
              <a:rPr lang="en-US" sz="3100" b="1" dirty="0" err="1">
                <a:solidFill>
                  <a:schemeClr val="bg1"/>
                </a:solidFill>
                <a:sym typeface="Calibri"/>
              </a:rPr>
              <a:t>protocolos</a:t>
            </a:r>
            <a:r>
              <a:rPr lang="en-US" sz="3100" b="1" dirty="0">
                <a:solidFill>
                  <a:schemeClr val="bg1"/>
                </a:solidFill>
                <a:sym typeface="Calibri"/>
              </a:rPr>
              <a:t> de </a:t>
            </a:r>
            <a:r>
              <a:rPr lang="en-US" sz="3100" b="1" dirty="0" err="1">
                <a:solidFill>
                  <a:schemeClr val="bg1"/>
                </a:solidFill>
                <a:sym typeface="Calibri"/>
              </a:rPr>
              <a:t>seguridad</a:t>
            </a:r>
            <a:r>
              <a:rPr lang="en-US" sz="3100" b="1" dirty="0">
                <a:solidFill>
                  <a:schemeClr val="bg1"/>
                </a:solidFill>
                <a:sym typeface="Calibri"/>
              </a:rPr>
              <a:t>. ...</a:t>
            </a:r>
            <a:endParaRPr lang="en-US" sz="3100" b="1"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Comprobar</a:t>
            </a:r>
            <a:r>
              <a:rPr lang="en-US" sz="3100" b="1" dirty="0">
                <a:solidFill>
                  <a:schemeClr val="bg1"/>
                </a:solidFill>
                <a:sym typeface="Calibri"/>
              </a:rPr>
              <a:t> la </a:t>
            </a:r>
            <a:r>
              <a:rPr lang="en-US" sz="3100" b="1" dirty="0" err="1">
                <a:solidFill>
                  <a:schemeClr val="bg1"/>
                </a:solidFill>
                <a:sym typeface="Calibri"/>
              </a:rPr>
              <a:t>autenticidad</a:t>
            </a:r>
            <a:r>
              <a:rPr lang="en-US" sz="3100" b="1" dirty="0">
                <a:solidFill>
                  <a:schemeClr val="bg1"/>
                </a:solidFill>
                <a:sym typeface="Calibri"/>
              </a:rPr>
              <a:t> de enlaces y </a:t>
            </a:r>
            <a:r>
              <a:rPr lang="en-US" sz="3100" b="1" dirty="0" err="1">
                <a:solidFill>
                  <a:schemeClr val="bg1"/>
                </a:solidFill>
                <a:sym typeface="Calibri"/>
              </a:rPr>
              <a:t>perfiles</a:t>
            </a:r>
            <a:r>
              <a:rPr lang="en-US" sz="3100" b="1" dirty="0">
                <a:solidFill>
                  <a:schemeClr val="bg1"/>
                </a:solidFill>
                <a:sym typeface="Calibri"/>
              </a:rPr>
              <a:t>. ...</a:t>
            </a:r>
            <a:endParaRPr lang="en-US" sz="3100" b="1"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Evitar</a:t>
            </a:r>
            <a:r>
              <a:rPr lang="en-US" sz="3100" b="1" dirty="0">
                <a:solidFill>
                  <a:schemeClr val="bg1"/>
                </a:solidFill>
                <a:sym typeface="Calibri"/>
              </a:rPr>
              <a:t> </a:t>
            </a:r>
            <a:r>
              <a:rPr lang="en-US" sz="3100" b="1" dirty="0" err="1">
                <a:solidFill>
                  <a:schemeClr val="bg1"/>
                </a:solidFill>
                <a:sym typeface="Calibri"/>
              </a:rPr>
              <a:t>dar</a:t>
            </a:r>
            <a:r>
              <a:rPr lang="en-US" sz="3100" b="1" dirty="0">
                <a:solidFill>
                  <a:schemeClr val="bg1"/>
                </a:solidFill>
                <a:sym typeface="Calibri"/>
              </a:rPr>
              <a:t> </a:t>
            </a:r>
            <a:r>
              <a:rPr lang="en-US" sz="3100" b="1" dirty="0" err="1">
                <a:solidFill>
                  <a:schemeClr val="bg1"/>
                </a:solidFill>
                <a:sym typeface="Calibri"/>
              </a:rPr>
              <a:t>datos</a:t>
            </a:r>
            <a:r>
              <a:rPr lang="en-US" sz="3100" b="1" dirty="0">
                <a:solidFill>
                  <a:schemeClr val="bg1"/>
                </a:solidFill>
                <a:sym typeface="Calibri"/>
              </a:rPr>
              <a:t> </a:t>
            </a:r>
            <a:r>
              <a:rPr lang="en-US" sz="3100" b="1" dirty="0" err="1">
                <a:solidFill>
                  <a:schemeClr val="bg1"/>
                </a:solidFill>
                <a:sym typeface="Calibri"/>
              </a:rPr>
              <a:t>personales</a:t>
            </a:r>
            <a:r>
              <a:rPr lang="en-US" sz="3100" b="1" dirty="0">
                <a:solidFill>
                  <a:schemeClr val="bg1"/>
                </a:solidFill>
                <a:sym typeface="Calibri"/>
              </a:rPr>
              <a:t>. ...</a:t>
            </a:r>
            <a:endParaRPr lang="en-US" sz="3100" b="1" dirty="0">
              <a:solidFill>
                <a:schemeClr val="bg1"/>
              </a:solidFill>
            </a:endParaRPr>
          </a:p>
          <a:p>
            <a:pPr marL="1028700" indent="-228600" defTabSz="914400">
              <a:spcBef>
                <a:spcPts val="2000"/>
              </a:spcBef>
              <a:buClr>
                <a:schemeClr val="lt1"/>
              </a:buClr>
              <a:buSzPts val="2170"/>
            </a:pPr>
            <a:r>
              <a:rPr lang="en-US" sz="3100" b="1" dirty="0">
                <a:solidFill>
                  <a:schemeClr val="bg1"/>
                </a:solidFill>
                <a:sym typeface="Calibri"/>
              </a:rPr>
              <a:t>No </a:t>
            </a:r>
            <a:r>
              <a:rPr lang="en-US" sz="3100" b="1" dirty="0" err="1">
                <a:solidFill>
                  <a:schemeClr val="bg1"/>
                </a:solidFill>
                <a:sym typeface="Calibri"/>
              </a:rPr>
              <a:t>descargar</a:t>
            </a:r>
            <a:r>
              <a:rPr lang="en-US" sz="3100" b="1" dirty="0">
                <a:solidFill>
                  <a:schemeClr val="bg1"/>
                </a:solidFill>
                <a:sym typeface="Calibri"/>
              </a:rPr>
              <a:t> </a:t>
            </a:r>
            <a:r>
              <a:rPr lang="en-US" sz="3100" b="1" dirty="0" err="1">
                <a:solidFill>
                  <a:schemeClr val="bg1"/>
                </a:solidFill>
                <a:sym typeface="Calibri"/>
              </a:rPr>
              <a:t>contenido</a:t>
            </a:r>
            <a:r>
              <a:rPr lang="en-US" sz="3100" b="1" dirty="0">
                <a:solidFill>
                  <a:schemeClr val="bg1"/>
                </a:solidFill>
                <a:sym typeface="Calibri"/>
              </a:rPr>
              <a:t> </a:t>
            </a:r>
            <a:r>
              <a:rPr lang="en-US" sz="3100" b="1" dirty="0" err="1">
                <a:solidFill>
                  <a:schemeClr val="bg1"/>
                </a:solidFill>
                <a:sym typeface="Calibri"/>
              </a:rPr>
              <a:t>pirata</a:t>
            </a:r>
            <a:r>
              <a:rPr lang="en-US" sz="3100" b="1" dirty="0">
                <a:solidFill>
                  <a:schemeClr val="bg1"/>
                </a:solidFill>
                <a:sym typeface="Calibri"/>
              </a:rPr>
              <a:t>. ...</a:t>
            </a:r>
            <a:endParaRPr lang="en-US" sz="3100" b="1"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Realizar</a:t>
            </a:r>
            <a:r>
              <a:rPr lang="en-US" sz="3100" b="1" dirty="0">
                <a:solidFill>
                  <a:schemeClr val="bg1"/>
                </a:solidFill>
                <a:sym typeface="Calibri"/>
              </a:rPr>
              <a:t> </a:t>
            </a:r>
            <a:r>
              <a:rPr lang="en-US" sz="3100" b="1" dirty="0" err="1">
                <a:solidFill>
                  <a:schemeClr val="bg1"/>
                </a:solidFill>
                <a:sym typeface="Calibri"/>
              </a:rPr>
              <a:t>una</a:t>
            </a:r>
            <a:r>
              <a:rPr lang="en-US" sz="3100" b="1" dirty="0">
                <a:solidFill>
                  <a:schemeClr val="bg1"/>
                </a:solidFill>
                <a:sym typeface="Calibri"/>
              </a:rPr>
              <a:t> </a:t>
            </a:r>
            <a:r>
              <a:rPr lang="en-US" sz="3100" b="1" dirty="0" err="1">
                <a:solidFill>
                  <a:schemeClr val="bg1"/>
                </a:solidFill>
                <a:sym typeface="Calibri"/>
              </a:rPr>
              <a:t>copia</a:t>
            </a:r>
            <a:r>
              <a:rPr lang="en-US" sz="3100" b="1" dirty="0">
                <a:solidFill>
                  <a:schemeClr val="bg1"/>
                </a:solidFill>
                <a:sym typeface="Calibri"/>
              </a:rPr>
              <a:t> de </a:t>
            </a:r>
            <a:r>
              <a:rPr lang="en-US" sz="3100" b="1" dirty="0" err="1">
                <a:solidFill>
                  <a:schemeClr val="bg1"/>
                </a:solidFill>
                <a:sym typeface="Calibri"/>
              </a:rPr>
              <a:t>seguridad</a:t>
            </a:r>
            <a:r>
              <a:rPr lang="en-US" sz="3100" b="1" dirty="0">
                <a:solidFill>
                  <a:schemeClr val="bg1"/>
                </a:solidFill>
                <a:sym typeface="Calibri"/>
              </a:rPr>
              <a:t>.</a:t>
            </a:r>
          </a:p>
          <a:p>
            <a:pPr marL="1028700" indent="-228600" defTabSz="914400">
              <a:spcBef>
                <a:spcPts val="0"/>
              </a:spcBef>
              <a:buClr>
                <a:schemeClr val="lt1"/>
              </a:buClr>
              <a:buSzPts val="2170"/>
            </a:pPr>
            <a:r>
              <a:rPr lang="en-US" sz="3100" b="1" dirty="0" err="1">
                <a:solidFill>
                  <a:schemeClr val="bg1"/>
                </a:solidFill>
                <a:sym typeface="Calibri"/>
              </a:rPr>
              <a:t>Comprobar</a:t>
            </a:r>
            <a:r>
              <a:rPr lang="en-US" sz="3100" b="1" dirty="0">
                <a:solidFill>
                  <a:schemeClr val="bg1"/>
                </a:solidFill>
                <a:sym typeface="Calibri"/>
              </a:rPr>
              <a:t> que las </a:t>
            </a:r>
            <a:r>
              <a:rPr lang="en-US" sz="3100" b="1" dirty="0" err="1">
                <a:solidFill>
                  <a:schemeClr val="bg1"/>
                </a:solidFill>
                <a:sym typeface="Calibri"/>
              </a:rPr>
              <a:t>fuentes</a:t>
            </a:r>
            <a:r>
              <a:rPr lang="en-US" sz="3100" b="1" dirty="0">
                <a:solidFill>
                  <a:schemeClr val="bg1"/>
                </a:solidFill>
                <a:sym typeface="Calibri"/>
              </a:rPr>
              <a:t> de </a:t>
            </a:r>
            <a:r>
              <a:rPr lang="en-US" sz="3100" b="1" dirty="0" err="1">
                <a:solidFill>
                  <a:schemeClr val="bg1"/>
                </a:solidFill>
                <a:sym typeface="Calibri"/>
              </a:rPr>
              <a:t>los</a:t>
            </a:r>
            <a:r>
              <a:rPr lang="en-US" sz="3100" b="1" dirty="0">
                <a:solidFill>
                  <a:schemeClr val="bg1"/>
                </a:solidFill>
                <a:sym typeface="Calibri"/>
              </a:rPr>
              <a:t> </a:t>
            </a:r>
            <a:r>
              <a:rPr lang="en-US" sz="3100" b="1" dirty="0" err="1">
                <a:solidFill>
                  <a:schemeClr val="bg1"/>
                </a:solidFill>
                <a:sym typeface="Calibri"/>
              </a:rPr>
              <a:t>correos</a:t>
            </a:r>
            <a:r>
              <a:rPr lang="en-US" sz="3100" b="1" dirty="0">
                <a:solidFill>
                  <a:schemeClr val="bg1"/>
                </a:solidFill>
                <a:sym typeface="Calibri"/>
              </a:rPr>
              <a:t> son </a:t>
            </a:r>
            <a:r>
              <a:rPr lang="en-US" sz="3100" b="1" dirty="0" err="1">
                <a:solidFill>
                  <a:schemeClr val="bg1"/>
                </a:solidFill>
                <a:sym typeface="Calibri"/>
              </a:rPr>
              <a:t>fidedignas</a:t>
            </a:r>
            <a:r>
              <a:rPr lang="en-US" sz="3100" b="1" dirty="0">
                <a:solidFill>
                  <a:schemeClr val="bg1"/>
                </a:solidFill>
                <a:sym typeface="Calibri"/>
              </a:rPr>
              <a:t>.</a:t>
            </a:r>
            <a:endParaRPr lang="en-US" sz="3100"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Nunca</a:t>
            </a:r>
            <a:r>
              <a:rPr lang="en-US" sz="3100" b="1" dirty="0">
                <a:solidFill>
                  <a:schemeClr val="bg1"/>
                </a:solidFill>
                <a:sym typeface="Calibri"/>
              </a:rPr>
              <a:t> </a:t>
            </a:r>
            <a:r>
              <a:rPr lang="en-US" sz="3100" b="1" dirty="0" err="1">
                <a:solidFill>
                  <a:schemeClr val="bg1"/>
                </a:solidFill>
                <a:sym typeface="Calibri"/>
              </a:rPr>
              <a:t>compartas</a:t>
            </a:r>
            <a:r>
              <a:rPr lang="en-US" sz="3100" b="1" dirty="0">
                <a:solidFill>
                  <a:schemeClr val="bg1"/>
                </a:solidFill>
                <a:sym typeface="Calibri"/>
              </a:rPr>
              <a:t> </a:t>
            </a:r>
            <a:r>
              <a:rPr lang="en-US" sz="3100" b="1" dirty="0" err="1">
                <a:solidFill>
                  <a:schemeClr val="bg1"/>
                </a:solidFill>
                <a:sym typeface="Calibri"/>
              </a:rPr>
              <a:t>tus</a:t>
            </a:r>
            <a:r>
              <a:rPr lang="en-US" sz="3100" b="1" dirty="0">
                <a:solidFill>
                  <a:schemeClr val="bg1"/>
                </a:solidFill>
                <a:sym typeface="Calibri"/>
              </a:rPr>
              <a:t> claves de </a:t>
            </a:r>
            <a:r>
              <a:rPr lang="en-US" sz="3100" b="1" dirty="0" err="1">
                <a:solidFill>
                  <a:schemeClr val="bg1"/>
                </a:solidFill>
                <a:sym typeface="Calibri"/>
              </a:rPr>
              <a:t>acceso</a:t>
            </a:r>
            <a:r>
              <a:rPr lang="en-US" sz="3100" b="1" dirty="0">
                <a:solidFill>
                  <a:schemeClr val="bg1"/>
                </a:solidFill>
                <a:sym typeface="Calibri"/>
              </a:rPr>
              <a:t>.</a:t>
            </a:r>
            <a:endParaRPr lang="en-US" sz="3100"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Activa</a:t>
            </a:r>
            <a:r>
              <a:rPr lang="en-US" sz="3100" b="1" dirty="0">
                <a:solidFill>
                  <a:schemeClr val="bg1"/>
                </a:solidFill>
                <a:sym typeface="Calibri"/>
              </a:rPr>
              <a:t> la </a:t>
            </a:r>
            <a:r>
              <a:rPr lang="en-US" sz="3100" b="1" dirty="0" err="1">
                <a:solidFill>
                  <a:schemeClr val="bg1"/>
                </a:solidFill>
                <a:sym typeface="Calibri"/>
              </a:rPr>
              <a:t>verificación</a:t>
            </a:r>
            <a:r>
              <a:rPr lang="en-US" sz="3100" b="1" dirty="0">
                <a:solidFill>
                  <a:schemeClr val="bg1"/>
                </a:solidFill>
                <a:sym typeface="Calibri"/>
              </a:rPr>
              <a:t> </a:t>
            </a:r>
            <a:r>
              <a:rPr lang="en-US" sz="3100" b="1" dirty="0" err="1">
                <a:solidFill>
                  <a:schemeClr val="bg1"/>
                </a:solidFill>
                <a:sym typeface="Calibri"/>
              </a:rPr>
              <a:t>en</a:t>
            </a:r>
            <a:r>
              <a:rPr lang="en-US" sz="3100" b="1" dirty="0">
                <a:solidFill>
                  <a:schemeClr val="bg1"/>
                </a:solidFill>
                <a:sym typeface="Calibri"/>
              </a:rPr>
              <a:t> dos pasos.</a:t>
            </a:r>
            <a:endParaRPr lang="en-US" sz="3100" dirty="0">
              <a:solidFill>
                <a:schemeClr val="bg1"/>
              </a:solidFill>
            </a:endParaRPr>
          </a:p>
          <a:p>
            <a:pPr marL="1028700" indent="-228600" defTabSz="914400">
              <a:spcBef>
                <a:spcPts val="2000"/>
              </a:spcBef>
              <a:buClr>
                <a:schemeClr val="lt1"/>
              </a:buClr>
              <a:buSzPts val="2170"/>
            </a:pPr>
            <a:r>
              <a:rPr lang="en-US" sz="3100" b="1" dirty="0" err="1">
                <a:solidFill>
                  <a:schemeClr val="bg1"/>
                </a:solidFill>
                <a:sym typeface="Calibri"/>
              </a:rPr>
              <a:t>Instalar</a:t>
            </a:r>
            <a:r>
              <a:rPr lang="en-US" sz="3100" b="1" dirty="0">
                <a:solidFill>
                  <a:schemeClr val="bg1"/>
                </a:solidFill>
                <a:sym typeface="Calibri"/>
              </a:rPr>
              <a:t> y </a:t>
            </a:r>
            <a:r>
              <a:rPr lang="en-US" sz="3100" b="1" dirty="0" err="1">
                <a:solidFill>
                  <a:schemeClr val="bg1"/>
                </a:solidFill>
                <a:sym typeface="Calibri"/>
              </a:rPr>
              <a:t>mantener</a:t>
            </a:r>
            <a:r>
              <a:rPr lang="en-US" sz="3100" b="1" dirty="0">
                <a:solidFill>
                  <a:schemeClr val="bg1"/>
                </a:solidFill>
                <a:sym typeface="Calibri"/>
              </a:rPr>
              <a:t> </a:t>
            </a:r>
            <a:r>
              <a:rPr lang="en-US" sz="3100" b="1" dirty="0" err="1">
                <a:solidFill>
                  <a:schemeClr val="bg1"/>
                </a:solidFill>
                <a:sym typeface="Calibri"/>
              </a:rPr>
              <a:t>actualizado</a:t>
            </a:r>
            <a:r>
              <a:rPr lang="en-US" sz="3100" b="1" dirty="0">
                <a:solidFill>
                  <a:schemeClr val="bg1"/>
                </a:solidFill>
                <a:sym typeface="Calibri"/>
              </a:rPr>
              <a:t> </a:t>
            </a:r>
            <a:r>
              <a:rPr lang="en-US" sz="3100" b="1" dirty="0" err="1">
                <a:solidFill>
                  <a:schemeClr val="bg1"/>
                </a:solidFill>
                <a:sym typeface="Calibri"/>
              </a:rPr>
              <a:t>tu</a:t>
            </a:r>
            <a:r>
              <a:rPr lang="en-US" sz="3100" b="1" dirty="0">
                <a:solidFill>
                  <a:schemeClr val="bg1"/>
                </a:solidFill>
                <a:sym typeface="Calibri"/>
              </a:rPr>
              <a:t> antivirus.</a:t>
            </a:r>
            <a:endParaRPr lang="en-US" sz="3100" dirty="0">
              <a:solidFill>
                <a:schemeClr val="bg1"/>
              </a:solidFill>
            </a:endParaRPr>
          </a:p>
          <a:p>
            <a:pPr marL="457200" indent="-228600" defTabSz="914400">
              <a:spcBef>
                <a:spcPts val="2000"/>
              </a:spcBef>
              <a:buClr>
                <a:schemeClr val="lt1"/>
              </a:buClr>
              <a:buSzPts val="2800"/>
            </a:pPr>
            <a:endParaRPr lang="en-US" sz="3100" i="0" dirty="0">
              <a:solidFill>
                <a:schemeClr val="bg1"/>
              </a:solidFill>
              <a:sym typeface="Calibri"/>
            </a:endParaRPr>
          </a:p>
          <a:p>
            <a:pPr marL="457200" indent="-228600" defTabSz="914400">
              <a:spcBef>
                <a:spcPts val="2000"/>
              </a:spcBef>
              <a:buClr>
                <a:schemeClr val="lt1"/>
              </a:buClr>
              <a:buSzPts val="2800"/>
            </a:pPr>
            <a:endParaRPr lang="en-US" sz="3100" dirty="0">
              <a:solidFill>
                <a:schemeClr val="bg1"/>
              </a:solidFill>
            </a:endParaRPr>
          </a:p>
          <a:p>
            <a:pPr marL="457200" indent="-228600" defTabSz="914400">
              <a:spcBef>
                <a:spcPts val="2000"/>
              </a:spcBef>
              <a:buClr>
                <a:schemeClr val="dk1"/>
              </a:buClr>
              <a:buSzPts val="2800"/>
            </a:pPr>
            <a:endParaRPr lang="en-US" sz="3100" dirty="0">
              <a:solidFill>
                <a:schemeClr val="bg1"/>
              </a:solidFill>
            </a:endParaRPr>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D9B9625C-ACC8-F669-0D00-E0CAE33C8713}"/>
              </a:ext>
            </a:extLst>
          </p:cNvPr>
          <p:cNvPicPr preferRelativeResize="0"/>
          <p:nvPr/>
        </p:nvPicPr>
        <p:blipFill rotWithShape="1">
          <a:blip r:embed="rId3"/>
          <a:srcRect l="20442" r="15538" b="1"/>
          <a:stretch/>
        </p:blipFill>
        <p:spPr>
          <a:xfrm>
            <a:off x="15351316" y="4187952"/>
            <a:ext cx="7882128" cy="8193024"/>
          </a:xfrm>
          <a:prstGeom prst="rect">
            <a:avLst/>
          </a:prstGeom>
          <a:noFill/>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30"/>
        <p:cNvGrpSpPr/>
        <p:nvPr/>
      </p:nvGrpSpPr>
      <p:grpSpPr>
        <a:xfrm>
          <a:off x="0" y="0"/>
          <a:ext cx="0" cy="0"/>
          <a:chOff x="0" y="0"/>
          <a:chExt cx="0" cy="0"/>
        </a:xfrm>
      </p:grpSpPr>
      <p:sp useBgFill="1">
        <p:nvSpPr>
          <p:cNvPr id="337" name="Rectangle 33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Google Shape;331;p28"/>
          <p:cNvSpPr txBox="1">
            <a:spLocks noGrp="1"/>
          </p:cNvSpPr>
          <p:nvPr>
            <p:ph type="title" idx="4294967295"/>
          </p:nvPr>
        </p:nvSpPr>
        <p:spPr>
          <a:xfrm>
            <a:off x="1144986" y="477078"/>
            <a:ext cx="22037040" cy="2868830"/>
          </a:xfrm>
          <a:prstGeom prst="rect">
            <a:avLst/>
          </a:prstGeom>
        </p:spPr>
        <p:txBody>
          <a:bodyPr spcFirstLastPara="1" vert="horz" lIns="91440" tIns="45720" rIns="91440" bIns="45720" rtlCol="0" anchor="b" anchorCtr="0">
            <a:normAutofit/>
          </a:bodyPr>
          <a:lstStyle/>
          <a:p>
            <a:pPr defTabSz="914400">
              <a:buClr>
                <a:schemeClr val="dk1"/>
              </a:buClr>
              <a:buSzPts val="4400"/>
            </a:pPr>
            <a:r>
              <a:rPr lang="en-US" sz="10800" b="1" dirty="0"/>
              <a:t>Pasos para </a:t>
            </a:r>
            <a:r>
              <a:rPr lang="en-US" sz="10800" b="1" dirty="0" err="1"/>
              <a:t>prevenir</a:t>
            </a:r>
            <a:r>
              <a:rPr lang="en-US" sz="10800" b="1" dirty="0"/>
              <a:t> un </a:t>
            </a:r>
            <a:r>
              <a:rPr lang="en-US" sz="10800" b="1" dirty="0" err="1"/>
              <a:t>ciberataque</a:t>
            </a:r>
            <a:endParaRPr lang="en-US" sz="10800" b="1" dirty="0"/>
          </a:p>
        </p:txBody>
      </p:sp>
      <p:sp>
        <p:nvSpPr>
          <p:cNvPr id="33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Google Shape;332;p28"/>
          <p:cNvSpPr txBox="1">
            <a:spLocks noGrp="1"/>
          </p:cNvSpPr>
          <p:nvPr>
            <p:ph idx="4294967295"/>
          </p:nvPr>
        </p:nvSpPr>
        <p:spPr>
          <a:xfrm>
            <a:off x="1144986" y="4142632"/>
            <a:ext cx="13427104" cy="8238344"/>
          </a:xfrm>
          <a:prstGeom prst="rect">
            <a:avLst/>
          </a:prstGeom>
          <a:solidFill>
            <a:schemeClr val="tx2"/>
          </a:solidFill>
        </p:spPr>
        <p:style>
          <a:lnRef idx="1">
            <a:schemeClr val="accent5"/>
          </a:lnRef>
          <a:fillRef idx="2">
            <a:schemeClr val="accent5"/>
          </a:fillRef>
          <a:effectRef idx="1">
            <a:schemeClr val="accent5"/>
          </a:effectRef>
          <a:fontRef idx="minor">
            <a:schemeClr val="dk1"/>
          </a:fontRef>
        </p:style>
        <p:txBody>
          <a:bodyPr spcFirstLastPara="1" vert="horz" lIns="91440" tIns="45720" rIns="91440" bIns="45720" rtlCol="0" anchor="t" anchorCtr="0">
            <a:normAutofit/>
          </a:bodyPr>
          <a:lstStyle/>
          <a:p>
            <a:pPr marL="1028700" indent="-228600" defTabSz="914400">
              <a:spcBef>
                <a:spcPts val="2000"/>
              </a:spcBef>
              <a:buClr>
                <a:schemeClr val="lt1"/>
              </a:buClr>
              <a:buSzPts val="2170"/>
            </a:pPr>
            <a:r>
              <a:rPr lang="en-US" sz="3400" b="1" dirty="0">
                <a:solidFill>
                  <a:schemeClr val="bg1"/>
                </a:solidFill>
                <a:sym typeface="Calibri"/>
              </a:rPr>
              <a:t>No </a:t>
            </a:r>
            <a:r>
              <a:rPr lang="en-US" sz="3400" b="1" dirty="0" err="1">
                <a:solidFill>
                  <a:schemeClr val="bg1"/>
                </a:solidFill>
                <a:sym typeface="Calibri"/>
              </a:rPr>
              <a:t>aceptes</a:t>
            </a:r>
            <a:r>
              <a:rPr lang="en-US" sz="3400" b="1" dirty="0">
                <a:solidFill>
                  <a:schemeClr val="bg1"/>
                </a:solidFill>
                <a:sym typeface="Calibri"/>
              </a:rPr>
              <a:t> a </a:t>
            </a:r>
            <a:r>
              <a:rPr lang="en-US" sz="3400" b="1" dirty="0" err="1">
                <a:solidFill>
                  <a:schemeClr val="bg1"/>
                </a:solidFill>
                <a:sym typeface="Calibri"/>
              </a:rPr>
              <a:t>desconocidos</a:t>
            </a:r>
            <a:r>
              <a:rPr lang="en-US" sz="3400" b="1" dirty="0">
                <a:solidFill>
                  <a:schemeClr val="bg1"/>
                </a:solidFill>
                <a:sym typeface="Calibri"/>
              </a:rPr>
              <a:t> </a:t>
            </a:r>
            <a:r>
              <a:rPr lang="en-US" sz="3400" b="1" dirty="0" err="1">
                <a:solidFill>
                  <a:schemeClr val="bg1"/>
                </a:solidFill>
                <a:sym typeface="Calibri"/>
              </a:rPr>
              <a:t>en</a:t>
            </a:r>
            <a:r>
              <a:rPr lang="en-US" sz="3400" b="1" dirty="0">
                <a:solidFill>
                  <a:schemeClr val="bg1"/>
                </a:solidFill>
                <a:sym typeface="Calibri"/>
              </a:rPr>
              <a:t> redes </a:t>
            </a:r>
            <a:r>
              <a:rPr lang="en-US" sz="3400" b="1" dirty="0" err="1">
                <a:solidFill>
                  <a:schemeClr val="bg1"/>
                </a:solidFill>
                <a:sym typeface="Calibri"/>
              </a:rPr>
              <a:t>socviales</a:t>
            </a:r>
            <a:r>
              <a:rPr lang="en-US" sz="3400" b="1" dirty="0">
                <a:solidFill>
                  <a:schemeClr val="bg1"/>
                </a:solidFill>
                <a:sym typeface="Calibri"/>
              </a:rPr>
              <a:t> </a:t>
            </a:r>
            <a:r>
              <a:rPr lang="en-US" sz="3400" b="1" dirty="0" err="1">
                <a:solidFill>
                  <a:schemeClr val="bg1"/>
                </a:solidFill>
                <a:sym typeface="Calibri"/>
              </a:rPr>
              <a:t>ni</a:t>
            </a:r>
            <a:r>
              <a:rPr lang="en-US" sz="3400" b="1" dirty="0">
                <a:solidFill>
                  <a:schemeClr val="bg1"/>
                </a:solidFill>
                <a:sym typeface="Calibri"/>
              </a:rPr>
              <a:t> </a:t>
            </a:r>
            <a:r>
              <a:rPr lang="en-US" sz="3400" b="1" dirty="0" err="1">
                <a:solidFill>
                  <a:schemeClr val="bg1"/>
                </a:solidFill>
                <a:sym typeface="Calibri"/>
              </a:rPr>
              <a:t>en</a:t>
            </a:r>
            <a:r>
              <a:rPr lang="en-US" sz="3400" b="1" dirty="0">
                <a:solidFill>
                  <a:schemeClr val="bg1"/>
                </a:solidFill>
                <a:sym typeface="Calibri"/>
              </a:rPr>
              <a:t> </a:t>
            </a:r>
            <a:r>
              <a:rPr lang="en-US" sz="3400" b="1" dirty="0" err="1">
                <a:solidFill>
                  <a:schemeClr val="bg1"/>
                </a:solidFill>
                <a:sym typeface="Calibri"/>
              </a:rPr>
              <a:t>otros</a:t>
            </a:r>
            <a:r>
              <a:rPr lang="en-US" sz="3400" b="1" dirty="0">
                <a:solidFill>
                  <a:schemeClr val="bg1"/>
                </a:solidFill>
                <a:sym typeface="Calibri"/>
              </a:rPr>
              <a:t> </a:t>
            </a:r>
            <a:r>
              <a:rPr lang="en-US" sz="3400" b="1" dirty="0" err="1">
                <a:solidFill>
                  <a:schemeClr val="bg1"/>
                </a:solidFill>
                <a:sym typeface="Calibri"/>
              </a:rPr>
              <a:t>medios</a:t>
            </a:r>
            <a:r>
              <a:rPr lang="en-US" sz="3400" b="1" dirty="0">
                <a:solidFill>
                  <a:schemeClr val="bg1"/>
                </a:solidFill>
                <a:sym typeface="Calibri"/>
              </a:rPr>
              <a:t>.</a:t>
            </a:r>
            <a:endParaRPr lang="en-US" sz="3400" dirty="0">
              <a:solidFill>
                <a:schemeClr val="bg1"/>
              </a:solidFill>
            </a:endParaRPr>
          </a:p>
          <a:p>
            <a:pPr marL="1028700" indent="-228600" defTabSz="914400">
              <a:spcBef>
                <a:spcPts val="2000"/>
              </a:spcBef>
              <a:buClr>
                <a:schemeClr val="lt1"/>
              </a:buClr>
              <a:buSzPts val="2170"/>
            </a:pPr>
            <a:r>
              <a:rPr lang="en-US" sz="3400" b="1" dirty="0" err="1">
                <a:solidFill>
                  <a:schemeClr val="bg1"/>
                </a:solidFill>
                <a:sym typeface="Calibri"/>
              </a:rPr>
              <a:t>Comparte</a:t>
            </a:r>
            <a:r>
              <a:rPr lang="en-US" sz="3400" b="1" dirty="0">
                <a:solidFill>
                  <a:schemeClr val="bg1"/>
                </a:solidFill>
                <a:sym typeface="Calibri"/>
              </a:rPr>
              <a:t> </a:t>
            </a:r>
            <a:r>
              <a:rPr lang="en-US" sz="3400" b="1" dirty="0" err="1">
                <a:solidFill>
                  <a:schemeClr val="bg1"/>
                </a:solidFill>
                <a:sym typeface="Calibri"/>
              </a:rPr>
              <a:t>información</a:t>
            </a:r>
            <a:r>
              <a:rPr lang="en-US" sz="3400" b="1" dirty="0">
                <a:solidFill>
                  <a:schemeClr val="bg1"/>
                </a:solidFill>
                <a:sym typeface="Calibri"/>
              </a:rPr>
              <a:t> y </a:t>
            </a:r>
            <a:r>
              <a:rPr lang="en-US" sz="3400" b="1" dirty="0" err="1">
                <a:solidFill>
                  <a:schemeClr val="bg1"/>
                </a:solidFill>
                <a:sym typeface="Calibri"/>
              </a:rPr>
              <a:t>archivos</a:t>
            </a:r>
            <a:r>
              <a:rPr lang="en-US" sz="3400" b="1" dirty="0">
                <a:solidFill>
                  <a:schemeClr val="bg1"/>
                </a:solidFill>
                <a:sym typeface="Calibri"/>
              </a:rPr>
              <a:t> solo con </a:t>
            </a:r>
            <a:r>
              <a:rPr lang="en-US" sz="3400" b="1" dirty="0" err="1">
                <a:solidFill>
                  <a:schemeClr val="bg1"/>
                </a:solidFill>
                <a:sym typeface="Calibri"/>
              </a:rPr>
              <a:t>gente</a:t>
            </a:r>
            <a:r>
              <a:rPr lang="en-US" sz="3400" b="1" dirty="0">
                <a:solidFill>
                  <a:schemeClr val="bg1"/>
                </a:solidFill>
                <a:sym typeface="Calibri"/>
              </a:rPr>
              <a:t> y </a:t>
            </a:r>
            <a:r>
              <a:rPr lang="en-US" sz="3400" b="1" dirty="0" err="1">
                <a:solidFill>
                  <a:schemeClr val="bg1"/>
                </a:solidFill>
                <a:sym typeface="Calibri"/>
              </a:rPr>
              <a:t>por</a:t>
            </a:r>
            <a:r>
              <a:rPr lang="en-US" sz="3400" b="1" dirty="0">
                <a:solidFill>
                  <a:schemeClr val="bg1"/>
                </a:solidFill>
                <a:sym typeface="Calibri"/>
              </a:rPr>
              <a:t> canales de </a:t>
            </a:r>
            <a:r>
              <a:rPr lang="en-US" sz="3400" b="1" dirty="0" err="1">
                <a:solidFill>
                  <a:schemeClr val="bg1"/>
                </a:solidFill>
                <a:sym typeface="Calibri"/>
              </a:rPr>
              <a:t>confianza</a:t>
            </a:r>
            <a:r>
              <a:rPr lang="en-US" sz="3400" b="1" dirty="0">
                <a:solidFill>
                  <a:schemeClr val="bg1"/>
                </a:solidFill>
                <a:sym typeface="Calibri"/>
              </a:rPr>
              <a:t>.</a:t>
            </a:r>
            <a:endParaRPr lang="en-US" sz="3400" dirty="0">
              <a:solidFill>
                <a:schemeClr val="bg1"/>
              </a:solidFill>
            </a:endParaRPr>
          </a:p>
          <a:p>
            <a:pPr marL="1028700" indent="-228600" defTabSz="914400">
              <a:spcBef>
                <a:spcPts val="2000"/>
              </a:spcBef>
              <a:buClr>
                <a:schemeClr val="lt1"/>
              </a:buClr>
              <a:buSzPts val="2170"/>
            </a:pPr>
            <a:r>
              <a:rPr lang="en-US" sz="3400" b="1" dirty="0">
                <a:solidFill>
                  <a:schemeClr val="bg1"/>
                </a:solidFill>
                <a:sym typeface="Calibri"/>
              </a:rPr>
              <a:t>No uses redes </a:t>
            </a:r>
            <a:r>
              <a:rPr lang="en-US" sz="3400" b="1" dirty="0" err="1">
                <a:solidFill>
                  <a:schemeClr val="bg1"/>
                </a:solidFill>
                <a:sym typeface="Calibri"/>
              </a:rPr>
              <a:t>publicas</a:t>
            </a:r>
            <a:r>
              <a:rPr lang="en-US" sz="3400" b="1" dirty="0">
                <a:solidFill>
                  <a:schemeClr val="bg1"/>
                </a:solidFill>
                <a:sym typeface="Calibri"/>
              </a:rPr>
              <a:t> para </a:t>
            </a:r>
            <a:r>
              <a:rPr lang="en-US" sz="3400" b="1" dirty="0" err="1">
                <a:solidFill>
                  <a:schemeClr val="bg1"/>
                </a:solidFill>
                <a:sym typeface="Calibri"/>
              </a:rPr>
              <a:t>información</a:t>
            </a:r>
            <a:r>
              <a:rPr lang="en-US" sz="3400" b="1" dirty="0">
                <a:solidFill>
                  <a:schemeClr val="bg1"/>
                </a:solidFill>
                <a:sym typeface="Calibri"/>
              </a:rPr>
              <a:t> </a:t>
            </a:r>
            <a:r>
              <a:rPr lang="en-US" sz="3400" b="1" dirty="0" err="1">
                <a:solidFill>
                  <a:schemeClr val="bg1"/>
                </a:solidFill>
                <a:sym typeface="Calibri"/>
              </a:rPr>
              <a:t>importante</a:t>
            </a:r>
            <a:endParaRPr lang="en-US" sz="3400" dirty="0">
              <a:solidFill>
                <a:schemeClr val="bg1"/>
              </a:solidFill>
            </a:endParaRPr>
          </a:p>
          <a:p>
            <a:pPr marL="1028700" indent="-228600" defTabSz="914400">
              <a:spcBef>
                <a:spcPts val="2000"/>
              </a:spcBef>
              <a:buClr>
                <a:schemeClr val="lt1"/>
              </a:buClr>
              <a:buSzPts val="2170"/>
            </a:pPr>
            <a:r>
              <a:rPr lang="en-US" sz="3400" b="1" dirty="0" err="1">
                <a:solidFill>
                  <a:schemeClr val="bg1"/>
                </a:solidFill>
                <a:sym typeface="Calibri"/>
              </a:rPr>
              <a:t>Uso</a:t>
            </a:r>
            <a:r>
              <a:rPr lang="en-US" sz="3400" b="1" dirty="0">
                <a:solidFill>
                  <a:schemeClr val="bg1"/>
                </a:solidFill>
                <a:sym typeface="Calibri"/>
              </a:rPr>
              <a:t> </a:t>
            </a:r>
            <a:r>
              <a:rPr lang="en-US" sz="3400" b="1" dirty="0" err="1">
                <a:solidFill>
                  <a:schemeClr val="bg1"/>
                </a:solidFill>
                <a:sym typeface="Calibri"/>
              </a:rPr>
              <a:t>únicamente</a:t>
            </a:r>
            <a:r>
              <a:rPr lang="en-US" sz="3400" b="1" dirty="0">
                <a:solidFill>
                  <a:schemeClr val="bg1"/>
                </a:solidFill>
                <a:sym typeface="Calibri"/>
              </a:rPr>
              <a:t> de </a:t>
            </a:r>
            <a:r>
              <a:rPr lang="en-US" sz="3400" b="1" dirty="0" err="1">
                <a:solidFill>
                  <a:schemeClr val="bg1"/>
                </a:solidFill>
                <a:sym typeface="Calibri"/>
              </a:rPr>
              <a:t>herramientas</a:t>
            </a:r>
            <a:r>
              <a:rPr lang="en-US" sz="3400" b="1" dirty="0">
                <a:solidFill>
                  <a:schemeClr val="bg1"/>
                </a:solidFill>
                <a:sym typeface="Calibri"/>
              </a:rPr>
              <a:t> </a:t>
            </a:r>
            <a:r>
              <a:rPr lang="en-US" sz="3400" b="1" dirty="0" err="1">
                <a:solidFill>
                  <a:schemeClr val="bg1"/>
                </a:solidFill>
                <a:sym typeface="Calibri"/>
              </a:rPr>
              <a:t>reconocidas</a:t>
            </a:r>
            <a:r>
              <a:rPr lang="en-US" sz="3400" b="1" dirty="0">
                <a:solidFill>
                  <a:schemeClr val="bg1"/>
                </a:solidFill>
                <a:sym typeface="Calibri"/>
              </a:rPr>
              <a:t> </a:t>
            </a:r>
            <a:r>
              <a:rPr lang="en-US" sz="3400" b="1" dirty="0" err="1">
                <a:solidFill>
                  <a:schemeClr val="bg1"/>
                </a:solidFill>
                <a:sym typeface="Calibri"/>
              </a:rPr>
              <a:t>por</a:t>
            </a:r>
            <a:r>
              <a:rPr lang="en-US" sz="3400" b="1" dirty="0">
                <a:solidFill>
                  <a:schemeClr val="bg1"/>
                </a:solidFill>
                <a:sym typeface="Calibri"/>
              </a:rPr>
              <a:t> la </a:t>
            </a:r>
            <a:r>
              <a:rPr lang="en-US" sz="3400" b="1" dirty="0" err="1">
                <a:solidFill>
                  <a:schemeClr val="bg1"/>
                </a:solidFill>
                <a:sym typeface="Calibri"/>
              </a:rPr>
              <a:t>empresa</a:t>
            </a:r>
            <a:r>
              <a:rPr lang="en-US" sz="3400" b="1" dirty="0">
                <a:solidFill>
                  <a:schemeClr val="bg1"/>
                </a:solidFill>
                <a:sym typeface="Calibri"/>
              </a:rPr>
              <a:t>.</a:t>
            </a:r>
            <a:endParaRPr lang="en-US" sz="3400" dirty="0">
              <a:solidFill>
                <a:schemeClr val="bg1"/>
              </a:solidFill>
            </a:endParaRPr>
          </a:p>
          <a:p>
            <a:pPr marL="1028700" indent="-228600" defTabSz="914400">
              <a:spcBef>
                <a:spcPts val="2000"/>
              </a:spcBef>
              <a:buClr>
                <a:schemeClr val="lt1"/>
              </a:buClr>
              <a:buSzPts val="2170"/>
            </a:pPr>
            <a:r>
              <a:rPr lang="en-US" sz="3400" b="1" dirty="0">
                <a:solidFill>
                  <a:schemeClr val="bg1"/>
                </a:solidFill>
                <a:sym typeface="Calibri"/>
              </a:rPr>
              <a:t>Control de la </a:t>
            </a:r>
            <a:r>
              <a:rPr lang="en-US" sz="3400" b="1" dirty="0" err="1">
                <a:solidFill>
                  <a:schemeClr val="bg1"/>
                </a:solidFill>
                <a:sym typeface="Calibri"/>
              </a:rPr>
              <a:t>seguridad</a:t>
            </a:r>
            <a:r>
              <a:rPr lang="en-US" sz="3400" b="1" dirty="0">
                <a:solidFill>
                  <a:schemeClr val="bg1"/>
                </a:solidFill>
                <a:sym typeface="Calibri"/>
              </a:rPr>
              <a:t> perimetral.</a:t>
            </a:r>
            <a:endParaRPr lang="en-US" sz="3400" dirty="0">
              <a:solidFill>
                <a:schemeClr val="bg1"/>
              </a:solidFill>
            </a:endParaRPr>
          </a:p>
          <a:p>
            <a:pPr marL="1028700" indent="-228600" defTabSz="914400">
              <a:spcBef>
                <a:spcPts val="2000"/>
              </a:spcBef>
              <a:buClr>
                <a:schemeClr val="lt1"/>
              </a:buClr>
              <a:buSzPts val="2170"/>
            </a:pPr>
            <a:r>
              <a:rPr lang="en-US" sz="3400" b="1" dirty="0" err="1">
                <a:solidFill>
                  <a:schemeClr val="bg1"/>
                </a:solidFill>
                <a:sym typeface="Calibri"/>
              </a:rPr>
              <a:t>Establecer</a:t>
            </a:r>
            <a:r>
              <a:rPr lang="en-US" sz="3400" b="1" dirty="0">
                <a:solidFill>
                  <a:schemeClr val="bg1"/>
                </a:solidFill>
                <a:sym typeface="Calibri"/>
              </a:rPr>
              <a:t> firewall para </a:t>
            </a:r>
            <a:r>
              <a:rPr lang="en-US" sz="3400" b="1" dirty="0" err="1">
                <a:solidFill>
                  <a:schemeClr val="bg1"/>
                </a:solidFill>
                <a:sym typeface="Calibri"/>
              </a:rPr>
              <a:t>evitar</a:t>
            </a:r>
            <a:r>
              <a:rPr lang="en-US" sz="3400" b="1" dirty="0">
                <a:solidFill>
                  <a:schemeClr val="bg1"/>
                </a:solidFill>
                <a:sym typeface="Calibri"/>
              </a:rPr>
              <a:t> la </a:t>
            </a:r>
            <a:r>
              <a:rPr lang="en-US" sz="3400" b="1" dirty="0" err="1">
                <a:solidFill>
                  <a:schemeClr val="bg1"/>
                </a:solidFill>
                <a:sym typeface="Calibri"/>
              </a:rPr>
              <a:t>propagación</a:t>
            </a:r>
            <a:r>
              <a:rPr lang="en-US" sz="3400" b="1" dirty="0">
                <a:solidFill>
                  <a:schemeClr val="bg1"/>
                </a:solidFill>
                <a:sym typeface="Calibri"/>
              </a:rPr>
              <a:t>.</a:t>
            </a:r>
            <a:endParaRPr lang="en-US" sz="3400" dirty="0">
              <a:solidFill>
                <a:schemeClr val="bg1"/>
              </a:solidFill>
            </a:endParaRPr>
          </a:p>
          <a:p>
            <a:pPr marL="1028700" indent="-228600" defTabSz="914400">
              <a:spcBef>
                <a:spcPts val="2000"/>
              </a:spcBef>
              <a:buClr>
                <a:schemeClr val="lt1"/>
              </a:buClr>
              <a:buSzPts val="2170"/>
            </a:pPr>
            <a:r>
              <a:rPr lang="en-US" sz="3400" b="1" dirty="0" err="1">
                <a:solidFill>
                  <a:schemeClr val="bg1"/>
                </a:solidFill>
                <a:sym typeface="Calibri"/>
              </a:rPr>
              <a:t>Cifrado</a:t>
            </a:r>
            <a:r>
              <a:rPr lang="en-US" sz="3400" b="1" dirty="0">
                <a:solidFill>
                  <a:schemeClr val="bg1"/>
                </a:solidFill>
                <a:sym typeface="Calibri"/>
              </a:rPr>
              <a:t> de </a:t>
            </a:r>
            <a:r>
              <a:rPr lang="en-US" sz="3400" b="1" dirty="0" err="1">
                <a:solidFill>
                  <a:schemeClr val="bg1"/>
                </a:solidFill>
                <a:sym typeface="Calibri"/>
              </a:rPr>
              <a:t>dispositivos</a:t>
            </a:r>
            <a:r>
              <a:rPr lang="en-US" sz="3400" b="1" dirty="0">
                <a:solidFill>
                  <a:schemeClr val="bg1"/>
                </a:solidFill>
                <a:sym typeface="Calibri"/>
              </a:rPr>
              <a:t>.</a:t>
            </a:r>
            <a:endParaRPr lang="en-US" sz="3400" dirty="0">
              <a:solidFill>
                <a:schemeClr val="bg1"/>
              </a:solidFill>
            </a:endParaRPr>
          </a:p>
          <a:p>
            <a:pPr marL="1028700" indent="-228600" defTabSz="914400">
              <a:spcBef>
                <a:spcPts val="2000"/>
              </a:spcBef>
              <a:buClr>
                <a:schemeClr val="lt1"/>
              </a:buClr>
              <a:buSzPts val="2170"/>
            </a:pPr>
            <a:r>
              <a:rPr lang="en-US" sz="3400" b="1" dirty="0" err="1">
                <a:solidFill>
                  <a:schemeClr val="bg1"/>
                </a:solidFill>
                <a:sym typeface="Calibri"/>
              </a:rPr>
              <a:t>Gestión</a:t>
            </a:r>
            <a:r>
              <a:rPr lang="en-US" sz="3400" b="1" dirty="0">
                <a:solidFill>
                  <a:schemeClr val="bg1"/>
                </a:solidFill>
                <a:sym typeface="Calibri"/>
              </a:rPr>
              <a:t> de </a:t>
            </a:r>
            <a:r>
              <a:rPr lang="en-US" sz="3400" b="1" dirty="0" err="1">
                <a:solidFill>
                  <a:schemeClr val="bg1"/>
                </a:solidFill>
                <a:sym typeface="Calibri"/>
              </a:rPr>
              <a:t>accesos</a:t>
            </a:r>
            <a:r>
              <a:rPr lang="en-US" sz="3400" b="1" dirty="0">
                <a:solidFill>
                  <a:schemeClr val="bg1"/>
                </a:solidFill>
                <a:sym typeface="Calibri"/>
              </a:rPr>
              <a:t> e </a:t>
            </a:r>
            <a:r>
              <a:rPr lang="en-US" sz="3400" b="1" dirty="0" err="1">
                <a:solidFill>
                  <a:schemeClr val="bg1"/>
                </a:solidFill>
                <a:sym typeface="Calibri"/>
              </a:rPr>
              <a:t>identidades</a:t>
            </a:r>
            <a:r>
              <a:rPr lang="en-US" sz="3400" b="1" dirty="0">
                <a:solidFill>
                  <a:schemeClr val="bg1"/>
                </a:solidFill>
                <a:sym typeface="Calibri"/>
              </a:rPr>
              <a:t>.</a:t>
            </a:r>
          </a:p>
          <a:p>
            <a:pPr marL="1028700" indent="-228600" defTabSz="914400">
              <a:spcBef>
                <a:spcPts val="2000"/>
              </a:spcBef>
              <a:buClr>
                <a:schemeClr val="lt1"/>
              </a:buClr>
              <a:buSzPts val="2170"/>
            </a:pPr>
            <a:r>
              <a:rPr lang="en-US" sz="3400" b="1" dirty="0">
                <a:solidFill>
                  <a:schemeClr val="bg1"/>
                </a:solidFill>
                <a:sym typeface="Calibri"/>
              </a:rPr>
              <a:t>Usar </a:t>
            </a:r>
            <a:r>
              <a:rPr lang="en-US" sz="3400" b="1" dirty="0" err="1">
                <a:solidFill>
                  <a:schemeClr val="bg1"/>
                </a:solidFill>
                <a:sym typeface="Calibri"/>
              </a:rPr>
              <a:t>certificados</a:t>
            </a:r>
            <a:r>
              <a:rPr lang="en-US" sz="3400" b="1" dirty="0">
                <a:solidFill>
                  <a:schemeClr val="bg1"/>
                </a:solidFill>
                <a:sym typeface="Calibri"/>
              </a:rPr>
              <a:t> </a:t>
            </a:r>
            <a:r>
              <a:rPr lang="en-US" sz="3400" b="1" dirty="0" err="1">
                <a:solidFill>
                  <a:schemeClr val="bg1"/>
                </a:solidFill>
                <a:sym typeface="Calibri"/>
              </a:rPr>
              <a:t>digitales</a:t>
            </a:r>
            <a:r>
              <a:rPr lang="en-US" sz="3400" b="1" dirty="0">
                <a:solidFill>
                  <a:schemeClr val="bg1"/>
                </a:solidFill>
                <a:sym typeface="Calibri"/>
              </a:rPr>
              <a:t>.</a:t>
            </a:r>
          </a:p>
          <a:p>
            <a:pPr marL="1028700" indent="-228600" defTabSz="914400">
              <a:spcBef>
                <a:spcPts val="2000"/>
              </a:spcBef>
              <a:buClr>
                <a:schemeClr val="lt1"/>
              </a:buClr>
              <a:buSzPts val="2170"/>
            </a:pPr>
            <a:r>
              <a:rPr lang="en-US" sz="3400" b="1" dirty="0" err="1">
                <a:solidFill>
                  <a:schemeClr val="bg1"/>
                </a:solidFill>
                <a:sym typeface="Calibri"/>
              </a:rPr>
              <a:t>Configurar</a:t>
            </a:r>
            <a:r>
              <a:rPr lang="en-US" sz="3400" b="1" dirty="0">
                <a:solidFill>
                  <a:schemeClr val="bg1"/>
                </a:solidFill>
                <a:sym typeface="Calibri"/>
              </a:rPr>
              <a:t> la </a:t>
            </a:r>
            <a:r>
              <a:rPr lang="en-US" sz="3400" b="1" dirty="0" err="1">
                <a:solidFill>
                  <a:schemeClr val="bg1"/>
                </a:solidFill>
                <a:sym typeface="Calibri"/>
              </a:rPr>
              <a:t>seguridad</a:t>
            </a:r>
            <a:r>
              <a:rPr lang="en-US" sz="3400" b="1" dirty="0">
                <a:solidFill>
                  <a:schemeClr val="bg1"/>
                </a:solidFill>
                <a:sym typeface="Calibri"/>
              </a:rPr>
              <a:t> </a:t>
            </a:r>
            <a:r>
              <a:rPr lang="en-US" sz="3400" b="1" dirty="0" err="1">
                <a:solidFill>
                  <a:schemeClr val="bg1"/>
                </a:solidFill>
                <a:sym typeface="Calibri"/>
              </a:rPr>
              <a:t>en</a:t>
            </a:r>
            <a:r>
              <a:rPr lang="en-US" sz="3400" b="1" dirty="0">
                <a:solidFill>
                  <a:schemeClr val="bg1"/>
                </a:solidFill>
                <a:sym typeface="Calibri"/>
              </a:rPr>
              <a:t> </a:t>
            </a:r>
            <a:r>
              <a:rPr lang="en-US" sz="3400" b="1" dirty="0" err="1">
                <a:solidFill>
                  <a:schemeClr val="bg1"/>
                </a:solidFill>
                <a:sym typeface="Calibri"/>
              </a:rPr>
              <a:t>los</a:t>
            </a:r>
            <a:r>
              <a:rPr lang="en-US" sz="3400" b="1" dirty="0">
                <a:solidFill>
                  <a:schemeClr val="bg1"/>
                </a:solidFill>
                <a:sym typeface="Calibri"/>
              </a:rPr>
              <a:t> </a:t>
            </a:r>
            <a:r>
              <a:rPr lang="en-US" sz="3400" b="1" dirty="0" err="1">
                <a:solidFill>
                  <a:schemeClr val="bg1"/>
                </a:solidFill>
                <a:sym typeface="Calibri"/>
              </a:rPr>
              <a:t>navegadores</a:t>
            </a:r>
            <a:r>
              <a:rPr lang="en-US" sz="3400" b="1" dirty="0">
                <a:solidFill>
                  <a:schemeClr val="bg1"/>
                </a:solidFill>
                <a:sym typeface="Calibri"/>
              </a:rPr>
              <a:t>.</a:t>
            </a: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a:p>
            <a:pPr marL="0" indent="-228600" defTabSz="914400">
              <a:spcBef>
                <a:spcPts val="2000"/>
              </a:spcBef>
              <a:buClr>
                <a:schemeClr val="dk1"/>
              </a:buClr>
              <a:buSzPts val="2170"/>
            </a:pPr>
            <a:endParaRPr lang="en-US" sz="3400" b="1" dirty="0">
              <a:solidFill>
                <a:schemeClr val="bg1"/>
              </a:solidFill>
              <a:sym typeface="Calibri"/>
            </a:endParaRPr>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B0E72B32-A1EE-DE7B-CA8C-EA52F35FBF38}"/>
              </a:ext>
            </a:extLst>
          </p:cNvPr>
          <p:cNvPicPr preferRelativeResize="0"/>
          <p:nvPr/>
        </p:nvPicPr>
        <p:blipFill rotWithShape="1">
          <a:blip r:embed="rId3"/>
          <a:srcRect l="20442" r="15538" b="1"/>
          <a:stretch/>
        </p:blipFill>
        <p:spPr>
          <a:xfrm>
            <a:off x="15351316" y="4187952"/>
            <a:ext cx="7882128" cy="8193024"/>
          </a:xfrm>
          <a:prstGeom prst="rect">
            <a:avLst/>
          </a:prstGeom>
          <a:noFill/>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23"/>
        <p:cNvGrpSpPr/>
        <p:nvPr/>
      </p:nvGrpSpPr>
      <p:grpSpPr>
        <a:xfrm>
          <a:off x="0" y="0"/>
          <a:ext cx="0" cy="0"/>
          <a:chOff x="0" y="0"/>
          <a:chExt cx="0" cy="0"/>
        </a:xfrm>
      </p:grpSpPr>
      <p:sp useBgFill="1">
        <p:nvSpPr>
          <p:cNvPr id="1130" name="Rectangle 112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Google Shape;1124;p127"/>
          <p:cNvSpPr txBox="1">
            <a:spLocks noGrp="1"/>
          </p:cNvSpPr>
          <p:nvPr>
            <p:ph type="title" idx="4294967295"/>
          </p:nvPr>
        </p:nvSpPr>
        <p:spPr>
          <a:xfrm>
            <a:off x="1144986" y="477078"/>
            <a:ext cx="22037040" cy="2868830"/>
          </a:xfrm>
          <a:prstGeom prst="rect">
            <a:avLst/>
          </a:prstGeom>
        </p:spPr>
        <p:txBody>
          <a:bodyPr spcFirstLastPara="1" vert="horz" lIns="91440" tIns="45720" rIns="91440" bIns="45720" rtlCol="0" anchor="b" anchorCtr="0">
            <a:normAutofit/>
          </a:bodyPr>
          <a:lstStyle/>
          <a:p>
            <a:pPr defTabSz="914400">
              <a:buClr>
                <a:schemeClr val="dk1"/>
              </a:buClr>
              <a:buSzPts val="4400"/>
            </a:pPr>
            <a:r>
              <a:rPr lang="en-US" sz="10800" dirty="0"/>
              <a:t>Web </a:t>
            </a:r>
            <a:r>
              <a:rPr lang="en-US" sz="10800" dirty="0" err="1"/>
              <a:t>importantes</a:t>
            </a:r>
            <a:endParaRPr lang="en-US" sz="10800" dirty="0"/>
          </a:p>
        </p:txBody>
      </p:sp>
      <p:sp>
        <p:nvSpPr>
          <p:cNvPr id="113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Google Shape;1125;p127"/>
          <p:cNvSpPr txBox="1">
            <a:spLocks noGrp="1"/>
          </p:cNvSpPr>
          <p:nvPr>
            <p:ph idx="4294967295"/>
          </p:nvPr>
        </p:nvSpPr>
        <p:spPr>
          <a:xfrm>
            <a:off x="1144986" y="4142632"/>
            <a:ext cx="13427104" cy="8238344"/>
          </a:xfrm>
          <a:prstGeom prst="rect">
            <a:avLst/>
          </a:prstGeom>
        </p:spPr>
        <p:txBody>
          <a:bodyPr spcFirstLastPara="1" vert="horz" lIns="91440" tIns="45720" rIns="91440" bIns="45720" rtlCol="0" anchor="t" anchorCtr="0">
            <a:normAutofit/>
          </a:bodyPr>
          <a:lstStyle/>
          <a:p>
            <a:pPr marL="457200" indent="-228600" defTabSz="914400">
              <a:spcBef>
                <a:spcPts val="0"/>
              </a:spcBef>
              <a:buClr>
                <a:schemeClr val="dk1"/>
              </a:buClr>
              <a:buSzPts val="2800"/>
            </a:pPr>
            <a:r>
              <a:rPr lang="en-US" sz="4400" u="sng">
                <a:hlinkClick r:id="rId3"/>
              </a:rPr>
              <a:t>INCIBE |</a:t>
            </a:r>
            <a:r>
              <a:rPr lang="en-US" sz="4400"/>
              <a:t> INSTITUTO NACIONAL DE CIBERSEGURIDAD</a:t>
            </a:r>
          </a:p>
          <a:p>
            <a:pPr marL="457200" indent="-228600" defTabSz="914400">
              <a:spcBef>
                <a:spcPts val="2000"/>
              </a:spcBef>
              <a:buClr>
                <a:srgbClr val="202124"/>
              </a:buClr>
              <a:buSzPts val="2800"/>
            </a:pPr>
            <a:r>
              <a:rPr lang="en-US" sz="4400" b="0" i="0" u="sng" strike="noStrike">
                <a:sym typeface="arial"/>
                <a:hlinkClick r:id="rId4">
                  <a:extLst>
                    <a:ext uri="{A12FA001-AC4F-418D-AE19-62706E023703}">
                      <ahyp:hlinkClr xmlns:ahyp="http://schemas.microsoft.com/office/drawing/2018/hyperlinkcolor" val="tx"/>
                    </a:ext>
                  </a:extLst>
                </a:hlinkClick>
              </a:rPr>
              <a:t>www.osi.es </a:t>
            </a:r>
            <a:r>
              <a:rPr lang="en-US" sz="4400"/>
              <a:t> OFICINA DE SEGURIDAD DEL INTERNAUTA</a:t>
            </a:r>
          </a:p>
          <a:p>
            <a:pPr marL="457200" indent="-228600" defTabSz="914400">
              <a:spcBef>
                <a:spcPts val="2000"/>
              </a:spcBef>
              <a:buClr>
                <a:schemeClr val="dk1"/>
              </a:buClr>
              <a:buSzPts val="2800"/>
            </a:pPr>
            <a:r>
              <a:rPr lang="en-US" sz="4400" u="sng">
                <a:hlinkClick r:id="rId5"/>
              </a:rPr>
              <a:t>CCN-CERT (cni.es)</a:t>
            </a:r>
            <a:r>
              <a:rPr lang="en-US" sz="4400"/>
              <a:t> CENTRO CRIPTOGRAFICO NACIONAL</a:t>
            </a:r>
          </a:p>
          <a:p>
            <a:pPr marL="457200" indent="-228600" defTabSz="914400">
              <a:spcBef>
                <a:spcPts val="2000"/>
              </a:spcBef>
              <a:buClr>
                <a:schemeClr val="dk1"/>
              </a:buClr>
              <a:buSzPts val="2800"/>
            </a:pPr>
            <a:r>
              <a:rPr lang="en-US" sz="4400" u="sng">
                <a:hlinkClick r:id="rId6"/>
              </a:rPr>
              <a:t>CVE - Common Vulnerabilities and Exposures (CVE) (mitre.org)</a:t>
            </a:r>
            <a:r>
              <a:rPr lang="en-US" sz="4400"/>
              <a:t> VULNERABILIDADES</a:t>
            </a:r>
          </a:p>
          <a:p>
            <a:pPr marL="457200" indent="-228600" defTabSz="914400">
              <a:spcBef>
                <a:spcPts val="2000"/>
              </a:spcBef>
              <a:buClr>
                <a:schemeClr val="dk1"/>
              </a:buClr>
              <a:buSzPts val="2800"/>
            </a:pPr>
            <a:endParaRPr lang="en-US" sz="4400" b="0" i="0" u="sng" strike="noStrike">
              <a:sym typeface="arial"/>
              <a:hlinkClick r:id="rId4">
                <a:extLst>
                  <a:ext uri="{A12FA001-AC4F-418D-AE19-62706E023703}">
                    <ahyp:hlinkClr xmlns:ahyp="http://schemas.microsoft.com/office/drawing/2018/hyperlinkcolor" val="tx"/>
                  </a:ext>
                </a:extLst>
              </a:hlinkClick>
            </a:endParaRPr>
          </a:p>
          <a:p>
            <a:pPr marL="457200" indent="-228600" defTabSz="914400">
              <a:spcBef>
                <a:spcPts val="2000"/>
              </a:spcBef>
              <a:buClr>
                <a:schemeClr val="dk1"/>
              </a:buClr>
              <a:buSzPts val="2800"/>
            </a:pPr>
            <a:endParaRPr lang="en-US" sz="4400"/>
          </a:p>
          <a:p>
            <a:pPr marL="457200" indent="-228600" defTabSz="914400">
              <a:spcBef>
                <a:spcPts val="2000"/>
              </a:spcBef>
              <a:buClr>
                <a:schemeClr val="dk1"/>
              </a:buClr>
              <a:buSzPts val="2800"/>
            </a:pPr>
            <a:endParaRPr lang="en-US" sz="4400"/>
          </a:p>
          <a:p>
            <a:pPr marL="457200" indent="-228600" defTabSz="914400">
              <a:spcBef>
                <a:spcPts val="2000"/>
              </a:spcBef>
              <a:buClr>
                <a:schemeClr val="dk1"/>
              </a:buClr>
              <a:buSzPts val="2800"/>
            </a:pPr>
            <a:endParaRPr lang="en-US" sz="4400"/>
          </a:p>
        </p:txBody>
      </p:sp>
      <p:pic>
        <p:nvPicPr>
          <p:cNvPr id="2" name="Google Shape;135;p8" descr="Cómo protegerse de los virus, piratas informáticos y demás ataques? |  Tecnología - ComputerHoy.com">
            <a:extLst>
              <a:ext uri="{FF2B5EF4-FFF2-40B4-BE49-F238E27FC236}">
                <a16:creationId xmlns:a16="http://schemas.microsoft.com/office/drawing/2014/main" id="{264CCDBC-4B4F-476A-B423-EB5295CC43A0}"/>
              </a:ext>
            </a:extLst>
          </p:cNvPr>
          <p:cNvPicPr preferRelativeResize="0"/>
          <p:nvPr/>
        </p:nvPicPr>
        <p:blipFill rotWithShape="1">
          <a:blip r:embed="rId7"/>
          <a:srcRect l="20442" r="15538" b="1"/>
          <a:stretch/>
        </p:blipFill>
        <p:spPr>
          <a:xfrm>
            <a:off x="15351316" y="4187952"/>
            <a:ext cx="7882128" cy="8193024"/>
          </a:xfrm>
          <a:prstGeom prst="rect">
            <a:avLst/>
          </a:prstGeom>
          <a:noFill/>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71199D26-7D8F-4A64-BDBB-73AFABE14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09C9994-B581-3C66-B84E-B5313C139380}"/>
              </a:ext>
            </a:extLst>
          </p:cNvPr>
          <p:cNvSpPr>
            <a:spLocks noGrp="1"/>
          </p:cNvSpPr>
          <p:nvPr>
            <p:ph type="title" idx="4294967295"/>
          </p:nvPr>
        </p:nvSpPr>
        <p:spPr>
          <a:xfrm>
            <a:off x="1280160" y="966008"/>
            <a:ext cx="13490916" cy="6165740"/>
          </a:xfrm>
        </p:spPr>
        <p:txBody>
          <a:bodyPr vert="horz" lIns="91440" tIns="45720" rIns="91440" bIns="45720" rtlCol="0" anchor="b">
            <a:normAutofit fontScale="90000"/>
          </a:bodyPr>
          <a:lstStyle/>
          <a:p>
            <a:pPr defTabSz="914400"/>
            <a:r>
              <a:rPr lang="en-US" sz="3300" b="1" kern="1200" dirty="0">
                <a:solidFill>
                  <a:schemeClr val="tx1"/>
                </a:solidFill>
                <a:latin typeface="+mj-lt"/>
                <a:ea typeface="+mj-ea"/>
                <a:cs typeface="+mj-cs"/>
              </a:rPr>
              <a:t>Antivirus</a:t>
            </a:r>
            <a:br>
              <a:rPr lang="en-US" sz="3300" kern="1200" dirty="0">
                <a:solidFill>
                  <a:schemeClr val="tx1"/>
                </a:solidFill>
                <a:latin typeface="+mj-lt"/>
                <a:ea typeface="+mj-ea"/>
                <a:cs typeface="+mj-cs"/>
              </a:rPr>
            </a:br>
            <a:br>
              <a:rPr lang="en-US" sz="3300" kern="1200" dirty="0">
                <a:solidFill>
                  <a:schemeClr val="tx1"/>
                </a:solidFill>
                <a:latin typeface="+mj-lt"/>
                <a:ea typeface="+mj-ea"/>
                <a:cs typeface="+mj-cs"/>
              </a:rPr>
            </a:br>
            <a:r>
              <a:rPr lang="en-US" sz="3300" kern="1200" dirty="0">
                <a:solidFill>
                  <a:schemeClr val="tx1"/>
                </a:solidFill>
                <a:latin typeface="+mj-lt"/>
                <a:ea typeface="+mj-ea"/>
                <a:cs typeface="+mj-cs"/>
              </a:rPr>
              <a:t>Un antivirus es un </a:t>
            </a:r>
            <a:r>
              <a:rPr lang="en-US" sz="3300" kern="1200" dirty="0" err="1">
                <a:solidFill>
                  <a:schemeClr val="tx1"/>
                </a:solidFill>
                <a:latin typeface="+mj-lt"/>
                <a:ea typeface="+mj-ea"/>
                <a:cs typeface="+mj-cs"/>
              </a:rPr>
              <a:t>programa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diseñado</a:t>
            </a:r>
            <a:r>
              <a:rPr lang="en-US" sz="3300" kern="1200" dirty="0">
                <a:solidFill>
                  <a:schemeClr val="tx1"/>
                </a:solidFill>
                <a:latin typeface="+mj-lt"/>
                <a:ea typeface="+mj-ea"/>
                <a:cs typeface="+mj-cs"/>
              </a:rPr>
              <a:t> para </a:t>
            </a:r>
            <a:r>
              <a:rPr lang="en-US" sz="3300" kern="1200" dirty="0" err="1">
                <a:solidFill>
                  <a:schemeClr val="tx1"/>
                </a:solidFill>
                <a:latin typeface="+mj-lt"/>
                <a:ea typeface="+mj-ea"/>
                <a:cs typeface="+mj-cs"/>
              </a:rPr>
              <a:t>detectar</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prevenir</a:t>
            </a:r>
            <a:r>
              <a:rPr lang="en-US" sz="3300" kern="1200" dirty="0">
                <a:solidFill>
                  <a:schemeClr val="tx1"/>
                </a:solidFill>
                <a:latin typeface="+mj-lt"/>
                <a:ea typeface="+mj-ea"/>
                <a:cs typeface="+mj-cs"/>
              </a:rPr>
              <a:t> y </a:t>
            </a:r>
            <a:r>
              <a:rPr lang="en-US" sz="3300" kern="1200" dirty="0" err="1">
                <a:solidFill>
                  <a:schemeClr val="tx1"/>
                </a:solidFill>
                <a:latin typeface="+mj-lt"/>
                <a:ea typeface="+mj-ea"/>
                <a:cs typeface="+mj-cs"/>
              </a:rPr>
              <a:t>eliminar</a:t>
            </a:r>
            <a:r>
              <a:rPr lang="en-US" sz="3300" kern="1200" dirty="0">
                <a:solidFill>
                  <a:schemeClr val="tx1"/>
                </a:solidFill>
                <a:latin typeface="+mj-lt"/>
                <a:ea typeface="+mj-ea"/>
                <a:cs typeface="+mj-cs"/>
              </a:rPr>
              <a:t> software </a:t>
            </a:r>
            <a:r>
              <a:rPr lang="en-US" sz="3300" kern="1200" dirty="0" err="1">
                <a:solidFill>
                  <a:schemeClr val="tx1"/>
                </a:solidFill>
                <a:latin typeface="+mj-lt"/>
                <a:ea typeface="+mj-ea"/>
                <a:cs typeface="+mj-cs"/>
              </a:rPr>
              <a:t>malicioso</a:t>
            </a:r>
            <a:r>
              <a:rPr lang="en-US" sz="3300" kern="1200" dirty="0">
                <a:solidFill>
                  <a:schemeClr val="tx1"/>
                </a:solidFill>
                <a:latin typeface="+mj-lt"/>
                <a:ea typeface="+mj-ea"/>
                <a:cs typeface="+mj-cs"/>
              </a:rPr>
              <a:t> o virus </a:t>
            </a:r>
            <a:r>
              <a:rPr lang="en-US" sz="3300" kern="1200" dirty="0" err="1">
                <a:solidFill>
                  <a:schemeClr val="tx1"/>
                </a:solidFill>
                <a:latin typeface="+mj-lt"/>
                <a:ea typeface="+mj-ea"/>
                <a:cs typeface="+mj-cs"/>
              </a:rPr>
              <a:t>informáticos</a:t>
            </a:r>
            <a:r>
              <a:rPr lang="en-US" sz="3300" kern="1200" dirty="0">
                <a:solidFill>
                  <a:schemeClr val="tx1"/>
                </a:solidFill>
                <a:latin typeface="+mj-lt"/>
                <a:ea typeface="+mj-ea"/>
                <a:cs typeface="+mj-cs"/>
              </a:rPr>
              <a:t>. Los virus </a:t>
            </a:r>
            <a:r>
              <a:rPr lang="en-US" sz="3300" kern="1200" dirty="0" err="1">
                <a:solidFill>
                  <a:schemeClr val="tx1"/>
                </a:solidFill>
                <a:latin typeface="+mj-lt"/>
                <a:ea typeface="+mj-ea"/>
                <a:cs typeface="+mj-cs"/>
              </a:rPr>
              <a:t>informáticos</a:t>
            </a:r>
            <a:r>
              <a:rPr lang="en-US" sz="3300" kern="1200" dirty="0">
                <a:solidFill>
                  <a:schemeClr val="tx1"/>
                </a:solidFill>
                <a:latin typeface="+mj-lt"/>
                <a:ea typeface="+mj-ea"/>
                <a:cs typeface="+mj-cs"/>
              </a:rPr>
              <a:t> son </a:t>
            </a:r>
            <a:r>
              <a:rPr lang="en-US" sz="3300" kern="1200" dirty="0" err="1">
                <a:solidFill>
                  <a:schemeClr val="tx1"/>
                </a:solidFill>
                <a:latin typeface="+mj-lt"/>
                <a:ea typeface="+mj-ea"/>
                <a:cs typeface="+mj-cs"/>
              </a:rPr>
              <a:t>programas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diseñados</a:t>
            </a:r>
            <a:r>
              <a:rPr lang="en-US" sz="3300" kern="1200" dirty="0">
                <a:solidFill>
                  <a:schemeClr val="tx1"/>
                </a:solidFill>
                <a:latin typeface="+mj-lt"/>
                <a:ea typeface="+mj-ea"/>
                <a:cs typeface="+mj-cs"/>
              </a:rPr>
              <a:t> para </a:t>
            </a:r>
            <a:r>
              <a:rPr lang="en-US" sz="3300" kern="1200" dirty="0" err="1">
                <a:solidFill>
                  <a:schemeClr val="tx1"/>
                </a:solidFill>
                <a:latin typeface="+mj-lt"/>
                <a:ea typeface="+mj-ea"/>
                <a:cs typeface="+mj-cs"/>
              </a:rPr>
              <a:t>dañar</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interferir</a:t>
            </a:r>
            <a:r>
              <a:rPr lang="en-US" sz="3300" kern="1200" dirty="0">
                <a:solidFill>
                  <a:schemeClr val="tx1"/>
                </a:solidFill>
                <a:latin typeface="+mj-lt"/>
                <a:ea typeface="+mj-ea"/>
                <a:cs typeface="+mj-cs"/>
              </a:rPr>
              <a:t> o </a:t>
            </a:r>
            <a:r>
              <a:rPr lang="en-US" sz="3300" kern="1200" dirty="0" err="1">
                <a:solidFill>
                  <a:schemeClr val="tx1"/>
                </a:solidFill>
                <a:latin typeface="+mj-lt"/>
                <a:ea typeface="+mj-ea"/>
                <a:cs typeface="+mj-cs"/>
              </a:rPr>
              <a:t>tomar</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el</a:t>
            </a:r>
            <a:r>
              <a:rPr lang="en-US" sz="3300" kern="1200" dirty="0">
                <a:solidFill>
                  <a:schemeClr val="tx1"/>
                </a:solidFill>
                <a:latin typeface="+mj-lt"/>
                <a:ea typeface="+mj-ea"/>
                <a:cs typeface="+mj-cs"/>
              </a:rPr>
              <a:t> control de un </a:t>
            </a:r>
            <a:r>
              <a:rPr lang="en-US" sz="3300" kern="1200" dirty="0" err="1">
                <a:solidFill>
                  <a:schemeClr val="tx1"/>
                </a:solidFill>
                <a:latin typeface="+mj-lt"/>
                <a:ea typeface="+mj-ea"/>
                <a:cs typeface="+mj-cs"/>
              </a:rPr>
              <a:t>sistema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informático</a:t>
            </a:r>
            <a:r>
              <a:rPr lang="en-US" sz="3300" kern="1200" dirty="0">
                <a:solidFill>
                  <a:schemeClr val="tx1"/>
                </a:solidFill>
                <a:latin typeface="+mj-lt"/>
                <a:ea typeface="+mj-ea"/>
                <a:cs typeface="+mj-cs"/>
              </a:rPr>
              <a:t> sin </a:t>
            </a:r>
            <a:r>
              <a:rPr lang="en-US" sz="3300" kern="1200" dirty="0" err="1">
                <a:solidFill>
                  <a:schemeClr val="tx1"/>
                </a:solidFill>
                <a:latin typeface="+mj-lt"/>
                <a:ea typeface="+mj-ea"/>
                <a:cs typeface="+mj-cs"/>
              </a:rPr>
              <a:t>el</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consentimiento</a:t>
            </a:r>
            <a:r>
              <a:rPr lang="en-US" sz="3300" kern="1200" dirty="0">
                <a:solidFill>
                  <a:schemeClr val="tx1"/>
                </a:solidFill>
                <a:latin typeface="+mj-lt"/>
                <a:ea typeface="+mj-ea"/>
                <a:cs typeface="+mj-cs"/>
              </a:rPr>
              <a:t> del </a:t>
            </a:r>
            <a:r>
              <a:rPr lang="en-US" sz="3300" kern="1200" dirty="0" err="1">
                <a:solidFill>
                  <a:schemeClr val="tx1"/>
                </a:solidFill>
                <a:latin typeface="+mj-lt"/>
                <a:ea typeface="+mj-ea"/>
                <a:cs typeface="+mj-cs"/>
              </a:rPr>
              <a:t>usuario</a:t>
            </a:r>
            <a:r>
              <a:rPr lang="en-US" sz="3300" kern="1200" dirty="0">
                <a:solidFill>
                  <a:schemeClr val="tx1"/>
                </a:solidFill>
                <a:latin typeface="+mj-lt"/>
                <a:ea typeface="+mj-ea"/>
                <a:cs typeface="+mj-cs"/>
              </a:rPr>
              <a:t>.</a:t>
            </a:r>
            <a:br>
              <a:rPr lang="en-US" sz="3300" kern="1200" dirty="0">
                <a:solidFill>
                  <a:schemeClr val="tx1"/>
                </a:solidFill>
                <a:latin typeface="+mj-lt"/>
                <a:ea typeface="+mj-ea"/>
                <a:cs typeface="+mj-cs"/>
              </a:rPr>
            </a:br>
            <a:r>
              <a:rPr lang="en-US" sz="3300" kern="1200" dirty="0" err="1">
                <a:solidFill>
                  <a:schemeClr val="tx1"/>
                </a:solidFill>
                <a:latin typeface="+mj-lt"/>
                <a:ea typeface="+mj-ea"/>
                <a:cs typeface="+mj-cs"/>
              </a:rPr>
              <a:t>Existen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diferentes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tipos</a:t>
            </a:r>
            <a:r>
              <a:rPr lang="en-US" sz="3300" kern="1200" dirty="0">
                <a:solidFill>
                  <a:schemeClr val="tx1"/>
                </a:solidFill>
                <a:latin typeface="+mj-lt"/>
                <a:ea typeface="+mj-ea"/>
                <a:cs typeface="+mj-cs"/>
              </a:rPr>
              <a:t> de antivirus, entre </a:t>
            </a:r>
            <a:r>
              <a:rPr lang="en-US" sz="3300" kern="1200" dirty="0" err="1">
                <a:solidFill>
                  <a:schemeClr val="tx1"/>
                </a:solidFill>
                <a:latin typeface="+mj-lt"/>
                <a:ea typeface="+mj-ea"/>
                <a:cs typeface="+mj-cs"/>
              </a:rPr>
              <a:t>ellos</a:t>
            </a:r>
            <a:r>
              <a:rPr lang="en-US" sz="3300" kern="1200" dirty="0">
                <a:solidFill>
                  <a:schemeClr val="tx1"/>
                </a:solidFill>
                <a:latin typeface="+mj-lt"/>
                <a:ea typeface="+mj-ea"/>
                <a:cs typeface="+mj-cs"/>
              </a:rPr>
              <a:t>:</a:t>
            </a:r>
            <a:br>
              <a:rPr lang="en-US" sz="3300" kern="1200" dirty="0">
                <a:solidFill>
                  <a:schemeClr val="tx1"/>
                </a:solidFill>
                <a:latin typeface="+mj-lt"/>
                <a:ea typeface="+mj-ea"/>
                <a:cs typeface="+mj-cs"/>
              </a:rPr>
            </a:br>
            <a:r>
              <a:rPr lang="en-US" sz="3300" kern="1200" dirty="0">
                <a:solidFill>
                  <a:schemeClr val="tx1"/>
                </a:solidFill>
                <a:latin typeface="+mj-lt"/>
                <a:ea typeface="+mj-ea"/>
                <a:cs typeface="+mj-cs"/>
              </a:rPr>
              <a:t>Antivirus </a:t>
            </a:r>
            <a:r>
              <a:rPr lang="en-US" sz="3300" kern="1200" dirty="0" err="1">
                <a:solidFill>
                  <a:schemeClr val="tx1"/>
                </a:solidFill>
                <a:latin typeface="+mj-lt"/>
                <a:ea typeface="+mj-ea"/>
                <a:cs typeface="+mj-cs"/>
              </a:rPr>
              <a:t>basados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firma</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estos</a:t>
            </a:r>
            <a:r>
              <a:rPr lang="en-US" sz="3300" kern="1200" dirty="0">
                <a:solidFill>
                  <a:schemeClr val="tx1"/>
                </a:solidFill>
                <a:latin typeface="+mj-lt"/>
                <a:ea typeface="+mj-ea"/>
                <a:cs typeface="+mj-cs"/>
              </a:rPr>
              <a:t> antivirus </a:t>
            </a:r>
            <a:r>
              <a:rPr lang="en-US" sz="3300" kern="1200" dirty="0" err="1">
                <a:solidFill>
                  <a:schemeClr val="tx1"/>
                </a:solidFill>
                <a:latin typeface="+mj-lt"/>
                <a:ea typeface="+mj-ea"/>
                <a:cs typeface="+mj-cs"/>
              </a:rPr>
              <a:t>comparan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el</a:t>
            </a:r>
            <a:r>
              <a:rPr lang="en-US" sz="3300" kern="1200" dirty="0">
                <a:solidFill>
                  <a:schemeClr val="tx1"/>
                </a:solidFill>
                <a:latin typeface="+mj-lt"/>
                <a:ea typeface="+mj-ea"/>
                <a:cs typeface="+mj-cs"/>
              </a:rPr>
              <a:t> software </a:t>
            </a:r>
            <a:r>
              <a:rPr lang="en-US" sz="3300" kern="1200" dirty="0" err="1">
                <a:solidFill>
                  <a:schemeClr val="tx1"/>
                </a:solidFill>
                <a:latin typeface="+mj-lt"/>
                <a:ea typeface="+mj-ea"/>
                <a:cs typeface="+mj-cs"/>
              </a:rPr>
              <a:t>malicioso</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conocido</a:t>
            </a:r>
            <a:r>
              <a:rPr lang="en-US" sz="3300" kern="1200" dirty="0">
                <a:solidFill>
                  <a:schemeClr val="tx1"/>
                </a:solidFill>
                <a:latin typeface="+mj-lt"/>
                <a:ea typeface="+mj-ea"/>
                <a:cs typeface="+mj-cs"/>
              </a:rPr>
              <a:t> con </a:t>
            </a:r>
            <a:r>
              <a:rPr lang="en-US" sz="3300" kern="1200" dirty="0" err="1">
                <a:solidFill>
                  <a:schemeClr val="tx1"/>
                </a:solidFill>
                <a:latin typeface="+mj-lt"/>
                <a:ea typeface="+mj-ea"/>
                <a:cs typeface="+mj-cs"/>
              </a:rPr>
              <a:t>los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archivos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el</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sistema</a:t>
            </a:r>
            <a:r>
              <a:rPr lang="en-US" sz="3300" kern="1200" dirty="0">
                <a:solidFill>
                  <a:schemeClr val="tx1"/>
                </a:solidFill>
                <a:latin typeface="+mj-lt"/>
                <a:ea typeface="+mj-ea"/>
                <a:cs typeface="+mj-cs"/>
              </a:rPr>
              <a:t>. Si se </a:t>
            </a:r>
            <a:r>
              <a:rPr lang="en-US" sz="3300" kern="1200" dirty="0" err="1">
                <a:solidFill>
                  <a:schemeClr val="tx1"/>
                </a:solidFill>
                <a:latin typeface="+mj-lt"/>
                <a:ea typeface="+mj-ea"/>
                <a:cs typeface="+mj-cs"/>
              </a:rPr>
              <a:t>detecta</a:t>
            </a:r>
            <a:r>
              <a:rPr lang="en-US" sz="3300" kern="1200" dirty="0">
                <a:solidFill>
                  <a:schemeClr val="tx1"/>
                </a:solidFill>
                <a:latin typeface="+mj-lt"/>
                <a:ea typeface="+mj-ea"/>
                <a:cs typeface="+mj-cs"/>
              </a:rPr>
              <a:t> un virus, </a:t>
            </a:r>
            <a:r>
              <a:rPr lang="en-US" sz="3300" kern="1200" dirty="0" err="1">
                <a:solidFill>
                  <a:schemeClr val="tx1"/>
                </a:solidFill>
                <a:latin typeface="+mj-lt"/>
                <a:ea typeface="+mj-ea"/>
                <a:cs typeface="+mj-cs"/>
              </a:rPr>
              <a:t>el</a:t>
            </a:r>
            <a:r>
              <a:rPr lang="en-US" sz="3300" kern="1200" dirty="0">
                <a:solidFill>
                  <a:schemeClr val="tx1"/>
                </a:solidFill>
                <a:latin typeface="+mj-lt"/>
                <a:ea typeface="+mj-ea"/>
                <a:cs typeface="+mj-cs"/>
              </a:rPr>
              <a:t> antivirus lo </a:t>
            </a:r>
            <a:r>
              <a:rPr lang="en-US" sz="3300" kern="1200" dirty="0" err="1">
                <a:solidFill>
                  <a:schemeClr val="tx1"/>
                </a:solidFill>
                <a:latin typeface="+mj-lt"/>
                <a:ea typeface="+mj-ea"/>
                <a:cs typeface="+mj-cs"/>
              </a:rPr>
              <a:t>elimina</a:t>
            </a:r>
            <a:r>
              <a:rPr lang="en-US" sz="3300" kern="1200" dirty="0">
                <a:solidFill>
                  <a:schemeClr val="tx1"/>
                </a:solidFill>
                <a:latin typeface="+mj-lt"/>
                <a:ea typeface="+mj-ea"/>
                <a:cs typeface="+mj-cs"/>
              </a:rPr>
              <a:t> o lo pone </a:t>
            </a:r>
            <a:r>
              <a:rPr lang="en-US" sz="3300" kern="1200" dirty="0" err="1">
                <a:solidFill>
                  <a:schemeClr val="tx1"/>
                </a:solidFill>
                <a:latin typeface="+mj-lt"/>
                <a:ea typeface="+mj-ea"/>
                <a:cs typeface="+mj-cs"/>
              </a:rPr>
              <a:t>en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cuarentena</a:t>
            </a:r>
            <a:r>
              <a:rPr lang="en-US" sz="3300" kern="1200" dirty="0">
                <a:solidFill>
                  <a:schemeClr val="tx1"/>
                </a:solidFill>
                <a:latin typeface="+mj-lt"/>
                <a:ea typeface="+mj-ea"/>
                <a:cs typeface="+mj-cs"/>
              </a:rPr>
              <a:t>.</a:t>
            </a:r>
            <a:br>
              <a:rPr lang="en-US" sz="3300" kern="1200" dirty="0">
                <a:solidFill>
                  <a:schemeClr val="tx1"/>
                </a:solidFill>
                <a:latin typeface="+mj-lt"/>
                <a:ea typeface="+mj-ea"/>
                <a:cs typeface="+mj-cs"/>
              </a:rPr>
            </a:br>
            <a:r>
              <a:rPr lang="en-US" sz="3300" kern="1200" dirty="0">
                <a:solidFill>
                  <a:schemeClr val="tx1"/>
                </a:solidFill>
                <a:latin typeface="+mj-lt"/>
                <a:ea typeface="+mj-ea"/>
                <a:cs typeface="+mj-cs"/>
              </a:rPr>
              <a:t>Antivirus </a:t>
            </a:r>
            <a:r>
              <a:rPr lang="en-US" sz="3300" kern="1200" dirty="0" err="1">
                <a:solidFill>
                  <a:schemeClr val="tx1"/>
                </a:solidFill>
                <a:latin typeface="+mj-lt"/>
                <a:ea typeface="+mj-ea"/>
                <a:cs typeface="+mj-cs"/>
              </a:rPr>
              <a:t>basados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comportamiento</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estos</a:t>
            </a:r>
            <a:r>
              <a:rPr lang="en-US" sz="3300" kern="1200" dirty="0">
                <a:solidFill>
                  <a:schemeClr val="tx1"/>
                </a:solidFill>
                <a:latin typeface="+mj-lt"/>
                <a:ea typeface="+mj-ea"/>
                <a:cs typeface="+mj-cs"/>
              </a:rPr>
              <a:t> antivirus </a:t>
            </a:r>
            <a:r>
              <a:rPr lang="en-US" sz="3300" kern="1200" dirty="0" err="1">
                <a:solidFill>
                  <a:schemeClr val="tx1"/>
                </a:solidFill>
                <a:latin typeface="+mj-lt"/>
                <a:ea typeface="+mj-ea"/>
                <a:cs typeface="+mj-cs"/>
              </a:rPr>
              <a:t>monitorean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el</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comportamiento</a:t>
            </a:r>
            <a:r>
              <a:rPr lang="en-US" sz="3300" kern="1200" dirty="0">
                <a:solidFill>
                  <a:schemeClr val="tx1"/>
                </a:solidFill>
                <a:latin typeface="+mj-lt"/>
                <a:ea typeface="+mj-ea"/>
                <a:cs typeface="+mj-cs"/>
              </a:rPr>
              <a:t> del software y </a:t>
            </a:r>
            <a:r>
              <a:rPr lang="en-US" sz="3300" kern="1200" dirty="0" err="1">
                <a:solidFill>
                  <a:schemeClr val="tx1"/>
                </a:solidFill>
                <a:latin typeface="+mj-lt"/>
                <a:ea typeface="+mj-ea"/>
                <a:cs typeface="+mj-cs"/>
              </a:rPr>
              <a:t>detectan</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actividades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sospechosas</a:t>
            </a:r>
            <a:r>
              <a:rPr lang="en-US" sz="3300" kern="1200" dirty="0">
                <a:solidFill>
                  <a:schemeClr val="tx1"/>
                </a:solidFill>
                <a:latin typeface="+mj-lt"/>
                <a:ea typeface="+mj-ea"/>
                <a:cs typeface="+mj-cs"/>
              </a:rPr>
              <a:t>, </a:t>
            </a:r>
            <a:r>
              <a:rPr lang="en-US" sz="3300" kern="1200" dirty="0" err="1">
                <a:solidFill>
                  <a:schemeClr val="tx1"/>
                </a:solidFill>
                <a:latin typeface="+mj-lt"/>
                <a:ea typeface="+mj-ea"/>
                <a:cs typeface="+mj-cs"/>
              </a:rPr>
              <a:t>como</a:t>
            </a:r>
            <a:r>
              <a:rPr lang="en-US" sz="3300" kern="1200" dirty="0">
                <a:solidFill>
                  <a:schemeClr val="tx1"/>
                </a:solidFill>
                <a:latin typeface="+mj-lt"/>
                <a:ea typeface="+mj-ea"/>
                <a:cs typeface="+mj-cs"/>
              </a:rPr>
              <a:t> la </a:t>
            </a:r>
            <a:r>
              <a:rPr lang="en-US" sz="3300" kern="1200" dirty="0" err="1">
                <a:solidFill>
                  <a:schemeClr val="tx1"/>
                </a:solidFill>
                <a:latin typeface="+mj-lt"/>
                <a:ea typeface="+mj-ea"/>
                <a:cs typeface="+mj-cs"/>
              </a:rPr>
              <a:t>creación</a:t>
            </a:r>
            <a:r>
              <a:rPr lang="en-US" sz="3300" kern="1200" dirty="0">
                <a:solidFill>
                  <a:schemeClr val="tx1"/>
                </a:solidFill>
                <a:latin typeface="+mj-lt"/>
                <a:ea typeface="+mj-ea"/>
                <a:cs typeface="+mj-cs"/>
              </a:rPr>
              <a:t> de </a:t>
            </a:r>
            <a:r>
              <a:rPr lang="en-US" sz="3300" kern="1200" dirty="0" err="1">
                <a:solidFill>
                  <a:schemeClr val="tx1"/>
                </a:solidFill>
                <a:latin typeface="+mj-lt"/>
                <a:ea typeface="+mj-ea"/>
                <a:cs typeface="+mj-cs"/>
              </a:rPr>
              <a:t>archivos</a:t>
            </a:r>
            <a:r>
              <a:rPr lang="en-US" sz="3300" kern="1200" dirty="0">
                <a:solidFill>
                  <a:schemeClr val="tx1"/>
                </a:solidFill>
                <a:latin typeface="+mj-lt"/>
                <a:ea typeface="+mj-ea"/>
                <a:cs typeface="+mj-cs"/>
              </a:rPr>
              <a:t> o la </a:t>
            </a:r>
            <a:r>
              <a:rPr lang="en-US" sz="3300" kern="1200" dirty="0" err="1">
                <a:solidFill>
                  <a:schemeClr val="tx1"/>
                </a:solidFill>
                <a:latin typeface="+mj-lt"/>
                <a:ea typeface="+mj-ea"/>
                <a:cs typeface="+mj-cs"/>
              </a:rPr>
              <a:t>modificación</a:t>
            </a:r>
            <a:r>
              <a:rPr lang="en-US" sz="3300" kern="1200" dirty="0">
                <a:solidFill>
                  <a:schemeClr val="tx1"/>
                </a:solidFill>
                <a:latin typeface="+mj-lt"/>
                <a:ea typeface="+mj-ea"/>
                <a:cs typeface="+mj-cs"/>
              </a:rPr>
              <a:t> del </a:t>
            </a:r>
            <a:r>
              <a:rPr lang="en-US" sz="3300" kern="1200" dirty="0" err="1">
                <a:solidFill>
                  <a:schemeClr val="tx1"/>
                </a:solidFill>
                <a:latin typeface="+mj-lt"/>
                <a:ea typeface="+mj-ea"/>
                <a:cs typeface="+mj-cs"/>
              </a:rPr>
              <a:t>registro</a:t>
            </a:r>
            <a:r>
              <a:rPr lang="en-US" sz="3300" kern="1200" dirty="0">
                <a:solidFill>
                  <a:schemeClr val="tx1"/>
                </a:solidFill>
                <a:latin typeface="+mj-lt"/>
                <a:ea typeface="+mj-ea"/>
                <a:cs typeface="+mj-cs"/>
              </a:rPr>
              <a:t> de Windows.</a:t>
            </a:r>
            <a:br>
              <a:rPr lang="en-US" sz="3300" kern="1200" dirty="0">
                <a:solidFill>
                  <a:schemeClr val="tx1"/>
                </a:solidFill>
                <a:latin typeface="+mj-lt"/>
                <a:ea typeface="+mj-ea"/>
                <a:cs typeface="+mj-cs"/>
              </a:rPr>
            </a:br>
            <a:endParaRPr lang="en-US" sz="3300" kern="1200" dirty="0">
              <a:solidFill>
                <a:schemeClr val="tx1"/>
              </a:solidFill>
              <a:latin typeface="+mj-lt"/>
              <a:ea typeface="+mj-ea"/>
              <a:cs typeface="+mj-cs"/>
            </a:endParaRPr>
          </a:p>
        </p:txBody>
      </p:sp>
      <p:sp>
        <p:nvSpPr>
          <p:cNvPr id="2057" name="sketch line">
            <a:extLst>
              <a:ext uri="{FF2B5EF4-FFF2-40B4-BE49-F238E27FC236}">
                <a16:creationId xmlns:a16="http://schemas.microsoft.com/office/drawing/2014/main" id="{D7F2FAFA-4D50-41E7-9480-5BABA64EE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7741048"/>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Windows Defender - YouTube">
            <a:extLst>
              <a:ext uri="{FF2B5EF4-FFF2-40B4-BE49-F238E27FC236}">
                <a16:creationId xmlns:a16="http://schemas.microsoft.com/office/drawing/2014/main" id="{55B27DAF-E894-CBAC-AD42-192A936B1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7348" b="-1"/>
          <a:stretch/>
        </p:blipFill>
        <p:spPr bwMode="auto">
          <a:xfrm>
            <a:off x="15753806" y="592184"/>
            <a:ext cx="8003178" cy="7185442"/>
          </a:xfrm>
          <a:custGeom>
            <a:avLst/>
            <a:gdLst/>
            <a:ahLst/>
            <a:cxnLst/>
            <a:rect l="l" t="t" r="r" b="b"/>
            <a:pathLst>
              <a:path w="4001589" h="3592721">
                <a:moveTo>
                  <a:pt x="470166" y="82"/>
                </a:moveTo>
                <a:cubicBezTo>
                  <a:pt x="518288" y="-605"/>
                  <a:pt x="566386" y="3023"/>
                  <a:pt x="614238" y="13021"/>
                </a:cubicBezTo>
                <a:cubicBezTo>
                  <a:pt x="720229" y="34420"/>
                  <a:pt x="827897" y="40027"/>
                  <a:pt x="934955" y="29726"/>
                </a:cubicBezTo>
                <a:cubicBezTo>
                  <a:pt x="1040555" y="20702"/>
                  <a:pt x="1146350" y="20093"/>
                  <a:pt x="1252244" y="22653"/>
                </a:cubicBezTo>
                <a:cubicBezTo>
                  <a:pt x="1347753" y="24970"/>
                  <a:pt x="1443361" y="24604"/>
                  <a:pt x="1538871" y="18020"/>
                </a:cubicBezTo>
                <a:cubicBezTo>
                  <a:pt x="1646135" y="10461"/>
                  <a:pt x="1753400" y="3998"/>
                  <a:pt x="1860568" y="18996"/>
                </a:cubicBezTo>
                <a:cubicBezTo>
                  <a:pt x="1953834" y="33431"/>
                  <a:pt x="2047727" y="40637"/>
                  <a:pt x="2141708" y="40575"/>
                </a:cubicBezTo>
                <a:cubicBezTo>
                  <a:pt x="2266312" y="38870"/>
                  <a:pt x="2390622" y="26800"/>
                  <a:pt x="2515030" y="19849"/>
                </a:cubicBezTo>
                <a:cubicBezTo>
                  <a:pt x="2685674" y="10339"/>
                  <a:pt x="2856416" y="2169"/>
                  <a:pt x="3027158" y="16801"/>
                </a:cubicBezTo>
                <a:cubicBezTo>
                  <a:pt x="3145198" y="27409"/>
                  <a:pt x="3263238" y="37163"/>
                  <a:pt x="3381769" y="28994"/>
                </a:cubicBezTo>
                <a:cubicBezTo>
                  <a:pt x="3465425" y="23262"/>
                  <a:pt x="3549180" y="14972"/>
                  <a:pt x="3633033" y="20460"/>
                </a:cubicBezTo>
                <a:lnTo>
                  <a:pt x="3738744" y="24700"/>
                </a:lnTo>
                <a:lnTo>
                  <a:pt x="3738744" y="24830"/>
                </a:lnTo>
                <a:lnTo>
                  <a:pt x="3750661" y="25178"/>
                </a:lnTo>
                <a:lnTo>
                  <a:pt x="3795264" y="26968"/>
                </a:lnTo>
                <a:lnTo>
                  <a:pt x="3814191" y="26606"/>
                </a:lnTo>
                <a:lnTo>
                  <a:pt x="3814191" y="25296"/>
                </a:lnTo>
                <a:lnTo>
                  <a:pt x="3941656" y="20351"/>
                </a:lnTo>
                <a:lnTo>
                  <a:pt x="3996286" y="20544"/>
                </a:lnTo>
                <a:lnTo>
                  <a:pt x="3999704" y="184279"/>
                </a:lnTo>
                <a:cubicBezTo>
                  <a:pt x="4007337" y="352273"/>
                  <a:pt x="3989916" y="519048"/>
                  <a:pt x="3980912" y="686066"/>
                </a:cubicBezTo>
                <a:cubicBezTo>
                  <a:pt x="3974530" y="824285"/>
                  <a:pt x="3975254" y="962883"/>
                  <a:pt x="3983065" y="1100993"/>
                </a:cubicBezTo>
                <a:cubicBezTo>
                  <a:pt x="3994418" y="1329775"/>
                  <a:pt x="3995984" y="1558558"/>
                  <a:pt x="3989623" y="1787585"/>
                </a:cubicBezTo>
                <a:cubicBezTo>
                  <a:pt x="3986490" y="1901610"/>
                  <a:pt x="3987763" y="2015515"/>
                  <a:pt x="3991678" y="2129418"/>
                </a:cubicBezTo>
                <a:cubicBezTo>
                  <a:pt x="4000780" y="2390605"/>
                  <a:pt x="3990600" y="2651550"/>
                  <a:pt x="3987568" y="2912616"/>
                </a:cubicBezTo>
                <a:cubicBezTo>
                  <a:pt x="3986393" y="3012022"/>
                  <a:pt x="3986588" y="3111430"/>
                  <a:pt x="3990992" y="3210716"/>
                </a:cubicBezTo>
                <a:cubicBezTo>
                  <a:pt x="3995886" y="3323219"/>
                  <a:pt x="3997281" y="3435722"/>
                  <a:pt x="3996754" y="3548225"/>
                </a:cubicBezTo>
                <a:lnTo>
                  <a:pt x="3996203" y="3580527"/>
                </a:lnTo>
                <a:lnTo>
                  <a:pt x="3817494" y="3567893"/>
                </a:lnTo>
                <a:cubicBezTo>
                  <a:pt x="3755892" y="3566024"/>
                  <a:pt x="3694230" y="3566635"/>
                  <a:pt x="3632626" y="3569729"/>
                </a:cubicBezTo>
                <a:cubicBezTo>
                  <a:pt x="3508559" y="3576065"/>
                  <a:pt x="3384601" y="3593362"/>
                  <a:pt x="3260317" y="3578866"/>
                </a:cubicBezTo>
                <a:cubicBezTo>
                  <a:pt x="3046403" y="3553649"/>
                  <a:pt x="2833252" y="3579963"/>
                  <a:pt x="2619882" y="3588368"/>
                </a:cubicBezTo>
                <a:cubicBezTo>
                  <a:pt x="2454934" y="3596047"/>
                  <a:pt x="2289690" y="3590429"/>
                  <a:pt x="2125460" y="3571557"/>
                </a:cubicBezTo>
                <a:cubicBezTo>
                  <a:pt x="1964487" y="3553014"/>
                  <a:pt x="1802168" y="3554895"/>
                  <a:pt x="1641577" y="3577161"/>
                </a:cubicBezTo>
                <a:cubicBezTo>
                  <a:pt x="1569765" y="3584855"/>
                  <a:pt x="1497464" y="3585179"/>
                  <a:pt x="1425600" y="3578135"/>
                </a:cubicBezTo>
                <a:cubicBezTo>
                  <a:pt x="1311136" y="3569647"/>
                  <a:pt x="1196249" y="3571642"/>
                  <a:pt x="1082079" y="3584104"/>
                </a:cubicBezTo>
                <a:cubicBezTo>
                  <a:pt x="932047" y="3601037"/>
                  <a:pt x="781581" y="3588856"/>
                  <a:pt x="631439" y="3582643"/>
                </a:cubicBezTo>
                <a:cubicBezTo>
                  <a:pt x="518453" y="3578013"/>
                  <a:pt x="405576" y="3575211"/>
                  <a:pt x="292590" y="3579597"/>
                </a:cubicBezTo>
                <a:lnTo>
                  <a:pt x="24062" y="3578027"/>
                </a:lnTo>
                <a:lnTo>
                  <a:pt x="26037" y="3426039"/>
                </a:lnTo>
                <a:cubicBezTo>
                  <a:pt x="28388" y="3239733"/>
                  <a:pt x="28388" y="3053550"/>
                  <a:pt x="10461" y="2867977"/>
                </a:cubicBezTo>
                <a:cubicBezTo>
                  <a:pt x="-1195" y="2748609"/>
                  <a:pt x="-5604" y="2628267"/>
                  <a:pt x="10461" y="2509144"/>
                </a:cubicBezTo>
                <a:cubicBezTo>
                  <a:pt x="27654" y="2377219"/>
                  <a:pt x="32159" y="2243207"/>
                  <a:pt x="23883" y="2109954"/>
                </a:cubicBezTo>
                <a:cubicBezTo>
                  <a:pt x="16633" y="1978516"/>
                  <a:pt x="16143" y="1846835"/>
                  <a:pt x="18200" y="1715031"/>
                </a:cubicBezTo>
                <a:cubicBezTo>
                  <a:pt x="20062" y="1596151"/>
                  <a:pt x="19768" y="1477150"/>
                  <a:pt x="14477" y="1358271"/>
                </a:cubicBezTo>
                <a:cubicBezTo>
                  <a:pt x="8405" y="1224761"/>
                  <a:pt x="3212" y="1091250"/>
                  <a:pt x="15262" y="957861"/>
                </a:cubicBezTo>
                <a:cubicBezTo>
                  <a:pt x="26859" y="841775"/>
                  <a:pt x="32649" y="724907"/>
                  <a:pt x="32599" y="607930"/>
                </a:cubicBezTo>
                <a:cubicBezTo>
                  <a:pt x="31229" y="452838"/>
                  <a:pt x="21531" y="298112"/>
                  <a:pt x="15947" y="143264"/>
                </a:cubicBezTo>
                <a:lnTo>
                  <a:pt x="13308" y="44257"/>
                </a:lnTo>
                <a:lnTo>
                  <a:pt x="17662" y="44403"/>
                </a:lnTo>
                <a:lnTo>
                  <a:pt x="92850" y="32188"/>
                </a:lnTo>
                <a:lnTo>
                  <a:pt x="101988" y="32179"/>
                </a:lnTo>
                <a:cubicBezTo>
                  <a:pt x="176730" y="29756"/>
                  <a:pt x="251399" y="24177"/>
                  <a:pt x="325945" y="13021"/>
                </a:cubicBezTo>
                <a:cubicBezTo>
                  <a:pt x="373897" y="5767"/>
                  <a:pt x="422044" y="768"/>
                  <a:pt x="470166" y="82"/>
                </a:cubicBezTo>
                <a:close/>
              </a:path>
            </a:pathLst>
          </a:custGeom>
          <a:noFill/>
          <a:extLst>
            <a:ext uri="{909E8E84-426E-40DD-AFC4-6F175D3DCCD1}">
              <a14:hiddenFill xmlns:a14="http://schemas.microsoft.com/office/drawing/2010/main">
                <a:solidFill>
                  <a:srgbClr val="FFFFFF"/>
                </a:solidFill>
              </a14:hiddenFill>
            </a:ext>
          </a:extLst>
        </p:spPr>
      </p:pic>
      <p:pic>
        <p:nvPicPr>
          <p:cNvPr id="4" name="Google Shape;135;p8" descr="Cómo protegerse de los virus, piratas informáticos y demás ataques? |  Tecnología - ComputerHoy.com">
            <a:extLst>
              <a:ext uri="{FF2B5EF4-FFF2-40B4-BE49-F238E27FC236}">
                <a16:creationId xmlns:a16="http://schemas.microsoft.com/office/drawing/2014/main" id="{538B39F0-9EB7-F6AD-0228-A0476D1F44F8}"/>
              </a:ext>
            </a:extLst>
          </p:cNvPr>
          <p:cNvPicPr preferRelativeResize="0"/>
          <p:nvPr/>
        </p:nvPicPr>
        <p:blipFill rotWithShape="1">
          <a:blip r:embed="rId3"/>
          <a:srcRect r="-2" b="11581"/>
          <a:stretch/>
        </p:blipFill>
        <p:spPr>
          <a:xfrm>
            <a:off x="15753804" y="7904714"/>
            <a:ext cx="8003178" cy="4708894"/>
          </a:xfrm>
          <a:custGeom>
            <a:avLst/>
            <a:gdLst/>
            <a:ahLst/>
            <a:cxnLst/>
            <a:rect l="l" t="t" r="r" b="b"/>
            <a:pathLst>
              <a:path w="4001589" h="2354447">
                <a:moveTo>
                  <a:pt x="470166" y="54"/>
                </a:moveTo>
                <a:cubicBezTo>
                  <a:pt x="518288" y="-396"/>
                  <a:pt x="566386" y="1981"/>
                  <a:pt x="614238" y="8533"/>
                </a:cubicBezTo>
                <a:cubicBezTo>
                  <a:pt x="720229" y="22557"/>
                  <a:pt x="827897" y="26232"/>
                  <a:pt x="934955" y="19481"/>
                </a:cubicBezTo>
                <a:cubicBezTo>
                  <a:pt x="1040555" y="13567"/>
                  <a:pt x="1146350" y="13168"/>
                  <a:pt x="1252244" y="14846"/>
                </a:cubicBezTo>
                <a:cubicBezTo>
                  <a:pt x="1347753" y="16364"/>
                  <a:pt x="1443361" y="16124"/>
                  <a:pt x="1538871" y="11809"/>
                </a:cubicBezTo>
                <a:cubicBezTo>
                  <a:pt x="1646135" y="6855"/>
                  <a:pt x="1753400" y="2620"/>
                  <a:pt x="1860568" y="12449"/>
                </a:cubicBezTo>
                <a:cubicBezTo>
                  <a:pt x="1953834" y="21909"/>
                  <a:pt x="2047727" y="26631"/>
                  <a:pt x="2141708" y="26591"/>
                </a:cubicBezTo>
                <a:cubicBezTo>
                  <a:pt x="2266312" y="25473"/>
                  <a:pt x="2390622" y="17563"/>
                  <a:pt x="2515030" y="13008"/>
                </a:cubicBezTo>
                <a:cubicBezTo>
                  <a:pt x="2685674" y="6776"/>
                  <a:pt x="2856416" y="1422"/>
                  <a:pt x="3027158" y="11010"/>
                </a:cubicBezTo>
                <a:cubicBezTo>
                  <a:pt x="3145198" y="17962"/>
                  <a:pt x="3263238" y="24355"/>
                  <a:pt x="3381769" y="19001"/>
                </a:cubicBezTo>
                <a:cubicBezTo>
                  <a:pt x="3465425" y="15245"/>
                  <a:pt x="3549180" y="9812"/>
                  <a:pt x="3633033" y="13408"/>
                </a:cubicBezTo>
                <a:lnTo>
                  <a:pt x="3738744" y="16187"/>
                </a:lnTo>
                <a:lnTo>
                  <a:pt x="3738744" y="16272"/>
                </a:lnTo>
                <a:lnTo>
                  <a:pt x="3750661" y="16501"/>
                </a:lnTo>
                <a:lnTo>
                  <a:pt x="3795264" y="17673"/>
                </a:lnTo>
                <a:lnTo>
                  <a:pt x="3814191" y="17436"/>
                </a:lnTo>
                <a:lnTo>
                  <a:pt x="3814191" y="16578"/>
                </a:lnTo>
                <a:lnTo>
                  <a:pt x="3941656" y="13337"/>
                </a:lnTo>
                <a:lnTo>
                  <a:pt x="3996286" y="13464"/>
                </a:lnTo>
                <a:lnTo>
                  <a:pt x="3999704" y="120765"/>
                </a:lnTo>
                <a:cubicBezTo>
                  <a:pt x="4007337" y="230858"/>
                  <a:pt x="3989916" y="340152"/>
                  <a:pt x="3980912" y="449605"/>
                </a:cubicBezTo>
                <a:cubicBezTo>
                  <a:pt x="3974530" y="540185"/>
                  <a:pt x="3975254" y="631014"/>
                  <a:pt x="3983065" y="721523"/>
                </a:cubicBezTo>
                <a:cubicBezTo>
                  <a:pt x="3994418" y="871452"/>
                  <a:pt x="3995984" y="1021383"/>
                  <a:pt x="3989623" y="1171473"/>
                </a:cubicBezTo>
                <a:cubicBezTo>
                  <a:pt x="3986490" y="1246198"/>
                  <a:pt x="3987763" y="1320844"/>
                  <a:pt x="3991678" y="1395489"/>
                </a:cubicBezTo>
                <a:cubicBezTo>
                  <a:pt x="4000780" y="1566655"/>
                  <a:pt x="3990600" y="1737662"/>
                  <a:pt x="3987568" y="1908748"/>
                </a:cubicBezTo>
                <a:cubicBezTo>
                  <a:pt x="3986393" y="1973893"/>
                  <a:pt x="3986588" y="2039039"/>
                  <a:pt x="3990992" y="2104104"/>
                </a:cubicBezTo>
                <a:cubicBezTo>
                  <a:pt x="3995886" y="2177832"/>
                  <a:pt x="3997281" y="2251559"/>
                  <a:pt x="3996754" y="2325287"/>
                </a:cubicBezTo>
                <a:lnTo>
                  <a:pt x="3996203" y="2346456"/>
                </a:lnTo>
                <a:lnTo>
                  <a:pt x="3817494" y="2338176"/>
                </a:lnTo>
                <a:cubicBezTo>
                  <a:pt x="3755892" y="2336952"/>
                  <a:pt x="3694230" y="2337352"/>
                  <a:pt x="3632626" y="2339380"/>
                </a:cubicBezTo>
                <a:cubicBezTo>
                  <a:pt x="3508559" y="2343531"/>
                  <a:pt x="3384601" y="2354867"/>
                  <a:pt x="3260317" y="2345368"/>
                </a:cubicBezTo>
                <a:cubicBezTo>
                  <a:pt x="3046403" y="2328842"/>
                  <a:pt x="2833252" y="2346086"/>
                  <a:pt x="2619882" y="2351594"/>
                </a:cubicBezTo>
                <a:cubicBezTo>
                  <a:pt x="2454934" y="2356627"/>
                  <a:pt x="2289690" y="2352945"/>
                  <a:pt x="2125460" y="2340577"/>
                </a:cubicBezTo>
                <a:cubicBezTo>
                  <a:pt x="1964487" y="2328426"/>
                  <a:pt x="1802168" y="2329658"/>
                  <a:pt x="1641577" y="2344250"/>
                </a:cubicBezTo>
                <a:cubicBezTo>
                  <a:pt x="1569765" y="2349292"/>
                  <a:pt x="1497464" y="2349505"/>
                  <a:pt x="1425600" y="2344888"/>
                </a:cubicBezTo>
                <a:cubicBezTo>
                  <a:pt x="1311136" y="2339326"/>
                  <a:pt x="1196249" y="2340633"/>
                  <a:pt x="1082079" y="2348800"/>
                </a:cubicBezTo>
                <a:cubicBezTo>
                  <a:pt x="932047" y="2359897"/>
                  <a:pt x="781581" y="2351914"/>
                  <a:pt x="631439" y="2347842"/>
                </a:cubicBezTo>
                <a:cubicBezTo>
                  <a:pt x="518453" y="2344808"/>
                  <a:pt x="405576" y="2342972"/>
                  <a:pt x="292590" y="2345846"/>
                </a:cubicBezTo>
                <a:lnTo>
                  <a:pt x="24062" y="2344817"/>
                </a:lnTo>
                <a:lnTo>
                  <a:pt x="26037" y="2245214"/>
                </a:lnTo>
                <a:cubicBezTo>
                  <a:pt x="28388" y="2123121"/>
                  <a:pt x="28388" y="2001108"/>
                  <a:pt x="10461" y="1879495"/>
                </a:cubicBezTo>
                <a:cubicBezTo>
                  <a:pt x="-1195" y="1801269"/>
                  <a:pt x="-5604" y="1722404"/>
                  <a:pt x="10461" y="1644338"/>
                </a:cubicBezTo>
                <a:cubicBezTo>
                  <a:pt x="27654" y="1557882"/>
                  <a:pt x="32159" y="1470059"/>
                  <a:pt x="23883" y="1382733"/>
                </a:cubicBezTo>
                <a:cubicBezTo>
                  <a:pt x="16633" y="1296597"/>
                  <a:pt x="16143" y="1210301"/>
                  <a:pt x="18200" y="1123925"/>
                </a:cubicBezTo>
                <a:cubicBezTo>
                  <a:pt x="20062" y="1046019"/>
                  <a:pt x="19768" y="968033"/>
                  <a:pt x="14477" y="890127"/>
                </a:cubicBezTo>
                <a:cubicBezTo>
                  <a:pt x="8405" y="802633"/>
                  <a:pt x="3212" y="715138"/>
                  <a:pt x="15262" y="627723"/>
                </a:cubicBezTo>
                <a:cubicBezTo>
                  <a:pt x="26859" y="551647"/>
                  <a:pt x="32649" y="475059"/>
                  <a:pt x="32599" y="398400"/>
                </a:cubicBezTo>
                <a:cubicBezTo>
                  <a:pt x="31229" y="296762"/>
                  <a:pt x="21531" y="195365"/>
                  <a:pt x="15947" y="93886"/>
                </a:cubicBezTo>
                <a:lnTo>
                  <a:pt x="13308" y="29003"/>
                </a:lnTo>
                <a:lnTo>
                  <a:pt x="17662" y="29099"/>
                </a:lnTo>
                <a:lnTo>
                  <a:pt x="92850" y="21094"/>
                </a:lnTo>
                <a:lnTo>
                  <a:pt x="101988" y="21088"/>
                </a:lnTo>
                <a:cubicBezTo>
                  <a:pt x="176730" y="19500"/>
                  <a:pt x="251399" y="15844"/>
                  <a:pt x="325945" y="8533"/>
                </a:cubicBezTo>
                <a:cubicBezTo>
                  <a:pt x="373897" y="3780"/>
                  <a:pt x="422044" y="503"/>
                  <a:pt x="470166" y="54"/>
                </a:cubicBezTo>
                <a:close/>
              </a:path>
            </a:pathLst>
          </a:custGeom>
          <a:noFill/>
        </p:spPr>
      </p:pic>
    </p:spTree>
    <p:extLst>
      <p:ext uri="{BB962C8B-B14F-4D97-AF65-F5344CB8AC3E}">
        <p14:creationId xmlns:p14="http://schemas.microsoft.com/office/powerpoint/2010/main" val="17752157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B2DCBE4E-F055-2B44-8A5A-BAD197113EF6}"/>
              </a:ext>
            </a:extLst>
          </p:cNvPr>
          <p:cNvSpPr txBox="1"/>
          <p:nvPr/>
        </p:nvSpPr>
        <p:spPr>
          <a:xfrm>
            <a:off x="1144986" y="477078"/>
            <a:ext cx="22037040" cy="2868830"/>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b">
            <a:normAutofit/>
          </a:bodyPr>
          <a:lstStyle/>
          <a:p>
            <a:pPr>
              <a:lnSpc>
                <a:spcPct val="90000"/>
              </a:lnSpc>
              <a:spcBef>
                <a:spcPct val="0"/>
              </a:spcBef>
              <a:spcAft>
                <a:spcPts val="600"/>
              </a:spcAft>
            </a:pPr>
            <a:r>
              <a:rPr lang="en-US" sz="10800" b="1" dirty="0">
                <a:latin typeface="+mj-lt"/>
                <a:ea typeface="+mj-ea"/>
                <a:cs typeface="+mj-cs"/>
              </a:rPr>
              <a:t>Antivirus: </a:t>
            </a:r>
            <a:r>
              <a:rPr lang="en-US" sz="10800" b="1" dirty="0" err="1">
                <a:latin typeface="+mj-lt"/>
                <a:ea typeface="+mj-ea"/>
                <a:cs typeface="+mj-cs"/>
              </a:rPr>
              <a:t>opciones</a:t>
            </a:r>
            <a:r>
              <a:rPr lang="en-US" sz="10800" b="1" dirty="0">
                <a:latin typeface="+mj-lt"/>
                <a:ea typeface="+mj-ea"/>
                <a:cs typeface="+mj-cs"/>
              </a:rPr>
              <a:t> </a:t>
            </a:r>
            <a:endParaRPr lang="en-US" sz="10800" dirty="0">
              <a:latin typeface="+mj-lt"/>
              <a:ea typeface="+mj-ea"/>
              <a:cs typeface="+mj-cs"/>
            </a:endParaRP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AC216A5F-FB6F-E1F2-3F4A-832170686DD9}"/>
              </a:ext>
            </a:extLst>
          </p:cNvPr>
          <p:cNvSpPr txBox="1"/>
          <p:nvPr/>
        </p:nvSpPr>
        <p:spPr>
          <a:xfrm>
            <a:off x="1144986" y="4142632"/>
            <a:ext cx="13427104" cy="8238344"/>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800" b="1" dirty="0" err="1"/>
              <a:t>Protección</a:t>
            </a:r>
            <a:r>
              <a:rPr lang="en-US" sz="2800" b="1" dirty="0"/>
              <a:t> </a:t>
            </a:r>
            <a:r>
              <a:rPr lang="en-US" sz="2800" b="1" dirty="0" err="1"/>
              <a:t>en</a:t>
            </a:r>
            <a:r>
              <a:rPr lang="en-US" sz="2800" b="1" dirty="0"/>
              <a:t> </a:t>
            </a:r>
            <a:r>
              <a:rPr lang="en-US" sz="2800" b="1" dirty="0" err="1"/>
              <a:t>tiempo</a:t>
            </a:r>
            <a:r>
              <a:rPr lang="en-US" sz="2800" b="1" dirty="0"/>
              <a:t> real: </a:t>
            </a:r>
            <a:r>
              <a:rPr lang="en-US" sz="2800" dirty="0" err="1"/>
              <a:t>esta</a:t>
            </a:r>
            <a:r>
              <a:rPr lang="en-US" sz="2800" dirty="0"/>
              <a:t> </a:t>
            </a:r>
            <a:r>
              <a:rPr lang="en-US" sz="2800" dirty="0" err="1"/>
              <a:t>opción</a:t>
            </a:r>
            <a:r>
              <a:rPr lang="en-US" sz="2800" dirty="0"/>
              <a:t> </a:t>
            </a:r>
            <a:r>
              <a:rPr lang="en-US" sz="2800" dirty="0" err="1"/>
              <a:t>permite</a:t>
            </a:r>
            <a:r>
              <a:rPr lang="en-US" sz="2800" dirty="0"/>
              <a:t> al antivirus </a:t>
            </a:r>
            <a:r>
              <a:rPr lang="en-US" sz="2800" dirty="0" err="1"/>
              <a:t>detectar</a:t>
            </a:r>
            <a:r>
              <a:rPr lang="en-US" sz="2800" dirty="0"/>
              <a:t> y </a:t>
            </a:r>
            <a:r>
              <a:rPr lang="en-US" sz="2800" dirty="0" err="1"/>
              <a:t>bloquear</a:t>
            </a:r>
            <a:r>
              <a:rPr lang="en-US" sz="2800" dirty="0"/>
              <a:t> </a:t>
            </a:r>
            <a:r>
              <a:rPr lang="en-US" sz="2800" dirty="0" err="1"/>
              <a:t>cualquier</a:t>
            </a:r>
            <a:r>
              <a:rPr lang="en-US" sz="2800" dirty="0"/>
              <a:t> </a:t>
            </a:r>
            <a:r>
              <a:rPr lang="en-US" sz="2800" dirty="0" err="1"/>
              <a:t>amenaza</a:t>
            </a:r>
            <a:r>
              <a:rPr lang="en-US" sz="2800" dirty="0"/>
              <a:t> </a:t>
            </a:r>
            <a:r>
              <a:rPr lang="en-US" sz="2800" dirty="0" err="1"/>
              <a:t>en</a:t>
            </a:r>
            <a:r>
              <a:rPr lang="en-US" sz="2800" dirty="0"/>
              <a:t> </a:t>
            </a:r>
            <a:r>
              <a:rPr lang="en-US" sz="2800" dirty="0" err="1"/>
              <a:t>tiempo</a:t>
            </a:r>
            <a:r>
              <a:rPr lang="en-US" sz="2800" dirty="0"/>
              <a:t> real </a:t>
            </a:r>
            <a:r>
              <a:rPr lang="en-US" sz="2800" dirty="0" err="1"/>
              <a:t>mientras</a:t>
            </a:r>
            <a:r>
              <a:rPr lang="en-US" sz="2800" dirty="0"/>
              <a:t> se </a:t>
            </a:r>
            <a:r>
              <a:rPr lang="en-US" sz="2800" dirty="0" err="1"/>
              <a:t>navega</a:t>
            </a:r>
            <a:r>
              <a:rPr lang="en-US" sz="2800" dirty="0"/>
              <a:t> </a:t>
            </a:r>
            <a:r>
              <a:rPr lang="en-US" sz="2800" dirty="0" err="1"/>
              <a:t>por</a:t>
            </a:r>
            <a:r>
              <a:rPr lang="en-US" sz="2800" dirty="0"/>
              <a:t> Internet o se </a:t>
            </a:r>
            <a:r>
              <a:rPr lang="en-US" sz="2800" dirty="0" err="1"/>
              <a:t>usa</a:t>
            </a:r>
            <a:r>
              <a:rPr lang="en-US" sz="2800" dirty="0"/>
              <a:t> </a:t>
            </a:r>
            <a:r>
              <a:rPr lang="en-US" sz="2800" dirty="0" err="1"/>
              <a:t>el</a:t>
            </a:r>
            <a:r>
              <a:rPr lang="en-US" sz="2800" dirty="0"/>
              <a:t> </a:t>
            </a:r>
            <a:r>
              <a:rPr lang="en-US" sz="2800" dirty="0" err="1"/>
              <a:t>ordenador</a:t>
            </a:r>
            <a:r>
              <a:rPr lang="en-US" sz="2800" dirty="0"/>
              <a:t>.</a:t>
            </a:r>
          </a:p>
          <a:p>
            <a:pPr indent="-228600">
              <a:lnSpc>
                <a:spcPct val="90000"/>
              </a:lnSpc>
              <a:spcAft>
                <a:spcPts val="600"/>
              </a:spcAft>
              <a:buFont typeface="Arial" panose="020B0604020202020204" pitchFamily="34" charset="0"/>
              <a:buChar char="•"/>
            </a:pPr>
            <a:r>
              <a:rPr lang="en-US" sz="2800" b="1" dirty="0" err="1"/>
              <a:t>Escaneo</a:t>
            </a:r>
            <a:r>
              <a:rPr lang="en-US" sz="2800" b="1" dirty="0"/>
              <a:t> </a:t>
            </a:r>
            <a:r>
              <a:rPr lang="en-US" sz="2800" b="1" dirty="0" err="1"/>
              <a:t>programado</a:t>
            </a:r>
            <a:r>
              <a:rPr lang="en-US" sz="2800" b="1" dirty="0"/>
              <a:t>: </a:t>
            </a:r>
            <a:r>
              <a:rPr lang="en-US" sz="2800" dirty="0" err="1"/>
              <a:t>esta</a:t>
            </a:r>
            <a:r>
              <a:rPr lang="en-US" sz="2800" dirty="0"/>
              <a:t> </a:t>
            </a:r>
            <a:r>
              <a:rPr lang="en-US" sz="2800" dirty="0" err="1"/>
              <a:t>opción</a:t>
            </a:r>
            <a:r>
              <a:rPr lang="en-US" sz="2800" dirty="0"/>
              <a:t> </a:t>
            </a:r>
            <a:r>
              <a:rPr lang="en-US" sz="2800" dirty="0" err="1"/>
              <a:t>permite</a:t>
            </a:r>
            <a:r>
              <a:rPr lang="en-US" sz="2800" dirty="0"/>
              <a:t> al </a:t>
            </a:r>
            <a:r>
              <a:rPr lang="en-US" sz="2800" dirty="0" err="1"/>
              <a:t>usuario</a:t>
            </a:r>
            <a:r>
              <a:rPr lang="en-US" sz="2800" dirty="0"/>
              <a:t> </a:t>
            </a:r>
            <a:r>
              <a:rPr lang="en-US" sz="2800" dirty="0" err="1"/>
              <a:t>programar</a:t>
            </a:r>
            <a:r>
              <a:rPr lang="en-US" sz="2800" dirty="0"/>
              <a:t> </a:t>
            </a:r>
            <a:r>
              <a:rPr lang="en-US" sz="2800" dirty="0" err="1"/>
              <a:t>el</a:t>
            </a:r>
            <a:r>
              <a:rPr lang="en-US" sz="2800" dirty="0"/>
              <a:t> antivirus para que </a:t>
            </a:r>
            <a:r>
              <a:rPr lang="en-US" sz="2800" dirty="0" err="1"/>
              <a:t>realice</a:t>
            </a:r>
            <a:r>
              <a:rPr lang="en-US" sz="2800" dirty="0"/>
              <a:t> </a:t>
            </a:r>
            <a:r>
              <a:rPr lang="en-US" sz="2800" dirty="0" err="1"/>
              <a:t>escaneos</a:t>
            </a:r>
            <a:r>
              <a:rPr lang="en-US" sz="2800" dirty="0"/>
              <a:t> </a:t>
            </a:r>
            <a:r>
              <a:rPr lang="en-US" sz="2800" dirty="0" err="1"/>
              <a:t>automáticos</a:t>
            </a:r>
            <a:r>
              <a:rPr lang="en-US" sz="2800" dirty="0"/>
              <a:t> </a:t>
            </a:r>
            <a:r>
              <a:rPr lang="en-US" sz="2800" dirty="0" err="1"/>
              <a:t>en</a:t>
            </a:r>
            <a:r>
              <a:rPr lang="en-US" sz="2800" dirty="0"/>
              <a:t> un </a:t>
            </a:r>
            <a:r>
              <a:rPr lang="en-US" sz="2800" dirty="0" err="1"/>
              <a:t>horario</a:t>
            </a:r>
            <a:r>
              <a:rPr lang="en-US" sz="2800" dirty="0"/>
              <a:t> </a:t>
            </a:r>
            <a:r>
              <a:rPr lang="en-US" sz="2800" dirty="0" err="1"/>
              <a:t>predefinido</a:t>
            </a:r>
            <a:r>
              <a:rPr lang="en-US" sz="2800" dirty="0"/>
              <a:t>, lo que </a:t>
            </a:r>
            <a:r>
              <a:rPr lang="en-US" sz="2800" dirty="0" err="1"/>
              <a:t>ayuda</a:t>
            </a:r>
            <a:r>
              <a:rPr lang="en-US" sz="2800" dirty="0"/>
              <a:t> a </a:t>
            </a:r>
            <a:r>
              <a:rPr lang="en-US" sz="2800" dirty="0" err="1"/>
              <a:t>mantener</a:t>
            </a:r>
            <a:r>
              <a:rPr lang="en-US" sz="2800" dirty="0"/>
              <a:t> </a:t>
            </a:r>
            <a:r>
              <a:rPr lang="en-US" sz="2800" dirty="0" err="1"/>
              <a:t>el</a:t>
            </a:r>
            <a:r>
              <a:rPr lang="en-US" sz="2800" dirty="0"/>
              <a:t> </a:t>
            </a:r>
            <a:r>
              <a:rPr lang="en-US" sz="2800" dirty="0" err="1"/>
              <a:t>sistema</a:t>
            </a:r>
            <a:r>
              <a:rPr lang="en-US" sz="2800" dirty="0"/>
              <a:t> </a:t>
            </a:r>
            <a:r>
              <a:rPr lang="en-US" sz="2800" dirty="0" err="1"/>
              <a:t>protegido</a:t>
            </a:r>
            <a:r>
              <a:rPr lang="en-US" sz="2800" dirty="0"/>
              <a:t> sin </a:t>
            </a:r>
            <a:r>
              <a:rPr lang="en-US" sz="2800" dirty="0" err="1"/>
              <a:t>necesidad</a:t>
            </a:r>
            <a:r>
              <a:rPr lang="en-US" sz="2800" dirty="0"/>
              <a:t> de </a:t>
            </a:r>
            <a:r>
              <a:rPr lang="en-US" sz="2800" dirty="0" err="1"/>
              <a:t>realizar</a:t>
            </a:r>
            <a:r>
              <a:rPr lang="en-US" sz="2800" dirty="0"/>
              <a:t> un </a:t>
            </a:r>
            <a:r>
              <a:rPr lang="en-US" sz="2800" dirty="0" err="1"/>
              <a:t>análisis</a:t>
            </a:r>
            <a:r>
              <a:rPr lang="en-US" sz="2800" dirty="0"/>
              <a:t> manual.</a:t>
            </a:r>
          </a:p>
          <a:p>
            <a:pPr indent="-228600">
              <a:lnSpc>
                <a:spcPct val="90000"/>
              </a:lnSpc>
              <a:spcAft>
                <a:spcPts val="600"/>
              </a:spcAft>
              <a:buFont typeface="Arial" panose="020B0604020202020204" pitchFamily="34" charset="0"/>
              <a:buChar char="•"/>
            </a:pPr>
            <a:r>
              <a:rPr lang="en-US" sz="2800" b="1" dirty="0" err="1"/>
              <a:t>Análisis</a:t>
            </a:r>
            <a:r>
              <a:rPr lang="en-US" sz="2800" b="1" dirty="0"/>
              <a:t> </a:t>
            </a:r>
            <a:r>
              <a:rPr lang="en-US" sz="2800" b="1" dirty="0" err="1"/>
              <a:t>completo</a:t>
            </a:r>
            <a:r>
              <a:rPr lang="en-US" sz="2800" b="1" dirty="0"/>
              <a:t> del </a:t>
            </a:r>
            <a:r>
              <a:rPr lang="en-US" sz="2800" b="1" dirty="0" err="1"/>
              <a:t>sistema</a:t>
            </a:r>
            <a:r>
              <a:rPr lang="en-US" sz="2800" b="1" dirty="0"/>
              <a:t>: </a:t>
            </a:r>
            <a:r>
              <a:rPr lang="en-US" sz="2800" dirty="0" err="1"/>
              <a:t>esta</a:t>
            </a:r>
            <a:r>
              <a:rPr lang="en-US" sz="2800" dirty="0"/>
              <a:t> </a:t>
            </a:r>
            <a:r>
              <a:rPr lang="en-US" sz="2800" dirty="0" err="1"/>
              <a:t>opción</a:t>
            </a:r>
            <a:r>
              <a:rPr lang="en-US" sz="2800" dirty="0"/>
              <a:t> </a:t>
            </a:r>
            <a:r>
              <a:rPr lang="en-US" sz="2800" dirty="0" err="1"/>
              <a:t>permite</a:t>
            </a:r>
            <a:r>
              <a:rPr lang="en-US" sz="2800" dirty="0"/>
              <a:t> al </a:t>
            </a:r>
            <a:r>
              <a:rPr lang="en-US" sz="2800" dirty="0" err="1"/>
              <a:t>usuario</a:t>
            </a:r>
            <a:r>
              <a:rPr lang="en-US" sz="2800" dirty="0"/>
              <a:t> </a:t>
            </a:r>
            <a:r>
              <a:rPr lang="en-US" sz="2800" dirty="0" err="1"/>
              <a:t>realizar</a:t>
            </a:r>
            <a:r>
              <a:rPr lang="en-US" sz="2800" dirty="0"/>
              <a:t> un </a:t>
            </a:r>
            <a:r>
              <a:rPr lang="en-US" sz="2800" dirty="0" err="1"/>
              <a:t>análisis</a:t>
            </a:r>
            <a:r>
              <a:rPr lang="en-US" sz="2800" dirty="0"/>
              <a:t> </a:t>
            </a:r>
            <a:r>
              <a:rPr lang="en-US" sz="2800" dirty="0" err="1"/>
              <a:t>completo</a:t>
            </a:r>
            <a:r>
              <a:rPr lang="en-US" sz="2800" dirty="0"/>
              <a:t> del </a:t>
            </a:r>
            <a:r>
              <a:rPr lang="en-US" sz="2800" dirty="0" err="1"/>
              <a:t>sistema</a:t>
            </a:r>
            <a:r>
              <a:rPr lang="en-US" sz="2800" dirty="0"/>
              <a:t> para </a:t>
            </a:r>
            <a:r>
              <a:rPr lang="en-US" sz="2800" dirty="0" err="1"/>
              <a:t>detectar</a:t>
            </a:r>
            <a:r>
              <a:rPr lang="en-US" sz="2800" dirty="0"/>
              <a:t> </a:t>
            </a:r>
            <a:r>
              <a:rPr lang="en-US" sz="2800" dirty="0" err="1"/>
              <a:t>cualquier</a:t>
            </a:r>
            <a:r>
              <a:rPr lang="en-US" sz="2800" dirty="0"/>
              <a:t> </a:t>
            </a:r>
            <a:r>
              <a:rPr lang="en-US" sz="2800" dirty="0" err="1"/>
              <a:t>amenaza</a:t>
            </a:r>
            <a:r>
              <a:rPr lang="en-US" sz="2800" dirty="0"/>
              <a:t> </a:t>
            </a:r>
            <a:r>
              <a:rPr lang="en-US" sz="2800" dirty="0" err="1"/>
              <a:t>existente</a:t>
            </a:r>
            <a:r>
              <a:rPr lang="en-US" sz="2800" dirty="0"/>
              <a:t> </a:t>
            </a:r>
            <a:r>
              <a:rPr lang="en-US" sz="2800" dirty="0" err="1"/>
              <a:t>en</a:t>
            </a:r>
            <a:r>
              <a:rPr lang="en-US" sz="2800" dirty="0"/>
              <a:t> </a:t>
            </a:r>
            <a:r>
              <a:rPr lang="en-US" sz="2800" dirty="0" err="1"/>
              <a:t>el</a:t>
            </a:r>
            <a:r>
              <a:rPr lang="en-US" sz="2800" dirty="0"/>
              <a:t> </a:t>
            </a:r>
            <a:r>
              <a:rPr lang="en-US" sz="2800" dirty="0" err="1"/>
              <a:t>ordenador</a:t>
            </a:r>
            <a:r>
              <a:rPr lang="en-US" sz="2800" dirty="0"/>
              <a:t>.</a:t>
            </a:r>
          </a:p>
          <a:p>
            <a:pPr indent="-228600">
              <a:lnSpc>
                <a:spcPct val="90000"/>
              </a:lnSpc>
              <a:spcAft>
                <a:spcPts val="600"/>
              </a:spcAft>
              <a:buFont typeface="Arial" panose="020B0604020202020204" pitchFamily="34" charset="0"/>
              <a:buChar char="•"/>
            </a:pPr>
            <a:r>
              <a:rPr lang="en-US" sz="2800" b="1" dirty="0" err="1"/>
              <a:t>Protección</a:t>
            </a:r>
            <a:r>
              <a:rPr lang="en-US" sz="2800" b="1" dirty="0"/>
              <a:t> de </a:t>
            </a:r>
            <a:r>
              <a:rPr lang="en-US" sz="2800" b="1" dirty="0" err="1"/>
              <a:t>correo</a:t>
            </a:r>
            <a:r>
              <a:rPr lang="en-US" sz="2800" b="1" dirty="0"/>
              <a:t> </a:t>
            </a:r>
            <a:r>
              <a:rPr lang="en-US" sz="2800" b="1" dirty="0" err="1"/>
              <a:t>electrónico</a:t>
            </a:r>
            <a:r>
              <a:rPr lang="en-US" sz="2800" b="1" dirty="0"/>
              <a:t>: </a:t>
            </a:r>
            <a:r>
              <a:rPr lang="en-US" sz="2800" dirty="0" err="1"/>
              <a:t>esta</a:t>
            </a:r>
            <a:r>
              <a:rPr lang="en-US" sz="2800" dirty="0"/>
              <a:t> </a:t>
            </a:r>
            <a:r>
              <a:rPr lang="en-US" sz="2800" dirty="0" err="1"/>
              <a:t>opción</a:t>
            </a:r>
            <a:r>
              <a:rPr lang="en-US" sz="2800" dirty="0"/>
              <a:t> </a:t>
            </a:r>
            <a:r>
              <a:rPr lang="en-US" sz="2800" dirty="0" err="1"/>
              <a:t>permite</a:t>
            </a:r>
            <a:r>
              <a:rPr lang="en-US" sz="2800" dirty="0"/>
              <a:t> al antivirus </a:t>
            </a:r>
            <a:r>
              <a:rPr lang="en-US" sz="2800" dirty="0" err="1"/>
              <a:t>proteger</a:t>
            </a:r>
            <a:r>
              <a:rPr lang="en-US" sz="2800" dirty="0"/>
              <a:t> la </a:t>
            </a:r>
            <a:r>
              <a:rPr lang="en-US" sz="2800" dirty="0" err="1"/>
              <a:t>bandeja</a:t>
            </a:r>
            <a:r>
              <a:rPr lang="en-US" sz="2800" dirty="0"/>
              <a:t> de entrada de </a:t>
            </a:r>
            <a:r>
              <a:rPr lang="en-US" sz="2800" dirty="0" err="1"/>
              <a:t>correo</a:t>
            </a:r>
            <a:r>
              <a:rPr lang="en-US" sz="2800" dirty="0"/>
              <a:t> </a:t>
            </a:r>
            <a:r>
              <a:rPr lang="en-US" sz="2800" dirty="0" err="1"/>
              <a:t>electrónico</a:t>
            </a:r>
            <a:r>
              <a:rPr lang="en-US" sz="2800" dirty="0"/>
              <a:t> del </a:t>
            </a:r>
            <a:r>
              <a:rPr lang="en-US" sz="2800" dirty="0" err="1"/>
              <a:t>usuario</a:t>
            </a:r>
            <a:r>
              <a:rPr lang="en-US" sz="2800" dirty="0"/>
              <a:t>, </a:t>
            </a:r>
            <a:r>
              <a:rPr lang="en-US" sz="2800" dirty="0" err="1"/>
              <a:t>detectando</a:t>
            </a:r>
            <a:r>
              <a:rPr lang="en-US" sz="2800" dirty="0"/>
              <a:t> y </a:t>
            </a:r>
            <a:r>
              <a:rPr lang="en-US" sz="2800" dirty="0" err="1"/>
              <a:t>bloqueando</a:t>
            </a:r>
            <a:r>
              <a:rPr lang="en-US" sz="2800" dirty="0"/>
              <a:t> </a:t>
            </a:r>
            <a:r>
              <a:rPr lang="en-US" sz="2800" dirty="0" err="1"/>
              <a:t>mensajes</a:t>
            </a:r>
            <a:r>
              <a:rPr lang="en-US" sz="2800" dirty="0"/>
              <a:t> de </a:t>
            </a:r>
            <a:r>
              <a:rPr lang="en-US" sz="2800" dirty="0" err="1"/>
              <a:t>correo</a:t>
            </a:r>
            <a:r>
              <a:rPr lang="en-US" sz="2800" dirty="0"/>
              <a:t> </a:t>
            </a:r>
            <a:r>
              <a:rPr lang="en-US" sz="2800" dirty="0" err="1"/>
              <a:t>electrónico</a:t>
            </a:r>
            <a:r>
              <a:rPr lang="en-US" sz="2800" dirty="0"/>
              <a:t> </a:t>
            </a:r>
            <a:r>
              <a:rPr lang="en-US" sz="2800" dirty="0" err="1"/>
              <a:t>maliciosos</a:t>
            </a:r>
            <a:r>
              <a:rPr lang="en-US" sz="2800" dirty="0"/>
              <a:t>.</a:t>
            </a:r>
          </a:p>
          <a:p>
            <a:pPr indent="-228600">
              <a:lnSpc>
                <a:spcPct val="90000"/>
              </a:lnSpc>
              <a:spcAft>
                <a:spcPts val="600"/>
              </a:spcAft>
              <a:buFont typeface="Arial" panose="020B0604020202020204" pitchFamily="34" charset="0"/>
              <a:buChar char="•"/>
            </a:pPr>
            <a:r>
              <a:rPr lang="en-US" sz="2800" b="1" dirty="0" err="1"/>
              <a:t>Protección</a:t>
            </a:r>
            <a:r>
              <a:rPr lang="en-US" sz="2800" b="1" dirty="0"/>
              <a:t> de la </a:t>
            </a:r>
            <a:r>
              <a:rPr lang="en-US" sz="2800" b="1" dirty="0" err="1"/>
              <a:t>navegación</a:t>
            </a:r>
            <a:r>
              <a:rPr lang="en-US" sz="2800" dirty="0"/>
              <a:t>: </a:t>
            </a:r>
            <a:r>
              <a:rPr lang="en-US" sz="2800" dirty="0" err="1"/>
              <a:t>esta</a:t>
            </a:r>
            <a:r>
              <a:rPr lang="en-US" sz="2800" dirty="0"/>
              <a:t> </a:t>
            </a:r>
            <a:r>
              <a:rPr lang="en-US" sz="2800" dirty="0" err="1"/>
              <a:t>opción</a:t>
            </a:r>
            <a:r>
              <a:rPr lang="en-US" sz="2800" dirty="0"/>
              <a:t> </a:t>
            </a:r>
            <a:r>
              <a:rPr lang="en-US" sz="2800" dirty="0" err="1"/>
              <a:t>permite</a:t>
            </a:r>
            <a:r>
              <a:rPr lang="en-US" sz="2800" dirty="0"/>
              <a:t> al antivirus </a:t>
            </a:r>
            <a:r>
              <a:rPr lang="en-US" sz="2800" dirty="0" err="1"/>
              <a:t>bloquear</a:t>
            </a:r>
            <a:r>
              <a:rPr lang="en-US" sz="2800" dirty="0"/>
              <a:t> sitios web </a:t>
            </a:r>
            <a:r>
              <a:rPr lang="en-US" sz="2800" dirty="0" err="1"/>
              <a:t>maliciosos</a:t>
            </a:r>
            <a:r>
              <a:rPr lang="en-US" sz="2800" dirty="0"/>
              <a:t> y </a:t>
            </a:r>
            <a:r>
              <a:rPr lang="en-US" sz="2800" dirty="0" err="1"/>
              <a:t>proteger</a:t>
            </a:r>
            <a:r>
              <a:rPr lang="en-US" sz="2800" dirty="0"/>
              <a:t> contra phishing y </a:t>
            </a:r>
            <a:r>
              <a:rPr lang="en-US" sz="2800" dirty="0" err="1"/>
              <a:t>otros</a:t>
            </a:r>
            <a:r>
              <a:rPr lang="en-US" sz="2800" dirty="0"/>
              <a:t> </a:t>
            </a:r>
            <a:r>
              <a:rPr lang="en-US" sz="2800" dirty="0" err="1"/>
              <a:t>tipos</a:t>
            </a:r>
            <a:r>
              <a:rPr lang="en-US" sz="2800" dirty="0"/>
              <a:t> de </a:t>
            </a:r>
            <a:r>
              <a:rPr lang="en-US" sz="2800" dirty="0" err="1"/>
              <a:t>ataques</a:t>
            </a:r>
            <a:r>
              <a:rPr lang="en-US" sz="2800" dirty="0"/>
              <a:t> </a:t>
            </a:r>
            <a:r>
              <a:rPr lang="en-US" sz="2800" dirty="0" err="1"/>
              <a:t>en</a:t>
            </a:r>
            <a:r>
              <a:rPr lang="en-US" sz="2800" dirty="0"/>
              <a:t> </a:t>
            </a:r>
            <a:r>
              <a:rPr lang="en-US" sz="2800" dirty="0" err="1"/>
              <a:t>línea</a:t>
            </a:r>
            <a:r>
              <a:rPr lang="en-US" sz="2800" dirty="0"/>
              <a:t>.</a:t>
            </a:r>
          </a:p>
          <a:p>
            <a:pPr indent="-228600">
              <a:lnSpc>
                <a:spcPct val="90000"/>
              </a:lnSpc>
              <a:spcAft>
                <a:spcPts val="600"/>
              </a:spcAft>
              <a:buFont typeface="Arial" panose="020B0604020202020204" pitchFamily="34" charset="0"/>
              <a:buChar char="•"/>
            </a:pPr>
            <a:r>
              <a:rPr lang="en-US" sz="2800" b="1" dirty="0" err="1"/>
              <a:t>Protección</a:t>
            </a:r>
            <a:r>
              <a:rPr lang="en-US" sz="2800" b="1" dirty="0"/>
              <a:t> de </a:t>
            </a:r>
            <a:r>
              <a:rPr lang="en-US" sz="2800" b="1" dirty="0" err="1"/>
              <a:t>dispositivos</a:t>
            </a:r>
            <a:r>
              <a:rPr lang="en-US" sz="2800" b="1" dirty="0"/>
              <a:t> </a:t>
            </a:r>
            <a:r>
              <a:rPr lang="en-US" sz="2800" b="1" dirty="0" err="1"/>
              <a:t>móviles</a:t>
            </a:r>
            <a:r>
              <a:rPr lang="en-US" sz="2800" b="1" dirty="0"/>
              <a:t>: </a:t>
            </a:r>
            <a:r>
              <a:rPr lang="en-US" sz="2800" dirty="0" err="1"/>
              <a:t>algunos</a:t>
            </a:r>
            <a:r>
              <a:rPr lang="en-US" sz="2800" dirty="0"/>
              <a:t> antivirus también </a:t>
            </a:r>
            <a:r>
              <a:rPr lang="en-US" sz="2800" dirty="0" err="1"/>
              <a:t>ofrecen</a:t>
            </a:r>
            <a:r>
              <a:rPr lang="en-US" sz="2800" dirty="0"/>
              <a:t> </a:t>
            </a:r>
            <a:r>
              <a:rPr lang="en-US" sz="2800" dirty="0" err="1"/>
              <a:t>protección</a:t>
            </a:r>
            <a:r>
              <a:rPr lang="en-US" sz="2800" dirty="0"/>
              <a:t> para </a:t>
            </a:r>
            <a:r>
              <a:rPr lang="en-US" sz="2800" dirty="0" err="1"/>
              <a:t>dispositivos</a:t>
            </a:r>
            <a:r>
              <a:rPr lang="en-US" sz="2800" dirty="0"/>
              <a:t> </a:t>
            </a:r>
            <a:r>
              <a:rPr lang="en-US" sz="2800" dirty="0" err="1"/>
              <a:t>móviles</a:t>
            </a:r>
            <a:r>
              <a:rPr lang="en-US" sz="2800" dirty="0"/>
              <a:t>, </a:t>
            </a:r>
            <a:r>
              <a:rPr lang="en-US" sz="2800" dirty="0" err="1"/>
              <a:t>como</a:t>
            </a:r>
            <a:r>
              <a:rPr lang="en-US" sz="2800" dirty="0"/>
              <a:t> smartphones y tablets, </a:t>
            </a:r>
            <a:r>
              <a:rPr lang="en-US" sz="2800" dirty="0" err="1"/>
              <a:t>protegiendo</a:t>
            </a:r>
            <a:r>
              <a:rPr lang="en-US" sz="2800" dirty="0"/>
              <a:t> contra </a:t>
            </a:r>
            <a:r>
              <a:rPr lang="en-US" sz="2800" dirty="0" err="1"/>
              <a:t>aplicaciones</a:t>
            </a:r>
            <a:r>
              <a:rPr lang="en-US" sz="2800" dirty="0"/>
              <a:t> </a:t>
            </a:r>
            <a:r>
              <a:rPr lang="en-US" sz="2800" dirty="0" err="1"/>
              <a:t>maliciosas</a:t>
            </a:r>
            <a:r>
              <a:rPr lang="en-US" sz="2800" dirty="0"/>
              <a:t> y </a:t>
            </a:r>
            <a:r>
              <a:rPr lang="en-US" sz="2800" dirty="0" err="1"/>
              <a:t>otras</a:t>
            </a:r>
            <a:r>
              <a:rPr lang="en-US" sz="2800" dirty="0"/>
              <a:t> </a:t>
            </a:r>
            <a:r>
              <a:rPr lang="en-US" sz="2800" dirty="0" err="1"/>
              <a:t>amenazas</a:t>
            </a:r>
            <a:r>
              <a:rPr lang="en-US" sz="2800" dirty="0"/>
              <a:t>.</a:t>
            </a:r>
          </a:p>
          <a:p>
            <a:pPr indent="-228600">
              <a:lnSpc>
                <a:spcPct val="90000"/>
              </a:lnSpc>
              <a:spcAft>
                <a:spcPts val="600"/>
              </a:spcAft>
              <a:buFont typeface="Arial" panose="020B0604020202020204" pitchFamily="34" charset="0"/>
              <a:buChar char="•"/>
            </a:pPr>
            <a:r>
              <a:rPr lang="en-US" sz="2800" b="1" dirty="0"/>
              <a:t>Firewall: </a:t>
            </a:r>
            <a:r>
              <a:rPr lang="en-US" sz="2800" dirty="0" err="1"/>
              <a:t>algunos</a:t>
            </a:r>
            <a:r>
              <a:rPr lang="en-US" sz="2800" dirty="0"/>
              <a:t> antivirus </a:t>
            </a:r>
            <a:r>
              <a:rPr lang="en-US" sz="2800" dirty="0" err="1"/>
              <a:t>incluyen</a:t>
            </a:r>
            <a:r>
              <a:rPr lang="en-US" sz="2800" dirty="0"/>
              <a:t> un firewall </a:t>
            </a:r>
            <a:r>
              <a:rPr lang="en-US" sz="2800" dirty="0" err="1"/>
              <a:t>integrado</a:t>
            </a:r>
            <a:r>
              <a:rPr lang="en-US" sz="2800" dirty="0"/>
              <a:t> para </a:t>
            </a:r>
            <a:r>
              <a:rPr lang="en-US" sz="2800" dirty="0" err="1"/>
              <a:t>proteger</a:t>
            </a:r>
            <a:r>
              <a:rPr lang="en-US" sz="2800" dirty="0"/>
              <a:t> contra </a:t>
            </a:r>
            <a:r>
              <a:rPr lang="en-US" sz="2800" dirty="0" err="1"/>
              <a:t>ataques</a:t>
            </a:r>
            <a:r>
              <a:rPr lang="en-US" sz="2800" dirty="0"/>
              <a:t> de red y </a:t>
            </a:r>
            <a:r>
              <a:rPr lang="en-US" sz="2800" dirty="0" err="1"/>
              <a:t>otras</a:t>
            </a:r>
            <a:r>
              <a:rPr lang="en-US" sz="2800" dirty="0"/>
              <a:t> </a:t>
            </a:r>
            <a:r>
              <a:rPr lang="en-US" sz="2800" dirty="0" err="1"/>
              <a:t>amenazas</a:t>
            </a:r>
            <a:r>
              <a:rPr lang="en-US" sz="2800" dirty="0"/>
              <a:t>.</a:t>
            </a:r>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51A9DC2C-B54A-C16B-8C80-6ABA59C08237}"/>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10452557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F916743A-E985-4A11-AB96-F1BEBB9669EC}"/>
              </a:ext>
            </a:extLst>
          </p:cNvPr>
          <p:cNvSpPr txBox="1"/>
          <p:nvPr/>
        </p:nvSpPr>
        <p:spPr>
          <a:xfrm>
            <a:off x="1144986" y="477078"/>
            <a:ext cx="22037040" cy="286883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lIns="91440" tIns="45720" rIns="91440" bIns="45720" numCol="1" spcCol="38100" rtlCol="0" anchor="b">
            <a:normAutofit/>
          </a:bodyPr>
          <a:lstStyle/>
          <a:p>
            <a:pPr marL="0" marR="0" indent="0" fontAlgn="auto">
              <a:lnSpc>
                <a:spcPct val="90000"/>
              </a:lnSpc>
              <a:spcBef>
                <a:spcPct val="0"/>
              </a:spcBef>
              <a:spcAft>
                <a:spcPts val="600"/>
              </a:spcAft>
              <a:buClrTx/>
              <a:buSzTx/>
              <a:tabLst/>
            </a:pPr>
            <a:r>
              <a:rPr kumimoji="0" lang="en-US" sz="10800" b="1" i="0" u="none" strike="noStrike" cap="none" spc="0" normalizeH="0" baseline="0" dirty="0">
                <a:ln>
                  <a:noFill/>
                </a:ln>
                <a:effectLst/>
                <a:uFillTx/>
                <a:latin typeface="+mj-lt"/>
                <a:ea typeface="+mj-ea"/>
                <a:cs typeface="+mj-cs"/>
                <a:sym typeface="Lato Regular"/>
              </a:rPr>
              <a:t>Que es un FIREWALL</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ABDDB0A0-1F63-88A8-6CF5-736B1EDD8161}"/>
              </a:ext>
            </a:extLst>
          </p:cNvPr>
          <p:cNvSpPr txBox="1"/>
          <p:nvPr/>
        </p:nvSpPr>
        <p:spPr>
          <a:xfrm>
            <a:off x="1144986" y="4142632"/>
            <a:ext cx="13427104" cy="8238344"/>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4400" dirty="0"/>
              <a:t>Un firewall (o </a:t>
            </a:r>
            <a:r>
              <a:rPr lang="en-US" sz="4400" dirty="0" err="1"/>
              <a:t>cortafuegos</a:t>
            </a:r>
            <a:r>
              <a:rPr lang="en-US" sz="4400" dirty="0"/>
              <a:t>) es un </a:t>
            </a:r>
            <a:r>
              <a:rPr lang="en-US" sz="4400" dirty="0" err="1"/>
              <a:t>componente</a:t>
            </a:r>
            <a:r>
              <a:rPr lang="en-US" sz="4400" dirty="0"/>
              <a:t> de </a:t>
            </a:r>
            <a:r>
              <a:rPr lang="en-US" sz="4400" dirty="0" err="1"/>
              <a:t>seguridad</a:t>
            </a:r>
            <a:r>
              <a:rPr lang="en-US" sz="4400" dirty="0"/>
              <a:t> de red que se </a:t>
            </a:r>
            <a:r>
              <a:rPr lang="en-US" sz="4400" dirty="0" err="1"/>
              <a:t>utiliza</a:t>
            </a:r>
            <a:r>
              <a:rPr lang="en-US" sz="4400" dirty="0"/>
              <a:t> para </a:t>
            </a:r>
            <a:r>
              <a:rPr lang="en-US" sz="4400" dirty="0" err="1"/>
              <a:t>controlar</a:t>
            </a:r>
            <a:r>
              <a:rPr lang="en-US" sz="4400" dirty="0"/>
              <a:t> y </a:t>
            </a:r>
            <a:r>
              <a:rPr lang="en-US" sz="4400" dirty="0" err="1"/>
              <a:t>filtrar</a:t>
            </a:r>
            <a:r>
              <a:rPr lang="en-US" sz="4400" dirty="0"/>
              <a:t> </a:t>
            </a:r>
            <a:r>
              <a:rPr lang="en-US" sz="4400" dirty="0" err="1"/>
              <a:t>el</a:t>
            </a:r>
            <a:r>
              <a:rPr lang="en-US" sz="4400" dirty="0"/>
              <a:t> </a:t>
            </a:r>
            <a:r>
              <a:rPr lang="en-US" sz="4400" dirty="0" err="1"/>
              <a:t>tráfico</a:t>
            </a:r>
            <a:r>
              <a:rPr lang="en-US" sz="4400" dirty="0"/>
              <a:t> de red que </a:t>
            </a:r>
            <a:r>
              <a:rPr lang="en-US" sz="4400" dirty="0" err="1"/>
              <a:t>entra</a:t>
            </a:r>
            <a:r>
              <a:rPr lang="en-US" sz="4400" dirty="0"/>
              <a:t> y sale de </a:t>
            </a:r>
            <a:r>
              <a:rPr lang="en-US" sz="4400" dirty="0" err="1"/>
              <a:t>una</a:t>
            </a:r>
            <a:r>
              <a:rPr lang="en-US" sz="4400" dirty="0"/>
              <a:t> red </a:t>
            </a:r>
            <a:r>
              <a:rPr lang="en-US" sz="4400" dirty="0" err="1"/>
              <a:t>informática</a:t>
            </a:r>
            <a:r>
              <a:rPr lang="en-US" sz="4400" dirty="0"/>
              <a:t>. El firewall </a:t>
            </a:r>
            <a:r>
              <a:rPr lang="en-US" sz="4400" dirty="0" err="1"/>
              <a:t>actúa</a:t>
            </a:r>
            <a:r>
              <a:rPr lang="en-US" sz="4400" dirty="0"/>
              <a:t> </a:t>
            </a:r>
            <a:r>
              <a:rPr lang="en-US" sz="4400" dirty="0" err="1"/>
              <a:t>como</a:t>
            </a:r>
            <a:r>
              <a:rPr lang="en-US" sz="4400" dirty="0"/>
              <a:t> </a:t>
            </a:r>
            <a:r>
              <a:rPr lang="en-US" sz="4400" dirty="0" err="1"/>
              <a:t>una</a:t>
            </a:r>
            <a:r>
              <a:rPr lang="en-US" sz="4400" dirty="0"/>
              <a:t> barrera entre la red interna y externa, </a:t>
            </a:r>
            <a:r>
              <a:rPr lang="en-US" sz="4400" dirty="0" err="1"/>
              <a:t>permitiendo</a:t>
            </a:r>
            <a:r>
              <a:rPr lang="en-US" sz="4400" dirty="0"/>
              <a:t> </a:t>
            </a:r>
            <a:r>
              <a:rPr lang="en-US" sz="4400" dirty="0" err="1"/>
              <a:t>únicamente</a:t>
            </a:r>
            <a:r>
              <a:rPr lang="en-US" sz="4400" dirty="0"/>
              <a:t> </a:t>
            </a:r>
            <a:r>
              <a:rPr lang="en-US" sz="4400" dirty="0" err="1"/>
              <a:t>el</a:t>
            </a:r>
            <a:r>
              <a:rPr lang="en-US" sz="4400" dirty="0"/>
              <a:t> </a:t>
            </a:r>
            <a:r>
              <a:rPr lang="en-US" sz="4400" dirty="0" err="1"/>
              <a:t>tráfico</a:t>
            </a:r>
            <a:r>
              <a:rPr lang="en-US" sz="4400" dirty="0"/>
              <a:t> </a:t>
            </a:r>
            <a:r>
              <a:rPr lang="en-US" sz="4400" dirty="0" err="1"/>
              <a:t>autorizado</a:t>
            </a:r>
            <a:r>
              <a:rPr lang="en-US" sz="4400" dirty="0"/>
              <a:t> y </a:t>
            </a:r>
            <a:r>
              <a:rPr lang="en-US" sz="4400" dirty="0" err="1"/>
              <a:t>bloqueando</a:t>
            </a:r>
            <a:r>
              <a:rPr lang="en-US" sz="4400" dirty="0"/>
              <a:t> </a:t>
            </a:r>
            <a:r>
              <a:rPr lang="en-US" sz="4400" dirty="0" err="1"/>
              <a:t>cualquier</a:t>
            </a:r>
            <a:r>
              <a:rPr lang="en-US" sz="4400" dirty="0"/>
              <a:t> </a:t>
            </a:r>
            <a:r>
              <a:rPr lang="en-US" sz="4400" dirty="0" err="1"/>
              <a:t>tráfico</a:t>
            </a:r>
            <a:r>
              <a:rPr lang="en-US" sz="4400" dirty="0"/>
              <a:t> no </a:t>
            </a:r>
            <a:r>
              <a:rPr lang="en-US" sz="4400" dirty="0" err="1"/>
              <a:t>autorizado</a:t>
            </a:r>
            <a:r>
              <a:rPr lang="en-US" sz="4400" dirty="0"/>
              <a:t>.</a:t>
            </a:r>
          </a:p>
          <a:p>
            <a:pPr indent="-228600">
              <a:lnSpc>
                <a:spcPct val="90000"/>
              </a:lnSpc>
              <a:spcAft>
                <a:spcPts val="600"/>
              </a:spcAft>
              <a:buFont typeface="Arial" panose="020B0604020202020204" pitchFamily="34" charset="0"/>
              <a:buChar char="•"/>
            </a:pPr>
            <a:r>
              <a:rPr lang="en-US" sz="4400" dirty="0"/>
              <a:t>El firewall </a:t>
            </a:r>
            <a:r>
              <a:rPr lang="en-US" sz="4400" dirty="0" err="1"/>
              <a:t>puede</a:t>
            </a:r>
            <a:r>
              <a:rPr lang="en-US" sz="4400" dirty="0"/>
              <a:t> </a:t>
            </a:r>
            <a:r>
              <a:rPr lang="en-US" sz="4400" dirty="0" err="1"/>
              <a:t>estar</a:t>
            </a:r>
            <a:r>
              <a:rPr lang="en-US" sz="4400" dirty="0"/>
              <a:t> </a:t>
            </a:r>
            <a:r>
              <a:rPr lang="en-US" sz="4400" dirty="0" err="1"/>
              <a:t>integrado</a:t>
            </a:r>
            <a:r>
              <a:rPr lang="en-US" sz="4400" dirty="0"/>
              <a:t> </a:t>
            </a:r>
            <a:r>
              <a:rPr lang="en-US" sz="4400" dirty="0" err="1"/>
              <a:t>en</a:t>
            </a:r>
            <a:r>
              <a:rPr lang="en-US" sz="4400" dirty="0"/>
              <a:t> un </a:t>
            </a:r>
            <a:r>
              <a:rPr lang="en-US" sz="4400" dirty="0" err="1"/>
              <a:t>dispositivo</a:t>
            </a:r>
            <a:r>
              <a:rPr lang="en-US" sz="4400" dirty="0"/>
              <a:t> de red, </a:t>
            </a:r>
            <a:r>
              <a:rPr lang="en-US" sz="4400" dirty="0" err="1"/>
              <a:t>como</a:t>
            </a:r>
            <a:r>
              <a:rPr lang="en-US" sz="4400" dirty="0"/>
              <a:t> un router, o </a:t>
            </a:r>
            <a:r>
              <a:rPr lang="en-US" sz="4400" dirty="0" err="1"/>
              <a:t>puede</a:t>
            </a:r>
            <a:r>
              <a:rPr lang="en-US" sz="4400" dirty="0"/>
              <a:t> ser un software que se </a:t>
            </a:r>
            <a:r>
              <a:rPr lang="en-US" sz="4400" dirty="0" err="1"/>
              <a:t>ejecuta</a:t>
            </a:r>
            <a:r>
              <a:rPr lang="en-US" sz="4400" dirty="0"/>
              <a:t> </a:t>
            </a:r>
            <a:r>
              <a:rPr lang="en-US" sz="4400" dirty="0" err="1"/>
              <a:t>en</a:t>
            </a:r>
            <a:r>
              <a:rPr lang="en-US" sz="4400" dirty="0"/>
              <a:t> un </a:t>
            </a:r>
            <a:r>
              <a:rPr lang="en-US" sz="4400" dirty="0" err="1"/>
              <a:t>servidor</a:t>
            </a:r>
            <a:r>
              <a:rPr lang="en-US" sz="4400" dirty="0"/>
              <a:t> o </a:t>
            </a:r>
            <a:r>
              <a:rPr lang="en-US" sz="4400" dirty="0" err="1"/>
              <a:t>en</a:t>
            </a:r>
            <a:r>
              <a:rPr lang="en-US" sz="4400" dirty="0"/>
              <a:t> un </a:t>
            </a:r>
            <a:r>
              <a:rPr lang="en-US" sz="4400" dirty="0" err="1"/>
              <a:t>dispositivo</a:t>
            </a:r>
            <a:r>
              <a:rPr lang="en-US" sz="4400" dirty="0"/>
              <a:t> de </a:t>
            </a:r>
            <a:r>
              <a:rPr lang="en-US" sz="4400" dirty="0" err="1"/>
              <a:t>usuario</a:t>
            </a:r>
            <a:r>
              <a:rPr lang="en-US" sz="4400" dirty="0"/>
              <a:t> final. El firewall </a:t>
            </a:r>
            <a:r>
              <a:rPr lang="en-US" sz="4400" dirty="0" err="1"/>
              <a:t>utiliza</a:t>
            </a:r>
            <a:r>
              <a:rPr lang="en-US" sz="4400" dirty="0"/>
              <a:t> </a:t>
            </a:r>
            <a:r>
              <a:rPr lang="en-US" sz="4400" dirty="0" err="1"/>
              <a:t>una</a:t>
            </a:r>
            <a:r>
              <a:rPr lang="en-US" sz="4400" dirty="0"/>
              <a:t> </a:t>
            </a:r>
            <a:r>
              <a:rPr lang="en-US" sz="4400" dirty="0" err="1"/>
              <a:t>serie</a:t>
            </a:r>
            <a:r>
              <a:rPr lang="en-US" sz="4400" dirty="0"/>
              <a:t> de </a:t>
            </a:r>
            <a:r>
              <a:rPr lang="en-US" sz="4400" dirty="0" err="1"/>
              <a:t>reglas</a:t>
            </a:r>
            <a:r>
              <a:rPr lang="en-US" sz="4400" dirty="0"/>
              <a:t> y </a:t>
            </a:r>
            <a:r>
              <a:rPr lang="en-US" sz="4400" dirty="0" err="1"/>
              <a:t>políticas</a:t>
            </a:r>
            <a:r>
              <a:rPr lang="en-US" sz="4400" dirty="0"/>
              <a:t> para </a:t>
            </a:r>
            <a:r>
              <a:rPr lang="en-US" sz="4400" dirty="0" err="1"/>
              <a:t>determinar</a:t>
            </a:r>
            <a:r>
              <a:rPr lang="en-US" sz="4400" dirty="0"/>
              <a:t> </a:t>
            </a:r>
            <a:r>
              <a:rPr lang="en-US" sz="4400" dirty="0" err="1"/>
              <a:t>qué</a:t>
            </a:r>
            <a:r>
              <a:rPr lang="en-US" sz="4400" dirty="0"/>
              <a:t> </a:t>
            </a:r>
            <a:r>
              <a:rPr lang="en-US" sz="4400" dirty="0" err="1"/>
              <a:t>tráfico</a:t>
            </a:r>
            <a:r>
              <a:rPr lang="en-US" sz="4400" dirty="0"/>
              <a:t> se </a:t>
            </a:r>
            <a:r>
              <a:rPr lang="en-US" sz="4400" dirty="0" err="1"/>
              <a:t>permite</a:t>
            </a:r>
            <a:r>
              <a:rPr lang="en-US" sz="4400" dirty="0"/>
              <a:t> y </a:t>
            </a:r>
            <a:r>
              <a:rPr lang="en-US" sz="4400" dirty="0" err="1"/>
              <a:t>qué</a:t>
            </a:r>
            <a:r>
              <a:rPr lang="en-US" sz="4400" dirty="0"/>
              <a:t> </a:t>
            </a:r>
            <a:r>
              <a:rPr lang="en-US" sz="4400" dirty="0" err="1"/>
              <a:t>tráfico</a:t>
            </a:r>
            <a:r>
              <a:rPr lang="en-US" sz="4400" dirty="0"/>
              <a:t> se </a:t>
            </a:r>
            <a:r>
              <a:rPr lang="en-US" sz="4400" dirty="0" err="1"/>
              <a:t>bloquea</a:t>
            </a:r>
            <a:r>
              <a:rPr lang="en-US" sz="4400" dirty="0"/>
              <a:t>.</a:t>
            </a:r>
          </a:p>
        </p:txBody>
      </p:sp>
      <p:pic>
        <p:nvPicPr>
          <p:cNvPr id="5" name="Google Shape;135;p8" descr="Cómo protegerse de los virus, piratas informáticos y demás ataques? |  Tecnología - ComputerHoy.com">
            <a:extLst>
              <a:ext uri="{FF2B5EF4-FFF2-40B4-BE49-F238E27FC236}">
                <a16:creationId xmlns:a16="http://schemas.microsoft.com/office/drawing/2014/main" id="{CD585561-1F9C-3F5F-8495-0E352C57818D}"/>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232382362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CA4BD6EE-7B51-447C-AAB3-028B7A3E5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09C9994-B581-3C66-B84E-B5313C139380}"/>
              </a:ext>
            </a:extLst>
          </p:cNvPr>
          <p:cNvSpPr>
            <a:spLocks noGrp="1"/>
          </p:cNvSpPr>
          <p:nvPr>
            <p:ph type="title" idx="4294967295"/>
          </p:nvPr>
        </p:nvSpPr>
        <p:spPr>
          <a:xfrm>
            <a:off x="1225296" y="866774"/>
            <a:ext cx="10065488" cy="6731292"/>
          </a:xfrm>
        </p:spPr>
        <p:txBody>
          <a:bodyPr vert="horz" lIns="91440" tIns="45720" rIns="91440" bIns="45720" rtlCol="0" anchor="b">
            <a:normAutofit/>
          </a:bodyPr>
          <a:lstStyle/>
          <a:p>
            <a:pPr defTabSz="914400"/>
            <a:br>
              <a:rPr lang="en-US" sz="3300" dirty="0"/>
            </a:br>
            <a:br>
              <a:rPr lang="en-US" sz="3300" dirty="0"/>
            </a:br>
            <a:r>
              <a:rPr lang="en-US" sz="3300" dirty="0"/>
              <a:t>Entre </a:t>
            </a:r>
            <a:r>
              <a:rPr lang="en-US" sz="3300" dirty="0" err="1"/>
              <a:t>los</a:t>
            </a:r>
            <a:r>
              <a:rPr lang="en-US" sz="3300" dirty="0"/>
              <a:t> antivirus </a:t>
            </a:r>
            <a:r>
              <a:rPr lang="en-US" sz="3300" dirty="0" err="1"/>
              <a:t>más</a:t>
            </a:r>
            <a:r>
              <a:rPr lang="en-US" sz="3300" dirty="0"/>
              <a:t> </a:t>
            </a:r>
            <a:r>
              <a:rPr lang="en-US" sz="3300" dirty="0" err="1"/>
              <a:t>destacados</a:t>
            </a:r>
            <a:r>
              <a:rPr lang="en-US" sz="3300" dirty="0"/>
              <a:t> se </a:t>
            </a:r>
            <a:r>
              <a:rPr lang="en-US" sz="3300" dirty="0" err="1"/>
              <a:t>encuentran</a:t>
            </a:r>
            <a:r>
              <a:rPr lang="en-US" sz="3300" dirty="0"/>
              <a:t>:</a:t>
            </a:r>
            <a:br>
              <a:rPr lang="en-US" sz="3300" dirty="0"/>
            </a:br>
            <a:r>
              <a:rPr lang="en-US" sz="3300" b="1" dirty="0"/>
              <a:t>Norton Antivirus</a:t>
            </a:r>
            <a:r>
              <a:rPr lang="en-US" sz="3300" dirty="0"/>
              <a:t>: es un antivirus de </a:t>
            </a:r>
            <a:r>
              <a:rPr lang="en-US" sz="3300" dirty="0" err="1"/>
              <a:t>pago</a:t>
            </a:r>
            <a:r>
              <a:rPr lang="en-US" sz="3300" dirty="0"/>
              <a:t> que </a:t>
            </a:r>
            <a:r>
              <a:rPr lang="en-US" sz="3300" dirty="0" err="1"/>
              <a:t>ofrece</a:t>
            </a:r>
            <a:r>
              <a:rPr lang="en-US" sz="3300" dirty="0"/>
              <a:t> </a:t>
            </a:r>
            <a:r>
              <a:rPr lang="en-US" sz="3300" dirty="0" err="1"/>
              <a:t>protección</a:t>
            </a:r>
            <a:r>
              <a:rPr lang="en-US" sz="3300" dirty="0"/>
              <a:t> </a:t>
            </a:r>
            <a:r>
              <a:rPr lang="en-US" sz="3300" dirty="0" err="1"/>
              <a:t>en</a:t>
            </a:r>
            <a:r>
              <a:rPr lang="en-US" sz="3300" dirty="0"/>
              <a:t> </a:t>
            </a:r>
            <a:r>
              <a:rPr lang="en-US" sz="3300" dirty="0" err="1"/>
              <a:t>tiempo</a:t>
            </a:r>
            <a:r>
              <a:rPr lang="en-US" sz="3300" dirty="0"/>
              <a:t> real, </a:t>
            </a:r>
            <a:r>
              <a:rPr lang="en-US" sz="3300" dirty="0" err="1"/>
              <a:t>detección</a:t>
            </a:r>
            <a:r>
              <a:rPr lang="en-US" sz="3300" dirty="0"/>
              <a:t> de malware </a:t>
            </a:r>
            <a:r>
              <a:rPr lang="en-US" sz="3300" dirty="0" err="1"/>
              <a:t>avanzado</a:t>
            </a:r>
            <a:r>
              <a:rPr lang="en-US" sz="3300" dirty="0"/>
              <a:t> y </a:t>
            </a:r>
            <a:r>
              <a:rPr lang="en-US" sz="3300" dirty="0" err="1"/>
              <a:t>una</a:t>
            </a:r>
            <a:r>
              <a:rPr lang="en-US" sz="3300" dirty="0"/>
              <a:t> </a:t>
            </a:r>
            <a:r>
              <a:rPr lang="en-US" sz="3300" dirty="0" err="1"/>
              <a:t>amplia</a:t>
            </a:r>
            <a:r>
              <a:rPr lang="en-US" sz="3300" dirty="0"/>
              <a:t> </a:t>
            </a:r>
            <a:r>
              <a:rPr lang="en-US" sz="3300" dirty="0" err="1"/>
              <a:t>gama</a:t>
            </a:r>
            <a:r>
              <a:rPr lang="en-US" sz="3300" dirty="0"/>
              <a:t> de </a:t>
            </a:r>
            <a:r>
              <a:rPr lang="en-US" sz="3300" dirty="0" err="1"/>
              <a:t>funciones</a:t>
            </a:r>
            <a:r>
              <a:rPr lang="en-US" sz="3300" dirty="0"/>
              <a:t> de </a:t>
            </a:r>
            <a:r>
              <a:rPr lang="en-US" sz="3300" dirty="0" err="1"/>
              <a:t>seguridad</a:t>
            </a:r>
            <a:r>
              <a:rPr lang="en-US" sz="3300" dirty="0"/>
              <a:t>.</a:t>
            </a:r>
            <a:br>
              <a:rPr lang="en-US" sz="3300" dirty="0"/>
            </a:br>
            <a:r>
              <a:rPr lang="en-US" sz="3300" b="1" dirty="0"/>
              <a:t>Kaspersky Antivirus: </a:t>
            </a:r>
            <a:r>
              <a:rPr lang="en-US" sz="3300" dirty="0"/>
              <a:t>es </a:t>
            </a:r>
            <a:r>
              <a:rPr lang="en-US" sz="3300" dirty="0" err="1"/>
              <a:t>otro</a:t>
            </a:r>
            <a:r>
              <a:rPr lang="en-US" sz="3300" dirty="0"/>
              <a:t> antivirus de </a:t>
            </a:r>
            <a:r>
              <a:rPr lang="en-US" sz="3300" dirty="0" err="1"/>
              <a:t>pago</a:t>
            </a:r>
            <a:r>
              <a:rPr lang="en-US" sz="3300" dirty="0"/>
              <a:t> que </a:t>
            </a:r>
            <a:r>
              <a:rPr lang="en-US" sz="3300" dirty="0" err="1"/>
              <a:t>ofrece</a:t>
            </a:r>
            <a:r>
              <a:rPr lang="en-US" sz="3300" dirty="0"/>
              <a:t> </a:t>
            </a:r>
            <a:r>
              <a:rPr lang="en-US" sz="3300" dirty="0" err="1"/>
              <a:t>una</a:t>
            </a:r>
            <a:r>
              <a:rPr lang="en-US" sz="3300" dirty="0"/>
              <a:t> </a:t>
            </a:r>
            <a:r>
              <a:rPr lang="en-US" sz="3300" dirty="0" err="1"/>
              <a:t>excelente</a:t>
            </a:r>
            <a:r>
              <a:rPr lang="en-US" sz="3300" dirty="0"/>
              <a:t> </a:t>
            </a:r>
            <a:r>
              <a:rPr lang="en-US" sz="3300" dirty="0" err="1"/>
              <a:t>protección</a:t>
            </a:r>
            <a:r>
              <a:rPr lang="en-US" sz="3300" dirty="0"/>
              <a:t> contra virus, spyware, malware y </a:t>
            </a:r>
            <a:r>
              <a:rPr lang="en-US" sz="3300" dirty="0" err="1"/>
              <a:t>otras</a:t>
            </a:r>
            <a:r>
              <a:rPr lang="en-US" sz="3300" dirty="0"/>
              <a:t> </a:t>
            </a:r>
            <a:r>
              <a:rPr lang="en-US" sz="3300" dirty="0" err="1"/>
              <a:t>amenazas</a:t>
            </a:r>
            <a:r>
              <a:rPr lang="en-US" sz="3300" dirty="0"/>
              <a:t> </a:t>
            </a:r>
            <a:r>
              <a:rPr lang="en-US" sz="3300" dirty="0" err="1"/>
              <a:t>en</a:t>
            </a:r>
            <a:r>
              <a:rPr lang="en-US" sz="3300" dirty="0"/>
              <a:t> </a:t>
            </a:r>
            <a:r>
              <a:rPr lang="en-US" sz="3300" dirty="0" err="1"/>
              <a:t>línea</a:t>
            </a:r>
            <a:r>
              <a:rPr lang="en-US" sz="3300" dirty="0"/>
              <a:t>.</a:t>
            </a:r>
            <a:br>
              <a:rPr lang="en-US" sz="3300" dirty="0"/>
            </a:br>
            <a:r>
              <a:rPr lang="en-US" sz="3300" b="1" dirty="0"/>
              <a:t>Windows Defender: </a:t>
            </a:r>
            <a:r>
              <a:rPr lang="en-US" sz="3300" dirty="0"/>
              <a:t>es </a:t>
            </a:r>
            <a:r>
              <a:rPr lang="en-US" sz="3300" dirty="0" err="1"/>
              <a:t>el</a:t>
            </a:r>
            <a:r>
              <a:rPr lang="en-US" sz="3300" dirty="0"/>
              <a:t> antivirus </a:t>
            </a:r>
            <a:r>
              <a:rPr lang="en-US" sz="3300" dirty="0" err="1"/>
              <a:t>incorporado</a:t>
            </a:r>
            <a:r>
              <a:rPr lang="en-US" sz="3300" dirty="0"/>
              <a:t> </a:t>
            </a:r>
            <a:r>
              <a:rPr lang="en-US" sz="3300" dirty="0" err="1"/>
              <a:t>en</a:t>
            </a:r>
            <a:r>
              <a:rPr lang="en-US" sz="3300" dirty="0"/>
              <a:t> Windows 10. </a:t>
            </a:r>
            <a:r>
              <a:rPr lang="en-US" sz="3300" dirty="0" err="1"/>
              <a:t>Ofrece</a:t>
            </a:r>
            <a:r>
              <a:rPr lang="en-US" sz="3300" dirty="0"/>
              <a:t> </a:t>
            </a:r>
            <a:r>
              <a:rPr lang="en-US" sz="3300" dirty="0" err="1"/>
              <a:t>protección</a:t>
            </a:r>
            <a:r>
              <a:rPr lang="en-US" sz="3300" dirty="0"/>
              <a:t> </a:t>
            </a:r>
            <a:r>
              <a:rPr lang="en-US" sz="3300" dirty="0" err="1"/>
              <a:t>en</a:t>
            </a:r>
            <a:r>
              <a:rPr lang="en-US" sz="3300" dirty="0"/>
              <a:t> </a:t>
            </a:r>
            <a:r>
              <a:rPr lang="en-US" sz="3300" dirty="0" err="1"/>
              <a:t>tiempo</a:t>
            </a:r>
            <a:r>
              <a:rPr lang="en-US" sz="3300" dirty="0"/>
              <a:t> real y se </a:t>
            </a:r>
            <a:r>
              <a:rPr lang="en-US" sz="3300" dirty="0" err="1"/>
              <a:t>actualiza</a:t>
            </a:r>
            <a:r>
              <a:rPr lang="en-US" sz="3300" dirty="0"/>
              <a:t> </a:t>
            </a:r>
            <a:r>
              <a:rPr lang="en-US" sz="3300" dirty="0" err="1"/>
              <a:t>automáticamente</a:t>
            </a:r>
            <a:r>
              <a:rPr lang="en-US" sz="3300" dirty="0"/>
              <a:t>.</a:t>
            </a:r>
            <a:br>
              <a:rPr lang="en-US" sz="3300" dirty="0"/>
            </a:br>
            <a:endParaRPr lang="en-US" sz="3300" dirty="0"/>
          </a:p>
        </p:txBody>
      </p:sp>
      <p:sp>
        <p:nvSpPr>
          <p:cNvPr id="5" name="CuadroTexto 4">
            <a:extLst>
              <a:ext uri="{FF2B5EF4-FFF2-40B4-BE49-F238E27FC236}">
                <a16:creationId xmlns:a16="http://schemas.microsoft.com/office/drawing/2014/main" id="{2236D0D3-B176-4B3F-DD02-4B4EBDF16250}"/>
              </a:ext>
            </a:extLst>
          </p:cNvPr>
          <p:cNvSpPr txBox="1"/>
          <p:nvPr/>
        </p:nvSpPr>
        <p:spPr>
          <a:xfrm>
            <a:off x="1225296" y="8529158"/>
            <a:ext cx="10065488" cy="3690564"/>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ormAutofit/>
          </a:bodyPr>
          <a:lstStyle/>
          <a:p>
            <a:pPr>
              <a:lnSpc>
                <a:spcPct val="90000"/>
              </a:lnSpc>
              <a:spcBef>
                <a:spcPts val="1000"/>
              </a:spcBef>
            </a:pPr>
            <a:r>
              <a:rPr lang="en-US" sz="2400">
                <a:hlinkClick r:id="rId2"/>
              </a:rPr>
              <a:t>MEJORES ANTIVIRUS - 2023 (top10antivirussoft.com)</a:t>
            </a:r>
            <a:endParaRPr lang="en-US" sz="2400"/>
          </a:p>
        </p:txBody>
      </p:sp>
      <p:pic>
        <p:nvPicPr>
          <p:cNvPr id="3074" name="Picture 2" descr="kaspersky-Logo-Landscape | Philippine Canadian Inquirer">
            <a:extLst>
              <a:ext uri="{FF2B5EF4-FFF2-40B4-BE49-F238E27FC236}">
                <a16:creationId xmlns:a16="http://schemas.microsoft.com/office/drawing/2014/main" id="{16456A48-2859-141F-7CD9-26A5A74B50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2252960" y="2830535"/>
            <a:ext cx="11187536" cy="3097649"/>
          </a:xfrm>
          <a:prstGeom prst="rect">
            <a:avLst/>
          </a:prstGeom>
          <a:noFill/>
          <a:extLst>
            <a:ext uri="{909E8E84-426E-40DD-AFC4-6F175D3DCCD1}">
              <a14:hiddenFill xmlns:a14="http://schemas.microsoft.com/office/drawing/2010/main">
                <a:solidFill>
                  <a:srgbClr val="FFFFFF"/>
                </a:solidFill>
              </a14:hiddenFill>
            </a:ext>
          </a:extLst>
        </p:spPr>
      </p:pic>
      <p:sp>
        <p:nvSpPr>
          <p:cNvPr id="3083" name="sketch line">
            <a:extLst>
              <a:ext uri="{FF2B5EF4-FFF2-40B4-BE49-F238E27FC236}">
                <a16:creationId xmlns:a16="http://schemas.microsoft.com/office/drawing/2014/main" id="{6B5FF7CD-712E-4187-BFF5-B192FFB33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6400" y="8010178"/>
            <a:ext cx="8686800" cy="36576"/>
          </a:xfrm>
          <a:custGeom>
            <a:avLst/>
            <a:gdLst>
              <a:gd name="connsiteX0" fmla="*/ 0 w 8686800"/>
              <a:gd name="connsiteY0" fmla="*/ 0 h 36576"/>
              <a:gd name="connsiteX1" fmla="*/ 581347 w 8686800"/>
              <a:gd name="connsiteY1" fmla="*/ 0 h 36576"/>
              <a:gd name="connsiteX2" fmla="*/ 1249563 w 8686800"/>
              <a:gd name="connsiteY2" fmla="*/ 0 h 36576"/>
              <a:gd name="connsiteX3" fmla="*/ 2004646 w 8686800"/>
              <a:gd name="connsiteY3" fmla="*/ 0 h 36576"/>
              <a:gd name="connsiteX4" fmla="*/ 2585994 w 8686800"/>
              <a:gd name="connsiteY4" fmla="*/ 0 h 36576"/>
              <a:gd name="connsiteX5" fmla="*/ 3254209 w 8686800"/>
              <a:gd name="connsiteY5" fmla="*/ 0 h 36576"/>
              <a:gd name="connsiteX6" fmla="*/ 4096160 w 8686800"/>
              <a:gd name="connsiteY6" fmla="*/ 0 h 36576"/>
              <a:gd name="connsiteX7" fmla="*/ 4590640 w 8686800"/>
              <a:gd name="connsiteY7" fmla="*/ 0 h 36576"/>
              <a:gd name="connsiteX8" fmla="*/ 5345723 w 8686800"/>
              <a:gd name="connsiteY8" fmla="*/ 0 h 36576"/>
              <a:gd name="connsiteX9" fmla="*/ 5840202 w 8686800"/>
              <a:gd name="connsiteY9" fmla="*/ 0 h 36576"/>
              <a:gd name="connsiteX10" fmla="*/ 6508418 w 8686800"/>
              <a:gd name="connsiteY10" fmla="*/ 0 h 36576"/>
              <a:gd name="connsiteX11" fmla="*/ 7263501 w 8686800"/>
              <a:gd name="connsiteY11" fmla="*/ 0 h 36576"/>
              <a:gd name="connsiteX12" fmla="*/ 7671113 w 8686800"/>
              <a:gd name="connsiteY12" fmla="*/ 0 h 36576"/>
              <a:gd name="connsiteX13" fmla="*/ 8078724 w 8686800"/>
              <a:gd name="connsiteY13" fmla="*/ 0 h 36576"/>
              <a:gd name="connsiteX14" fmla="*/ 8686800 w 8686800"/>
              <a:gd name="connsiteY14" fmla="*/ 0 h 36576"/>
              <a:gd name="connsiteX15" fmla="*/ 8686800 w 8686800"/>
              <a:gd name="connsiteY15" fmla="*/ 36576 h 36576"/>
              <a:gd name="connsiteX16" fmla="*/ 7931717 w 8686800"/>
              <a:gd name="connsiteY16" fmla="*/ 36576 h 36576"/>
              <a:gd name="connsiteX17" fmla="*/ 7263501 w 8686800"/>
              <a:gd name="connsiteY17" fmla="*/ 36576 h 36576"/>
              <a:gd name="connsiteX18" fmla="*/ 6682154 w 8686800"/>
              <a:gd name="connsiteY18" fmla="*/ 36576 h 36576"/>
              <a:gd name="connsiteX19" fmla="*/ 5927070 w 8686800"/>
              <a:gd name="connsiteY19" fmla="*/ 36576 h 36576"/>
              <a:gd name="connsiteX20" fmla="*/ 5258855 w 8686800"/>
              <a:gd name="connsiteY20" fmla="*/ 36576 h 36576"/>
              <a:gd name="connsiteX21" fmla="*/ 4416904 w 8686800"/>
              <a:gd name="connsiteY21" fmla="*/ 36576 h 36576"/>
              <a:gd name="connsiteX22" fmla="*/ 3574952 w 8686800"/>
              <a:gd name="connsiteY22" fmla="*/ 36576 h 36576"/>
              <a:gd name="connsiteX23" fmla="*/ 2819869 w 8686800"/>
              <a:gd name="connsiteY23" fmla="*/ 36576 h 36576"/>
              <a:gd name="connsiteX24" fmla="*/ 2064786 w 8686800"/>
              <a:gd name="connsiteY24" fmla="*/ 36576 h 36576"/>
              <a:gd name="connsiteX25" fmla="*/ 1309702 w 8686800"/>
              <a:gd name="connsiteY25" fmla="*/ 36576 h 36576"/>
              <a:gd name="connsiteX26" fmla="*/ 815223 w 8686800"/>
              <a:gd name="connsiteY26" fmla="*/ 36576 h 36576"/>
              <a:gd name="connsiteX27" fmla="*/ 0 w 8686800"/>
              <a:gd name="connsiteY27" fmla="*/ 36576 h 36576"/>
              <a:gd name="connsiteX28" fmla="*/ 0 w 8686800"/>
              <a:gd name="connsiteY28"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686800" h="36576" fill="none" extrusionOk="0">
                <a:moveTo>
                  <a:pt x="0" y="0"/>
                </a:moveTo>
                <a:cubicBezTo>
                  <a:pt x="198285" y="-25666"/>
                  <a:pt x="368763" y="13229"/>
                  <a:pt x="581347" y="0"/>
                </a:cubicBezTo>
                <a:cubicBezTo>
                  <a:pt x="793931" y="-13229"/>
                  <a:pt x="1106527" y="-26801"/>
                  <a:pt x="1249563" y="0"/>
                </a:cubicBezTo>
                <a:cubicBezTo>
                  <a:pt x="1392599" y="26801"/>
                  <a:pt x="1762089" y="-29385"/>
                  <a:pt x="2004646" y="0"/>
                </a:cubicBezTo>
                <a:cubicBezTo>
                  <a:pt x="2247203" y="29385"/>
                  <a:pt x="2391400" y="-22659"/>
                  <a:pt x="2585994" y="0"/>
                </a:cubicBezTo>
                <a:cubicBezTo>
                  <a:pt x="2780588" y="22659"/>
                  <a:pt x="3000382" y="13372"/>
                  <a:pt x="3254209" y="0"/>
                </a:cubicBezTo>
                <a:cubicBezTo>
                  <a:pt x="3508036" y="-13372"/>
                  <a:pt x="3830288" y="-2254"/>
                  <a:pt x="4096160" y="0"/>
                </a:cubicBezTo>
                <a:cubicBezTo>
                  <a:pt x="4362032" y="2254"/>
                  <a:pt x="4390821" y="-19937"/>
                  <a:pt x="4590640" y="0"/>
                </a:cubicBezTo>
                <a:cubicBezTo>
                  <a:pt x="4790459" y="19937"/>
                  <a:pt x="5120408" y="21499"/>
                  <a:pt x="5345723" y="0"/>
                </a:cubicBezTo>
                <a:cubicBezTo>
                  <a:pt x="5571038" y="-21499"/>
                  <a:pt x="5603543" y="-2995"/>
                  <a:pt x="5840202" y="0"/>
                </a:cubicBezTo>
                <a:cubicBezTo>
                  <a:pt x="6076861" y="2995"/>
                  <a:pt x="6309581" y="-30781"/>
                  <a:pt x="6508418" y="0"/>
                </a:cubicBezTo>
                <a:cubicBezTo>
                  <a:pt x="6707255" y="30781"/>
                  <a:pt x="7110644" y="-20987"/>
                  <a:pt x="7263501" y="0"/>
                </a:cubicBezTo>
                <a:cubicBezTo>
                  <a:pt x="7416358" y="20987"/>
                  <a:pt x="7562921" y="10233"/>
                  <a:pt x="7671113" y="0"/>
                </a:cubicBezTo>
                <a:cubicBezTo>
                  <a:pt x="7779305" y="-10233"/>
                  <a:pt x="7957885" y="19709"/>
                  <a:pt x="8078724" y="0"/>
                </a:cubicBezTo>
                <a:cubicBezTo>
                  <a:pt x="8199563" y="-19709"/>
                  <a:pt x="8539685" y="-13832"/>
                  <a:pt x="8686800" y="0"/>
                </a:cubicBezTo>
                <a:cubicBezTo>
                  <a:pt x="8687261" y="9258"/>
                  <a:pt x="8688247" y="24151"/>
                  <a:pt x="8686800" y="36576"/>
                </a:cubicBezTo>
                <a:cubicBezTo>
                  <a:pt x="8335447" y="2147"/>
                  <a:pt x="8103855" y="62911"/>
                  <a:pt x="7931717" y="36576"/>
                </a:cubicBezTo>
                <a:cubicBezTo>
                  <a:pt x="7759579" y="10241"/>
                  <a:pt x="7541705" y="19727"/>
                  <a:pt x="7263501" y="36576"/>
                </a:cubicBezTo>
                <a:cubicBezTo>
                  <a:pt x="6985297" y="53425"/>
                  <a:pt x="6861730" y="24258"/>
                  <a:pt x="6682154" y="36576"/>
                </a:cubicBezTo>
                <a:cubicBezTo>
                  <a:pt x="6502578" y="48894"/>
                  <a:pt x="6301906" y="15094"/>
                  <a:pt x="5927070" y="36576"/>
                </a:cubicBezTo>
                <a:cubicBezTo>
                  <a:pt x="5552234" y="58058"/>
                  <a:pt x="5487319" y="15861"/>
                  <a:pt x="5258855" y="36576"/>
                </a:cubicBezTo>
                <a:cubicBezTo>
                  <a:pt x="5030391" y="57291"/>
                  <a:pt x="4741489" y="36156"/>
                  <a:pt x="4416904" y="36576"/>
                </a:cubicBezTo>
                <a:cubicBezTo>
                  <a:pt x="4092319" y="36996"/>
                  <a:pt x="3943463" y="1811"/>
                  <a:pt x="3574952" y="36576"/>
                </a:cubicBezTo>
                <a:cubicBezTo>
                  <a:pt x="3206441" y="71341"/>
                  <a:pt x="2995013" y="11783"/>
                  <a:pt x="2819869" y="36576"/>
                </a:cubicBezTo>
                <a:cubicBezTo>
                  <a:pt x="2644725" y="61369"/>
                  <a:pt x="2352787" y="30322"/>
                  <a:pt x="2064786" y="36576"/>
                </a:cubicBezTo>
                <a:cubicBezTo>
                  <a:pt x="1776785" y="42830"/>
                  <a:pt x="1540033" y="31051"/>
                  <a:pt x="1309702" y="36576"/>
                </a:cubicBezTo>
                <a:cubicBezTo>
                  <a:pt x="1079371" y="42101"/>
                  <a:pt x="951189" y="33377"/>
                  <a:pt x="815223" y="36576"/>
                </a:cubicBezTo>
                <a:cubicBezTo>
                  <a:pt x="679257" y="39775"/>
                  <a:pt x="224958" y="3631"/>
                  <a:pt x="0" y="36576"/>
                </a:cubicBezTo>
                <a:cubicBezTo>
                  <a:pt x="-472" y="19807"/>
                  <a:pt x="-535" y="8247"/>
                  <a:pt x="0" y="0"/>
                </a:cubicBezTo>
                <a:close/>
              </a:path>
              <a:path w="8686800" h="36576" stroke="0" extrusionOk="0">
                <a:moveTo>
                  <a:pt x="0" y="0"/>
                </a:moveTo>
                <a:cubicBezTo>
                  <a:pt x="170829" y="9621"/>
                  <a:pt x="331763" y="-26788"/>
                  <a:pt x="581347" y="0"/>
                </a:cubicBezTo>
                <a:cubicBezTo>
                  <a:pt x="830931" y="26788"/>
                  <a:pt x="849291" y="15676"/>
                  <a:pt x="988959" y="0"/>
                </a:cubicBezTo>
                <a:cubicBezTo>
                  <a:pt x="1128627" y="-15676"/>
                  <a:pt x="1452357" y="3501"/>
                  <a:pt x="1830910" y="0"/>
                </a:cubicBezTo>
                <a:cubicBezTo>
                  <a:pt x="2209463" y="-3501"/>
                  <a:pt x="2273738" y="22077"/>
                  <a:pt x="2412258" y="0"/>
                </a:cubicBezTo>
                <a:cubicBezTo>
                  <a:pt x="2550778" y="-22077"/>
                  <a:pt x="2764186" y="1357"/>
                  <a:pt x="2993605" y="0"/>
                </a:cubicBezTo>
                <a:cubicBezTo>
                  <a:pt x="3223024" y="-1357"/>
                  <a:pt x="3606034" y="-34729"/>
                  <a:pt x="3835556" y="0"/>
                </a:cubicBezTo>
                <a:cubicBezTo>
                  <a:pt x="4065078" y="34729"/>
                  <a:pt x="4105172" y="-22985"/>
                  <a:pt x="4330036" y="0"/>
                </a:cubicBezTo>
                <a:cubicBezTo>
                  <a:pt x="4554900" y="22985"/>
                  <a:pt x="4855708" y="21899"/>
                  <a:pt x="5171987" y="0"/>
                </a:cubicBezTo>
                <a:cubicBezTo>
                  <a:pt x="5488266" y="-21899"/>
                  <a:pt x="5669057" y="16428"/>
                  <a:pt x="6013938" y="0"/>
                </a:cubicBezTo>
                <a:cubicBezTo>
                  <a:pt x="6358819" y="-16428"/>
                  <a:pt x="6391983" y="-26960"/>
                  <a:pt x="6682154" y="0"/>
                </a:cubicBezTo>
                <a:cubicBezTo>
                  <a:pt x="6972325" y="26960"/>
                  <a:pt x="7173434" y="6085"/>
                  <a:pt x="7524105" y="0"/>
                </a:cubicBezTo>
                <a:cubicBezTo>
                  <a:pt x="7874776" y="-6085"/>
                  <a:pt x="7985215" y="-23134"/>
                  <a:pt x="8105453" y="0"/>
                </a:cubicBezTo>
                <a:cubicBezTo>
                  <a:pt x="8225691" y="23134"/>
                  <a:pt x="8509302" y="-10864"/>
                  <a:pt x="8686800" y="0"/>
                </a:cubicBezTo>
                <a:cubicBezTo>
                  <a:pt x="8685514" y="7335"/>
                  <a:pt x="8686369" y="23090"/>
                  <a:pt x="8686800" y="36576"/>
                </a:cubicBezTo>
                <a:cubicBezTo>
                  <a:pt x="8515262" y="11802"/>
                  <a:pt x="8246114" y="39450"/>
                  <a:pt x="8018585" y="36576"/>
                </a:cubicBezTo>
                <a:cubicBezTo>
                  <a:pt x="7791056" y="33702"/>
                  <a:pt x="7492767" y="46248"/>
                  <a:pt x="7350369" y="36576"/>
                </a:cubicBezTo>
                <a:cubicBezTo>
                  <a:pt x="7207971" y="26904"/>
                  <a:pt x="6719744" y="67178"/>
                  <a:pt x="6508418" y="36576"/>
                </a:cubicBezTo>
                <a:cubicBezTo>
                  <a:pt x="6297092" y="5974"/>
                  <a:pt x="6112964" y="18896"/>
                  <a:pt x="5840202" y="36576"/>
                </a:cubicBezTo>
                <a:cubicBezTo>
                  <a:pt x="5567440" y="54256"/>
                  <a:pt x="5530808" y="29424"/>
                  <a:pt x="5432591" y="36576"/>
                </a:cubicBezTo>
                <a:cubicBezTo>
                  <a:pt x="5334374" y="43728"/>
                  <a:pt x="5164343" y="58812"/>
                  <a:pt x="4938112" y="36576"/>
                </a:cubicBezTo>
                <a:cubicBezTo>
                  <a:pt x="4711881" y="14340"/>
                  <a:pt x="4466790" y="35502"/>
                  <a:pt x="4096160" y="36576"/>
                </a:cubicBezTo>
                <a:cubicBezTo>
                  <a:pt x="3725530" y="37650"/>
                  <a:pt x="3730143" y="52306"/>
                  <a:pt x="3427945" y="36576"/>
                </a:cubicBezTo>
                <a:cubicBezTo>
                  <a:pt x="3125747" y="20846"/>
                  <a:pt x="3071124" y="51159"/>
                  <a:pt x="2933466" y="36576"/>
                </a:cubicBezTo>
                <a:cubicBezTo>
                  <a:pt x="2795808" y="21993"/>
                  <a:pt x="2522026" y="49101"/>
                  <a:pt x="2265250" y="36576"/>
                </a:cubicBezTo>
                <a:cubicBezTo>
                  <a:pt x="2008474" y="24051"/>
                  <a:pt x="1961850" y="38978"/>
                  <a:pt x="1857639" y="36576"/>
                </a:cubicBezTo>
                <a:cubicBezTo>
                  <a:pt x="1753428" y="34174"/>
                  <a:pt x="1618113" y="51508"/>
                  <a:pt x="1450027" y="36576"/>
                </a:cubicBezTo>
                <a:cubicBezTo>
                  <a:pt x="1281941" y="21644"/>
                  <a:pt x="1047132" y="33663"/>
                  <a:pt x="781812" y="36576"/>
                </a:cubicBezTo>
                <a:cubicBezTo>
                  <a:pt x="516492" y="39489"/>
                  <a:pt x="206411" y="10675"/>
                  <a:pt x="0" y="36576"/>
                </a:cubicBezTo>
                <a:cubicBezTo>
                  <a:pt x="-1649" y="19104"/>
                  <a:pt x="652" y="1022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538B39F0-9EB7-F6AD-0228-A0476D1F44F8}"/>
              </a:ext>
            </a:extLst>
          </p:cNvPr>
          <p:cNvPicPr preferRelativeResize="0"/>
          <p:nvPr/>
        </p:nvPicPr>
        <p:blipFill rotWithShape="1">
          <a:blip r:embed="rId4"/>
          <a:stretch/>
        </p:blipFill>
        <p:spPr>
          <a:xfrm>
            <a:off x="12252960" y="8598333"/>
            <a:ext cx="5367758" cy="3571998"/>
          </a:xfrm>
          <a:prstGeom prst="rect">
            <a:avLst/>
          </a:prstGeom>
          <a:noFill/>
        </p:spPr>
      </p:pic>
      <p:pic>
        <p:nvPicPr>
          <p:cNvPr id="3076" name="Picture 4" descr="Norton 360 Antivirus review | Top Ten Reviews">
            <a:extLst>
              <a:ext uri="{FF2B5EF4-FFF2-40B4-BE49-F238E27FC236}">
                <a16:creationId xmlns:a16="http://schemas.microsoft.com/office/drawing/2014/main" id="{9AADB8E7-E58F-077F-A91C-76F65D2AE272}"/>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8072738" y="8874650"/>
            <a:ext cx="5367758" cy="3019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02667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9C9994-B581-3C66-B84E-B5313C139380}"/>
              </a:ext>
            </a:extLst>
          </p:cNvPr>
          <p:cNvSpPr>
            <a:spLocks noGrp="1"/>
          </p:cNvSpPr>
          <p:nvPr>
            <p:ph type="title" idx="4294967295"/>
          </p:nvPr>
        </p:nvSpPr>
        <p:spPr>
          <a:xfrm>
            <a:off x="654640" y="1995062"/>
            <a:ext cx="21882100" cy="2286000"/>
          </a:xfrm>
        </p:spPr>
        <p:txBody>
          <a:bodyPr>
            <a:noAutofit/>
          </a:bodyPr>
          <a:lstStyle/>
          <a:p>
            <a:br>
              <a:rPr lang="es-ES" sz="6000" dirty="0"/>
            </a:br>
            <a:r>
              <a:rPr lang="es-ES" sz="6000" dirty="0"/>
              <a:t>Aunque Windows Defender es una opción sólida para </a:t>
            </a:r>
            <a:r>
              <a:rPr lang="es-ES" sz="4800" dirty="0"/>
              <a:t>la protección antivirus, es importante tener en cuenta que puede no ser suficiente para proteger contra todas las amenazas en línea. Por lo tanto, se recomienda complementar la protección con otro software de seguridad de terceros para obtener una protección más completa.</a:t>
            </a:r>
            <a:br>
              <a:rPr lang="es-ES" sz="6000" dirty="0"/>
            </a:br>
            <a:endParaRPr lang="es-ES" sz="6000" dirty="0"/>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538B39F0-9EB7-F6AD-0228-A0476D1F44F8}"/>
              </a:ext>
            </a:extLst>
          </p:cNvPr>
          <p:cNvPicPr preferRelativeResize="0"/>
          <p:nvPr/>
        </p:nvPicPr>
        <p:blipFill rotWithShape="1">
          <a:blip r:embed="rId3">
            <a:alphaModFix/>
          </a:blip>
          <a:srcRect/>
          <a:stretch/>
        </p:blipFill>
        <p:spPr>
          <a:xfrm>
            <a:off x="22593300" y="12496799"/>
            <a:ext cx="1790700" cy="1229203"/>
          </a:xfrm>
          <a:prstGeom prst="rect">
            <a:avLst/>
          </a:prstGeom>
          <a:noFill/>
          <a:ln>
            <a:noFill/>
          </a:ln>
        </p:spPr>
      </p:pic>
      <p:sp>
        <p:nvSpPr>
          <p:cNvPr id="3" name="CuadroTexto 2">
            <a:extLst>
              <a:ext uri="{FF2B5EF4-FFF2-40B4-BE49-F238E27FC236}">
                <a16:creationId xmlns:a16="http://schemas.microsoft.com/office/drawing/2014/main" id="{C463536F-3226-C318-73BD-3AE10B3D8DE9}"/>
              </a:ext>
            </a:extLst>
          </p:cNvPr>
          <p:cNvSpPr txBox="1"/>
          <p:nvPr/>
        </p:nvSpPr>
        <p:spPr>
          <a:xfrm>
            <a:off x="1245601" y="305275"/>
            <a:ext cx="4975509"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kumimoji="0" lang="es-ES" sz="4000" b="1"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Windows Defender</a:t>
            </a:r>
          </a:p>
        </p:txBody>
      </p:sp>
      <p:pic>
        <p:nvPicPr>
          <p:cNvPr id="5" name="Picture 2" descr="Windows Defender - YouTube">
            <a:extLst>
              <a:ext uri="{FF2B5EF4-FFF2-40B4-BE49-F238E27FC236}">
                <a16:creationId xmlns:a16="http://schemas.microsoft.com/office/drawing/2014/main" id="{67F1A73A-FCC8-2630-D5BE-7F5005AE928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33356" y="4814951"/>
            <a:ext cx="3539313" cy="1990864"/>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A8241ABA-C326-6AEE-98F3-EC8B15C387F6}"/>
              </a:ext>
            </a:extLst>
          </p:cNvPr>
          <p:cNvSpPr txBox="1"/>
          <p:nvPr/>
        </p:nvSpPr>
        <p:spPr>
          <a:xfrm>
            <a:off x="255181" y="6634715"/>
            <a:ext cx="22681019" cy="672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Font typeface="+mj-lt"/>
              <a:buAutoNum type="arabicPeriod"/>
            </a:pPr>
            <a:r>
              <a:rPr lang="es-ES" sz="3200" b="1" dirty="0"/>
              <a:t>Protección en tiempo real: </a:t>
            </a:r>
            <a:r>
              <a:rPr lang="es-ES" sz="2800" dirty="0"/>
              <a:t>Windows Defender monitorea continuamente el sistema en busca de amenazas en tiempo real, detectando y eliminando cualquier malware o virus que se encuentre.</a:t>
            </a:r>
          </a:p>
          <a:p>
            <a:pPr>
              <a:buFont typeface="+mj-lt"/>
              <a:buAutoNum type="arabicPeriod"/>
            </a:pPr>
            <a:r>
              <a:rPr lang="es-ES" sz="3200" b="1" dirty="0"/>
              <a:t>Escaneo programado: </a:t>
            </a:r>
            <a:r>
              <a:rPr lang="es-ES" sz="2800" dirty="0"/>
              <a:t>Windows Defender permite al usuario programar escaneos automáticos en un horario predefinido, lo que ayuda a mantener el sistema protegido sin necesidad de realizar un análisis manual.</a:t>
            </a:r>
          </a:p>
          <a:p>
            <a:pPr>
              <a:buFont typeface="+mj-lt"/>
              <a:buAutoNum type="arabicPeriod"/>
            </a:pPr>
            <a:r>
              <a:rPr lang="es-ES" sz="3200" b="1" dirty="0"/>
              <a:t>Análisis completo del sistema: </a:t>
            </a:r>
            <a:r>
              <a:rPr lang="es-ES" sz="2800" dirty="0"/>
              <a:t>Windows Defender permite al usuario realizar un análisis completo del sistema para detectar cualquier amenaza existente en el ordenador.</a:t>
            </a:r>
          </a:p>
          <a:p>
            <a:pPr>
              <a:buFont typeface="+mj-lt"/>
              <a:buAutoNum type="arabicPeriod"/>
            </a:pPr>
            <a:r>
              <a:rPr lang="es-ES" sz="3200" b="1" dirty="0"/>
              <a:t>Protección de correo electrónico y navegación: </a:t>
            </a:r>
            <a:r>
              <a:rPr lang="es-ES" sz="2800" dirty="0"/>
              <a:t>Windows Defender protege contra phishing y otros tipos de ataques en línea, y también puede escanear correos electrónicos en busca de archivos maliciosos.</a:t>
            </a:r>
          </a:p>
          <a:p>
            <a:pPr>
              <a:buFont typeface="+mj-lt"/>
              <a:buAutoNum type="arabicPeriod"/>
            </a:pPr>
            <a:r>
              <a:rPr lang="es-ES" sz="3200" b="1" dirty="0"/>
              <a:t>Protección de dispositivos externos: </a:t>
            </a:r>
            <a:r>
              <a:rPr lang="es-ES" sz="2800" dirty="0"/>
              <a:t>Windows Defender puede escanear dispositivos externos, como unidades USB, para detectar y eliminar amenazas.</a:t>
            </a:r>
          </a:p>
          <a:p>
            <a:pPr>
              <a:buFont typeface="+mj-lt"/>
              <a:buAutoNum type="arabicPeriod"/>
            </a:pPr>
            <a:r>
              <a:rPr lang="es-ES" sz="3200" b="1" dirty="0"/>
              <a:t>Control de aplicaciones y navegación: </a:t>
            </a:r>
            <a:r>
              <a:rPr lang="es-ES" sz="2800" dirty="0"/>
              <a:t>Windows Defender también puede controlar y bloquear aplicaciones y sitios web específicos que puedan representar una amenaza para el sistema.</a:t>
            </a:r>
          </a:p>
          <a:p>
            <a:pPr>
              <a:buFont typeface="+mj-lt"/>
              <a:buAutoNum type="arabicPeriod"/>
            </a:pPr>
            <a:r>
              <a:rPr lang="es-ES" sz="3200" b="1" dirty="0"/>
              <a:t>Firewall de Windows: </a:t>
            </a:r>
            <a:r>
              <a:rPr lang="es-ES" sz="2800" dirty="0"/>
              <a:t>además de la protección antivirus, Windows Defender también incluye el Firewall de Windows, que ayuda a proteger contra ataques de red y otras amenazas.</a:t>
            </a:r>
          </a:p>
        </p:txBody>
      </p:sp>
    </p:spTree>
    <p:extLst>
      <p:ext uri="{BB962C8B-B14F-4D97-AF65-F5344CB8AC3E}">
        <p14:creationId xmlns:p14="http://schemas.microsoft.com/office/powerpoint/2010/main" val="41023771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69227D5-90D7-FA06-692B-B17DC0C28E13}"/>
              </a:ext>
            </a:extLst>
          </p:cNvPr>
          <p:cNvSpPr txBox="1"/>
          <p:nvPr/>
        </p:nvSpPr>
        <p:spPr>
          <a:xfrm>
            <a:off x="1333500" y="440182"/>
            <a:ext cx="12192000" cy="7337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sz="3200" b="1" dirty="0"/>
              <a:t>Desmontando mitos</a:t>
            </a:r>
            <a:endParaRPr lang="es-ES" sz="3200" dirty="0"/>
          </a:p>
        </p:txBody>
      </p:sp>
      <p:sp>
        <p:nvSpPr>
          <p:cNvPr id="4" name="CuadroTexto 3">
            <a:extLst>
              <a:ext uri="{FF2B5EF4-FFF2-40B4-BE49-F238E27FC236}">
                <a16:creationId xmlns:a16="http://schemas.microsoft.com/office/drawing/2014/main" id="{1892AE02-652B-6BAC-D7A9-642A9D39F473}"/>
              </a:ext>
            </a:extLst>
          </p:cNvPr>
          <p:cNvSpPr txBox="1"/>
          <p:nvPr/>
        </p:nvSpPr>
        <p:spPr>
          <a:xfrm>
            <a:off x="1123950" y="1631719"/>
            <a:ext cx="21494667" cy="42575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kumimoji="0" lang="es-ES" sz="3600" b="1"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En un dispositivo móvil no es necesario un antivirus</a:t>
            </a:r>
          </a:p>
          <a:p>
            <a:pPr marL="0" marR="0" indent="0" algn="l" defTabSz="825500" rtl="0" fontAlgn="auto" latinLnBrk="0" hangingPunct="0">
              <a:lnSpc>
                <a:spcPct val="150000"/>
              </a:lnSpc>
              <a:spcBef>
                <a:spcPts val="0"/>
              </a:spcBef>
              <a:spcAft>
                <a:spcPts val="0"/>
              </a:spcAft>
              <a:buClrTx/>
              <a:buSzTx/>
              <a:buFontTx/>
              <a:buNone/>
              <a:tabLst/>
            </a:pPr>
            <a:endParaRPr lang="es-ES" sz="3600" b="1" dirty="0"/>
          </a:p>
          <a:p>
            <a:pPr marL="0" marR="0" indent="0" algn="l" defTabSz="825500" rtl="0" fontAlgn="auto" latinLnBrk="0" hangingPunct="0">
              <a:lnSpc>
                <a:spcPct val="150000"/>
              </a:lnSpc>
              <a:spcBef>
                <a:spcPts val="0"/>
              </a:spcBef>
              <a:spcAft>
                <a:spcPts val="0"/>
              </a:spcAft>
              <a:buClrTx/>
              <a:buSzTx/>
              <a:buFontTx/>
              <a:buNone/>
              <a:tabLst/>
            </a:pPr>
            <a:r>
              <a:rPr lang="es-ES" sz="3600" dirty="0"/>
              <a:t>Sí, es recomendable tener un antivirus instalado en tu smartphone, especialmente si usas tu dispositivo </a:t>
            </a:r>
          </a:p>
          <a:p>
            <a:pPr marL="0" marR="0" indent="0" algn="l" defTabSz="825500" rtl="0" fontAlgn="auto" latinLnBrk="0" hangingPunct="0">
              <a:lnSpc>
                <a:spcPct val="150000"/>
              </a:lnSpc>
              <a:spcBef>
                <a:spcPts val="0"/>
              </a:spcBef>
              <a:spcAft>
                <a:spcPts val="0"/>
              </a:spcAft>
              <a:buClrTx/>
              <a:buSzTx/>
              <a:buFontTx/>
              <a:buNone/>
              <a:tabLst/>
            </a:pPr>
            <a:r>
              <a:rPr lang="es-ES" sz="3600" dirty="0"/>
              <a:t>para realizar transacciones bancarias, compras en línea, acceder a correos electrónicos y otras actividades </a:t>
            </a:r>
          </a:p>
          <a:p>
            <a:pPr marL="0" marR="0" indent="0" algn="l" defTabSz="825500" rtl="0" fontAlgn="auto" latinLnBrk="0" hangingPunct="0">
              <a:lnSpc>
                <a:spcPct val="150000"/>
              </a:lnSpc>
              <a:spcBef>
                <a:spcPts val="0"/>
              </a:spcBef>
              <a:spcAft>
                <a:spcPts val="0"/>
              </a:spcAft>
              <a:buClrTx/>
              <a:buSzTx/>
              <a:buFontTx/>
              <a:buNone/>
              <a:tabLst/>
            </a:pPr>
            <a:r>
              <a:rPr lang="es-ES" sz="3600" dirty="0"/>
              <a:t>que puedan involucrar información sensible.</a:t>
            </a:r>
            <a:endParaRPr kumimoji="0" lang="es-ES" sz="3600" b="1"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endParaRPr>
          </a:p>
        </p:txBody>
      </p:sp>
      <p:pic>
        <p:nvPicPr>
          <p:cNvPr id="7" name="Imagen 6" descr="Texto, Pizarra&#10;&#10;Descripción generada automáticamente">
            <a:extLst>
              <a:ext uri="{FF2B5EF4-FFF2-40B4-BE49-F238E27FC236}">
                <a16:creationId xmlns:a16="http://schemas.microsoft.com/office/drawing/2014/main" id="{265A07F7-D118-6F37-132E-AD6A84B0C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1433" y="0"/>
            <a:ext cx="2609850" cy="1752600"/>
          </a:xfrm>
          <a:prstGeom prst="rect">
            <a:avLst/>
          </a:prstGeom>
        </p:spPr>
      </p:pic>
      <p:sp>
        <p:nvSpPr>
          <p:cNvPr id="9" name="CuadroTexto 8">
            <a:extLst>
              <a:ext uri="{FF2B5EF4-FFF2-40B4-BE49-F238E27FC236}">
                <a16:creationId xmlns:a16="http://schemas.microsoft.com/office/drawing/2014/main" id="{CA51BB64-2E50-7101-3FBB-882B1352E2C4}"/>
              </a:ext>
            </a:extLst>
          </p:cNvPr>
          <p:cNvSpPr txBox="1"/>
          <p:nvPr/>
        </p:nvSpPr>
        <p:spPr>
          <a:xfrm>
            <a:off x="1123951" y="6079795"/>
            <a:ext cx="11401202" cy="55092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Font typeface="+mj-lt"/>
              <a:buAutoNum type="arabicPeriod" startAt="2"/>
            </a:pPr>
            <a:r>
              <a:rPr lang="es-ES" sz="3200" dirty="0"/>
              <a:t>Norton Mobile Security: Este antivirus ofrece protección contra virus, malware, spyware y phishing, además de herramientas antirrobo y bloqueo de llamadas y mensajes de texto no deseados.</a:t>
            </a:r>
          </a:p>
          <a:p>
            <a:pPr>
              <a:buFont typeface="+mj-lt"/>
              <a:buAutoNum type="arabicPeriod"/>
            </a:pPr>
            <a:r>
              <a:rPr lang="es-ES" sz="3200" dirty="0" err="1"/>
              <a:t>Bitdefender</a:t>
            </a:r>
            <a:r>
              <a:rPr lang="es-ES" sz="3200" dirty="0"/>
              <a:t> Mobile Security: Esta aplicación proporciona protección en tiempo real contra virus y malware, así como funciones adicionales como protección de la privacidad y antirrobo.</a:t>
            </a:r>
          </a:p>
          <a:p>
            <a:pPr>
              <a:buFont typeface="+mj-lt"/>
              <a:buAutoNum type="arabicPeriod"/>
            </a:pPr>
            <a:r>
              <a:rPr lang="es-ES" sz="3200" dirty="0"/>
              <a:t>Kaspersky Mobile Antivirus: Este antivirus ofrece protección contra virus, malware y spyware, además de protección de la privacidad y herramientas antirrobo.</a:t>
            </a:r>
          </a:p>
        </p:txBody>
      </p:sp>
      <p:pic>
        <p:nvPicPr>
          <p:cNvPr id="10" name="Google Shape;135;p8" descr="Cómo protegerse de los virus, piratas informáticos y demás ataques? |  Tecnología - ComputerHoy.com">
            <a:extLst>
              <a:ext uri="{FF2B5EF4-FFF2-40B4-BE49-F238E27FC236}">
                <a16:creationId xmlns:a16="http://schemas.microsoft.com/office/drawing/2014/main" id="{4AD47B5A-0288-4D52-74BC-005B1FBB1DF4}"/>
              </a:ext>
            </a:extLst>
          </p:cNvPr>
          <p:cNvPicPr preferRelativeResize="0"/>
          <p:nvPr/>
        </p:nvPicPr>
        <p:blipFill rotWithShape="1">
          <a:blip r:embed="rId3">
            <a:alphaModFix/>
          </a:blip>
          <a:srcRect/>
          <a:stretch/>
        </p:blipFill>
        <p:spPr>
          <a:xfrm>
            <a:off x="15724667" y="5104572"/>
            <a:ext cx="7347983" cy="5910758"/>
          </a:xfrm>
          <a:prstGeom prst="rect">
            <a:avLst/>
          </a:prstGeom>
          <a:noFill/>
          <a:ln>
            <a:noFill/>
          </a:ln>
        </p:spPr>
      </p:pic>
    </p:spTree>
    <p:extLst>
      <p:ext uri="{BB962C8B-B14F-4D97-AF65-F5344CB8AC3E}">
        <p14:creationId xmlns:p14="http://schemas.microsoft.com/office/powerpoint/2010/main" val="326156728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90D8878-32A3-3F86-206F-54EBBA560194}"/>
              </a:ext>
            </a:extLst>
          </p:cNvPr>
          <p:cNvSpPr>
            <a:spLocks noGrp="1"/>
          </p:cNvSpPr>
          <p:nvPr>
            <p:ph type="title" idx="4294967295"/>
          </p:nvPr>
        </p:nvSpPr>
        <p:spPr>
          <a:xfrm>
            <a:off x="1144986" y="477078"/>
            <a:ext cx="22037040" cy="2868830"/>
          </a:xfrm>
        </p:spPr>
        <p:txBody>
          <a:bodyPr vert="horz" lIns="91440" tIns="45720" rIns="91440" bIns="45720" rtlCol="0" anchor="b">
            <a:normAutofit/>
          </a:bodyPr>
          <a:lstStyle/>
          <a:p>
            <a:pPr defTabSz="914400"/>
            <a:r>
              <a:rPr lang="en-US" sz="10800" dirty="0" err="1"/>
              <a:t>Gestores</a:t>
            </a:r>
            <a:r>
              <a:rPr lang="en-US" sz="10800" dirty="0"/>
              <a:t> de </a:t>
            </a:r>
            <a:r>
              <a:rPr lang="en-US" sz="10800" dirty="0" err="1"/>
              <a:t>contraseñas</a:t>
            </a:r>
            <a:r>
              <a:rPr lang="en-US" sz="10800" dirty="0"/>
              <a:t> </a:t>
            </a:r>
            <a:r>
              <a:rPr lang="en-US" sz="10800" dirty="0" err="1"/>
              <a:t>seguras</a:t>
            </a:r>
            <a:endParaRPr lang="en-US" sz="108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919EB75-C665-02C1-F3D7-888C11106646}"/>
              </a:ext>
            </a:extLst>
          </p:cNvPr>
          <p:cNvSpPr>
            <a:spLocks noGrp="1"/>
          </p:cNvSpPr>
          <p:nvPr>
            <p:ph idx="4294967295"/>
          </p:nvPr>
        </p:nvSpPr>
        <p:spPr>
          <a:xfrm>
            <a:off x="1144986" y="4142632"/>
            <a:ext cx="13427104" cy="8238344"/>
          </a:xfrm>
        </p:spPr>
        <p:txBody>
          <a:bodyPr vert="horz" lIns="91440" tIns="45720" rIns="91440" bIns="45720" rtlCol="0" anchor="t">
            <a:normAutofit/>
          </a:bodyPr>
          <a:lstStyle/>
          <a:p>
            <a:pPr indent="-228600" defTabSz="914400"/>
            <a:r>
              <a:rPr lang="en-US" sz="2400" b="1" i="0" dirty="0" err="1">
                <a:effectLst/>
              </a:rPr>
              <a:t>Cifrado</a:t>
            </a:r>
            <a:r>
              <a:rPr lang="en-US" sz="2400" b="1" i="0" dirty="0">
                <a:effectLst/>
              </a:rPr>
              <a:t> de extremo a extremo: </a:t>
            </a:r>
            <a:r>
              <a:rPr lang="en-US" sz="2400" b="0" i="0" dirty="0">
                <a:effectLst/>
              </a:rPr>
              <a:t>Un </a:t>
            </a:r>
            <a:r>
              <a:rPr lang="en-US" sz="2400" b="0" i="0" dirty="0" err="1">
                <a:effectLst/>
              </a:rPr>
              <a:t>buen</a:t>
            </a:r>
            <a:r>
              <a:rPr lang="en-US" sz="2400" b="0" i="0" dirty="0">
                <a:effectLst/>
              </a:rPr>
              <a:t> gestor de </a:t>
            </a:r>
            <a:r>
              <a:rPr lang="en-US" sz="2400" b="0" i="0" dirty="0" err="1">
                <a:effectLst/>
              </a:rPr>
              <a:t>contraseñas</a:t>
            </a:r>
            <a:r>
              <a:rPr lang="en-US" sz="2400" b="0" i="0" dirty="0">
                <a:effectLst/>
              </a:rPr>
              <a:t> </a:t>
            </a:r>
            <a:r>
              <a:rPr lang="en-US" sz="2400" b="0" i="0" dirty="0" err="1">
                <a:effectLst/>
              </a:rPr>
              <a:t>debe</a:t>
            </a:r>
            <a:r>
              <a:rPr lang="en-US" sz="2400" b="0" i="0" dirty="0">
                <a:effectLst/>
              </a:rPr>
              <a:t> </a:t>
            </a:r>
            <a:r>
              <a:rPr lang="en-US" sz="2400" b="0" i="0" dirty="0" err="1">
                <a:effectLst/>
              </a:rPr>
              <a:t>tener</a:t>
            </a:r>
            <a:r>
              <a:rPr lang="en-US" sz="2400" b="0" i="0" dirty="0">
                <a:effectLst/>
              </a:rPr>
              <a:t> </a:t>
            </a:r>
            <a:r>
              <a:rPr lang="en-US" sz="2400" b="0" i="0" dirty="0" err="1">
                <a:effectLst/>
              </a:rPr>
              <a:t>cifrado</a:t>
            </a:r>
            <a:r>
              <a:rPr lang="en-US" sz="2400" b="0" i="0" dirty="0">
                <a:effectLst/>
              </a:rPr>
              <a:t> de extremo a extremo para </a:t>
            </a:r>
            <a:r>
              <a:rPr lang="en-US" sz="2400" b="0" i="0" dirty="0" err="1">
                <a:effectLst/>
              </a:rPr>
              <a:t>proteger</a:t>
            </a:r>
            <a:r>
              <a:rPr lang="en-US" sz="2400" b="0" i="0" dirty="0">
                <a:effectLst/>
              </a:rPr>
              <a:t> </a:t>
            </a:r>
            <a:r>
              <a:rPr lang="en-US" sz="2400" b="0" i="0" dirty="0" err="1">
                <a:effectLst/>
              </a:rPr>
              <a:t>tus</a:t>
            </a:r>
            <a:r>
              <a:rPr lang="en-US" sz="2400" b="0" i="0" dirty="0">
                <a:effectLst/>
              </a:rPr>
              <a:t> </a:t>
            </a:r>
            <a:r>
              <a:rPr lang="en-US" sz="2400" b="0" i="0" dirty="0" err="1">
                <a:effectLst/>
              </a:rPr>
              <a:t>contraseñas</a:t>
            </a:r>
            <a:r>
              <a:rPr lang="en-US" sz="2400" b="0" i="0" dirty="0">
                <a:effectLst/>
              </a:rPr>
              <a:t>. </a:t>
            </a:r>
            <a:r>
              <a:rPr lang="en-US" sz="2400" b="0" i="0" dirty="0" err="1">
                <a:effectLst/>
              </a:rPr>
              <a:t>Esto</a:t>
            </a:r>
            <a:r>
              <a:rPr lang="en-US" sz="2400" b="0" i="0" dirty="0">
                <a:effectLst/>
              </a:rPr>
              <a:t> </a:t>
            </a:r>
            <a:r>
              <a:rPr lang="en-US" sz="2400" b="0" i="0" dirty="0" err="1">
                <a:effectLst/>
              </a:rPr>
              <a:t>significa</a:t>
            </a:r>
            <a:r>
              <a:rPr lang="en-US" sz="2400" b="0" i="0" dirty="0">
                <a:effectLst/>
              </a:rPr>
              <a:t> que </a:t>
            </a:r>
            <a:r>
              <a:rPr lang="en-US" sz="2400" b="0" i="0" dirty="0" err="1">
                <a:effectLst/>
              </a:rPr>
              <a:t>tus</a:t>
            </a:r>
            <a:r>
              <a:rPr lang="en-US" sz="2400" b="0" i="0" dirty="0">
                <a:effectLst/>
              </a:rPr>
              <a:t> </a:t>
            </a:r>
            <a:r>
              <a:rPr lang="en-US" sz="2400" b="0" i="0" dirty="0" err="1">
                <a:effectLst/>
              </a:rPr>
              <a:t>contraseñas</a:t>
            </a:r>
            <a:r>
              <a:rPr lang="en-US" sz="2400" b="0" i="0" dirty="0">
                <a:effectLst/>
              </a:rPr>
              <a:t> se </a:t>
            </a:r>
            <a:r>
              <a:rPr lang="en-US" sz="2400" b="0" i="0" dirty="0" err="1">
                <a:effectLst/>
              </a:rPr>
              <a:t>cifran</a:t>
            </a:r>
            <a:r>
              <a:rPr lang="en-US" sz="2400" b="0" i="0" dirty="0">
                <a:effectLst/>
              </a:rPr>
              <a:t> </a:t>
            </a:r>
            <a:r>
              <a:rPr lang="en-US" sz="2400" b="0" i="0" dirty="0" err="1">
                <a:effectLst/>
              </a:rPr>
              <a:t>en</a:t>
            </a:r>
            <a:r>
              <a:rPr lang="en-US" sz="2400" b="0" i="0" dirty="0">
                <a:effectLst/>
              </a:rPr>
              <a:t> </a:t>
            </a:r>
            <a:r>
              <a:rPr lang="en-US" sz="2400" b="0" i="0" dirty="0" err="1">
                <a:effectLst/>
              </a:rPr>
              <a:t>tu</a:t>
            </a:r>
            <a:r>
              <a:rPr lang="en-US" sz="2400" b="0" i="0" dirty="0">
                <a:effectLst/>
              </a:rPr>
              <a:t> </a:t>
            </a:r>
            <a:r>
              <a:rPr lang="en-US" sz="2400" b="0" i="0" dirty="0" err="1">
                <a:effectLst/>
              </a:rPr>
              <a:t>dispositivo</a:t>
            </a:r>
            <a:r>
              <a:rPr lang="en-US" sz="2400" b="0" i="0" dirty="0">
                <a:effectLst/>
              </a:rPr>
              <a:t> antes de ser </a:t>
            </a:r>
            <a:r>
              <a:rPr lang="en-US" sz="2400" b="0" i="0" dirty="0" err="1">
                <a:effectLst/>
              </a:rPr>
              <a:t>enviadas</a:t>
            </a:r>
            <a:r>
              <a:rPr lang="en-US" sz="2400" b="0" i="0" dirty="0">
                <a:effectLst/>
              </a:rPr>
              <a:t> a </a:t>
            </a:r>
            <a:r>
              <a:rPr lang="en-US" sz="2400" b="0" i="0" dirty="0" err="1">
                <a:effectLst/>
              </a:rPr>
              <a:t>los</a:t>
            </a:r>
            <a:r>
              <a:rPr lang="en-US" sz="2400" b="0" i="0" dirty="0">
                <a:effectLst/>
              </a:rPr>
              <a:t> </a:t>
            </a:r>
            <a:r>
              <a:rPr lang="en-US" sz="2400" b="0" i="0" dirty="0" err="1">
                <a:effectLst/>
              </a:rPr>
              <a:t>servidores</a:t>
            </a:r>
            <a:r>
              <a:rPr lang="en-US" sz="2400" b="0" i="0" dirty="0">
                <a:effectLst/>
              </a:rPr>
              <a:t> del gestor de </a:t>
            </a:r>
            <a:r>
              <a:rPr lang="en-US" sz="2400" b="0" i="0" dirty="0" err="1">
                <a:effectLst/>
              </a:rPr>
              <a:t>contraseñas</a:t>
            </a:r>
            <a:r>
              <a:rPr lang="en-US" sz="2400" b="0" i="0" dirty="0">
                <a:effectLst/>
              </a:rPr>
              <a:t>. De </a:t>
            </a:r>
            <a:r>
              <a:rPr lang="en-US" sz="2400" b="0" i="0" dirty="0" err="1">
                <a:effectLst/>
              </a:rPr>
              <a:t>esta</a:t>
            </a:r>
            <a:r>
              <a:rPr lang="en-US" sz="2400" b="0" i="0" dirty="0">
                <a:effectLst/>
              </a:rPr>
              <a:t> </a:t>
            </a:r>
            <a:r>
              <a:rPr lang="en-US" sz="2400" b="0" i="0" dirty="0" err="1">
                <a:effectLst/>
              </a:rPr>
              <a:t>manera</a:t>
            </a:r>
            <a:r>
              <a:rPr lang="en-US" sz="2400" b="0" i="0" dirty="0">
                <a:effectLst/>
              </a:rPr>
              <a:t>, </a:t>
            </a:r>
            <a:r>
              <a:rPr lang="en-US" sz="2400" b="0" i="0" dirty="0" err="1">
                <a:effectLst/>
              </a:rPr>
              <a:t>sólo</a:t>
            </a:r>
            <a:r>
              <a:rPr lang="en-US" sz="2400" b="0" i="0" dirty="0">
                <a:effectLst/>
              </a:rPr>
              <a:t> </a:t>
            </a:r>
            <a:r>
              <a:rPr lang="en-US" sz="2400" b="0" i="0" dirty="0" err="1">
                <a:effectLst/>
              </a:rPr>
              <a:t>tú</a:t>
            </a:r>
            <a:r>
              <a:rPr lang="en-US" sz="2400" b="0" i="0" dirty="0">
                <a:effectLst/>
              </a:rPr>
              <a:t> </a:t>
            </a:r>
            <a:r>
              <a:rPr lang="en-US" sz="2400" b="0" i="0" dirty="0" err="1">
                <a:effectLst/>
              </a:rPr>
              <a:t>tienes</a:t>
            </a:r>
            <a:r>
              <a:rPr lang="en-US" sz="2400" b="0" i="0" dirty="0">
                <a:effectLst/>
              </a:rPr>
              <a:t> </a:t>
            </a:r>
            <a:r>
              <a:rPr lang="en-US" sz="2400" b="0" i="0" dirty="0" err="1">
                <a:effectLst/>
              </a:rPr>
              <a:t>acceso</a:t>
            </a:r>
            <a:r>
              <a:rPr lang="en-US" sz="2400" b="0" i="0" dirty="0">
                <a:effectLst/>
              </a:rPr>
              <a:t> a </a:t>
            </a:r>
            <a:r>
              <a:rPr lang="en-US" sz="2400" b="0" i="0" dirty="0" err="1">
                <a:effectLst/>
              </a:rPr>
              <a:t>tus</a:t>
            </a:r>
            <a:r>
              <a:rPr lang="en-US" sz="2400" b="0" i="0" dirty="0">
                <a:effectLst/>
              </a:rPr>
              <a:t> </a:t>
            </a:r>
            <a:r>
              <a:rPr lang="en-US" sz="2400" b="0" i="0" dirty="0" err="1">
                <a:effectLst/>
              </a:rPr>
              <a:t>contraseñas</a:t>
            </a:r>
            <a:r>
              <a:rPr lang="en-US" sz="2400" b="0" i="0" dirty="0">
                <a:effectLst/>
              </a:rPr>
              <a:t>.</a:t>
            </a:r>
          </a:p>
          <a:p>
            <a:pPr indent="-228600" defTabSz="914400">
              <a:spcBef>
                <a:spcPts val="0"/>
              </a:spcBef>
            </a:pPr>
            <a:r>
              <a:rPr lang="en-US" sz="2400" b="1" i="0" dirty="0" err="1">
                <a:effectLst/>
              </a:rPr>
              <a:t>Autenticación</a:t>
            </a:r>
            <a:r>
              <a:rPr lang="en-US" sz="2400" b="1" i="0" dirty="0">
                <a:effectLst/>
              </a:rPr>
              <a:t> de dos </a:t>
            </a:r>
            <a:r>
              <a:rPr lang="en-US" sz="2400" b="1" i="0" dirty="0" err="1">
                <a:effectLst/>
              </a:rPr>
              <a:t>factores</a:t>
            </a:r>
            <a:r>
              <a:rPr lang="en-US" sz="2400" b="1" i="0" dirty="0">
                <a:effectLst/>
              </a:rPr>
              <a:t>: </a:t>
            </a:r>
            <a:r>
              <a:rPr lang="en-US" sz="2400" b="0" i="0" dirty="0">
                <a:effectLst/>
              </a:rPr>
              <a:t>Un </a:t>
            </a:r>
            <a:r>
              <a:rPr lang="en-US" sz="2400" b="0" i="0" dirty="0" err="1">
                <a:effectLst/>
              </a:rPr>
              <a:t>buen</a:t>
            </a:r>
            <a:r>
              <a:rPr lang="en-US" sz="2400" b="0" i="0" dirty="0">
                <a:effectLst/>
              </a:rPr>
              <a:t> gestor de </a:t>
            </a:r>
            <a:r>
              <a:rPr lang="en-US" sz="2400" b="0" i="0" dirty="0" err="1">
                <a:effectLst/>
              </a:rPr>
              <a:t>contraseñas</a:t>
            </a:r>
            <a:r>
              <a:rPr lang="en-US" sz="2400" b="0" i="0" dirty="0">
                <a:effectLst/>
              </a:rPr>
              <a:t> </a:t>
            </a:r>
            <a:r>
              <a:rPr lang="en-US" sz="2400" b="0" i="0" dirty="0" err="1">
                <a:effectLst/>
              </a:rPr>
              <a:t>debe</a:t>
            </a:r>
            <a:r>
              <a:rPr lang="en-US" sz="2400" b="0" i="0" dirty="0">
                <a:effectLst/>
              </a:rPr>
              <a:t> </a:t>
            </a:r>
            <a:r>
              <a:rPr lang="en-US" sz="2400" b="0" i="0" dirty="0" err="1">
                <a:effectLst/>
              </a:rPr>
              <a:t>tener</a:t>
            </a:r>
            <a:r>
              <a:rPr lang="en-US" sz="2400" b="0" i="0" dirty="0">
                <a:effectLst/>
              </a:rPr>
              <a:t> </a:t>
            </a:r>
            <a:r>
              <a:rPr lang="en-US" sz="2400" b="0" i="0" dirty="0" err="1">
                <a:effectLst/>
              </a:rPr>
              <a:t>autenticación</a:t>
            </a:r>
            <a:r>
              <a:rPr lang="en-US" sz="2400" b="0" i="0" dirty="0">
                <a:effectLst/>
              </a:rPr>
              <a:t> de dos </a:t>
            </a:r>
            <a:r>
              <a:rPr lang="en-US" sz="2400" b="0" i="0" dirty="0" err="1">
                <a:effectLst/>
              </a:rPr>
              <a:t>factores</a:t>
            </a:r>
            <a:r>
              <a:rPr lang="en-US" sz="2400" b="0" i="0" dirty="0">
                <a:effectLst/>
              </a:rPr>
              <a:t> para </a:t>
            </a:r>
            <a:r>
              <a:rPr lang="en-US" sz="2400" b="0" i="0" dirty="0" err="1">
                <a:effectLst/>
              </a:rPr>
              <a:t>proteger</a:t>
            </a:r>
            <a:r>
              <a:rPr lang="en-US" sz="2400" b="0" i="0" dirty="0">
                <a:effectLst/>
              </a:rPr>
              <a:t> </a:t>
            </a:r>
            <a:r>
              <a:rPr lang="en-US" sz="2400" b="0" i="0" dirty="0" err="1">
                <a:effectLst/>
              </a:rPr>
              <a:t>tus</a:t>
            </a:r>
            <a:r>
              <a:rPr lang="en-US" sz="2400" b="0" i="0" dirty="0">
                <a:effectLst/>
              </a:rPr>
              <a:t> </a:t>
            </a:r>
            <a:r>
              <a:rPr lang="en-US" sz="2400" b="0" i="0" dirty="0" err="1">
                <a:effectLst/>
              </a:rPr>
              <a:t>datos</a:t>
            </a:r>
            <a:r>
              <a:rPr lang="en-US" sz="2400" b="0" i="0" dirty="0">
                <a:effectLst/>
              </a:rPr>
              <a:t>. </a:t>
            </a:r>
            <a:r>
              <a:rPr lang="en-US" sz="2400" b="0" i="0" dirty="0" err="1">
                <a:effectLst/>
              </a:rPr>
              <a:t>Esto</a:t>
            </a:r>
            <a:r>
              <a:rPr lang="en-US" sz="2400" b="0" i="0" dirty="0">
                <a:effectLst/>
              </a:rPr>
              <a:t> </a:t>
            </a:r>
            <a:r>
              <a:rPr lang="en-US" sz="2400" b="0" i="0" dirty="0" err="1">
                <a:effectLst/>
              </a:rPr>
              <a:t>significa</a:t>
            </a:r>
            <a:r>
              <a:rPr lang="en-US" sz="2400" b="0" i="0" dirty="0">
                <a:effectLst/>
              </a:rPr>
              <a:t> que </a:t>
            </a:r>
            <a:r>
              <a:rPr lang="en-US" sz="2400" b="0" i="0" dirty="0" err="1">
                <a:effectLst/>
              </a:rPr>
              <a:t>además</a:t>
            </a:r>
            <a:r>
              <a:rPr lang="en-US" sz="2400" b="0" i="0" dirty="0">
                <a:effectLst/>
              </a:rPr>
              <a:t> de </a:t>
            </a:r>
            <a:r>
              <a:rPr lang="en-US" sz="2400" b="0" i="0" dirty="0" err="1">
                <a:effectLst/>
              </a:rPr>
              <a:t>tu</a:t>
            </a:r>
            <a:r>
              <a:rPr lang="en-US" sz="2400" b="0" i="0" dirty="0">
                <a:effectLst/>
              </a:rPr>
              <a:t> </a:t>
            </a:r>
            <a:r>
              <a:rPr lang="en-US" sz="2400" b="0" i="0" dirty="0" err="1">
                <a:effectLst/>
              </a:rPr>
              <a:t>contraseña</a:t>
            </a:r>
            <a:r>
              <a:rPr lang="en-US" sz="2400" b="0" i="0" dirty="0">
                <a:effectLst/>
              </a:rPr>
              <a:t> principal, también </a:t>
            </a:r>
            <a:r>
              <a:rPr lang="en-US" sz="2400" b="0" i="0" dirty="0" err="1">
                <a:effectLst/>
              </a:rPr>
              <a:t>necesitarás</a:t>
            </a:r>
            <a:r>
              <a:rPr lang="en-US" sz="2400" b="0" i="0" dirty="0">
                <a:effectLst/>
              </a:rPr>
              <a:t> </a:t>
            </a:r>
            <a:r>
              <a:rPr lang="en-US" sz="2400" b="0" i="0" dirty="0" err="1">
                <a:effectLst/>
              </a:rPr>
              <a:t>introducir</a:t>
            </a:r>
            <a:r>
              <a:rPr lang="en-US" sz="2400" b="0" i="0" dirty="0">
                <a:effectLst/>
              </a:rPr>
              <a:t> un </a:t>
            </a:r>
            <a:r>
              <a:rPr lang="en-US" sz="2400" b="0" i="0" dirty="0" err="1">
                <a:effectLst/>
              </a:rPr>
              <a:t>código</a:t>
            </a:r>
            <a:r>
              <a:rPr lang="en-US" sz="2400" b="0" i="0" dirty="0">
                <a:effectLst/>
              </a:rPr>
              <a:t> de </a:t>
            </a:r>
            <a:r>
              <a:rPr lang="en-US" sz="2400" b="0" i="0" dirty="0" err="1">
                <a:effectLst/>
              </a:rPr>
              <a:t>seguridad</a:t>
            </a:r>
            <a:r>
              <a:rPr lang="en-US" sz="2400" b="0" i="0" dirty="0">
                <a:effectLst/>
              </a:rPr>
              <a:t> </a:t>
            </a:r>
            <a:r>
              <a:rPr lang="en-US" sz="2400" b="0" i="0" dirty="0" err="1">
                <a:effectLst/>
              </a:rPr>
              <a:t>adicional</a:t>
            </a:r>
            <a:r>
              <a:rPr lang="en-US" sz="2400" b="0" i="0" dirty="0">
                <a:effectLst/>
              </a:rPr>
              <a:t> para acceder a </a:t>
            </a:r>
            <a:r>
              <a:rPr lang="en-US" sz="2400" b="0" i="0" dirty="0" err="1">
                <a:effectLst/>
              </a:rPr>
              <a:t>tus</a:t>
            </a:r>
            <a:r>
              <a:rPr lang="en-US" sz="2400" b="0" i="0" dirty="0">
                <a:effectLst/>
              </a:rPr>
              <a:t> </a:t>
            </a:r>
            <a:r>
              <a:rPr lang="en-US" sz="2400" b="0" i="0" dirty="0" err="1">
                <a:effectLst/>
              </a:rPr>
              <a:t>contraseñas</a:t>
            </a:r>
            <a:r>
              <a:rPr lang="en-US" sz="2400" b="0" i="0" dirty="0">
                <a:effectLst/>
              </a:rPr>
              <a:t>.</a:t>
            </a:r>
          </a:p>
          <a:p>
            <a:pPr indent="-228600" defTabSz="914400">
              <a:spcBef>
                <a:spcPts val="0"/>
              </a:spcBef>
            </a:pPr>
            <a:r>
              <a:rPr lang="en-US" sz="2400" b="1" i="0" dirty="0">
                <a:effectLst/>
              </a:rPr>
              <a:t>Generación de </a:t>
            </a:r>
            <a:r>
              <a:rPr lang="en-US" sz="2400" b="1" i="0" dirty="0" err="1">
                <a:effectLst/>
              </a:rPr>
              <a:t>contraseñas</a:t>
            </a:r>
            <a:r>
              <a:rPr lang="en-US" sz="2400" b="1" i="0" dirty="0">
                <a:effectLst/>
              </a:rPr>
              <a:t> </a:t>
            </a:r>
            <a:r>
              <a:rPr lang="en-US" sz="2400" b="1" i="0" dirty="0" err="1">
                <a:effectLst/>
              </a:rPr>
              <a:t>fuertes</a:t>
            </a:r>
            <a:r>
              <a:rPr lang="en-US" sz="2400" b="0" i="0" dirty="0">
                <a:effectLst/>
              </a:rPr>
              <a:t>: Un </a:t>
            </a:r>
            <a:r>
              <a:rPr lang="en-US" sz="2400" b="0" i="0" dirty="0" err="1">
                <a:effectLst/>
              </a:rPr>
              <a:t>buen</a:t>
            </a:r>
            <a:r>
              <a:rPr lang="en-US" sz="2400" b="0" i="0" dirty="0">
                <a:effectLst/>
              </a:rPr>
              <a:t> gestor de </a:t>
            </a:r>
            <a:r>
              <a:rPr lang="en-US" sz="2400" b="0" i="0" dirty="0" err="1">
                <a:effectLst/>
              </a:rPr>
              <a:t>contraseñas</a:t>
            </a:r>
            <a:r>
              <a:rPr lang="en-US" sz="2400" b="0" i="0" dirty="0">
                <a:effectLst/>
              </a:rPr>
              <a:t> </a:t>
            </a:r>
            <a:r>
              <a:rPr lang="en-US" sz="2400" b="0" i="0" dirty="0" err="1">
                <a:effectLst/>
              </a:rPr>
              <a:t>debe</a:t>
            </a:r>
            <a:r>
              <a:rPr lang="en-US" sz="2400" b="0" i="0" dirty="0">
                <a:effectLst/>
              </a:rPr>
              <a:t> ser </a:t>
            </a:r>
            <a:r>
              <a:rPr lang="en-US" sz="2400" b="0" i="0" dirty="0" err="1">
                <a:effectLst/>
              </a:rPr>
              <a:t>capaz</a:t>
            </a:r>
            <a:r>
              <a:rPr lang="en-US" sz="2400" b="0" i="0" dirty="0">
                <a:effectLst/>
              </a:rPr>
              <a:t> de </a:t>
            </a:r>
            <a:r>
              <a:rPr lang="en-US" sz="2400" b="0" i="0" dirty="0" err="1">
                <a:effectLst/>
              </a:rPr>
              <a:t>generar</a:t>
            </a:r>
            <a:r>
              <a:rPr lang="en-US" sz="2400" b="0" i="0" dirty="0">
                <a:effectLst/>
              </a:rPr>
              <a:t> </a:t>
            </a:r>
            <a:r>
              <a:rPr lang="en-US" sz="2400" b="0" i="0" dirty="0" err="1">
                <a:effectLst/>
              </a:rPr>
              <a:t>contraseñas</a:t>
            </a:r>
            <a:r>
              <a:rPr lang="en-US" sz="2400" b="0" i="0" dirty="0">
                <a:effectLst/>
              </a:rPr>
              <a:t> </a:t>
            </a:r>
            <a:r>
              <a:rPr lang="en-US" sz="2400" b="0" i="0" dirty="0" err="1">
                <a:effectLst/>
              </a:rPr>
              <a:t>fuertes</a:t>
            </a:r>
            <a:r>
              <a:rPr lang="en-US" sz="2400" b="0" i="0" dirty="0">
                <a:effectLst/>
              </a:rPr>
              <a:t> y </a:t>
            </a:r>
            <a:r>
              <a:rPr lang="en-US" sz="2400" b="0" i="0" dirty="0" err="1">
                <a:effectLst/>
              </a:rPr>
              <a:t>únicas</a:t>
            </a:r>
            <a:r>
              <a:rPr lang="en-US" sz="2400" b="0" i="0" dirty="0">
                <a:effectLst/>
              </a:rPr>
              <a:t> para </a:t>
            </a:r>
            <a:r>
              <a:rPr lang="en-US" sz="2400" b="0" i="0" dirty="0" err="1">
                <a:effectLst/>
              </a:rPr>
              <a:t>cada</a:t>
            </a:r>
            <a:r>
              <a:rPr lang="en-US" sz="2400" b="0" i="0" dirty="0">
                <a:effectLst/>
              </a:rPr>
              <a:t> </a:t>
            </a:r>
            <a:r>
              <a:rPr lang="en-US" sz="2400" b="0" i="0" dirty="0" err="1">
                <a:effectLst/>
              </a:rPr>
              <a:t>cuenta</a:t>
            </a:r>
            <a:r>
              <a:rPr lang="en-US" sz="2400" b="0" i="0" dirty="0">
                <a:effectLst/>
              </a:rPr>
              <a:t> que </a:t>
            </a:r>
            <a:r>
              <a:rPr lang="en-US" sz="2400" b="0" i="0" dirty="0" err="1">
                <a:effectLst/>
              </a:rPr>
              <a:t>tengas</a:t>
            </a:r>
            <a:r>
              <a:rPr lang="en-US" sz="2400" b="0" i="0" dirty="0">
                <a:effectLst/>
              </a:rPr>
              <a:t>. </a:t>
            </a:r>
            <a:r>
              <a:rPr lang="en-US" sz="2400" b="0" i="0" dirty="0" err="1">
                <a:effectLst/>
              </a:rPr>
              <a:t>Estas</a:t>
            </a:r>
            <a:r>
              <a:rPr lang="en-US" sz="2400" b="0" i="0" dirty="0">
                <a:effectLst/>
              </a:rPr>
              <a:t> </a:t>
            </a:r>
            <a:r>
              <a:rPr lang="en-US" sz="2400" b="0" i="0" dirty="0" err="1">
                <a:effectLst/>
              </a:rPr>
              <a:t>contraseñas</a:t>
            </a:r>
            <a:r>
              <a:rPr lang="en-US" sz="2400" b="0" i="0" dirty="0">
                <a:effectLst/>
              </a:rPr>
              <a:t> </a:t>
            </a:r>
            <a:r>
              <a:rPr lang="en-US" sz="2400" b="0" i="0" dirty="0" err="1">
                <a:effectLst/>
              </a:rPr>
              <a:t>deben</a:t>
            </a:r>
            <a:r>
              <a:rPr lang="en-US" sz="2400" b="0" i="0" dirty="0">
                <a:effectLst/>
              </a:rPr>
              <a:t> ser </a:t>
            </a:r>
            <a:r>
              <a:rPr lang="en-US" sz="2400" b="0" i="0" dirty="0" err="1">
                <a:effectLst/>
              </a:rPr>
              <a:t>largas</a:t>
            </a:r>
            <a:r>
              <a:rPr lang="en-US" sz="2400" b="0" i="0" dirty="0">
                <a:effectLst/>
              </a:rPr>
              <a:t>, </a:t>
            </a:r>
            <a:r>
              <a:rPr lang="en-US" sz="2400" b="0" i="0" dirty="0" err="1">
                <a:effectLst/>
              </a:rPr>
              <a:t>complejas</a:t>
            </a:r>
            <a:r>
              <a:rPr lang="en-US" sz="2400" b="0" i="0" dirty="0">
                <a:effectLst/>
              </a:rPr>
              <a:t> y </a:t>
            </a:r>
            <a:r>
              <a:rPr lang="en-US" sz="2400" b="0" i="0" dirty="0" err="1">
                <a:effectLst/>
              </a:rPr>
              <a:t>difíciles</a:t>
            </a:r>
            <a:r>
              <a:rPr lang="en-US" sz="2400" b="0" i="0" dirty="0">
                <a:effectLst/>
              </a:rPr>
              <a:t> de </a:t>
            </a:r>
            <a:r>
              <a:rPr lang="en-US" sz="2400" b="0" i="0" dirty="0" err="1">
                <a:effectLst/>
              </a:rPr>
              <a:t>adivinar</a:t>
            </a:r>
            <a:r>
              <a:rPr lang="en-US" sz="2400" b="0" i="0" dirty="0">
                <a:effectLst/>
              </a:rPr>
              <a:t>.</a:t>
            </a:r>
          </a:p>
          <a:p>
            <a:pPr indent="-228600" defTabSz="914400">
              <a:spcBef>
                <a:spcPts val="0"/>
              </a:spcBef>
            </a:pPr>
            <a:r>
              <a:rPr lang="en-US" sz="2400" b="1" i="0" dirty="0" err="1">
                <a:effectLst/>
              </a:rPr>
              <a:t>Sincronización</a:t>
            </a:r>
            <a:r>
              <a:rPr lang="en-US" sz="2400" b="1" i="0" dirty="0">
                <a:effectLst/>
              </a:rPr>
              <a:t> </a:t>
            </a:r>
            <a:r>
              <a:rPr lang="en-US" sz="2400" b="1" i="0" dirty="0" err="1">
                <a:effectLst/>
              </a:rPr>
              <a:t>multiplataforma</a:t>
            </a:r>
            <a:r>
              <a:rPr lang="en-US" sz="2400" b="1" i="0" dirty="0">
                <a:effectLst/>
              </a:rPr>
              <a:t>: </a:t>
            </a:r>
            <a:r>
              <a:rPr lang="en-US" sz="2400" b="0" i="0" dirty="0">
                <a:effectLst/>
              </a:rPr>
              <a:t>Un </a:t>
            </a:r>
            <a:r>
              <a:rPr lang="en-US" sz="2400" b="0" i="0" dirty="0" err="1">
                <a:effectLst/>
              </a:rPr>
              <a:t>buen</a:t>
            </a:r>
            <a:r>
              <a:rPr lang="en-US" sz="2400" b="0" i="0" dirty="0">
                <a:effectLst/>
              </a:rPr>
              <a:t> gestor de </a:t>
            </a:r>
            <a:r>
              <a:rPr lang="en-US" sz="2400" b="0" i="0" dirty="0" err="1">
                <a:effectLst/>
              </a:rPr>
              <a:t>contraseñas</a:t>
            </a:r>
            <a:r>
              <a:rPr lang="en-US" sz="2400" b="0" i="0" dirty="0">
                <a:effectLst/>
              </a:rPr>
              <a:t> </a:t>
            </a:r>
            <a:r>
              <a:rPr lang="en-US" sz="2400" b="0" i="0" dirty="0" err="1">
                <a:effectLst/>
              </a:rPr>
              <a:t>debe</a:t>
            </a:r>
            <a:r>
              <a:rPr lang="en-US" sz="2400" b="0" i="0" dirty="0">
                <a:effectLst/>
              </a:rPr>
              <a:t> ser </a:t>
            </a:r>
            <a:r>
              <a:rPr lang="en-US" sz="2400" b="0" i="0" dirty="0" err="1">
                <a:effectLst/>
              </a:rPr>
              <a:t>capaz</a:t>
            </a:r>
            <a:r>
              <a:rPr lang="en-US" sz="2400" b="0" i="0" dirty="0">
                <a:effectLst/>
              </a:rPr>
              <a:t> de </a:t>
            </a:r>
            <a:r>
              <a:rPr lang="en-US" sz="2400" b="0" i="0" dirty="0" err="1">
                <a:effectLst/>
              </a:rPr>
              <a:t>sincronizarse</a:t>
            </a:r>
            <a:r>
              <a:rPr lang="en-US" sz="2400" b="0" i="0" dirty="0">
                <a:effectLst/>
              </a:rPr>
              <a:t> </a:t>
            </a:r>
            <a:r>
              <a:rPr lang="en-US" sz="2400" b="0" i="0" dirty="0" err="1">
                <a:effectLst/>
              </a:rPr>
              <a:t>en</a:t>
            </a:r>
            <a:r>
              <a:rPr lang="en-US" sz="2400" b="0" i="0" dirty="0">
                <a:effectLst/>
              </a:rPr>
              <a:t> </a:t>
            </a:r>
            <a:r>
              <a:rPr lang="en-US" sz="2400" b="0" i="0" dirty="0" err="1">
                <a:effectLst/>
              </a:rPr>
              <a:t>diferentes</a:t>
            </a:r>
            <a:r>
              <a:rPr lang="en-US" sz="2400" b="0" i="0" dirty="0">
                <a:effectLst/>
              </a:rPr>
              <a:t> </a:t>
            </a:r>
            <a:r>
              <a:rPr lang="en-US" sz="2400" b="0" i="0" dirty="0" err="1">
                <a:effectLst/>
              </a:rPr>
              <a:t>plataformas</a:t>
            </a:r>
            <a:r>
              <a:rPr lang="en-US" sz="2400" b="0" i="0" dirty="0">
                <a:effectLst/>
              </a:rPr>
              <a:t> y </a:t>
            </a:r>
            <a:r>
              <a:rPr lang="en-US" sz="2400" b="0" i="0" dirty="0" err="1">
                <a:effectLst/>
              </a:rPr>
              <a:t>dispositivos</a:t>
            </a:r>
            <a:r>
              <a:rPr lang="en-US" sz="2400" b="0" i="0" dirty="0">
                <a:effectLst/>
              </a:rPr>
              <a:t>. </a:t>
            </a:r>
            <a:r>
              <a:rPr lang="en-US" sz="2400" b="0" i="0" dirty="0" err="1">
                <a:effectLst/>
              </a:rPr>
              <a:t>Esto</a:t>
            </a:r>
            <a:r>
              <a:rPr lang="en-US" sz="2400" b="0" i="0" dirty="0">
                <a:effectLst/>
              </a:rPr>
              <a:t> </a:t>
            </a:r>
            <a:r>
              <a:rPr lang="en-US" sz="2400" b="0" i="0" dirty="0" err="1">
                <a:effectLst/>
              </a:rPr>
              <a:t>significa</a:t>
            </a:r>
            <a:r>
              <a:rPr lang="en-US" sz="2400" b="0" i="0" dirty="0">
                <a:effectLst/>
              </a:rPr>
              <a:t> que </a:t>
            </a:r>
            <a:r>
              <a:rPr lang="en-US" sz="2400" b="0" i="0" dirty="0" err="1">
                <a:effectLst/>
              </a:rPr>
              <a:t>puedes</a:t>
            </a:r>
            <a:r>
              <a:rPr lang="en-US" sz="2400" b="0" i="0" dirty="0">
                <a:effectLst/>
              </a:rPr>
              <a:t> acceder a </a:t>
            </a:r>
            <a:r>
              <a:rPr lang="en-US" sz="2400" b="0" i="0" dirty="0" err="1">
                <a:effectLst/>
              </a:rPr>
              <a:t>tus</a:t>
            </a:r>
            <a:r>
              <a:rPr lang="en-US" sz="2400" b="0" i="0" dirty="0">
                <a:effectLst/>
              </a:rPr>
              <a:t> </a:t>
            </a:r>
            <a:r>
              <a:rPr lang="en-US" sz="2400" b="0" i="0" dirty="0" err="1">
                <a:effectLst/>
              </a:rPr>
              <a:t>contraseñas</a:t>
            </a:r>
            <a:r>
              <a:rPr lang="en-US" sz="2400" b="0" i="0" dirty="0">
                <a:effectLst/>
              </a:rPr>
              <a:t> </a:t>
            </a:r>
            <a:r>
              <a:rPr lang="en-US" sz="2400" b="0" i="0" dirty="0" err="1">
                <a:effectLst/>
              </a:rPr>
              <a:t>desde</a:t>
            </a:r>
            <a:r>
              <a:rPr lang="en-US" sz="2400" b="0" i="0" dirty="0">
                <a:effectLst/>
              </a:rPr>
              <a:t> </a:t>
            </a:r>
            <a:r>
              <a:rPr lang="en-US" sz="2400" b="0" i="0" dirty="0" err="1">
                <a:effectLst/>
              </a:rPr>
              <a:t>cualquier</a:t>
            </a:r>
            <a:r>
              <a:rPr lang="en-US" sz="2400" b="0" i="0" dirty="0">
                <a:effectLst/>
              </a:rPr>
              <a:t> </a:t>
            </a:r>
            <a:r>
              <a:rPr lang="en-US" sz="2400" b="0" i="0" dirty="0" err="1">
                <a:effectLst/>
              </a:rPr>
              <a:t>dispositivo</a:t>
            </a:r>
            <a:r>
              <a:rPr lang="en-US" sz="2400" b="0" i="0" dirty="0">
                <a:effectLst/>
              </a:rPr>
              <a:t> con </a:t>
            </a:r>
            <a:r>
              <a:rPr lang="en-US" sz="2400" b="0" i="0" dirty="0" err="1">
                <a:effectLst/>
              </a:rPr>
              <a:t>conexión</a:t>
            </a:r>
            <a:r>
              <a:rPr lang="en-US" sz="2400" b="0" i="0" dirty="0">
                <a:effectLst/>
              </a:rPr>
              <a:t> a Internet.</a:t>
            </a:r>
          </a:p>
          <a:p>
            <a:pPr indent="-228600" defTabSz="914400">
              <a:spcBef>
                <a:spcPts val="0"/>
              </a:spcBef>
            </a:pPr>
            <a:r>
              <a:rPr lang="en-US" sz="2400" b="1" i="0" dirty="0">
                <a:effectLst/>
              </a:rPr>
              <a:t>Copia de </a:t>
            </a:r>
            <a:r>
              <a:rPr lang="en-US" sz="2400" b="1" i="0" dirty="0" err="1">
                <a:effectLst/>
              </a:rPr>
              <a:t>seguridad</a:t>
            </a:r>
            <a:r>
              <a:rPr lang="en-US" sz="2400" b="1" i="0" dirty="0">
                <a:effectLst/>
              </a:rPr>
              <a:t> y </a:t>
            </a:r>
            <a:r>
              <a:rPr lang="en-US" sz="2400" b="1" i="0" dirty="0" err="1">
                <a:effectLst/>
              </a:rPr>
              <a:t>restauración</a:t>
            </a:r>
            <a:r>
              <a:rPr lang="en-US" sz="2400" b="0" i="0" dirty="0">
                <a:effectLst/>
              </a:rPr>
              <a:t>: Un </a:t>
            </a:r>
            <a:r>
              <a:rPr lang="en-US" sz="2400" b="0" i="0" dirty="0" err="1">
                <a:effectLst/>
              </a:rPr>
              <a:t>buen</a:t>
            </a:r>
            <a:r>
              <a:rPr lang="en-US" sz="2400" b="0" i="0" dirty="0">
                <a:effectLst/>
              </a:rPr>
              <a:t> gestor de </a:t>
            </a:r>
            <a:r>
              <a:rPr lang="en-US" sz="2400" b="0" i="0" dirty="0" err="1">
                <a:effectLst/>
              </a:rPr>
              <a:t>contraseñas</a:t>
            </a:r>
            <a:r>
              <a:rPr lang="en-US" sz="2400" b="0" i="0" dirty="0">
                <a:effectLst/>
              </a:rPr>
              <a:t> </a:t>
            </a:r>
            <a:r>
              <a:rPr lang="en-US" sz="2400" b="0" i="0" dirty="0" err="1">
                <a:effectLst/>
              </a:rPr>
              <a:t>debe</a:t>
            </a:r>
            <a:r>
              <a:rPr lang="en-US" sz="2400" b="0" i="0" dirty="0">
                <a:effectLst/>
              </a:rPr>
              <a:t> </a:t>
            </a:r>
            <a:r>
              <a:rPr lang="en-US" sz="2400" b="0" i="0" dirty="0" err="1">
                <a:effectLst/>
              </a:rPr>
              <a:t>tener</a:t>
            </a:r>
            <a:r>
              <a:rPr lang="en-US" sz="2400" b="0" i="0" dirty="0">
                <a:effectLst/>
              </a:rPr>
              <a:t> un </a:t>
            </a:r>
            <a:r>
              <a:rPr lang="en-US" sz="2400" b="0" i="0" dirty="0" err="1">
                <a:effectLst/>
              </a:rPr>
              <a:t>sistema</a:t>
            </a:r>
            <a:r>
              <a:rPr lang="en-US" sz="2400" b="0" i="0" dirty="0">
                <a:effectLst/>
              </a:rPr>
              <a:t> de </a:t>
            </a:r>
            <a:r>
              <a:rPr lang="en-US" sz="2400" b="0" i="0" dirty="0" err="1">
                <a:effectLst/>
              </a:rPr>
              <a:t>copia</a:t>
            </a:r>
            <a:r>
              <a:rPr lang="en-US" sz="2400" b="0" i="0" dirty="0">
                <a:effectLst/>
              </a:rPr>
              <a:t> de </a:t>
            </a:r>
            <a:r>
              <a:rPr lang="en-US" sz="2400" b="0" i="0" dirty="0" err="1">
                <a:effectLst/>
              </a:rPr>
              <a:t>seguridad</a:t>
            </a:r>
            <a:r>
              <a:rPr lang="en-US" sz="2400" b="0" i="0" dirty="0">
                <a:effectLst/>
              </a:rPr>
              <a:t> y </a:t>
            </a:r>
            <a:r>
              <a:rPr lang="en-US" sz="2400" b="0" i="0" dirty="0" err="1">
                <a:effectLst/>
              </a:rPr>
              <a:t>restauración</a:t>
            </a:r>
            <a:r>
              <a:rPr lang="en-US" sz="2400" b="0" i="0" dirty="0">
                <a:effectLst/>
              </a:rPr>
              <a:t> para </a:t>
            </a:r>
            <a:r>
              <a:rPr lang="en-US" sz="2400" b="0" i="0" dirty="0" err="1">
                <a:effectLst/>
              </a:rPr>
              <a:t>evitar</a:t>
            </a:r>
            <a:r>
              <a:rPr lang="en-US" sz="2400" b="0" i="0" dirty="0">
                <a:effectLst/>
              </a:rPr>
              <a:t> la </a:t>
            </a:r>
            <a:r>
              <a:rPr lang="en-US" sz="2400" b="0" i="0" dirty="0" err="1">
                <a:effectLst/>
              </a:rPr>
              <a:t>pérdida</a:t>
            </a:r>
            <a:r>
              <a:rPr lang="en-US" sz="2400" b="0" i="0" dirty="0">
                <a:effectLst/>
              </a:rPr>
              <a:t> de </a:t>
            </a:r>
            <a:r>
              <a:rPr lang="en-US" sz="2400" b="0" i="0" dirty="0" err="1">
                <a:effectLst/>
              </a:rPr>
              <a:t>tus</a:t>
            </a:r>
            <a:r>
              <a:rPr lang="en-US" sz="2400" b="0" i="0" dirty="0">
                <a:effectLst/>
              </a:rPr>
              <a:t> </a:t>
            </a:r>
            <a:r>
              <a:rPr lang="en-US" sz="2400" b="0" i="0" dirty="0" err="1">
                <a:effectLst/>
              </a:rPr>
              <a:t>contraseñas</a:t>
            </a:r>
            <a:r>
              <a:rPr lang="en-US" sz="2400" b="0" i="0" dirty="0">
                <a:effectLst/>
              </a:rPr>
              <a:t> </a:t>
            </a:r>
            <a:r>
              <a:rPr lang="en-US" sz="2400" b="0" i="0" dirty="0" err="1">
                <a:effectLst/>
              </a:rPr>
              <a:t>en</a:t>
            </a:r>
            <a:r>
              <a:rPr lang="en-US" sz="2400" b="0" i="0" dirty="0">
                <a:effectLst/>
              </a:rPr>
              <a:t> </a:t>
            </a:r>
            <a:r>
              <a:rPr lang="en-US" sz="2400" b="0" i="0" dirty="0" err="1">
                <a:effectLst/>
              </a:rPr>
              <a:t>caso</a:t>
            </a:r>
            <a:r>
              <a:rPr lang="en-US" sz="2400" b="0" i="0" dirty="0">
                <a:effectLst/>
              </a:rPr>
              <a:t> de un </a:t>
            </a:r>
            <a:r>
              <a:rPr lang="en-US" sz="2400" b="0" i="0" dirty="0" err="1">
                <a:effectLst/>
              </a:rPr>
              <a:t>fallo</a:t>
            </a:r>
            <a:r>
              <a:rPr lang="en-US" sz="2400" b="0" i="0" dirty="0">
                <a:effectLst/>
              </a:rPr>
              <a:t> </a:t>
            </a:r>
            <a:r>
              <a:rPr lang="en-US" sz="2400" b="0" i="0" dirty="0" err="1">
                <a:effectLst/>
              </a:rPr>
              <a:t>técnico</a:t>
            </a:r>
            <a:r>
              <a:rPr lang="en-US" sz="2400" b="0" i="0" dirty="0">
                <a:effectLst/>
              </a:rPr>
              <a:t>.</a:t>
            </a:r>
          </a:p>
          <a:p>
            <a:pPr indent="-228600" defTabSz="914400">
              <a:spcBef>
                <a:spcPts val="0"/>
              </a:spcBef>
            </a:pPr>
            <a:r>
              <a:rPr lang="en-US" sz="2400" b="1" i="0" dirty="0" err="1">
                <a:effectLst/>
              </a:rPr>
              <a:t>Auditoría</a:t>
            </a:r>
            <a:r>
              <a:rPr lang="en-US" sz="2400" b="1" i="0" dirty="0">
                <a:effectLst/>
              </a:rPr>
              <a:t> de </a:t>
            </a:r>
            <a:r>
              <a:rPr lang="en-US" sz="2400" b="1" i="0" dirty="0" err="1">
                <a:effectLst/>
              </a:rPr>
              <a:t>seguridad</a:t>
            </a:r>
            <a:r>
              <a:rPr lang="en-US" sz="2400" b="1" i="0" dirty="0">
                <a:effectLst/>
              </a:rPr>
              <a:t>: </a:t>
            </a:r>
            <a:r>
              <a:rPr lang="en-US" sz="2400" b="0" i="0" dirty="0">
                <a:effectLst/>
              </a:rPr>
              <a:t>Un </a:t>
            </a:r>
            <a:r>
              <a:rPr lang="en-US" sz="2400" b="0" i="0" dirty="0" err="1">
                <a:effectLst/>
              </a:rPr>
              <a:t>buen</a:t>
            </a:r>
            <a:r>
              <a:rPr lang="en-US" sz="2400" b="0" i="0" dirty="0">
                <a:effectLst/>
              </a:rPr>
              <a:t> gestor de </a:t>
            </a:r>
            <a:r>
              <a:rPr lang="en-US" sz="2400" b="0" i="0" dirty="0" err="1">
                <a:effectLst/>
              </a:rPr>
              <a:t>contraseñas</a:t>
            </a:r>
            <a:r>
              <a:rPr lang="en-US" sz="2400" b="0" i="0" dirty="0">
                <a:effectLst/>
              </a:rPr>
              <a:t> </a:t>
            </a:r>
            <a:r>
              <a:rPr lang="en-US" sz="2400" b="0" i="0" dirty="0" err="1">
                <a:effectLst/>
              </a:rPr>
              <a:t>debe</a:t>
            </a:r>
            <a:r>
              <a:rPr lang="en-US" sz="2400" b="0" i="0" dirty="0">
                <a:effectLst/>
              </a:rPr>
              <a:t> </a:t>
            </a:r>
            <a:r>
              <a:rPr lang="en-US" sz="2400" b="0" i="0" dirty="0" err="1">
                <a:effectLst/>
              </a:rPr>
              <a:t>tener</a:t>
            </a:r>
            <a:r>
              <a:rPr lang="en-US" sz="2400" b="0" i="0" dirty="0">
                <a:effectLst/>
              </a:rPr>
              <a:t> </a:t>
            </a:r>
            <a:r>
              <a:rPr lang="en-US" sz="2400" b="0" i="0" dirty="0" err="1">
                <a:effectLst/>
              </a:rPr>
              <a:t>auditoría</a:t>
            </a:r>
            <a:r>
              <a:rPr lang="en-US" sz="2400" b="0" i="0" dirty="0">
                <a:effectLst/>
              </a:rPr>
              <a:t> de </a:t>
            </a:r>
            <a:r>
              <a:rPr lang="en-US" sz="2400" b="0" i="0" dirty="0" err="1">
                <a:effectLst/>
              </a:rPr>
              <a:t>seguridad</a:t>
            </a:r>
            <a:r>
              <a:rPr lang="en-US" sz="2400" b="0" i="0" dirty="0">
                <a:effectLst/>
              </a:rPr>
              <a:t>, lo que </a:t>
            </a:r>
            <a:r>
              <a:rPr lang="en-US" sz="2400" b="0" i="0" dirty="0" err="1">
                <a:effectLst/>
              </a:rPr>
              <a:t>significa</a:t>
            </a:r>
            <a:r>
              <a:rPr lang="en-US" sz="2400" b="0" i="0" dirty="0">
                <a:effectLst/>
              </a:rPr>
              <a:t> que se </a:t>
            </a:r>
            <a:r>
              <a:rPr lang="en-US" sz="2400" b="0" i="0" dirty="0" err="1">
                <a:effectLst/>
              </a:rPr>
              <a:t>realizan</a:t>
            </a:r>
            <a:r>
              <a:rPr lang="en-US" sz="2400" b="0" i="0" dirty="0">
                <a:effectLst/>
              </a:rPr>
              <a:t> </a:t>
            </a:r>
            <a:r>
              <a:rPr lang="en-US" sz="2400" b="0" i="0" dirty="0" err="1">
                <a:effectLst/>
              </a:rPr>
              <a:t>regularmente</a:t>
            </a:r>
            <a:r>
              <a:rPr lang="en-US" sz="2400" b="0" i="0" dirty="0">
                <a:effectLst/>
              </a:rPr>
              <a:t> </a:t>
            </a:r>
            <a:r>
              <a:rPr lang="en-US" sz="2400" b="0" i="0" dirty="0" err="1">
                <a:effectLst/>
              </a:rPr>
              <a:t>pruebas</a:t>
            </a:r>
            <a:r>
              <a:rPr lang="en-US" sz="2400" b="0" i="0" dirty="0">
                <a:effectLst/>
              </a:rPr>
              <a:t> de </a:t>
            </a:r>
            <a:r>
              <a:rPr lang="en-US" sz="2400" b="0" i="0" dirty="0" err="1">
                <a:effectLst/>
              </a:rPr>
              <a:t>seguridad</a:t>
            </a:r>
            <a:r>
              <a:rPr lang="en-US" sz="2400" b="0" i="0" dirty="0">
                <a:effectLst/>
              </a:rPr>
              <a:t> para </a:t>
            </a:r>
            <a:r>
              <a:rPr lang="en-US" sz="2400" b="0" i="0" dirty="0" err="1">
                <a:effectLst/>
              </a:rPr>
              <a:t>garantizar</a:t>
            </a:r>
            <a:r>
              <a:rPr lang="en-US" sz="2400" b="0" i="0" dirty="0">
                <a:effectLst/>
              </a:rPr>
              <a:t> que </a:t>
            </a:r>
            <a:r>
              <a:rPr lang="en-US" sz="2400" b="0" i="0" dirty="0" err="1">
                <a:effectLst/>
              </a:rPr>
              <a:t>tu</a:t>
            </a:r>
            <a:r>
              <a:rPr lang="en-US" sz="2400" b="0" i="0" dirty="0">
                <a:effectLst/>
              </a:rPr>
              <a:t> </a:t>
            </a:r>
            <a:r>
              <a:rPr lang="en-US" sz="2400" b="0" i="0" dirty="0" err="1">
                <a:effectLst/>
              </a:rPr>
              <a:t>información</a:t>
            </a:r>
            <a:r>
              <a:rPr lang="en-US" sz="2400" b="0" i="0" dirty="0">
                <a:effectLst/>
              </a:rPr>
              <a:t> se </a:t>
            </a:r>
            <a:r>
              <a:rPr lang="en-US" sz="2400" b="0" i="0" dirty="0" err="1">
                <a:effectLst/>
              </a:rPr>
              <a:t>mantenga</a:t>
            </a:r>
            <a:r>
              <a:rPr lang="en-US" sz="2400" b="0" i="0" dirty="0">
                <a:effectLst/>
              </a:rPr>
              <a:t> </a:t>
            </a:r>
            <a:r>
              <a:rPr lang="en-US" sz="2400" b="0" i="0" dirty="0" err="1">
                <a:effectLst/>
              </a:rPr>
              <a:t>segura</a:t>
            </a:r>
            <a:r>
              <a:rPr lang="en-US" sz="2400" b="0" i="0" dirty="0">
                <a:effectLst/>
              </a:rPr>
              <a:t>.</a:t>
            </a:r>
          </a:p>
          <a:p>
            <a:pPr marL="0" indent="-228600" defTabSz="914400">
              <a:spcBef>
                <a:spcPts val="0"/>
              </a:spcBef>
            </a:pPr>
            <a:endParaRPr lang="en-US" sz="2400" dirty="0"/>
          </a:p>
          <a:p>
            <a:pPr marL="0" indent="-228600" defTabSz="914400">
              <a:spcBef>
                <a:spcPts val="0"/>
              </a:spcBef>
            </a:pPr>
            <a:r>
              <a:rPr lang="en-US" sz="2400" b="0" i="0" dirty="0" err="1">
                <a:effectLst/>
              </a:rPr>
              <a:t>Algunos</a:t>
            </a:r>
            <a:r>
              <a:rPr lang="en-US" sz="2400" b="0" i="0" dirty="0">
                <a:effectLst/>
              </a:rPr>
              <a:t> </a:t>
            </a:r>
            <a:r>
              <a:rPr lang="en-US" sz="2400" b="0" i="0" dirty="0" err="1">
                <a:effectLst/>
              </a:rPr>
              <a:t>ejemplos</a:t>
            </a:r>
            <a:r>
              <a:rPr lang="en-US" sz="2400" b="0" i="0" dirty="0">
                <a:effectLst/>
              </a:rPr>
              <a:t> de </a:t>
            </a:r>
            <a:r>
              <a:rPr lang="en-US" sz="2400" b="0" i="0" dirty="0" err="1">
                <a:effectLst/>
              </a:rPr>
              <a:t>gestores</a:t>
            </a:r>
            <a:r>
              <a:rPr lang="en-US" sz="2400" b="0" i="0" dirty="0">
                <a:effectLst/>
              </a:rPr>
              <a:t> de </a:t>
            </a:r>
            <a:r>
              <a:rPr lang="en-US" sz="2400" b="0" i="0" dirty="0" err="1">
                <a:effectLst/>
              </a:rPr>
              <a:t>contraseñas</a:t>
            </a:r>
            <a:r>
              <a:rPr lang="en-US" sz="2400" b="0" i="0" dirty="0">
                <a:effectLst/>
              </a:rPr>
              <a:t> </a:t>
            </a:r>
            <a:r>
              <a:rPr lang="en-US" sz="2400" b="0" i="0" dirty="0" err="1">
                <a:effectLst/>
              </a:rPr>
              <a:t>seguros</a:t>
            </a:r>
            <a:r>
              <a:rPr lang="en-US" sz="2400" b="0" i="0" dirty="0">
                <a:effectLst/>
              </a:rPr>
              <a:t> son </a:t>
            </a:r>
            <a:r>
              <a:rPr lang="en-US" sz="2400" b="1" i="0" dirty="0">
                <a:effectLst/>
              </a:rPr>
              <a:t>LastPass, </a:t>
            </a:r>
            <a:r>
              <a:rPr lang="en-US" sz="2400" b="1" i="0" dirty="0" err="1">
                <a:effectLst/>
              </a:rPr>
              <a:t>Dashlane</a:t>
            </a:r>
            <a:r>
              <a:rPr lang="en-US" sz="2400" b="1" i="0" dirty="0">
                <a:effectLst/>
              </a:rPr>
              <a:t>, 1Password y KeePass</a:t>
            </a:r>
            <a:r>
              <a:rPr lang="en-US" sz="2400" b="0" i="0" dirty="0">
                <a:effectLst/>
              </a:rPr>
              <a:t>. Es </a:t>
            </a:r>
            <a:r>
              <a:rPr lang="en-US" sz="2400" b="0" i="0" dirty="0" err="1">
                <a:effectLst/>
              </a:rPr>
              <a:t>importante</a:t>
            </a:r>
            <a:r>
              <a:rPr lang="en-US" sz="2400" b="0" i="0" dirty="0">
                <a:effectLst/>
              </a:rPr>
              <a:t> </a:t>
            </a:r>
            <a:r>
              <a:rPr lang="en-US" sz="2400" b="0" i="0" dirty="0" err="1">
                <a:effectLst/>
              </a:rPr>
              <a:t>investigar</a:t>
            </a:r>
            <a:r>
              <a:rPr lang="en-US" sz="2400" b="0" i="0" dirty="0">
                <a:effectLst/>
              </a:rPr>
              <a:t> y </a:t>
            </a:r>
            <a:r>
              <a:rPr lang="en-US" sz="2400" b="0" i="0" dirty="0" err="1">
                <a:effectLst/>
              </a:rPr>
              <a:t>elegir</a:t>
            </a:r>
            <a:r>
              <a:rPr lang="en-US" sz="2400" b="0" i="0" dirty="0">
                <a:effectLst/>
              </a:rPr>
              <a:t> </a:t>
            </a:r>
            <a:r>
              <a:rPr lang="en-US" sz="2400" b="0" i="0" dirty="0" err="1">
                <a:effectLst/>
              </a:rPr>
              <a:t>una</a:t>
            </a:r>
            <a:r>
              <a:rPr lang="en-US" sz="2400" b="0" i="0" dirty="0">
                <a:effectLst/>
              </a:rPr>
              <a:t> </a:t>
            </a:r>
            <a:r>
              <a:rPr lang="en-US" sz="2400" b="0" i="0" dirty="0" err="1">
                <a:effectLst/>
              </a:rPr>
              <a:t>herramienta</a:t>
            </a:r>
            <a:r>
              <a:rPr lang="en-US" sz="2400" b="0" i="0" dirty="0">
                <a:effectLst/>
              </a:rPr>
              <a:t> que se </a:t>
            </a:r>
            <a:r>
              <a:rPr lang="en-US" sz="2400" b="0" i="0" dirty="0" err="1">
                <a:effectLst/>
              </a:rPr>
              <a:t>adapte</a:t>
            </a:r>
            <a:r>
              <a:rPr lang="en-US" sz="2400" b="0" i="0" dirty="0">
                <a:effectLst/>
              </a:rPr>
              <a:t> a </a:t>
            </a:r>
            <a:r>
              <a:rPr lang="en-US" sz="2400" b="0" i="0" dirty="0" err="1">
                <a:effectLst/>
              </a:rPr>
              <a:t>tus</a:t>
            </a:r>
            <a:r>
              <a:rPr lang="en-US" sz="2400" b="0" i="0" dirty="0">
                <a:effectLst/>
              </a:rPr>
              <a:t> </a:t>
            </a:r>
            <a:r>
              <a:rPr lang="en-US" sz="2400" b="0" i="0" dirty="0" err="1">
                <a:effectLst/>
              </a:rPr>
              <a:t>necesidades</a:t>
            </a:r>
            <a:r>
              <a:rPr lang="en-US" sz="2400" b="0" i="0" dirty="0">
                <a:effectLst/>
              </a:rPr>
              <a:t> y que </a:t>
            </a:r>
            <a:r>
              <a:rPr lang="en-US" sz="2400" b="0" i="0" dirty="0" err="1">
                <a:effectLst/>
              </a:rPr>
              <a:t>tenga</a:t>
            </a:r>
            <a:r>
              <a:rPr lang="en-US" sz="2400" b="0" i="0" dirty="0">
                <a:effectLst/>
              </a:rPr>
              <a:t> </a:t>
            </a:r>
            <a:r>
              <a:rPr lang="en-US" sz="2400" b="0" i="0" dirty="0" err="1">
                <a:effectLst/>
              </a:rPr>
              <a:t>características</a:t>
            </a:r>
            <a:r>
              <a:rPr lang="en-US" sz="2400" b="0" i="0" dirty="0">
                <a:effectLst/>
              </a:rPr>
              <a:t> de </a:t>
            </a:r>
            <a:r>
              <a:rPr lang="en-US" sz="2400" b="0" i="0" dirty="0" err="1">
                <a:effectLst/>
              </a:rPr>
              <a:t>seguridad</a:t>
            </a:r>
            <a:r>
              <a:rPr lang="en-US" sz="2400" b="0" i="0" dirty="0">
                <a:effectLst/>
              </a:rPr>
              <a:t> </a:t>
            </a:r>
            <a:r>
              <a:rPr lang="en-US" sz="2400" b="0" i="0" dirty="0" err="1">
                <a:effectLst/>
              </a:rPr>
              <a:t>sólidas</a:t>
            </a:r>
            <a:r>
              <a:rPr lang="en-US" sz="2400" b="0" i="0" dirty="0">
                <a:effectLst/>
              </a:rPr>
              <a:t>.</a:t>
            </a:r>
          </a:p>
          <a:p>
            <a:pPr indent="-228600" defTabSz="914400"/>
            <a:endParaRPr lang="en-US" sz="2400" dirty="0"/>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B1457986-329C-F567-06C8-38FBE4B4B740}"/>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248451989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87C619C-EBAB-488E-96B9-153AA4C9B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30DA1C1-36FD-41D8-9826-EE797BF39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906624" cy="13716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B508EAC3-BE7D-807C-B8BB-289550534D10}"/>
              </a:ext>
            </a:extLst>
          </p:cNvPr>
          <p:cNvSpPr>
            <a:spLocks noGrp="1"/>
          </p:cNvSpPr>
          <p:nvPr>
            <p:ph type="title" idx="4294967295"/>
          </p:nvPr>
        </p:nvSpPr>
        <p:spPr>
          <a:xfrm>
            <a:off x="1676400" y="969264"/>
            <a:ext cx="12163426" cy="7132320"/>
          </a:xfrm>
        </p:spPr>
        <p:txBody>
          <a:bodyPr vert="horz" lIns="91440" tIns="45720" rIns="91440" bIns="45720" rtlCol="0" anchor="b">
            <a:normAutofit fontScale="90000"/>
          </a:bodyPr>
          <a:lstStyle/>
          <a:p>
            <a:pPr defTabSz="914400"/>
            <a:r>
              <a:rPr lang="en-US" sz="3300" b="1" dirty="0" err="1">
                <a:solidFill>
                  <a:srgbClr val="FFFFFF"/>
                </a:solidFill>
              </a:rPr>
              <a:t>Configuración</a:t>
            </a:r>
            <a:r>
              <a:rPr lang="en-US" sz="3300" b="1" dirty="0">
                <a:solidFill>
                  <a:srgbClr val="FFFFFF"/>
                </a:solidFill>
              </a:rPr>
              <a:t> de </a:t>
            </a:r>
            <a:r>
              <a:rPr lang="en-US" sz="3300" b="1" dirty="0" err="1">
                <a:solidFill>
                  <a:srgbClr val="FFFFFF"/>
                </a:solidFill>
              </a:rPr>
              <a:t>autenticación</a:t>
            </a:r>
            <a:r>
              <a:rPr lang="en-US" sz="3300" b="1" dirty="0">
                <a:solidFill>
                  <a:srgbClr val="FFFFFF"/>
                </a:solidFill>
              </a:rPr>
              <a:t> </a:t>
            </a:r>
            <a:r>
              <a:rPr lang="en-US" sz="3300" b="1" dirty="0" err="1">
                <a:solidFill>
                  <a:srgbClr val="FFFFFF"/>
                </a:solidFill>
              </a:rPr>
              <a:t>en</a:t>
            </a:r>
            <a:r>
              <a:rPr lang="en-US" sz="3300" b="1" dirty="0">
                <a:solidFill>
                  <a:srgbClr val="FFFFFF"/>
                </a:solidFill>
              </a:rPr>
              <a:t> dos pasos: Gmail</a:t>
            </a:r>
            <a:br>
              <a:rPr lang="en-US" sz="3300" dirty="0">
                <a:solidFill>
                  <a:srgbClr val="FFFFFF"/>
                </a:solidFill>
              </a:rPr>
            </a:br>
            <a:br>
              <a:rPr lang="en-US" sz="3300" dirty="0">
                <a:solidFill>
                  <a:srgbClr val="FFFFFF"/>
                </a:solidFill>
              </a:rPr>
            </a:br>
            <a:r>
              <a:rPr lang="en-US" sz="3300" dirty="0">
                <a:solidFill>
                  <a:srgbClr val="FFFFFF"/>
                </a:solidFill>
              </a:rPr>
              <a:t>1º </a:t>
            </a:r>
            <a:r>
              <a:rPr lang="en-US" sz="3300" dirty="0" err="1">
                <a:solidFill>
                  <a:srgbClr val="FFFFFF"/>
                </a:solidFill>
              </a:rPr>
              <a:t>Inicia</a:t>
            </a:r>
            <a:r>
              <a:rPr lang="en-US" sz="3300" dirty="0">
                <a:solidFill>
                  <a:srgbClr val="FFFFFF"/>
                </a:solidFill>
              </a:rPr>
              <a:t> </a:t>
            </a:r>
            <a:r>
              <a:rPr lang="en-US" sz="3300" dirty="0" err="1">
                <a:solidFill>
                  <a:srgbClr val="FFFFFF"/>
                </a:solidFill>
              </a:rPr>
              <a:t>sesión</a:t>
            </a:r>
            <a:r>
              <a:rPr lang="en-US" sz="3300" dirty="0">
                <a:solidFill>
                  <a:srgbClr val="FFFFFF"/>
                </a:solidFill>
              </a:rPr>
              <a:t> </a:t>
            </a:r>
            <a:r>
              <a:rPr lang="en-US" sz="3300" dirty="0" err="1">
                <a:solidFill>
                  <a:srgbClr val="FFFFFF"/>
                </a:solidFill>
              </a:rPr>
              <a:t>en</a:t>
            </a:r>
            <a:r>
              <a:rPr lang="en-US" sz="3300" dirty="0">
                <a:solidFill>
                  <a:srgbClr val="FFFFFF"/>
                </a:solidFill>
              </a:rPr>
              <a:t> </a:t>
            </a:r>
            <a:r>
              <a:rPr lang="en-US" sz="3300" dirty="0" err="1">
                <a:solidFill>
                  <a:srgbClr val="FFFFFF"/>
                </a:solidFill>
              </a:rPr>
              <a:t>tu</a:t>
            </a:r>
            <a:r>
              <a:rPr lang="en-US" sz="3300" dirty="0">
                <a:solidFill>
                  <a:srgbClr val="FFFFFF"/>
                </a:solidFill>
              </a:rPr>
              <a:t> </a:t>
            </a:r>
            <a:r>
              <a:rPr lang="en-US" sz="3300" dirty="0" err="1">
                <a:solidFill>
                  <a:srgbClr val="FFFFFF"/>
                </a:solidFill>
              </a:rPr>
              <a:t>cuenta</a:t>
            </a:r>
            <a:r>
              <a:rPr lang="en-US" sz="3300" dirty="0">
                <a:solidFill>
                  <a:srgbClr val="FFFFFF"/>
                </a:solidFill>
              </a:rPr>
              <a:t> de Gmail.</a:t>
            </a:r>
            <a:br>
              <a:rPr lang="en-US" sz="3300" dirty="0">
                <a:solidFill>
                  <a:srgbClr val="FFFFFF"/>
                </a:solidFill>
              </a:rPr>
            </a:br>
            <a:br>
              <a:rPr lang="en-US" sz="3300" dirty="0">
                <a:solidFill>
                  <a:srgbClr val="FFFFFF"/>
                </a:solidFill>
              </a:rPr>
            </a:br>
            <a:r>
              <a:rPr lang="en-US" sz="3300" dirty="0">
                <a:solidFill>
                  <a:srgbClr val="FFFFFF"/>
                </a:solidFill>
              </a:rPr>
              <a:t>2º Haz </a:t>
            </a:r>
            <a:r>
              <a:rPr lang="en-US" sz="3300" dirty="0" err="1">
                <a:solidFill>
                  <a:srgbClr val="FFFFFF"/>
                </a:solidFill>
              </a:rPr>
              <a:t>clic</a:t>
            </a:r>
            <a:r>
              <a:rPr lang="en-US" sz="3300" dirty="0">
                <a:solidFill>
                  <a:srgbClr val="FFFFFF"/>
                </a:solidFill>
              </a:rPr>
              <a:t> </a:t>
            </a:r>
            <a:r>
              <a:rPr lang="en-US" sz="3300" dirty="0" err="1">
                <a:solidFill>
                  <a:srgbClr val="FFFFFF"/>
                </a:solidFill>
              </a:rPr>
              <a:t>en</a:t>
            </a:r>
            <a:r>
              <a:rPr lang="en-US" sz="3300" dirty="0">
                <a:solidFill>
                  <a:srgbClr val="FFFFFF"/>
                </a:solidFill>
              </a:rPr>
              <a:t> </a:t>
            </a:r>
            <a:r>
              <a:rPr lang="en-US" sz="3300" dirty="0" err="1">
                <a:solidFill>
                  <a:srgbClr val="FFFFFF"/>
                </a:solidFill>
              </a:rPr>
              <a:t>el</a:t>
            </a:r>
            <a:r>
              <a:rPr lang="en-US" sz="3300" dirty="0">
                <a:solidFill>
                  <a:srgbClr val="FFFFFF"/>
                </a:solidFill>
              </a:rPr>
              <a:t> </a:t>
            </a:r>
            <a:r>
              <a:rPr lang="en-US" sz="3300" dirty="0" err="1">
                <a:solidFill>
                  <a:srgbClr val="FFFFFF"/>
                </a:solidFill>
              </a:rPr>
              <a:t>icono</a:t>
            </a:r>
            <a:r>
              <a:rPr lang="en-US" sz="3300" dirty="0">
                <a:solidFill>
                  <a:srgbClr val="FFFFFF"/>
                </a:solidFill>
              </a:rPr>
              <a:t> de </a:t>
            </a:r>
            <a:r>
              <a:rPr lang="en-US" sz="3300" dirty="0" err="1">
                <a:solidFill>
                  <a:srgbClr val="FFFFFF"/>
                </a:solidFill>
              </a:rPr>
              <a:t>tu</a:t>
            </a:r>
            <a:r>
              <a:rPr lang="en-US" sz="3300" dirty="0">
                <a:solidFill>
                  <a:srgbClr val="FFFFFF"/>
                </a:solidFill>
              </a:rPr>
              <a:t> </a:t>
            </a:r>
            <a:r>
              <a:rPr lang="en-US" sz="3300" dirty="0" err="1">
                <a:solidFill>
                  <a:srgbClr val="FFFFFF"/>
                </a:solidFill>
              </a:rPr>
              <a:t>cuenta</a:t>
            </a:r>
            <a:r>
              <a:rPr lang="en-US" sz="3300" dirty="0">
                <a:solidFill>
                  <a:srgbClr val="FFFFFF"/>
                </a:solidFill>
              </a:rPr>
              <a:t> (</a:t>
            </a:r>
            <a:r>
              <a:rPr lang="en-US" sz="3300" dirty="0" err="1">
                <a:solidFill>
                  <a:srgbClr val="FFFFFF"/>
                </a:solidFill>
              </a:rPr>
              <a:t>en</a:t>
            </a:r>
            <a:r>
              <a:rPr lang="en-US" sz="3300" dirty="0">
                <a:solidFill>
                  <a:srgbClr val="FFFFFF"/>
                </a:solidFill>
              </a:rPr>
              <a:t> la </a:t>
            </a:r>
            <a:r>
              <a:rPr lang="en-US" sz="3300" dirty="0" err="1">
                <a:solidFill>
                  <a:srgbClr val="FFFFFF"/>
                </a:solidFill>
              </a:rPr>
              <a:t>esquina</a:t>
            </a:r>
            <a:r>
              <a:rPr lang="en-US" sz="3300" dirty="0">
                <a:solidFill>
                  <a:srgbClr val="FFFFFF"/>
                </a:solidFill>
              </a:rPr>
              <a:t> superior </a:t>
            </a:r>
            <a:r>
              <a:rPr lang="en-US" sz="3300" dirty="0" err="1">
                <a:solidFill>
                  <a:srgbClr val="FFFFFF"/>
                </a:solidFill>
              </a:rPr>
              <a:t>derecha</a:t>
            </a:r>
            <a:r>
              <a:rPr lang="en-US" sz="3300" dirty="0">
                <a:solidFill>
                  <a:srgbClr val="FFFFFF"/>
                </a:solidFill>
              </a:rPr>
              <a:t>) y </a:t>
            </a:r>
            <a:r>
              <a:rPr lang="en-US" sz="3300" dirty="0" err="1">
                <a:solidFill>
                  <a:srgbClr val="FFFFFF"/>
                </a:solidFill>
              </a:rPr>
              <a:t>selecciona</a:t>
            </a:r>
            <a:r>
              <a:rPr lang="en-US" sz="3300" dirty="0">
                <a:solidFill>
                  <a:srgbClr val="FFFFFF"/>
                </a:solidFill>
              </a:rPr>
              <a:t> "</a:t>
            </a:r>
            <a:r>
              <a:rPr lang="en-US" sz="3300" dirty="0" err="1">
                <a:solidFill>
                  <a:srgbClr val="FFFFFF"/>
                </a:solidFill>
              </a:rPr>
              <a:t>Cuenta</a:t>
            </a:r>
            <a:r>
              <a:rPr lang="en-US" sz="3300" dirty="0">
                <a:solidFill>
                  <a:srgbClr val="FFFFFF"/>
                </a:solidFill>
              </a:rPr>
              <a:t> de Google".</a:t>
            </a:r>
            <a:br>
              <a:rPr lang="en-US" sz="3300" dirty="0">
                <a:solidFill>
                  <a:srgbClr val="FFFFFF"/>
                </a:solidFill>
              </a:rPr>
            </a:br>
            <a:br>
              <a:rPr lang="en-US" sz="3300" dirty="0">
                <a:solidFill>
                  <a:srgbClr val="FFFFFF"/>
                </a:solidFill>
              </a:rPr>
            </a:br>
            <a:r>
              <a:rPr lang="en-US" sz="3300" dirty="0">
                <a:solidFill>
                  <a:srgbClr val="FFFFFF"/>
                </a:solidFill>
              </a:rPr>
              <a:t>3º En la </a:t>
            </a:r>
            <a:r>
              <a:rPr lang="en-US" sz="3300" dirty="0" err="1">
                <a:solidFill>
                  <a:srgbClr val="FFFFFF"/>
                </a:solidFill>
              </a:rPr>
              <a:t>página</a:t>
            </a:r>
            <a:r>
              <a:rPr lang="en-US" sz="3300" dirty="0">
                <a:solidFill>
                  <a:srgbClr val="FFFFFF"/>
                </a:solidFill>
              </a:rPr>
              <a:t> de "</a:t>
            </a:r>
            <a:r>
              <a:rPr lang="en-US" sz="3300" dirty="0" err="1">
                <a:solidFill>
                  <a:srgbClr val="FFFFFF"/>
                </a:solidFill>
              </a:rPr>
              <a:t>Inicio</a:t>
            </a:r>
            <a:r>
              <a:rPr lang="en-US" sz="3300" dirty="0">
                <a:solidFill>
                  <a:srgbClr val="FFFFFF"/>
                </a:solidFill>
              </a:rPr>
              <a:t> de </a:t>
            </a:r>
            <a:r>
              <a:rPr lang="en-US" sz="3300" dirty="0" err="1">
                <a:solidFill>
                  <a:srgbClr val="FFFFFF"/>
                </a:solidFill>
              </a:rPr>
              <a:t>sesión</a:t>
            </a:r>
            <a:r>
              <a:rPr lang="en-US" sz="3300" dirty="0">
                <a:solidFill>
                  <a:srgbClr val="FFFFFF"/>
                </a:solidFill>
              </a:rPr>
              <a:t> y </a:t>
            </a:r>
            <a:r>
              <a:rPr lang="en-US" sz="3300" dirty="0" err="1">
                <a:solidFill>
                  <a:srgbClr val="FFFFFF"/>
                </a:solidFill>
              </a:rPr>
              <a:t>seguridad</a:t>
            </a:r>
            <a:r>
              <a:rPr lang="en-US" sz="3300" dirty="0">
                <a:solidFill>
                  <a:srgbClr val="FFFFFF"/>
                </a:solidFill>
              </a:rPr>
              <a:t>", </a:t>
            </a:r>
            <a:r>
              <a:rPr lang="en-US" sz="3300" dirty="0" err="1">
                <a:solidFill>
                  <a:srgbClr val="FFFFFF"/>
                </a:solidFill>
              </a:rPr>
              <a:t>desplázate</a:t>
            </a:r>
            <a:r>
              <a:rPr lang="en-US" sz="3300" dirty="0">
                <a:solidFill>
                  <a:srgbClr val="FFFFFF"/>
                </a:solidFill>
              </a:rPr>
              <a:t> </a:t>
            </a:r>
            <a:r>
              <a:rPr lang="en-US" sz="3300" dirty="0" err="1">
                <a:solidFill>
                  <a:srgbClr val="FFFFFF"/>
                </a:solidFill>
              </a:rPr>
              <a:t>hacia</a:t>
            </a:r>
            <a:r>
              <a:rPr lang="en-US" sz="3300" dirty="0">
                <a:solidFill>
                  <a:srgbClr val="FFFFFF"/>
                </a:solidFill>
              </a:rPr>
              <a:t> </a:t>
            </a:r>
            <a:r>
              <a:rPr lang="en-US" sz="3300" dirty="0" err="1">
                <a:solidFill>
                  <a:srgbClr val="FFFFFF"/>
                </a:solidFill>
              </a:rPr>
              <a:t>abajo</a:t>
            </a:r>
            <a:r>
              <a:rPr lang="en-US" sz="3300" dirty="0">
                <a:solidFill>
                  <a:srgbClr val="FFFFFF"/>
                </a:solidFill>
              </a:rPr>
              <a:t> y </a:t>
            </a:r>
            <a:r>
              <a:rPr lang="en-US" sz="3300" dirty="0" err="1">
                <a:solidFill>
                  <a:srgbClr val="FFFFFF"/>
                </a:solidFill>
              </a:rPr>
              <a:t>busca</a:t>
            </a:r>
            <a:r>
              <a:rPr lang="en-US" sz="3300" dirty="0">
                <a:solidFill>
                  <a:srgbClr val="FFFFFF"/>
                </a:solidFill>
              </a:rPr>
              <a:t> la </a:t>
            </a:r>
            <a:r>
              <a:rPr lang="en-US" sz="3300" dirty="0" err="1">
                <a:solidFill>
                  <a:srgbClr val="FFFFFF"/>
                </a:solidFill>
              </a:rPr>
              <a:t>sección</a:t>
            </a:r>
            <a:r>
              <a:rPr lang="en-US" sz="3300" dirty="0">
                <a:solidFill>
                  <a:srgbClr val="FFFFFF"/>
                </a:solidFill>
              </a:rPr>
              <a:t> "</a:t>
            </a:r>
            <a:r>
              <a:rPr lang="en-US" sz="3300" dirty="0" err="1">
                <a:solidFill>
                  <a:srgbClr val="FFFFFF"/>
                </a:solidFill>
              </a:rPr>
              <a:t>Verificación</a:t>
            </a:r>
            <a:r>
              <a:rPr lang="en-US" sz="3300" dirty="0">
                <a:solidFill>
                  <a:srgbClr val="FFFFFF"/>
                </a:solidFill>
              </a:rPr>
              <a:t> </a:t>
            </a:r>
            <a:r>
              <a:rPr lang="en-US" sz="3300" dirty="0" err="1">
                <a:solidFill>
                  <a:srgbClr val="FFFFFF"/>
                </a:solidFill>
              </a:rPr>
              <a:t>en</a:t>
            </a:r>
            <a:r>
              <a:rPr lang="en-US" sz="3300" dirty="0">
                <a:solidFill>
                  <a:srgbClr val="FFFFFF"/>
                </a:solidFill>
              </a:rPr>
              <a:t> dos pasos".</a:t>
            </a:r>
            <a:br>
              <a:rPr lang="en-US" sz="3300" dirty="0">
                <a:solidFill>
                  <a:srgbClr val="FFFFFF"/>
                </a:solidFill>
              </a:rPr>
            </a:br>
            <a:br>
              <a:rPr lang="en-US" sz="3300" dirty="0">
                <a:solidFill>
                  <a:srgbClr val="FFFFFF"/>
                </a:solidFill>
              </a:rPr>
            </a:br>
            <a:r>
              <a:rPr lang="en-US" sz="3300" dirty="0">
                <a:solidFill>
                  <a:srgbClr val="FFFFFF"/>
                </a:solidFill>
              </a:rPr>
              <a:t>4º Haz </a:t>
            </a:r>
            <a:r>
              <a:rPr lang="en-US" sz="3300" dirty="0" err="1">
                <a:solidFill>
                  <a:srgbClr val="FFFFFF"/>
                </a:solidFill>
              </a:rPr>
              <a:t>clic</a:t>
            </a:r>
            <a:r>
              <a:rPr lang="en-US" sz="3300" dirty="0">
                <a:solidFill>
                  <a:srgbClr val="FFFFFF"/>
                </a:solidFill>
              </a:rPr>
              <a:t> </a:t>
            </a:r>
            <a:r>
              <a:rPr lang="en-US" sz="3300" dirty="0" err="1">
                <a:solidFill>
                  <a:srgbClr val="FFFFFF"/>
                </a:solidFill>
              </a:rPr>
              <a:t>en</a:t>
            </a:r>
            <a:r>
              <a:rPr lang="en-US" sz="3300" dirty="0">
                <a:solidFill>
                  <a:srgbClr val="FFFFFF"/>
                </a:solidFill>
              </a:rPr>
              <a:t> "</a:t>
            </a:r>
            <a:r>
              <a:rPr lang="en-US" sz="3300" dirty="0" err="1">
                <a:solidFill>
                  <a:srgbClr val="FFFFFF"/>
                </a:solidFill>
              </a:rPr>
              <a:t>Configuración</a:t>
            </a:r>
            <a:r>
              <a:rPr lang="en-US" sz="3300" dirty="0">
                <a:solidFill>
                  <a:srgbClr val="FFFFFF"/>
                </a:solidFill>
              </a:rPr>
              <a:t>" y </a:t>
            </a:r>
            <a:r>
              <a:rPr lang="en-US" sz="3300" dirty="0" err="1">
                <a:solidFill>
                  <a:srgbClr val="FFFFFF"/>
                </a:solidFill>
              </a:rPr>
              <a:t>sigue</a:t>
            </a:r>
            <a:r>
              <a:rPr lang="en-US" sz="3300" dirty="0">
                <a:solidFill>
                  <a:srgbClr val="FFFFFF"/>
                </a:solidFill>
              </a:rPr>
              <a:t> las </a:t>
            </a:r>
            <a:r>
              <a:rPr lang="en-US" sz="3300" dirty="0" err="1">
                <a:solidFill>
                  <a:srgbClr val="FFFFFF"/>
                </a:solidFill>
              </a:rPr>
              <a:t>instrucciones</a:t>
            </a:r>
            <a:r>
              <a:rPr lang="en-US" sz="3300" dirty="0">
                <a:solidFill>
                  <a:srgbClr val="FFFFFF"/>
                </a:solidFill>
              </a:rPr>
              <a:t> </a:t>
            </a:r>
            <a:r>
              <a:rPr lang="en-US" sz="3300" dirty="0" err="1">
                <a:solidFill>
                  <a:srgbClr val="FFFFFF"/>
                </a:solidFill>
              </a:rPr>
              <a:t>en</a:t>
            </a:r>
            <a:r>
              <a:rPr lang="en-US" sz="3300" dirty="0">
                <a:solidFill>
                  <a:srgbClr val="FFFFFF"/>
                </a:solidFill>
              </a:rPr>
              <a:t> </a:t>
            </a:r>
            <a:r>
              <a:rPr lang="en-US" sz="3300" dirty="0" err="1">
                <a:solidFill>
                  <a:srgbClr val="FFFFFF"/>
                </a:solidFill>
              </a:rPr>
              <a:t>pantalla</a:t>
            </a:r>
            <a:r>
              <a:rPr lang="en-US" sz="3300" dirty="0">
                <a:solidFill>
                  <a:srgbClr val="FFFFFF"/>
                </a:solidFill>
              </a:rPr>
              <a:t> para </a:t>
            </a:r>
            <a:r>
              <a:rPr lang="en-US" sz="3300" dirty="0" err="1">
                <a:solidFill>
                  <a:srgbClr val="FFFFFF"/>
                </a:solidFill>
              </a:rPr>
              <a:t>configurar</a:t>
            </a:r>
            <a:r>
              <a:rPr lang="en-US" sz="3300" dirty="0">
                <a:solidFill>
                  <a:srgbClr val="FFFFFF"/>
                </a:solidFill>
              </a:rPr>
              <a:t> la </a:t>
            </a:r>
            <a:r>
              <a:rPr lang="en-US" sz="3300" dirty="0" err="1">
                <a:solidFill>
                  <a:srgbClr val="FFFFFF"/>
                </a:solidFill>
              </a:rPr>
              <a:t>autenticación</a:t>
            </a:r>
            <a:r>
              <a:rPr lang="en-US" sz="3300" dirty="0">
                <a:solidFill>
                  <a:srgbClr val="FFFFFF"/>
                </a:solidFill>
              </a:rPr>
              <a:t> de dos pasos.</a:t>
            </a:r>
            <a:br>
              <a:rPr lang="en-US" sz="3300" dirty="0">
                <a:solidFill>
                  <a:srgbClr val="FFFFFF"/>
                </a:solidFill>
              </a:rPr>
            </a:br>
            <a:br>
              <a:rPr lang="en-US" sz="3300" dirty="0">
                <a:solidFill>
                  <a:srgbClr val="FFFFFF"/>
                </a:solidFill>
              </a:rPr>
            </a:br>
            <a:r>
              <a:rPr lang="en-US" sz="3300" dirty="0">
                <a:solidFill>
                  <a:srgbClr val="FFFFFF"/>
                </a:solidFill>
              </a:rPr>
              <a:t>5º </a:t>
            </a:r>
            <a:r>
              <a:rPr lang="en-US" sz="3300" dirty="0" err="1">
                <a:solidFill>
                  <a:srgbClr val="FFFFFF"/>
                </a:solidFill>
              </a:rPr>
              <a:t>Elige</a:t>
            </a:r>
            <a:r>
              <a:rPr lang="en-US" sz="3300" dirty="0">
                <a:solidFill>
                  <a:srgbClr val="FFFFFF"/>
                </a:solidFill>
              </a:rPr>
              <a:t> </a:t>
            </a:r>
            <a:r>
              <a:rPr lang="en-US" sz="3300" dirty="0" err="1">
                <a:solidFill>
                  <a:srgbClr val="FFFFFF"/>
                </a:solidFill>
              </a:rPr>
              <a:t>el</a:t>
            </a:r>
            <a:r>
              <a:rPr lang="en-US" sz="3300" dirty="0">
                <a:solidFill>
                  <a:srgbClr val="FFFFFF"/>
                </a:solidFill>
              </a:rPr>
              <a:t> </a:t>
            </a:r>
            <a:r>
              <a:rPr lang="en-US" sz="3300" dirty="0" err="1">
                <a:solidFill>
                  <a:srgbClr val="FFFFFF"/>
                </a:solidFill>
              </a:rPr>
              <a:t>método</a:t>
            </a:r>
            <a:r>
              <a:rPr lang="en-US" sz="3300" dirty="0">
                <a:solidFill>
                  <a:srgbClr val="FFFFFF"/>
                </a:solidFill>
              </a:rPr>
              <a:t> de </a:t>
            </a:r>
            <a:r>
              <a:rPr lang="en-US" sz="3300" dirty="0" err="1">
                <a:solidFill>
                  <a:srgbClr val="FFFFFF"/>
                </a:solidFill>
              </a:rPr>
              <a:t>verificación</a:t>
            </a:r>
            <a:r>
              <a:rPr lang="en-US" sz="3300" dirty="0">
                <a:solidFill>
                  <a:srgbClr val="FFFFFF"/>
                </a:solidFill>
              </a:rPr>
              <a:t> que </a:t>
            </a:r>
            <a:r>
              <a:rPr lang="en-US" sz="3300" dirty="0" err="1">
                <a:solidFill>
                  <a:srgbClr val="FFFFFF"/>
                </a:solidFill>
              </a:rPr>
              <a:t>prefieras</a:t>
            </a:r>
            <a:r>
              <a:rPr lang="en-US" sz="3300" dirty="0">
                <a:solidFill>
                  <a:srgbClr val="FFFFFF"/>
                </a:solidFill>
              </a:rPr>
              <a:t>. </a:t>
            </a:r>
            <a:r>
              <a:rPr lang="en-US" sz="3300" dirty="0" err="1">
                <a:solidFill>
                  <a:srgbClr val="FFFFFF"/>
                </a:solidFill>
              </a:rPr>
              <a:t>Puedes</a:t>
            </a:r>
            <a:r>
              <a:rPr lang="en-US" sz="3300" dirty="0">
                <a:solidFill>
                  <a:srgbClr val="FFFFFF"/>
                </a:solidFill>
              </a:rPr>
              <a:t> </a:t>
            </a:r>
            <a:r>
              <a:rPr lang="en-US" sz="3300" dirty="0" err="1">
                <a:solidFill>
                  <a:srgbClr val="FFFFFF"/>
                </a:solidFill>
              </a:rPr>
              <a:t>recibir</a:t>
            </a:r>
            <a:r>
              <a:rPr lang="en-US" sz="3300" dirty="0">
                <a:solidFill>
                  <a:srgbClr val="FFFFFF"/>
                </a:solidFill>
              </a:rPr>
              <a:t> un </a:t>
            </a:r>
            <a:r>
              <a:rPr lang="en-US" sz="3300" dirty="0" err="1">
                <a:solidFill>
                  <a:srgbClr val="FFFFFF"/>
                </a:solidFill>
              </a:rPr>
              <a:t>mensaje</a:t>
            </a:r>
            <a:r>
              <a:rPr lang="en-US" sz="3300" dirty="0">
                <a:solidFill>
                  <a:srgbClr val="FFFFFF"/>
                </a:solidFill>
              </a:rPr>
              <a:t> de </a:t>
            </a:r>
            <a:r>
              <a:rPr lang="en-US" sz="3300" dirty="0" err="1">
                <a:solidFill>
                  <a:srgbClr val="FFFFFF"/>
                </a:solidFill>
              </a:rPr>
              <a:t>texto</a:t>
            </a:r>
            <a:r>
              <a:rPr lang="en-US" sz="3300" dirty="0">
                <a:solidFill>
                  <a:srgbClr val="FFFFFF"/>
                </a:solidFill>
              </a:rPr>
              <a:t> con un </a:t>
            </a:r>
            <a:r>
              <a:rPr lang="en-US" sz="3300" dirty="0" err="1">
                <a:solidFill>
                  <a:srgbClr val="FFFFFF"/>
                </a:solidFill>
              </a:rPr>
              <a:t>código</a:t>
            </a:r>
            <a:r>
              <a:rPr lang="en-US" sz="3300" dirty="0">
                <a:solidFill>
                  <a:srgbClr val="FFFFFF"/>
                </a:solidFill>
              </a:rPr>
              <a:t>, usar </a:t>
            </a:r>
            <a:r>
              <a:rPr lang="en-US" sz="3300" dirty="0" err="1">
                <a:solidFill>
                  <a:srgbClr val="FFFFFF"/>
                </a:solidFill>
              </a:rPr>
              <a:t>una</a:t>
            </a:r>
            <a:r>
              <a:rPr lang="en-US" sz="3300" dirty="0">
                <a:solidFill>
                  <a:srgbClr val="FFFFFF"/>
                </a:solidFill>
              </a:rPr>
              <a:t> </a:t>
            </a:r>
            <a:r>
              <a:rPr lang="en-US" sz="3300" dirty="0" err="1">
                <a:solidFill>
                  <a:srgbClr val="FFFFFF"/>
                </a:solidFill>
              </a:rPr>
              <a:t>aplicación</a:t>
            </a:r>
            <a:r>
              <a:rPr lang="en-US" sz="3300" dirty="0">
                <a:solidFill>
                  <a:srgbClr val="FFFFFF"/>
                </a:solidFill>
              </a:rPr>
              <a:t> de </a:t>
            </a:r>
            <a:r>
              <a:rPr lang="en-US" sz="3300" dirty="0" err="1">
                <a:solidFill>
                  <a:srgbClr val="FFFFFF"/>
                </a:solidFill>
              </a:rPr>
              <a:t>autenticación</a:t>
            </a:r>
            <a:r>
              <a:rPr lang="en-US" sz="3300" dirty="0">
                <a:solidFill>
                  <a:srgbClr val="FFFFFF"/>
                </a:solidFill>
              </a:rPr>
              <a:t>, o </a:t>
            </a:r>
            <a:r>
              <a:rPr lang="en-US" sz="3300" dirty="0" err="1">
                <a:solidFill>
                  <a:srgbClr val="FFFFFF"/>
                </a:solidFill>
              </a:rPr>
              <a:t>utilizar</a:t>
            </a:r>
            <a:r>
              <a:rPr lang="en-US" sz="3300" dirty="0">
                <a:solidFill>
                  <a:srgbClr val="FFFFFF"/>
                </a:solidFill>
              </a:rPr>
              <a:t> </a:t>
            </a:r>
            <a:r>
              <a:rPr lang="en-US" sz="3300" dirty="0" err="1">
                <a:solidFill>
                  <a:srgbClr val="FFFFFF"/>
                </a:solidFill>
              </a:rPr>
              <a:t>una</a:t>
            </a:r>
            <a:r>
              <a:rPr lang="en-US" sz="3300" dirty="0">
                <a:solidFill>
                  <a:srgbClr val="FFFFFF"/>
                </a:solidFill>
              </a:rPr>
              <a:t> </a:t>
            </a:r>
            <a:r>
              <a:rPr lang="en-US" sz="3300" dirty="0" err="1">
                <a:solidFill>
                  <a:srgbClr val="FFFFFF"/>
                </a:solidFill>
              </a:rPr>
              <a:t>llave</a:t>
            </a:r>
            <a:r>
              <a:rPr lang="en-US" sz="3300" dirty="0">
                <a:solidFill>
                  <a:srgbClr val="FFFFFF"/>
                </a:solidFill>
              </a:rPr>
              <a:t> de </a:t>
            </a:r>
            <a:r>
              <a:rPr lang="en-US" sz="3300" dirty="0" err="1">
                <a:solidFill>
                  <a:srgbClr val="FFFFFF"/>
                </a:solidFill>
              </a:rPr>
              <a:t>seguridad</a:t>
            </a:r>
            <a:r>
              <a:rPr lang="en-US" sz="3300" dirty="0">
                <a:solidFill>
                  <a:srgbClr val="FFFFFF"/>
                </a:solidFill>
              </a:rPr>
              <a:t> </a:t>
            </a:r>
            <a:r>
              <a:rPr lang="en-US" sz="3300" dirty="0" err="1">
                <a:solidFill>
                  <a:srgbClr val="FFFFFF"/>
                </a:solidFill>
              </a:rPr>
              <a:t>física</a:t>
            </a:r>
            <a:r>
              <a:rPr lang="en-US" sz="3300" dirty="0">
                <a:solidFill>
                  <a:srgbClr val="FFFFFF"/>
                </a:solidFill>
              </a:rPr>
              <a:t>.</a:t>
            </a:r>
            <a:br>
              <a:rPr lang="en-US" sz="3300" dirty="0">
                <a:solidFill>
                  <a:srgbClr val="FFFFFF"/>
                </a:solidFill>
              </a:rPr>
            </a:br>
            <a:endParaRPr lang="en-US" sz="3300" dirty="0">
              <a:solidFill>
                <a:srgbClr val="FFFFFF"/>
              </a:solidFill>
            </a:endParaRPr>
          </a:p>
        </p:txBody>
      </p:sp>
      <p:pic>
        <p:nvPicPr>
          <p:cNvPr id="10" name="Imagen 9" descr="Logotipo, Icono&#10;&#10;Descripción generada automáticamente con confianza media">
            <a:extLst>
              <a:ext uri="{FF2B5EF4-FFF2-40B4-BE49-F238E27FC236}">
                <a16:creationId xmlns:a16="http://schemas.microsoft.com/office/drawing/2014/main" id="{EBFE7254-A62E-522F-739A-F041EB539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0185" y="566928"/>
            <a:ext cx="7754086" cy="5808080"/>
          </a:xfrm>
          <a:prstGeom prst="rect">
            <a:avLst/>
          </a:prstGeom>
        </p:spPr>
      </p:pic>
      <p:sp>
        <p:nvSpPr>
          <p:cNvPr id="19" name="sketch line">
            <a:extLst>
              <a:ext uri="{FF2B5EF4-FFF2-40B4-BE49-F238E27FC236}">
                <a16:creationId xmlns:a16="http://schemas.microsoft.com/office/drawing/2014/main" id="{35BC54F7-1315-4D6C-9420-A5BF0CDDB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0950" y="8504384"/>
            <a:ext cx="8113098" cy="36576"/>
          </a:xfrm>
          <a:custGeom>
            <a:avLst/>
            <a:gdLst>
              <a:gd name="connsiteX0" fmla="*/ 0 w 8113098"/>
              <a:gd name="connsiteY0" fmla="*/ 0 h 36576"/>
              <a:gd name="connsiteX1" fmla="*/ 513830 w 8113098"/>
              <a:gd name="connsiteY1" fmla="*/ 0 h 36576"/>
              <a:gd name="connsiteX2" fmla="*/ 1352183 w 8113098"/>
              <a:gd name="connsiteY2" fmla="*/ 0 h 36576"/>
              <a:gd name="connsiteX3" fmla="*/ 2190536 w 8113098"/>
              <a:gd name="connsiteY3" fmla="*/ 0 h 36576"/>
              <a:gd name="connsiteX4" fmla="*/ 3028890 w 8113098"/>
              <a:gd name="connsiteY4" fmla="*/ 0 h 36576"/>
              <a:gd name="connsiteX5" fmla="*/ 3461588 w 8113098"/>
              <a:gd name="connsiteY5" fmla="*/ 0 h 36576"/>
              <a:gd name="connsiteX6" fmla="*/ 4056549 w 8113098"/>
              <a:gd name="connsiteY6" fmla="*/ 0 h 36576"/>
              <a:gd name="connsiteX7" fmla="*/ 4489248 w 8113098"/>
              <a:gd name="connsiteY7" fmla="*/ 0 h 36576"/>
              <a:gd name="connsiteX8" fmla="*/ 5165339 w 8113098"/>
              <a:gd name="connsiteY8" fmla="*/ 0 h 36576"/>
              <a:gd name="connsiteX9" fmla="*/ 5760300 w 8113098"/>
              <a:gd name="connsiteY9" fmla="*/ 0 h 36576"/>
              <a:gd name="connsiteX10" fmla="*/ 6517522 w 8113098"/>
              <a:gd name="connsiteY10" fmla="*/ 0 h 36576"/>
              <a:gd name="connsiteX11" fmla="*/ 7355876 w 8113098"/>
              <a:gd name="connsiteY11" fmla="*/ 0 h 36576"/>
              <a:gd name="connsiteX12" fmla="*/ 8113098 w 8113098"/>
              <a:gd name="connsiteY12" fmla="*/ 0 h 36576"/>
              <a:gd name="connsiteX13" fmla="*/ 8113098 w 8113098"/>
              <a:gd name="connsiteY13" fmla="*/ 36576 h 36576"/>
              <a:gd name="connsiteX14" fmla="*/ 7355876 w 8113098"/>
              <a:gd name="connsiteY14" fmla="*/ 36576 h 36576"/>
              <a:gd name="connsiteX15" fmla="*/ 6842046 w 8113098"/>
              <a:gd name="connsiteY15" fmla="*/ 36576 h 36576"/>
              <a:gd name="connsiteX16" fmla="*/ 6328216 w 8113098"/>
              <a:gd name="connsiteY16" fmla="*/ 36576 h 36576"/>
              <a:gd name="connsiteX17" fmla="*/ 5570994 w 8113098"/>
              <a:gd name="connsiteY17" fmla="*/ 36576 h 36576"/>
              <a:gd name="connsiteX18" fmla="*/ 5057164 w 8113098"/>
              <a:gd name="connsiteY18" fmla="*/ 36576 h 36576"/>
              <a:gd name="connsiteX19" fmla="*/ 4624466 w 8113098"/>
              <a:gd name="connsiteY19" fmla="*/ 36576 h 36576"/>
              <a:gd name="connsiteX20" fmla="*/ 4029505 w 8113098"/>
              <a:gd name="connsiteY20" fmla="*/ 36576 h 36576"/>
              <a:gd name="connsiteX21" fmla="*/ 3353414 w 8113098"/>
              <a:gd name="connsiteY21" fmla="*/ 36576 h 36576"/>
              <a:gd name="connsiteX22" fmla="*/ 2758453 w 8113098"/>
              <a:gd name="connsiteY22" fmla="*/ 36576 h 36576"/>
              <a:gd name="connsiteX23" fmla="*/ 2244624 w 8113098"/>
              <a:gd name="connsiteY23" fmla="*/ 36576 h 36576"/>
              <a:gd name="connsiteX24" fmla="*/ 1406270 w 8113098"/>
              <a:gd name="connsiteY24" fmla="*/ 36576 h 36576"/>
              <a:gd name="connsiteX25" fmla="*/ 730179 w 8113098"/>
              <a:gd name="connsiteY25" fmla="*/ 36576 h 36576"/>
              <a:gd name="connsiteX26" fmla="*/ 0 w 8113098"/>
              <a:gd name="connsiteY26" fmla="*/ 36576 h 36576"/>
              <a:gd name="connsiteX27" fmla="*/ 0 w 8113098"/>
              <a:gd name="connsiteY27"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113098" h="36576" fill="none" extrusionOk="0">
                <a:moveTo>
                  <a:pt x="0" y="0"/>
                </a:moveTo>
                <a:cubicBezTo>
                  <a:pt x="150457" y="24606"/>
                  <a:pt x="343684" y="-14350"/>
                  <a:pt x="513830" y="0"/>
                </a:cubicBezTo>
                <a:cubicBezTo>
                  <a:pt x="683976" y="14350"/>
                  <a:pt x="1034790" y="-23129"/>
                  <a:pt x="1352183" y="0"/>
                </a:cubicBezTo>
                <a:cubicBezTo>
                  <a:pt x="1669576" y="23129"/>
                  <a:pt x="1861437" y="26499"/>
                  <a:pt x="2190536" y="0"/>
                </a:cubicBezTo>
                <a:cubicBezTo>
                  <a:pt x="2519635" y="-26499"/>
                  <a:pt x="2669042" y="10487"/>
                  <a:pt x="3028890" y="0"/>
                </a:cubicBezTo>
                <a:cubicBezTo>
                  <a:pt x="3388738" y="-10487"/>
                  <a:pt x="3341287" y="3708"/>
                  <a:pt x="3461588" y="0"/>
                </a:cubicBezTo>
                <a:cubicBezTo>
                  <a:pt x="3581889" y="-3708"/>
                  <a:pt x="3786765" y="-18232"/>
                  <a:pt x="4056549" y="0"/>
                </a:cubicBezTo>
                <a:cubicBezTo>
                  <a:pt x="4326333" y="18232"/>
                  <a:pt x="4296345" y="-9297"/>
                  <a:pt x="4489248" y="0"/>
                </a:cubicBezTo>
                <a:cubicBezTo>
                  <a:pt x="4682151" y="9297"/>
                  <a:pt x="4951543" y="14577"/>
                  <a:pt x="5165339" y="0"/>
                </a:cubicBezTo>
                <a:cubicBezTo>
                  <a:pt x="5379135" y="-14577"/>
                  <a:pt x="5589162" y="-10060"/>
                  <a:pt x="5760300" y="0"/>
                </a:cubicBezTo>
                <a:cubicBezTo>
                  <a:pt x="5931438" y="10060"/>
                  <a:pt x="6215913" y="-4517"/>
                  <a:pt x="6517522" y="0"/>
                </a:cubicBezTo>
                <a:cubicBezTo>
                  <a:pt x="6819131" y="4517"/>
                  <a:pt x="7061965" y="11618"/>
                  <a:pt x="7355876" y="0"/>
                </a:cubicBezTo>
                <a:cubicBezTo>
                  <a:pt x="7649787" y="-11618"/>
                  <a:pt x="7752073" y="-10436"/>
                  <a:pt x="8113098" y="0"/>
                </a:cubicBezTo>
                <a:cubicBezTo>
                  <a:pt x="8113352" y="11818"/>
                  <a:pt x="8112030" y="22898"/>
                  <a:pt x="8113098" y="36576"/>
                </a:cubicBezTo>
                <a:cubicBezTo>
                  <a:pt x="7959522" y="51734"/>
                  <a:pt x="7629596" y="27035"/>
                  <a:pt x="7355876" y="36576"/>
                </a:cubicBezTo>
                <a:cubicBezTo>
                  <a:pt x="7082156" y="46117"/>
                  <a:pt x="7054600" y="28483"/>
                  <a:pt x="6842046" y="36576"/>
                </a:cubicBezTo>
                <a:cubicBezTo>
                  <a:pt x="6629492" y="44670"/>
                  <a:pt x="6476242" y="51295"/>
                  <a:pt x="6328216" y="36576"/>
                </a:cubicBezTo>
                <a:cubicBezTo>
                  <a:pt x="6180190" y="21858"/>
                  <a:pt x="5864651" y="39678"/>
                  <a:pt x="5570994" y="36576"/>
                </a:cubicBezTo>
                <a:cubicBezTo>
                  <a:pt x="5277337" y="33474"/>
                  <a:pt x="5212882" y="20541"/>
                  <a:pt x="5057164" y="36576"/>
                </a:cubicBezTo>
                <a:cubicBezTo>
                  <a:pt x="4901446" y="52612"/>
                  <a:pt x="4791741" y="17433"/>
                  <a:pt x="4624466" y="36576"/>
                </a:cubicBezTo>
                <a:cubicBezTo>
                  <a:pt x="4457191" y="55719"/>
                  <a:pt x="4297513" y="37432"/>
                  <a:pt x="4029505" y="36576"/>
                </a:cubicBezTo>
                <a:cubicBezTo>
                  <a:pt x="3761497" y="35720"/>
                  <a:pt x="3684871" y="29056"/>
                  <a:pt x="3353414" y="36576"/>
                </a:cubicBezTo>
                <a:cubicBezTo>
                  <a:pt x="3021957" y="44096"/>
                  <a:pt x="2952605" y="29505"/>
                  <a:pt x="2758453" y="36576"/>
                </a:cubicBezTo>
                <a:cubicBezTo>
                  <a:pt x="2564301" y="43647"/>
                  <a:pt x="2426538" y="33399"/>
                  <a:pt x="2244624" y="36576"/>
                </a:cubicBezTo>
                <a:cubicBezTo>
                  <a:pt x="2062710" y="39753"/>
                  <a:pt x="1623221" y="-526"/>
                  <a:pt x="1406270" y="36576"/>
                </a:cubicBezTo>
                <a:cubicBezTo>
                  <a:pt x="1189319" y="73678"/>
                  <a:pt x="1056666" y="61883"/>
                  <a:pt x="730179" y="36576"/>
                </a:cubicBezTo>
                <a:cubicBezTo>
                  <a:pt x="403692" y="11269"/>
                  <a:pt x="178881" y="55706"/>
                  <a:pt x="0" y="36576"/>
                </a:cubicBezTo>
                <a:cubicBezTo>
                  <a:pt x="-566" y="27541"/>
                  <a:pt x="-260" y="10002"/>
                  <a:pt x="0" y="0"/>
                </a:cubicBezTo>
                <a:close/>
              </a:path>
              <a:path w="8113098" h="36576" stroke="0" extrusionOk="0">
                <a:moveTo>
                  <a:pt x="0" y="0"/>
                </a:moveTo>
                <a:cubicBezTo>
                  <a:pt x="156315" y="-20491"/>
                  <a:pt x="351567" y="-22272"/>
                  <a:pt x="513830" y="0"/>
                </a:cubicBezTo>
                <a:cubicBezTo>
                  <a:pt x="676093" y="22272"/>
                  <a:pt x="856546" y="-13375"/>
                  <a:pt x="946528" y="0"/>
                </a:cubicBezTo>
                <a:cubicBezTo>
                  <a:pt x="1036510" y="13375"/>
                  <a:pt x="1287202" y="-8797"/>
                  <a:pt x="1460358" y="0"/>
                </a:cubicBezTo>
                <a:cubicBezTo>
                  <a:pt x="1633514" y="8797"/>
                  <a:pt x="1829538" y="6012"/>
                  <a:pt x="2136449" y="0"/>
                </a:cubicBezTo>
                <a:cubicBezTo>
                  <a:pt x="2443360" y="-6012"/>
                  <a:pt x="2575033" y="25771"/>
                  <a:pt x="2893672" y="0"/>
                </a:cubicBezTo>
                <a:cubicBezTo>
                  <a:pt x="3212311" y="-25771"/>
                  <a:pt x="3436220" y="21891"/>
                  <a:pt x="3732025" y="0"/>
                </a:cubicBezTo>
                <a:cubicBezTo>
                  <a:pt x="4027830" y="-21891"/>
                  <a:pt x="4232549" y="-35974"/>
                  <a:pt x="4570379" y="0"/>
                </a:cubicBezTo>
                <a:cubicBezTo>
                  <a:pt x="4908209" y="35974"/>
                  <a:pt x="4964657" y="10631"/>
                  <a:pt x="5165339" y="0"/>
                </a:cubicBezTo>
                <a:cubicBezTo>
                  <a:pt x="5366021" y="-10631"/>
                  <a:pt x="5653677" y="-37118"/>
                  <a:pt x="5922562" y="0"/>
                </a:cubicBezTo>
                <a:cubicBezTo>
                  <a:pt x="6191447" y="37118"/>
                  <a:pt x="6353145" y="15174"/>
                  <a:pt x="6598653" y="0"/>
                </a:cubicBezTo>
                <a:cubicBezTo>
                  <a:pt x="6844161" y="-15174"/>
                  <a:pt x="6962695" y="-22677"/>
                  <a:pt x="7193614" y="0"/>
                </a:cubicBezTo>
                <a:cubicBezTo>
                  <a:pt x="7424533" y="22677"/>
                  <a:pt x="7916275" y="26205"/>
                  <a:pt x="8113098" y="0"/>
                </a:cubicBezTo>
                <a:cubicBezTo>
                  <a:pt x="8114920" y="12155"/>
                  <a:pt x="8111306" y="22706"/>
                  <a:pt x="8113098" y="36576"/>
                </a:cubicBezTo>
                <a:cubicBezTo>
                  <a:pt x="7933977" y="19462"/>
                  <a:pt x="7715697" y="48296"/>
                  <a:pt x="7518137" y="36576"/>
                </a:cubicBezTo>
                <a:cubicBezTo>
                  <a:pt x="7320577" y="24856"/>
                  <a:pt x="7154301" y="53979"/>
                  <a:pt x="6923177" y="36576"/>
                </a:cubicBezTo>
                <a:cubicBezTo>
                  <a:pt x="6692053" y="19173"/>
                  <a:pt x="6463455" y="61022"/>
                  <a:pt x="6084824" y="36576"/>
                </a:cubicBezTo>
                <a:cubicBezTo>
                  <a:pt x="5706193" y="12130"/>
                  <a:pt x="5791252" y="20878"/>
                  <a:pt x="5570994" y="36576"/>
                </a:cubicBezTo>
                <a:cubicBezTo>
                  <a:pt x="5350736" y="52275"/>
                  <a:pt x="4974716" y="20789"/>
                  <a:pt x="4813771" y="36576"/>
                </a:cubicBezTo>
                <a:cubicBezTo>
                  <a:pt x="4652826" y="52363"/>
                  <a:pt x="4542875" y="50238"/>
                  <a:pt x="4381073" y="36576"/>
                </a:cubicBezTo>
                <a:cubicBezTo>
                  <a:pt x="4219271" y="22914"/>
                  <a:pt x="3935100" y="58180"/>
                  <a:pt x="3704981" y="36576"/>
                </a:cubicBezTo>
                <a:cubicBezTo>
                  <a:pt x="3474862" y="14972"/>
                  <a:pt x="3339852" y="32342"/>
                  <a:pt x="3191152" y="36576"/>
                </a:cubicBezTo>
                <a:cubicBezTo>
                  <a:pt x="3042452" y="40810"/>
                  <a:pt x="2552705" y="18780"/>
                  <a:pt x="2352798" y="36576"/>
                </a:cubicBezTo>
                <a:cubicBezTo>
                  <a:pt x="2152891" y="54372"/>
                  <a:pt x="2089318" y="54021"/>
                  <a:pt x="1920100" y="36576"/>
                </a:cubicBezTo>
                <a:cubicBezTo>
                  <a:pt x="1750882" y="19131"/>
                  <a:pt x="1469516" y="14542"/>
                  <a:pt x="1244008" y="36576"/>
                </a:cubicBezTo>
                <a:cubicBezTo>
                  <a:pt x="1018500" y="58610"/>
                  <a:pt x="1020743" y="56203"/>
                  <a:pt x="811310" y="36576"/>
                </a:cubicBezTo>
                <a:cubicBezTo>
                  <a:pt x="601877" y="16949"/>
                  <a:pt x="346877" y="32488"/>
                  <a:pt x="0" y="36576"/>
                </a:cubicBezTo>
                <a:cubicBezTo>
                  <a:pt x="-1548" y="23229"/>
                  <a:pt x="-1672" y="17796"/>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A9B928FF-C27C-31FC-1076-13273CC2C478}"/>
              </a:ext>
            </a:extLst>
          </p:cNvPr>
          <p:cNvPicPr preferRelativeResize="0"/>
          <p:nvPr/>
        </p:nvPicPr>
        <p:blipFill rotWithShape="1">
          <a:blip r:embed="rId3"/>
          <a:stretch/>
        </p:blipFill>
        <p:spPr>
          <a:xfrm>
            <a:off x="15815308" y="7192146"/>
            <a:ext cx="7863840" cy="5233028"/>
          </a:xfrm>
          <a:prstGeom prst="rect">
            <a:avLst/>
          </a:prstGeom>
          <a:noFill/>
        </p:spPr>
      </p:pic>
    </p:spTree>
    <p:extLst>
      <p:ext uri="{BB962C8B-B14F-4D97-AF65-F5344CB8AC3E}">
        <p14:creationId xmlns:p14="http://schemas.microsoft.com/office/powerpoint/2010/main" val="203522869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53D9F04-C9B6-D10B-57EA-040FD020C7BE}"/>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sz="10000" dirty="0" err="1"/>
              <a:t>Herramientas</a:t>
            </a:r>
            <a:r>
              <a:rPr lang="en-US" sz="10000" dirty="0"/>
              <a:t> para </a:t>
            </a:r>
            <a:r>
              <a:rPr lang="en-US" sz="10000" dirty="0" err="1"/>
              <a:t>analizar</a:t>
            </a:r>
            <a:r>
              <a:rPr lang="en-US" sz="10000" dirty="0"/>
              <a:t> </a:t>
            </a:r>
            <a:r>
              <a:rPr lang="en-US" sz="10000" dirty="0" err="1"/>
              <a:t>vulnerabilidades</a:t>
            </a:r>
            <a:endParaRPr lang="en-US" sz="10000" dirty="0"/>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DCD7514-5865-E163-B40A-E6E55067C0EF}"/>
              </a:ext>
            </a:extLst>
          </p:cNvPr>
          <p:cNvSpPr>
            <a:spLocks noGrp="1"/>
          </p:cNvSpPr>
          <p:nvPr>
            <p:ph idx="4294967295"/>
          </p:nvPr>
        </p:nvSpPr>
        <p:spPr>
          <a:xfrm>
            <a:off x="1280160" y="5413248"/>
            <a:ext cx="13789152" cy="6967728"/>
          </a:xfrm>
        </p:spPr>
        <p:txBody>
          <a:bodyPr vert="horz" lIns="91440" tIns="45720" rIns="91440" bIns="45720" rtlCol="0">
            <a:normAutofit/>
          </a:bodyPr>
          <a:lstStyle/>
          <a:p>
            <a:pPr indent="-228600" defTabSz="914400"/>
            <a:r>
              <a:rPr lang="en-US" sz="3100" b="1" dirty="0"/>
              <a:t>Nessus: </a:t>
            </a:r>
            <a:r>
              <a:rPr lang="en-US" sz="3100" dirty="0"/>
              <a:t>Nessus es </a:t>
            </a:r>
            <a:r>
              <a:rPr lang="en-US" sz="3100" dirty="0" err="1"/>
              <a:t>una</a:t>
            </a:r>
            <a:r>
              <a:rPr lang="en-US" sz="3100" dirty="0"/>
              <a:t> </a:t>
            </a:r>
            <a:r>
              <a:rPr lang="en-US" sz="3100" dirty="0" err="1"/>
              <a:t>herramienta</a:t>
            </a:r>
            <a:r>
              <a:rPr lang="en-US" sz="3100" dirty="0"/>
              <a:t> de </a:t>
            </a:r>
            <a:r>
              <a:rPr lang="en-US" sz="3100" dirty="0" err="1"/>
              <a:t>escaneo</a:t>
            </a:r>
            <a:r>
              <a:rPr lang="en-US" sz="3100" dirty="0"/>
              <a:t> de </a:t>
            </a:r>
            <a:r>
              <a:rPr lang="en-US" sz="3100" dirty="0" err="1"/>
              <a:t>vulnerabilidades</a:t>
            </a:r>
            <a:r>
              <a:rPr lang="en-US" sz="3100" dirty="0"/>
              <a:t> </a:t>
            </a:r>
            <a:r>
              <a:rPr lang="en-US" sz="3100" dirty="0" err="1"/>
              <a:t>muy</a:t>
            </a:r>
            <a:r>
              <a:rPr lang="en-US" sz="3100" dirty="0"/>
              <a:t> popular y </a:t>
            </a:r>
            <a:r>
              <a:rPr lang="en-US" sz="3100" dirty="0" err="1"/>
              <a:t>ampliamente</a:t>
            </a:r>
            <a:r>
              <a:rPr lang="en-US" sz="3100" dirty="0"/>
              <a:t> </a:t>
            </a:r>
            <a:r>
              <a:rPr lang="en-US" sz="3100" dirty="0" err="1"/>
              <a:t>utilizada</a:t>
            </a:r>
            <a:r>
              <a:rPr lang="en-US" sz="3100" dirty="0"/>
              <a:t> </a:t>
            </a:r>
            <a:r>
              <a:rPr lang="en-US" sz="3100" dirty="0" err="1"/>
              <a:t>en</a:t>
            </a:r>
            <a:endParaRPr lang="en-US" sz="3100" dirty="0"/>
          </a:p>
          <a:p>
            <a:pPr indent="-228600" defTabSz="914400"/>
            <a:r>
              <a:rPr lang="en-US" sz="3100" b="1" dirty="0"/>
              <a:t>OpenVAS</a:t>
            </a:r>
            <a:r>
              <a:rPr lang="en-US" sz="3100" dirty="0"/>
              <a:t>: OpenVAS es </a:t>
            </a:r>
            <a:r>
              <a:rPr lang="en-US" sz="3100" dirty="0" err="1"/>
              <a:t>una</a:t>
            </a:r>
            <a:r>
              <a:rPr lang="en-US" sz="3100" dirty="0"/>
              <a:t> </a:t>
            </a:r>
            <a:r>
              <a:rPr lang="en-US" sz="3100" dirty="0" err="1"/>
              <a:t>herramienta</a:t>
            </a:r>
            <a:r>
              <a:rPr lang="en-US" sz="3100" dirty="0"/>
              <a:t> de </a:t>
            </a:r>
            <a:r>
              <a:rPr lang="en-US" sz="3100" dirty="0" err="1"/>
              <a:t>escaneo</a:t>
            </a:r>
            <a:r>
              <a:rPr lang="en-US" sz="3100" dirty="0"/>
              <a:t> de </a:t>
            </a:r>
            <a:r>
              <a:rPr lang="en-US" sz="3100" dirty="0" err="1"/>
              <a:t>vulnerabilidades</a:t>
            </a:r>
            <a:r>
              <a:rPr lang="en-US" sz="3100" dirty="0"/>
              <a:t> de </a:t>
            </a:r>
            <a:r>
              <a:rPr lang="en-US" sz="3100" dirty="0" err="1"/>
              <a:t>código</a:t>
            </a:r>
            <a:r>
              <a:rPr lang="en-US" sz="3100" dirty="0"/>
              <a:t> </a:t>
            </a:r>
            <a:r>
              <a:rPr lang="en-US" sz="3100" dirty="0" err="1"/>
              <a:t>abierto</a:t>
            </a:r>
            <a:r>
              <a:rPr lang="en-US" sz="3100" dirty="0"/>
              <a:t> que es </a:t>
            </a:r>
            <a:r>
              <a:rPr lang="en-US" sz="3100" dirty="0" err="1"/>
              <a:t>capaz</a:t>
            </a:r>
            <a:r>
              <a:rPr lang="en-US" sz="3100" dirty="0"/>
              <a:t> de </a:t>
            </a:r>
            <a:r>
              <a:rPr lang="en-US" sz="3100" dirty="0" err="1"/>
              <a:t>realizar</a:t>
            </a:r>
            <a:r>
              <a:rPr lang="en-US" sz="3100" dirty="0"/>
              <a:t> </a:t>
            </a:r>
            <a:r>
              <a:rPr lang="en-US" sz="3100" dirty="0" err="1"/>
              <a:t>pruebas</a:t>
            </a:r>
            <a:r>
              <a:rPr lang="en-US" sz="3100" dirty="0"/>
              <a:t> </a:t>
            </a:r>
            <a:r>
              <a:rPr lang="en-US" sz="3100" dirty="0" err="1"/>
              <a:t>en</a:t>
            </a:r>
            <a:r>
              <a:rPr lang="en-US" sz="3100" dirty="0"/>
              <a:t> </a:t>
            </a:r>
            <a:r>
              <a:rPr lang="en-US" sz="3100" dirty="0" err="1"/>
              <a:t>una</a:t>
            </a:r>
            <a:r>
              <a:rPr lang="en-US" sz="3100" dirty="0"/>
              <a:t> </a:t>
            </a:r>
            <a:r>
              <a:rPr lang="en-US" sz="3100" dirty="0" err="1"/>
              <a:t>amplia</a:t>
            </a:r>
            <a:r>
              <a:rPr lang="en-US" sz="3100" dirty="0"/>
              <a:t> </a:t>
            </a:r>
            <a:r>
              <a:rPr lang="en-US" sz="3100" dirty="0" err="1"/>
              <a:t>variedad</a:t>
            </a:r>
            <a:r>
              <a:rPr lang="en-US" sz="3100" dirty="0"/>
              <a:t> de </a:t>
            </a:r>
            <a:r>
              <a:rPr lang="en-US" sz="3100" dirty="0" err="1"/>
              <a:t>sistemas</a:t>
            </a:r>
            <a:r>
              <a:rPr lang="en-US" sz="3100" dirty="0"/>
              <a:t> y </a:t>
            </a:r>
            <a:r>
              <a:rPr lang="en-US" sz="3100" dirty="0" err="1"/>
              <a:t>aplicaciones</a:t>
            </a:r>
            <a:r>
              <a:rPr lang="en-US" sz="3100" dirty="0"/>
              <a:t>, </a:t>
            </a:r>
            <a:r>
              <a:rPr lang="en-US" sz="3100" dirty="0" err="1"/>
              <a:t>incluyendo</a:t>
            </a:r>
            <a:r>
              <a:rPr lang="en-US" sz="3100" dirty="0"/>
              <a:t> </a:t>
            </a:r>
            <a:r>
              <a:rPr lang="en-US" sz="3100" dirty="0" err="1"/>
              <a:t>sistemas</a:t>
            </a:r>
            <a:r>
              <a:rPr lang="en-US" sz="3100" dirty="0"/>
              <a:t> </a:t>
            </a:r>
            <a:r>
              <a:rPr lang="en-US" sz="3100" dirty="0" err="1"/>
              <a:t>operativos</a:t>
            </a:r>
            <a:r>
              <a:rPr lang="en-US" sz="3100" dirty="0"/>
              <a:t>, </a:t>
            </a:r>
            <a:r>
              <a:rPr lang="en-US" sz="3100" dirty="0" err="1"/>
              <a:t>aplicaciones</a:t>
            </a:r>
            <a:r>
              <a:rPr lang="en-US" sz="3100" dirty="0"/>
              <a:t> web y </a:t>
            </a:r>
            <a:r>
              <a:rPr lang="en-US" sz="3100" dirty="0" err="1"/>
              <a:t>dispositivos</a:t>
            </a:r>
            <a:r>
              <a:rPr lang="en-US" sz="3100" dirty="0"/>
              <a:t> de red.</a:t>
            </a:r>
          </a:p>
          <a:p>
            <a:pPr indent="-228600" defTabSz="914400"/>
            <a:r>
              <a:rPr lang="en-US" sz="3100" b="1" dirty="0"/>
              <a:t>Qualys</a:t>
            </a:r>
            <a:r>
              <a:rPr lang="en-US" sz="3100" dirty="0"/>
              <a:t>: Qualys es </a:t>
            </a:r>
            <a:r>
              <a:rPr lang="en-US" sz="3100" dirty="0" err="1"/>
              <a:t>una</a:t>
            </a:r>
            <a:r>
              <a:rPr lang="en-US" sz="3100" dirty="0"/>
              <a:t> </a:t>
            </a:r>
            <a:r>
              <a:rPr lang="en-US" sz="3100" dirty="0" err="1"/>
              <a:t>plataforma</a:t>
            </a:r>
            <a:r>
              <a:rPr lang="en-US" sz="3100" dirty="0"/>
              <a:t> de </a:t>
            </a:r>
            <a:r>
              <a:rPr lang="en-US" sz="3100" dirty="0" err="1"/>
              <a:t>seguridad</a:t>
            </a:r>
            <a:r>
              <a:rPr lang="en-US" sz="3100" dirty="0"/>
              <a:t> </a:t>
            </a:r>
            <a:r>
              <a:rPr lang="en-US" sz="3100" dirty="0" err="1"/>
              <a:t>en</a:t>
            </a:r>
            <a:r>
              <a:rPr lang="en-US" sz="3100" dirty="0"/>
              <a:t> la </a:t>
            </a:r>
            <a:r>
              <a:rPr lang="en-US" sz="3100" dirty="0" err="1"/>
              <a:t>nube</a:t>
            </a:r>
            <a:r>
              <a:rPr lang="en-US" sz="3100" dirty="0"/>
              <a:t> que </a:t>
            </a:r>
            <a:r>
              <a:rPr lang="en-US" sz="3100" dirty="0" err="1"/>
              <a:t>ofrece</a:t>
            </a:r>
            <a:r>
              <a:rPr lang="en-US" sz="3100" dirty="0"/>
              <a:t> un conjunto de </a:t>
            </a:r>
            <a:r>
              <a:rPr lang="en-US" sz="3100" dirty="0" err="1"/>
              <a:t>herramientas</a:t>
            </a:r>
            <a:r>
              <a:rPr lang="en-US" sz="3100" dirty="0"/>
              <a:t> de </a:t>
            </a:r>
            <a:r>
              <a:rPr lang="en-US" sz="3100" dirty="0" err="1"/>
              <a:t>seguridad</a:t>
            </a:r>
            <a:r>
              <a:rPr lang="en-US" sz="3100" dirty="0"/>
              <a:t>, </a:t>
            </a:r>
            <a:r>
              <a:rPr lang="en-US" sz="3100" dirty="0" err="1"/>
              <a:t>incluyendo</a:t>
            </a:r>
            <a:r>
              <a:rPr lang="en-US" sz="3100" dirty="0"/>
              <a:t> un </a:t>
            </a:r>
            <a:r>
              <a:rPr lang="en-US" sz="3100" dirty="0" err="1"/>
              <a:t>escáner</a:t>
            </a:r>
            <a:r>
              <a:rPr lang="en-US" sz="3100" dirty="0"/>
              <a:t> de </a:t>
            </a:r>
            <a:r>
              <a:rPr lang="en-US" sz="3100" dirty="0" err="1"/>
              <a:t>vulnerabilidades</a:t>
            </a:r>
            <a:r>
              <a:rPr lang="en-US" sz="3100" dirty="0"/>
              <a:t> que </a:t>
            </a:r>
            <a:r>
              <a:rPr lang="en-US" sz="3100" dirty="0" err="1"/>
              <a:t>puede</a:t>
            </a:r>
            <a:r>
              <a:rPr lang="en-US" sz="3100" dirty="0"/>
              <a:t> </a:t>
            </a:r>
            <a:r>
              <a:rPr lang="en-US" sz="3100" dirty="0" err="1"/>
              <a:t>detectar</a:t>
            </a:r>
            <a:r>
              <a:rPr lang="en-US" sz="3100" dirty="0"/>
              <a:t> y </a:t>
            </a:r>
            <a:r>
              <a:rPr lang="en-US" sz="3100" dirty="0" err="1"/>
              <a:t>priorizar</a:t>
            </a:r>
            <a:r>
              <a:rPr lang="en-US" sz="3100" dirty="0"/>
              <a:t> </a:t>
            </a:r>
            <a:r>
              <a:rPr lang="en-US" sz="3100" dirty="0" err="1"/>
              <a:t>vulnerabilidades</a:t>
            </a:r>
            <a:r>
              <a:rPr lang="en-US" sz="3100" dirty="0"/>
              <a:t> </a:t>
            </a:r>
            <a:r>
              <a:rPr lang="en-US" sz="3100" dirty="0" err="1"/>
              <a:t>en</a:t>
            </a:r>
            <a:r>
              <a:rPr lang="en-US" sz="3100" dirty="0"/>
              <a:t> </a:t>
            </a:r>
            <a:r>
              <a:rPr lang="en-US" sz="3100" dirty="0" err="1"/>
              <a:t>sistemas</a:t>
            </a:r>
            <a:r>
              <a:rPr lang="en-US" sz="3100" dirty="0"/>
              <a:t> </a:t>
            </a:r>
            <a:r>
              <a:rPr lang="en-US" sz="3100" dirty="0" err="1"/>
              <a:t>operativos</a:t>
            </a:r>
            <a:r>
              <a:rPr lang="en-US" sz="3100" dirty="0"/>
              <a:t>, </a:t>
            </a:r>
            <a:r>
              <a:rPr lang="en-US" sz="3100" dirty="0" err="1"/>
              <a:t>aplicaciones</a:t>
            </a:r>
            <a:r>
              <a:rPr lang="en-US" sz="3100" dirty="0"/>
              <a:t> web y </a:t>
            </a:r>
            <a:r>
              <a:rPr lang="en-US" sz="3100" dirty="0" err="1"/>
              <a:t>dispositivos</a:t>
            </a:r>
            <a:r>
              <a:rPr lang="en-US" sz="3100" dirty="0"/>
              <a:t> de red.</a:t>
            </a:r>
          </a:p>
          <a:p>
            <a:pPr indent="-228600" defTabSz="914400"/>
            <a:r>
              <a:rPr lang="en-US" sz="3100" b="1" dirty="0"/>
              <a:t>Retina</a:t>
            </a:r>
            <a:r>
              <a:rPr lang="en-US" sz="3100" dirty="0"/>
              <a:t>: Retina es </a:t>
            </a:r>
            <a:r>
              <a:rPr lang="en-US" sz="3100" dirty="0" err="1"/>
              <a:t>una</a:t>
            </a:r>
            <a:r>
              <a:rPr lang="en-US" sz="3100" dirty="0"/>
              <a:t> </a:t>
            </a:r>
            <a:r>
              <a:rPr lang="en-US" sz="3100" dirty="0" err="1"/>
              <a:t>herramienta</a:t>
            </a:r>
            <a:r>
              <a:rPr lang="en-US" sz="3100" dirty="0"/>
              <a:t> de </a:t>
            </a:r>
            <a:r>
              <a:rPr lang="en-US" sz="3100" dirty="0" err="1"/>
              <a:t>escaneo</a:t>
            </a:r>
            <a:r>
              <a:rPr lang="en-US" sz="3100" dirty="0"/>
              <a:t> de </a:t>
            </a:r>
            <a:r>
              <a:rPr lang="en-US" sz="3100" dirty="0" err="1"/>
              <a:t>vulnerabilidades</a:t>
            </a:r>
            <a:r>
              <a:rPr lang="en-US" sz="3100" dirty="0"/>
              <a:t> que es </a:t>
            </a:r>
            <a:r>
              <a:rPr lang="en-US" sz="3100" dirty="0" err="1"/>
              <a:t>capaz</a:t>
            </a:r>
            <a:r>
              <a:rPr lang="en-US" sz="3100" dirty="0"/>
              <a:t> de </a:t>
            </a:r>
            <a:r>
              <a:rPr lang="en-US" sz="3100" dirty="0" err="1"/>
              <a:t>identificar</a:t>
            </a:r>
            <a:r>
              <a:rPr lang="en-US" sz="3100" dirty="0"/>
              <a:t> </a:t>
            </a:r>
            <a:r>
              <a:rPr lang="en-US" sz="3100" dirty="0" err="1"/>
              <a:t>vulnerabilidades</a:t>
            </a:r>
            <a:r>
              <a:rPr lang="en-US" sz="3100" dirty="0"/>
              <a:t> </a:t>
            </a:r>
            <a:r>
              <a:rPr lang="en-US" sz="3100" dirty="0" err="1"/>
              <a:t>en</a:t>
            </a:r>
            <a:r>
              <a:rPr lang="en-US" sz="3100" dirty="0"/>
              <a:t> </a:t>
            </a:r>
            <a:r>
              <a:rPr lang="en-US" sz="3100" dirty="0" err="1"/>
              <a:t>sistemas</a:t>
            </a:r>
            <a:r>
              <a:rPr lang="en-US" sz="3100" dirty="0"/>
              <a:t> </a:t>
            </a:r>
            <a:r>
              <a:rPr lang="en-US" sz="3100" dirty="0" err="1"/>
              <a:t>operativos</a:t>
            </a:r>
            <a:r>
              <a:rPr lang="en-US" sz="3100" dirty="0"/>
              <a:t>, </a:t>
            </a:r>
            <a:r>
              <a:rPr lang="en-US" sz="3100" dirty="0" err="1"/>
              <a:t>aplicaciones</a:t>
            </a:r>
            <a:r>
              <a:rPr lang="en-US" sz="3100" dirty="0"/>
              <a:t> web y bases de </a:t>
            </a:r>
            <a:r>
              <a:rPr lang="en-US" sz="3100" dirty="0" err="1"/>
              <a:t>datos</a:t>
            </a:r>
            <a:r>
              <a:rPr lang="en-US" sz="3100" dirty="0"/>
              <a:t>. También </a:t>
            </a:r>
            <a:r>
              <a:rPr lang="en-US" sz="3100" dirty="0" err="1"/>
              <a:t>ofrece</a:t>
            </a:r>
            <a:r>
              <a:rPr lang="en-US" sz="3100" dirty="0"/>
              <a:t> la </a:t>
            </a:r>
            <a:r>
              <a:rPr lang="en-US" sz="3100" dirty="0" err="1"/>
              <a:t>capacidad</a:t>
            </a:r>
            <a:r>
              <a:rPr lang="en-US" sz="3100" dirty="0"/>
              <a:t> de </a:t>
            </a:r>
            <a:r>
              <a:rPr lang="en-US" sz="3100" dirty="0" err="1"/>
              <a:t>generar</a:t>
            </a:r>
            <a:r>
              <a:rPr lang="en-US" sz="3100" dirty="0"/>
              <a:t> </a:t>
            </a:r>
            <a:r>
              <a:rPr lang="en-US" sz="3100" dirty="0" err="1"/>
              <a:t>informes</a:t>
            </a:r>
            <a:r>
              <a:rPr lang="en-US" sz="3100" dirty="0"/>
              <a:t> </a:t>
            </a:r>
            <a:r>
              <a:rPr lang="en-US" sz="3100" dirty="0" err="1"/>
              <a:t>detallados</a:t>
            </a:r>
            <a:r>
              <a:rPr lang="en-US" sz="3100" dirty="0"/>
              <a:t> </a:t>
            </a:r>
            <a:r>
              <a:rPr lang="en-US" sz="3100" dirty="0" err="1"/>
              <a:t>sobre</a:t>
            </a:r>
            <a:r>
              <a:rPr lang="en-US" sz="3100" dirty="0"/>
              <a:t> las </a:t>
            </a:r>
            <a:r>
              <a:rPr lang="en-US" sz="3100" dirty="0" err="1"/>
              <a:t>vulnerabilidades</a:t>
            </a:r>
            <a:r>
              <a:rPr lang="en-US" sz="3100" dirty="0"/>
              <a:t> </a:t>
            </a:r>
            <a:r>
              <a:rPr lang="en-US" sz="3100" dirty="0" err="1"/>
              <a:t>encontradas</a:t>
            </a:r>
            <a:r>
              <a:rPr lang="en-US" sz="3100" dirty="0"/>
              <a:t>.</a:t>
            </a:r>
          </a:p>
          <a:p>
            <a:pPr marL="0" indent="-228600" defTabSz="914400"/>
            <a:endParaRPr lang="en-US" sz="3100" dirty="0"/>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3C1722C2-F8F1-FB6C-88A0-92AEEAB5CF9E}"/>
              </a:ext>
            </a:extLst>
          </p:cNvPr>
          <p:cNvPicPr preferRelativeResize="0"/>
          <p:nvPr/>
        </p:nvPicPr>
        <p:blipFill rotWithShape="1">
          <a:blip r:embed="rId2"/>
          <a:stretch/>
        </p:blipFill>
        <p:spPr>
          <a:xfrm>
            <a:off x="15727680" y="1417057"/>
            <a:ext cx="8028432" cy="5342556"/>
          </a:xfrm>
          <a:prstGeom prst="rect">
            <a:avLst/>
          </a:prstGeom>
          <a:noFill/>
        </p:spPr>
      </p:pic>
      <p:pic>
        <p:nvPicPr>
          <p:cNvPr id="6" name="Imagen 5" descr="Logotipo&#10;&#10;Descripción generada automáticamente">
            <a:extLst>
              <a:ext uri="{FF2B5EF4-FFF2-40B4-BE49-F238E27FC236}">
                <a16:creationId xmlns:a16="http://schemas.microsoft.com/office/drawing/2014/main" id="{5F9BFC79-0E4A-CD12-526C-56D93511EE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7680" y="9249917"/>
            <a:ext cx="7991856" cy="2169482"/>
          </a:xfrm>
          <a:prstGeom prst="rect">
            <a:avLst/>
          </a:prstGeom>
        </p:spPr>
      </p:pic>
    </p:spTree>
    <p:extLst>
      <p:ext uri="{BB962C8B-B14F-4D97-AF65-F5344CB8AC3E}">
        <p14:creationId xmlns:p14="http://schemas.microsoft.com/office/powerpoint/2010/main" val="94988122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C5F45B-8021-C3FF-328F-F03BAE733CD9}"/>
              </a:ext>
            </a:extLst>
          </p:cNvPr>
          <p:cNvSpPr>
            <a:spLocks noGrp="1"/>
          </p:cNvSpPr>
          <p:nvPr>
            <p:ph type="title" idx="4294967295"/>
          </p:nvPr>
        </p:nvSpPr>
        <p:spPr>
          <a:xfrm>
            <a:off x="1280160" y="658368"/>
            <a:ext cx="13789152" cy="3566160"/>
          </a:xfrm>
        </p:spPr>
        <p:txBody>
          <a:bodyPr vert="horz" lIns="91440" tIns="45720" rIns="91440" bIns="45720" rtlCol="0" anchor="b">
            <a:normAutofit/>
          </a:bodyPr>
          <a:lstStyle/>
          <a:p>
            <a:pPr defTabSz="914400"/>
            <a:r>
              <a:rPr lang="en-US" altLang="es-ES" sz="10800" dirty="0"/>
              <a:t>Wireshark</a:t>
            </a:r>
            <a:endParaRPr lang="en-US" sz="10800" dirty="0"/>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7904" y="4791456"/>
            <a:ext cx="8487178" cy="36576"/>
          </a:xfrm>
          <a:custGeom>
            <a:avLst/>
            <a:gdLst>
              <a:gd name="connsiteX0" fmla="*/ 0 w 8487178"/>
              <a:gd name="connsiteY0" fmla="*/ 0 h 36576"/>
              <a:gd name="connsiteX1" fmla="*/ 737732 w 8487178"/>
              <a:gd name="connsiteY1" fmla="*/ 0 h 36576"/>
              <a:gd name="connsiteX2" fmla="*/ 1560335 w 8487178"/>
              <a:gd name="connsiteY2" fmla="*/ 0 h 36576"/>
              <a:gd name="connsiteX3" fmla="*/ 1958580 w 8487178"/>
              <a:gd name="connsiteY3" fmla="*/ 0 h 36576"/>
              <a:gd name="connsiteX4" fmla="*/ 2526568 w 8487178"/>
              <a:gd name="connsiteY4" fmla="*/ 0 h 36576"/>
              <a:gd name="connsiteX5" fmla="*/ 2924812 w 8487178"/>
              <a:gd name="connsiteY5" fmla="*/ 0 h 36576"/>
              <a:gd name="connsiteX6" fmla="*/ 3577672 w 8487178"/>
              <a:gd name="connsiteY6" fmla="*/ 0 h 36576"/>
              <a:gd name="connsiteX7" fmla="*/ 4145660 w 8487178"/>
              <a:gd name="connsiteY7" fmla="*/ 0 h 36576"/>
              <a:gd name="connsiteX8" fmla="*/ 4883392 w 8487178"/>
              <a:gd name="connsiteY8" fmla="*/ 0 h 36576"/>
              <a:gd name="connsiteX9" fmla="*/ 5705995 w 8487178"/>
              <a:gd name="connsiteY9" fmla="*/ 0 h 36576"/>
              <a:gd name="connsiteX10" fmla="*/ 6358855 w 8487178"/>
              <a:gd name="connsiteY10" fmla="*/ 0 h 36576"/>
              <a:gd name="connsiteX11" fmla="*/ 7181458 w 8487178"/>
              <a:gd name="connsiteY11" fmla="*/ 0 h 36576"/>
              <a:gd name="connsiteX12" fmla="*/ 7834318 w 8487178"/>
              <a:gd name="connsiteY12" fmla="*/ 0 h 36576"/>
              <a:gd name="connsiteX13" fmla="*/ 8487178 w 8487178"/>
              <a:gd name="connsiteY13" fmla="*/ 0 h 36576"/>
              <a:gd name="connsiteX14" fmla="*/ 8487178 w 8487178"/>
              <a:gd name="connsiteY14" fmla="*/ 36576 h 36576"/>
              <a:gd name="connsiteX15" fmla="*/ 7834318 w 8487178"/>
              <a:gd name="connsiteY15" fmla="*/ 36576 h 36576"/>
              <a:gd name="connsiteX16" fmla="*/ 7351202 w 8487178"/>
              <a:gd name="connsiteY16" fmla="*/ 36576 h 36576"/>
              <a:gd name="connsiteX17" fmla="*/ 6952957 w 8487178"/>
              <a:gd name="connsiteY17" fmla="*/ 36576 h 36576"/>
              <a:gd name="connsiteX18" fmla="*/ 6384969 w 8487178"/>
              <a:gd name="connsiteY18" fmla="*/ 36576 h 36576"/>
              <a:gd name="connsiteX19" fmla="*/ 5732109 w 8487178"/>
              <a:gd name="connsiteY19" fmla="*/ 36576 h 36576"/>
              <a:gd name="connsiteX20" fmla="*/ 5164121 w 8487178"/>
              <a:gd name="connsiteY20" fmla="*/ 36576 h 36576"/>
              <a:gd name="connsiteX21" fmla="*/ 4681005 w 8487178"/>
              <a:gd name="connsiteY21" fmla="*/ 36576 h 36576"/>
              <a:gd name="connsiteX22" fmla="*/ 3858402 w 8487178"/>
              <a:gd name="connsiteY22" fmla="*/ 36576 h 36576"/>
              <a:gd name="connsiteX23" fmla="*/ 3205542 w 8487178"/>
              <a:gd name="connsiteY23" fmla="*/ 36576 h 36576"/>
              <a:gd name="connsiteX24" fmla="*/ 2467810 w 8487178"/>
              <a:gd name="connsiteY24" fmla="*/ 36576 h 36576"/>
              <a:gd name="connsiteX25" fmla="*/ 2069566 w 8487178"/>
              <a:gd name="connsiteY25" fmla="*/ 36576 h 36576"/>
              <a:gd name="connsiteX26" fmla="*/ 1586449 w 8487178"/>
              <a:gd name="connsiteY26" fmla="*/ 36576 h 36576"/>
              <a:gd name="connsiteX27" fmla="*/ 933590 w 8487178"/>
              <a:gd name="connsiteY27" fmla="*/ 36576 h 36576"/>
              <a:gd name="connsiteX28" fmla="*/ 0 w 8487178"/>
              <a:gd name="connsiteY28" fmla="*/ 36576 h 36576"/>
              <a:gd name="connsiteX29" fmla="*/ 0 w 8487178"/>
              <a:gd name="connsiteY29"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87178" h="36576" fill="none" extrusionOk="0">
                <a:moveTo>
                  <a:pt x="0" y="0"/>
                </a:moveTo>
                <a:cubicBezTo>
                  <a:pt x="158648" y="-23080"/>
                  <a:pt x="414015" y="33691"/>
                  <a:pt x="737732" y="0"/>
                </a:cubicBezTo>
                <a:cubicBezTo>
                  <a:pt x="1061449" y="-33691"/>
                  <a:pt x="1348785" y="-6923"/>
                  <a:pt x="1560335" y="0"/>
                </a:cubicBezTo>
                <a:cubicBezTo>
                  <a:pt x="1771885" y="6923"/>
                  <a:pt x="1874673" y="6083"/>
                  <a:pt x="1958580" y="0"/>
                </a:cubicBezTo>
                <a:cubicBezTo>
                  <a:pt x="2042488" y="-6083"/>
                  <a:pt x="2411773" y="5497"/>
                  <a:pt x="2526568" y="0"/>
                </a:cubicBezTo>
                <a:cubicBezTo>
                  <a:pt x="2641363" y="-5497"/>
                  <a:pt x="2769955" y="14545"/>
                  <a:pt x="2924812" y="0"/>
                </a:cubicBezTo>
                <a:cubicBezTo>
                  <a:pt x="3079669" y="-14545"/>
                  <a:pt x="3398796" y="-305"/>
                  <a:pt x="3577672" y="0"/>
                </a:cubicBezTo>
                <a:cubicBezTo>
                  <a:pt x="3756548" y="305"/>
                  <a:pt x="4010524" y="-19439"/>
                  <a:pt x="4145660" y="0"/>
                </a:cubicBezTo>
                <a:cubicBezTo>
                  <a:pt x="4280796" y="19439"/>
                  <a:pt x="4519168" y="18856"/>
                  <a:pt x="4883392" y="0"/>
                </a:cubicBezTo>
                <a:cubicBezTo>
                  <a:pt x="5247616" y="-18856"/>
                  <a:pt x="5354959" y="-20344"/>
                  <a:pt x="5705995" y="0"/>
                </a:cubicBezTo>
                <a:cubicBezTo>
                  <a:pt x="6057031" y="20344"/>
                  <a:pt x="6165300" y="31467"/>
                  <a:pt x="6358855" y="0"/>
                </a:cubicBezTo>
                <a:cubicBezTo>
                  <a:pt x="6552410" y="-31467"/>
                  <a:pt x="6791945" y="-470"/>
                  <a:pt x="7181458" y="0"/>
                </a:cubicBezTo>
                <a:cubicBezTo>
                  <a:pt x="7570971" y="470"/>
                  <a:pt x="7589420" y="-27923"/>
                  <a:pt x="7834318" y="0"/>
                </a:cubicBezTo>
                <a:cubicBezTo>
                  <a:pt x="8079216" y="27923"/>
                  <a:pt x="8244660" y="-28188"/>
                  <a:pt x="8487178" y="0"/>
                </a:cubicBezTo>
                <a:cubicBezTo>
                  <a:pt x="8487756" y="9299"/>
                  <a:pt x="8487778" y="26774"/>
                  <a:pt x="8487178" y="36576"/>
                </a:cubicBezTo>
                <a:cubicBezTo>
                  <a:pt x="8193354" y="68129"/>
                  <a:pt x="8121938" y="60994"/>
                  <a:pt x="7834318" y="36576"/>
                </a:cubicBezTo>
                <a:cubicBezTo>
                  <a:pt x="7546698" y="12158"/>
                  <a:pt x="7507615" y="29628"/>
                  <a:pt x="7351202" y="36576"/>
                </a:cubicBezTo>
                <a:cubicBezTo>
                  <a:pt x="7194789" y="43524"/>
                  <a:pt x="7096566" y="31598"/>
                  <a:pt x="6952957" y="36576"/>
                </a:cubicBezTo>
                <a:cubicBezTo>
                  <a:pt x="6809349" y="41554"/>
                  <a:pt x="6510534" y="54733"/>
                  <a:pt x="6384969" y="36576"/>
                </a:cubicBezTo>
                <a:cubicBezTo>
                  <a:pt x="6259404" y="18419"/>
                  <a:pt x="5956387" y="64521"/>
                  <a:pt x="5732109" y="36576"/>
                </a:cubicBezTo>
                <a:cubicBezTo>
                  <a:pt x="5507831" y="8631"/>
                  <a:pt x="5425540" y="32239"/>
                  <a:pt x="5164121" y="36576"/>
                </a:cubicBezTo>
                <a:cubicBezTo>
                  <a:pt x="4902702" y="40913"/>
                  <a:pt x="4815733" y="45661"/>
                  <a:pt x="4681005" y="36576"/>
                </a:cubicBezTo>
                <a:cubicBezTo>
                  <a:pt x="4546277" y="27491"/>
                  <a:pt x="4111650" y="24454"/>
                  <a:pt x="3858402" y="36576"/>
                </a:cubicBezTo>
                <a:cubicBezTo>
                  <a:pt x="3605154" y="48698"/>
                  <a:pt x="3355682" y="45487"/>
                  <a:pt x="3205542" y="36576"/>
                </a:cubicBezTo>
                <a:cubicBezTo>
                  <a:pt x="3055402" y="27665"/>
                  <a:pt x="2716580" y="64954"/>
                  <a:pt x="2467810" y="36576"/>
                </a:cubicBezTo>
                <a:cubicBezTo>
                  <a:pt x="2219040" y="8198"/>
                  <a:pt x="2149690" y="30867"/>
                  <a:pt x="2069566" y="36576"/>
                </a:cubicBezTo>
                <a:cubicBezTo>
                  <a:pt x="1989442" y="42285"/>
                  <a:pt x="1703335" y="42806"/>
                  <a:pt x="1586449" y="36576"/>
                </a:cubicBezTo>
                <a:cubicBezTo>
                  <a:pt x="1469563" y="30346"/>
                  <a:pt x="1212036" y="34821"/>
                  <a:pt x="933590" y="36576"/>
                </a:cubicBezTo>
                <a:cubicBezTo>
                  <a:pt x="655144" y="38331"/>
                  <a:pt x="215255" y="74183"/>
                  <a:pt x="0" y="36576"/>
                </a:cubicBezTo>
                <a:cubicBezTo>
                  <a:pt x="-516" y="20544"/>
                  <a:pt x="1802" y="17140"/>
                  <a:pt x="0" y="0"/>
                </a:cubicBezTo>
                <a:close/>
              </a:path>
              <a:path w="8487178" h="36576" stroke="0" extrusionOk="0">
                <a:moveTo>
                  <a:pt x="0" y="0"/>
                </a:moveTo>
                <a:cubicBezTo>
                  <a:pt x="141875" y="16416"/>
                  <a:pt x="317987" y="-14018"/>
                  <a:pt x="483116" y="0"/>
                </a:cubicBezTo>
                <a:cubicBezTo>
                  <a:pt x="648245" y="14018"/>
                  <a:pt x="704570" y="5647"/>
                  <a:pt x="881361" y="0"/>
                </a:cubicBezTo>
                <a:cubicBezTo>
                  <a:pt x="1058153" y="-5647"/>
                  <a:pt x="1211393" y="2543"/>
                  <a:pt x="1364477" y="0"/>
                </a:cubicBezTo>
                <a:cubicBezTo>
                  <a:pt x="1517561" y="-2543"/>
                  <a:pt x="1713772" y="-6752"/>
                  <a:pt x="2017337" y="0"/>
                </a:cubicBezTo>
                <a:cubicBezTo>
                  <a:pt x="2320902" y="6752"/>
                  <a:pt x="2535852" y="27273"/>
                  <a:pt x="2755069" y="0"/>
                </a:cubicBezTo>
                <a:cubicBezTo>
                  <a:pt x="2974286" y="-27273"/>
                  <a:pt x="3322220" y="-6972"/>
                  <a:pt x="3577672" y="0"/>
                </a:cubicBezTo>
                <a:cubicBezTo>
                  <a:pt x="3833124" y="6972"/>
                  <a:pt x="4082700" y="-30587"/>
                  <a:pt x="4400275" y="0"/>
                </a:cubicBezTo>
                <a:cubicBezTo>
                  <a:pt x="4717850" y="30587"/>
                  <a:pt x="4848568" y="-17249"/>
                  <a:pt x="4968263" y="0"/>
                </a:cubicBezTo>
                <a:cubicBezTo>
                  <a:pt x="5087958" y="17249"/>
                  <a:pt x="5447087" y="18553"/>
                  <a:pt x="5705995" y="0"/>
                </a:cubicBezTo>
                <a:cubicBezTo>
                  <a:pt x="5964903" y="-18553"/>
                  <a:pt x="6211105" y="-17498"/>
                  <a:pt x="6358855" y="0"/>
                </a:cubicBezTo>
                <a:cubicBezTo>
                  <a:pt x="6506605" y="17498"/>
                  <a:pt x="6655586" y="-15953"/>
                  <a:pt x="6926843" y="0"/>
                </a:cubicBezTo>
                <a:cubicBezTo>
                  <a:pt x="7198100" y="15953"/>
                  <a:pt x="7439942" y="-28058"/>
                  <a:pt x="7664575" y="0"/>
                </a:cubicBezTo>
                <a:cubicBezTo>
                  <a:pt x="7889208" y="28058"/>
                  <a:pt x="8244819" y="-11603"/>
                  <a:pt x="8487178" y="0"/>
                </a:cubicBezTo>
                <a:cubicBezTo>
                  <a:pt x="8486954" y="11559"/>
                  <a:pt x="8486570" y="21146"/>
                  <a:pt x="8487178" y="36576"/>
                </a:cubicBezTo>
                <a:cubicBezTo>
                  <a:pt x="8363638" y="18444"/>
                  <a:pt x="8225194" y="49967"/>
                  <a:pt x="8004062" y="36576"/>
                </a:cubicBezTo>
                <a:cubicBezTo>
                  <a:pt x="7782930" y="23185"/>
                  <a:pt x="7442338" y="64256"/>
                  <a:pt x="7181458" y="36576"/>
                </a:cubicBezTo>
                <a:cubicBezTo>
                  <a:pt x="6920578" y="8896"/>
                  <a:pt x="6812793" y="31551"/>
                  <a:pt x="6698342" y="36576"/>
                </a:cubicBezTo>
                <a:cubicBezTo>
                  <a:pt x="6583891" y="41601"/>
                  <a:pt x="6260356" y="9334"/>
                  <a:pt x="5960610" y="36576"/>
                </a:cubicBezTo>
                <a:cubicBezTo>
                  <a:pt x="5660864" y="63818"/>
                  <a:pt x="5663756" y="35872"/>
                  <a:pt x="5562366" y="36576"/>
                </a:cubicBezTo>
                <a:cubicBezTo>
                  <a:pt x="5460976" y="37280"/>
                  <a:pt x="5069820" y="22312"/>
                  <a:pt x="4909506" y="36576"/>
                </a:cubicBezTo>
                <a:cubicBezTo>
                  <a:pt x="4749192" y="50840"/>
                  <a:pt x="4551078" y="46187"/>
                  <a:pt x="4426390" y="36576"/>
                </a:cubicBezTo>
                <a:cubicBezTo>
                  <a:pt x="4301702" y="26965"/>
                  <a:pt x="3916782" y="59932"/>
                  <a:pt x="3603786" y="36576"/>
                </a:cubicBezTo>
                <a:cubicBezTo>
                  <a:pt x="3290790" y="13220"/>
                  <a:pt x="3382822" y="52886"/>
                  <a:pt x="3205542" y="36576"/>
                </a:cubicBezTo>
                <a:cubicBezTo>
                  <a:pt x="3028262" y="20266"/>
                  <a:pt x="2723637" y="9596"/>
                  <a:pt x="2552682" y="36576"/>
                </a:cubicBezTo>
                <a:cubicBezTo>
                  <a:pt x="2381727" y="63556"/>
                  <a:pt x="2306903" y="19145"/>
                  <a:pt x="2154437" y="36576"/>
                </a:cubicBezTo>
                <a:cubicBezTo>
                  <a:pt x="2001972" y="54007"/>
                  <a:pt x="1880716" y="55934"/>
                  <a:pt x="1671321" y="36576"/>
                </a:cubicBezTo>
                <a:cubicBezTo>
                  <a:pt x="1461926" y="17218"/>
                  <a:pt x="1116754" y="69031"/>
                  <a:pt x="933590" y="36576"/>
                </a:cubicBezTo>
                <a:cubicBezTo>
                  <a:pt x="750426" y="4121"/>
                  <a:pt x="234904" y="7568"/>
                  <a:pt x="0" y="36576"/>
                </a:cubicBezTo>
                <a:cubicBezTo>
                  <a:pt x="-299" y="20797"/>
                  <a:pt x="-1602" y="1003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1C4A8853-9A43-6750-7C54-BD14F3788F33}"/>
              </a:ext>
            </a:extLst>
          </p:cNvPr>
          <p:cNvSpPr>
            <a:spLocks noGrp="1" noChangeArrowheads="1"/>
          </p:cNvSpPr>
          <p:nvPr>
            <p:ph idx="4294967295"/>
          </p:nvPr>
        </p:nvSpPr>
        <p:spPr bwMode="auto">
          <a:xfrm>
            <a:off x="1280160" y="5413248"/>
            <a:ext cx="13789152" cy="69677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228600" defTabSz="914400" eaLnBrk="1" hangingPunct="1">
              <a:spcAft>
                <a:spcPts val="600"/>
              </a:spcAft>
              <a:buSzTx/>
            </a:pPr>
            <a:r>
              <a:rPr lang="en-US" altLang="es-ES" sz="2400" dirty="0">
                <a:latin typeface="+mn-lt"/>
              </a:rPr>
              <a:t>Wireshark es </a:t>
            </a:r>
            <a:r>
              <a:rPr lang="en-US" altLang="es-ES" sz="2400" dirty="0" err="1">
                <a:latin typeface="+mn-lt"/>
              </a:rPr>
              <a:t>una</a:t>
            </a:r>
            <a:r>
              <a:rPr lang="en-US" altLang="es-ES" sz="2400" dirty="0">
                <a:latin typeface="+mn-lt"/>
              </a:rPr>
              <a:t> </a:t>
            </a:r>
            <a:r>
              <a:rPr lang="en-US" altLang="es-ES" sz="2400" dirty="0" err="1">
                <a:latin typeface="+mn-lt"/>
              </a:rPr>
              <a:t>herramienta</a:t>
            </a:r>
            <a:r>
              <a:rPr lang="en-US" altLang="es-ES" sz="2400" dirty="0">
                <a:latin typeface="+mn-lt"/>
              </a:rPr>
              <a:t> de </a:t>
            </a:r>
            <a:r>
              <a:rPr lang="en-US" altLang="es-ES" sz="2400" dirty="0" err="1">
                <a:latin typeface="+mn-lt"/>
              </a:rPr>
              <a:t>análisis</a:t>
            </a:r>
            <a:r>
              <a:rPr lang="en-US" altLang="es-ES" sz="2400" dirty="0">
                <a:latin typeface="+mn-lt"/>
              </a:rPr>
              <a:t> de </a:t>
            </a:r>
            <a:r>
              <a:rPr lang="en-US" altLang="es-ES" sz="2400" dirty="0" err="1">
                <a:latin typeface="+mn-lt"/>
              </a:rPr>
              <a:t>protocolos</a:t>
            </a:r>
            <a:r>
              <a:rPr lang="en-US" altLang="es-ES" sz="2400" dirty="0">
                <a:latin typeface="+mn-lt"/>
              </a:rPr>
              <a:t> de red, que </a:t>
            </a:r>
            <a:r>
              <a:rPr lang="en-US" altLang="es-ES" sz="2400" dirty="0" err="1">
                <a:latin typeface="+mn-lt"/>
              </a:rPr>
              <a:t>permite</a:t>
            </a:r>
            <a:r>
              <a:rPr lang="en-US" altLang="es-ES" sz="2400" dirty="0">
                <a:latin typeface="+mn-lt"/>
              </a:rPr>
              <a:t> </a:t>
            </a:r>
            <a:r>
              <a:rPr lang="en-US" altLang="es-ES" sz="2400" dirty="0" err="1">
                <a:latin typeface="+mn-lt"/>
              </a:rPr>
              <a:t>capturar</a:t>
            </a:r>
            <a:r>
              <a:rPr lang="en-US" altLang="es-ES" sz="2400" dirty="0">
                <a:latin typeface="+mn-lt"/>
              </a:rPr>
              <a:t> y </a:t>
            </a:r>
            <a:r>
              <a:rPr lang="en-US" altLang="es-ES" sz="2400" dirty="0" err="1">
                <a:latin typeface="+mn-lt"/>
              </a:rPr>
              <a:t>examinar</a:t>
            </a:r>
            <a:endParaRPr lang="en-US" altLang="es-ES" sz="2400" dirty="0">
              <a:latin typeface="+mn-lt"/>
            </a:endParaRPr>
          </a:p>
          <a:p>
            <a:pPr marL="0" indent="-228600" defTabSz="914400" eaLnBrk="1" hangingPunct="1">
              <a:spcAft>
                <a:spcPts val="600"/>
              </a:spcAft>
              <a:buSzTx/>
            </a:pPr>
            <a:r>
              <a:rPr lang="en-US" altLang="es-ES" sz="2400" dirty="0">
                <a:latin typeface="+mn-lt"/>
              </a:rPr>
              <a:t> </a:t>
            </a:r>
            <a:r>
              <a:rPr lang="en-US" altLang="es-ES" sz="2400" dirty="0" err="1">
                <a:latin typeface="+mn-lt"/>
              </a:rPr>
              <a:t>el</a:t>
            </a:r>
            <a:r>
              <a:rPr lang="en-US" altLang="es-ES" sz="2400" dirty="0">
                <a:latin typeface="+mn-lt"/>
              </a:rPr>
              <a:t> </a:t>
            </a:r>
            <a:r>
              <a:rPr lang="en-US" altLang="es-ES" sz="2400" dirty="0" err="1">
                <a:latin typeface="+mn-lt"/>
              </a:rPr>
              <a:t>tráfico</a:t>
            </a:r>
            <a:r>
              <a:rPr lang="en-US" altLang="es-ES" sz="2400" dirty="0">
                <a:latin typeface="+mn-lt"/>
              </a:rPr>
              <a:t> de red </a:t>
            </a:r>
            <a:r>
              <a:rPr lang="en-US" altLang="es-ES" sz="2400" dirty="0" err="1">
                <a:latin typeface="+mn-lt"/>
              </a:rPr>
              <a:t>en</a:t>
            </a:r>
            <a:r>
              <a:rPr lang="en-US" altLang="es-ES" sz="2400" dirty="0">
                <a:latin typeface="+mn-lt"/>
              </a:rPr>
              <a:t> </a:t>
            </a:r>
            <a:r>
              <a:rPr lang="en-US" altLang="es-ES" sz="2400" dirty="0" err="1">
                <a:latin typeface="+mn-lt"/>
              </a:rPr>
              <a:t>tiempo</a:t>
            </a:r>
            <a:r>
              <a:rPr lang="en-US" altLang="es-ES" sz="2400" dirty="0">
                <a:latin typeface="+mn-lt"/>
              </a:rPr>
              <a:t> real. Wireshark se </a:t>
            </a:r>
            <a:r>
              <a:rPr lang="en-US" altLang="es-ES" sz="2400" dirty="0" err="1">
                <a:latin typeface="+mn-lt"/>
              </a:rPr>
              <a:t>utiliza</a:t>
            </a:r>
            <a:r>
              <a:rPr lang="en-US" altLang="es-ES" sz="2400" dirty="0">
                <a:latin typeface="+mn-lt"/>
              </a:rPr>
              <a:t> </a:t>
            </a:r>
            <a:r>
              <a:rPr lang="en-US" altLang="es-ES" sz="2400" dirty="0" err="1">
                <a:latin typeface="+mn-lt"/>
              </a:rPr>
              <a:t>comúnmente</a:t>
            </a:r>
            <a:r>
              <a:rPr lang="en-US" altLang="es-ES" sz="2400" dirty="0">
                <a:latin typeface="+mn-lt"/>
              </a:rPr>
              <a:t> para </a:t>
            </a:r>
            <a:r>
              <a:rPr lang="en-US" altLang="es-ES" sz="2400" dirty="0" err="1">
                <a:latin typeface="+mn-lt"/>
              </a:rPr>
              <a:t>analizar</a:t>
            </a:r>
            <a:r>
              <a:rPr lang="en-US" altLang="es-ES" sz="2400" dirty="0">
                <a:latin typeface="+mn-lt"/>
              </a:rPr>
              <a:t> </a:t>
            </a:r>
            <a:r>
              <a:rPr lang="en-US" altLang="es-ES" sz="2400" dirty="0" err="1">
                <a:latin typeface="+mn-lt"/>
              </a:rPr>
              <a:t>problemas</a:t>
            </a:r>
            <a:r>
              <a:rPr lang="en-US" altLang="es-ES" sz="2400" dirty="0">
                <a:latin typeface="+mn-lt"/>
              </a:rPr>
              <a:t> de red, </a:t>
            </a:r>
          </a:p>
          <a:p>
            <a:pPr marL="0" indent="-228600" defTabSz="914400" eaLnBrk="1" hangingPunct="1">
              <a:spcAft>
                <a:spcPts val="600"/>
              </a:spcAft>
              <a:buSzTx/>
            </a:pPr>
            <a:r>
              <a:rPr lang="en-US" altLang="es-ES" sz="2400" dirty="0" err="1">
                <a:latin typeface="+mn-lt"/>
              </a:rPr>
              <a:t>depurar</a:t>
            </a:r>
            <a:r>
              <a:rPr lang="en-US" altLang="es-ES" sz="2400" dirty="0">
                <a:latin typeface="+mn-lt"/>
              </a:rPr>
              <a:t> </a:t>
            </a:r>
            <a:r>
              <a:rPr lang="en-US" altLang="es-ES" sz="2400" dirty="0" err="1">
                <a:latin typeface="+mn-lt"/>
              </a:rPr>
              <a:t>problemas</a:t>
            </a:r>
            <a:r>
              <a:rPr lang="en-US" altLang="es-ES" sz="2400" dirty="0">
                <a:latin typeface="+mn-lt"/>
              </a:rPr>
              <a:t> de </a:t>
            </a:r>
            <a:r>
              <a:rPr lang="en-US" altLang="es-ES" sz="2400" dirty="0" err="1">
                <a:latin typeface="+mn-lt"/>
              </a:rPr>
              <a:t>conectividad</a:t>
            </a:r>
            <a:r>
              <a:rPr lang="en-US" altLang="es-ES" sz="2400" dirty="0">
                <a:latin typeface="+mn-lt"/>
              </a:rPr>
              <a:t>, y para </a:t>
            </a:r>
            <a:r>
              <a:rPr lang="en-US" altLang="es-ES" sz="2400" dirty="0" err="1">
                <a:latin typeface="+mn-lt"/>
              </a:rPr>
              <a:t>detectar</a:t>
            </a:r>
            <a:r>
              <a:rPr lang="en-US" altLang="es-ES" sz="2400" dirty="0">
                <a:latin typeface="+mn-lt"/>
              </a:rPr>
              <a:t> y </a:t>
            </a:r>
            <a:r>
              <a:rPr lang="en-US" altLang="es-ES" sz="2400" dirty="0" err="1">
                <a:latin typeface="+mn-lt"/>
              </a:rPr>
              <a:t>solucionar</a:t>
            </a:r>
            <a:r>
              <a:rPr lang="en-US" altLang="es-ES" sz="2400" dirty="0">
                <a:latin typeface="+mn-lt"/>
              </a:rPr>
              <a:t> </a:t>
            </a:r>
            <a:r>
              <a:rPr lang="en-US" altLang="es-ES" sz="2400" dirty="0" err="1">
                <a:latin typeface="+mn-lt"/>
              </a:rPr>
              <a:t>problemas</a:t>
            </a:r>
            <a:r>
              <a:rPr lang="en-US" altLang="es-ES" sz="2400" dirty="0">
                <a:latin typeface="+mn-lt"/>
              </a:rPr>
              <a:t> de </a:t>
            </a:r>
            <a:r>
              <a:rPr lang="en-US" altLang="es-ES" sz="2400" dirty="0" err="1">
                <a:latin typeface="+mn-lt"/>
              </a:rPr>
              <a:t>seguridad</a:t>
            </a:r>
            <a:r>
              <a:rPr lang="en-US" altLang="es-ES" sz="2400" dirty="0">
                <a:latin typeface="+mn-lt"/>
              </a:rPr>
              <a:t> </a:t>
            </a:r>
            <a:r>
              <a:rPr lang="en-US" altLang="es-ES" sz="2400" dirty="0" err="1">
                <a:latin typeface="+mn-lt"/>
              </a:rPr>
              <a:t>en</a:t>
            </a:r>
            <a:r>
              <a:rPr lang="en-US" altLang="es-ES" sz="2400" dirty="0">
                <a:latin typeface="+mn-lt"/>
              </a:rPr>
              <a:t> la red.</a:t>
            </a:r>
          </a:p>
          <a:p>
            <a:pPr marL="0" indent="-228600" defTabSz="914400" eaLnBrk="1" hangingPunct="1">
              <a:spcAft>
                <a:spcPts val="600"/>
              </a:spcAft>
              <a:buSzTx/>
            </a:pPr>
            <a:r>
              <a:rPr lang="en-US" altLang="es-ES" sz="2400" dirty="0">
                <a:latin typeface="+mn-lt"/>
              </a:rPr>
              <a:t>Entre las </a:t>
            </a:r>
            <a:r>
              <a:rPr lang="en-US" altLang="es-ES" sz="2400" dirty="0" err="1">
                <a:latin typeface="+mn-lt"/>
              </a:rPr>
              <a:t>características</a:t>
            </a:r>
            <a:r>
              <a:rPr lang="en-US" altLang="es-ES" sz="2400" dirty="0">
                <a:latin typeface="+mn-lt"/>
              </a:rPr>
              <a:t> </a:t>
            </a:r>
            <a:r>
              <a:rPr lang="en-US" altLang="es-ES" sz="2400" dirty="0" err="1">
                <a:latin typeface="+mn-lt"/>
              </a:rPr>
              <a:t>más</a:t>
            </a:r>
            <a:r>
              <a:rPr lang="en-US" altLang="es-ES" sz="2400" dirty="0">
                <a:latin typeface="+mn-lt"/>
              </a:rPr>
              <a:t> </a:t>
            </a:r>
            <a:r>
              <a:rPr lang="en-US" altLang="es-ES" sz="2400" dirty="0" err="1">
                <a:latin typeface="+mn-lt"/>
              </a:rPr>
              <a:t>importantes</a:t>
            </a:r>
            <a:r>
              <a:rPr lang="en-US" altLang="es-ES" sz="2400" dirty="0">
                <a:latin typeface="+mn-lt"/>
              </a:rPr>
              <a:t> de Wireshark se </a:t>
            </a:r>
            <a:r>
              <a:rPr lang="en-US" altLang="es-ES" sz="2400" dirty="0" err="1">
                <a:latin typeface="+mn-lt"/>
              </a:rPr>
              <a:t>incluyen</a:t>
            </a:r>
            <a:r>
              <a:rPr lang="en-US" altLang="es-ES" sz="2400" dirty="0">
                <a:latin typeface="+mn-lt"/>
              </a:rPr>
              <a:t>:</a:t>
            </a:r>
          </a:p>
          <a:p>
            <a:pPr marL="0" indent="-228600" defTabSz="914400" eaLnBrk="1" hangingPunct="1">
              <a:spcAft>
                <a:spcPts val="600"/>
              </a:spcAft>
              <a:buSzTx/>
            </a:pPr>
            <a:endParaRPr lang="en-US" altLang="es-ES" sz="2400" dirty="0">
              <a:latin typeface="+mn-lt"/>
            </a:endParaRPr>
          </a:p>
          <a:p>
            <a:pPr marL="0" indent="-228600" defTabSz="914400" eaLnBrk="1" hangingPunct="1">
              <a:spcAft>
                <a:spcPts val="600"/>
              </a:spcAft>
              <a:buSzTx/>
            </a:pPr>
            <a:r>
              <a:rPr lang="en-US" altLang="es-ES" sz="2400" b="1" dirty="0" err="1">
                <a:latin typeface="+mn-lt"/>
              </a:rPr>
              <a:t>Captura</a:t>
            </a:r>
            <a:r>
              <a:rPr lang="en-US" altLang="es-ES" sz="2400" b="1" dirty="0">
                <a:latin typeface="+mn-lt"/>
              </a:rPr>
              <a:t> de </a:t>
            </a:r>
            <a:r>
              <a:rPr lang="en-US" altLang="es-ES" sz="2400" b="1" dirty="0" err="1">
                <a:latin typeface="+mn-lt"/>
              </a:rPr>
              <a:t>tráfico</a:t>
            </a:r>
            <a:r>
              <a:rPr lang="en-US" altLang="es-ES" sz="2400" b="1" dirty="0">
                <a:latin typeface="+mn-lt"/>
              </a:rPr>
              <a:t> </a:t>
            </a:r>
            <a:r>
              <a:rPr lang="en-US" altLang="es-ES" sz="2400" b="1" dirty="0" err="1">
                <a:latin typeface="+mn-lt"/>
              </a:rPr>
              <a:t>en</a:t>
            </a:r>
            <a:r>
              <a:rPr lang="en-US" altLang="es-ES" sz="2400" b="1" dirty="0">
                <a:latin typeface="+mn-lt"/>
              </a:rPr>
              <a:t> </a:t>
            </a:r>
            <a:r>
              <a:rPr lang="en-US" altLang="es-ES" sz="2400" b="1" dirty="0" err="1">
                <a:latin typeface="+mn-lt"/>
              </a:rPr>
              <a:t>tiempo</a:t>
            </a:r>
            <a:r>
              <a:rPr lang="en-US" altLang="es-ES" sz="2400" b="1" dirty="0">
                <a:latin typeface="+mn-lt"/>
              </a:rPr>
              <a:t> real</a:t>
            </a:r>
            <a:r>
              <a:rPr lang="en-US" altLang="es-ES" sz="2400" dirty="0">
                <a:latin typeface="+mn-lt"/>
              </a:rPr>
              <a:t>: Wireshark es </a:t>
            </a:r>
            <a:r>
              <a:rPr lang="en-US" altLang="es-ES" sz="2400" dirty="0" err="1">
                <a:latin typeface="+mn-lt"/>
              </a:rPr>
              <a:t>capaz</a:t>
            </a:r>
            <a:r>
              <a:rPr lang="en-US" altLang="es-ES" sz="2400" dirty="0">
                <a:latin typeface="+mn-lt"/>
              </a:rPr>
              <a:t> de </a:t>
            </a:r>
            <a:r>
              <a:rPr lang="en-US" altLang="es-ES" sz="2400" dirty="0" err="1">
                <a:latin typeface="+mn-lt"/>
              </a:rPr>
              <a:t>capturar</a:t>
            </a:r>
            <a:r>
              <a:rPr lang="en-US" altLang="es-ES" sz="2400" dirty="0">
                <a:latin typeface="+mn-lt"/>
              </a:rPr>
              <a:t> y </a:t>
            </a:r>
            <a:r>
              <a:rPr lang="en-US" altLang="es-ES" sz="2400" dirty="0" err="1">
                <a:latin typeface="+mn-lt"/>
              </a:rPr>
              <a:t>examinar</a:t>
            </a:r>
            <a:r>
              <a:rPr lang="en-US" altLang="es-ES" sz="2400" dirty="0">
                <a:latin typeface="+mn-lt"/>
              </a:rPr>
              <a:t> </a:t>
            </a:r>
            <a:r>
              <a:rPr lang="en-US" altLang="es-ES" sz="2400" dirty="0" err="1">
                <a:latin typeface="+mn-lt"/>
              </a:rPr>
              <a:t>el</a:t>
            </a:r>
            <a:r>
              <a:rPr lang="en-US" altLang="es-ES" sz="2400" dirty="0">
                <a:latin typeface="+mn-lt"/>
              </a:rPr>
              <a:t> </a:t>
            </a:r>
            <a:r>
              <a:rPr lang="en-US" altLang="es-ES" sz="2400" dirty="0" err="1">
                <a:latin typeface="+mn-lt"/>
              </a:rPr>
              <a:t>tráfico</a:t>
            </a:r>
            <a:r>
              <a:rPr lang="en-US" altLang="es-ES" sz="2400" dirty="0">
                <a:latin typeface="+mn-lt"/>
              </a:rPr>
              <a:t> de red </a:t>
            </a:r>
            <a:r>
              <a:rPr lang="en-US" altLang="es-ES" sz="2400" dirty="0" err="1">
                <a:latin typeface="+mn-lt"/>
              </a:rPr>
              <a:t>en</a:t>
            </a:r>
            <a:r>
              <a:rPr lang="en-US" altLang="es-ES" sz="2400" dirty="0">
                <a:latin typeface="+mn-lt"/>
              </a:rPr>
              <a:t>  </a:t>
            </a:r>
            <a:r>
              <a:rPr lang="en-US" altLang="es-ES" sz="2400" dirty="0" err="1">
                <a:latin typeface="+mn-lt"/>
              </a:rPr>
              <a:t>tiempo</a:t>
            </a:r>
            <a:r>
              <a:rPr lang="en-US" altLang="es-ES" sz="2400" dirty="0">
                <a:latin typeface="+mn-lt"/>
              </a:rPr>
              <a:t> real, lo que </a:t>
            </a:r>
            <a:r>
              <a:rPr lang="en-US" altLang="es-ES" sz="2400" dirty="0" err="1">
                <a:latin typeface="+mn-lt"/>
              </a:rPr>
              <a:t>permite</a:t>
            </a:r>
            <a:r>
              <a:rPr lang="en-US" altLang="es-ES" sz="2400" dirty="0">
                <a:latin typeface="+mn-lt"/>
              </a:rPr>
              <a:t> </a:t>
            </a:r>
            <a:r>
              <a:rPr lang="en-US" altLang="es-ES" sz="2400" dirty="0" err="1">
                <a:latin typeface="+mn-lt"/>
              </a:rPr>
              <a:t>ver</a:t>
            </a:r>
            <a:r>
              <a:rPr lang="en-US" altLang="es-ES" sz="2400" dirty="0">
                <a:latin typeface="+mn-lt"/>
              </a:rPr>
              <a:t> </a:t>
            </a:r>
            <a:r>
              <a:rPr lang="en-US" altLang="es-ES" sz="2400" dirty="0" err="1">
                <a:latin typeface="+mn-lt"/>
              </a:rPr>
              <a:t>el</a:t>
            </a:r>
            <a:r>
              <a:rPr lang="en-US" altLang="es-ES" sz="2400" dirty="0">
                <a:latin typeface="+mn-lt"/>
              </a:rPr>
              <a:t> </a:t>
            </a:r>
            <a:r>
              <a:rPr lang="en-US" altLang="es-ES" sz="2400" dirty="0" err="1">
                <a:latin typeface="+mn-lt"/>
              </a:rPr>
              <a:t>flujo</a:t>
            </a:r>
            <a:r>
              <a:rPr lang="en-US" altLang="es-ES" sz="2400" dirty="0">
                <a:latin typeface="+mn-lt"/>
              </a:rPr>
              <a:t> de </a:t>
            </a:r>
            <a:r>
              <a:rPr lang="en-US" altLang="es-ES" sz="2400" dirty="0" err="1">
                <a:latin typeface="+mn-lt"/>
              </a:rPr>
              <a:t>datos</a:t>
            </a:r>
            <a:r>
              <a:rPr lang="en-US" altLang="es-ES" sz="2400" dirty="0">
                <a:latin typeface="+mn-lt"/>
              </a:rPr>
              <a:t> </a:t>
            </a:r>
            <a:r>
              <a:rPr lang="en-US" altLang="es-ES" sz="2400" dirty="0" err="1">
                <a:latin typeface="+mn-lt"/>
              </a:rPr>
              <a:t>en</a:t>
            </a:r>
            <a:r>
              <a:rPr lang="en-US" altLang="es-ES" sz="2400" dirty="0">
                <a:latin typeface="+mn-lt"/>
              </a:rPr>
              <a:t> la red </a:t>
            </a:r>
            <a:r>
              <a:rPr lang="en-US" altLang="es-ES" sz="2400" dirty="0" err="1">
                <a:latin typeface="+mn-lt"/>
              </a:rPr>
              <a:t>en</a:t>
            </a:r>
            <a:r>
              <a:rPr lang="en-US" altLang="es-ES" sz="2400" dirty="0">
                <a:latin typeface="+mn-lt"/>
              </a:rPr>
              <a:t> </a:t>
            </a:r>
            <a:r>
              <a:rPr lang="en-US" altLang="es-ES" sz="2400" dirty="0" err="1">
                <a:latin typeface="+mn-lt"/>
              </a:rPr>
              <a:t>tiempo</a:t>
            </a:r>
            <a:r>
              <a:rPr lang="en-US" altLang="es-ES" sz="2400" dirty="0">
                <a:latin typeface="+mn-lt"/>
              </a:rPr>
              <a:t> real.</a:t>
            </a:r>
          </a:p>
          <a:p>
            <a:pPr marL="0" indent="-228600" defTabSz="914400" eaLnBrk="1" hangingPunct="1">
              <a:spcAft>
                <a:spcPts val="600"/>
              </a:spcAft>
              <a:buSzTx/>
            </a:pPr>
            <a:r>
              <a:rPr lang="en-US" altLang="es-ES" sz="2400" b="1" dirty="0" err="1">
                <a:latin typeface="+mn-lt"/>
              </a:rPr>
              <a:t>Análisis</a:t>
            </a:r>
            <a:r>
              <a:rPr lang="en-US" altLang="es-ES" sz="2400" b="1" dirty="0">
                <a:latin typeface="+mn-lt"/>
              </a:rPr>
              <a:t> de </a:t>
            </a:r>
            <a:r>
              <a:rPr lang="en-US" altLang="es-ES" sz="2400" b="1" dirty="0" err="1">
                <a:latin typeface="+mn-lt"/>
              </a:rPr>
              <a:t>protocolos</a:t>
            </a:r>
            <a:r>
              <a:rPr lang="en-US" altLang="es-ES" sz="2400" b="1" dirty="0">
                <a:latin typeface="+mn-lt"/>
              </a:rPr>
              <a:t>: </a:t>
            </a:r>
            <a:r>
              <a:rPr lang="en-US" altLang="es-ES" sz="2400" dirty="0">
                <a:latin typeface="+mn-lt"/>
              </a:rPr>
              <a:t>Wireshark </a:t>
            </a:r>
            <a:r>
              <a:rPr lang="en-US" altLang="es-ES" sz="2400" dirty="0" err="1">
                <a:latin typeface="+mn-lt"/>
              </a:rPr>
              <a:t>puede</a:t>
            </a:r>
            <a:r>
              <a:rPr lang="en-US" altLang="es-ES" sz="2400" dirty="0">
                <a:latin typeface="+mn-lt"/>
              </a:rPr>
              <a:t> </a:t>
            </a:r>
            <a:r>
              <a:rPr lang="en-US" altLang="es-ES" sz="2400" dirty="0" err="1">
                <a:latin typeface="+mn-lt"/>
              </a:rPr>
              <a:t>analizar</a:t>
            </a:r>
            <a:r>
              <a:rPr lang="en-US" altLang="es-ES" sz="2400" dirty="0">
                <a:latin typeface="+mn-lt"/>
              </a:rPr>
              <a:t> y </a:t>
            </a:r>
            <a:r>
              <a:rPr lang="en-US" altLang="es-ES" sz="2400" dirty="0" err="1">
                <a:latin typeface="+mn-lt"/>
              </a:rPr>
              <a:t>decodificar</a:t>
            </a:r>
            <a:r>
              <a:rPr lang="en-US" altLang="es-ES" sz="2400" dirty="0">
                <a:latin typeface="+mn-lt"/>
              </a:rPr>
              <a:t> </a:t>
            </a:r>
            <a:r>
              <a:rPr lang="en-US" altLang="es-ES" sz="2400" dirty="0" err="1">
                <a:latin typeface="+mn-lt"/>
              </a:rPr>
              <a:t>diferentes</a:t>
            </a:r>
            <a:r>
              <a:rPr lang="en-US" altLang="es-ES" sz="2400" dirty="0">
                <a:latin typeface="+mn-lt"/>
              </a:rPr>
              <a:t> </a:t>
            </a:r>
            <a:r>
              <a:rPr lang="en-US" altLang="es-ES" sz="2400" dirty="0" err="1">
                <a:latin typeface="+mn-lt"/>
              </a:rPr>
              <a:t>protocolos</a:t>
            </a:r>
            <a:r>
              <a:rPr lang="en-US" altLang="es-ES" sz="2400" dirty="0">
                <a:latin typeface="+mn-lt"/>
              </a:rPr>
              <a:t> de red, </a:t>
            </a:r>
            <a:r>
              <a:rPr lang="en-US" altLang="es-ES" sz="2400" dirty="0" err="1">
                <a:latin typeface="+mn-lt"/>
              </a:rPr>
              <a:t>como</a:t>
            </a:r>
            <a:r>
              <a:rPr lang="en-US" altLang="es-ES" sz="2400" dirty="0">
                <a:latin typeface="+mn-lt"/>
              </a:rPr>
              <a:t> TCP, </a:t>
            </a:r>
          </a:p>
          <a:p>
            <a:pPr marL="0" indent="-228600" defTabSz="914400" eaLnBrk="1" hangingPunct="1">
              <a:spcAft>
                <a:spcPts val="600"/>
              </a:spcAft>
              <a:buSzTx/>
            </a:pPr>
            <a:r>
              <a:rPr lang="en-US" altLang="es-ES" sz="2400" dirty="0">
                <a:latin typeface="+mn-lt"/>
              </a:rPr>
              <a:t>UDP, HTTP, FTP, SSH, DNS, entre </a:t>
            </a:r>
            <a:r>
              <a:rPr lang="en-US" altLang="es-ES" sz="2400" dirty="0" err="1">
                <a:latin typeface="+mn-lt"/>
              </a:rPr>
              <a:t>otros</a:t>
            </a:r>
            <a:r>
              <a:rPr lang="en-US" altLang="es-ES" sz="2400" dirty="0">
                <a:latin typeface="+mn-lt"/>
              </a:rPr>
              <a:t>. </a:t>
            </a:r>
            <a:r>
              <a:rPr lang="en-US" altLang="es-ES" sz="2400" dirty="0" err="1">
                <a:latin typeface="+mn-lt"/>
              </a:rPr>
              <a:t>Esto</a:t>
            </a:r>
            <a:r>
              <a:rPr lang="en-US" altLang="es-ES" sz="2400" dirty="0">
                <a:latin typeface="+mn-lt"/>
              </a:rPr>
              <a:t> </a:t>
            </a:r>
            <a:r>
              <a:rPr lang="en-US" altLang="es-ES" sz="2400" dirty="0" err="1">
                <a:latin typeface="+mn-lt"/>
              </a:rPr>
              <a:t>permite</a:t>
            </a:r>
            <a:r>
              <a:rPr lang="en-US" altLang="es-ES" sz="2400" dirty="0">
                <a:latin typeface="+mn-lt"/>
              </a:rPr>
              <a:t> </a:t>
            </a:r>
            <a:r>
              <a:rPr lang="en-US" altLang="es-ES" sz="2400" dirty="0" err="1">
                <a:latin typeface="+mn-lt"/>
              </a:rPr>
              <a:t>identificar</a:t>
            </a:r>
            <a:r>
              <a:rPr lang="en-US" altLang="es-ES" sz="2400" dirty="0">
                <a:latin typeface="+mn-lt"/>
              </a:rPr>
              <a:t> </a:t>
            </a:r>
            <a:r>
              <a:rPr lang="en-US" altLang="es-ES" sz="2400" dirty="0" err="1">
                <a:latin typeface="+mn-lt"/>
              </a:rPr>
              <a:t>problemas</a:t>
            </a:r>
            <a:r>
              <a:rPr lang="en-US" altLang="es-ES" sz="2400" dirty="0">
                <a:latin typeface="+mn-lt"/>
              </a:rPr>
              <a:t> de </a:t>
            </a:r>
            <a:r>
              <a:rPr lang="en-US" altLang="es-ES" sz="2400" dirty="0" err="1">
                <a:latin typeface="+mn-lt"/>
              </a:rPr>
              <a:t>protocolo</a:t>
            </a:r>
            <a:r>
              <a:rPr lang="en-US" altLang="es-ES" sz="2400" dirty="0">
                <a:latin typeface="+mn-lt"/>
              </a:rPr>
              <a:t> </a:t>
            </a:r>
            <a:r>
              <a:rPr lang="en-US" altLang="es-ES" sz="2400" dirty="0" err="1">
                <a:latin typeface="+mn-lt"/>
              </a:rPr>
              <a:t>en</a:t>
            </a:r>
            <a:r>
              <a:rPr lang="en-US" altLang="es-ES" sz="2400" dirty="0">
                <a:latin typeface="+mn-lt"/>
              </a:rPr>
              <a:t> la red.</a:t>
            </a:r>
          </a:p>
          <a:p>
            <a:pPr marL="0" indent="-228600" defTabSz="914400" eaLnBrk="1" hangingPunct="1">
              <a:spcAft>
                <a:spcPts val="600"/>
              </a:spcAft>
              <a:buSzTx/>
            </a:pPr>
            <a:r>
              <a:rPr lang="en-US" altLang="es-ES" sz="2400" b="1" dirty="0" err="1">
                <a:latin typeface="+mn-lt"/>
              </a:rPr>
              <a:t>Filtro</a:t>
            </a:r>
            <a:r>
              <a:rPr lang="en-US" altLang="es-ES" sz="2400" b="1" dirty="0">
                <a:latin typeface="+mn-lt"/>
              </a:rPr>
              <a:t> y </a:t>
            </a:r>
            <a:r>
              <a:rPr lang="en-US" altLang="es-ES" sz="2400" b="1" dirty="0" err="1">
                <a:latin typeface="+mn-lt"/>
              </a:rPr>
              <a:t>búsqueda</a:t>
            </a:r>
            <a:r>
              <a:rPr lang="en-US" altLang="es-ES" sz="2400" b="1" dirty="0">
                <a:latin typeface="+mn-lt"/>
              </a:rPr>
              <a:t> de </a:t>
            </a:r>
            <a:r>
              <a:rPr lang="en-US" altLang="es-ES" sz="2400" b="1" dirty="0" err="1">
                <a:latin typeface="+mn-lt"/>
              </a:rPr>
              <a:t>paquetes</a:t>
            </a:r>
            <a:r>
              <a:rPr lang="en-US" altLang="es-ES" sz="2400" dirty="0">
                <a:latin typeface="+mn-lt"/>
              </a:rPr>
              <a:t>: Wireshark </a:t>
            </a:r>
            <a:r>
              <a:rPr lang="en-US" altLang="es-ES" sz="2400" dirty="0" err="1">
                <a:latin typeface="+mn-lt"/>
              </a:rPr>
              <a:t>permite</a:t>
            </a:r>
            <a:r>
              <a:rPr lang="en-US" altLang="es-ES" sz="2400" dirty="0">
                <a:latin typeface="+mn-lt"/>
              </a:rPr>
              <a:t> </a:t>
            </a:r>
            <a:r>
              <a:rPr lang="en-US" altLang="es-ES" sz="2400" dirty="0" err="1">
                <a:latin typeface="+mn-lt"/>
              </a:rPr>
              <a:t>filtrar</a:t>
            </a:r>
            <a:r>
              <a:rPr lang="en-US" altLang="es-ES" sz="2400" dirty="0">
                <a:latin typeface="+mn-lt"/>
              </a:rPr>
              <a:t> y </a:t>
            </a:r>
            <a:r>
              <a:rPr lang="en-US" altLang="es-ES" sz="2400" dirty="0" err="1">
                <a:latin typeface="+mn-lt"/>
              </a:rPr>
              <a:t>buscar</a:t>
            </a:r>
            <a:r>
              <a:rPr lang="en-US" altLang="es-ES" sz="2400" dirty="0">
                <a:latin typeface="+mn-lt"/>
              </a:rPr>
              <a:t> </a:t>
            </a:r>
            <a:r>
              <a:rPr lang="en-US" altLang="es-ES" sz="2400" dirty="0" err="1">
                <a:latin typeface="+mn-lt"/>
              </a:rPr>
              <a:t>paquetes</a:t>
            </a:r>
            <a:r>
              <a:rPr lang="en-US" altLang="es-ES" sz="2400" dirty="0">
                <a:latin typeface="+mn-lt"/>
              </a:rPr>
              <a:t> </a:t>
            </a:r>
            <a:r>
              <a:rPr lang="en-US" altLang="es-ES" sz="2400" dirty="0" err="1">
                <a:latin typeface="+mn-lt"/>
              </a:rPr>
              <a:t>específicos</a:t>
            </a:r>
            <a:r>
              <a:rPr lang="en-US" altLang="es-ES" sz="2400" dirty="0">
                <a:latin typeface="+mn-lt"/>
              </a:rPr>
              <a:t> </a:t>
            </a:r>
            <a:r>
              <a:rPr lang="en-US" altLang="es-ES" sz="2400" dirty="0" err="1">
                <a:latin typeface="+mn-lt"/>
              </a:rPr>
              <a:t>en</a:t>
            </a:r>
            <a:r>
              <a:rPr lang="en-US" altLang="es-ES" sz="2400" dirty="0">
                <a:latin typeface="+mn-lt"/>
              </a:rPr>
              <a:t> la </a:t>
            </a:r>
            <a:r>
              <a:rPr lang="en-US" altLang="es-ES" sz="2400" dirty="0" err="1">
                <a:latin typeface="+mn-lt"/>
              </a:rPr>
              <a:t>captura</a:t>
            </a:r>
            <a:r>
              <a:rPr lang="en-US" altLang="es-ES" sz="2400" dirty="0">
                <a:latin typeface="+mn-lt"/>
              </a:rPr>
              <a:t> de  </a:t>
            </a:r>
            <a:r>
              <a:rPr lang="en-US" altLang="es-ES" sz="2400" dirty="0" err="1">
                <a:latin typeface="+mn-lt"/>
              </a:rPr>
              <a:t>tráfico</a:t>
            </a:r>
            <a:r>
              <a:rPr lang="en-US" altLang="es-ES" sz="2400" dirty="0">
                <a:latin typeface="+mn-lt"/>
              </a:rPr>
              <a:t>, lo que </a:t>
            </a:r>
            <a:r>
              <a:rPr lang="en-US" altLang="es-ES" sz="2400" dirty="0" err="1">
                <a:latin typeface="+mn-lt"/>
              </a:rPr>
              <a:t>facilita</a:t>
            </a:r>
            <a:r>
              <a:rPr lang="en-US" altLang="es-ES" sz="2400" dirty="0">
                <a:latin typeface="+mn-lt"/>
              </a:rPr>
              <a:t> la </a:t>
            </a:r>
            <a:r>
              <a:rPr lang="en-US" altLang="es-ES" sz="2400" dirty="0" err="1">
                <a:latin typeface="+mn-lt"/>
              </a:rPr>
              <a:t>búsqueda</a:t>
            </a:r>
            <a:r>
              <a:rPr lang="en-US" altLang="es-ES" sz="2400" dirty="0">
                <a:latin typeface="+mn-lt"/>
              </a:rPr>
              <a:t> de </a:t>
            </a:r>
            <a:r>
              <a:rPr lang="en-US" altLang="es-ES" sz="2400" dirty="0" err="1">
                <a:latin typeface="+mn-lt"/>
              </a:rPr>
              <a:t>información</a:t>
            </a:r>
            <a:r>
              <a:rPr lang="en-US" altLang="es-ES" sz="2400" dirty="0">
                <a:latin typeface="+mn-lt"/>
              </a:rPr>
              <a:t> </a:t>
            </a:r>
            <a:r>
              <a:rPr lang="en-US" altLang="es-ES" sz="2400" dirty="0" err="1">
                <a:latin typeface="+mn-lt"/>
              </a:rPr>
              <a:t>específica</a:t>
            </a:r>
            <a:r>
              <a:rPr lang="en-US" altLang="es-ES" sz="2400" dirty="0">
                <a:latin typeface="+mn-lt"/>
              </a:rPr>
              <a:t> </a:t>
            </a:r>
            <a:r>
              <a:rPr lang="en-US" altLang="es-ES" sz="2400" dirty="0" err="1">
                <a:latin typeface="+mn-lt"/>
              </a:rPr>
              <a:t>en</a:t>
            </a:r>
            <a:r>
              <a:rPr lang="en-US" altLang="es-ES" sz="2400" dirty="0">
                <a:latin typeface="+mn-lt"/>
              </a:rPr>
              <a:t> la red.</a:t>
            </a:r>
          </a:p>
          <a:p>
            <a:pPr marL="0" indent="-228600" defTabSz="914400" eaLnBrk="1" hangingPunct="1">
              <a:spcAft>
                <a:spcPts val="600"/>
              </a:spcAft>
              <a:buSzTx/>
            </a:pPr>
            <a:r>
              <a:rPr lang="en-US" altLang="es-ES" sz="2400" b="1" dirty="0" err="1">
                <a:latin typeface="+mn-lt"/>
              </a:rPr>
              <a:t>Análisis</a:t>
            </a:r>
            <a:r>
              <a:rPr lang="en-US" altLang="es-ES" sz="2400" b="1" dirty="0">
                <a:latin typeface="+mn-lt"/>
              </a:rPr>
              <a:t> de </a:t>
            </a:r>
            <a:r>
              <a:rPr lang="en-US" altLang="es-ES" sz="2400" b="1" dirty="0" err="1">
                <a:latin typeface="+mn-lt"/>
              </a:rPr>
              <a:t>seguridad</a:t>
            </a:r>
            <a:r>
              <a:rPr lang="en-US" altLang="es-ES" sz="2400" dirty="0">
                <a:latin typeface="+mn-lt"/>
              </a:rPr>
              <a:t>: Wireshark </a:t>
            </a:r>
            <a:r>
              <a:rPr lang="en-US" altLang="es-ES" sz="2400" dirty="0" err="1">
                <a:latin typeface="+mn-lt"/>
              </a:rPr>
              <a:t>puede</a:t>
            </a:r>
            <a:r>
              <a:rPr lang="en-US" altLang="es-ES" sz="2400" dirty="0">
                <a:latin typeface="+mn-lt"/>
              </a:rPr>
              <a:t> ser </a:t>
            </a:r>
            <a:r>
              <a:rPr lang="en-US" altLang="es-ES" sz="2400" dirty="0" err="1">
                <a:latin typeface="+mn-lt"/>
              </a:rPr>
              <a:t>utilizado</a:t>
            </a:r>
            <a:r>
              <a:rPr lang="en-US" altLang="es-ES" sz="2400" dirty="0">
                <a:latin typeface="+mn-lt"/>
              </a:rPr>
              <a:t> para </a:t>
            </a:r>
            <a:r>
              <a:rPr lang="en-US" altLang="es-ES" sz="2400" dirty="0" err="1">
                <a:latin typeface="+mn-lt"/>
              </a:rPr>
              <a:t>detectar</a:t>
            </a:r>
            <a:r>
              <a:rPr lang="en-US" altLang="es-ES" sz="2400" dirty="0">
                <a:latin typeface="+mn-lt"/>
              </a:rPr>
              <a:t> y </a:t>
            </a:r>
            <a:r>
              <a:rPr lang="en-US" altLang="es-ES" sz="2400" dirty="0" err="1">
                <a:latin typeface="+mn-lt"/>
              </a:rPr>
              <a:t>analizar</a:t>
            </a:r>
            <a:r>
              <a:rPr lang="en-US" altLang="es-ES" sz="2400" dirty="0">
                <a:latin typeface="+mn-lt"/>
              </a:rPr>
              <a:t> </a:t>
            </a:r>
            <a:r>
              <a:rPr lang="en-US" altLang="es-ES" sz="2400" dirty="0" err="1">
                <a:latin typeface="+mn-lt"/>
              </a:rPr>
              <a:t>amenazas</a:t>
            </a:r>
            <a:r>
              <a:rPr lang="en-US" altLang="es-ES" sz="2400" dirty="0">
                <a:latin typeface="+mn-lt"/>
              </a:rPr>
              <a:t> de </a:t>
            </a:r>
            <a:r>
              <a:rPr lang="en-US" altLang="es-ES" sz="2400" dirty="0" err="1">
                <a:latin typeface="+mn-lt"/>
              </a:rPr>
              <a:t>seguridad</a:t>
            </a:r>
            <a:r>
              <a:rPr lang="en-US" altLang="es-ES" sz="2400" dirty="0">
                <a:latin typeface="+mn-lt"/>
              </a:rPr>
              <a:t> </a:t>
            </a:r>
            <a:r>
              <a:rPr lang="en-US" altLang="es-ES" sz="2400" dirty="0" err="1">
                <a:latin typeface="+mn-lt"/>
              </a:rPr>
              <a:t>en</a:t>
            </a:r>
            <a:r>
              <a:rPr lang="en-US" altLang="es-ES" sz="2400" dirty="0">
                <a:latin typeface="+mn-lt"/>
              </a:rPr>
              <a:t> la  red, </a:t>
            </a:r>
            <a:r>
              <a:rPr lang="en-US" altLang="es-ES" sz="2400" dirty="0" err="1">
                <a:latin typeface="+mn-lt"/>
              </a:rPr>
              <a:t>incluyendo</a:t>
            </a:r>
            <a:r>
              <a:rPr lang="en-US" altLang="es-ES" sz="2400" dirty="0">
                <a:latin typeface="+mn-lt"/>
              </a:rPr>
              <a:t> </a:t>
            </a:r>
            <a:r>
              <a:rPr lang="en-US" altLang="es-ES" sz="2400" dirty="0" err="1">
                <a:latin typeface="+mn-lt"/>
              </a:rPr>
              <a:t>el</a:t>
            </a:r>
            <a:r>
              <a:rPr lang="en-US" altLang="es-ES" sz="2400" dirty="0">
                <a:latin typeface="+mn-lt"/>
              </a:rPr>
              <a:t> </a:t>
            </a:r>
            <a:r>
              <a:rPr lang="en-US" altLang="es-ES" sz="2400" dirty="0" err="1">
                <a:latin typeface="+mn-lt"/>
              </a:rPr>
              <a:t>análisis</a:t>
            </a:r>
            <a:r>
              <a:rPr lang="en-US" altLang="es-ES" sz="2400" dirty="0">
                <a:latin typeface="+mn-lt"/>
              </a:rPr>
              <a:t> de </a:t>
            </a:r>
            <a:r>
              <a:rPr lang="en-US" altLang="es-ES" sz="2400" dirty="0" err="1">
                <a:latin typeface="+mn-lt"/>
              </a:rPr>
              <a:t>tráfico</a:t>
            </a:r>
            <a:r>
              <a:rPr lang="en-US" altLang="es-ES" sz="2400" dirty="0">
                <a:latin typeface="+mn-lt"/>
              </a:rPr>
              <a:t> </a:t>
            </a:r>
            <a:r>
              <a:rPr lang="en-US" altLang="es-ES" sz="2400" dirty="0" err="1">
                <a:latin typeface="+mn-lt"/>
              </a:rPr>
              <a:t>malicioso</a:t>
            </a:r>
            <a:r>
              <a:rPr lang="en-US" altLang="es-ES" sz="2400" dirty="0">
                <a:latin typeface="+mn-lt"/>
              </a:rPr>
              <a:t> y la </a:t>
            </a:r>
            <a:r>
              <a:rPr lang="en-US" altLang="es-ES" sz="2400" dirty="0" err="1">
                <a:latin typeface="+mn-lt"/>
              </a:rPr>
              <a:t>identificación</a:t>
            </a:r>
            <a:r>
              <a:rPr lang="en-US" altLang="es-ES" sz="2400" dirty="0">
                <a:latin typeface="+mn-lt"/>
              </a:rPr>
              <a:t> de </a:t>
            </a:r>
            <a:r>
              <a:rPr lang="en-US" altLang="es-ES" sz="2400" dirty="0" err="1">
                <a:latin typeface="+mn-lt"/>
              </a:rPr>
              <a:t>posibles</a:t>
            </a:r>
            <a:r>
              <a:rPr lang="en-US" altLang="es-ES" sz="2400" dirty="0">
                <a:latin typeface="+mn-lt"/>
              </a:rPr>
              <a:t> </a:t>
            </a:r>
            <a:r>
              <a:rPr lang="en-US" altLang="es-ES" sz="2400" dirty="0" err="1">
                <a:latin typeface="+mn-lt"/>
              </a:rPr>
              <a:t>vulnerabilidades</a:t>
            </a:r>
            <a:r>
              <a:rPr lang="en-US" altLang="es-ES" sz="2400" dirty="0">
                <a:latin typeface="+mn-lt"/>
              </a:rPr>
              <a:t> </a:t>
            </a:r>
            <a:r>
              <a:rPr lang="en-US" altLang="es-ES" sz="2400" dirty="0" err="1">
                <a:latin typeface="+mn-lt"/>
              </a:rPr>
              <a:t>en</a:t>
            </a:r>
            <a:r>
              <a:rPr lang="en-US" altLang="es-ES" sz="2400" dirty="0">
                <a:latin typeface="+mn-lt"/>
              </a:rPr>
              <a:t> la red.</a:t>
            </a:r>
          </a:p>
          <a:p>
            <a:pPr marL="0" indent="-228600" defTabSz="914400" eaLnBrk="1" hangingPunct="1">
              <a:spcAft>
                <a:spcPts val="600"/>
              </a:spcAft>
              <a:buSzTx/>
            </a:pPr>
            <a:endParaRPr lang="en-US" altLang="es-ES" sz="2400" dirty="0">
              <a:latin typeface="+mn-lt"/>
            </a:endParaRPr>
          </a:p>
        </p:txBody>
      </p:sp>
      <p:pic>
        <p:nvPicPr>
          <p:cNvPr id="3" name="Google Shape;135;p8" descr="Cómo protegerse de los virus, piratas informáticos y demás ataques? |  Tecnología - ComputerHoy.com">
            <a:extLst>
              <a:ext uri="{FF2B5EF4-FFF2-40B4-BE49-F238E27FC236}">
                <a16:creationId xmlns:a16="http://schemas.microsoft.com/office/drawing/2014/main" id="{825DA8E9-09E5-5DCE-9490-AB1731D82B45}"/>
              </a:ext>
            </a:extLst>
          </p:cNvPr>
          <p:cNvPicPr preferRelativeResize="0"/>
          <p:nvPr/>
        </p:nvPicPr>
        <p:blipFill rotWithShape="1">
          <a:blip r:embed="rId2"/>
          <a:stretch/>
        </p:blipFill>
        <p:spPr>
          <a:xfrm>
            <a:off x="15727680" y="1417057"/>
            <a:ext cx="8028432" cy="5342556"/>
          </a:xfrm>
          <a:prstGeom prst="rect">
            <a:avLst/>
          </a:prstGeom>
          <a:noFill/>
        </p:spPr>
      </p:pic>
      <p:pic>
        <p:nvPicPr>
          <p:cNvPr id="6" name="Imagen 5" descr="Dibujo con letras blancas&#10;&#10;Descripción generada automáticamente con confianza media">
            <a:extLst>
              <a:ext uri="{FF2B5EF4-FFF2-40B4-BE49-F238E27FC236}">
                <a16:creationId xmlns:a16="http://schemas.microsoft.com/office/drawing/2014/main" id="{D08E996F-51E0-EF20-0D0A-000EB324E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7680" y="9230397"/>
            <a:ext cx="7991856" cy="2208522"/>
          </a:xfrm>
          <a:prstGeom prst="rect">
            <a:avLst/>
          </a:prstGeom>
        </p:spPr>
      </p:pic>
    </p:spTree>
    <p:extLst>
      <p:ext uri="{BB962C8B-B14F-4D97-AF65-F5344CB8AC3E}">
        <p14:creationId xmlns:p14="http://schemas.microsoft.com/office/powerpoint/2010/main" val="284529562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1D73F0-4164-1F22-ACBA-67B4B2C43E6E}"/>
              </a:ext>
            </a:extLst>
          </p:cNvPr>
          <p:cNvSpPr txBox="1">
            <a:spLocks/>
          </p:cNvSpPr>
          <p:nvPr/>
        </p:nvSpPr>
        <p:spPr>
          <a:xfrm>
            <a:off x="0" y="355600"/>
            <a:ext cx="21005800" cy="228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pen Sans" panose="020B0606030504020204" pitchFamily="34" charset="0"/>
                <a:ea typeface="Open Sans" panose="020B0606030504020204" pitchFamily="34" charset="0"/>
                <a:cs typeface="Open Sans" panose="020B0606030504020204" pitchFamily="34" charset="0"/>
                <a:sym typeface="Oswald Regular"/>
              </a:defRPr>
            </a:lvl1pPr>
            <a:lvl2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2pPr>
            <a:lvl3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3pPr>
            <a:lvl4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4pPr>
            <a:lvl5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5pPr>
            <a:lvl6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6pPr>
            <a:lvl7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7pPr>
            <a:lvl8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8pPr>
            <a:lvl9pPr marL="0" marR="0" indent="0" algn="l" defTabSz="825500" rtl="0" latinLnBrk="0">
              <a:lnSpc>
                <a:spcPct val="100000"/>
              </a:lnSpc>
              <a:spcBef>
                <a:spcPts val="5900"/>
              </a:spcBef>
              <a:spcAft>
                <a:spcPts val="0"/>
              </a:spcAft>
              <a:buClrTx/>
              <a:buSzTx/>
              <a:buFontTx/>
              <a:buNone/>
              <a:tabLst/>
              <a:defRPr sz="4200" b="0" i="0" u="none" strike="noStrike" cap="none" spc="0" baseline="0">
                <a:solidFill>
                  <a:schemeClr val="accent1">
                    <a:hueOff val="-176470"/>
                    <a:satOff val="-53329"/>
                    <a:lumOff val="-11960"/>
                  </a:schemeClr>
                </a:solidFill>
                <a:uFillTx/>
                <a:latin typeface="Oswald Regular"/>
                <a:ea typeface="Oswald Regular"/>
                <a:cs typeface="Oswald Regular"/>
                <a:sym typeface="Oswald Regular"/>
              </a:defRPr>
            </a:lvl9pPr>
          </a:lstStyle>
          <a:p>
            <a:pPr hangingPunct="1"/>
            <a:r>
              <a:rPr lang="es-ES" altLang="es-ES" sz="6000">
                <a:solidFill>
                  <a:srgbClr val="000000"/>
                </a:solidFill>
                <a:latin typeface="Söhne"/>
              </a:rPr>
              <a:t>Instrucciones en Windows y Linux para monitorizar la red</a:t>
            </a:r>
            <a:endParaRPr lang="es-ES" sz="2400"/>
          </a:p>
        </p:txBody>
      </p:sp>
      <p:sp>
        <p:nvSpPr>
          <p:cNvPr id="3" name="CuadroTexto 2">
            <a:extLst>
              <a:ext uri="{FF2B5EF4-FFF2-40B4-BE49-F238E27FC236}">
                <a16:creationId xmlns:a16="http://schemas.microsoft.com/office/drawing/2014/main" id="{14F751B1-DE0F-1683-5B93-0CFC3DA1EEF8}"/>
              </a:ext>
            </a:extLst>
          </p:cNvPr>
          <p:cNvSpPr txBox="1"/>
          <p:nvPr/>
        </p:nvSpPr>
        <p:spPr>
          <a:xfrm>
            <a:off x="495300" y="2128639"/>
            <a:ext cx="23613837"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50000"/>
              </a:lnSpc>
              <a:spcBef>
                <a:spcPts val="0"/>
              </a:spcBef>
              <a:spcAft>
                <a:spcPts val="0"/>
              </a:spcAft>
              <a:buClrTx/>
              <a:buSzTx/>
              <a:buFontTx/>
              <a:buNone/>
              <a:tabLst/>
            </a:pPr>
            <a:r>
              <a:rPr kumimoji="0" lang="es-ES" sz="4000" b="0"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En</a:t>
            </a:r>
            <a:r>
              <a:rPr kumimoji="0" lang="es-ES" sz="4000"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 </a:t>
            </a:r>
            <a:r>
              <a:rPr kumimoji="0" lang="es-ES" sz="4000" b="1" i="0" u="none" strike="noStrike" cap="none" spc="0" normalizeH="0" baseline="0" dirty="0" err="1">
                <a:ln>
                  <a:noFill/>
                </a:ln>
                <a:solidFill>
                  <a:schemeClr val="accent3">
                    <a:hueOff val="-130908"/>
                    <a:satOff val="-22167"/>
                    <a:lumOff val="-7843"/>
                  </a:schemeClr>
                </a:solidFill>
                <a:effectLst/>
                <a:uFillTx/>
                <a:latin typeface="Lato Regular"/>
                <a:ea typeface="Lato Regular"/>
                <a:cs typeface="Lato Regular"/>
                <a:sym typeface="Lato Regular"/>
              </a:rPr>
              <a:t>cmd</a:t>
            </a:r>
            <a:r>
              <a:rPr kumimoji="0" lang="es-ES" sz="4000"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 </a:t>
            </a:r>
            <a:r>
              <a:rPr kumimoji="0" lang="es-ES" sz="4000" b="0"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en Windows podemos usar </a:t>
            </a:r>
            <a:r>
              <a:rPr kumimoji="0" lang="es-ES" sz="4000" b="0" i="0" u="none" strike="noStrike" cap="none" spc="0" normalizeH="0" baseline="0" dirty="0" err="1">
                <a:ln>
                  <a:noFill/>
                </a:ln>
                <a:solidFill>
                  <a:schemeClr val="accent3">
                    <a:hueOff val="-130908"/>
                    <a:satOff val="-22167"/>
                    <a:lumOff val="-7843"/>
                  </a:schemeClr>
                </a:solidFill>
                <a:effectLst/>
                <a:uFillTx/>
                <a:latin typeface="Lato Regular"/>
                <a:ea typeface="Lato Regular"/>
                <a:cs typeface="Lato Regular"/>
                <a:sym typeface="Lato Regular"/>
              </a:rPr>
              <a:t>netstat</a:t>
            </a:r>
            <a:r>
              <a:rPr kumimoji="0" lang="es-ES" sz="4000" b="0" i="0" u="none" strike="noStrike" cap="none" spc="0" normalizeH="0" baseline="0" dirty="0">
                <a:ln>
                  <a:noFill/>
                </a:ln>
                <a:solidFill>
                  <a:schemeClr val="accent3">
                    <a:hueOff val="-130908"/>
                    <a:satOff val="-22167"/>
                    <a:lumOff val="-7843"/>
                  </a:schemeClr>
                </a:solidFill>
                <a:effectLst/>
                <a:uFillTx/>
                <a:latin typeface="Lato Regular"/>
                <a:ea typeface="Lato Regular"/>
                <a:cs typeface="Lato Regular"/>
                <a:sym typeface="Lato Regular"/>
              </a:rPr>
              <a:t>, nos da información sobre las conexiones entrantes y salientes</a:t>
            </a:r>
          </a:p>
        </p:txBody>
      </p:sp>
      <p:sp>
        <p:nvSpPr>
          <p:cNvPr id="5" name="CuadroTexto 4">
            <a:extLst>
              <a:ext uri="{FF2B5EF4-FFF2-40B4-BE49-F238E27FC236}">
                <a16:creationId xmlns:a16="http://schemas.microsoft.com/office/drawing/2014/main" id="{D9C3BD8D-686D-4631-A271-D6BE39344E9D}"/>
              </a:ext>
            </a:extLst>
          </p:cNvPr>
          <p:cNvSpPr txBox="1"/>
          <p:nvPr/>
        </p:nvSpPr>
        <p:spPr>
          <a:xfrm>
            <a:off x="495300" y="3752851"/>
            <a:ext cx="17687925" cy="4531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endParaRPr lang="es-ES" dirty="0"/>
          </a:p>
        </p:txBody>
      </p:sp>
      <p:sp>
        <p:nvSpPr>
          <p:cNvPr id="7" name="CuadroTexto 6">
            <a:extLst>
              <a:ext uri="{FF2B5EF4-FFF2-40B4-BE49-F238E27FC236}">
                <a16:creationId xmlns:a16="http://schemas.microsoft.com/office/drawing/2014/main" id="{E1486B87-9116-F1B2-D841-2CE84BB0DEFE}"/>
              </a:ext>
            </a:extLst>
          </p:cNvPr>
          <p:cNvSpPr txBox="1"/>
          <p:nvPr/>
        </p:nvSpPr>
        <p:spPr>
          <a:xfrm>
            <a:off x="495300" y="3117425"/>
            <a:ext cx="23050500" cy="36203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sz="2400" dirty="0"/>
              <a:t>En </a:t>
            </a:r>
            <a:r>
              <a:rPr lang="es-ES" sz="3600" b="1" dirty="0"/>
              <a:t>PowerShell, </a:t>
            </a:r>
            <a:r>
              <a:rPr lang="es-ES" sz="2400" dirty="0"/>
              <a:t>puedes utilizar el </a:t>
            </a:r>
            <a:r>
              <a:rPr lang="es-ES" sz="2400" dirty="0" err="1"/>
              <a:t>cmdlet</a:t>
            </a:r>
            <a:r>
              <a:rPr lang="es-ES" sz="2400" dirty="0"/>
              <a:t> "</a:t>
            </a:r>
            <a:r>
              <a:rPr lang="es-ES" sz="2400" dirty="0" err="1"/>
              <a:t>Get-NetTCPConnection</a:t>
            </a:r>
            <a:r>
              <a:rPr lang="es-ES" sz="2400" dirty="0"/>
              <a:t>" para mostrar información sobre las conexiones de red activas. Sigue estos pasos para hacerlo:</a:t>
            </a:r>
          </a:p>
          <a:p>
            <a:pPr>
              <a:buFont typeface="+mj-lt"/>
              <a:buAutoNum type="arabicPeriod"/>
            </a:pPr>
            <a:r>
              <a:rPr lang="es-ES" sz="2400" dirty="0"/>
              <a:t>Abre PowerShell. Puedes buscar PowerShell en el menú de inicio o presionando la tecla de Windows + R y escribiendo "</a:t>
            </a:r>
            <a:r>
              <a:rPr lang="es-ES" sz="2400" dirty="0" err="1"/>
              <a:t>powershell</a:t>
            </a:r>
            <a:r>
              <a:rPr lang="es-ES" sz="2400" dirty="0"/>
              <a:t>" y luego presionando </a:t>
            </a:r>
            <a:r>
              <a:rPr lang="es-ES" sz="2400" dirty="0" err="1"/>
              <a:t>Enter</a:t>
            </a:r>
            <a:r>
              <a:rPr lang="es-ES" sz="2400" dirty="0"/>
              <a:t>.</a:t>
            </a:r>
          </a:p>
          <a:p>
            <a:pPr>
              <a:buFont typeface="+mj-lt"/>
              <a:buAutoNum type="arabicPeriod"/>
            </a:pPr>
            <a:r>
              <a:rPr lang="es-ES" sz="2400" dirty="0"/>
              <a:t>Una vez en PowerShell, escribe "</a:t>
            </a:r>
            <a:r>
              <a:rPr lang="es-ES" sz="2400" dirty="0" err="1"/>
              <a:t>Get-NetTCPConnection</a:t>
            </a:r>
            <a:r>
              <a:rPr lang="es-ES" sz="2400" dirty="0"/>
              <a:t>" y presiona </a:t>
            </a:r>
            <a:r>
              <a:rPr lang="es-ES" sz="2400" dirty="0" err="1"/>
              <a:t>Enter</a:t>
            </a:r>
            <a:r>
              <a:rPr lang="es-ES" sz="2400" dirty="0"/>
              <a:t>. Esto mostrará una lista de conexiones de red activas en tu computadora, junto con información sobre el estado de la conexión, el puerto utilizado, la dirección IP remota y local, entre otros datos.</a:t>
            </a:r>
          </a:p>
          <a:p>
            <a:pPr>
              <a:buFont typeface="+mj-lt"/>
              <a:buAutoNum type="arabicPeriod"/>
            </a:pPr>
            <a:r>
              <a:rPr lang="es-ES" sz="2400" dirty="0"/>
              <a:t>Si deseas ver las conexiones que están utilizando un puerto específico, escribe "</a:t>
            </a:r>
            <a:r>
              <a:rPr lang="es-ES" sz="2400" dirty="0" err="1"/>
              <a:t>Get-NetTCPConnection</a:t>
            </a:r>
            <a:r>
              <a:rPr lang="es-ES" sz="2400" dirty="0"/>
              <a:t> | </a:t>
            </a:r>
            <a:r>
              <a:rPr lang="es-ES" sz="2400" dirty="0" err="1"/>
              <a:t>Where-Object</a:t>
            </a:r>
            <a:r>
              <a:rPr lang="es-ES" sz="2400" dirty="0"/>
              <a:t> {$_.</a:t>
            </a:r>
            <a:r>
              <a:rPr lang="es-ES" sz="2400" dirty="0" err="1"/>
              <a:t>LocalPort</a:t>
            </a:r>
            <a:r>
              <a:rPr lang="es-ES" sz="2400" dirty="0"/>
              <a:t> -</a:t>
            </a:r>
            <a:r>
              <a:rPr lang="es-ES" sz="2400" dirty="0" err="1"/>
              <a:t>eq</a:t>
            </a:r>
            <a:r>
              <a:rPr lang="es-ES" sz="2400" dirty="0"/>
              <a:t> &lt;numero de puerto&gt;}" y presiona </a:t>
            </a:r>
            <a:r>
              <a:rPr lang="es-ES" sz="2400" dirty="0" err="1"/>
              <a:t>Enter</a:t>
            </a:r>
            <a:r>
              <a:rPr lang="es-ES" sz="2400" dirty="0"/>
              <a:t>. Esto mostrará una lista de conexiones que utilizan el número de puerto especificado.</a:t>
            </a:r>
          </a:p>
        </p:txBody>
      </p:sp>
      <p:pic>
        <p:nvPicPr>
          <p:cNvPr id="10" name="Google Shape;135;p8" descr="Cómo protegerse de los virus, piratas informáticos y demás ataques? |  Tecnología - ComputerHoy.com">
            <a:extLst>
              <a:ext uri="{FF2B5EF4-FFF2-40B4-BE49-F238E27FC236}">
                <a16:creationId xmlns:a16="http://schemas.microsoft.com/office/drawing/2014/main" id="{8C6E6FA5-08CD-891C-D506-944D21CD466D}"/>
              </a:ext>
            </a:extLst>
          </p:cNvPr>
          <p:cNvPicPr preferRelativeResize="0"/>
          <p:nvPr/>
        </p:nvPicPr>
        <p:blipFill rotWithShape="1">
          <a:blip r:embed="rId2">
            <a:alphaModFix/>
          </a:blip>
          <a:srcRect/>
          <a:stretch/>
        </p:blipFill>
        <p:spPr>
          <a:xfrm>
            <a:off x="22593300" y="0"/>
            <a:ext cx="1790700" cy="1229203"/>
          </a:xfrm>
          <a:prstGeom prst="rect">
            <a:avLst/>
          </a:prstGeom>
          <a:noFill/>
          <a:ln>
            <a:noFill/>
          </a:ln>
        </p:spPr>
      </p:pic>
      <p:graphicFrame>
        <p:nvGraphicFramePr>
          <p:cNvPr id="12" name="CuadroTexto 8">
            <a:extLst>
              <a:ext uri="{FF2B5EF4-FFF2-40B4-BE49-F238E27FC236}">
                <a16:creationId xmlns:a16="http://schemas.microsoft.com/office/drawing/2014/main" id="{0561ED06-06CD-27AA-5998-5597E7A7014A}"/>
              </a:ext>
            </a:extLst>
          </p:cNvPr>
          <p:cNvGraphicFramePr/>
          <p:nvPr>
            <p:extLst>
              <p:ext uri="{D42A27DB-BD31-4B8C-83A1-F6EECF244321}">
                <p14:modId xmlns:p14="http://schemas.microsoft.com/office/powerpoint/2010/main" val="1064036977"/>
              </p:ext>
            </p:extLst>
          </p:nvPr>
        </p:nvGraphicFramePr>
        <p:xfrm>
          <a:off x="495299" y="5911702"/>
          <a:ext cx="23613837" cy="68473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93205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24A1829-04A2-D94C-CBCD-12BE74F293AB}"/>
              </a:ext>
            </a:extLst>
          </p:cNvPr>
          <p:cNvSpPr>
            <a:spLocks noGrp="1"/>
          </p:cNvSpPr>
          <p:nvPr>
            <p:ph type="title" idx="4294967295"/>
          </p:nvPr>
        </p:nvSpPr>
        <p:spPr>
          <a:xfrm>
            <a:off x="1144986" y="477078"/>
            <a:ext cx="22037040" cy="2868830"/>
          </a:xfrm>
        </p:spPr>
        <p:txBody>
          <a:bodyPr vert="horz" lIns="91440" tIns="45720" rIns="91440" bIns="45720" rtlCol="0" anchor="b">
            <a:normAutofit/>
          </a:bodyPr>
          <a:lstStyle/>
          <a:p>
            <a:pPr defTabSz="914400"/>
            <a:r>
              <a:rPr lang="en-US" sz="10800" dirty="0"/>
              <a:t>Que es </a:t>
            </a:r>
            <a:r>
              <a:rPr lang="en-US" sz="10800" dirty="0" err="1"/>
              <a:t>el</a:t>
            </a:r>
            <a:r>
              <a:rPr lang="en-US" sz="10800" dirty="0"/>
              <a:t> hacking </a:t>
            </a:r>
            <a:r>
              <a:rPr lang="en-US" sz="10800" dirty="0" err="1"/>
              <a:t>ético</a:t>
            </a:r>
            <a:endParaRPr lang="en-US" sz="108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51B3873-CBD0-68FB-030E-7E4EC5031520}"/>
              </a:ext>
            </a:extLst>
          </p:cNvPr>
          <p:cNvSpPr>
            <a:spLocks noGrp="1"/>
          </p:cNvSpPr>
          <p:nvPr>
            <p:ph idx="4294967295"/>
          </p:nvPr>
        </p:nvSpPr>
        <p:spPr>
          <a:xfrm>
            <a:off x="1144986" y="4142632"/>
            <a:ext cx="13427104" cy="8238344"/>
          </a:xfrm>
        </p:spPr>
        <p:txBody>
          <a:bodyPr vert="horz" lIns="91440" tIns="45720" rIns="91440" bIns="45720" rtlCol="0" anchor="t">
            <a:normAutofit/>
          </a:bodyPr>
          <a:lstStyle/>
          <a:p>
            <a:pPr indent="-228600" defTabSz="914400">
              <a:spcBef>
                <a:spcPts val="0"/>
              </a:spcBef>
              <a:spcAft>
                <a:spcPts val="600"/>
              </a:spcAft>
            </a:pPr>
            <a:r>
              <a:rPr lang="en-US" sz="2400" dirty="0"/>
              <a:t>El hacking </a:t>
            </a:r>
            <a:r>
              <a:rPr lang="en-US" sz="2400" dirty="0" err="1"/>
              <a:t>ético</a:t>
            </a:r>
            <a:r>
              <a:rPr lang="en-US" sz="2400" dirty="0"/>
              <a:t> (también </a:t>
            </a:r>
            <a:r>
              <a:rPr lang="en-US" sz="2400" dirty="0" err="1"/>
              <a:t>conocido</a:t>
            </a:r>
            <a:r>
              <a:rPr lang="en-US" sz="2400" dirty="0"/>
              <a:t> </a:t>
            </a:r>
            <a:r>
              <a:rPr lang="en-US" sz="2400" dirty="0" err="1"/>
              <a:t>como</a:t>
            </a:r>
            <a:r>
              <a:rPr lang="en-US" sz="2400" dirty="0"/>
              <a:t> </a:t>
            </a:r>
            <a:r>
              <a:rPr lang="en-US" sz="2400" b="1" dirty="0" err="1"/>
              <a:t>pentesting</a:t>
            </a:r>
            <a:r>
              <a:rPr lang="en-US" sz="2400" b="1" dirty="0"/>
              <a:t> o testing </a:t>
            </a:r>
            <a:r>
              <a:rPr lang="en-US" sz="2400" dirty="0"/>
              <a:t>de </a:t>
            </a:r>
            <a:r>
              <a:rPr lang="en-US" sz="2400" dirty="0" err="1"/>
              <a:t>penetración</a:t>
            </a:r>
            <a:r>
              <a:rPr lang="en-US" sz="2400" dirty="0"/>
              <a:t>) es </a:t>
            </a:r>
            <a:r>
              <a:rPr lang="en-US" sz="2400" dirty="0" err="1"/>
              <a:t>una</a:t>
            </a:r>
            <a:r>
              <a:rPr lang="en-US" sz="2400" dirty="0"/>
              <a:t> </a:t>
            </a:r>
            <a:r>
              <a:rPr lang="en-US" sz="2400" dirty="0" err="1"/>
              <a:t>técnica</a:t>
            </a:r>
            <a:r>
              <a:rPr lang="en-US" sz="2400" dirty="0"/>
              <a:t> </a:t>
            </a:r>
            <a:r>
              <a:rPr lang="en-US" sz="2400" dirty="0" err="1"/>
              <a:t>utilizada</a:t>
            </a:r>
            <a:r>
              <a:rPr lang="en-US" sz="2400" dirty="0"/>
              <a:t> </a:t>
            </a:r>
            <a:r>
              <a:rPr lang="en-US" sz="2400" dirty="0" err="1"/>
              <a:t>por</a:t>
            </a:r>
            <a:r>
              <a:rPr lang="en-US" sz="2400" dirty="0"/>
              <a:t> </a:t>
            </a:r>
            <a:r>
              <a:rPr lang="en-US" sz="2400" dirty="0" err="1"/>
              <a:t>profesionales</a:t>
            </a:r>
            <a:r>
              <a:rPr lang="en-US" sz="2400" dirty="0"/>
              <a:t> de </a:t>
            </a:r>
            <a:r>
              <a:rPr lang="en-US" sz="2400" dirty="0" err="1"/>
              <a:t>seguridad</a:t>
            </a:r>
            <a:r>
              <a:rPr lang="en-US" sz="2400" dirty="0"/>
              <a:t> </a:t>
            </a:r>
            <a:r>
              <a:rPr lang="en-US" sz="2400" dirty="0" err="1"/>
              <a:t>informática</a:t>
            </a:r>
            <a:r>
              <a:rPr lang="en-US" sz="2400" dirty="0"/>
              <a:t> para </a:t>
            </a:r>
            <a:r>
              <a:rPr lang="en-US" sz="2400" dirty="0" err="1"/>
              <a:t>identificar</a:t>
            </a:r>
            <a:r>
              <a:rPr lang="en-US" sz="2400" dirty="0"/>
              <a:t> y </a:t>
            </a:r>
            <a:r>
              <a:rPr lang="en-US" sz="2400" dirty="0" err="1"/>
              <a:t>evaluar</a:t>
            </a:r>
            <a:r>
              <a:rPr lang="en-US" sz="2400" dirty="0"/>
              <a:t> las </a:t>
            </a:r>
            <a:r>
              <a:rPr lang="en-US" sz="2400" dirty="0" err="1"/>
              <a:t>vulnerabilidades</a:t>
            </a:r>
            <a:r>
              <a:rPr lang="en-US" sz="2400" dirty="0"/>
              <a:t> </a:t>
            </a:r>
            <a:r>
              <a:rPr lang="en-US" sz="2400" dirty="0" err="1"/>
              <a:t>en</a:t>
            </a:r>
            <a:r>
              <a:rPr lang="en-US" sz="2400" dirty="0"/>
              <a:t> un </a:t>
            </a:r>
            <a:r>
              <a:rPr lang="en-US" sz="2400" dirty="0" err="1"/>
              <a:t>sistema</a:t>
            </a:r>
            <a:r>
              <a:rPr lang="en-US" sz="2400" dirty="0"/>
              <a:t> o red de </a:t>
            </a:r>
            <a:r>
              <a:rPr lang="en-US" sz="2400" dirty="0" err="1"/>
              <a:t>computadoras</a:t>
            </a:r>
            <a:r>
              <a:rPr lang="en-US" sz="2400" dirty="0"/>
              <a:t> de </a:t>
            </a:r>
            <a:r>
              <a:rPr lang="en-US" sz="2400" dirty="0" err="1"/>
              <a:t>manera</a:t>
            </a:r>
            <a:r>
              <a:rPr lang="en-US" sz="2400" dirty="0"/>
              <a:t> legal y </a:t>
            </a:r>
            <a:r>
              <a:rPr lang="en-US" sz="2400" dirty="0" err="1"/>
              <a:t>ética</a:t>
            </a:r>
            <a:r>
              <a:rPr lang="en-US" sz="2400" dirty="0"/>
              <a:t>.</a:t>
            </a:r>
          </a:p>
          <a:p>
            <a:pPr marL="0" indent="-228600" defTabSz="914400">
              <a:spcBef>
                <a:spcPts val="0"/>
              </a:spcBef>
              <a:spcAft>
                <a:spcPts val="600"/>
              </a:spcAft>
            </a:pPr>
            <a:endParaRPr lang="en-US" sz="2400" dirty="0"/>
          </a:p>
          <a:p>
            <a:pPr indent="-228600" defTabSz="914400">
              <a:spcBef>
                <a:spcPts val="0"/>
              </a:spcBef>
              <a:spcAft>
                <a:spcPts val="600"/>
              </a:spcAft>
            </a:pPr>
            <a:r>
              <a:rPr lang="en-US" sz="2400" dirty="0"/>
              <a:t>Los hackers </a:t>
            </a:r>
            <a:r>
              <a:rPr lang="en-US" sz="2400" dirty="0" err="1"/>
              <a:t>éticos</a:t>
            </a:r>
            <a:r>
              <a:rPr lang="en-US" sz="2400" dirty="0"/>
              <a:t> </a:t>
            </a:r>
            <a:r>
              <a:rPr lang="en-US" sz="2400" b="1" dirty="0" err="1"/>
              <a:t>utilizan</a:t>
            </a:r>
            <a:r>
              <a:rPr lang="en-US" sz="2400" b="1" dirty="0"/>
              <a:t> </a:t>
            </a:r>
            <a:r>
              <a:rPr lang="en-US" sz="2400" b="1" dirty="0" err="1"/>
              <a:t>técnicas</a:t>
            </a:r>
            <a:r>
              <a:rPr lang="en-US" sz="2400" b="1" dirty="0"/>
              <a:t> </a:t>
            </a:r>
            <a:r>
              <a:rPr lang="en-US" sz="2400" b="1" dirty="0" err="1"/>
              <a:t>similares</a:t>
            </a:r>
            <a:r>
              <a:rPr lang="en-US" sz="2400" b="1" dirty="0"/>
              <a:t> a las de </a:t>
            </a:r>
            <a:r>
              <a:rPr lang="en-US" sz="2400" b="1" dirty="0" err="1"/>
              <a:t>los</a:t>
            </a:r>
            <a:r>
              <a:rPr lang="en-US" sz="2400" b="1" dirty="0"/>
              <a:t> hackers </a:t>
            </a:r>
            <a:r>
              <a:rPr lang="en-US" sz="2400" b="1" dirty="0" err="1"/>
              <a:t>malintencionados</a:t>
            </a:r>
            <a:r>
              <a:rPr lang="en-US" sz="2400" dirty="0"/>
              <a:t>, </a:t>
            </a:r>
            <a:r>
              <a:rPr lang="en-US" sz="2400" dirty="0" err="1"/>
              <a:t>pero</a:t>
            </a:r>
            <a:r>
              <a:rPr lang="en-US" sz="2400" dirty="0"/>
              <a:t> con la </a:t>
            </a:r>
            <a:r>
              <a:rPr lang="en-US" sz="2400" dirty="0" err="1"/>
              <a:t>intención</a:t>
            </a:r>
            <a:r>
              <a:rPr lang="en-US" sz="2400" dirty="0"/>
              <a:t> de </a:t>
            </a:r>
            <a:r>
              <a:rPr lang="en-US" sz="2400" dirty="0" err="1"/>
              <a:t>descubrir</a:t>
            </a:r>
            <a:r>
              <a:rPr lang="en-US" sz="2400" dirty="0"/>
              <a:t> y </a:t>
            </a:r>
            <a:r>
              <a:rPr lang="en-US" sz="2400" dirty="0" err="1"/>
              <a:t>reportar</a:t>
            </a:r>
            <a:r>
              <a:rPr lang="en-US" sz="2400" dirty="0"/>
              <a:t> las </a:t>
            </a:r>
            <a:r>
              <a:rPr lang="en-US" sz="2400" dirty="0" err="1"/>
              <a:t>debilidades</a:t>
            </a:r>
            <a:r>
              <a:rPr lang="en-US" sz="2400" dirty="0"/>
              <a:t> del </a:t>
            </a:r>
            <a:r>
              <a:rPr lang="en-US" sz="2400" dirty="0" err="1"/>
              <a:t>sistema</a:t>
            </a:r>
            <a:r>
              <a:rPr lang="en-US" sz="2400" dirty="0"/>
              <a:t>, </a:t>
            </a:r>
            <a:r>
              <a:rPr lang="en-US" sz="2400" dirty="0" err="1"/>
              <a:t>en</a:t>
            </a:r>
            <a:r>
              <a:rPr lang="en-US" sz="2400" dirty="0"/>
              <a:t> </a:t>
            </a:r>
            <a:r>
              <a:rPr lang="en-US" sz="2400" dirty="0" err="1"/>
              <a:t>lugar</a:t>
            </a:r>
            <a:r>
              <a:rPr lang="en-US" sz="2400" dirty="0"/>
              <a:t> de </a:t>
            </a:r>
            <a:r>
              <a:rPr lang="en-US" sz="2400" dirty="0" err="1"/>
              <a:t>explotarlas</a:t>
            </a:r>
            <a:r>
              <a:rPr lang="en-US" sz="2400" dirty="0"/>
              <a:t> con fines </a:t>
            </a:r>
            <a:r>
              <a:rPr lang="en-US" sz="2400" dirty="0" err="1"/>
              <a:t>maliciosos</a:t>
            </a:r>
            <a:r>
              <a:rPr lang="en-US" sz="2400" dirty="0"/>
              <a:t>. </a:t>
            </a:r>
            <a:r>
              <a:rPr lang="en-US" sz="2400" dirty="0" err="1"/>
              <a:t>Esto</a:t>
            </a:r>
            <a:r>
              <a:rPr lang="en-US" sz="2400" dirty="0"/>
              <a:t> se </a:t>
            </a:r>
            <a:r>
              <a:rPr lang="en-US" sz="2400" dirty="0" err="1"/>
              <a:t>hace</a:t>
            </a:r>
            <a:r>
              <a:rPr lang="en-US" sz="2400" dirty="0"/>
              <a:t> para </a:t>
            </a:r>
            <a:r>
              <a:rPr lang="en-US" sz="2400" dirty="0" err="1"/>
              <a:t>ayudar</a:t>
            </a:r>
            <a:r>
              <a:rPr lang="en-US" sz="2400" dirty="0"/>
              <a:t> a las </a:t>
            </a:r>
            <a:r>
              <a:rPr lang="en-US" sz="2400" dirty="0" err="1"/>
              <a:t>organizaciones</a:t>
            </a:r>
            <a:r>
              <a:rPr lang="en-US" sz="2400" dirty="0"/>
              <a:t> a </a:t>
            </a:r>
            <a:r>
              <a:rPr lang="en-US" sz="2400" dirty="0" err="1"/>
              <a:t>protegerse</a:t>
            </a:r>
            <a:r>
              <a:rPr lang="en-US" sz="2400" dirty="0"/>
              <a:t> contra </a:t>
            </a:r>
            <a:r>
              <a:rPr lang="en-US" sz="2400" dirty="0" err="1"/>
              <a:t>futuros</a:t>
            </a:r>
            <a:r>
              <a:rPr lang="en-US" sz="2400" dirty="0"/>
              <a:t> </a:t>
            </a:r>
            <a:r>
              <a:rPr lang="en-US" sz="2400" dirty="0" err="1"/>
              <a:t>ataques</a:t>
            </a:r>
            <a:r>
              <a:rPr lang="en-US" sz="2400" dirty="0"/>
              <a:t>, </a:t>
            </a:r>
            <a:r>
              <a:rPr lang="en-US" sz="2400" dirty="0" err="1"/>
              <a:t>fortalecer</a:t>
            </a:r>
            <a:r>
              <a:rPr lang="en-US" sz="2400" dirty="0"/>
              <a:t> </a:t>
            </a:r>
            <a:r>
              <a:rPr lang="en-US" sz="2400" dirty="0" err="1"/>
              <a:t>su</a:t>
            </a:r>
            <a:r>
              <a:rPr lang="en-US" sz="2400" dirty="0"/>
              <a:t> </a:t>
            </a:r>
            <a:r>
              <a:rPr lang="en-US" sz="2400" dirty="0" err="1"/>
              <a:t>seguridad</a:t>
            </a:r>
            <a:r>
              <a:rPr lang="en-US" sz="2400" dirty="0"/>
              <a:t> </a:t>
            </a:r>
            <a:r>
              <a:rPr lang="en-US" sz="2400" dirty="0" err="1"/>
              <a:t>informática</a:t>
            </a:r>
            <a:r>
              <a:rPr lang="en-US" sz="2400" dirty="0"/>
              <a:t> y </a:t>
            </a:r>
            <a:r>
              <a:rPr lang="en-US" sz="2400" dirty="0" err="1"/>
              <a:t>garantizar</a:t>
            </a:r>
            <a:r>
              <a:rPr lang="en-US" sz="2400" dirty="0"/>
              <a:t> la </a:t>
            </a:r>
            <a:r>
              <a:rPr lang="en-US" sz="2400" dirty="0" err="1"/>
              <a:t>privacidad</a:t>
            </a:r>
            <a:r>
              <a:rPr lang="en-US" sz="2400" dirty="0"/>
              <a:t> y </a:t>
            </a:r>
            <a:r>
              <a:rPr lang="en-US" sz="2400" dirty="0" err="1"/>
              <a:t>protección</a:t>
            </a:r>
            <a:r>
              <a:rPr lang="en-US" sz="2400" dirty="0"/>
              <a:t> de </a:t>
            </a:r>
            <a:r>
              <a:rPr lang="en-US" sz="2400" dirty="0" err="1"/>
              <a:t>los</a:t>
            </a:r>
            <a:r>
              <a:rPr lang="en-US" sz="2400" dirty="0"/>
              <a:t> </a:t>
            </a:r>
            <a:r>
              <a:rPr lang="en-US" sz="2400" dirty="0" err="1"/>
              <a:t>datos</a:t>
            </a:r>
            <a:r>
              <a:rPr lang="en-US" sz="2400" dirty="0"/>
              <a:t> de </a:t>
            </a:r>
            <a:r>
              <a:rPr lang="en-US" sz="2400" dirty="0" err="1"/>
              <a:t>los</a:t>
            </a:r>
            <a:r>
              <a:rPr lang="en-US" sz="2400" dirty="0"/>
              <a:t> </a:t>
            </a:r>
            <a:r>
              <a:rPr lang="en-US" sz="2400" dirty="0" err="1"/>
              <a:t>usuarios</a:t>
            </a:r>
            <a:r>
              <a:rPr lang="en-US" sz="2400" dirty="0"/>
              <a:t>.</a:t>
            </a:r>
          </a:p>
          <a:p>
            <a:pPr marL="0" indent="-228600" defTabSz="914400">
              <a:spcBef>
                <a:spcPts val="0"/>
              </a:spcBef>
              <a:spcAft>
                <a:spcPts val="600"/>
              </a:spcAft>
            </a:pPr>
            <a:endParaRPr lang="en-US" sz="2400" dirty="0"/>
          </a:p>
          <a:p>
            <a:pPr indent="-228600" defTabSz="914400">
              <a:spcBef>
                <a:spcPts val="0"/>
              </a:spcBef>
              <a:spcAft>
                <a:spcPts val="600"/>
              </a:spcAft>
            </a:pPr>
            <a:r>
              <a:rPr lang="en-US" sz="2400" dirty="0"/>
              <a:t>El </a:t>
            </a:r>
            <a:r>
              <a:rPr lang="en-US" sz="2400" dirty="0" err="1"/>
              <a:t>proceso</a:t>
            </a:r>
            <a:r>
              <a:rPr lang="en-US" sz="2400" dirty="0"/>
              <a:t> de hacking </a:t>
            </a:r>
            <a:r>
              <a:rPr lang="en-US" sz="2400" dirty="0" err="1"/>
              <a:t>ético</a:t>
            </a:r>
            <a:r>
              <a:rPr lang="en-US" sz="2400" dirty="0"/>
              <a:t> </a:t>
            </a:r>
            <a:r>
              <a:rPr lang="en-US" sz="2400" b="1" dirty="0" err="1"/>
              <a:t>generalmente</a:t>
            </a:r>
            <a:r>
              <a:rPr lang="en-US" sz="2400" b="1" dirty="0"/>
              <a:t> </a:t>
            </a:r>
            <a:r>
              <a:rPr lang="en-US" sz="2400" b="1" dirty="0" err="1"/>
              <a:t>implica</a:t>
            </a:r>
            <a:r>
              <a:rPr lang="en-US" sz="2400" b="1" dirty="0"/>
              <a:t> la </a:t>
            </a:r>
            <a:r>
              <a:rPr lang="en-US" sz="2400" b="1" dirty="0" err="1"/>
              <a:t>realización</a:t>
            </a:r>
            <a:r>
              <a:rPr lang="en-US" sz="2400" b="1" dirty="0"/>
              <a:t> de </a:t>
            </a:r>
            <a:r>
              <a:rPr lang="en-US" sz="2400" b="1" dirty="0" err="1"/>
              <a:t>pruebas</a:t>
            </a:r>
            <a:r>
              <a:rPr lang="en-US" sz="2400" b="1" dirty="0"/>
              <a:t> de </a:t>
            </a:r>
            <a:r>
              <a:rPr lang="en-US" sz="2400" b="1" dirty="0" err="1"/>
              <a:t>penetración</a:t>
            </a:r>
            <a:r>
              <a:rPr lang="en-US" sz="2400" b="1" dirty="0"/>
              <a:t> </a:t>
            </a:r>
            <a:r>
              <a:rPr lang="en-US" sz="2400" b="1" dirty="0" err="1"/>
              <a:t>controladas</a:t>
            </a:r>
            <a:r>
              <a:rPr lang="en-US" sz="2400" b="1" dirty="0"/>
              <a:t> </a:t>
            </a:r>
            <a:r>
              <a:rPr lang="en-US" sz="2400" dirty="0"/>
              <a:t>y </a:t>
            </a:r>
            <a:r>
              <a:rPr lang="en-US" sz="2400" dirty="0" err="1"/>
              <a:t>supervisadas</a:t>
            </a:r>
            <a:r>
              <a:rPr lang="en-US" sz="2400" dirty="0"/>
              <a:t> </a:t>
            </a:r>
            <a:r>
              <a:rPr lang="en-US" sz="2400" dirty="0" err="1"/>
              <a:t>en</a:t>
            </a:r>
            <a:r>
              <a:rPr lang="en-US" sz="2400" dirty="0"/>
              <a:t> las que se </a:t>
            </a:r>
            <a:r>
              <a:rPr lang="en-US" sz="2400" dirty="0" err="1"/>
              <a:t>simulan</a:t>
            </a:r>
            <a:r>
              <a:rPr lang="en-US" sz="2400" dirty="0"/>
              <a:t> </a:t>
            </a:r>
            <a:r>
              <a:rPr lang="en-US" sz="2400" dirty="0" err="1"/>
              <a:t>ataques</a:t>
            </a:r>
            <a:r>
              <a:rPr lang="en-US" sz="2400" dirty="0"/>
              <a:t> </a:t>
            </a:r>
            <a:r>
              <a:rPr lang="en-US" sz="2400" dirty="0" err="1"/>
              <a:t>informáticos</a:t>
            </a:r>
            <a:r>
              <a:rPr lang="en-US" sz="2400" dirty="0"/>
              <a:t> para </a:t>
            </a:r>
            <a:r>
              <a:rPr lang="en-US" sz="2400" dirty="0" err="1"/>
              <a:t>identificar</a:t>
            </a:r>
            <a:r>
              <a:rPr lang="en-US" sz="2400" dirty="0"/>
              <a:t> </a:t>
            </a:r>
            <a:r>
              <a:rPr lang="en-US" sz="2400" dirty="0" err="1"/>
              <a:t>posibles</a:t>
            </a:r>
            <a:r>
              <a:rPr lang="en-US" sz="2400" dirty="0"/>
              <a:t> </a:t>
            </a:r>
            <a:r>
              <a:rPr lang="en-US" sz="2400" dirty="0" err="1"/>
              <a:t>vulnerabilidades</a:t>
            </a:r>
            <a:r>
              <a:rPr lang="en-US" sz="2400" dirty="0"/>
              <a:t> </a:t>
            </a:r>
            <a:r>
              <a:rPr lang="en-US" sz="2400" dirty="0" err="1"/>
              <a:t>en</a:t>
            </a:r>
            <a:r>
              <a:rPr lang="en-US" sz="2400" dirty="0"/>
              <a:t> </a:t>
            </a:r>
            <a:r>
              <a:rPr lang="en-US" sz="2400" dirty="0" err="1"/>
              <a:t>los</a:t>
            </a:r>
            <a:r>
              <a:rPr lang="en-US" sz="2400" dirty="0"/>
              <a:t> </a:t>
            </a:r>
            <a:r>
              <a:rPr lang="en-US" sz="2400" dirty="0" err="1"/>
              <a:t>sistemas</a:t>
            </a:r>
            <a:r>
              <a:rPr lang="en-US" sz="2400" dirty="0"/>
              <a:t>. Una </a:t>
            </a:r>
            <a:r>
              <a:rPr lang="en-US" sz="2400" dirty="0" err="1"/>
              <a:t>vez</a:t>
            </a:r>
            <a:r>
              <a:rPr lang="en-US" sz="2400" dirty="0"/>
              <a:t> </a:t>
            </a:r>
            <a:r>
              <a:rPr lang="en-US" sz="2400" dirty="0" err="1"/>
              <a:t>identificadas</a:t>
            </a:r>
            <a:r>
              <a:rPr lang="en-US" sz="2400" dirty="0"/>
              <a:t>, las </a:t>
            </a:r>
            <a:r>
              <a:rPr lang="en-US" sz="2400" dirty="0" err="1"/>
              <a:t>vulnerabilidades</a:t>
            </a:r>
            <a:r>
              <a:rPr lang="en-US" sz="2400" dirty="0"/>
              <a:t> se </a:t>
            </a:r>
            <a:r>
              <a:rPr lang="en-US" sz="2400" dirty="0" err="1"/>
              <a:t>informan</a:t>
            </a:r>
            <a:r>
              <a:rPr lang="en-US" sz="2400" dirty="0"/>
              <a:t> a la </a:t>
            </a:r>
            <a:r>
              <a:rPr lang="en-US" sz="2400" dirty="0" err="1"/>
              <a:t>organización</a:t>
            </a:r>
            <a:r>
              <a:rPr lang="en-US" sz="2400" dirty="0"/>
              <a:t>, lo que les </a:t>
            </a:r>
            <a:r>
              <a:rPr lang="en-US" sz="2400" dirty="0" err="1"/>
              <a:t>permite</a:t>
            </a:r>
            <a:r>
              <a:rPr lang="en-US" sz="2400" dirty="0"/>
              <a:t> </a:t>
            </a:r>
            <a:r>
              <a:rPr lang="en-US" sz="2400" dirty="0" err="1"/>
              <a:t>tomar</a:t>
            </a:r>
            <a:r>
              <a:rPr lang="en-US" sz="2400" dirty="0"/>
              <a:t> </a:t>
            </a:r>
            <a:r>
              <a:rPr lang="en-US" sz="2400" dirty="0" err="1"/>
              <a:t>medidas</a:t>
            </a:r>
            <a:r>
              <a:rPr lang="en-US" sz="2400" dirty="0"/>
              <a:t> para </a:t>
            </a:r>
            <a:r>
              <a:rPr lang="en-US" sz="2400" dirty="0" err="1"/>
              <a:t>remediar</a:t>
            </a:r>
            <a:r>
              <a:rPr lang="en-US" sz="2400" dirty="0"/>
              <a:t> </a:t>
            </a:r>
            <a:r>
              <a:rPr lang="en-US" sz="2400" dirty="0" err="1"/>
              <a:t>los</a:t>
            </a:r>
            <a:r>
              <a:rPr lang="en-US" sz="2400" dirty="0"/>
              <a:t> </a:t>
            </a:r>
            <a:r>
              <a:rPr lang="en-US" sz="2400" dirty="0" err="1"/>
              <a:t>problemas</a:t>
            </a:r>
            <a:r>
              <a:rPr lang="en-US" sz="2400" dirty="0"/>
              <a:t> y </a:t>
            </a:r>
            <a:r>
              <a:rPr lang="en-US" sz="2400" dirty="0" err="1"/>
              <a:t>mejorar</a:t>
            </a:r>
            <a:r>
              <a:rPr lang="en-US" sz="2400" dirty="0"/>
              <a:t> </a:t>
            </a:r>
            <a:r>
              <a:rPr lang="en-US" sz="2400" dirty="0" err="1"/>
              <a:t>su</a:t>
            </a:r>
            <a:r>
              <a:rPr lang="en-US" sz="2400" dirty="0"/>
              <a:t> </a:t>
            </a:r>
            <a:r>
              <a:rPr lang="en-US" sz="2400" dirty="0" err="1"/>
              <a:t>seguridad</a:t>
            </a:r>
            <a:r>
              <a:rPr lang="en-US" sz="2400" dirty="0"/>
              <a:t> </a:t>
            </a:r>
            <a:r>
              <a:rPr lang="en-US" sz="2400" dirty="0" err="1"/>
              <a:t>informática</a:t>
            </a:r>
            <a:r>
              <a:rPr lang="en-US" sz="2400" dirty="0"/>
              <a:t>.</a:t>
            </a:r>
          </a:p>
          <a:p>
            <a:pPr marL="0" indent="-228600" defTabSz="914400">
              <a:spcBef>
                <a:spcPts val="0"/>
              </a:spcBef>
              <a:spcAft>
                <a:spcPts val="600"/>
              </a:spcAft>
            </a:pPr>
            <a:endParaRPr lang="en-US" sz="2400" dirty="0"/>
          </a:p>
          <a:p>
            <a:pPr indent="-228600" defTabSz="914400">
              <a:spcBef>
                <a:spcPts val="0"/>
              </a:spcBef>
              <a:spcAft>
                <a:spcPts val="600"/>
              </a:spcAft>
            </a:pPr>
            <a:r>
              <a:rPr lang="en-US" sz="2400" b="1" dirty="0"/>
              <a:t>El hacking </a:t>
            </a:r>
            <a:r>
              <a:rPr lang="en-US" sz="2400" b="1" dirty="0" err="1"/>
              <a:t>ético</a:t>
            </a:r>
            <a:r>
              <a:rPr lang="en-US" sz="2400" b="1" dirty="0"/>
              <a:t> es </a:t>
            </a:r>
            <a:r>
              <a:rPr lang="en-US" sz="2400" b="1" dirty="0" err="1"/>
              <a:t>una</a:t>
            </a:r>
            <a:r>
              <a:rPr lang="en-US" sz="2400" b="1" dirty="0"/>
              <a:t> </a:t>
            </a:r>
            <a:r>
              <a:rPr lang="en-US" sz="2400" b="1" dirty="0" err="1"/>
              <a:t>práctica</a:t>
            </a:r>
            <a:r>
              <a:rPr lang="en-US" sz="2400" b="1" dirty="0"/>
              <a:t> legal y </a:t>
            </a:r>
            <a:r>
              <a:rPr lang="en-US" sz="2400" b="1" dirty="0" err="1"/>
              <a:t>ética</a:t>
            </a:r>
            <a:r>
              <a:rPr lang="en-US" sz="2400" b="1" dirty="0"/>
              <a:t>,</a:t>
            </a:r>
            <a:r>
              <a:rPr lang="en-US" sz="2400" dirty="0"/>
              <a:t> </a:t>
            </a:r>
            <a:r>
              <a:rPr lang="en-US" sz="2400" dirty="0" err="1"/>
              <a:t>siempre</a:t>
            </a:r>
            <a:r>
              <a:rPr lang="en-US" sz="2400" dirty="0"/>
              <a:t> y </a:t>
            </a:r>
            <a:r>
              <a:rPr lang="en-US" sz="2400" dirty="0" err="1"/>
              <a:t>cuando</a:t>
            </a:r>
            <a:r>
              <a:rPr lang="en-US" sz="2400" dirty="0"/>
              <a:t> se </a:t>
            </a:r>
            <a:r>
              <a:rPr lang="en-US" sz="2400" dirty="0" err="1"/>
              <a:t>realice</a:t>
            </a:r>
            <a:r>
              <a:rPr lang="en-US" sz="2400" dirty="0"/>
              <a:t> con </a:t>
            </a:r>
            <a:r>
              <a:rPr lang="en-US" sz="2400" dirty="0" err="1"/>
              <a:t>el</a:t>
            </a:r>
            <a:r>
              <a:rPr lang="en-US" sz="2400" dirty="0"/>
              <a:t> </a:t>
            </a:r>
            <a:r>
              <a:rPr lang="en-US" sz="2400" dirty="0" err="1"/>
              <a:t>consentimiento</a:t>
            </a:r>
            <a:r>
              <a:rPr lang="en-US" sz="2400" dirty="0"/>
              <a:t> del </a:t>
            </a:r>
            <a:r>
              <a:rPr lang="en-US" sz="2400" dirty="0" err="1"/>
              <a:t>propietario</a:t>
            </a:r>
            <a:r>
              <a:rPr lang="en-US" sz="2400" dirty="0"/>
              <a:t> de la red o </a:t>
            </a:r>
            <a:r>
              <a:rPr lang="en-US" sz="2400" dirty="0" err="1"/>
              <a:t>sistema</a:t>
            </a:r>
            <a:r>
              <a:rPr lang="en-US" sz="2400" dirty="0"/>
              <a:t> que se </a:t>
            </a:r>
            <a:r>
              <a:rPr lang="en-US" sz="2400" dirty="0" err="1"/>
              <a:t>está</a:t>
            </a:r>
            <a:r>
              <a:rPr lang="en-US" sz="2400" dirty="0"/>
              <a:t> probando. </a:t>
            </a:r>
            <a:r>
              <a:rPr lang="en-US" sz="2400" dirty="0" err="1"/>
              <a:t>Además</a:t>
            </a:r>
            <a:r>
              <a:rPr lang="en-US" sz="2400" dirty="0"/>
              <a:t>, se </a:t>
            </a:r>
            <a:r>
              <a:rPr lang="en-US" sz="2400" dirty="0" err="1"/>
              <a:t>espera</a:t>
            </a:r>
            <a:r>
              <a:rPr lang="en-US" sz="2400" dirty="0"/>
              <a:t> que </a:t>
            </a:r>
            <a:r>
              <a:rPr lang="en-US" sz="2400" dirty="0" err="1"/>
              <a:t>los</a:t>
            </a:r>
            <a:r>
              <a:rPr lang="en-US" sz="2400" dirty="0"/>
              <a:t> hackers </a:t>
            </a:r>
            <a:r>
              <a:rPr lang="en-US" sz="2400" dirty="0" err="1"/>
              <a:t>éticos</a:t>
            </a:r>
            <a:r>
              <a:rPr lang="en-US" sz="2400" dirty="0"/>
              <a:t> </a:t>
            </a:r>
            <a:r>
              <a:rPr lang="en-US" sz="2400" dirty="0" err="1"/>
              <a:t>respeten</a:t>
            </a:r>
            <a:r>
              <a:rPr lang="en-US" sz="2400" dirty="0"/>
              <a:t> la </a:t>
            </a:r>
            <a:r>
              <a:rPr lang="en-US" sz="2400" dirty="0" err="1"/>
              <a:t>privacidad</a:t>
            </a:r>
            <a:r>
              <a:rPr lang="en-US" sz="2400" dirty="0"/>
              <a:t> y </a:t>
            </a:r>
            <a:r>
              <a:rPr lang="en-US" sz="2400" dirty="0" err="1"/>
              <a:t>confidencialidad</a:t>
            </a:r>
            <a:r>
              <a:rPr lang="en-US" sz="2400" dirty="0"/>
              <a:t> de </a:t>
            </a:r>
            <a:r>
              <a:rPr lang="en-US" sz="2400" dirty="0" err="1"/>
              <a:t>los</a:t>
            </a:r>
            <a:r>
              <a:rPr lang="en-US" sz="2400" dirty="0"/>
              <a:t> </a:t>
            </a:r>
            <a:r>
              <a:rPr lang="en-US" sz="2400" dirty="0" err="1"/>
              <a:t>datos</a:t>
            </a:r>
            <a:r>
              <a:rPr lang="en-US" sz="2400" dirty="0"/>
              <a:t> de la </a:t>
            </a:r>
            <a:r>
              <a:rPr lang="en-US" sz="2400" dirty="0" err="1"/>
              <a:t>organización</a:t>
            </a:r>
            <a:r>
              <a:rPr lang="en-US" sz="2400" dirty="0"/>
              <a:t> y que </a:t>
            </a:r>
            <a:r>
              <a:rPr lang="en-US" sz="2400" dirty="0" err="1"/>
              <a:t>sigan</a:t>
            </a:r>
            <a:r>
              <a:rPr lang="en-US" sz="2400" dirty="0"/>
              <a:t> las </a:t>
            </a:r>
            <a:r>
              <a:rPr lang="en-US" sz="2400" dirty="0" err="1"/>
              <a:t>mejores</a:t>
            </a:r>
            <a:r>
              <a:rPr lang="en-US" sz="2400" dirty="0"/>
              <a:t> </a:t>
            </a:r>
            <a:r>
              <a:rPr lang="en-US" sz="2400" dirty="0" err="1"/>
              <a:t>prácticas</a:t>
            </a:r>
            <a:r>
              <a:rPr lang="en-US" sz="2400" dirty="0"/>
              <a:t> de </a:t>
            </a:r>
            <a:r>
              <a:rPr lang="en-US" sz="2400" dirty="0" err="1"/>
              <a:t>seguridad</a:t>
            </a:r>
            <a:r>
              <a:rPr lang="en-US" sz="2400" dirty="0"/>
              <a:t> y </a:t>
            </a:r>
            <a:r>
              <a:rPr lang="en-US" sz="2400" dirty="0" err="1"/>
              <a:t>ética</a:t>
            </a:r>
            <a:r>
              <a:rPr lang="en-US" sz="2400" dirty="0"/>
              <a:t> </a:t>
            </a:r>
            <a:r>
              <a:rPr lang="en-US" sz="2400" dirty="0" err="1"/>
              <a:t>profesional</a:t>
            </a:r>
            <a:r>
              <a:rPr lang="en-US" sz="2400" dirty="0"/>
              <a:t>.</a:t>
            </a:r>
          </a:p>
          <a:p>
            <a:pPr indent="-228600" defTabSz="914400">
              <a:spcBef>
                <a:spcPts val="0"/>
              </a:spcBef>
              <a:spcAft>
                <a:spcPts val="600"/>
              </a:spcAft>
            </a:pPr>
            <a:endParaRPr lang="en-US" sz="2400" dirty="0"/>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6B3941C3-82E6-7B2A-A544-E6069301ECCF}"/>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37602360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C4F7C8F6-2CA4-3311-16D2-82EB0001059C}"/>
              </a:ext>
            </a:extLst>
          </p:cNvPr>
          <p:cNvSpPr txBox="1"/>
          <p:nvPr/>
        </p:nvSpPr>
        <p:spPr>
          <a:xfrm>
            <a:off x="1144986" y="477078"/>
            <a:ext cx="22037040" cy="286883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lIns="91440" tIns="45720" rIns="91440" bIns="45720" numCol="1" spcCol="38100" rtlCol="0" anchor="b">
            <a:normAutofit/>
          </a:bodyPr>
          <a:lstStyle/>
          <a:p>
            <a:pPr marL="0" marR="0" indent="0" fontAlgn="auto">
              <a:lnSpc>
                <a:spcPct val="90000"/>
              </a:lnSpc>
              <a:spcBef>
                <a:spcPct val="0"/>
              </a:spcBef>
              <a:spcAft>
                <a:spcPts val="600"/>
              </a:spcAft>
              <a:buClrTx/>
              <a:buSzTx/>
              <a:tabLst/>
            </a:pPr>
            <a:r>
              <a:rPr kumimoji="0" lang="en-US" sz="10800" b="1" i="0" u="none" strike="noStrike" cap="none" spc="0" normalizeH="0" baseline="0" dirty="0">
                <a:ln>
                  <a:noFill/>
                </a:ln>
                <a:effectLst/>
                <a:uFillTx/>
                <a:latin typeface="+mj-lt"/>
                <a:ea typeface="+mj-ea"/>
                <a:cs typeface="+mj-cs"/>
                <a:sym typeface="Lato Regular"/>
              </a:rPr>
              <a:t>LOS HONEYPOTS</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E754A937-2122-E2CD-7A3F-3C03AF3C3BCD}"/>
              </a:ext>
            </a:extLst>
          </p:cNvPr>
          <p:cNvSpPr txBox="1"/>
          <p:nvPr/>
        </p:nvSpPr>
        <p:spPr>
          <a:xfrm>
            <a:off x="1144986" y="4142632"/>
            <a:ext cx="13427104" cy="8238344"/>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400" dirty="0"/>
              <a:t>Un honeypot es un </a:t>
            </a:r>
            <a:r>
              <a:rPr lang="en-US" sz="2400" b="1" dirty="0" err="1"/>
              <a:t>sistema</a:t>
            </a:r>
            <a:r>
              <a:rPr lang="en-US" sz="2400" b="1" dirty="0"/>
              <a:t> </a:t>
            </a:r>
            <a:r>
              <a:rPr lang="en-US" sz="2400" b="1" dirty="0" err="1"/>
              <a:t>informático</a:t>
            </a:r>
            <a:r>
              <a:rPr lang="en-US" sz="2400" b="1" dirty="0"/>
              <a:t> </a:t>
            </a:r>
            <a:r>
              <a:rPr lang="en-US" sz="2400" b="1" dirty="0" err="1"/>
              <a:t>diseñado</a:t>
            </a:r>
            <a:r>
              <a:rPr lang="en-US" sz="2400" b="1" dirty="0"/>
              <a:t> para ser </a:t>
            </a:r>
            <a:r>
              <a:rPr lang="en-US" sz="2400" b="1" dirty="0" err="1"/>
              <a:t>atacado</a:t>
            </a:r>
            <a:r>
              <a:rPr lang="en-US" sz="2400" b="1" dirty="0"/>
              <a:t> o </a:t>
            </a:r>
            <a:r>
              <a:rPr lang="en-US" sz="2400" b="1" dirty="0" err="1"/>
              <a:t>comprometido</a:t>
            </a:r>
            <a:r>
              <a:rPr lang="en-US" sz="2400" dirty="0"/>
              <a:t>, con </a:t>
            </a:r>
            <a:r>
              <a:rPr lang="en-US" sz="2400" dirty="0" err="1"/>
              <a:t>el</a:t>
            </a:r>
            <a:r>
              <a:rPr lang="en-US" sz="2400" dirty="0"/>
              <a:t> fin de </a:t>
            </a:r>
            <a:r>
              <a:rPr lang="en-US" sz="2400" dirty="0" err="1"/>
              <a:t>detectar</a:t>
            </a:r>
            <a:r>
              <a:rPr lang="en-US" sz="2400" dirty="0"/>
              <a:t>, </a:t>
            </a:r>
            <a:r>
              <a:rPr lang="en-US" sz="2400" dirty="0" err="1"/>
              <a:t>monitorear</a:t>
            </a:r>
            <a:r>
              <a:rPr lang="en-US" sz="2400" dirty="0"/>
              <a:t> y </a:t>
            </a:r>
            <a:r>
              <a:rPr lang="en-US" sz="2400" dirty="0" err="1"/>
              <a:t>analizar</a:t>
            </a:r>
            <a:r>
              <a:rPr lang="en-US" sz="2400" dirty="0"/>
              <a:t> las </a:t>
            </a:r>
            <a:r>
              <a:rPr lang="en-US" sz="2400" dirty="0" err="1"/>
              <a:t>tácticas</a:t>
            </a:r>
            <a:r>
              <a:rPr lang="en-US" sz="2400" dirty="0"/>
              <a:t> y </a:t>
            </a:r>
            <a:r>
              <a:rPr lang="en-US" sz="2400" dirty="0" err="1"/>
              <a:t>técnicas</a:t>
            </a:r>
            <a:r>
              <a:rPr lang="en-US" sz="2400" dirty="0"/>
              <a:t> </a:t>
            </a:r>
            <a:r>
              <a:rPr lang="en-US" sz="2400" dirty="0" err="1"/>
              <a:t>utilizadas</a:t>
            </a:r>
            <a:r>
              <a:rPr lang="en-US" sz="2400" dirty="0"/>
              <a:t> </a:t>
            </a:r>
            <a:r>
              <a:rPr lang="en-US" sz="2400" dirty="0" err="1"/>
              <a:t>por</a:t>
            </a:r>
            <a:r>
              <a:rPr lang="en-US" sz="2400" dirty="0"/>
              <a:t> </a:t>
            </a:r>
            <a:r>
              <a:rPr lang="en-US" sz="2400" dirty="0" err="1"/>
              <a:t>los</a:t>
            </a:r>
            <a:r>
              <a:rPr lang="en-US" sz="2400" dirty="0"/>
              <a:t> </a:t>
            </a:r>
            <a:r>
              <a:rPr lang="en-US" sz="2400" dirty="0" err="1"/>
              <a:t>atacantes</a:t>
            </a:r>
            <a:r>
              <a:rPr lang="en-US" sz="2400" dirty="0"/>
              <a:t>. Un honeypot </a:t>
            </a:r>
            <a:r>
              <a:rPr lang="en-US" sz="2400" dirty="0" err="1"/>
              <a:t>puede</a:t>
            </a:r>
            <a:r>
              <a:rPr lang="en-US" sz="2400" dirty="0"/>
              <a:t> </a:t>
            </a:r>
            <a:r>
              <a:rPr lang="en-US" sz="2400" dirty="0" err="1"/>
              <a:t>simular</a:t>
            </a:r>
            <a:r>
              <a:rPr lang="en-US" sz="2400" dirty="0"/>
              <a:t> </a:t>
            </a:r>
            <a:r>
              <a:rPr lang="en-US" sz="2400" dirty="0" err="1"/>
              <a:t>una</a:t>
            </a:r>
            <a:r>
              <a:rPr lang="en-US" sz="2400" dirty="0"/>
              <a:t> </a:t>
            </a:r>
            <a:r>
              <a:rPr lang="en-US" sz="2400" dirty="0" err="1"/>
              <a:t>variedad</a:t>
            </a:r>
            <a:r>
              <a:rPr lang="en-US" sz="2400" dirty="0"/>
              <a:t> de </a:t>
            </a:r>
            <a:r>
              <a:rPr lang="en-US" sz="2400" dirty="0" err="1"/>
              <a:t>sistemas</a:t>
            </a:r>
            <a:r>
              <a:rPr lang="en-US" sz="2400" dirty="0"/>
              <a:t> y </a:t>
            </a:r>
            <a:r>
              <a:rPr lang="en-US" sz="2400" dirty="0" err="1"/>
              <a:t>servicios</a:t>
            </a:r>
            <a:r>
              <a:rPr lang="en-US" sz="2400" dirty="0"/>
              <a:t>, </a:t>
            </a:r>
            <a:r>
              <a:rPr lang="en-US" sz="2400" dirty="0" err="1"/>
              <a:t>como</a:t>
            </a:r>
            <a:r>
              <a:rPr lang="en-US" sz="2400" dirty="0"/>
              <a:t> </a:t>
            </a:r>
            <a:r>
              <a:rPr lang="en-US" sz="2400" dirty="0" err="1"/>
              <a:t>servidores</a:t>
            </a:r>
            <a:r>
              <a:rPr lang="en-US" sz="2400" dirty="0"/>
              <a:t> web, bases de </a:t>
            </a:r>
            <a:r>
              <a:rPr lang="en-US" sz="2400" dirty="0" err="1"/>
              <a:t>datos</a:t>
            </a:r>
            <a:r>
              <a:rPr lang="en-US" sz="2400" dirty="0"/>
              <a:t> y </a:t>
            </a:r>
            <a:r>
              <a:rPr lang="en-US" sz="2400" dirty="0" err="1"/>
              <a:t>dispositivos</a:t>
            </a:r>
            <a:r>
              <a:rPr lang="en-US" sz="2400" dirty="0"/>
              <a:t> de red.</a:t>
            </a:r>
          </a:p>
          <a:p>
            <a:pPr indent="-228600">
              <a:lnSpc>
                <a:spcPct val="90000"/>
              </a:lnSpc>
              <a:spcAft>
                <a:spcPts val="600"/>
              </a:spcAft>
              <a:buFont typeface="Arial" panose="020B0604020202020204" pitchFamily="34" charset="0"/>
              <a:buChar char="•"/>
            </a:pPr>
            <a:r>
              <a:rPr lang="en-US" sz="2400" dirty="0"/>
              <a:t>Un honeypot </a:t>
            </a:r>
            <a:r>
              <a:rPr lang="en-US" sz="2400" b="1" dirty="0"/>
              <a:t>se </a:t>
            </a:r>
            <a:r>
              <a:rPr lang="en-US" sz="2400" b="1" dirty="0" err="1"/>
              <a:t>configura</a:t>
            </a:r>
            <a:r>
              <a:rPr lang="en-US" sz="2400" b="1" dirty="0"/>
              <a:t> para </a:t>
            </a:r>
            <a:r>
              <a:rPr lang="en-US" sz="2400" b="1" dirty="0" err="1"/>
              <a:t>parecer</a:t>
            </a:r>
            <a:r>
              <a:rPr lang="en-US" sz="2400" b="1" dirty="0"/>
              <a:t> </a:t>
            </a:r>
            <a:r>
              <a:rPr lang="en-US" sz="2400" b="1" dirty="0" err="1"/>
              <a:t>atractivo</a:t>
            </a:r>
            <a:r>
              <a:rPr lang="en-US" sz="2400" b="1" dirty="0"/>
              <a:t> para </a:t>
            </a:r>
            <a:r>
              <a:rPr lang="en-US" sz="2400" b="1" dirty="0" err="1"/>
              <a:t>los</a:t>
            </a:r>
            <a:r>
              <a:rPr lang="en-US" sz="2400" b="1" dirty="0"/>
              <a:t> </a:t>
            </a:r>
            <a:r>
              <a:rPr lang="en-US" sz="2400" b="1" dirty="0" err="1"/>
              <a:t>atacantes</a:t>
            </a:r>
            <a:r>
              <a:rPr lang="en-US" sz="2400" b="1" dirty="0"/>
              <a:t>, </a:t>
            </a:r>
            <a:r>
              <a:rPr lang="en-US" sz="2400" dirty="0"/>
              <a:t>con la </a:t>
            </a:r>
            <a:r>
              <a:rPr lang="en-US" sz="2400" dirty="0" err="1"/>
              <a:t>intención</a:t>
            </a:r>
            <a:r>
              <a:rPr lang="en-US" sz="2400" dirty="0"/>
              <a:t> de </a:t>
            </a:r>
            <a:r>
              <a:rPr lang="en-US" sz="2400" dirty="0" err="1"/>
              <a:t>atraerlos</a:t>
            </a:r>
            <a:r>
              <a:rPr lang="en-US" sz="2400" dirty="0"/>
              <a:t> y </a:t>
            </a:r>
            <a:r>
              <a:rPr lang="en-US" sz="2400" dirty="0" err="1"/>
              <a:t>mantenerlos</a:t>
            </a:r>
            <a:r>
              <a:rPr lang="en-US" sz="2400" dirty="0"/>
              <a:t> </a:t>
            </a:r>
            <a:r>
              <a:rPr lang="en-US" sz="2400" dirty="0" err="1"/>
              <a:t>ocupados</a:t>
            </a:r>
            <a:r>
              <a:rPr lang="en-US" sz="2400" dirty="0"/>
              <a:t> </a:t>
            </a:r>
            <a:r>
              <a:rPr lang="en-US" sz="2400" dirty="0" err="1"/>
              <a:t>mientras</a:t>
            </a:r>
            <a:r>
              <a:rPr lang="en-US" sz="2400" dirty="0"/>
              <a:t> se </a:t>
            </a:r>
            <a:r>
              <a:rPr lang="en-US" sz="2400" dirty="0" err="1"/>
              <a:t>registran</a:t>
            </a:r>
            <a:r>
              <a:rPr lang="en-US" sz="2400" dirty="0"/>
              <a:t> sus </a:t>
            </a:r>
            <a:r>
              <a:rPr lang="en-US" sz="2400" dirty="0" err="1"/>
              <a:t>acciones</a:t>
            </a:r>
            <a:r>
              <a:rPr lang="en-US" sz="2400" dirty="0"/>
              <a:t> y se </a:t>
            </a:r>
            <a:r>
              <a:rPr lang="en-US" sz="2400" dirty="0" err="1"/>
              <a:t>analizan</a:t>
            </a:r>
            <a:r>
              <a:rPr lang="en-US" sz="2400" dirty="0"/>
              <a:t> sus </a:t>
            </a:r>
            <a:r>
              <a:rPr lang="en-US" sz="2400" dirty="0" err="1"/>
              <a:t>técnicas</a:t>
            </a:r>
            <a:r>
              <a:rPr lang="en-US" sz="2400" dirty="0"/>
              <a:t>. Los honeypots también </a:t>
            </a:r>
            <a:r>
              <a:rPr lang="en-US" sz="2400" dirty="0" err="1"/>
              <a:t>pueden</a:t>
            </a:r>
            <a:r>
              <a:rPr lang="en-US" sz="2400" dirty="0"/>
              <a:t> </a:t>
            </a:r>
            <a:r>
              <a:rPr lang="en-US" sz="2400" dirty="0" err="1"/>
              <a:t>utilizarse</a:t>
            </a:r>
            <a:r>
              <a:rPr lang="en-US" sz="2400" dirty="0"/>
              <a:t> para </a:t>
            </a:r>
            <a:r>
              <a:rPr lang="en-US" sz="2400" dirty="0" err="1"/>
              <a:t>engañar</a:t>
            </a:r>
            <a:r>
              <a:rPr lang="en-US" sz="2400" dirty="0"/>
              <a:t> y </a:t>
            </a:r>
            <a:r>
              <a:rPr lang="en-US" sz="2400" dirty="0" err="1"/>
              <a:t>desviar</a:t>
            </a:r>
            <a:r>
              <a:rPr lang="en-US" sz="2400" dirty="0"/>
              <a:t> a </a:t>
            </a:r>
            <a:r>
              <a:rPr lang="en-US" sz="2400" dirty="0" err="1"/>
              <a:t>los</a:t>
            </a:r>
            <a:r>
              <a:rPr lang="en-US" sz="2400" dirty="0"/>
              <a:t> </a:t>
            </a:r>
            <a:r>
              <a:rPr lang="en-US" sz="2400" dirty="0" err="1"/>
              <a:t>atacantes</a:t>
            </a:r>
            <a:r>
              <a:rPr lang="en-US" sz="2400" dirty="0"/>
              <a:t> de </a:t>
            </a:r>
            <a:r>
              <a:rPr lang="en-US" sz="2400" dirty="0" err="1"/>
              <a:t>los</a:t>
            </a:r>
            <a:r>
              <a:rPr lang="en-US" sz="2400" dirty="0"/>
              <a:t> </a:t>
            </a:r>
            <a:r>
              <a:rPr lang="en-US" sz="2400" dirty="0" err="1"/>
              <a:t>sistemas</a:t>
            </a:r>
            <a:r>
              <a:rPr lang="en-US" sz="2400" dirty="0"/>
              <a:t> y </a:t>
            </a:r>
            <a:r>
              <a:rPr lang="en-US" sz="2400" dirty="0" err="1"/>
              <a:t>recursos</a:t>
            </a:r>
            <a:r>
              <a:rPr lang="en-US" sz="2400" dirty="0"/>
              <a:t> </a:t>
            </a:r>
            <a:r>
              <a:rPr lang="en-US" sz="2400" dirty="0" err="1"/>
              <a:t>reales</a:t>
            </a:r>
            <a:r>
              <a:rPr lang="en-US" sz="2400" dirty="0"/>
              <a:t>, </a:t>
            </a:r>
            <a:r>
              <a:rPr lang="en-US" sz="2400" dirty="0" err="1"/>
              <a:t>reduciendo</a:t>
            </a:r>
            <a:r>
              <a:rPr lang="en-US" sz="2400" dirty="0"/>
              <a:t> </a:t>
            </a:r>
            <a:r>
              <a:rPr lang="en-US" sz="2400" dirty="0" err="1"/>
              <a:t>así</a:t>
            </a:r>
            <a:r>
              <a:rPr lang="en-US" sz="2400" dirty="0"/>
              <a:t> </a:t>
            </a:r>
            <a:r>
              <a:rPr lang="en-US" sz="2400" dirty="0" err="1"/>
              <a:t>el</a:t>
            </a:r>
            <a:r>
              <a:rPr lang="en-US" sz="2400" dirty="0"/>
              <a:t> </a:t>
            </a:r>
            <a:r>
              <a:rPr lang="en-US" sz="2400" dirty="0" err="1"/>
              <a:t>riesgo</a:t>
            </a:r>
            <a:r>
              <a:rPr lang="en-US" sz="2400" dirty="0"/>
              <a:t> de </a:t>
            </a:r>
            <a:r>
              <a:rPr lang="en-US" sz="2400" dirty="0" err="1"/>
              <a:t>daño</a:t>
            </a:r>
            <a:r>
              <a:rPr lang="en-US" sz="2400" dirty="0"/>
              <a:t> real.</a:t>
            </a:r>
          </a:p>
          <a:p>
            <a:pPr indent="-228600">
              <a:lnSpc>
                <a:spcPct val="90000"/>
              </a:lnSpc>
              <a:spcAft>
                <a:spcPts val="600"/>
              </a:spcAft>
              <a:buFont typeface="Arial" panose="020B0604020202020204" pitchFamily="34" charset="0"/>
              <a:buChar char="•"/>
            </a:pPr>
            <a:endParaRPr lang="en-US" sz="2400" dirty="0"/>
          </a:p>
          <a:p>
            <a:pPr indent="-228600">
              <a:lnSpc>
                <a:spcPct val="90000"/>
              </a:lnSpc>
              <a:spcAft>
                <a:spcPts val="600"/>
              </a:spcAft>
              <a:buFont typeface="Arial" panose="020B0604020202020204" pitchFamily="34" charset="0"/>
              <a:buChar char="•"/>
            </a:pPr>
            <a:r>
              <a:rPr lang="en-US" sz="2400" dirty="0" err="1"/>
              <a:t>Existen</a:t>
            </a:r>
            <a:r>
              <a:rPr lang="en-US" sz="2400" dirty="0"/>
              <a:t> </a:t>
            </a:r>
            <a:r>
              <a:rPr lang="en-US" sz="2400" dirty="0" err="1"/>
              <a:t>diferentes</a:t>
            </a:r>
            <a:r>
              <a:rPr lang="en-US" sz="2400" dirty="0"/>
              <a:t> </a:t>
            </a:r>
            <a:r>
              <a:rPr lang="en-US" sz="2400" dirty="0" err="1"/>
              <a:t>tipos</a:t>
            </a:r>
            <a:r>
              <a:rPr lang="en-US" sz="2400" dirty="0"/>
              <a:t> de honeypots, que se </a:t>
            </a:r>
            <a:r>
              <a:rPr lang="en-US" sz="2400" dirty="0" err="1"/>
              <a:t>clasifican</a:t>
            </a:r>
            <a:r>
              <a:rPr lang="en-US" sz="2400" dirty="0"/>
              <a:t> </a:t>
            </a:r>
            <a:r>
              <a:rPr lang="en-US" sz="2400" dirty="0" err="1"/>
              <a:t>según</a:t>
            </a:r>
            <a:r>
              <a:rPr lang="en-US" sz="2400" dirty="0"/>
              <a:t> </a:t>
            </a:r>
            <a:r>
              <a:rPr lang="en-US" sz="2400" dirty="0" err="1"/>
              <a:t>su</a:t>
            </a:r>
            <a:r>
              <a:rPr lang="en-US" sz="2400" dirty="0"/>
              <a:t> </a:t>
            </a:r>
            <a:r>
              <a:rPr lang="en-US" sz="2400" dirty="0" err="1"/>
              <a:t>función</a:t>
            </a:r>
            <a:r>
              <a:rPr lang="en-US" sz="2400" dirty="0"/>
              <a:t> y </a:t>
            </a:r>
            <a:r>
              <a:rPr lang="en-US" sz="2400" dirty="0" err="1"/>
              <a:t>nivel</a:t>
            </a:r>
            <a:r>
              <a:rPr lang="en-US" sz="2400" dirty="0"/>
              <a:t> de </a:t>
            </a:r>
            <a:r>
              <a:rPr lang="en-US" sz="2400" dirty="0" err="1"/>
              <a:t>interacción</a:t>
            </a:r>
            <a:r>
              <a:rPr lang="en-US" sz="2400" dirty="0"/>
              <a:t> con </a:t>
            </a:r>
            <a:r>
              <a:rPr lang="en-US" sz="2400" dirty="0" err="1"/>
              <a:t>los</a:t>
            </a:r>
            <a:r>
              <a:rPr lang="en-US" sz="2400" dirty="0"/>
              <a:t> </a:t>
            </a:r>
            <a:r>
              <a:rPr lang="en-US" sz="2400" dirty="0" err="1"/>
              <a:t>atacantes</a:t>
            </a:r>
            <a:r>
              <a:rPr lang="en-US" sz="2400" dirty="0"/>
              <a:t>. </a:t>
            </a:r>
          </a:p>
          <a:p>
            <a:pPr marL="457200" indent="-228600">
              <a:lnSpc>
                <a:spcPct val="90000"/>
              </a:lnSpc>
              <a:spcAft>
                <a:spcPts val="600"/>
              </a:spcAft>
              <a:buFont typeface="Arial" panose="020B0604020202020204" pitchFamily="34" charset="0"/>
              <a:buChar char="•"/>
            </a:pPr>
            <a:r>
              <a:rPr lang="en-US" sz="2400" b="1" dirty="0"/>
              <a:t>Los honeypots de bajo </a:t>
            </a:r>
            <a:r>
              <a:rPr lang="en-US" sz="2400" b="1" dirty="0" err="1"/>
              <a:t>interacción</a:t>
            </a:r>
            <a:r>
              <a:rPr lang="en-US" sz="2400" b="1" dirty="0"/>
              <a:t> </a:t>
            </a:r>
            <a:r>
              <a:rPr lang="en-US" sz="2400" dirty="0" err="1"/>
              <a:t>simulan</a:t>
            </a:r>
            <a:r>
              <a:rPr lang="en-US" sz="2400" dirty="0"/>
              <a:t> </a:t>
            </a:r>
            <a:r>
              <a:rPr lang="en-US" sz="2400" dirty="0" err="1"/>
              <a:t>sistemas</a:t>
            </a:r>
            <a:r>
              <a:rPr lang="en-US" sz="2400" dirty="0"/>
              <a:t> y </a:t>
            </a:r>
            <a:r>
              <a:rPr lang="en-US" sz="2400" dirty="0" err="1"/>
              <a:t>servicios</a:t>
            </a:r>
            <a:r>
              <a:rPr lang="en-US" sz="2400" dirty="0"/>
              <a:t> a un </a:t>
            </a:r>
            <a:r>
              <a:rPr lang="en-US" sz="2400" dirty="0" err="1"/>
              <a:t>nivel</a:t>
            </a:r>
            <a:r>
              <a:rPr lang="en-US" sz="2400" dirty="0"/>
              <a:t> superficial.</a:t>
            </a:r>
          </a:p>
          <a:p>
            <a:pPr marL="457200" indent="-228600">
              <a:lnSpc>
                <a:spcPct val="90000"/>
              </a:lnSpc>
              <a:spcAft>
                <a:spcPts val="600"/>
              </a:spcAft>
              <a:buFont typeface="Arial" panose="020B0604020202020204" pitchFamily="34" charset="0"/>
              <a:buChar char="•"/>
            </a:pPr>
            <a:r>
              <a:rPr lang="en-US" sz="2400" b="1" dirty="0" err="1"/>
              <a:t>los</a:t>
            </a:r>
            <a:r>
              <a:rPr lang="en-US" sz="2400" b="1" dirty="0"/>
              <a:t> honeypots de </a:t>
            </a:r>
            <a:r>
              <a:rPr lang="en-US" sz="2400" b="1" dirty="0" err="1"/>
              <a:t>alta</a:t>
            </a:r>
            <a:r>
              <a:rPr lang="en-US" sz="2400" b="1" dirty="0"/>
              <a:t> </a:t>
            </a:r>
            <a:r>
              <a:rPr lang="en-US" sz="2400" b="1" dirty="0" err="1"/>
              <a:t>interacción</a:t>
            </a:r>
            <a:r>
              <a:rPr lang="en-US" sz="2400" b="1" dirty="0"/>
              <a:t> </a:t>
            </a:r>
            <a:r>
              <a:rPr lang="en-US" sz="2400" dirty="0" err="1"/>
              <a:t>simulan</a:t>
            </a:r>
            <a:r>
              <a:rPr lang="en-US" sz="2400" dirty="0"/>
              <a:t> </a:t>
            </a:r>
            <a:r>
              <a:rPr lang="en-US" sz="2400" dirty="0" err="1"/>
              <a:t>sistemas</a:t>
            </a:r>
            <a:r>
              <a:rPr lang="en-US" sz="2400" dirty="0"/>
              <a:t> y </a:t>
            </a:r>
            <a:r>
              <a:rPr lang="en-US" sz="2400" dirty="0" err="1"/>
              <a:t>servicios</a:t>
            </a:r>
            <a:r>
              <a:rPr lang="en-US" sz="2400" dirty="0"/>
              <a:t> a un </a:t>
            </a:r>
            <a:r>
              <a:rPr lang="en-US" sz="2400" dirty="0" err="1"/>
              <a:t>nivel</a:t>
            </a:r>
            <a:r>
              <a:rPr lang="en-US" sz="2400" dirty="0"/>
              <a:t> </a:t>
            </a:r>
            <a:r>
              <a:rPr lang="en-US" sz="2400" dirty="0" err="1"/>
              <a:t>más</a:t>
            </a:r>
            <a:r>
              <a:rPr lang="en-US" sz="2400" dirty="0"/>
              <a:t> profundo, lo que </a:t>
            </a:r>
            <a:r>
              <a:rPr lang="en-US" sz="2400" dirty="0" err="1"/>
              <a:t>permite</a:t>
            </a:r>
            <a:r>
              <a:rPr lang="en-US" sz="2400" dirty="0"/>
              <a:t> a </a:t>
            </a:r>
            <a:r>
              <a:rPr lang="en-US" sz="2400" dirty="0" err="1"/>
              <a:t>los</a:t>
            </a:r>
            <a:r>
              <a:rPr lang="en-US" sz="2400" dirty="0"/>
              <a:t> </a:t>
            </a:r>
            <a:r>
              <a:rPr lang="en-US" sz="2400" dirty="0" err="1"/>
              <a:t>investigadores</a:t>
            </a:r>
            <a:r>
              <a:rPr lang="en-US" sz="2400" dirty="0"/>
              <a:t> </a:t>
            </a:r>
            <a:r>
              <a:rPr lang="en-US" sz="2400" dirty="0" err="1"/>
              <a:t>recopilar</a:t>
            </a:r>
            <a:r>
              <a:rPr lang="en-US" sz="2400" dirty="0"/>
              <a:t> </a:t>
            </a:r>
            <a:r>
              <a:rPr lang="en-US" sz="2400" dirty="0" err="1"/>
              <a:t>más</a:t>
            </a:r>
            <a:r>
              <a:rPr lang="en-US" sz="2400" dirty="0"/>
              <a:t> </a:t>
            </a:r>
            <a:r>
              <a:rPr lang="en-US" sz="2400" dirty="0" err="1"/>
              <a:t>información</a:t>
            </a:r>
            <a:r>
              <a:rPr lang="en-US" sz="2400" dirty="0"/>
              <a:t> </a:t>
            </a:r>
            <a:r>
              <a:rPr lang="en-US" sz="2400" dirty="0" err="1"/>
              <a:t>sobre</a:t>
            </a:r>
            <a:r>
              <a:rPr lang="en-US" sz="2400" dirty="0"/>
              <a:t> las </a:t>
            </a:r>
            <a:r>
              <a:rPr lang="en-US" sz="2400" dirty="0" err="1"/>
              <a:t>tácticas</a:t>
            </a:r>
            <a:r>
              <a:rPr lang="en-US" sz="2400" dirty="0"/>
              <a:t> y </a:t>
            </a:r>
            <a:r>
              <a:rPr lang="en-US" sz="2400" dirty="0" err="1"/>
              <a:t>técnicas</a:t>
            </a:r>
            <a:r>
              <a:rPr lang="en-US" sz="2400" dirty="0"/>
              <a:t> </a:t>
            </a:r>
            <a:r>
              <a:rPr lang="en-US" sz="2400" dirty="0" err="1"/>
              <a:t>utilizadas</a:t>
            </a:r>
            <a:r>
              <a:rPr lang="en-US" sz="2400" dirty="0"/>
              <a:t> </a:t>
            </a:r>
            <a:r>
              <a:rPr lang="en-US" sz="2400" dirty="0" err="1"/>
              <a:t>por</a:t>
            </a:r>
            <a:r>
              <a:rPr lang="en-US" sz="2400" dirty="0"/>
              <a:t> </a:t>
            </a:r>
            <a:r>
              <a:rPr lang="en-US" sz="2400" dirty="0" err="1"/>
              <a:t>los</a:t>
            </a:r>
            <a:r>
              <a:rPr lang="en-US" sz="2400" dirty="0"/>
              <a:t> </a:t>
            </a:r>
            <a:r>
              <a:rPr lang="en-US" sz="2400" dirty="0" err="1"/>
              <a:t>atacantes</a:t>
            </a:r>
            <a:r>
              <a:rPr lang="en-US" sz="2400" dirty="0"/>
              <a:t>.</a:t>
            </a:r>
          </a:p>
          <a:p>
            <a:pPr marL="457200" indent="-228600">
              <a:lnSpc>
                <a:spcPct val="90000"/>
              </a:lnSpc>
              <a:spcAft>
                <a:spcPts val="600"/>
              </a:spcAft>
              <a:buFont typeface="Arial" panose="020B0604020202020204" pitchFamily="34" charset="0"/>
              <a:buChar char="•"/>
            </a:pPr>
            <a:endParaRPr lang="en-US" sz="2400" dirty="0"/>
          </a:p>
          <a:p>
            <a:pPr indent="-228600">
              <a:lnSpc>
                <a:spcPct val="90000"/>
              </a:lnSpc>
              <a:spcAft>
                <a:spcPts val="600"/>
              </a:spcAft>
              <a:buFont typeface="Arial" panose="020B0604020202020204" pitchFamily="34" charset="0"/>
              <a:buChar char="•"/>
            </a:pPr>
            <a:r>
              <a:rPr lang="en-US" sz="2400" dirty="0"/>
              <a:t>Los honeypots </a:t>
            </a:r>
            <a:r>
              <a:rPr lang="en-US" sz="2400" dirty="0" err="1"/>
              <a:t>pueden</a:t>
            </a:r>
            <a:r>
              <a:rPr lang="en-US" sz="2400" dirty="0"/>
              <a:t> ser </a:t>
            </a:r>
            <a:r>
              <a:rPr lang="en-US" sz="2400" dirty="0" err="1"/>
              <a:t>una</a:t>
            </a:r>
            <a:r>
              <a:rPr lang="en-US" sz="2400" dirty="0"/>
              <a:t> </a:t>
            </a:r>
            <a:r>
              <a:rPr lang="en-US" sz="2400" dirty="0" err="1"/>
              <a:t>herramienta</a:t>
            </a:r>
            <a:r>
              <a:rPr lang="en-US" sz="2400" dirty="0"/>
              <a:t> </a:t>
            </a:r>
            <a:r>
              <a:rPr lang="en-US" sz="2400" dirty="0" err="1"/>
              <a:t>valiosa</a:t>
            </a:r>
            <a:r>
              <a:rPr lang="en-US" sz="2400" dirty="0"/>
              <a:t> para </a:t>
            </a:r>
            <a:r>
              <a:rPr lang="en-US" sz="2400" dirty="0" err="1"/>
              <a:t>los</a:t>
            </a:r>
            <a:r>
              <a:rPr lang="en-US" sz="2400" dirty="0"/>
              <a:t> </a:t>
            </a:r>
            <a:r>
              <a:rPr lang="en-US" sz="2400" dirty="0" err="1"/>
              <a:t>investigadores</a:t>
            </a:r>
            <a:r>
              <a:rPr lang="en-US" sz="2400" dirty="0"/>
              <a:t> de </a:t>
            </a:r>
            <a:r>
              <a:rPr lang="en-US" sz="2400" dirty="0" err="1"/>
              <a:t>seguridad</a:t>
            </a:r>
            <a:r>
              <a:rPr lang="en-US" sz="2400" dirty="0"/>
              <a:t> y </a:t>
            </a:r>
            <a:r>
              <a:rPr lang="en-US" sz="2400" dirty="0" err="1"/>
              <a:t>los</a:t>
            </a:r>
            <a:r>
              <a:rPr lang="en-US" sz="2400" dirty="0"/>
              <a:t> </a:t>
            </a:r>
            <a:r>
              <a:rPr lang="en-US" sz="2400" dirty="0" err="1"/>
              <a:t>equipos</a:t>
            </a:r>
            <a:r>
              <a:rPr lang="en-US" sz="2400" dirty="0"/>
              <a:t> de </a:t>
            </a:r>
            <a:r>
              <a:rPr lang="en-US" sz="2400" dirty="0" err="1"/>
              <a:t>respuesta</a:t>
            </a:r>
            <a:r>
              <a:rPr lang="en-US" sz="2400" dirty="0"/>
              <a:t> a </a:t>
            </a:r>
            <a:r>
              <a:rPr lang="en-US" sz="2400" dirty="0" err="1"/>
              <a:t>incidentes</a:t>
            </a:r>
            <a:r>
              <a:rPr lang="en-US" sz="2400" dirty="0"/>
              <a:t>, </a:t>
            </a:r>
            <a:r>
              <a:rPr lang="en-US" sz="2400" dirty="0" err="1"/>
              <a:t>ya</a:t>
            </a:r>
            <a:r>
              <a:rPr lang="en-US" sz="2400" dirty="0"/>
              <a:t> que </a:t>
            </a:r>
            <a:r>
              <a:rPr lang="en-US" sz="2400" dirty="0" err="1"/>
              <a:t>pueden</a:t>
            </a:r>
            <a:r>
              <a:rPr lang="en-US" sz="2400" dirty="0"/>
              <a:t> </a:t>
            </a:r>
            <a:r>
              <a:rPr lang="en-US" sz="2400" dirty="0" err="1"/>
              <a:t>proporcionar</a:t>
            </a:r>
            <a:r>
              <a:rPr lang="en-US" sz="2400" dirty="0"/>
              <a:t> </a:t>
            </a:r>
            <a:r>
              <a:rPr lang="en-US" sz="2400" dirty="0" err="1"/>
              <a:t>información</a:t>
            </a:r>
            <a:r>
              <a:rPr lang="en-US" sz="2400" dirty="0"/>
              <a:t> </a:t>
            </a:r>
            <a:r>
              <a:rPr lang="en-US" sz="2400" dirty="0" err="1"/>
              <a:t>valiosa</a:t>
            </a:r>
            <a:r>
              <a:rPr lang="en-US" sz="2400" dirty="0"/>
              <a:t> </a:t>
            </a:r>
            <a:r>
              <a:rPr lang="en-US" sz="2400" dirty="0" err="1"/>
              <a:t>sobre</a:t>
            </a:r>
            <a:r>
              <a:rPr lang="en-US" sz="2400" dirty="0"/>
              <a:t> las </a:t>
            </a:r>
            <a:r>
              <a:rPr lang="en-US" sz="2400" dirty="0" err="1"/>
              <a:t>amenazas</a:t>
            </a:r>
            <a:r>
              <a:rPr lang="en-US" sz="2400" dirty="0"/>
              <a:t> y </a:t>
            </a:r>
            <a:r>
              <a:rPr lang="en-US" sz="2400" dirty="0" err="1"/>
              <a:t>ayudar</a:t>
            </a:r>
            <a:r>
              <a:rPr lang="en-US" sz="2400" dirty="0"/>
              <a:t> a </a:t>
            </a:r>
            <a:r>
              <a:rPr lang="en-US" sz="2400" dirty="0" err="1"/>
              <a:t>mejorar</a:t>
            </a:r>
            <a:r>
              <a:rPr lang="en-US" sz="2400" dirty="0"/>
              <a:t> la </a:t>
            </a:r>
            <a:r>
              <a:rPr lang="en-US" sz="2400" dirty="0" err="1"/>
              <a:t>postura</a:t>
            </a:r>
            <a:r>
              <a:rPr lang="en-US" sz="2400" dirty="0"/>
              <a:t> de </a:t>
            </a:r>
            <a:r>
              <a:rPr lang="en-US" sz="2400" dirty="0" err="1"/>
              <a:t>seguridad</a:t>
            </a:r>
            <a:r>
              <a:rPr lang="en-US" sz="2400" dirty="0"/>
              <a:t> de </a:t>
            </a:r>
            <a:r>
              <a:rPr lang="en-US" sz="2400" dirty="0" err="1"/>
              <a:t>una</a:t>
            </a:r>
            <a:r>
              <a:rPr lang="en-US" sz="2400" dirty="0"/>
              <a:t> </a:t>
            </a:r>
            <a:r>
              <a:rPr lang="en-US" sz="2400" dirty="0" err="1"/>
              <a:t>organización</a:t>
            </a:r>
            <a:r>
              <a:rPr lang="en-US" sz="2400" dirty="0"/>
              <a:t> al </a:t>
            </a:r>
            <a:r>
              <a:rPr lang="en-US" sz="2400" dirty="0" err="1"/>
              <a:t>identificar</a:t>
            </a:r>
            <a:r>
              <a:rPr lang="en-US" sz="2400" dirty="0"/>
              <a:t> y </a:t>
            </a:r>
            <a:r>
              <a:rPr lang="en-US" sz="2400" dirty="0" err="1"/>
              <a:t>abordar</a:t>
            </a:r>
            <a:r>
              <a:rPr lang="en-US" sz="2400" dirty="0"/>
              <a:t> las </a:t>
            </a:r>
            <a:r>
              <a:rPr lang="en-US" sz="2400" dirty="0" err="1"/>
              <a:t>vulnerabilidades</a:t>
            </a:r>
            <a:r>
              <a:rPr lang="en-US" sz="2400" dirty="0"/>
              <a:t> </a:t>
            </a:r>
            <a:r>
              <a:rPr lang="en-US" sz="2400" dirty="0" err="1"/>
              <a:t>explotadas</a:t>
            </a:r>
            <a:r>
              <a:rPr lang="en-US" sz="2400" dirty="0"/>
              <a:t> </a:t>
            </a:r>
            <a:r>
              <a:rPr lang="en-US" sz="2400" dirty="0" err="1"/>
              <a:t>por</a:t>
            </a:r>
            <a:r>
              <a:rPr lang="en-US" sz="2400" dirty="0"/>
              <a:t> </a:t>
            </a:r>
            <a:r>
              <a:rPr lang="en-US" sz="2400" dirty="0" err="1"/>
              <a:t>los</a:t>
            </a:r>
            <a:r>
              <a:rPr lang="en-US" sz="2400" dirty="0"/>
              <a:t> </a:t>
            </a:r>
            <a:r>
              <a:rPr lang="en-US" sz="2400" dirty="0" err="1"/>
              <a:t>atacantes</a:t>
            </a:r>
            <a:r>
              <a:rPr lang="en-US" sz="2400" dirty="0"/>
              <a:t>.</a:t>
            </a:r>
          </a:p>
        </p:txBody>
      </p:sp>
      <p:pic>
        <p:nvPicPr>
          <p:cNvPr id="5" name="Google Shape;135;p8" descr="Cómo protegerse de los virus, piratas informáticos y demás ataques? |  Tecnología - ComputerHoy.com">
            <a:extLst>
              <a:ext uri="{FF2B5EF4-FFF2-40B4-BE49-F238E27FC236}">
                <a16:creationId xmlns:a16="http://schemas.microsoft.com/office/drawing/2014/main" id="{5549ABF3-0DC5-E074-2734-15454B3BC989}"/>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292101999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49C084B-69AE-016C-BDFB-E6F16E0E9B36}"/>
              </a:ext>
            </a:extLst>
          </p:cNvPr>
          <p:cNvSpPr>
            <a:spLocks noGrp="1"/>
          </p:cNvSpPr>
          <p:nvPr>
            <p:ph type="title" idx="4294967295"/>
          </p:nvPr>
        </p:nvSpPr>
        <p:spPr>
          <a:xfrm>
            <a:off x="1225296" y="730250"/>
            <a:ext cx="13972030" cy="3552968"/>
          </a:xfrm>
        </p:spPr>
        <p:txBody>
          <a:bodyPr vert="horz" lIns="91440" tIns="45720" rIns="91440" bIns="45720" rtlCol="0" anchor="b">
            <a:normAutofit/>
          </a:bodyPr>
          <a:lstStyle/>
          <a:p>
            <a:pPr defTabSz="914400"/>
            <a:r>
              <a:rPr lang="en-US" sz="10000" dirty="0"/>
              <a:t>Sistemas </a:t>
            </a:r>
            <a:r>
              <a:rPr lang="en-US" sz="10000" dirty="0" err="1"/>
              <a:t>operativos</a:t>
            </a:r>
            <a:r>
              <a:rPr lang="en-US" sz="10000" dirty="0"/>
              <a:t> que se </a:t>
            </a:r>
            <a:r>
              <a:rPr lang="en-US" sz="10000" dirty="0" err="1"/>
              <a:t>usan</a:t>
            </a:r>
            <a:r>
              <a:rPr lang="en-US" sz="10000" dirty="0"/>
              <a:t> para hacking </a:t>
            </a:r>
            <a:r>
              <a:rPr lang="en-US" sz="10000" dirty="0" err="1"/>
              <a:t>ético</a:t>
            </a:r>
            <a:endParaRPr lang="en-US" sz="10000" dirty="0"/>
          </a:p>
        </p:txBody>
      </p:sp>
      <p:pic>
        <p:nvPicPr>
          <p:cNvPr id="8194" name="Picture 2" descr="Resultado de imagen de logo parrot sistema operaitov linux">
            <a:extLst>
              <a:ext uri="{FF2B5EF4-FFF2-40B4-BE49-F238E27FC236}">
                <a16:creationId xmlns:a16="http://schemas.microsoft.com/office/drawing/2014/main" id="{10541DEA-6D2B-F218-3387-604021DA77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242112" y="523982"/>
            <a:ext cx="6097483" cy="3780440"/>
          </a:xfrm>
          <a:prstGeom prst="rect">
            <a:avLst/>
          </a:prstGeom>
          <a:noFill/>
          <a:extLst>
            <a:ext uri="{909E8E84-426E-40DD-AFC4-6F175D3DCCD1}">
              <a14:hiddenFill xmlns:a14="http://schemas.microsoft.com/office/drawing/2010/main">
                <a:solidFill>
                  <a:srgbClr val="FFFFFF"/>
                </a:solidFill>
              </a14:hiddenFill>
            </a:ext>
          </a:extLst>
        </p:spPr>
      </p:pic>
      <p:sp>
        <p:nvSpPr>
          <p:cNvPr id="8203"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6400" y="4631382"/>
            <a:ext cx="8686800" cy="36576"/>
          </a:xfrm>
          <a:custGeom>
            <a:avLst/>
            <a:gdLst>
              <a:gd name="connsiteX0" fmla="*/ 0 w 8686800"/>
              <a:gd name="connsiteY0" fmla="*/ 0 h 36576"/>
              <a:gd name="connsiteX1" fmla="*/ 581347 w 8686800"/>
              <a:gd name="connsiteY1" fmla="*/ 0 h 36576"/>
              <a:gd name="connsiteX2" fmla="*/ 1249563 w 8686800"/>
              <a:gd name="connsiteY2" fmla="*/ 0 h 36576"/>
              <a:gd name="connsiteX3" fmla="*/ 2004646 w 8686800"/>
              <a:gd name="connsiteY3" fmla="*/ 0 h 36576"/>
              <a:gd name="connsiteX4" fmla="*/ 2585994 w 8686800"/>
              <a:gd name="connsiteY4" fmla="*/ 0 h 36576"/>
              <a:gd name="connsiteX5" fmla="*/ 3254209 w 8686800"/>
              <a:gd name="connsiteY5" fmla="*/ 0 h 36576"/>
              <a:gd name="connsiteX6" fmla="*/ 4096160 w 8686800"/>
              <a:gd name="connsiteY6" fmla="*/ 0 h 36576"/>
              <a:gd name="connsiteX7" fmla="*/ 4590640 w 8686800"/>
              <a:gd name="connsiteY7" fmla="*/ 0 h 36576"/>
              <a:gd name="connsiteX8" fmla="*/ 5345723 w 8686800"/>
              <a:gd name="connsiteY8" fmla="*/ 0 h 36576"/>
              <a:gd name="connsiteX9" fmla="*/ 5840202 w 8686800"/>
              <a:gd name="connsiteY9" fmla="*/ 0 h 36576"/>
              <a:gd name="connsiteX10" fmla="*/ 6508418 w 8686800"/>
              <a:gd name="connsiteY10" fmla="*/ 0 h 36576"/>
              <a:gd name="connsiteX11" fmla="*/ 7263501 w 8686800"/>
              <a:gd name="connsiteY11" fmla="*/ 0 h 36576"/>
              <a:gd name="connsiteX12" fmla="*/ 7671113 w 8686800"/>
              <a:gd name="connsiteY12" fmla="*/ 0 h 36576"/>
              <a:gd name="connsiteX13" fmla="*/ 8078724 w 8686800"/>
              <a:gd name="connsiteY13" fmla="*/ 0 h 36576"/>
              <a:gd name="connsiteX14" fmla="*/ 8686800 w 8686800"/>
              <a:gd name="connsiteY14" fmla="*/ 0 h 36576"/>
              <a:gd name="connsiteX15" fmla="*/ 8686800 w 8686800"/>
              <a:gd name="connsiteY15" fmla="*/ 36576 h 36576"/>
              <a:gd name="connsiteX16" fmla="*/ 7931717 w 8686800"/>
              <a:gd name="connsiteY16" fmla="*/ 36576 h 36576"/>
              <a:gd name="connsiteX17" fmla="*/ 7263501 w 8686800"/>
              <a:gd name="connsiteY17" fmla="*/ 36576 h 36576"/>
              <a:gd name="connsiteX18" fmla="*/ 6682154 w 8686800"/>
              <a:gd name="connsiteY18" fmla="*/ 36576 h 36576"/>
              <a:gd name="connsiteX19" fmla="*/ 5927070 w 8686800"/>
              <a:gd name="connsiteY19" fmla="*/ 36576 h 36576"/>
              <a:gd name="connsiteX20" fmla="*/ 5258855 w 8686800"/>
              <a:gd name="connsiteY20" fmla="*/ 36576 h 36576"/>
              <a:gd name="connsiteX21" fmla="*/ 4416904 w 8686800"/>
              <a:gd name="connsiteY21" fmla="*/ 36576 h 36576"/>
              <a:gd name="connsiteX22" fmla="*/ 3574952 w 8686800"/>
              <a:gd name="connsiteY22" fmla="*/ 36576 h 36576"/>
              <a:gd name="connsiteX23" fmla="*/ 2819869 w 8686800"/>
              <a:gd name="connsiteY23" fmla="*/ 36576 h 36576"/>
              <a:gd name="connsiteX24" fmla="*/ 2064786 w 8686800"/>
              <a:gd name="connsiteY24" fmla="*/ 36576 h 36576"/>
              <a:gd name="connsiteX25" fmla="*/ 1309702 w 8686800"/>
              <a:gd name="connsiteY25" fmla="*/ 36576 h 36576"/>
              <a:gd name="connsiteX26" fmla="*/ 815223 w 8686800"/>
              <a:gd name="connsiteY26" fmla="*/ 36576 h 36576"/>
              <a:gd name="connsiteX27" fmla="*/ 0 w 8686800"/>
              <a:gd name="connsiteY27" fmla="*/ 36576 h 36576"/>
              <a:gd name="connsiteX28" fmla="*/ 0 w 8686800"/>
              <a:gd name="connsiteY28"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686800" h="36576" fill="none" extrusionOk="0">
                <a:moveTo>
                  <a:pt x="0" y="0"/>
                </a:moveTo>
                <a:cubicBezTo>
                  <a:pt x="198285" y="-25666"/>
                  <a:pt x="368763" y="13229"/>
                  <a:pt x="581347" y="0"/>
                </a:cubicBezTo>
                <a:cubicBezTo>
                  <a:pt x="793931" y="-13229"/>
                  <a:pt x="1106527" y="-26801"/>
                  <a:pt x="1249563" y="0"/>
                </a:cubicBezTo>
                <a:cubicBezTo>
                  <a:pt x="1392599" y="26801"/>
                  <a:pt x="1762089" y="-29385"/>
                  <a:pt x="2004646" y="0"/>
                </a:cubicBezTo>
                <a:cubicBezTo>
                  <a:pt x="2247203" y="29385"/>
                  <a:pt x="2391400" y="-22659"/>
                  <a:pt x="2585994" y="0"/>
                </a:cubicBezTo>
                <a:cubicBezTo>
                  <a:pt x="2780588" y="22659"/>
                  <a:pt x="3000382" y="13372"/>
                  <a:pt x="3254209" y="0"/>
                </a:cubicBezTo>
                <a:cubicBezTo>
                  <a:pt x="3508036" y="-13372"/>
                  <a:pt x="3830288" y="-2254"/>
                  <a:pt x="4096160" y="0"/>
                </a:cubicBezTo>
                <a:cubicBezTo>
                  <a:pt x="4362032" y="2254"/>
                  <a:pt x="4390821" y="-19937"/>
                  <a:pt x="4590640" y="0"/>
                </a:cubicBezTo>
                <a:cubicBezTo>
                  <a:pt x="4790459" y="19937"/>
                  <a:pt x="5120408" y="21499"/>
                  <a:pt x="5345723" y="0"/>
                </a:cubicBezTo>
                <a:cubicBezTo>
                  <a:pt x="5571038" y="-21499"/>
                  <a:pt x="5603543" y="-2995"/>
                  <a:pt x="5840202" y="0"/>
                </a:cubicBezTo>
                <a:cubicBezTo>
                  <a:pt x="6076861" y="2995"/>
                  <a:pt x="6309581" y="-30781"/>
                  <a:pt x="6508418" y="0"/>
                </a:cubicBezTo>
                <a:cubicBezTo>
                  <a:pt x="6707255" y="30781"/>
                  <a:pt x="7110644" y="-20987"/>
                  <a:pt x="7263501" y="0"/>
                </a:cubicBezTo>
                <a:cubicBezTo>
                  <a:pt x="7416358" y="20987"/>
                  <a:pt x="7562921" y="10233"/>
                  <a:pt x="7671113" y="0"/>
                </a:cubicBezTo>
                <a:cubicBezTo>
                  <a:pt x="7779305" y="-10233"/>
                  <a:pt x="7957885" y="19709"/>
                  <a:pt x="8078724" y="0"/>
                </a:cubicBezTo>
                <a:cubicBezTo>
                  <a:pt x="8199563" y="-19709"/>
                  <a:pt x="8539685" y="-13832"/>
                  <a:pt x="8686800" y="0"/>
                </a:cubicBezTo>
                <a:cubicBezTo>
                  <a:pt x="8687261" y="9258"/>
                  <a:pt x="8688247" y="24151"/>
                  <a:pt x="8686800" y="36576"/>
                </a:cubicBezTo>
                <a:cubicBezTo>
                  <a:pt x="8335447" y="2147"/>
                  <a:pt x="8103855" y="62911"/>
                  <a:pt x="7931717" y="36576"/>
                </a:cubicBezTo>
                <a:cubicBezTo>
                  <a:pt x="7759579" y="10241"/>
                  <a:pt x="7541705" y="19727"/>
                  <a:pt x="7263501" y="36576"/>
                </a:cubicBezTo>
                <a:cubicBezTo>
                  <a:pt x="6985297" y="53425"/>
                  <a:pt x="6861730" y="24258"/>
                  <a:pt x="6682154" y="36576"/>
                </a:cubicBezTo>
                <a:cubicBezTo>
                  <a:pt x="6502578" y="48894"/>
                  <a:pt x="6301906" y="15094"/>
                  <a:pt x="5927070" y="36576"/>
                </a:cubicBezTo>
                <a:cubicBezTo>
                  <a:pt x="5552234" y="58058"/>
                  <a:pt x="5487319" y="15861"/>
                  <a:pt x="5258855" y="36576"/>
                </a:cubicBezTo>
                <a:cubicBezTo>
                  <a:pt x="5030391" y="57291"/>
                  <a:pt x="4741489" y="36156"/>
                  <a:pt x="4416904" y="36576"/>
                </a:cubicBezTo>
                <a:cubicBezTo>
                  <a:pt x="4092319" y="36996"/>
                  <a:pt x="3943463" y="1811"/>
                  <a:pt x="3574952" y="36576"/>
                </a:cubicBezTo>
                <a:cubicBezTo>
                  <a:pt x="3206441" y="71341"/>
                  <a:pt x="2995013" y="11783"/>
                  <a:pt x="2819869" y="36576"/>
                </a:cubicBezTo>
                <a:cubicBezTo>
                  <a:pt x="2644725" y="61369"/>
                  <a:pt x="2352787" y="30322"/>
                  <a:pt x="2064786" y="36576"/>
                </a:cubicBezTo>
                <a:cubicBezTo>
                  <a:pt x="1776785" y="42830"/>
                  <a:pt x="1540033" y="31051"/>
                  <a:pt x="1309702" y="36576"/>
                </a:cubicBezTo>
                <a:cubicBezTo>
                  <a:pt x="1079371" y="42101"/>
                  <a:pt x="951189" y="33377"/>
                  <a:pt x="815223" y="36576"/>
                </a:cubicBezTo>
                <a:cubicBezTo>
                  <a:pt x="679257" y="39775"/>
                  <a:pt x="224958" y="3631"/>
                  <a:pt x="0" y="36576"/>
                </a:cubicBezTo>
                <a:cubicBezTo>
                  <a:pt x="-472" y="19807"/>
                  <a:pt x="-535" y="8247"/>
                  <a:pt x="0" y="0"/>
                </a:cubicBezTo>
                <a:close/>
              </a:path>
              <a:path w="8686800" h="36576" stroke="0" extrusionOk="0">
                <a:moveTo>
                  <a:pt x="0" y="0"/>
                </a:moveTo>
                <a:cubicBezTo>
                  <a:pt x="170829" y="9621"/>
                  <a:pt x="331763" y="-26788"/>
                  <a:pt x="581347" y="0"/>
                </a:cubicBezTo>
                <a:cubicBezTo>
                  <a:pt x="830931" y="26788"/>
                  <a:pt x="849291" y="15676"/>
                  <a:pt x="988959" y="0"/>
                </a:cubicBezTo>
                <a:cubicBezTo>
                  <a:pt x="1128627" y="-15676"/>
                  <a:pt x="1452357" y="3501"/>
                  <a:pt x="1830910" y="0"/>
                </a:cubicBezTo>
                <a:cubicBezTo>
                  <a:pt x="2209463" y="-3501"/>
                  <a:pt x="2273738" y="22077"/>
                  <a:pt x="2412258" y="0"/>
                </a:cubicBezTo>
                <a:cubicBezTo>
                  <a:pt x="2550778" y="-22077"/>
                  <a:pt x="2764186" y="1357"/>
                  <a:pt x="2993605" y="0"/>
                </a:cubicBezTo>
                <a:cubicBezTo>
                  <a:pt x="3223024" y="-1357"/>
                  <a:pt x="3606034" y="-34729"/>
                  <a:pt x="3835556" y="0"/>
                </a:cubicBezTo>
                <a:cubicBezTo>
                  <a:pt x="4065078" y="34729"/>
                  <a:pt x="4105172" y="-22985"/>
                  <a:pt x="4330036" y="0"/>
                </a:cubicBezTo>
                <a:cubicBezTo>
                  <a:pt x="4554900" y="22985"/>
                  <a:pt x="4855708" y="21899"/>
                  <a:pt x="5171987" y="0"/>
                </a:cubicBezTo>
                <a:cubicBezTo>
                  <a:pt x="5488266" y="-21899"/>
                  <a:pt x="5669057" y="16428"/>
                  <a:pt x="6013938" y="0"/>
                </a:cubicBezTo>
                <a:cubicBezTo>
                  <a:pt x="6358819" y="-16428"/>
                  <a:pt x="6391983" y="-26960"/>
                  <a:pt x="6682154" y="0"/>
                </a:cubicBezTo>
                <a:cubicBezTo>
                  <a:pt x="6972325" y="26960"/>
                  <a:pt x="7173434" y="6085"/>
                  <a:pt x="7524105" y="0"/>
                </a:cubicBezTo>
                <a:cubicBezTo>
                  <a:pt x="7874776" y="-6085"/>
                  <a:pt x="7985215" y="-23134"/>
                  <a:pt x="8105453" y="0"/>
                </a:cubicBezTo>
                <a:cubicBezTo>
                  <a:pt x="8225691" y="23134"/>
                  <a:pt x="8509302" y="-10864"/>
                  <a:pt x="8686800" y="0"/>
                </a:cubicBezTo>
                <a:cubicBezTo>
                  <a:pt x="8685514" y="7335"/>
                  <a:pt x="8686369" y="23090"/>
                  <a:pt x="8686800" y="36576"/>
                </a:cubicBezTo>
                <a:cubicBezTo>
                  <a:pt x="8515262" y="11802"/>
                  <a:pt x="8246114" y="39450"/>
                  <a:pt x="8018585" y="36576"/>
                </a:cubicBezTo>
                <a:cubicBezTo>
                  <a:pt x="7791056" y="33702"/>
                  <a:pt x="7492767" y="46248"/>
                  <a:pt x="7350369" y="36576"/>
                </a:cubicBezTo>
                <a:cubicBezTo>
                  <a:pt x="7207971" y="26904"/>
                  <a:pt x="6719744" y="67178"/>
                  <a:pt x="6508418" y="36576"/>
                </a:cubicBezTo>
                <a:cubicBezTo>
                  <a:pt x="6297092" y="5974"/>
                  <a:pt x="6112964" y="18896"/>
                  <a:pt x="5840202" y="36576"/>
                </a:cubicBezTo>
                <a:cubicBezTo>
                  <a:pt x="5567440" y="54256"/>
                  <a:pt x="5530808" y="29424"/>
                  <a:pt x="5432591" y="36576"/>
                </a:cubicBezTo>
                <a:cubicBezTo>
                  <a:pt x="5334374" y="43728"/>
                  <a:pt x="5164343" y="58812"/>
                  <a:pt x="4938112" y="36576"/>
                </a:cubicBezTo>
                <a:cubicBezTo>
                  <a:pt x="4711881" y="14340"/>
                  <a:pt x="4466790" y="35502"/>
                  <a:pt x="4096160" y="36576"/>
                </a:cubicBezTo>
                <a:cubicBezTo>
                  <a:pt x="3725530" y="37650"/>
                  <a:pt x="3730143" y="52306"/>
                  <a:pt x="3427945" y="36576"/>
                </a:cubicBezTo>
                <a:cubicBezTo>
                  <a:pt x="3125747" y="20846"/>
                  <a:pt x="3071124" y="51159"/>
                  <a:pt x="2933466" y="36576"/>
                </a:cubicBezTo>
                <a:cubicBezTo>
                  <a:pt x="2795808" y="21993"/>
                  <a:pt x="2522026" y="49101"/>
                  <a:pt x="2265250" y="36576"/>
                </a:cubicBezTo>
                <a:cubicBezTo>
                  <a:pt x="2008474" y="24051"/>
                  <a:pt x="1961850" y="38978"/>
                  <a:pt x="1857639" y="36576"/>
                </a:cubicBezTo>
                <a:cubicBezTo>
                  <a:pt x="1753428" y="34174"/>
                  <a:pt x="1618113" y="51508"/>
                  <a:pt x="1450027" y="36576"/>
                </a:cubicBezTo>
                <a:cubicBezTo>
                  <a:pt x="1281941" y="21644"/>
                  <a:pt x="1047132" y="33663"/>
                  <a:pt x="781812" y="36576"/>
                </a:cubicBezTo>
                <a:cubicBezTo>
                  <a:pt x="516492" y="39489"/>
                  <a:pt x="206411" y="10675"/>
                  <a:pt x="0" y="36576"/>
                </a:cubicBezTo>
                <a:cubicBezTo>
                  <a:pt x="-1649" y="19104"/>
                  <a:pt x="652" y="1022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B263BE4-854F-5A47-D50F-F0186CD28047}"/>
              </a:ext>
            </a:extLst>
          </p:cNvPr>
          <p:cNvSpPr>
            <a:spLocks noGrp="1"/>
          </p:cNvSpPr>
          <p:nvPr>
            <p:ph idx="4294967295"/>
          </p:nvPr>
        </p:nvSpPr>
        <p:spPr>
          <a:xfrm>
            <a:off x="1225296" y="5009638"/>
            <a:ext cx="13972032" cy="7344288"/>
          </a:xfrm>
        </p:spPr>
        <p:txBody>
          <a:bodyPr vert="horz" lIns="91440" tIns="45720" rIns="91440" bIns="45720" rtlCol="0">
            <a:normAutofit/>
          </a:bodyPr>
          <a:lstStyle/>
          <a:p>
            <a:pPr marL="0" indent="-228600" defTabSz="914400"/>
            <a:r>
              <a:rPr lang="en-US" sz="2400" b="0" i="0" dirty="0">
                <a:effectLst/>
              </a:rPr>
              <a:t>No </a:t>
            </a:r>
            <a:r>
              <a:rPr lang="en-US" sz="2400" b="0" i="0" dirty="0" err="1">
                <a:effectLst/>
              </a:rPr>
              <a:t>existe</a:t>
            </a:r>
            <a:r>
              <a:rPr lang="en-US" sz="2400" b="0" i="0" dirty="0">
                <a:effectLst/>
              </a:rPr>
              <a:t> un </a:t>
            </a:r>
            <a:r>
              <a:rPr lang="en-US" sz="2400" b="0" i="0" dirty="0" err="1">
                <a:effectLst/>
              </a:rPr>
              <a:t>sistema</a:t>
            </a:r>
            <a:r>
              <a:rPr lang="en-US" sz="2400" b="0" i="0" dirty="0">
                <a:effectLst/>
              </a:rPr>
              <a:t> </a:t>
            </a:r>
            <a:r>
              <a:rPr lang="en-US" sz="2400" b="0" i="0" dirty="0" err="1">
                <a:effectLst/>
              </a:rPr>
              <a:t>operativo</a:t>
            </a:r>
            <a:r>
              <a:rPr lang="en-US" sz="2400" b="0" i="0" dirty="0">
                <a:effectLst/>
              </a:rPr>
              <a:t> </a:t>
            </a:r>
            <a:r>
              <a:rPr lang="en-US" sz="2400" b="0" i="0" dirty="0" err="1">
                <a:effectLst/>
              </a:rPr>
              <a:t>específico</a:t>
            </a:r>
            <a:r>
              <a:rPr lang="en-US" sz="2400" b="0" i="0" dirty="0">
                <a:effectLst/>
              </a:rPr>
              <a:t> para hacking </a:t>
            </a:r>
            <a:r>
              <a:rPr lang="en-US" sz="2400" b="0" i="0" dirty="0" err="1">
                <a:effectLst/>
              </a:rPr>
              <a:t>ético</a:t>
            </a:r>
            <a:r>
              <a:rPr lang="en-US" sz="2400" b="0" i="0" dirty="0">
                <a:effectLst/>
              </a:rPr>
              <a:t>, </a:t>
            </a:r>
            <a:r>
              <a:rPr lang="en-US" sz="2400" b="0" i="0" dirty="0" err="1">
                <a:effectLst/>
              </a:rPr>
              <a:t>pero</a:t>
            </a:r>
            <a:r>
              <a:rPr lang="en-US" sz="2400" b="0" i="0" dirty="0">
                <a:effectLst/>
              </a:rPr>
              <a:t> hay </a:t>
            </a:r>
            <a:r>
              <a:rPr lang="en-US" sz="2400" b="0" i="0" dirty="0" err="1">
                <a:effectLst/>
              </a:rPr>
              <a:t>algunos</a:t>
            </a:r>
            <a:r>
              <a:rPr lang="en-US" sz="2400" b="0" i="0" dirty="0">
                <a:effectLst/>
              </a:rPr>
              <a:t> </a:t>
            </a:r>
            <a:r>
              <a:rPr lang="en-US" sz="2400" b="0" i="0" dirty="0" err="1">
                <a:effectLst/>
              </a:rPr>
              <a:t>sistemas</a:t>
            </a:r>
            <a:r>
              <a:rPr lang="en-US" sz="2400" b="0" i="0" dirty="0">
                <a:effectLst/>
              </a:rPr>
              <a:t> </a:t>
            </a:r>
            <a:r>
              <a:rPr lang="en-US" sz="2400" b="0" i="0" dirty="0" err="1">
                <a:effectLst/>
              </a:rPr>
              <a:t>operativos</a:t>
            </a:r>
            <a:r>
              <a:rPr lang="en-US" sz="2400" b="0" i="0" dirty="0">
                <a:effectLst/>
              </a:rPr>
              <a:t> que se </a:t>
            </a:r>
            <a:r>
              <a:rPr lang="en-US" sz="2400" b="0" i="0" dirty="0" err="1">
                <a:effectLst/>
              </a:rPr>
              <a:t>utilizan</a:t>
            </a:r>
            <a:r>
              <a:rPr lang="en-US" sz="2400" b="0" i="0" dirty="0">
                <a:effectLst/>
              </a:rPr>
              <a:t> con </a:t>
            </a:r>
            <a:r>
              <a:rPr lang="en-US" sz="2400" b="0" i="0" dirty="0" err="1">
                <a:effectLst/>
              </a:rPr>
              <a:t>frecuencia</a:t>
            </a:r>
            <a:r>
              <a:rPr lang="en-US" sz="2400" b="0" i="0" dirty="0">
                <a:effectLst/>
              </a:rPr>
              <a:t> </a:t>
            </a:r>
            <a:r>
              <a:rPr lang="en-US" sz="2400" b="0" i="0" dirty="0" err="1">
                <a:effectLst/>
              </a:rPr>
              <a:t>en</a:t>
            </a:r>
            <a:r>
              <a:rPr lang="en-US" sz="2400" b="0" i="0" dirty="0">
                <a:effectLst/>
              </a:rPr>
              <a:t> </a:t>
            </a:r>
            <a:r>
              <a:rPr lang="en-US" sz="2400" b="0" i="0" dirty="0" err="1">
                <a:effectLst/>
              </a:rPr>
              <a:t>este</a:t>
            </a:r>
            <a:r>
              <a:rPr lang="en-US" sz="2400" b="0" i="0" dirty="0">
                <a:effectLst/>
              </a:rPr>
              <a:t> campo </a:t>
            </a:r>
            <a:r>
              <a:rPr lang="en-US" sz="2400" b="0" i="0" dirty="0" err="1">
                <a:effectLst/>
              </a:rPr>
              <a:t>debido</a:t>
            </a:r>
            <a:r>
              <a:rPr lang="en-US" sz="2400" b="0" i="0" dirty="0">
                <a:effectLst/>
              </a:rPr>
              <a:t> a </a:t>
            </a:r>
            <a:r>
              <a:rPr lang="en-US" sz="2400" b="0" i="0" dirty="0" err="1">
                <a:effectLst/>
              </a:rPr>
              <a:t>su</a:t>
            </a:r>
            <a:r>
              <a:rPr lang="en-US" sz="2400" b="0" i="0" dirty="0">
                <a:effectLst/>
              </a:rPr>
              <a:t> </a:t>
            </a:r>
            <a:r>
              <a:rPr lang="en-US" sz="2400" b="0" i="0" dirty="0" err="1">
                <a:effectLst/>
              </a:rPr>
              <a:t>capacidad</a:t>
            </a:r>
            <a:r>
              <a:rPr lang="en-US" sz="2400" b="0" i="0" dirty="0">
                <a:effectLst/>
              </a:rPr>
              <a:t> para </a:t>
            </a:r>
            <a:r>
              <a:rPr lang="en-US" sz="2400" b="0" i="0" dirty="0" err="1">
                <a:effectLst/>
              </a:rPr>
              <a:t>realizar</a:t>
            </a:r>
            <a:r>
              <a:rPr lang="en-US" sz="2400" b="0" i="0" dirty="0">
                <a:effectLst/>
              </a:rPr>
              <a:t> </a:t>
            </a:r>
            <a:r>
              <a:rPr lang="en-US" sz="2400" b="0" i="0" dirty="0" err="1">
                <a:effectLst/>
              </a:rPr>
              <a:t>pruebas</a:t>
            </a:r>
            <a:r>
              <a:rPr lang="en-US" sz="2400" b="0" i="0" dirty="0">
                <a:effectLst/>
              </a:rPr>
              <a:t> de </a:t>
            </a:r>
            <a:r>
              <a:rPr lang="en-US" sz="2400" b="0" i="0" dirty="0" err="1">
                <a:effectLst/>
              </a:rPr>
              <a:t>penetración</a:t>
            </a:r>
            <a:r>
              <a:rPr lang="en-US" sz="2400" b="0" i="0" dirty="0">
                <a:effectLst/>
              </a:rPr>
              <a:t> y </a:t>
            </a:r>
            <a:r>
              <a:rPr lang="en-US" sz="2400" b="0" i="0" dirty="0" err="1">
                <a:effectLst/>
              </a:rPr>
              <a:t>evaluaciones</a:t>
            </a:r>
            <a:r>
              <a:rPr lang="en-US" sz="2400" b="0" i="0" dirty="0">
                <a:effectLst/>
              </a:rPr>
              <a:t> de </a:t>
            </a:r>
            <a:r>
              <a:rPr lang="en-US" sz="2400" b="0" i="0" dirty="0" err="1">
                <a:effectLst/>
              </a:rPr>
              <a:t>seguridad</a:t>
            </a:r>
            <a:r>
              <a:rPr lang="en-US" sz="2400" b="0" i="0" dirty="0">
                <a:effectLst/>
              </a:rPr>
              <a:t>. A </a:t>
            </a:r>
            <a:r>
              <a:rPr lang="en-US" sz="2400" b="0" i="0" dirty="0" err="1">
                <a:effectLst/>
              </a:rPr>
              <a:t>continuación</a:t>
            </a:r>
            <a:r>
              <a:rPr lang="en-US" sz="2400" b="0" i="0" dirty="0">
                <a:effectLst/>
              </a:rPr>
              <a:t>, </a:t>
            </a:r>
            <a:r>
              <a:rPr lang="en-US" sz="2400" b="0" i="0" dirty="0" err="1">
                <a:effectLst/>
              </a:rPr>
              <a:t>te</a:t>
            </a:r>
            <a:r>
              <a:rPr lang="en-US" sz="2400" b="0" i="0" dirty="0">
                <a:effectLst/>
              </a:rPr>
              <a:t> </a:t>
            </a:r>
            <a:r>
              <a:rPr lang="en-US" sz="2400" b="0" i="0" dirty="0" err="1">
                <a:effectLst/>
              </a:rPr>
              <a:t>menciono</a:t>
            </a:r>
            <a:r>
              <a:rPr lang="en-US" sz="2400" b="0" i="0" dirty="0">
                <a:effectLst/>
              </a:rPr>
              <a:t> </a:t>
            </a:r>
            <a:r>
              <a:rPr lang="en-US" sz="2400" b="0" i="0" dirty="0" err="1">
                <a:effectLst/>
              </a:rPr>
              <a:t>algunos</a:t>
            </a:r>
            <a:r>
              <a:rPr lang="en-US" sz="2400" b="0" i="0" dirty="0">
                <a:effectLst/>
              </a:rPr>
              <a:t> de </a:t>
            </a:r>
            <a:r>
              <a:rPr lang="en-US" sz="2400" b="0" i="0" dirty="0" err="1">
                <a:effectLst/>
              </a:rPr>
              <a:t>los</a:t>
            </a:r>
            <a:r>
              <a:rPr lang="en-US" sz="2400" b="0" i="0" dirty="0">
                <a:effectLst/>
              </a:rPr>
              <a:t> </a:t>
            </a:r>
            <a:r>
              <a:rPr lang="en-US" sz="2400" b="0" i="0" dirty="0" err="1">
                <a:effectLst/>
              </a:rPr>
              <a:t>sistemas</a:t>
            </a:r>
            <a:r>
              <a:rPr lang="en-US" sz="2400" b="0" i="0" dirty="0">
                <a:effectLst/>
              </a:rPr>
              <a:t> </a:t>
            </a:r>
            <a:r>
              <a:rPr lang="en-US" sz="2400" b="0" i="0" dirty="0" err="1">
                <a:effectLst/>
              </a:rPr>
              <a:t>operativos</a:t>
            </a:r>
            <a:r>
              <a:rPr lang="en-US" sz="2400" b="0" i="0" dirty="0">
                <a:effectLst/>
              </a:rPr>
              <a:t> </a:t>
            </a:r>
            <a:r>
              <a:rPr lang="en-US" sz="2400" b="0" i="0" dirty="0" err="1">
                <a:effectLst/>
              </a:rPr>
              <a:t>más</a:t>
            </a:r>
            <a:r>
              <a:rPr lang="en-US" sz="2400" b="0" i="0" dirty="0">
                <a:effectLst/>
              </a:rPr>
              <a:t> </a:t>
            </a:r>
            <a:r>
              <a:rPr lang="en-US" sz="2400" b="0" i="0" dirty="0" err="1">
                <a:effectLst/>
              </a:rPr>
              <a:t>comunes</a:t>
            </a:r>
            <a:r>
              <a:rPr lang="en-US" sz="2400" b="0" i="0" dirty="0">
                <a:effectLst/>
              </a:rPr>
              <a:t> para hacking </a:t>
            </a:r>
            <a:r>
              <a:rPr lang="en-US" sz="2400" b="0" i="0" dirty="0" err="1">
                <a:effectLst/>
              </a:rPr>
              <a:t>ético</a:t>
            </a:r>
            <a:r>
              <a:rPr lang="en-US" sz="2400" b="0" i="0" dirty="0">
                <a:effectLst/>
              </a:rPr>
              <a:t>:</a:t>
            </a:r>
          </a:p>
          <a:p>
            <a:pPr indent="-228600" defTabSz="914400"/>
            <a:r>
              <a:rPr lang="en-US" sz="2400" b="1" i="0" dirty="0">
                <a:effectLst/>
              </a:rPr>
              <a:t>Kali Linux: </a:t>
            </a:r>
            <a:r>
              <a:rPr lang="en-US" sz="2400" b="0" i="0" dirty="0">
                <a:effectLst/>
              </a:rPr>
              <a:t>Kali Linux es </a:t>
            </a:r>
            <a:r>
              <a:rPr lang="en-US" sz="2400" b="0" i="0" dirty="0" err="1">
                <a:effectLst/>
              </a:rPr>
              <a:t>una</a:t>
            </a:r>
            <a:r>
              <a:rPr lang="en-US" sz="2400" b="0" i="0" dirty="0">
                <a:effectLst/>
              </a:rPr>
              <a:t> </a:t>
            </a:r>
            <a:r>
              <a:rPr lang="en-US" sz="2400" b="0" i="0" dirty="0" err="1">
                <a:effectLst/>
              </a:rPr>
              <a:t>distribución</a:t>
            </a:r>
            <a:r>
              <a:rPr lang="en-US" sz="2400" b="0" i="0" dirty="0">
                <a:effectLst/>
              </a:rPr>
              <a:t> de Linux </a:t>
            </a:r>
            <a:r>
              <a:rPr lang="en-US" sz="2400" b="0" i="0" dirty="0" err="1">
                <a:effectLst/>
              </a:rPr>
              <a:t>basada</a:t>
            </a:r>
            <a:r>
              <a:rPr lang="en-US" sz="2400" b="0" i="0" dirty="0">
                <a:effectLst/>
              </a:rPr>
              <a:t> </a:t>
            </a:r>
            <a:r>
              <a:rPr lang="en-US" sz="2400" b="0" i="0" dirty="0" err="1">
                <a:effectLst/>
              </a:rPr>
              <a:t>en</a:t>
            </a:r>
            <a:r>
              <a:rPr lang="en-US" sz="2400" b="0" i="0" dirty="0">
                <a:effectLst/>
              </a:rPr>
              <a:t> Debian </a:t>
            </a:r>
            <a:r>
              <a:rPr lang="en-US" sz="2400" b="0" i="0" dirty="0" err="1">
                <a:effectLst/>
              </a:rPr>
              <a:t>diseñada</a:t>
            </a:r>
            <a:r>
              <a:rPr lang="en-US" sz="2400" b="0" i="0" dirty="0">
                <a:effectLst/>
              </a:rPr>
              <a:t> </a:t>
            </a:r>
            <a:r>
              <a:rPr lang="en-US" sz="2400" b="0" i="0" dirty="0" err="1">
                <a:effectLst/>
              </a:rPr>
              <a:t>específicamente</a:t>
            </a:r>
            <a:r>
              <a:rPr lang="en-US" sz="2400" b="0" i="0" dirty="0">
                <a:effectLst/>
              </a:rPr>
              <a:t> para </a:t>
            </a:r>
            <a:r>
              <a:rPr lang="en-US" sz="2400" b="0" i="0" dirty="0" err="1">
                <a:effectLst/>
              </a:rPr>
              <a:t>realizar</a:t>
            </a:r>
            <a:r>
              <a:rPr lang="en-US" sz="2400" b="0" i="0" dirty="0">
                <a:effectLst/>
              </a:rPr>
              <a:t> </a:t>
            </a:r>
            <a:r>
              <a:rPr lang="en-US" sz="2400" b="0" i="0" dirty="0" err="1">
                <a:effectLst/>
              </a:rPr>
              <a:t>pruebas</a:t>
            </a:r>
            <a:r>
              <a:rPr lang="en-US" sz="2400" b="0" i="0" dirty="0">
                <a:effectLst/>
              </a:rPr>
              <a:t> de </a:t>
            </a:r>
            <a:r>
              <a:rPr lang="en-US" sz="2400" b="0" i="0" dirty="0" err="1">
                <a:effectLst/>
              </a:rPr>
              <a:t>penetración</a:t>
            </a:r>
            <a:r>
              <a:rPr lang="en-US" sz="2400" b="0" i="0" dirty="0">
                <a:effectLst/>
              </a:rPr>
              <a:t> y </a:t>
            </a:r>
            <a:r>
              <a:rPr lang="en-US" sz="2400" b="0" i="0" dirty="0" err="1">
                <a:effectLst/>
              </a:rPr>
              <a:t>evaluaciones</a:t>
            </a:r>
            <a:r>
              <a:rPr lang="en-US" sz="2400" b="0" i="0" dirty="0">
                <a:effectLst/>
              </a:rPr>
              <a:t> de </a:t>
            </a:r>
            <a:r>
              <a:rPr lang="en-US" sz="2400" b="0" i="0" dirty="0" err="1">
                <a:effectLst/>
              </a:rPr>
              <a:t>seguridad</a:t>
            </a:r>
            <a:r>
              <a:rPr lang="en-US" sz="2400" b="0" i="0" dirty="0">
                <a:effectLst/>
              </a:rPr>
              <a:t>. </a:t>
            </a:r>
            <a:r>
              <a:rPr lang="en-US" sz="2400" b="0" i="0" dirty="0" err="1">
                <a:effectLst/>
              </a:rPr>
              <a:t>Viene</a:t>
            </a:r>
            <a:r>
              <a:rPr lang="en-US" sz="2400" b="0" i="0" dirty="0">
                <a:effectLst/>
              </a:rPr>
              <a:t> </a:t>
            </a:r>
            <a:r>
              <a:rPr lang="en-US" sz="2400" b="0" i="0" dirty="0" err="1">
                <a:effectLst/>
              </a:rPr>
              <a:t>preinstalado</a:t>
            </a:r>
            <a:r>
              <a:rPr lang="en-US" sz="2400" b="0" i="0" dirty="0">
                <a:effectLst/>
              </a:rPr>
              <a:t> con </a:t>
            </a:r>
            <a:r>
              <a:rPr lang="en-US" sz="2400" b="0" i="0" dirty="0" err="1">
                <a:effectLst/>
              </a:rPr>
              <a:t>herramientas</a:t>
            </a:r>
            <a:r>
              <a:rPr lang="en-US" sz="2400" b="0" i="0" dirty="0">
                <a:effectLst/>
              </a:rPr>
              <a:t> de hacking y </a:t>
            </a:r>
            <a:r>
              <a:rPr lang="en-US" sz="2400" b="0" i="0" dirty="0" err="1">
                <a:effectLst/>
              </a:rPr>
              <a:t>pentesting</a:t>
            </a:r>
            <a:r>
              <a:rPr lang="en-US" sz="2400" b="0" i="0" dirty="0">
                <a:effectLst/>
              </a:rPr>
              <a:t>, </a:t>
            </a:r>
            <a:r>
              <a:rPr lang="en-US" sz="2400" b="0" i="0" dirty="0" err="1">
                <a:effectLst/>
              </a:rPr>
              <a:t>como</a:t>
            </a:r>
            <a:r>
              <a:rPr lang="en-US" sz="2400" b="0" i="0" dirty="0">
                <a:effectLst/>
              </a:rPr>
              <a:t> Nmap, Metasploit Framework, Wireshark, entre </a:t>
            </a:r>
            <a:r>
              <a:rPr lang="en-US" sz="2400" b="0" i="0" dirty="0" err="1">
                <a:effectLst/>
              </a:rPr>
              <a:t>otras</a:t>
            </a:r>
            <a:r>
              <a:rPr lang="en-US" sz="2400" b="0" i="0" dirty="0">
                <a:effectLst/>
              </a:rPr>
              <a:t>.</a:t>
            </a:r>
          </a:p>
          <a:p>
            <a:pPr indent="-228600" defTabSz="914400"/>
            <a:r>
              <a:rPr lang="en-US" sz="2400" b="0" i="0" dirty="0">
                <a:effectLst/>
              </a:rPr>
              <a:t>Parrot Security OS</a:t>
            </a:r>
            <a:r>
              <a:rPr lang="en-US" sz="2400" b="1" i="0" dirty="0">
                <a:effectLst/>
              </a:rPr>
              <a:t>: Parrot Security OS es </a:t>
            </a:r>
            <a:r>
              <a:rPr lang="en-US" sz="2400" b="1" i="0" dirty="0" err="1">
                <a:effectLst/>
              </a:rPr>
              <a:t>otra</a:t>
            </a:r>
            <a:r>
              <a:rPr lang="en-US" sz="2400" b="1" i="0" dirty="0">
                <a:effectLst/>
              </a:rPr>
              <a:t> </a:t>
            </a:r>
            <a:r>
              <a:rPr lang="en-US" sz="2400" b="1" i="0" dirty="0" err="1">
                <a:effectLst/>
              </a:rPr>
              <a:t>distribución</a:t>
            </a:r>
            <a:r>
              <a:rPr lang="en-US" sz="2400" b="1" i="0" dirty="0">
                <a:effectLst/>
              </a:rPr>
              <a:t> de Linux </a:t>
            </a:r>
            <a:r>
              <a:rPr lang="en-US" sz="2400" b="1" i="0" dirty="0" err="1">
                <a:effectLst/>
              </a:rPr>
              <a:t>basada</a:t>
            </a:r>
            <a:r>
              <a:rPr lang="en-US" sz="2400" b="1" i="0" dirty="0">
                <a:effectLst/>
              </a:rPr>
              <a:t> </a:t>
            </a:r>
            <a:r>
              <a:rPr lang="en-US" sz="2400" b="1" i="0" dirty="0" err="1">
                <a:effectLst/>
              </a:rPr>
              <a:t>en</a:t>
            </a:r>
            <a:r>
              <a:rPr lang="en-US" sz="2400" b="1" i="0" dirty="0">
                <a:effectLst/>
              </a:rPr>
              <a:t> Debian, que se centra </a:t>
            </a:r>
            <a:r>
              <a:rPr lang="en-US" sz="2400" b="1" i="0" dirty="0" err="1">
                <a:effectLst/>
              </a:rPr>
              <a:t>en</a:t>
            </a:r>
            <a:r>
              <a:rPr lang="en-US" sz="2400" b="1" i="0" dirty="0">
                <a:effectLst/>
              </a:rPr>
              <a:t> la </a:t>
            </a:r>
            <a:r>
              <a:rPr lang="en-US" sz="2400" b="1" i="0" dirty="0" err="1">
                <a:effectLst/>
              </a:rPr>
              <a:t>seguridad</a:t>
            </a:r>
            <a:r>
              <a:rPr lang="en-US" sz="2400" b="1" i="0" dirty="0">
                <a:effectLst/>
              </a:rPr>
              <a:t> y </a:t>
            </a:r>
            <a:r>
              <a:rPr lang="en-US" sz="2400" b="1" i="0" dirty="0" err="1">
                <a:effectLst/>
              </a:rPr>
              <a:t>privacidad</a:t>
            </a:r>
            <a:r>
              <a:rPr lang="en-US" sz="2400" b="1" i="0" dirty="0">
                <a:effectLst/>
              </a:rPr>
              <a:t> </a:t>
            </a:r>
            <a:r>
              <a:rPr lang="en-US" sz="2400" b="0" i="0" dirty="0">
                <a:effectLst/>
              </a:rPr>
              <a:t>de la </a:t>
            </a:r>
            <a:r>
              <a:rPr lang="en-US" sz="2400" b="0" i="0" dirty="0" err="1">
                <a:effectLst/>
              </a:rPr>
              <a:t>información</a:t>
            </a:r>
            <a:r>
              <a:rPr lang="en-US" sz="2400" b="0" i="0" dirty="0">
                <a:effectLst/>
              </a:rPr>
              <a:t>. </a:t>
            </a:r>
            <a:r>
              <a:rPr lang="en-US" sz="2400" b="0" i="0" dirty="0" err="1">
                <a:effectLst/>
              </a:rPr>
              <a:t>Viene</a:t>
            </a:r>
            <a:r>
              <a:rPr lang="en-US" sz="2400" b="0" i="0" dirty="0">
                <a:effectLst/>
              </a:rPr>
              <a:t> </a:t>
            </a:r>
            <a:r>
              <a:rPr lang="en-US" sz="2400" b="0" i="0" dirty="0" err="1">
                <a:effectLst/>
              </a:rPr>
              <a:t>preinstalado</a:t>
            </a:r>
            <a:r>
              <a:rPr lang="en-US" sz="2400" b="0" i="0" dirty="0">
                <a:effectLst/>
              </a:rPr>
              <a:t> con </a:t>
            </a:r>
            <a:r>
              <a:rPr lang="en-US" sz="2400" b="0" i="0" dirty="0" err="1">
                <a:effectLst/>
              </a:rPr>
              <a:t>una</a:t>
            </a:r>
            <a:r>
              <a:rPr lang="en-US" sz="2400" b="0" i="0" dirty="0">
                <a:effectLst/>
              </a:rPr>
              <a:t> gran </a:t>
            </a:r>
            <a:r>
              <a:rPr lang="en-US" sz="2400" b="0" i="0" dirty="0" err="1">
                <a:effectLst/>
              </a:rPr>
              <a:t>cantidad</a:t>
            </a:r>
            <a:r>
              <a:rPr lang="en-US" sz="2400" b="0" i="0" dirty="0">
                <a:effectLst/>
              </a:rPr>
              <a:t> de </a:t>
            </a:r>
            <a:r>
              <a:rPr lang="en-US" sz="2400" b="0" i="0" dirty="0" err="1">
                <a:effectLst/>
              </a:rPr>
              <a:t>herramientas</a:t>
            </a:r>
            <a:r>
              <a:rPr lang="en-US" sz="2400" b="0" i="0" dirty="0">
                <a:effectLst/>
              </a:rPr>
              <a:t> de </a:t>
            </a:r>
            <a:r>
              <a:rPr lang="en-US" sz="2400" b="0" i="0" dirty="0" err="1">
                <a:effectLst/>
              </a:rPr>
              <a:t>seguridad</a:t>
            </a:r>
            <a:r>
              <a:rPr lang="en-US" sz="2400" b="0" i="0" dirty="0">
                <a:effectLst/>
              </a:rPr>
              <a:t> y hacking, </a:t>
            </a:r>
            <a:r>
              <a:rPr lang="en-US" sz="2400" b="0" i="0" dirty="0" err="1">
                <a:effectLst/>
              </a:rPr>
              <a:t>como</a:t>
            </a:r>
            <a:r>
              <a:rPr lang="en-US" sz="2400" b="0" i="0" dirty="0">
                <a:effectLst/>
              </a:rPr>
              <a:t> Metasploit, Nmap, </a:t>
            </a:r>
            <a:r>
              <a:rPr lang="en-US" sz="2400" b="0" i="0" dirty="0" err="1">
                <a:effectLst/>
              </a:rPr>
              <a:t>Aircrack</a:t>
            </a:r>
            <a:r>
              <a:rPr lang="en-US" sz="2400" b="0" i="0" dirty="0">
                <a:effectLst/>
              </a:rPr>
              <a:t>-ng, entre </a:t>
            </a:r>
            <a:r>
              <a:rPr lang="en-US" sz="2400" b="0" i="0" dirty="0" err="1">
                <a:effectLst/>
              </a:rPr>
              <a:t>otros</a:t>
            </a:r>
            <a:r>
              <a:rPr lang="en-US" sz="2400" b="0" i="0" dirty="0">
                <a:effectLst/>
              </a:rPr>
              <a:t>.</a:t>
            </a:r>
          </a:p>
          <a:p>
            <a:pPr indent="-228600" defTabSz="914400"/>
            <a:r>
              <a:rPr lang="en-US" sz="2400" b="1" i="0" dirty="0" err="1">
                <a:effectLst/>
              </a:rPr>
              <a:t>BackBox</a:t>
            </a:r>
            <a:r>
              <a:rPr lang="en-US" sz="2400" b="0" i="0" dirty="0">
                <a:effectLst/>
              </a:rPr>
              <a:t>: </a:t>
            </a:r>
            <a:r>
              <a:rPr lang="en-US" sz="2400" b="0" i="0" dirty="0" err="1">
                <a:effectLst/>
              </a:rPr>
              <a:t>BackBox</a:t>
            </a:r>
            <a:r>
              <a:rPr lang="en-US" sz="2400" b="0" i="0" dirty="0">
                <a:effectLst/>
              </a:rPr>
              <a:t> es </a:t>
            </a:r>
            <a:r>
              <a:rPr lang="en-US" sz="2400" b="0" i="0" dirty="0" err="1">
                <a:effectLst/>
              </a:rPr>
              <a:t>una</a:t>
            </a:r>
            <a:r>
              <a:rPr lang="en-US" sz="2400" b="0" i="0" dirty="0">
                <a:effectLst/>
              </a:rPr>
              <a:t> </a:t>
            </a:r>
            <a:r>
              <a:rPr lang="en-US" sz="2400" b="0" i="0" dirty="0" err="1">
                <a:effectLst/>
              </a:rPr>
              <a:t>distribución</a:t>
            </a:r>
            <a:r>
              <a:rPr lang="en-US" sz="2400" b="0" i="0" dirty="0">
                <a:effectLst/>
              </a:rPr>
              <a:t> de Linux </a:t>
            </a:r>
            <a:r>
              <a:rPr lang="en-US" sz="2400" b="0" i="0" dirty="0" err="1">
                <a:effectLst/>
              </a:rPr>
              <a:t>basada</a:t>
            </a:r>
            <a:r>
              <a:rPr lang="en-US" sz="2400" b="0" i="0" dirty="0">
                <a:effectLst/>
              </a:rPr>
              <a:t> </a:t>
            </a:r>
            <a:r>
              <a:rPr lang="en-US" sz="2400" b="0" i="0" dirty="0" err="1">
                <a:effectLst/>
              </a:rPr>
              <a:t>en</a:t>
            </a:r>
            <a:r>
              <a:rPr lang="en-US" sz="2400" b="0" i="0" dirty="0">
                <a:effectLst/>
              </a:rPr>
              <a:t> Ubuntu que se centra </a:t>
            </a:r>
            <a:r>
              <a:rPr lang="en-US" sz="2400" b="0" i="0" dirty="0" err="1">
                <a:effectLst/>
              </a:rPr>
              <a:t>en</a:t>
            </a:r>
            <a:r>
              <a:rPr lang="en-US" sz="2400" b="0" i="0" dirty="0">
                <a:effectLst/>
              </a:rPr>
              <a:t> la </a:t>
            </a:r>
            <a:r>
              <a:rPr lang="en-US" sz="2400" b="0" i="0" dirty="0" err="1">
                <a:effectLst/>
              </a:rPr>
              <a:t>seguridad</a:t>
            </a:r>
            <a:r>
              <a:rPr lang="en-US" sz="2400" b="0" i="0" dirty="0">
                <a:effectLst/>
              </a:rPr>
              <a:t> de la </a:t>
            </a:r>
            <a:r>
              <a:rPr lang="en-US" sz="2400" b="0" i="0" dirty="0" err="1">
                <a:effectLst/>
              </a:rPr>
              <a:t>información</a:t>
            </a:r>
            <a:r>
              <a:rPr lang="en-US" sz="2400" b="0" i="0" dirty="0">
                <a:effectLst/>
              </a:rPr>
              <a:t> y </a:t>
            </a:r>
            <a:r>
              <a:rPr lang="en-US" sz="2400" b="0" i="0" dirty="0" err="1">
                <a:effectLst/>
              </a:rPr>
              <a:t>el</a:t>
            </a:r>
            <a:r>
              <a:rPr lang="en-US" sz="2400" b="0" i="0" dirty="0">
                <a:effectLst/>
              </a:rPr>
              <a:t> hacking </a:t>
            </a:r>
            <a:r>
              <a:rPr lang="en-US" sz="2400" b="0" i="0" dirty="0" err="1">
                <a:effectLst/>
              </a:rPr>
              <a:t>ético</a:t>
            </a:r>
            <a:r>
              <a:rPr lang="en-US" sz="2400" b="0" i="0" dirty="0">
                <a:effectLst/>
              </a:rPr>
              <a:t>. También </a:t>
            </a:r>
            <a:r>
              <a:rPr lang="en-US" sz="2400" b="0" i="0" dirty="0" err="1">
                <a:effectLst/>
              </a:rPr>
              <a:t>viene</a:t>
            </a:r>
            <a:r>
              <a:rPr lang="en-US" sz="2400" b="0" i="0" dirty="0">
                <a:effectLst/>
              </a:rPr>
              <a:t> </a:t>
            </a:r>
            <a:r>
              <a:rPr lang="en-US" sz="2400" b="0" i="0" dirty="0" err="1">
                <a:effectLst/>
              </a:rPr>
              <a:t>preinstalado</a:t>
            </a:r>
            <a:r>
              <a:rPr lang="en-US" sz="2400" b="0" i="0" dirty="0">
                <a:effectLst/>
              </a:rPr>
              <a:t> con </a:t>
            </a:r>
            <a:r>
              <a:rPr lang="en-US" sz="2400" b="0" i="0" dirty="0" err="1">
                <a:effectLst/>
              </a:rPr>
              <a:t>una</a:t>
            </a:r>
            <a:r>
              <a:rPr lang="en-US" sz="2400" b="0" i="0" dirty="0">
                <a:effectLst/>
              </a:rPr>
              <a:t> gran </a:t>
            </a:r>
            <a:r>
              <a:rPr lang="en-US" sz="2400" b="0" i="0" dirty="0" err="1">
                <a:effectLst/>
              </a:rPr>
              <a:t>cantidad</a:t>
            </a:r>
            <a:r>
              <a:rPr lang="en-US" sz="2400" b="0" i="0" dirty="0">
                <a:effectLst/>
              </a:rPr>
              <a:t> de </a:t>
            </a:r>
            <a:r>
              <a:rPr lang="en-US" sz="2400" b="0" i="0" dirty="0" err="1">
                <a:effectLst/>
              </a:rPr>
              <a:t>herramientas</a:t>
            </a:r>
            <a:r>
              <a:rPr lang="en-US" sz="2400" b="0" i="0" dirty="0">
                <a:effectLst/>
              </a:rPr>
              <a:t> de </a:t>
            </a:r>
            <a:r>
              <a:rPr lang="en-US" sz="2400" b="0" i="0" dirty="0" err="1">
                <a:effectLst/>
              </a:rPr>
              <a:t>seguridad</a:t>
            </a:r>
            <a:r>
              <a:rPr lang="en-US" sz="2400" b="0" i="0" dirty="0">
                <a:effectLst/>
              </a:rPr>
              <a:t> y hacking, </a:t>
            </a:r>
            <a:r>
              <a:rPr lang="en-US" sz="2400" b="0" i="0" dirty="0" err="1">
                <a:effectLst/>
              </a:rPr>
              <a:t>como</a:t>
            </a:r>
            <a:r>
              <a:rPr lang="en-US" sz="2400" b="0" i="0" dirty="0">
                <a:effectLst/>
              </a:rPr>
              <a:t> Metasploit, Nmap, Hydra, entre </a:t>
            </a:r>
            <a:r>
              <a:rPr lang="en-US" sz="2400" b="0" i="0" dirty="0" err="1">
                <a:effectLst/>
              </a:rPr>
              <a:t>otros</a:t>
            </a:r>
            <a:r>
              <a:rPr lang="en-US" sz="2400" b="0" i="0" dirty="0">
                <a:effectLst/>
              </a:rPr>
              <a:t>.</a:t>
            </a:r>
          </a:p>
          <a:p>
            <a:pPr indent="-228600" defTabSz="914400"/>
            <a:r>
              <a:rPr lang="en-US" sz="2400" b="1" i="0" dirty="0" err="1">
                <a:effectLst/>
              </a:rPr>
              <a:t>BlackArch</a:t>
            </a:r>
            <a:r>
              <a:rPr lang="en-US" sz="2400" b="0" i="0" dirty="0">
                <a:effectLst/>
              </a:rPr>
              <a:t>: </a:t>
            </a:r>
            <a:r>
              <a:rPr lang="en-US" sz="2400" b="0" i="0" dirty="0" err="1">
                <a:effectLst/>
              </a:rPr>
              <a:t>BlackArch</a:t>
            </a:r>
            <a:r>
              <a:rPr lang="en-US" sz="2400" b="0" i="0" dirty="0">
                <a:effectLst/>
              </a:rPr>
              <a:t> es </a:t>
            </a:r>
            <a:r>
              <a:rPr lang="en-US" sz="2400" b="0" i="0" dirty="0" err="1">
                <a:effectLst/>
              </a:rPr>
              <a:t>una</a:t>
            </a:r>
            <a:r>
              <a:rPr lang="en-US" sz="2400" b="0" i="0" dirty="0">
                <a:effectLst/>
              </a:rPr>
              <a:t> </a:t>
            </a:r>
            <a:r>
              <a:rPr lang="en-US" sz="2400" b="0" i="0" dirty="0" err="1">
                <a:effectLst/>
              </a:rPr>
              <a:t>distribución</a:t>
            </a:r>
            <a:r>
              <a:rPr lang="en-US" sz="2400" b="0" i="0" dirty="0">
                <a:effectLst/>
              </a:rPr>
              <a:t> de Linux </a:t>
            </a:r>
            <a:r>
              <a:rPr lang="en-US" sz="2400" b="0" i="0" dirty="0" err="1">
                <a:effectLst/>
              </a:rPr>
              <a:t>basada</a:t>
            </a:r>
            <a:r>
              <a:rPr lang="en-US" sz="2400" b="0" i="0" dirty="0">
                <a:effectLst/>
              </a:rPr>
              <a:t> </a:t>
            </a:r>
            <a:r>
              <a:rPr lang="en-US" sz="2400" b="0" i="0" dirty="0" err="1">
                <a:effectLst/>
              </a:rPr>
              <a:t>en</a:t>
            </a:r>
            <a:r>
              <a:rPr lang="en-US" sz="2400" b="0" i="0" dirty="0">
                <a:effectLst/>
              </a:rPr>
              <a:t> Arch Linux, que se centra </a:t>
            </a:r>
            <a:r>
              <a:rPr lang="en-US" sz="2400" b="0" i="0" dirty="0" err="1">
                <a:effectLst/>
              </a:rPr>
              <a:t>en</a:t>
            </a:r>
            <a:r>
              <a:rPr lang="en-US" sz="2400" b="0" i="0" dirty="0">
                <a:effectLst/>
              </a:rPr>
              <a:t> la </a:t>
            </a:r>
            <a:r>
              <a:rPr lang="en-US" sz="2400" b="0" i="0" dirty="0" err="1">
                <a:effectLst/>
              </a:rPr>
              <a:t>seguridad</a:t>
            </a:r>
            <a:r>
              <a:rPr lang="en-US" sz="2400" b="0" i="0" dirty="0">
                <a:effectLst/>
              </a:rPr>
              <a:t> de la </a:t>
            </a:r>
            <a:r>
              <a:rPr lang="en-US" sz="2400" b="0" i="0" dirty="0" err="1">
                <a:effectLst/>
              </a:rPr>
              <a:t>información</a:t>
            </a:r>
            <a:r>
              <a:rPr lang="en-US" sz="2400" b="0" i="0" dirty="0">
                <a:effectLst/>
              </a:rPr>
              <a:t> y </a:t>
            </a:r>
            <a:r>
              <a:rPr lang="en-US" sz="2400" b="0" i="0" dirty="0" err="1">
                <a:effectLst/>
              </a:rPr>
              <a:t>el</a:t>
            </a:r>
            <a:r>
              <a:rPr lang="en-US" sz="2400" b="0" i="0" dirty="0">
                <a:effectLst/>
              </a:rPr>
              <a:t> hacking </a:t>
            </a:r>
            <a:r>
              <a:rPr lang="en-US" sz="2400" b="0" i="0" dirty="0" err="1">
                <a:effectLst/>
              </a:rPr>
              <a:t>ético</a:t>
            </a:r>
            <a:r>
              <a:rPr lang="en-US" sz="2400" b="0" i="0" dirty="0">
                <a:effectLst/>
              </a:rPr>
              <a:t>. </a:t>
            </a:r>
            <a:r>
              <a:rPr lang="en-US" sz="2400" b="0" i="0" dirty="0" err="1">
                <a:effectLst/>
              </a:rPr>
              <a:t>Viene</a:t>
            </a:r>
            <a:r>
              <a:rPr lang="en-US" sz="2400" b="0" i="0" dirty="0">
                <a:effectLst/>
              </a:rPr>
              <a:t> </a:t>
            </a:r>
            <a:r>
              <a:rPr lang="en-US" sz="2400" b="0" i="0" dirty="0" err="1">
                <a:effectLst/>
              </a:rPr>
              <a:t>preinstalado</a:t>
            </a:r>
            <a:r>
              <a:rPr lang="en-US" sz="2400" b="0" i="0" dirty="0">
                <a:effectLst/>
              </a:rPr>
              <a:t> con </a:t>
            </a:r>
            <a:r>
              <a:rPr lang="en-US" sz="2400" b="0" i="0" dirty="0" err="1">
                <a:effectLst/>
              </a:rPr>
              <a:t>más</a:t>
            </a:r>
            <a:r>
              <a:rPr lang="en-US" sz="2400" b="0" i="0" dirty="0">
                <a:effectLst/>
              </a:rPr>
              <a:t> de 2000 </a:t>
            </a:r>
            <a:r>
              <a:rPr lang="en-US" sz="2400" b="0" i="0" dirty="0" err="1">
                <a:effectLst/>
              </a:rPr>
              <a:t>herramientas</a:t>
            </a:r>
            <a:r>
              <a:rPr lang="en-US" sz="2400" b="0" i="0" dirty="0">
                <a:effectLst/>
              </a:rPr>
              <a:t> de </a:t>
            </a:r>
            <a:r>
              <a:rPr lang="en-US" sz="2400" b="0" i="0" dirty="0" err="1">
                <a:effectLst/>
              </a:rPr>
              <a:t>seguridad</a:t>
            </a:r>
            <a:r>
              <a:rPr lang="en-US" sz="2400" b="0" i="0" dirty="0">
                <a:effectLst/>
              </a:rPr>
              <a:t> y hacking.</a:t>
            </a:r>
          </a:p>
          <a:p>
            <a:pPr indent="-228600" defTabSz="914400"/>
            <a:endParaRPr lang="en-US" sz="2400" dirty="0"/>
          </a:p>
        </p:txBody>
      </p:sp>
      <p:pic>
        <p:nvPicPr>
          <p:cNvPr id="8196" name="Picture 4" descr="Resultado de imagen de logo kali linux">
            <a:extLst>
              <a:ext uri="{FF2B5EF4-FFF2-40B4-BE49-F238E27FC236}">
                <a16:creationId xmlns:a16="http://schemas.microsoft.com/office/drawing/2014/main" id="{A0D6626B-3312-0D20-D700-1C919467B1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7798541" y="4620172"/>
            <a:ext cx="4988080" cy="3780440"/>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135;p8" descr="Cómo protegerse de los virus, piratas informáticos y demás ataques? |  Tecnología - ComputerHoy.com">
            <a:extLst>
              <a:ext uri="{FF2B5EF4-FFF2-40B4-BE49-F238E27FC236}">
                <a16:creationId xmlns:a16="http://schemas.microsoft.com/office/drawing/2014/main" id="{9EFD8925-AAF9-F192-BF1A-805B7A526963}"/>
              </a:ext>
            </a:extLst>
          </p:cNvPr>
          <p:cNvPicPr preferRelativeResize="0"/>
          <p:nvPr/>
        </p:nvPicPr>
        <p:blipFill rotWithShape="1">
          <a:blip r:embed="rId4"/>
          <a:stretch/>
        </p:blipFill>
        <p:spPr>
          <a:xfrm>
            <a:off x="17452086" y="8716362"/>
            <a:ext cx="5680989" cy="3780440"/>
          </a:xfrm>
          <a:prstGeom prst="rect">
            <a:avLst/>
          </a:prstGeom>
          <a:noFill/>
        </p:spPr>
      </p:pic>
    </p:spTree>
    <p:extLst>
      <p:ext uri="{BB962C8B-B14F-4D97-AF65-F5344CB8AC3E}">
        <p14:creationId xmlns:p14="http://schemas.microsoft.com/office/powerpoint/2010/main" val="141583975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4055EE-9576-EE22-81E8-613F3EBB32C2}"/>
              </a:ext>
            </a:extLst>
          </p:cNvPr>
          <p:cNvSpPr>
            <a:spLocks noGrp="1"/>
          </p:cNvSpPr>
          <p:nvPr>
            <p:ph type="title" idx="4294967295"/>
          </p:nvPr>
        </p:nvSpPr>
        <p:spPr>
          <a:xfrm>
            <a:off x="1144986" y="477078"/>
            <a:ext cx="22037040" cy="2868830"/>
          </a:xfrm>
        </p:spPr>
        <p:txBody>
          <a:bodyPr vert="horz" lIns="91440" tIns="45720" rIns="91440" bIns="45720" rtlCol="0" anchor="b">
            <a:normAutofit/>
          </a:bodyPr>
          <a:lstStyle/>
          <a:p>
            <a:pPr defTabSz="914400"/>
            <a:r>
              <a:rPr lang="en-US" sz="10800"/>
              <a:t>Parrot </a:t>
            </a: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149AFD8-FA8D-2AB3-6A16-B4B84C75A9EE}"/>
              </a:ext>
            </a:extLst>
          </p:cNvPr>
          <p:cNvSpPr>
            <a:spLocks noGrp="1"/>
          </p:cNvSpPr>
          <p:nvPr>
            <p:ph idx="4294967295"/>
          </p:nvPr>
        </p:nvSpPr>
        <p:spPr>
          <a:xfrm>
            <a:off x="1144986" y="4142632"/>
            <a:ext cx="13427104" cy="8238344"/>
          </a:xfrm>
        </p:spPr>
        <p:txBody>
          <a:bodyPr vert="horz" lIns="91440" tIns="45720" rIns="91440" bIns="45720" rtlCol="0" anchor="t">
            <a:normAutofit/>
          </a:bodyPr>
          <a:lstStyle/>
          <a:p>
            <a:pPr indent="-228600" defTabSz="914400">
              <a:spcBef>
                <a:spcPts val="0"/>
              </a:spcBef>
            </a:pPr>
            <a:r>
              <a:rPr lang="en-US" sz="2400" b="0" i="0">
                <a:effectLst/>
              </a:rPr>
              <a:t>Parrot Security OS es una distribución de Linux basada en Debian, que se enfoca en la seguridad y privacidad de la información. Es un sistema operativo diseñado para realizar pruebas de penetración, evaluaciones de seguridad y análisis forense. Además, también se puede utilizar como un sistema operativo diario para realizar tareas cotidianas.</a:t>
            </a:r>
          </a:p>
          <a:p>
            <a:pPr indent="-228600" defTabSz="914400"/>
            <a:r>
              <a:rPr lang="en-US" sz="2400" b="1"/>
              <a:t>Metasploit Framework</a:t>
            </a:r>
            <a:r>
              <a:rPr lang="en-US" sz="2400"/>
              <a:t>: una de las herramientas más populares para pruebas de penetración, que permite a los usuarios identificar y explotar vulnerabilidades en sistemas informáticos.</a:t>
            </a:r>
          </a:p>
          <a:p>
            <a:pPr indent="-228600" defTabSz="914400">
              <a:spcBef>
                <a:spcPts val="0"/>
              </a:spcBef>
            </a:pPr>
            <a:r>
              <a:rPr lang="en-US" sz="2400" b="1"/>
              <a:t>Nmap</a:t>
            </a:r>
            <a:r>
              <a:rPr lang="en-US" sz="2400"/>
              <a:t>: una herramienta de exploración de redes que permite a los usuarios descubrir dispositivos conectados a una red y obtener información detallada sobre ellos.</a:t>
            </a:r>
          </a:p>
          <a:p>
            <a:pPr indent="-228600" defTabSz="914400">
              <a:spcBef>
                <a:spcPts val="0"/>
              </a:spcBef>
            </a:pPr>
            <a:r>
              <a:rPr lang="en-US" sz="2400" b="1"/>
              <a:t>Wireshark</a:t>
            </a:r>
            <a:r>
              <a:rPr lang="en-US" sz="2400"/>
              <a:t>: una herramienta de análisis de tráfico de red que permite a los usuarios capturar y analizar el tráfico de red en tiempo real.</a:t>
            </a:r>
          </a:p>
          <a:p>
            <a:pPr indent="-228600" defTabSz="914400">
              <a:spcBef>
                <a:spcPts val="1200"/>
              </a:spcBef>
            </a:pPr>
            <a:r>
              <a:rPr lang="en-US" sz="2400" b="1"/>
              <a:t>Aircrack-ng</a:t>
            </a:r>
            <a:r>
              <a:rPr lang="en-US" sz="2400"/>
              <a:t>: una herramienta para pruebas de penetración inalámbrica que permite a los usuarios monitorear y analizar redes inalámbricas y recuperar contraseñas WEP y WPA.</a:t>
            </a:r>
          </a:p>
          <a:p>
            <a:pPr indent="-228600" defTabSz="914400">
              <a:spcBef>
                <a:spcPts val="1200"/>
              </a:spcBef>
            </a:pPr>
            <a:r>
              <a:rPr lang="en-US" sz="2400" b="1"/>
              <a:t>John the Ripper</a:t>
            </a:r>
            <a:r>
              <a:rPr lang="en-US" sz="2400"/>
              <a:t>: una herramienta de cracking de contraseñas que permite a los usuarios probar la fortaleza de las contraseñas y descifrarlas si es posible.</a:t>
            </a:r>
          </a:p>
          <a:p>
            <a:pPr indent="-228600" defTabSz="914400">
              <a:spcBef>
                <a:spcPts val="1200"/>
              </a:spcBef>
            </a:pPr>
            <a:r>
              <a:rPr lang="en-US" sz="2400" b="1"/>
              <a:t>Hydra: </a:t>
            </a:r>
            <a:r>
              <a:rPr lang="en-US" sz="2400"/>
              <a:t>una herramienta de ataque de fuerza bruta que permite a los usuarios probar la fortaleza de las contraseñas en servicios como FTP, SSH y Telnet.</a:t>
            </a:r>
          </a:p>
          <a:p>
            <a:pPr indent="-228600" defTabSz="914400">
              <a:spcBef>
                <a:spcPts val="1200"/>
              </a:spcBef>
            </a:pPr>
            <a:r>
              <a:rPr lang="en-US" sz="2400" b="1"/>
              <a:t>Burp Suite</a:t>
            </a:r>
            <a:r>
              <a:rPr lang="en-US" sz="2400"/>
              <a:t>: una herramienta de pruebas de seguridad web que permite a los usuarios probar la seguridad de las aplicaciones web y encontrar vulnerabilidades como inyecciones SQL y XSS.</a:t>
            </a:r>
          </a:p>
          <a:p>
            <a:pPr indent="-228600" defTabSz="914400">
              <a:spcBef>
                <a:spcPts val="0"/>
              </a:spcBef>
            </a:pPr>
            <a:endParaRPr lang="en-US" sz="2400"/>
          </a:p>
        </p:txBody>
      </p:sp>
      <p:pic>
        <p:nvPicPr>
          <p:cNvPr id="4" name="Google Shape;135;p8" descr="Cómo protegerse de los virus, piratas informáticos y demás ataques? |  Tecnología - ComputerHoy.com">
            <a:extLst>
              <a:ext uri="{FF2B5EF4-FFF2-40B4-BE49-F238E27FC236}">
                <a16:creationId xmlns:a16="http://schemas.microsoft.com/office/drawing/2014/main" id="{19671B8A-6885-173D-B431-4ACEB1F44484}"/>
              </a:ext>
            </a:extLst>
          </p:cNvPr>
          <p:cNvPicPr preferRelativeResize="0"/>
          <p:nvPr/>
        </p:nvPicPr>
        <p:blipFill rotWithShape="1">
          <a:blip r:embed="rId2"/>
          <a:srcRect l="20442" r="15538" b="1"/>
          <a:stretch/>
        </p:blipFill>
        <p:spPr>
          <a:xfrm>
            <a:off x="15351316" y="4187952"/>
            <a:ext cx="7882128" cy="8193024"/>
          </a:xfrm>
          <a:prstGeom prst="rect">
            <a:avLst/>
          </a:prstGeom>
          <a:noFill/>
        </p:spPr>
      </p:pic>
      <p:pic>
        <p:nvPicPr>
          <p:cNvPr id="6" name="Imagen 5" descr="Icono&#10;&#10;Descripción generada automáticamente">
            <a:extLst>
              <a:ext uri="{FF2B5EF4-FFF2-40B4-BE49-F238E27FC236}">
                <a16:creationId xmlns:a16="http://schemas.microsoft.com/office/drawing/2014/main" id="{A24D1591-42C2-9DB2-53D4-773936A1C4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0847" y="0"/>
            <a:ext cx="1131953" cy="1073150"/>
          </a:xfrm>
          <a:prstGeom prst="rect">
            <a:avLst/>
          </a:prstGeom>
        </p:spPr>
      </p:pic>
    </p:spTree>
    <p:extLst>
      <p:ext uri="{BB962C8B-B14F-4D97-AF65-F5344CB8AC3E}">
        <p14:creationId xmlns:p14="http://schemas.microsoft.com/office/powerpoint/2010/main" val="35584748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45B2B746-00B8-D99E-30D8-D88F7561F02E}"/>
              </a:ext>
            </a:extLst>
          </p:cNvPr>
          <p:cNvSpPr txBox="1"/>
          <p:nvPr/>
        </p:nvSpPr>
        <p:spPr>
          <a:xfrm>
            <a:off x="1144986" y="477078"/>
            <a:ext cx="22037040" cy="286883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lIns="91440" tIns="45720" rIns="91440" bIns="45720" numCol="1" spcCol="38100" rtlCol="0" anchor="b">
            <a:normAutofit/>
          </a:bodyPr>
          <a:lstStyle/>
          <a:p>
            <a:pPr marL="0" marR="0" indent="0" fontAlgn="auto">
              <a:lnSpc>
                <a:spcPct val="90000"/>
              </a:lnSpc>
              <a:spcBef>
                <a:spcPct val="0"/>
              </a:spcBef>
              <a:spcAft>
                <a:spcPts val="600"/>
              </a:spcAft>
              <a:buClrTx/>
              <a:buSzTx/>
              <a:tabLst/>
            </a:pPr>
            <a:r>
              <a:rPr kumimoji="0" lang="en-US" sz="10800" b="0" i="0" u="none" strike="noStrike" cap="none" spc="0" normalizeH="0" baseline="0" dirty="0">
                <a:ln>
                  <a:noFill/>
                </a:ln>
                <a:effectLst/>
                <a:uFillTx/>
                <a:latin typeface="+mj-lt"/>
                <a:ea typeface="+mj-ea"/>
                <a:cs typeface="+mj-cs"/>
                <a:sym typeface="Lato Regular"/>
              </a:rPr>
              <a:t>Que es la </a:t>
            </a:r>
            <a:r>
              <a:rPr kumimoji="0" lang="en-US" sz="10800" b="0" i="0" u="none" strike="noStrike" cap="none" spc="0" normalizeH="0" baseline="0" dirty="0" err="1">
                <a:ln>
                  <a:noFill/>
                </a:ln>
                <a:effectLst/>
                <a:uFillTx/>
                <a:latin typeface="+mj-lt"/>
                <a:ea typeface="+mj-ea"/>
                <a:cs typeface="+mj-cs"/>
                <a:sym typeface="Lato Regular"/>
              </a:rPr>
              <a:t>encriptación</a:t>
            </a:r>
            <a:endParaRPr kumimoji="0" lang="en-US" sz="10800" b="0" i="0" u="none" strike="noStrike" cap="none" spc="0" normalizeH="0" baseline="0" dirty="0">
              <a:ln>
                <a:noFill/>
              </a:ln>
              <a:effectLst/>
              <a:uFillTx/>
              <a:latin typeface="+mj-lt"/>
              <a:ea typeface="+mj-ea"/>
              <a:cs typeface="+mj-cs"/>
              <a:sym typeface="Lato Regular"/>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4986" y="3363088"/>
            <a:ext cx="21945600" cy="36576"/>
          </a:xfrm>
          <a:custGeom>
            <a:avLst/>
            <a:gdLst>
              <a:gd name="connsiteX0" fmla="*/ 0 w 21945600"/>
              <a:gd name="connsiteY0" fmla="*/ 0 h 36576"/>
              <a:gd name="connsiteX1" fmla="*/ 905256 w 21945600"/>
              <a:gd name="connsiteY1" fmla="*/ 0 h 36576"/>
              <a:gd name="connsiteX2" fmla="*/ 1810512 w 21945600"/>
              <a:gd name="connsiteY2" fmla="*/ 0 h 36576"/>
              <a:gd name="connsiteX3" fmla="*/ 2057400 w 21945600"/>
              <a:gd name="connsiteY3" fmla="*/ 0 h 36576"/>
              <a:gd name="connsiteX4" fmla="*/ 2743200 w 21945600"/>
              <a:gd name="connsiteY4" fmla="*/ 0 h 36576"/>
              <a:gd name="connsiteX5" fmla="*/ 3867912 w 21945600"/>
              <a:gd name="connsiteY5" fmla="*/ 0 h 36576"/>
              <a:gd name="connsiteX6" fmla="*/ 4114800 w 21945600"/>
              <a:gd name="connsiteY6" fmla="*/ 0 h 36576"/>
              <a:gd name="connsiteX7" fmla="*/ 4800600 w 21945600"/>
              <a:gd name="connsiteY7" fmla="*/ 0 h 36576"/>
              <a:gd name="connsiteX8" fmla="*/ 5486400 w 21945600"/>
              <a:gd name="connsiteY8" fmla="*/ 0 h 36576"/>
              <a:gd name="connsiteX9" fmla="*/ 5513832 w 21945600"/>
              <a:gd name="connsiteY9" fmla="*/ 0 h 36576"/>
              <a:gd name="connsiteX10" fmla="*/ 5760720 w 21945600"/>
              <a:gd name="connsiteY10" fmla="*/ 0 h 36576"/>
              <a:gd name="connsiteX11" fmla="*/ 6007608 w 21945600"/>
              <a:gd name="connsiteY11" fmla="*/ 0 h 36576"/>
              <a:gd name="connsiteX12" fmla="*/ 6693408 w 21945600"/>
              <a:gd name="connsiteY12" fmla="*/ 0 h 36576"/>
              <a:gd name="connsiteX13" fmla="*/ 7818120 w 21945600"/>
              <a:gd name="connsiteY13" fmla="*/ 0 h 36576"/>
              <a:gd name="connsiteX14" fmla="*/ 8065008 w 21945600"/>
              <a:gd name="connsiteY14" fmla="*/ 0 h 36576"/>
              <a:gd name="connsiteX15" fmla="*/ 9189720 w 21945600"/>
              <a:gd name="connsiteY15" fmla="*/ 0 h 36576"/>
              <a:gd name="connsiteX16" fmla="*/ 9436608 w 21945600"/>
              <a:gd name="connsiteY16" fmla="*/ 0 h 36576"/>
              <a:gd name="connsiteX17" fmla="*/ 10122408 w 21945600"/>
              <a:gd name="connsiteY17" fmla="*/ 0 h 36576"/>
              <a:gd name="connsiteX18" fmla="*/ 10369296 w 21945600"/>
              <a:gd name="connsiteY18" fmla="*/ 0 h 36576"/>
              <a:gd name="connsiteX19" fmla="*/ 10835640 w 21945600"/>
              <a:gd name="connsiteY19" fmla="*/ 0 h 36576"/>
              <a:gd name="connsiteX20" fmla="*/ 11521440 w 21945600"/>
              <a:gd name="connsiteY20" fmla="*/ 0 h 36576"/>
              <a:gd name="connsiteX21" fmla="*/ 12646152 w 21945600"/>
              <a:gd name="connsiteY21" fmla="*/ 0 h 36576"/>
              <a:gd name="connsiteX22" fmla="*/ 13551408 w 21945600"/>
              <a:gd name="connsiteY22" fmla="*/ 0 h 36576"/>
              <a:gd name="connsiteX23" fmla="*/ 14017752 w 21945600"/>
              <a:gd name="connsiteY23" fmla="*/ 0 h 36576"/>
              <a:gd name="connsiteX24" fmla="*/ 14264640 w 21945600"/>
              <a:gd name="connsiteY24" fmla="*/ 0 h 36576"/>
              <a:gd name="connsiteX25" fmla="*/ 15169896 w 21945600"/>
              <a:gd name="connsiteY25" fmla="*/ 0 h 36576"/>
              <a:gd name="connsiteX26" fmla="*/ 15636240 w 21945600"/>
              <a:gd name="connsiteY26" fmla="*/ 0 h 36576"/>
              <a:gd name="connsiteX27" fmla="*/ 16102584 w 21945600"/>
              <a:gd name="connsiteY27" fmla="*/ 0 h 36576"/>
              <a:gd name="connsiteX28" fmla="*/ 16130016 w 21945600"/>
              <a:gd name="connsiteY28" fmla="*/ 0 h 36576"/>
              <a:gd name="connsiteX29" fmla="*/ 17254728 w 21945600"/>
              <a:gd name="connsiteY29" fmla="*/ 0 h 36576"/>
              <a:gd name="connsiteX30" fmla="*/ 18159984 w 21945600"/>
              <a:gd name="connsiteY30" fmla="*/ 0 h 36576"/>
              <a:gd name="connsiteX31" fmla="*/ 19065240 w 21945600"/>
              <a:gd name="connsiteY31" fmla="*/ 0 h 36576"/>
              <a:gd name="connsiteX32" fmla="*/ 19092672 w 21945600"/>
              <a:gd name="connsiteY32" fmla="*/ 0 h 36576"/>
              <a:gd name="connsiteX33" fmla="*/ 19120104 w 21945600"/>
              <a:gd name="connsiteY33" fmla="*/ 0 h 36576"/>
              <a:gd name="connsiteX34" fmla="*/ 19147536 w 21945600"/>
              <a:gd name="connsiteY34" fmla="*/ 0 h 36576"/>
              <a:gd name="connsiteX35" fmla="*/ 19833336 w 21945600"/>
              <a:gd name="connsiteY35" fmla="*/ 0 h 36576"/>
              <a:gd name="connsiteX36" fmla="*/ 20738592 w 21945600"/>
              <a:gd name="connsiteY36" fmla="*/ 0 h 36576"/>
              <a:gd name="connsiteX37" fmla="*/ 21945600 w 21945600"/>
              <a:gd name="connsiteY37" fmla="*/ 0 h 36576"/>
              <a:gd name="connsiteX38" fmla="*/ 21945600 w 21945600"/>
              <a:gd name="connsiteY38" fmla="*/ 36576 h 36576"/>
              <a:gd name="connsiteX39" fmla="*/ 20820888 w 21945600"/>
              <a:gd name="connsiteY39" fmla="*/ 36576 h 36576"/>
              <a:gd name="connsiteX40" fmla="*/ 20354544 w 21945600"/>
              <a:gd name="connsiteY40" fmla="*/ 36576 h 36576"/>
              <a:gd name="connsiteX41" fmla="*/ 20327112 w 21945600"/>
              <a:gd name="connsiteY41" fmla="*/ 36576 h 36576"/>
              <a:gd name="connsiteX42" fmla="*/ 19421856 w 21945600"/>
              <a:gd name="connsiteY42" fmla="*/ 36576 h 36576"/>
              <a:gd name="connsiteX43" fmla="*/ 18516600 w 21945600"/>
              <a:gd name="connsiteY43" fmla="*/ 36576 h 36576"/>
              <a:gd name="connsiteX44" fmla="*/ 17830800 w 21945600"/>
              <a:gd name="connsiteY44" fmla="*/ 36576 h 36576"/>
              <a:gd name="connsiteX45" fmla="*/ 17583912 w 21945600"/>
              <a:gd name="connsiteY45" fmla="*/ 36576 h 36576"/>
              <a:gd name="connsiteX46" fmla="*/ 16898112 w 21945600"/>
              <a:gd name="connsiteY46" fmla="*/ 36576 h 36576"/>
              <a:gd name="connsiteX47" fmla="*/ 15992856 w 21945600"/>
              <a:gd name="connsiteY47" fmla="*/ 36576 h 36576"/>
              <a:gd name="connsiteX48" fmla="*/ 15087600 w 21945600"/>
              <a:gd name="connsiteY48" fmla="*/ 36576 h 36576"/>
              <a:gd name="connsiteX49" fmla="*/ 14840712 w 21945600"/>
              <a:gd name="connsiteY49" fmla="*/ 36576 h 36576"/>
              <a:gd name="connsiteX50" fmla="*/ 13716000 w 21945600"/>
              <a:gd name="connsiteY50" fmla="*/ 36576 h 36576"/>
              <a:gd name="connsiteX51" fmla="*/ 13688568 w 21945600"/>
              <a:gd name="connsiteY51" fmla="*/ 36576 h 36576"/>
              <a:gd name="connsiteX52" fmla="*/ 13441680 w 21945600"/>
              <a:gd name="connsiteY52" fmla="*/ 36576 h 36576"/>
              <a:gd name="connsiteX53" fmla="*/ 12975336 w 21945600"/>
              <a:gd name="connsiteY53" fmla="*/ 36576 h 36576"/>
              <a:gd name="connsiteX54" fmla="*/ 12070080 w 21945600"/>
              <a:gd name="connsiteY54" fmla="*/ 36576 h 36576"/>
              <a:gd name="connsiteX55" fmla="*/ 11164824 w 21945600"/>
              <a:gd name="connsiteY55" fmla="*/ 36576 h 36576"/>
              <a:gd name="connsiteX56" fmla="*/ 10040112 w 21945600"/>
              <a:gd name="connsiteY56" fmla="*/ 36576 h 36576"/>
              <a:gd name="connsiteX57" fmla="*/ 8915400 w 21945600"/>
              <a:gd name="connsiteY57" fmla="*/ 36576 h 36576"/>
              <a:gd name="connsiteX58" fmla="*/ 8010144 w 21945600"/>
              <a:gd name="connsiteY58" fmla="*/ 36576 h 36576"/>
              <a:gd name="connsiteX59" fmla="*/ 7324344 w 21945600"/>
              <a:gd name="connsiteY59" fmla="*/ 36576 h 36576"/>
              <a:gd name="connsiteX60" fmla="*/ 7077456 w 21945600"/>
              <a:gd name="connsiteY60" fmla="*/ 36576 h 36576"/>
              <a:gd name="connsiteX61" fmla="*/ 6172200 w 21945600"/>
              <a:gd name="connsiteY61" fmla="*/ 36576 h 36576"/>
              <a:gd name="connsiteX62" fmla="*/ 5266944 w 21945600"/>
              <a:gd name="connsiteY62" fmla="*/ 36576 h 36576"/>
              <a:gd name="connsiteX63" fmla="*/ 5020056 w 21945600"/>
              <a:gd name="connsiteY63" fmla="*/ 36576 h 36576"/>
              <a:gd name="connsiteX64" fmla="*/ 4553712 w 21945600"/>
              <a:gd name="connsiteY64" fmla="*/ 36576 h 36576"/>
              <a:gd name="connsiteX65" fmla="*/ 4087368 w 21945600"/>
              <a:gd name="connsiteY65" fmla="*/ 36576 h 36576"/>
              <a:gd name="connsiteX66" fmla="*/ 3621024 w 21945600"/>
              <a:gd name="connsiteY66" fmla="*/ 36576 h 36576"/>
              <a:gd name="connsiteX67" fmla="*/ 2715768 w 21945600"/>
              <a:gd name="connsiteY67" fmla="*/ 36576 h 36576"/>
              <a:gd name="connsiteX68" fmla="*/ 2249424 w 21945600"/>
              <a:gd name="connsiteY68" fmla="*/ 36576 h 36576"/>
              <a:gd name="connsiteX69" fmla="*/ 1124712 w 21945600"/>
              <a:gd name="connsiteY69" fmla="*/ 36576 h 36576"/>
              <a:gd name="connsiteX70" fmla="*/ 0 w 21945600"/>
              <a:gd name="connsiteY70" fmla="*/ 36576 h 36576"/>
              <a:gd name="connsiteX71" fmla="*/ 0 w 21945600"/>
              <a:gd name="connsiteY7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1945600" h="36576" fill="none" extrusionOk="0">
                <a:moveTo>
                  <a:pt x="0" y="0"/>
                </a:moveTo>
                <a:cubicBezTo>
                  <a:pt x="421743" y="26373"/>
                  <a:pt x="546320" y="15739"/>
                  <a:pt x="905256" y="0"/>
                </a:cubicBezTo>
                <a:cubicBezTo>
                  <a:pt x="1264192" y="-15739"/>
                  <a:pt x="1386536" y="-15656"/>
                  <a:pt x="1810512" y="0"/>
                </a:cubicBezTo>
                <a:cubicBezTo>
                  <a:pt x="2234488" y="15656"/>
                  <a:pt x="1998624" y="3590"/>
                  <a:pt x="2057400" y="0"/>
                </a:cubicBezTo>
                <a:cubicBezTo>
                  <a:pt x="2116176" y="-3590"/>
                  <a:pt x="2603764" y="-6151"/>
                  <a:pt x="2743200" y="0"/>
                </a:cubicBezTo>
                <a:cubicBezTo>
                  <a:pt x="2882636" y="6151"/>
                  <a:pt x="3353150" y="46913"/>
                  <a:pt x="3867912" y="0"/>
                </a:cubicBezTo>
                <a:cubicBezTo>
                  <a:pt x="4382674" y="-46913"/>
                  <a:pt x="4060330" y="5314"/>
                  <a:pt x="4114800" y="0"/>
                </a:cubicBezTo>
                <a:cubicBezTo>
                  <a:pt x="4169270" y="-5314"/>
                  <a:pt x="4534246" y="-31393"/>
                  <a:pt x="4800600" y="0"/>
                </a:cubicBezTo>
                <a:cubicBezTo>
                  <a:pt x="5066954" y="31393"/>
                  <a:pt x="5323745" y="3319"/>
                  <a:pt x="5486400" y="0"/>
                </a:cubicBezTo>
                <a:cubicBezTo>
                  <a:pt x="5649055" y="-3319"/>
                  <a:pt x="5502934" y="-1313"/>
                  <a:pt x="5513832" y="0"/>
                </a:cubicBezTo>
                <a:cubicBezTo>
                  <a:pt x="5524730" y="1313"/>
                  <a:pt x="5659978" y="-12316"/>
                  <a:pt x="5760720" y="0"/>
                </a:cubicBezTo>
                <a:cubicBezTo>
                  <a:pt x="5861462" y="12316"/>
                  <a:pt x="5898932" y="2721"/>
                  <a:pt x="6007608" y="0"/>
                </a:cubicBezTo>
                <a:cubicBezTo>
                  <a:pt x="6116284" y="-2721"/>
                  <a:pt x="6483483" y="-4819"/>
                  <a:pt x="6693408" y="0"/>
                </a:cubicBezTo>
                <a:cubicBezTo>
                  <a:pt x="6903333" y="4819"/>
                  <a:pt x="7588959" y="10934"/>
                  <a:pt x="7818120" y="0"/>
                </a:cubicBezTo>
                <a:cubicBezTo>
                  <a:pt x="8047281" y="-10934"/>
                  <a:pt x="7993804" y="5221"/>
                  <a:pt x="8065008" y="0"/>
                </a:cubicBezTo>
                <a:cubicBezTo>
                  <a:pt x="8136212" y="-5221"/>
                  <a:pt x="8852325" y="51539"/>
                  <a:pt x="9189720" y="0"/>
                </a:cubicBezTo>
                <a:cubicBezTo>
                  <a:pt x="9527115" y="-51539"/>
                  <a:pt x="9324727" y="-6372"/>
                  <a:pt x="9436608" y="0"/>
                </a:cubicBezTo>
                <a:cubicBezTo>
                  <a:pt x="9548489" y="6372"/>
                  <a:pt x="9796505" y="23327"/>
                  <a:pt x="10122408" y="0"/>
                </a:cubicBezTo>
                <a:cubicBezTo>
                  <a:pt x="10448311" y="-23327"/>
                  <a:pt x="10318828" y="6963"/>
                  <a:pt x="10369296" y="0"/>
                </a:cubicBezTo>
                <a:cubicBezTo>
                  <a:pt x="10419764" y="-6963"/>
                  <a:pt x="10716126" y="-4982"/>
                  <a:pt x="10835640" y="0"/>
                </a:cubicBezTo>
                <a:cubicBezTo>
                  <a:pt x="10955154" y="4982"/>
                  <a:pt x="11219367" y="17886"/>
                  <a:pt x="11521440" y="0"/>
                </a:cubicBezTo>
                <a:cubicBezTo>
                  <a:pt x="11823513" y="-17886"/>
                  <a:pt x="12367047" y="-46479"/>
                  <a:pt x="12646152" y="0"/>
                </a:cubicBezTo>
                <a:cubicBezTo>
                  <a:pt x="12925257" y="46479"/>
                  <a:pt x="13338284" y="-26830"/>
                  <a:pt x="13551408" y="0"/>
                </a:cubicBezTo>
                <a:cubicBezTo>
                  <a:pt x="13764532" y="26830"/>
                  <a:pt x="13846967" y="12769"/>
                  <a:pt x="14017752" y="0"/>
                </a:cubicBezTo>
                <a:cubicBezTo>
                  <a:pt x="14188537" y="-12769"/>
                  <a:pt x="14162126" y="4714"/>
                  <a:pt x="14264640" y="0"/>
                </a:cubicBezTo>
                <a:cubicBezTo>
                  <a:pt x="14367154" y="-4714"/>
                  <a:pt x="14751879" y="36146"/>
                  <a:pt x="15169896" y="0"/>
                </a:cubicBezTo>
                <a:cubicBezTo>
                  <a:pt x="15587913" y="-36146"/>
                  <a:pt x="15406707" y="17941"/>
                  <a:pt x="15636240" y="0"/>
                </a:cubicBezTo>
                <a:cubicBezTo>
                  <a:pt x="15865773" y="-17941"/>
                  <a:pt x="15889022" y="-14655"/>
                  <a:pt x="16102584" y="0"/>
                </a:cubicBezTo>
                <a:cubicBezTo>
                  <a:pt x="16316146" y="14655"/>
                  <a:pt x="16124510" y="870"/>
                  <a:pt x="16130016" y="0"/>
                </a:cubicBezTo>
                <a:cubicBezTo>
                  <a:pt x="16135522" y="-870"/>
                  <a:pt x="16815084" y="42640"/>
                  <a:pt x="17254728" y="0"/>
                </a:cubicBezTo>
                <a:cubicBezTo>
                  <a:pt x="17694372" y="-42640"/>
                  <a:pt x="17737816" y="21051"/>
                  <a:pt x="18159984" y="0"/>
                </a:cubicBezTo>
                <a:cubicBezTo>
                  <a:pt x="18582152" y="-21051"/>
                  <a:pt x="18719883" y="-27879"/>
                  <a:pt x="19065240" y="0"/>
                </a:cubicBezTo>
                <a:cubicBezTo>
                  <a:pt x="19410597" y="27879"/>
                  <a:pt x="19085806" y="974"/>
                  <a:pt x="19092672" y="0"/>
                </a:cubicBezTo>
                <a:cubicBezTo>
                  <a:pt x="19099538" y="-974"/>
                  <a:pt x="19107856" y="-640"/>
                  <a:pt x="19120104" y="0"/>
                </a:cubicBezTo>
                <a:cubicBezTo>
                  <a:pt x="19132352" y="640"/>
                  <a:pt x="19142037" y="-152"/>
                  <a:pt x="19147536" y="0"/>
                </a:cubicBezTo>
                <a:cubicBezTo>
                  <a:pt x="19153035" y="152"/>
                  <a:pt x="19534636" y="-13012"/>
                  <a:pt x="19833336" y="0"/>
                </a:cubicBezTo>
                <a:cubicBezTo>
                  <a:pt x="20132036" y="13012"/>
                  <a:pt x="20306411" y="18934"/>
                  <a:pt x="20738592" y="0"/>
                </a:cubicBezTo>
                <a:cubicBezTo>
                  <a:pt x="21170773" y="-18934"/>
                  <a:pt x="21426379" y="57975"/>
                  <a:pt x="21945600" y="0"/>
                </a:cubicBezTo>
                <a:cubicBezTo>
                  <a:pt x="21944920" y="15182"/>
                  <a:pt x="21945031" y="28240"/>
                  <a:pt x="21945600" y="36576"/>
                </a:cubicBezTo>
                <a:cubicBezTo>
                  <a:pt x="21720449" y="-15473"/>
                  <a:pt x="21092984" y="17470"/>
                  <a:pt x="20820888" y="36576"/>
                </a:cubicBezTo>
                <a:cubicBezTo>
                  <a:pt x="20548792" y="55682"/>
                  <a:pt x="20467037" y="21195"/>
                  <a:pt x="20354544" y="36576"/>
                </a:cubicBezTo>
                <a:cubicBezTo>
                  <a:pt x="20242051" y="51957"/>
                  <a:pt x="20337363" y="36164"/>
                  <a:pt x="20327112" y="36576"/>
                </a:cubicBezTo>
                <a:cubicBezTo>
                  <a:pt x="20316861" y="36988"/>
                  <a:pt x="19714624" y="67514"/>
                  <a:pt x="19421856" y="36576"/>
                </a:cubicBezTo>
                <a:cubicBezTo>
                  <a:pt x="19129088" y="5638"/>
                  <a:pt x="18900022" y="28604"/>
                  <a:pt x="18516600" y="36576"/>
                </a:cubicBezTo>
                <a:cubicBezTo>
                  <a:pt x="18133178" y="44548"/>
                  <a:pt x="17998183" y="54905"/>
                  <a:pt x="17830800" y="36576"/>
                </a:cubicBezTo>
                <a:cubicBezTo>
                  <a:pt x="17663417" y="18247"/>
                  <a:pt x="17647160" y="31655"/>
                  <a:pt x="17583912" y="36576"/>
                </a:cubicBezTo>
                <a:cubicBezTo>
                  <a:pt x="17520664" y="41497"/>
                  <a:pt x="17113969" y="48000"/>
                  <a:pt x="16898112" y="36576"/>
                </a:cubicBezTo>
                <a:cubicBezTo>
                  <a:pt x="16682255" y="25152"/>
                  <a:pt x="16396179" y="46024"/>
                  <a:pt x="15992856" y="36576"/>
                </a:cubicBezTo>
                <a:cubicBezTo>
                  <a:pt x="15589533" y="27128"/>
                  <a:pt x="15453003" y="2006"/>
                  <a:pt x="15087600" y="36576"/>
                </a:cubicBezTo>
                <a:cubicBezTo>
                  <a:pt x="14722197" y="71146"/>
                  <a:pt x="14962139" y="43983"/>
                  <a:pt x="14840712" y="36576"/>
                </a:cubicBezTo>
                <a:cubicBezTo>
                  <a:pt x="14719285" y="29169"/>
                  <a:pt x="14031206" y="3235"/>
                  <a:pt x="13716000" y="36576"/>
                </a:cubicBezTo>
                <a:cubicBezTo>
                  <a:pt x="13400794" y="69917"/>
                  <a:pt x="13699702" y="36784"/>
                  <a:pt x="13688568" y="36576"/>
                </a:cubicBezTo>
                <a:cubicBezTo>
                  <a:pt x="13677434" y="36368"/>
                  <a:pt x="13549601" y="44218"/>
                  <a:pt x="13441680" y="36576"/>
                </a:cubicBezTo>
                <a:cubicBezTo>
                  <a:pt x="13333759" y="28934"/>
                  <a:pt x="13194403" y="43582"/>
                  <a:pt x="12975336" y="36576"/>
                </a:cubicBezTo>
                <a:cubicBezTo>
                  <a:pt x="12756269" y="29570"/>
                  <a:pt x="12496698" y="13112"/>
                  <a:pt x="12070080" y="36576"/>
                </a:cubicBezTo>
                <a:cubicBezTo>
                  <a:pt x="11643462" y="60040"/>
                  <a:pt x="11494515" y="20795"/>
                  <a:pt x="11164824" y="36576"/>
                </a:cubicBezTo>
                <a:cubicBezTo>
                  <a:pt x="10835133" y="52357"/>
                  <a:pt x="10303956" y="87952"/>
                  <a:pt x="10040112" y="36576"/>
                </a:cubicBezTo>
                <a:cubicBezTo>
                  <a:pt x="9776268" y="-14800"/>
                  <a:pt x="9309125" y="40826"/>
                  <a:pt x="8915400" y="36576"/>
                </a:cubicBezTo>
                <a:cubicBezTo>
                  <a:pt x="8521675" y="32326"/>
                  <a:pt x="8235592" y="37410"/>
                  <a:pt x="8010144" y="36576"/>
                </a:cubicBezTo>
                <a:cubicBezTo>
                  <a:pt x="7784696" y="35742"/>
                  <a:pt x="7556705" y="26838"/>
                  <a:pt x="7324344" y="36576"/>
                </a:cubicBezTo>
                <a:cubicBezTo>
                  <a:pt x="7091983" y="46314"/>
                  <a:pt x="7169873" y="40000"/>
                  <a:pt x="7077456" y="36576"/>
                </a:cubicBezTo>
                <a:cubicBezTo>
                  <a:pt x="6985039" y="33152"/>
                  <a:pt x="6395767" y="49824"/>
                  <a:pt x="6172200" y="36576"/>
                </a:cubicBezTo>
                <a:cubicBezTo>
                  <a:pt x="5948633" y="23328"/>
                  <a:pt x="5614848" y="11374"/>
                  <a:pt x="5266944" y="36576"/>
                </a:cubicBezTo>
                <a:cubicBezTo>
                  <a:pt x="4919040" y="61778"/>
                  <a:pt x="5134821" y="40448"/>
                  <a:pt x="5020056" y="36576"/>
                </a:cubicBezTo>
                <a:cubicBezTo>
                  <a:pt x="4905291" y="32704"/>
                  <a:pt x="4664972" y="17908"/>
                  <a:pt x="4553712" y="36576"/>
                </a:cubicBezTo>
                <a:cubicBezTo>
                  <a:pt x="4442452" y="55244"/>
                  <a:pt x="4307490" y="36849"/>
                  <a:pt x="4087368" y="36576"/>
                </a:cubicBezTo>
                <a:cubicBezTo>
                  <a:pt x="3867246" y="36303"/>
                  <a:pt x="3812769" y="37964"/>
                  <a:pt x="3621024" y="36576"/>
                </a:cubicBezTo>
                <a:cubicBezTo>
                  <a:pt x="3429279" y="35188"/>
                  <a:pt x="3130207" y="-2472"/>
                  <a:pt x="2715768" y="36576"/>
                </a:cubicBezTo>
                <a:cubicBezTo>
                  <a:pt x="2301329" y="75624"/>
                  <a:pt x="2368981" y="46863"/>
                  <a:pt x="2249424" y="36576"/>
                </a:cubicBezTo>
                <a:cubicBezTo>
                  <a:pt x="2129867" y="26289"/>
                  <a:pt x="1617980" y="52425"/>
                  <a:pt x="1124712" y="36576"/>
                </a:cubicBezTo>
                <a:cubicBezTo>
                  <a:pt x="631444" y="20727"/>
                  <a:pt x="353459" y="68932"/>
                  <a:pt x="0" y="36576"/>
                </a:cubicBezTo>
                <a:cubicBezTo>
                  <a:pt x="-389" y="28441"/>
                  <a:pt x="988" y="11614"/>
                  <a:pt x="0" y="0"/>
                </a:cubicBezTo>
                <a:close/>
              </a:path>
              <a:path w="21945600" h="36576" stroke="0" extrusionOk="0">
                <a:moveTo>
                  <a:pt x="0" y="0"/>
                </a:moveTo>
                <a:cubicBezTo>
                  <a:pt x="78738" y="-6702"/>
                  <a:pt x="124882" y="4427"/>
                  <a:pt x="246888" y="0"/>
                </a:cubicBezTo>
                <a:cubicBezTo>
                  <a:pt x="368894" y="-4427"/>
                  <a:pt x="264772" y="-808"/>
                  <a:pt x="274320" y="0"/>
                </a:cubicBezTo>
                <a:cubicBezTo>
                  <a:pt x="283868" y="808"/>
                  <a:pt x="425686" y="-10995"/>
                  <a:pt x="521208" y="0"/>
                </a:cubicBezTo>
                <a:cubicBezTo>
                  <a:pt x="616730" y="10995"/>
                  <a:pt x="925127" y="26161"/>
                  <a:pt x="1207008" y="0"/>
                </a:cubicBezTo>
                <a:cubicBezTo>
                  <a:pt x="1488889" y="-26161"/>
                  <a:pt x="1863629" y="25804"/>
                  <a:pt x="2112264" y="0"/>
                </a:cubicBezTo>
                <a:cubicBezTo>
                  <a:pt x="2360899" y="-25804"/>
                  <a:pt x="2856157" y="-38525"/>
                  <a:pt x="3236976" y="0"/>
                </a:cubicBezTo>
                <a:cubicBezTo>
                  <a:pt x="3617795" y="38525"/>
                  <a:pt x="4108532" y="-15185"/>
                  <a:pt x="4361688" y="0"/>
                </a:cubicBezTo>
                <a:cubicBezTo>
                  <a:pt x="4614844" y="15185"/>
                  <a:pt x="4684381" y="-14633"/>
                  <a:pt x="4828032" y="0"/>
                </a:cubicBezTo>
                <a:cubicBezTo>
                  <a:pt x="4971683" y="14633"/>
                  <a:pt x="5329982" y="15220"/>
                  <a:pt x="5733288" y="0"/>
                </a:cubicBezTo>
                <a:cubicBezTo>
                  <a:pt x="6136594" y="-15220"/>
                  <a:pt x="6133637" y="-11909"/>
                  <a:pt x="6419088" y="0"/>
                </a:cubicBezTo>
                <a:cubicBezTo>
                  <a:pt x="6704539" y="11909"/>
                  <a:pt x="6686287" y="21630"/>
                  <a:pt x="6885432" y="0"/>
                </a:cubicBezTo>
                <a:cubicBezTo>
                  <a:pt x="7084577" y="-21630"/>
                  <a:pt x="7368157" y="20345"/>
                  <a:pt x="7790688" y="0"/>
                </a:cubicBezTo>
                <a:cubicBezTo>
                  <a:pt x="8213219" y="-20345"/>
                  <a:pt x="7805774" y="-451"/>
                  <a:pt x="7818120" y="0"/>
                </a:cubicBezTo>
                <a:cubicBezTo>
                  <a:pt x="7830466" y="451"/>
                  <a:pt x="8108732" y="-16692"/>
                  <a:pt x="8284464" y="0"/>
                </a:cubicBezTo>
                <a:cubicBezTo>
                  <a:pt x="8460196" y="16692"/>
                  <a:pt x="8710069" y="20479"/>
                  <a:pt x="8970264" y="0"/>
                </a:cubicBezTo>
                <a:cubicBezTo>
                  <a:pt x="9230459" y="-20479"/>
                  <a:pt x="9654070" y="-23489"/>
                  <a:pt x="9875520" y="0"/>
                </a:cubicBezTo>
                <a:cubicBezTo>
                  <a:pt x="10096970" y="23489"/>
                  <a:pt x="10230055" y="14787"/>
                  <a:pt x="10561320" y="0"/>
                </a:cubicBezTo>
                <a:cubicBezTo>
                  <a:pt x="10892585" y="-14787"/>
                  <a:pt x="11355400" y="42062"/>
                  <a:pt x="11686032" y="0"/>
                </a:cubicBezTo>
                <a:cubicBezTo>
                  <a:pt x="12016664" y="-42062"/>
                  <a:pt x="11707139" y="-1040"/>
                  <a:pt x="11713464" y="0"/>
                </a:cubicBezTo>
                <a:cubicBezTo>
                  <a:pt x="11719789" y="1040"/>
                  <a:pt x="12097394" y="2532"/>
                  <a:pt x="12399264" y="0"/>
                </a:cubicBezTo>
                <a:cubicBezTo>
                  <a:pt x="12701134" y="-2532"/>
                  <a:pt x="12419541" y="1081"/>
                  <a:pt x="12426696" y="0"/>
                </a:cubicBezTo>
                <a:cubicBezTo>
                  <a:pt x="12433851" y="-1081"/>
                  <a:pt x="13203091" y="32097"/>
                  <a:pt x="13551408" y="0"/>
                </a:cubicBezTo>
                <a:cubicBezTo>
                  <a:pt x="13899725" y="-32097"/>
                  <a:pt x="13704994" y="4050"/>
                  <a:pt x="13798296" y="0"/>
                </a:cubicBezTo>
                <a:cubicBezTo>
                  <a:pt x="13891598" y="-4050"/>
                  <a:pt x="13819194" y="591"/>
                  <a:pt x="13825728" y="0"/>
                </a:cubicBezTo>
                <a:cubicBezTo>
                  <a:pt x="13832262" y="-591"/>
                  <a:pt x="14247058" y="-30068"/>
                  <a:pt x="14511528" y="0"/>
                </a:cubicBezTo>
                <a:cubicBezTo>
                  <a:pt x="14775998" y="30068"/>
                  <a:pt x="14668616" y="6993"/>
                  <a:pt x="14758416" y="0"/>
                </a:cubicBezTo>
                <a:cubicBezTo>
                  <a:pt x="14848216" y="-6993"/>
                  <a:pt x="15386840" y="3019"/>
                  <a:pt x="15663672" y="0"/>
                </a:cubicBezTo>
                <a:cubicBezTo>
                  <a:pt x="15940504" y="-3019"/>
                  <a:pt x="15823667" y="2894"/>
                  <a:pt x="15910560" y="0"/>
                </a:cubicBezTo>
                <a:cubicBezTo>
                  <a:pt x="15997453" y="-2894"/>
                  <a:pt x="16588125" y="-8530"/>
                  <a:pt x="17035272" y="0"/>
                </a:cubicBezTo>
                <a:cubicBezTo>
                  <a:pt x="17482419" y="8530"/>
                  <a:pt x="17188794" y="6706"/>
                  <a:pt x="17282160" y="0"/>
                </a:cubicBezTo>
                <a:cubicBezTo>
                  <a:pt x="17375526" y="-6706"/>
                  <a:pt x="17472317" y="-5717"/>
                  <a:pt x="17529048" y="0"/>
                </a:cubicBezTo>
                <a:cubicBezTo>
                  <a:pt x="17585779" y="5717"/>
                  <a:pt x="18174415" y="31621"/>
                  <a:pt x="18434304" y="0"/>
                </a:cubicBezTo>
                <a:cubicBezTo>
                  <a:pt x="18694193" y="-31621"/>
                  <a:pt x="19301918" y="29693"/>
                  <a:pt x="19559016" y="0"/>
                </a:cubicBezTo>
                <a:cubicBezTo>
                  <a:pt x="19816114" y="-29693"/>
                  <a:pt x="19574042" y="702"/>
                  <a:pt x="19586448" y="0"/>
                </a:cubicBezTo>
                <a:cubicBezTo>
                  <a:pt x="19598854" y="-702"/>
                  <a:pt x="20049547" y="-22820"/>
                  <a:pt x="20491704" y="0"/>
                </a:cubicBezTo>
                <a:cubicBezTo>
                  <a:pt x="20933861" y="22820"/>
                  <a:pt x="20755106" y="6629"/>
                  <a:pt x="20958048" y="0"/>
                </a:cubicBezTo>
                <a:cubicBezTo>
                  <a:pt x="21160990" y="-6629"/>
                  <a:pt x="21663188" y="-27211"/>
                  <a:pt x="21945600" y="0"/>
                </a:cubicBezTo>
                <a:cubicBezTo>
                  <a:pt x="21944964" y="7863"/>
                  <a:pt x="21943820" y="25698"/>
                  <a:pt x="21945600" y="36576"/>
                </a:cubicBezTo>
                <a:cubicBezTo>
                  <a:pt x="21738864" y="-5974"/>
                  <a:pt x="21483832" y="56357"/>
                  <a:pt x="21040344" y="36576"/>
                </a:cubicBezTo>
                <a:cubicBezTo>
                  <a:pt x="20596856" y="16795"/>
                  <a:pt x="20741173" y="55968"/>
                  <a:pt x="20574000" y="36576"/>
                </a:cubicBezTo>
                <a:cubicBezTo>
                  <a:pt x="20406827" y="17184"/>
                  <a:pt x="20560204" y="36526"/>
                  <a:pt x="20546568" y="36576"/>
                </a:cubicBezTo>
                <a:cubicBezTo>
                  <a:pt x="20532932" y="36626"/>
                  <a:pt x="20530490" y="36880"/>
                  <a:pt x="20519136" y="36576"/>
                </a:cubicBezTo>
                <a:cubicBezTo>
                  <a:pt x="20507782" y="36272"/>
                  <a:pt x="19823262" y="37799"/>
                  <a:pt x="19613880" y="36576"/>
                </a:cubicBezTo>
                <a:cubicBezTo>
                  <a:pt x="19404498" y="35353"/>
                  <a:pt x="19223151" y="67241"/>
                  <a:pt x="18928080" y="36576"/>
                </a:cubicBezTo>
                <a:cubicBezTo>
                  <a:pt x="18633009" y="5911"/>
                  <a:pt x="18160671" y="-11744"/>
                  <a:pt x="17803368" y="36576"/>
                </a:cubicBezTo>
                <a:cubicBezTo>
                  <a:pt x="17446065" y="84896"/>
                  <a:pt x="17412412" y="14966"/>
                  <a:pt x="17117568" y="36576"/>
                </a:cubicBezTo>
                <a:cubicBezTo>
                  <a:pt x="16822724" y="58186"/>
                  <a:pt x="16494673" y="2337"/>
                  <a:pt x="16212312" y="36576"/>
                </a:cubicBezTo>
                <a:cubicBezTo>
                  <a:pt x="15929951" y="70815"/>
                  <a:pt x="15826333" y="11046"/>
                  <a:pt x="15526512" y="36576"/>
                </a:cubicBezTo>
                <a:cubicBezTo>
                  <a:pt x="15226691" y="62106"/>
                  <a:pt x="15082025" y="15118"/>
                  <a:pt x="14840712" y="36576"/>
                </a:cubicBezTo>
                <a:cubicBezTo>
                  <a:pt x="14599399" y="58034"/>
                  <a:pt x="14517430" y="19609"/>
                  <a:pt x="14374368" y="36576"/>
                </a:cubicBezTo>
                <a:cubicBezTo>
                  <a:pt x="14231306" y="53543"/>
                  <a:pt x="13854278" y="2480"/>
                  <a:pt x="13469112" y="36576"/>
                </a:cubicBezTo>
                <a:cubicBezTo>
                  <a:pt x="13083946" y="70672"/>
                  <a:pt x="13086505" y="29507"/>
                  <a:pt x="12783312" y="36576"/>
                </a:cubicBezTo>
                <a:cubicBezTo>
                  <a:pt x="12480119" y="43645"/>
                  <a:pt x="12228847" y="-3513"/>
                  <a:pt x="11878056" y="36576"/>
                </a:cubicBezTo>
                <a:cubicBezTo>
                  <a:pt x="11527265" y="76665"/>
                  <a:pt x="11722541" y="34421"/>
                  <a:pt x="11631168" y="36576"/>
                </a:cubicBezTo>
                <a:cubicBezTo>
                  <a:pt x="11539795" y="38731"/>
                  <a:pt x="11328250" y="26850"/>
                  <a:pt x="11164824" y="36576"/>
                </a:cubicBezTo>
                <a:cubicBezTo>
                  <a:pt x="11001398" y="46302"/>
                  <a:pt x="10673541" y="78959"/>
                  <a:pt x="10259568" y="36576"/>
                </a:cubicBezTo>
                <a:cubicBezTo>
                  <a:pt x="9845595" y="-5807"/>
                  <a:pt x="9733074" y="59393"/>
                  <a:pt x="9573768" y="36576"/>
                </a:cubicBezTo>
                <a:cubicBezTo>
                  <a:pt x="9414462" y="13759"/>
                  <a:pt x="9555544" y="36473"/>
                  <a:pt x="9546336" y="36576"/>
                </a:cubicBezTo>
                <a:cubicBezTo>
                  <a:pt x="9537128" y="36679"/>
                  <a:pt x="8966343" y="25197"/>
                  <a:pt x="8641080" y="36576"/>
                </a:cubicBezTo>
                <a:cubicBezTo>
                  <a:pt x="8315817" y="47955"/>
                  <a:pt x="8340016" y="17323"/>
                  <a:pt x="8174736" y="36576"/>
                </a:cubicBezTo>
                <a:cubicBezTo>
                  <a:pt x="8009456" y="55829"/>
                  <a:pt x="7277736" y="27510"/>
                  <a:pt x="7050024" y="36576"/>
                </a:cubicBezTo>
                <a:cubicBezTo>
                  <a:pt x="6822312" y="45642"/>
                  <a:pt x="7033761" y="37384"/>
                  <a:pt x="7022592" y="36576"/>
                </a:cubicBezTo>
                <a:cubicBezTo>
                  <a:pt x="7011423" y="35768"/>
                  <a:pt x="6523471" y="22547"/>
                  <a:pt x="6117336" y="36576"/>
                </a:cubicBezTo>
                <a:cubicBezTo>
                  <a:pt x="5711201" y="50605"/>
                  <a:pt x="5866816" y="21657"/>
                  <a:pt x="5650992" y="36576"/>
                </a:cubicBezTo>
                <a:cubicBezTo>
                  <a:pt x="5435168" y="51495"/>
                  <a:pt x="5142184" y="50113"/>
                  <a:pt x="4745736" y="36576"/>
                </a:cubicBezTo>
                <a:cubicBezTo>
                  <a:pt x="4349288" y="23039"/>
                  <a:pt x="4567465" y="35506"/>
                  <a:pt x="4498848" y="36576"/>
                </a:cubicBezTo>
                <a:cubicBezTo>
                  <a:pt x="4430231" y="37646"/>
                  <a:pt x="4316854" y="42140"/>
                  <a:pt x="4251960" y="36576"/>
                </a:cubicBezTo>
                <a:cubicBezTo>
                  <a:pt x="4187066" y="31012"/>
                  <a:pt x="4006963" y="35461"/>
                  <a:pt x="3785616" y="36576"/>
                </a:cubicBezTo>
                <a:cubicBezTo>
                  <a:pt x="3564269" y="37691"/>
                  <a:pt x="3513429" y="13694"/>
                  <a:pt x="3319272" y="36576"/>
                </a:cubicBezTo>
                <a:cubicBezTo>
                  <a:pt x="3125115" y="59458"/>
                  <a:pt x="2634641" y="25517"/>
                  <a:pt x="2414016" y="36576"/>
                </a:cubicBezTo>
                <a:cubicBezTo>
                  <a:pt x="2193391" y="47635"/>
                  <a:pt x="2395840" y="37250"/>
                  <a:pt x="2386584" y="36576"/>
                </a:cubicBezTo>
                <a:cubicBezTo>
                  <a:pt x="2377328" y="35902"/>
                  <a:pt x="1545536" y="28507"/>
                  <a:pt x="1261872" y="36576"/>
                </a:cubicBezTo>
                <a:cubicBezTo>
                  <a:pt x="978208" y="44645"/>
                  <a:pt x="1242837" y="35250"/>
                  <a:pt x="1234440" y="36576"/>
                </a:cubicBezTo>
                <a:cubicBezTo>
                  <a:pt x="1226043" y="37902"/>
                  <a:pt x="282424" y="83210"/>
                  <a:pt x="0" y="36576"/>
                </a:cubicBezTo>
                <a:cubicBezTo>
                  <a:pt x="476" y="24480"/>
                  <a:pt x="-366" y="10102"/>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488A7B65-F71F-3983-2CF2-A1506A59A011}"/>
              </a:ext>
            </a:extLst>
          </p:cNvPr>
          <p:cNvSpPr txBox="1"/>
          <p:nvPr/>
        </p:nvSpPr>
        <p:spPr>
          <a:xfrm>
            <a:off x="1144986" y="4142632"/>
            <a:ext cx="13427104" cy="8238344"/>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800" dirty="0"/>
              <a:t>Hay </a:t>
            </a:r>
            <a:r>
              <a:rPr lang="en-US" sz="2800" dirty="0" err="1"/>
              <a:t>varios</a:t>
            </a:r>
            <a:r>
              <a:rPr lang="en-US" sz="2800" dirty="0"/>
              <a:t> </a:t>
            </a:r>
            <a:r>
              <a:rPr lang="en-US" sz="2800" dirty="0" err="1"/>
              <a:t>sistemas</a:t>
            </a:r>
            <a:r>
              <a:rPr lang="en-US" sz="2800" dirty="0"/>
              <a:t> de </a:t>
            </a:r>
            <a:r>
              <a:rPr lang="en-US" sz="2800" dirty="0" err="1"/>
              <a:t>encriptación</a:t>
            </a:r>
            <a:r>
              <a:rPr lang="en-US" sz="2800" dirty="0"/>
              <a:t> que se </a:t>
            </a:r>
            <a:r>
              <a:rPr lang="en-US" sz="2800" dirty="0" err="1"/>
              <a:t>utilizan</a:t>
            </a:r>
            <a:r>
              <a:rPr lang="en-US" sz="2800" dirty="0"/>
              <a:t> </a:t>
            </a:r>
            <a:r>
              <a:rPr lang="en-US" sz="2800" dirty="0" err="1"/>
              <a:t>comúnmente</a:t>
            </a:r>
            <a:r>
              <a:rPr lang="en-US" sz="2800" dirty="0"/>
              <a:t>, </a:t>
            </a:r>
            <a:r>
              <a:rPr lang="en-US" sz="2800" dirty="0" err="1"/>
              <a:t>algunos</a:t>
            </a:r>
            <a:r>
              <a:rPr lang="en-US" sz="2800" dirty="0"/>
              <a:t> de </a:t>
            </a:r>
            <a:r>
              <a:rPr lang="en-US" sz="2800" dirty="0" err="1"/>
              <a:t>los</a:t>
            </a:r>
            <a:r>
              <a:rPr lang="en-US" sz="2800" dirty="0"/>
              <a:t> </a:t>
            </a:r>
            <a:r>
              <a:rPr lang="en-US" sz="2800" dirty="0" err="1"/>
              <a:t>más</a:t>
            </a:r>
            <a:r>
              <a:rPr lang="en-US" sz="2800" dirty="0"/>
              <a:t> </a:t>
            </a:r>
            <a:r>
              <a:rPr lang="en-US" sz="2800" dirty="0" err="1"/>
              <a:t>conocidos</a:t>
            </a:r>
            <a:r>
              <a:rPr lang="en-US" sz="2800" dirty="0"/>
              <a:t> son:</a:t>
            </a:r>
          </a:p>
          <a:p>
            <a:pPr indent="-228600">
              <a:lnSpc>
                <a:spcPct val="90000"/>
              </a:lnSpc>
              <a:spcAft>
                <a:spcPts val="600"/>
              </a:spcAft>
              <a:buFont typeface="Arial" panose="020B0604020202020204" pitchFamily="34" charset="0"/>
              <a:buChar char="•"/>
            </a:pPr>
            <a:r>
              <a:rPr lang="en-US" sz="2800" b="1" dirty="0"/>
              <a:t>AES (Advanced Encryption Standard</a:t>
            </a:r>
            <a:r>
              <a:rPr lang="en-US" sz="2800" dirty="0"/>
              <a:t>): es uno de </a:t>
            </a:r>
            <a:r>
              <a:rPr lang="en-US" sz="2800" dirty="0" err="1"/>
              <a:t>los</a:t>
            </a:r>
            <a:r>
              <a:rPr lang="en-US" sz="2800" dirty="0"/>
              <a:t> </a:t>
            </a:r>
            <a:r>
              <a:rPr lang="en-US" sz="2800" dirty="0" err="1"/>
              <a:t>algoritmos</a:t>
            </a:r>
            <a:r>
              <a:rPr lang="en-US" sz="2800" dirty="0"/>
              <a:t> de </a:t>
            </a:r>
            <a:r>
              <a:rPr lang="en-US" sz="2800" dirty="0" err="1"/>
              <a:t>encriptación</a:t>
            </a:r>
            <a:r>
              <a:rPr lang="en-US" sz="2800" dirty="0"/>
              <a:t> </a:t>
            </a:r>
            <a:r>
              <a:rPr lang="en-US" sz="2800" dirty="0" err="1"/>
              <a:t>más</a:t>
            </a:r>
            <a:r>
              <a:rPr lang="en-US" sz="2800" dirty="0"/>
              <a:t> </a:t>
            </a:r>
            <a:r>
              <a:rPr lang="en-US" sz="2800" dirty="0" err="1"/>
              <a:t>utilizados</a:t>
            </a:r>
            <a:r>
              <a:rPr lang="en-US" sz="2800" dirty="0"/>
              <a:t> </a:t>
            </a:r>
            <a:r>
              <a:rPr lang="en-US" sz="2800" dirty="0" err="1"/>
              <a:t>en</a:t>
            </a:r>
            <a:r>
              <a:rPr lang="en-US" sz="2800" dirty="0"/>
              <a:t> </a:t>
            </a:r>
            <a:r>
              <a:rPr lang="en-US" sz="2800" dirty="0" err="1"/>
              <a:t>todo</a:t>
            </a:r>
            <a:r>
              <a:rPr lang="en-US" sz="2800" dirty="0"/>
              <a:t> </a:t>
            </a:r>
            <a:r>
              <a:rPr lang="en-US" sz="2800" dirty="0" err="1"/>
              <a:t>el</a:t>
            </a:r>
            <a:r>
              <a:rPr lang="en-US" sz="2800" dirty="0"/>
              <a:t> </a:t>
            </a:r>
            <a:r>
              <a:rPr lang="en-US" sz="2800" dirty="0" err="1"/>
              <a:t>mundo</a:t>
            </a:r>
            <a:r>
              <a:rPr lang="en-US" sz="2800" dirty="0"/>
              <a:t>. Fue </a:t>
            </a:r>
            <a:r>
              <a:rPr lang="en-US" sz="2800" dirty="0" err="1"/>
              <a:t>adoptado</a:t>
            </a:r>
            <a:r>
              <a:rPr lang="en-US" sz="2800" dirty="0"/>
              <a:t> </a:t>
            </a:r>
            <a:r>
              <a:rPr lang="en-US" sz="2800" dirty="0" err="1"/>
              <a:t>por</a:t>
            </a:r>
            <a:r>
              <a:rPr lang="en-US" sz="2800" dirty="0"/>
              <a:t> </a:t>
            </a:r>
            <a:r>
              <a:rPr lang="en-US" sz="2800" dirty="0" err="1"/>
              <a:t>el</a:t>
            </a:r>
            <a:r>
              <a:rPr lang="en-US" sz="2800" dirty="0"/>
              <a:t> </a:t>
            </a:r>
            <a:r>
              <a:rPr lang="en-US" sz="2800" dirty="0" err="1"/>
              <a:t>gobierno</a:t>
            </a:r>
            <a:r>
              <a:rPr lang="en-US" sz="2800" dirty="0"/>
              <a:t> de </a:t>
            </a:r>
            <a:r>
              <a:rPr lang="en-US" sz="2800" dirty="0" err="1"/>
              <a:t>los</a:t>
            </a:r>
            <a:r>
              <a:rPr lang="en-US" sz="2800" dirty="0"/>
              <a:t> </a:t>
            </a:r>
            <a:r>
              <a:rPr lang="en-US" sz="2800" dirty="0" err="1"/>
              <a:t>Estados</a:t>
            </a:r>
            <a:r>
              <a:rPr lang="en-US" sz="2800" dirty="0"/>
              <a:t> Unidos </a:t>
            </a:r>
            <a:r>
              <a:rPr lang="en-US" sz="2800" dirty="0" err="1"/>
              <a:t>como</a:t>
            </a:r>
            <a:r>
              <a:rPr lang="en-US" sz="2800" dirty="0"/>
              <a:t> </a:t>
            </a:r>
            <a:r>
              <a:rPr lang="en-US" sz="2800" dirty="0" err="1"/>
              <a:t>el</a:t>
            </a:r>
            <a:r>
              <a:rPr lang="en-US" sz="2800" dirty="0"/>
              <a:t> </a:t>
            </a:r>
            <a:r>
              <a:rPr lang="en-US" sz="2800" dirty="0" err="1"/>
              <a:t>estándar</a:t>
            </a:r>
            <a:r>
              <a:rPr lang="en-US" sz="2800" dirty="0"/>
              <a:t> de </a:t>
            </a:r>
            <a:r>
              <a:rPr lang="en-US" sz="2800" dirty="0" err="1"/>
              <a:t>encriptación</a:t>
            </a:r>
            <a:r>
              <a:rPr lang="en-US" sz="2800" dirty="0"/>
              <a:t> </a:t>
            </a:r>
            <a:r>
              <a:rPr lang="en-US" sz="2800" dirty="0" err="1"/>
              <a:t>en</a:t>
            </a:r>
            <a:r>
              <a:rPr lang="en-US" sz="2800" dirty="0"/>
              <a:t> 2002 y se </a:t>
            </a:r>
            <a:r>
              <a:rPr lang="en-US" sz="2800" dirty="0" err="1"/>
              <a:t>utiliza</a:t>
            </a:r>
            <a:r>
              <a:rPr lang="en-US" sz="2800" dirty="0"/>
              <a:t> para </a:t>
            </a:r>
            <a:r>
              <a:rPr lang="en-US" sz="2800" dirty="0" err="1"/>
              <a:t>proteger</a:t>
            </a:r>
            <a:r>
              <a:rPr lang="en-US" sz="2800" dirty="0"/>
              <a:t> </a:t>
            </a:r>
            <a:r>
              <a:rPr lang="en-US" sz="2800" dirty="0" err="1"/>
              <a:t>datos</a:t>
            </a:r>
            <a:r>
              <a:rPr lang="en-US" sz="2800" dirty="0"/>
              <a:t> </a:t>
            </a:r>
            <a:r>
              <a:rPr lang="en-US" sz="2800" dirty="0" err="1"/>
              <a:t>sensibles</a:t>
            </a:r>
            <a:r>
              <a:rPr lang="en-US" sz="2800" dirty="0"/>
              <a:t> </a:t>
            </a:r>
            <a:r>
              <a:rPr lang="en-US" sz="2800" dirty="0" err="1"/>
              <a:t>en</a:t>
            </a:r>
            <a:r>
              <a:rPr lang="en-US" sz="2800" dirty="0"/>
              <a:t> </a:t>
            </a:r>
            <a:r>
              <a:rPr lang="en-US" sz="2800" dirty="0" err="1"/>
              <a:t>todo</a:t>
            </a:r>
            <a:r>
              <a:rPr lang="en-US" sz="2800" dirty="0"/>
              <a:t> </a:t>
            </a:r>
            <a:r>
              <a:rPr lang="en-US" sz="2800" dirty="0" err="1"/>
              <a:t>tipo</a:t>
            </a:r>
            <a:r>
              <a:rPr lang="en-US" sz="2800" dirty="0"/>
              <a:t> de </a:t>
            </a:r>
            <a:r>
              <a:rPr lang="en-US" sz="2800" dirty="0" err="1"/>
              <a:t>sistemas</a:t>
            </a:r>
            <a:r>
              <a:rPr lang="en-US" sz="2800" dirty="0"/>
              <a:t>.</a:t>
            </a:r>
          </a:p>
          <a:p>
            <a:pPr indent="-228600">
              <a:lnSpc>
                <a:spcPct val="90000"/>
              </a:lnSpc>
              <a:spcAft>
                <a:spcPts val="600"/>
              </a:spcAft>
              <a:buFont typeface="Arial" panose="020B0604020202020204" pitchFamily="34" charset="0"/>
              <a:buChar char="•"/>
            </a:pPr>
            <a:r>
              <a:rPr lang="en-US" sz="2800" b="1" dirty="0"/>
              <a:t>RSA:</a:t>
            </a:r>
            <a:r>
              <a:rPr lang="en-US" sz="2800" dirty="0"/>
              <a:t> es un </a:t>
            </a:r>
            <a:r>
              <a:rPr lang="en-US" sz="2800" dirty="0" err="1"/>
              <a:t>algoritmo</a:t>
            </a:r>
            <a:r>
              <a:rPr lang="en-US" sz="2800" dirty="0"/>
              <a:t> de </a:t>
            </a:r>
            <a:r>
              <a:rPr lang="en-US" sz="2800" dirty="0" err="1"/>
              <a:t>encriptación</a:t>
            </a:r>
            <a:r>
              <a:rPr lang="en-US" sz="2800" dirty="0"/>
              <a:t> de clave </a:t>
            </a:r>
            <a:r>
              <a:rPr lang="en-US" sz="2800" dirty="0" err="1"/>
              <a:t>pública</a:t>
            </a:r>
            <a:r>
              <a:rPr lang="en-US" sz="2800" dirty="0"/>
              <a:t> que se </a:t>
            </a:r>
            <a:r>
              <a:rPr lang="en-US" sz="2800" dirty="0" err="1"/>
              <a:t>utiliza</a:t>
            </a:r>
            <a:r>
              <a:rPr lang="en-US" sz="2800" dirty="0"/>
              <a:t> para </a:t>
            </a:r>
            <a:r>
              <a:rPr lang="en-US" sz="2800" dirty="0" err="1"/>
              <a:t>cifrar</a:t>
            </a:r>
            <a:r>
              <a:rPr lang="en-US" sz="2800" dirty="0"/>
              <a:t> y </a:t>
            </a:r>
            <a:r>
              <a:rPr lang="en-US" sz="2800" dirty="0" err="1"/>
              <a:t>descifrar</a:t>
            </a:r>
            <a:r>
              <a:rPr lang="en-US" sz="2800" dirty="0"/>
              <a:t> </a:t>
            </a:r>
            <a:r>
              <a:rPr lang="en-US" sz="2800" dirty="0" err="1"/>
              <a:t>mensajes</a:t>
            </a:r>
            <a:r>
              <a:rPr lang="en-US" sz="2800" dirty="0"/>
              <a:t>. Se </a:t>
            </a:r>
            <a:r>
              <a:rPr lang="en-US" sz="2800" dirty="0" err="1"/>
              <a:t>basa</a:t>
            </a:r>
            <a:r>
              <a:rPr lang="en-US" sz="2800" dirty="0"/>
              <a:t> </a:t>
            </a:r>
            <a:r>
              <a:rPr lang="en-US" sz="2800" dirty="0" err="1"/>
              <a:t>en</a:t>
            </a:r>
            <a:r>
              <a:rPr lang="en-US" sz="2800" dirty="0"/>
              <a:t> </a:t>
            </a:r>
            <a:r>
              <a:rPr lang="en-US" sz="2800" dirty="0" err="1"/>
              <a:t>el</a:t>
            </a:r>
            <a:r>
              <a:rPr lang="en-US" sz="2800" dirty="0"/>
              <a:t> </a:t>
            </a:r>
            <a:r>
              <a:rPr lang="en-US" sz="2800" dirty="0" err="1"/>
              <a:t>uso</a:t>
            </a:r>
            <a:r>
              <a:rPr lang="en-US" sz="2800" dirty="0"/>
              <a:t> de dos claves </a:t>
            </a:r>
            <a:r>
              <a:rPr lang="en-US" sz="2800" dirty="0" err="1"/>
              <a:t>diferentes</a:t>
            </a:r>
            <a:r>
              <a:rPr lang="en-US" sz="2800" dirty="0"/>
              <a:t>: </a:t>
            </a:r>
            <a:r>
              <a:rPr lang="en-US" sz="2800" dirty="0" err="1"/>
              <a:t>una</a:t>
            </a:r>
            <a:r>
              <a:rPr lang="en-US" sz="2800" dirty="0"/>
              <a:t> clave </a:t>
            </a:r>
            <a:r>
              <a:rPr lang="en-US" sz="2800" dirty="0" err="1"/>
              <a:t>pública</a:t>
            </a:r>
            <a:r>
              <a:rPr lang="en-US" sz="2800" dirty="0"/>
              <a:t> que se </a:t>
            </a:r>
            <a:r>
              <a:rPr lang="en-US" sz="2800" dirty="0" err="1"/>
              <a:t>comparte</a:t>
            </a:r>
            <a:r>
              <a:rPr lang="en-US" sz="2800" dirty="0"/>
              <a:t> con </a:t>
            </a:r>
            <a:r>
              <a:rPr lang="en-US" sz="2800" dirty="0" err="1"/>
              <a:t>otros</a:t>
            </a:r>
            <a:r>
              <a:rPr lang="en-US" sz="2800" dirty="0"/>
              <a:t> </a:t>
            </a:r>
            <a:r>
              <a:rPr lang="en-US" sz="2800" dirty="0" err="1"/>
              <a:t>usuarios</a:t>
            </a:r>
            <a:r>
              <a:rPr lang="en-US" sz="2800" dirty="0"/>
              <a:t> para </a:t>
            </a:r>
            <a:r>
              <a:rPr lang="en-US" sz="2800" dirty="0" err="1"/>
              <a:t>encriptar</a:t>
            </a:r>
            <a:r>
              <a:rPr lang="en-US" sz="2800" dirty="0"/>
              <a:t> </a:t>
            </a:r>
            <a:r>
              <a:rPr lang="en-US" sz="2800" dirty="0" err="1"/>
              <a:t>mensajes</a:t>
            </a:r>
            <a:r>
              <a:rPr lang="en-US" sz="2800" dirty="0"/>
              <a:t> y </a:t>
            </a:r>
            <a:r>
              <a:rPr lang="en-US" sz="2800" dirty="0" err="1"/>
              <a:t>una</a:t>
            </a:r>
            <a:r>
              <a:rPr lang="en-US" sz="2800" dirty="0"/>
              <a:t> clave </a:t>
            </a:r>
            <a:r>
              <a:rPr lang="en-US" sz="2800" dirty="0" err="1"/>
              <a:t>privada</a:t>
            </a:r>
            <a:r>
              <a:rPr lang="en-US" sz="2800" dirty="0"/>
              <a:t> que se </a:t>
            </a:r>
            <a:r>
              <a:rPr lang="en-US" sz="2800" dirty="0" err="1"/>
              <a:t>utiliza</a:t>
            </a:r>
            <a:r>
              <a:rPr lang="en-US" sz="2800" dirty="0"/>
              <a:t> para </a:t>
            </a:r>
            <a:r>
              <a:rPr lang="en-US" sz="2800" dirty="0" err="1"/>
              <a:t>descifrar</a:t>
            </a:r>
            <a:r>
              <a:rPr lang="en-US" sz="2800" dirty="0"/>
              <a:t> </a:t>
            </a:r>
            <a:r>
              <a:rPr lang="en-US" sz="2800" dirty="0" err="1"/>
              <a:t>los</a:t>
            </a:r>
            <a:r>
              <a:rPr lang="en-US" sz="2800" dirty="0"/>
              <a:t> </a:t>
            </a:r>
            <a:r>
              <a:rPr lang="en-US" sz="2800" dirty="0" err="1"/>
              <a:t>mensajes</a:t>
            </a:r>
            <a:r>
              <a:rPr lang="en-US" sz="2800" dirty="0"/>
              <a:t> </a:t>
            </a:r>
            <a:r>
              <a:rPr lang="en-US" sz="2800" dirty="0" err="1"/>
              <a:t>encriptados</a:t>
            </a:r>
            <a:r>
              <a:rPr lang="en-US" sz="2800" dirty="0"/>
              <a:t>.</a:t>
            </a:r>
          </a:p>
          <a:p>
            <a:pPr indent="-228600">
              <a:lnSpc>
                <a:spcPct val="90000"/>
              </a:lnSpc>
              <a:spcAft>
                <a:spcPts val="600"/>
              </a:spcAft>
              <a:buFont typeface="Arial" panose="020B0604020202020204" pitchFamily="34" charset="0"/>
              <a:buChar char="•"/>
            </a:pPr>
            <a:r>
              <a:rPr lang="en-US" sz="2800" b="1" dirty="0"/>
              <a:t>Blowfish: es </a:t>
            </a:r>
            <a:r>
              <a:rPr lang="en-US" sz="2800" dirty="0"/>
              <a:t>un </a:t>
            </a:r>
            <a:r>
              <a:rPr lang="en-US" sz="2800" dirty="0" err="1"/>
              <a:t>algoritmo</a:t>
            </a:r>
            <a:r>
              <a:rPr lang="en-US" sz="2800" dirty="0"/>
              <a:t> de </a:t>
            </a:r>
            <a:r>
              <a:rPr lang="en-US" sz="2800" dirty="0" err="1"/>
              <a:t>encriptación</a:t>
            </a:r>
            <a:r>
              <a:rPr lang="en-US" sz="2800" dirty="0"/>
              <a:t> de clave </a:t>
            </a:r>
            <a:r>
              <a:rPr lang="en-US" sz="2800" dirty="0" err="1"/>
              <a:t>simétrica</a:t>
            </a:r>
            <a:r>
              <a:rPr lang="en-US" sz="2800" dirty="0"/>
              <a:t> que se </a:t>
            </a:r>
            <a:r>
              <a:rPr lang="en-US" sz="2800" dirty="0" err="1"/>
              <a:t>utiliza</a:t>
            </a:r>
            <a:r>
              <a:rPr lang="en-US" sz="2800" dirty="0"/>
              <a:t> </a:t>
            </a:r>
            <a:r>
              <a:rPr lang="en-US" sz="2800" dirty="0" err="1"/>
              <a:t>ampliamente</a:t>
            </a:r>
            <a:r>
              <a:rPr lang="en-US" sz="2800" dirty="0"/>
              <a:t> </a:t>
            </a:r>
            <a:r>
              <a:rPr lang="en-US" sz="2800" dirty="0" err="1"/>
              <a:t>en</a:t>
            </a:r>
            <a:r>
              <a:rPr lang="en-US" sz="2800" dirty="0"/>
              <a:t> </a:t>
            </a:r>
            <a:r>
              <a:rPr lang="en-US" sz="2800" dirty="0" err="1"/>
              <a:t>sistemas</a:t>
            </a:r>
            <a:r>
              <a:rPr lang="en-US" sz="2800" dirty="0"/>
              <a:t> </a:t>
            </a:r>
            <a:r>
              <a:rPr lang="en-US" sz="2800" dirty="0" err="1"/>
              <a:t>operativos</a:t>
            </a:r>
            <a:r>
              <a:rPr lang="en-US" sz="2800" dirty="0"/>
              <a:t> y software de </a:t>
            </a:r>
            <a:r>
              <a:rPr lang="en-US" sz="2800" dirty="0" err="1"/>
              <a:t>seguridad</a:t>
            </a:r>
            <a:r>
              <a:rPr lang="en-US" sz="2800" dirty="0"/>
              <a:t>. Fue </a:t>
            </a:r>
            <a:r>
              <a:rPr lang="en-US" sz="2800" dirty="0" err="1"/>
              <a:t>diseñado</a:t>
            </a:r>
            <a:r>
              <a:rPr lang="en-US" sz="2800" dirty="0"/>
              <a:t> </a:t>
            </a:r>
            <a:r>
              <a:rPr lang="en-US" sz="2800" dirty="0" err="1"/>
              <a:t>por</a:t>
            </a:r>
            <a:r>
              <a:rPr lang="en-US" sz="2800" dirty="0"/>
              <a:t> Bruce Schneier </a:t>
            </a:r>
            <a:r>
              <a:rPr lang="en-US" sz="2800" dirty="0" err="1"/>
              <a:t>en</a:t>
            </a:r>
            <a:r>
              <a:rPr lang="en-US" sz="2800" dirty="0"/>
              <a:t> 1993 y </a:t>
            </a:r>
            <a:r>
              <a:rPr lang="en-US" sz="2800" dirty="0" err="1"/>
              <a:t>utiliza</a:t>
            </a:r>
            <a:r>
              <a:rPr lang="en-US" sz="2800" dirty="0"/>
              <a:t> </a:t>
            </a:r>
            <a:r>
              <a:rPr lang="en-US" sz="2800" dirty="0" err="1"/>
              <a:t>bloques</a:t>
            </a:r>
            <a:r>
              <a:rPr lang="en-US" sz="2800" dirty="0"/>
              <a:t> de 64 bits para </a:t>
            </a:r>
            <a:r>
              <a:rPr lang="en-US" sz="2800" dirty="0" err="1"/>
              <a:t>encriptar</a:t>
            </a:r>
            <a:r>
              <a:rPr lang="en-US" sz="2800" dirty="0"/>
              <a:t> </a:t>
            </a:r>
            <a:r>
              <a:rPr lang="en-US" sz="2800" dirty="0" err="1"/>
              <a:t>datos</a:t>
            </a:r>
            <a:r>
              <a:rPr lang="en-US" sz="2800" dirty="0"/>
              <a:t>.</a:t>
            </a:r>
          </a:p>
          <a:p>
            <a:pPr indent="-228600">
              <a:lnSpc>
                <a:spcPct val="90000"/>
              </a:lnSpc>
              <a:spcAft>
                <a:spcPts val="600"/>
              </a:spcAft>
              <a:buFont typeface="Arial" panose="020B0604020202020204" pitchFamily="34" charset="0"/>
              <a:buChar char="•"/>
            </a:pPr>
            <a:r>
              <a:rPr lang="en-US" sz="2800" b="1" dirty="0" err="1"/>
              <a:t>Twofish</a:t>
            </a:r>
            <a:r>
              <a:rPr lang="en-US" sz="2800" dirty="0"/>
              <a:t>: es </a:t>
            </a:r>
            <a:r>
              <a:rPr lang="en-US" sz="2800" dirty="0" err="1"/>
              <a:t>otro</a:t>
            </a:r>
            <a:r>
              <a:rPr lang="en-US" sz="2800" dirty="0"/>
              <a:t> </a:t>
            </a:r>
            <a:r>
              <a:rPr lang="en-US" sz="2800" dirty="0" err="1"/>
              <a:t>algoritmo</a:t>
            </a:r>
            <a:r>
              <a:rPr lang="en-US" sz="2800" dirty="0"/>
              <a:t> de </a:t>
            </a:r>
            <a:r>
              <a:rPr lang="en-US" sz="2800" dirty="0" err="1"/>
              <a:t>encriptación</a:t>
            </a:r>
            <a:r>
              <a:rPr lang="en-US" sz="2800" dirty="0"/>
              <a:t> de clave </a:t>
            </a:r>
            <a:r>
              <a:rPr lang="en-US" sz="2800" dirty="0" err="1"/>
              <a:t>simétrica</a:t>
            </a:r>
            <a:r>
              <a:rPr lang="en-US" sz="2800" dirty="0"/>
              <a:t> que </a:t>
            </a:r>
            <a:r>
              <a:rPr lang="en-US" sz="2800" dirty="0" err="1"/>
              <a:t>fue</a:t>
            </a:r>
            <a:r>
              <a:rPr lang="en-US" sz="2800" dirty="0"/>
              <a:t> </a:t>
            </a:r>
            <a:r>
              <a:rPr lang="en-US" sz="2800" dirty="0" err="1"/>
              <a:t>diseñado</a:t>
            </a:r>
            <a:r>
              <a:rPr lang="en-US" sz="2800" dirty="0"/>
              <a:t> </a:t>
            </a:r>
            <a:r>
              <a:rPr lang="en-US" sz="2800" dirty="0" err="1"/>
              <a:t>como</a:t>
            </a:r>
            <a:r>
              <a:rPr lang="en-US" sz="2800" dirty="0"/>
              <a:t> </a:t>
            </a:r>
            <a:r>
              <a:rPr lang="en-US" sz="2800" dirty="0" err="1"/>
              <a:t>una</a:t>
            </a:r>
            <a:r>
              <a:rPr lang="en-US" sz="2800" dirty="0"/>
              <a:t> </a:t>
            </a:r>
            <a:r>
              <a:rPr lang="en-US" sz="2800" dirty="0" err="1"/>
              <a:t>alternativa</a:t>
            </a:r>
            <a:r>
              <a:rPr lang="en-US" sz="2800" dirty="0"/>
              <a:t> </a:t>
            </a:r>
            <a:r>
              <a:rPr lang="en-US" sz="2800" dirty="0" err="1"/>
              <a:t>más</a:t>
            </a:r>
            <a:r>
              <a:rPr lang="en-US" sz="2800" dirty="0"/>
              <a:t> </a:t>
            </a:r>
            <a:r>
              <a:rPr lang="en-US" sz="2800" dirty="0" err="1"/>
              <a:t>segura</a:t>
            </a:r>
            <a:r>
              <a:rPr lang="en-US" sz="2800" dirty="0"/>
              <a:t> al </a:t>
            </a:r>
            <a:r>
              <a:rPr lang="en-US" sz="2800" dirty="0" err="1"/>
              <a:t>algoritmo</a:t>
            </a:r>
            <a:r>
              <a:rPr lang="en-US" sz="2800" dirty="0"/>
              <a:t> Blowfish. Fue uno de </a:t>
            </a:r>
            <a:r>
              <a:rPr lang="en-US" sz="2800" dirty="0" err="1"/>
              <a:t>los</a:t>
            </a:r>
            <a:r>
              <a:rPr lang="en-US" sz="2800" dirty="0"/>
              <a:t> </a:t>
            </a:r>
            <a:r>
              <a:rPr lang="en-US" sz="2800" dirty="0" err="1"/>
              <a:t>cinco</a:t>
            </a:r>
            <a:r>
              <a:rPr lang="en-US" sz="2800" dirty="0"/>
              <a:t> </a:t>
            </a:r>
            <a:r>
              <a:rPr lang="en-US" sz="2800" dirty="0" err="1"/>
              <a:t>finalistas</a:t>
            </a:r>
            <a:r>
              <a:rPr lang="en-US" sz="2800" dirty="0"/>
              <a:t> </a:t>
            </a:r>
            <a:r>
              <a:rPr lang="en-US" sz="2800" dirty="0" err="1"/>
              <a:t>en</a:t>
            </a:r>
            <a:r>
              <a:rPr lang="en-US" sz="2800" dirty="0"/>
              <a:t> la </a:t>
            </a:r>
            <a:r>
              <a:rPr lang="en-US" sz="2800" dirty="0" err="1"/>
              <a:t>competencia</a:t>
            </a:r>
            <a:r>
              <a:rPr lang="en-US" sz="2800" dirty="0"/>
              <a:t> AES y es </a:t>
            </a:r>
            <a:r>
              <a:rPr lang="en-US" sz="2800" dirty="0" err="1"/>
              <a:t>utilizado</a:t>
            </a:r>
            <a:r>
              <a:rPr lang="en-US" sz="2800" dirty="0"/>
              <a:t> </a:t>
            </a:r>
            <a:r>
              <a:rPr lang="en-US" sz="2800" dirty="0" err="1"/>
              <a:t>en</a:t>
            </a:r>
            <a:r>
              <a:rPr lang="en-US" sz="2800" dirty="0"/>
              <a:t> </a:t>
            </a:r>
            <a:r>
              <a:rPr lang="en-US" sz="2800" dirty="0" err="1"/>
              <a:t>varios</a:t>
            </a:r>
            <a:r>
              <a:rPr lang="en-US" sz="2800" dirty="0"/>
              <a:t> </a:t>
            </a:r>
            <a:r>
              <a:rPr lang="en-US" sz="2800" dirty="0" err="1"/>
              <a:t>sistemas</a:t>
            </a:r>
            <a:r>
              <a:rPr lang="en-US" sz="2800" dirty="0"/>
              <a:t> de </a:t>
            </a:r>
            <a:r>
              <a:rPr lang="en-US" sz="2800" dirty="0" err="1"/>
              <a:t>seguridad</a:t>
            </a:r>
            <a:r>
              <a:rPr lang="en-US" sz="2800" dirty="0"/>
              <a:t>.</a:t>
            </a:r>
          </a:p>
          <a:p>
            <a:pPr indent="-228600">
              <a:lnSpc>
                <a:spcPct val="90000"/>
              </a:lnSpc>
              <a:spcAft>
                <a:spcPts val="600"/>
              </a:spcAft>
              <a:buFont typeface="Arial" panose="020B0604020202020204" pitchFamily="34" charset="0"/>
              <a:buChar char="•"/>
            </a:pPr>
            <a:r>
              <a:rPr lang="en-US" sz="2800" b="1" dirty="0"/>
              <a:t>DES (Data Encryption Standard</a:t>
            </a:r>
            <a:r>
              <a:rPr lang="en-US" sz="2800" dirty="0"/>
              <a:t>): es un </a:t>
            </a:r>
            <a:r>
              <a:rPr lang="en-US" sz="2800" dirty="0" err="1"/>
              <a:t>algoritmo</a:t>
            </a:r>
            <a:r>
              <a:rPr lang="en-US" sz="2800" dirty="0"/>
              <a:t> de </a:t>
            </a:r>
            <a:r>
              <a:rPr lang="en-US" sz="2800" dirty="0" err="1"/>
              <a:t>encriptación</a:t>
            </a:r>
            <a:r>
              <a:rPr lang="en-US" sz="2800" dirty="0"/>
              <a:t> de clave </a:t>
            </a:r>
            <a:r>
              <a:rPr lang="en-US" sz="2800" dirty="0" err="1"/>
              <a:t>simétrica</a:t>
            </a:r>
            <a:r>
              <a:rPr lang="en-US" sz="2800" dirty="0"/>
              <a:t> que </a:t>
            </a:r>
            <a:r>
              <a:rPr lang="en-US" sz="2800" dirty="0" err="1"/>
              <a:t>fue</a:t>
            </a:r>
            <a:r>
              <a:rPr lang="en-US" sz="2800" dirty="0"/>
              <a:t> </a:t>
            </a:r>
            <a:r>
              <a:rPr lang="en-US" sz="2800" dirty="0" err="1"/>
              <a:t>desarrollado</a:t>
            </a:r>
            <a:r>
              <a:rPr lang="en-US" sz="2800" dirty="0"/>
              <a:t> </a:t>
            </a:r>
            <a:r>
              <a:rPr lang="en-US" sz="2800" dirty="0" err="1"/>
              <a:t>por</a:t>
            </a:r>
            <a:r>
              <a:rPr lang="en-US" sz="2800" dirty="0"/>
              <a:t> IBM </a:t>
            </a:r>
            <a:r>
              <a:rPr lang="en-US" sz="2800" dirty="0" err="1"/>
              <a:t>en</a:t>
            </a:r>
            <a:r>
              <a:rPr lang="en-US" sz="2800" dirty="0"/>
              <a:t> la </a:t>
            </a:r>
            <a:r>
              <a:rPr lang="en-US" sz="2800" dirty="0" err="1"/>
              <a:t>década</a:t>
            </a:r>
            <a:r>
              <a:rPr lang="en-US" sz="2800" dirty="0"/>
              <a:t> de 1970 y </a:t>
            </a:r>
            <a:r>
              <a:rPr lang="en-US" sz="2800" dirty="0" err="1"/>
              <a:t>utilizado</a:t>
            </a:r>
            <a:r>
              <a:rPr lang="en-US" sz="2800" dirty="0"/>
              <a:t> </a:t>
            </a:r>
            <a:r>
              <a:rPr lang="en-US" sz="2800" dirty="0" err="1"/>
              <a:t>por</a:t>
            </a:r>
            <a:r>
              <a:rPr lang="en-US" sz="2800" dirty="0"/>
              <a:t> </a:t>
            </a:r>
            <a:r>
              <a:rPr lang="en-US" sz="2800" dirty="0" err="1"/>
              <a:t>el</a:t>
            </a:r>
            <a:r>
              <a:rPr lang="en-US" sz="2800" dirty="0"/>
              <a:t> </a:t>
            </a:r>
            <a:r>
              <a:rPr lang="en-US" sz="2800" dirty="0" err="1"/>
              <a:t>gobierno</a:t>
            </a:r>
            <a:r>
              <a:rPr lang="en-US" sz="2800" dirty="0"/>
              <a:t> de </a:t>
            </a:r>
            <a:r>
              <a:rPr lang="en-US" sz="2800" dirty="0" err="1"/>
              <a:t>los</a:t>
            </a:r>
            <a:r>
              <a:rPr lang="en-US" sz="2800" dirty="0"/>
              <a:t> </a:t>
            </a:r>
            <a:r>
              <a:rPr lang="en-US" sz="2800" dirty="0" err="1"/>
              <a:t>Estados</a:t>
            </a:r>
            <a:r>
              <a:rPr lang="en-US" sz="2800" dirty="0"/>
              <a:t> Unidos. </a:t>
            </a:r>
            <a:r>
              <a:rPr lang="en-US" sz="2800" dirty="0" err="1"/>
              <a:t>Aunque</a:t>
            </a:r>
            <a:r>
              <a:rPr lang="en-US" sz="2800" dirty="0"/>
              <a:t> es </a:t>
            </a:r>
            <a:r>
              <a:rPr lang="en-US" sz="2800" dirty="0" err="1"/>
              <a:t>menos</a:t>
            </a:r>
            <a:r>
              <a:rPr lang="en-US" sz="2800" dirty="0"/>
              <a:t> </a:t>
            </a:r>
            <a:r>
              <a:rPr lang="en-US" sz="2800" dirty="0" err="1"/>
              <a:t>seguro</a:t>
            </a:r>
            <a:r>
              <a:rPr lang="en-US" sz="2800" dirty="0"/>
              <a:t> que </a:t>
            </a:r>
            <a:r>
              <a:rPr lang="en-US" sz="2800" dirty="0" err="1"/>
              <a:t>los</a:t>
            </a:r>
            <a:r>
              <a:rPr lang="en-US" sz="2800" dirty="0"/>
              <a:t> </a:t>
            </a:r>
            <a:r>
              <a:rPr lang="en-US" sz="2800" dirty="0" err="1"/>
              <a:t>estándares</a:t>
            </a:r>
            <a:r>
              <a:rPr lang="en-US" sz="2800" dirty="0"/>
              <a:t> de </a:t>
            </a:r>
            <a:r>
              <a:rPr lang="en-US" sz="2800" dirty="0" err="1"/>
              <a:t>encriptación</a:t>
            </a:r>
            <a:r>
              <a:rPr lang="en-US" sz="2800" dirty="0"/>
              <a:t> </a:t>
            </a:r>
            <a:r>
              <a:rPr lang="en-US" sz="2800" dirty="0" err="1"/>
              <a:t>modernos</a:t>
            </a:r>
            <a:r>
              <a:rPr lang="en-US" sz="2800" dirty="0"/>
              <a:t>, </a:t>
            </a:r>
            <a:r>
              <a:rPr lang="en-US" sz="2800" dirty="0" err="1"/>
              <a:t>aún</a:t>
            </a:r>
            <a:r>
              <a:rPr lang="en-US" sz="2800" dirty="0"/>
              <a:t> se </a:t>
            </a:r>
            <a:r>
              <a:rPr lang="en-US" sz="2800" dirty="0" err="1"/>
              <a:t>utiliza</a:t>
            </a:r>
            <a:r>
              <a:rPr lang="en-US" sz="2800" dirty="0"/>
              <a:t> </a:t>
            </a:r>
            <a:r>
              <a:rPr lang="en-US" sz="2800" dirty="0" err="1"/>
              <a:t>en</a:t>
            </a:r>
            <a:r>
              <a:rPr lang="en-US" sz="2800" dirty="0"/>
              <a:t> </a:t>
            </a:r>
            <a:r>
              <a:rPr lang="en-US" sz="2800" dirty="0" err="1"/>
              <a:t>algunos</a:t>
            </a:r>
            <a:r>
              <a:rPr lang="en-US" sz="2800" dirty="0"/>
              <a:t> </a:t>
            </a:r>
            <a:r>
              <a:rPr lang="en-US" sz="2800" dirty="0" err="1"/>
              <a:t>sistemas</a:t>
            </a:r>
            <a:r>
              <a:rPr lang="en-US" sz="2800" dirty="0"/>
              <a:t>.</a:t>
            </a:r>
          </a:p>
        </p:txBody>
      </p:sp>
      <p:pic>
        <p:nvPicPr>
          <p:cNvPr id="5" name="Google Shape;135;p8" descr="Cómo protegerse de los virus, piratas informáticos y demás ataques? |  Tecnología - ComputerHoy.com">
            <a:extLst>
              <a:ext uri="{FF2B5EF4-FFF2-40B4-BE49-F238E27FC236}">
                <a16:creationId xmlns:a16="http://schemas.microsoft.com/office/drawing/2014/main" id="{E8359D11-32C6-4650-B2E8-F444D2380473}"/>
              </a:ext>
            </a:extLst>
          </p:cNvPr>
          <p:cNvPicPr preferRelativeResize="0"/>
          <p:nvPr/>
        </p:nvPicPr>
        <p:blipFill rotWithShape="1">
          <a:blip r:embed="rId2"/>
          <a:srcRect l="20442" r="15538" b="1"/>
          <a:stretch/>
        </p:blipFill>
        <p:spPr>
          <a:xfrm>
            <a:off x="15351316" y="4187952"/>
            <a:ext cx="7882128" cy="8193024"/>
          </a:xfrm>
          <a:prstGeom prst="rect">
            <a:avLst/>
          </a:prstGeom>
          <a:noFill/>
        </p:spPr>
      </p:pic>
    </p:spTree>
    <p:extLst>
      <p:ext uri="{BB962C8B-B14F-4D97-AF65-F5344CB8AC3E}">
        <p14:creationId xmlns:p14="http://schemas.microsoft.com/office/powerpoint/2010/main" val="273404528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uadroTexto 2">
            <a:extLst>
              <a:ext uri="{FF2B5EF4-FFF2-40B4-BE49-F238E27FC236}">
                <a16:creationId xmlns:a16="http://schemas.microsoft.com/office/drawing/2014/main" id="{208CAA56-F276-3455-8D3B-53CE4276C5DA}"/>
              </a:ext>
            </a:extLst>
          </p:cNvPr>
          <p:cNvSpPr txBox="1"/>
          <p:nvPr/>
        </p:nvSpPr>
        <p:spPr>
          <a:xfrm>
            <a:off x="1676400" y="730250"/>
            <a:ext cx="10775004" cy="2651126"/>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chor="ctr">
            <a:normAutofit/>
          </a:bodyPr>
          <a:lstStyle/>
          <a:p>
            <a:pPr>
              <a:lnSpc>
                <a:spcPct val="90000"/>
              </a:lnSpc>
              <a:spcBef>
                <a:spcPct val="0"/>
              </a:spcBef>
              <a:spcAft>
                <a:spcPts val="600"/>
              </a:spcAft>
            </a:pPr>
            <a:r>
              <a:rPr lang="en-US" sz="4400" b="1" dirty="0">
                <a:latin typeface="+mj-lt"/>
                <a:ea typeface="+mj-ea"/>
                <a:cs typeface="+mj-cs"/>
              </a:rPr>
              <a:t>El </a:t>
            </a:r>
            <a:r>
              <a:rPr lang="en-US" sz="4400" b="1" dirty="0" err="1">
                <a:latin typeface="+mj-lt"/>
                <a:ea typeface="+mj-ea"/>
                <a:cs typeface="+mj-cs"/>
              </a:rPr>
              <a:t>futuro</a:t>
            </a:r>
            <a:r>
              <a:rPr lang="en-US" sz="4400" b="1" dirty="0">
                <a:latin typeface="+mj-lt"/>
                <a:ea typeface="+mj-ea"/>
                <a:cs typeface="+mj-cs"/>
              </a:rPr>
              <a:t>, que </a:t>
            </a:r>
            <a:r>
              <a:rPr lang="en-US" sz="4400" b="1" dirty="0" err="1">
                <a:latin typeface="+mj-lt"/>
                <a:ea typeface="+mj-ea"/>
                <a:cs typeface="+mj-cs"/>
              </a:rPr>
              <a:t>podemos</a:t>
            </a:r>
            <a:r>
              <a:rPr lang="en-US" sz="4400" b="1" dirty="0">
                <a:latin typeface="+mj-lt"/>
                <a:ea typeface="+mj-ea"/>
                <a:cs typeface="+mj-cs"/>
              </a:rPr>
              <a:t> </a:t>
            </a:r>
            <a:r>
              <a:rPr lang="en-US" sz="4400" b="1" dirty="0" err="1">
                <a:latin typeface="+mj-lt"/>
                <a:ea typeface="+mj-ea"/>
                <a:cs typeface="+mj-cs"/>
              </a:rPr>
              <a:t>esperar</a:t>
            </a:r>
            <a:r>
              <a:rPr lang="en-US" sz="4400" b="1" dirty="0">
                <a:latin typeface="+mj-lt"/>
                <a:ea typeface="+mj-ea"/>
                <a:cs typeface="+mj-cs"/>
              </a:rPr>
              <a:t>.</a:t>
            </a:r>
            <a:br>
              <a:rPr lang="en-US" sz="4400" b="1" dirty="0">
                <a:latin typeface="+mj-lt"/>
                <a:ea typeface="+mj-ea"/>
                <a:cs typeface="+mj-cs"/>
              </a:rPr>
            </a:br>
            <a:endParaRPr lang="en-US" sz="4400" b="1" dirty="0">
              <a:latin typeface="+mj-lt"/>
              <a:ea typeface="+mj-ea"/>
              <a:cs typeface="+mj-cs"/>
            </a:endParaRPr>
          </a:p>
        </p:txBody>
      </p:sp>
      <p:sp>
        <p:nvSpPr>
          <p:cNvPr id="5" name="CuadroTexto 4">
            <a:extLst>
              <a:ext uri="{FF2B5EF4-FFF2-40B4-BE49-F238E27FC236}">
                <a16:creationId xmlns:a16="http://schemas.microsoft.com/office/drawing/2014/main" id="{7A02C764-B757-A58C-28A8-2FA52488DD7B}"/>
              </a:ext>
            </a:extLst>
          </p:cNvPr>
          <p:cNvSpPr txBox="1"/>
          <p:nvPr/>
        </p:nvSpPr>
        <p:spPr>
          <a:xfrm>
            <a:off x="808074" y="2828260"/>
            <a:ext cx="12009738" cy="10157490"/>
          </a:xfrm>
          <a:prstGeom prst="rect">
            <a:avLst/>
          </a:prstGeom>
        </p:spPr>
        <p:style>
          <a:lnRef idx="0">
            <a:scrgbClr r="0" g="0" b="0"/>
          </a:lnRef>
          <a:fillRef idx="0">
            <a:scrgbClr r="0" g="0" b="0"/>
          </a:fillRef>
          <a:effectRef idx="0">
            <a:scrgbClr r="0" g="0" b="0"/>
          </a:effectRef>
          <a:fontRef idx="none"/>
        </p:style>
        <p:txBody>
          <a:bodyPr vert="horz" lIns="91440" tIns="45720" rIns="91440" bIns="45720" rtlCol="0">
            <a:normAutofit lnSpcReduction="10000"/>
          </a:bodyPr>
          <a:lstStyle/>
          <a:p>
            <a:pPr indent="-228600">
              <a:lnSpc>
                <a:spcPct val="90000"/>
              </a:lnSpc>
              <a:spcAft>
                <a:spcPts val="600"/>
              </a:spcAft>
              <a:buFont typeface="Arial" panose="020B0604020202020204" pitchFamily="34" charset="0"/>
              <a:buChar char="•"/>
            </a:pPr>
            <a:r>
              <a:rPr lang="en-US" sz="2800" dirty="0" err="1"/>
              <a:t>Algunas</a:t>
            </a:r>
            <a:r>
              <a:rPr lang="en-US" sz="2800" dirty="0"/>
              <a:t> de las </a:t>
            </a:r>
            <a:r>
              <a:rPr lang="en-US" sz="2800" dirty="0" err="1"/>
              <a:t>tendencias</a:t>
            </a:r>
            <a:r>
              <a:rPr lang="en-US" sz="2800" dirty="0"/>
              <a:t> clave que se </a:t>
            </a:r>
            <a:r>
              <a:rPr lang="en-US" sz="2800" dirty="0" err="1"/>
              <a:t>espera</a:t>
            </a:r>
            <a:r>
              <a:rPr lang="en-US" sz="2800" dirty="0"/>
              <a:t> que </a:t>
            </a:r>
            <a:r>
              <a:rPr lang="en-US" sz="2800" dirty="0" err="1"/>
              <a:t>moldeen</a:t>
            </a:r>
            <a:r>
              <a:rPr lang="en-US" sz="2800" dirty="0"/>
              <a:t> </a:t>
            </a:r>
            <a:r>
              <a:rPr lang="en-US" sz="2800" dirty="0" err="1"/>
              <a:t>el</a:t>
            </a:r>
            <a:r>
              <a:rPr lang="en-US" sz="2800" dirty="0"/>
              <a:t> </a:t>
            </a:r>
            <a:r>
              <a:rPr lang="en-US" sz="2800" dirty="0" err="1"/>
              <a:t>futuro</a:t>
            </a:r>
            <a:r>
              <a:rPr lang="en-US" sz="2800" dirty="0"/>
              <a:t> de la </a:t>
            </a:r>
            <a:r>
              <a:rPr lang="en-US" sz="2800" dirty="0" err="1"/>
              <a:t>ciberseguridad</a:t>
            </a:r>
            <a:r>
              <a:rPr lang="en-US" sz="2800" dirty="0"/>
              <a:t> </a:t>
            </a:r>
            <a:r>
              <a:rPr lang="en-US" sz="2800" dirty="0" err="1"/>
              <a:t>incluyen</a:t>
            </a:r>
            <a:r>
              <a:rPr lang="en-US" sz="2800" dirty="0"/>
              <a:t>:</a:t>
            </a:r>
          </a:p>
          <a:p>
            <a:pPr indent="-228600">
              <a:lnSpc>
                <a:spcPct val="90000"/>
              </a:lnSpc>
              <a:spcAft>
                <a:spcPts val="600"/>
              </a:spcAft>
              <a:buFont typeface="Arial" panose="020B0604020202020204" pitchFamily="34" charset="0"/>
              <a:buChar char="•"/>
            </a:pPr>
            <a:r>
              <a:rPr lang="en-US" sz="2800" b="1" dirty="0" err="1"/>
              <a:t>Inteligencia</a:t>
            </a:r>
            <a:r>
              <a:rPr lang="en-US" sz="2800" b="1" dirty="0"/>
              <a:t> artificial y </a:t>
            </a:r>
            <a:r>
              <a:rPr lang="en-US" sz="2800" b="1" dirty="0" err="1"/>
              <a:t>aprendizaje</a:t>
            </a:r>
            <a:r>
              <a:rPr lang="en-US" sz="2800" b="1" dirty="0"/>
              <a:t> </a:t>
            </a:r>
            <a:r>
              <a:rPr lang="en-US" sz="2800" b="1" dirty="0" err="1"/>
              <a:t>automático</a:t>
            </a:r>
            <a:r>
              <a:rPr lang="en-US" sz="2800" dirty="0"/>
              <a:t>: se </a:t>
            </a:r>
            <a:r>
              <a:rPr lang="en-US" sz="2800" dirty="0" err="1"/>
              <a:t>espera</a:t>
            </a:r>
            <a:r>
              <a:rPr lang="en-US" sz="2800" dirty="0"/>
              <a:t> que </a:t>
            </a:r>
            <a:r>
              <a:rPr lang="en-US" sz="2800" dirty="0" err="1"/>
              <a:t>estas</a:t>
            </a:r>
            <a:r>
              <a:rPr lang="en-US" sz="2800" dirty="0"/>
              <a:t> </a:t>
            </a:r>
            <a:r>
              <a:rPr lang="en-US" sz="2800" dirty="0" err="1"/>
              <a:t>tecnologías</a:t>
            </a:r>
            <a:r>
              <a:rPr lang="en-US" sz="2800" dirty="0"/>
              <a:t> se </a:t>
            </a:r>
            <a:r>
              <a:rPr lang="en-US" sz="2800" dirty="0" err="1"/>
              <a:t>utilicen</a:t>
            </a:r>
            <a:r>
              <a:rPr lang="en-US" sz="2800" dirty="0"/>
              <a:t> </a:t>
            </a:r>
            <a:r>
              <a:rPr lang="en-US" sz="2800" dirty="0" err="1"/>
              <a:t>cada</a:t>
            </a:r>
            <a:r>
              <a:rPr lang="en-US" sz="2800" dirty="0"/>
              <a:t> </a:t>
            </a:r>
            <a:r>
              <a:rPr lang="en-US" sz="2800" dirty="0" err="1"/>
              <a:t>vez</a:t>
            </a:r>
            <a:r>
              <a:rPr lang="en-US" sz="2800" dirty="0"/>
              <a:t> </a:t>
            </a:r>
            <a:r>
              <a:rPr lang="en-US" sz="2800" dirty="0" err="1"/>
              <a:t>más</a:t>
            </a:r>
            <a:r>
              <a:rPr lang="en-US" sz="2800" dirty="0"/>
              <a:t> para </a:t>
            </a:r>
            <a:r>
              <a:rPr lang="en-US" sz="2800" dirty="0" err="1"/>
              <a:t>identificar</a:t>
            </a:r>
            <a:r>
              <a:rPr lang="en-US" sz="2800" dirty="0"/>
              <a:t> y </a:t>
            </a:r>
            <a:r>
              <a:rPr lang="en-US" sz="2800" dirty="0" err="1"/>
              <a:t>mitigar</a:t>
            </a:r>
            <a:r>
              <a:rPr lang="en-US" sz="2800" dirty="0"/>
              <a:t> </a:t>
            </a:r>
            <a:r>
              <a:rPr lang="en-US" sz="2800" dirty="0" err="1"/>
              <a:t>amenazas</a:t>
            </a:r>
            <a:r>
              <a:rPr lang="en-US" sz="2800" dirty="0"/>
              <a:t> de </a:t>
            </a:r>
            <a:r>
              <a:rPr lang="en-US" sz="2800" dirty="0" err="1"/>
              <a:t>seguridad</a:t>
            </a:r>
            <a:r>
              <a:rPr lang="en-US" sz="2800" dirty="0"/>
              <a:t> </a:t>
            </a:r>
            <a:r>
              <a:rPr lang="en-US" sz="2800" dirty="0" err="1"/>
              <a:t>cibernética</a:t>
            </a:r>
            <a:r>
              <a:rPr lang="en-US" sz="2800" dirty="0"/>
              <a:t>. La </a:t>
            </a:r>
            <a:r>
              <a:rPr lang="en-US" sz="2800" dirty="0" err="1"/>
              <a:t>inteligencia</a:t>
            </a:r>
            <a:r>
              <a:rPr lang="en-US" sz="2800" dirty="0"/>
              <a:t> artificial y </a:t>
            </a:r>
            <a:r>
              <a:rPr lang="en-US" sz="2800" dirty="0" err="1"/>
              <a:t>el</a:t>
            </a:r>
            <a:r>
              <a:rPr lang="en-US" sz="2800" dirty="0"/>
              <a:t> </a:t>
            </a:r>
            <a:r>
              <a:rPr lang="en-US" sz="2800" dirty="0" err="1"/>
              <a:t>aprendizaje</a:t>
            </a:r>
            <a:r>
              <a:rPr lang="en-US" sz="2800" dirty="0"/>
              <a:t> </a:t>
            </a:r>
            <a:r>
              <a:rPr lang="en-US" sz="2800" dirty="0" err="1"/>
              <a:t>automático</a:t>
            </a:r>
            <a:r>
              <a:rPr lang="en-US" sz="2800" dirty="0"/>
              <a:t> </a:t>
            </a:r>
            <a:r>
              <a:rPr lang="en-US" sz="2800" dirty="0" err="1"/>
              <a:t>pueden</a:t>
            </a:r>
            <a:r>
              <a:rPr lang="en-US" sz="2800" dirty="0"/>
              <a:t> ser </a:t>
            </a:r>
            <a:r>
              <a:rPr lang="en-US" sz="2800" dirty="0" err="1"/>
              <a:t>utilizados</a:t>
            </a:r>
            <a:r>
              <a:rPr lang="en-US" sz="2800" dirty="0"/>
              <a:t> para </a:t>
            </a:r>
            <a:r>
              <a:rPr lang="en-US" sz="2800" dirty="0" err="1"/>
              <a:t>detectar</a:t>
            </a:r>
            <a:r>
              <a:rPr lang="en-US" sz="2800" dirty="0"/>
              <a:t> </a:t>
            </a:r>
            <a:r>
              <a:rPr lang="en-US" sz="2800" dirty="0" err="1"/>
              <a:t>patrones</a:t>
            </a:r>
            <a:r>
              <a:rPr lang="en-US" sz="2800" dirty="0"/>
              <a:t> de </a:t>
            </a:r>
            <a:r>
              <a:rPr lang="en-US" sz="2800" dirty="0" err="1"/>
              <a:t>tráfico</a:t>
            </a:r>
            <a:r>
              <a:rPr lang="en-US" sz="2800" dirty="0"/>
              <a:t> </a:t>
            </a:r>
            <a:r>
              <a:rPr lang="en-US" sz="2800" dirty="0" err="1"/>
              <a:t>inusual</a:t>
            </a:r>
            <a:r>
              <a:rPr lang="en-US" sz="2800" dirty="0"/>
              <a:t>, </a:t>
            </a:r>
            <a:r>
              <a:rPr lang="en-US" sz="2800" dirty="0" err="1"/>
              <a:t>identificar</a:t>
            </a:r>
            <a:r>
              <a:rPr lang="en-US" sz="2800" dirty="0"/>
              <a:t> malware y </a:t>
            </a:r>
            <a:r>
              <a:rPr lang="en-US" sz="2800" dirty="0" err="1"/>
              <a:t>analizar</a:t>
            </a:r>
            <a:r>
              <a:rPr lang="en-US" sz="2800" dirty="0"/>
              <a:t> </a:t>
            </a:r>
            <a:r>
              <a:rPr lang="en-US" sz="2800" dirty="0" err="1"/>
              <a:t>grandes</a:t>
            </a:r>
            <a:r>
              <a:rPr lang="en-US" sz="2800" dirty="0"/>
              <a:t> conjuntos de </a:t>
            </a:r>
            <a:r>
              <a:rPr lang="en-US" sz="2800" dirty="0" err="1"/>
              <a:t>datos</a:t>
            </a:r>
            <a:r>
              <a:rPr lang="en-US" sz="2800" dirty="0"/>
              <a:t> para </a:t>
            </a:r>
            <a:r>
              <a:rPr lang="en-US" sz="2800" dirty="0" err="1"/>
              <a:t>encontrar</a:t>
            </a:r>
            <a:r>
              <a:rPr lang="en-US" sz="2800" dirty="0"/>
              <a:t> </a:t>
            </a:r>
            <a:r>
              <a:rPr lang="en-US" sz="2800" dirty="0" err="1"/>
              <a:t>vulnerabilidades</a:t>
            </a:r>
            <a:r>
              <a:rPr lang="en-US" sz="2800" dirty="0"/>
              <a:t> de </a:t>
            </a:r>
            <a:r>
              <a:rPr lang="en-US" sz="2800" dirty="0" err="1"/>
              <a:t>seguridad</a:t>
            </a:r>
            <a:r>
              <a:rPr lang="en-US" sz="2800" dirty="0"/>
              <a:t>.</a:t>
            </a:r>
          </a:p>
          <a:p>
            <a:pPr indent="-228600">
              <a:lnSpc>
                <a:spcPct val="90000"/>
              </a:lnSpc>
              <a:spcAft>
                <a:spcPts val="600"/>
              </a:spcAft>
              <a:buFont typeface="Arial" panose="020B0604020202020204" pitchFamily="34" charset="0"/>
              <a:buChar char="•"/>
            </a:pPr>
            <a:r>
              <a:rPr lang="en-US" sz="2800" b="1" dirty="0"/>
              <a:t>Internet de las </a:t>
            </a:r>
            <a:r>
              <a:rPr lang="en-US" sz="2800" b="1" dirty="0" err="1"/>
              <a:t>cosas</a:t>
            </a:r>
            <a:r>
              <a:rPr lang="en-US" sz="2800" b="1" dirty="0"/>
              <a:t> (IoT): </a:t>
            </a:r>
            <a:r>
              <a:rPr lang="en-US" sz="2800" dirty="0"/>
              <a:t>con </a:t>
            </a:r>
            <a:r>
              <a:rPr lang="en-US" sz="2800" dirty="0" err="1"/>
              <a:t>el</a:t>
            </a:r>
            <a:r>
              <a:rPr lang="en-US" sz="2800" dirty="0"/>
              <a:t> </a:t>
            </a:r>
            <a:r>
              <a:rPr lang="en-US" sz="2800" dirty="0" err="1"/>
              <a:t>aumento</a:t>
            </a:r>
            <a:r>
              <a:rPr lang="en-US" sz="2800" dirty="0"/>
              <a:t> del </a:t>
            </a:r>
            <a:r>
              <a:rPr lang="en-US" sz="2800" dirty="0" err="1"/>
              <a:t>número</a:t>
            </a:r>
            <a:r>
              <a:rPr lang="en-US" sz="2800" dirty="0"/>
              <a:t> de </a:t>
            </a:r>
            <a:r>
              <a:rPr lang="en-US" sz="2800" dirty="0" err="1"/>
              <a:t>dispositivos</a:t>
            </a:r>
            <a:r>
              <a:rPr lang="en-US" sz="2800" dirty="0"/>
              <a:t> </a:t>
            </a:r>
            <a:r>
              <a:rPr lang="en-US" sz="2800" dirty="0" err="1"/>
              <a:t>conectados</a:t>
            </a:r>
            <a:r>
              <a:rPr lang="en-US" sz="2800" dirty="0"/>
              <a:t> a internet, se </a:t>
            </a:r>
            <a:r>
              <a:rPr lang="en-US" sz="2800" dirty="0" err="1"/>
              <a:t>espera</a:t>
            </a:r>
            <a:r>
              <a:rPr lang="en-US" sz="2800" dirty="0"/>
              <a:t> que la </a:t>
            </a:r>
            <a:r>
              <a:rPr lang="en-US" sz="2800" dirty="0" err="1"/>
              <a:t>seguridad</a:t>
            </a:r>
            <a:r>
              <a:rPr lang="en-US" sz="2800" dirty="0"/>
              <a:t> de IoT se </a:t>
            </a:r>
            <a:r>
              <a:rPr lang="en-US" sz="2800" dirty="0" err="1"/>
              <a:t>convierta</a:t>
            </a:r>
            <a:r>
              <a:rPr lang="en-US" sz="2800" dirty="0"/>
              <a:t> </a:t>
            </a:r>
            <a:r>
              <a:rPr lang="en-US" sz="2800" dirty="0" err="1"/>
              <a:t>en</a:t>
            </a:r>
            <a:r>
              <a:rPr lang="en-US" sz="2800" dirty="0"/>
              <a:t> </a:t>
            </a:r>
            <a:r>
              <a:rPr lang="en-US" sz="2800" dirty="0" err="1"/>
              <a:t>una</a:t>
            </a:r>
            <a:r>
              <a:rPr lang="en-US" sz="2800" dirty="0"/>
              <a:t> </a:t>
            </a:r>
            <a:r>
              <a:rPr lang="en-US" sz="2800" dirty="0" err="1"/>
              <a:t>preocupación</a:t>
            </a:r>
            <a:r>
              <a:rPr lang="en-US" sz="2800" dirty="0"/>
              <a:t> </a:t>
            </a:r>
            <a:r>
              <a:rPr lang="en-US" sz="2800" dirty="0" err="1"/>
              <a:t>cada</a:t>
            </a:r>
            <a:r>
              <a:rPr lang="en-US" sz="2800" dirty="0"/>
              <a:t> </a:t>
            </a:r>
            <a:r>
              <a:rPr lang="en-US" sz="2800" dirty="0" err="1"/>
              <a:t>vez</a:t>
            </a:r>
            <a:r>
              <a:rPr lang="en-US" sz="2800" dirty="0"/>
              <a:t> mayor. Se </a:t>
            </a:r>
            <a:r>
              <a:rPr lang="en-US" sz="2800" dirty="0" err="1"/>
              <a:t>necesitarán</a:t>
            </a:r>
            <a:r>
              <a:rPr lang="en-US" sz="2800" dirty="0"/>
              <a:t> </a:t>
            </a:r>
            <a:r>
              <a:rPr lang="en-US" sz="2800" dirty="0" err="1"/>
              <a:t>soluciones</a:t>
            </a:r>
            <a:r>
              <a:rPr lang="en-US" sz="2800" dirty="0"/>
              <a:t> de </a:t>
            </a:r>
            <a:r>
              <a:rPr lang="en-US" sz="2800" dirty="0" err="1"/>
              <a:t>seguridad</a:t>
            </a:r>
            <a:r>
              <a:rPr lang="en-US" sz="2800" dirty="0"/>
              <a:t> que </a:t>
            </a:r>
            <a:r>
              <a:rPr lang="en-US" sz="2800" dirty="0" err="1"/>
              <a:t>puedan</a:t>
            </a:r>
            <a:r>
              <a:rPr lang="en-US" sz="2800" dirty="0"/>
              <a:t> </a:t>
            </a:r>
            <a:r>
              <a:rPr lang="en-US" sz="2800" dirty="0" err="1"/>
              <a:t>proteger</a:t>
            </a:r>
            <a:r>
              <a:rPr lang="en-US" sz="2800" dirty="0"/>
              <a:t> </a:t>
            </a:r>
            <a:r>
              <a:rPr lang="en-US" sz="2800" dirty="0" err="1"/>
              <a:t>los</a:t>
            </a:r>
            <a:r>
              <a:rPr lang="en-US" sz="2800" dirty="0"/>
              <a:t> </a:t>
            </a:r>
            <a:r>
              <a:rPr lang="en-US" sz="2800" dirty="0" err="1"/>
              <a:t>dispositivos</a:t>
            </a:r>
            <a:r>
              <a:rPr lang="en-US" sz="2800" dirty="0"/>
              <a:t> IoT de </a:t>
            </a:r>
            <a:r>
              <a:rPr lang="en-US" sz="2800" dirty="0" err="1"/>
              <a:t>manera</a:t>
            </a:r>
            <a:r>
              <a:rPr lang="en-US" sz="2800" dirty="0"/>
              <a:t> </a:t>
            </a:r>
            <a:r>
              <a:rPr lang="en-US" sz="2800" dirty="0" err="1"/>
              <a:t>efectiva</a:t>
            </a:r>
            <a:r>
              <a:rPr lang="en-US" sz="2800" dirty="0"/>
              <a:t> y </a:t>
            </a:r>
            <a:r>
              <a:rPr lang="en-US" sz="2800" dirty="0" err="1"/>
              <a:t>prevenir</a:t>
            </a:r>
            <a:r>
              <a:rPr lang="en-US" sz="2800" dirty="0"/>
              <a:t> </a:t>
            </a:r>
            <a:r>
              <a:rPr lang="en-US" sz="2800" dirty="0" err="1"/>
              <a:t>el</a:t>
            </a:r>
            <a:r>
              <a:rPr lang="en-US" sz="2800" dirty="0"/>
              <a:t> </a:t>
            </a:r>
            <a:r>
              <a:rPr lang="en-US" sz="2800" dirty="0" err="1"/>
              <a:t>acceso</a:t>
            </a:r>
            <a:r>
              <a:rPr lang="en-US" sz="2800" dirty="0"/>
              <a:t> no </a:t>
            </a:r>
            <a:r>
              <a:rPr lang="en-US" sz="2800" dirty="0" err="1"/>
              <a:t>autorizado</a:t>
            </a:r>
            <a:r>
              <a:rPr lang="en-US" sz="2800" dirty="0"/>
              <a:t>.</a:t>
            </a:r>
          </a:p>
          <a:p>
            <a:pPr indent="-228600">
              <a:lnSpc>
                <a:spcPct val="90000"/>
              </a:lnSpc>
              <a:spcAft>
                <a:spcPts val="600"/>
              </a:spcAft>
              <a:buFont typeface="Arial" panose="020B0604020202020204" pitchFamily="34" charset="0"/>
              <a:buChar char="•"/>
            </a:pPr>
            <a:r>
              <a:rPr lang="en-US" sz="2800" b="1" dirty="0" err="1"/>
              <a:t>Ciberseguridad</a:t>
            </a:r>
            <a:r>
              <a:rPr lang="en-US" sz="2800" b="1" dirty="0"/>
              <a:t> </a:t>
            </a:r>
            <a:r>
              <a:rPr lang="en-US" sz="2800" b="1" dirty="0" err="1"/>
              <a:t>en</a:t>
            </a:r>
            <a:r>
              <a:rPr lang="en-US" sz="2800" b="1" dirty="0"/>
              <a:t> la </a:t>
            </a:r>
            <a:r>
              <a:rPr lang="en-US" sz="2800" b="1" dirty="0" err="1"/>
              <a:t>nube</a:t>
            </a:r>
            <a:r>
              <a:rPr lang="en-US" sz="2800" dirty="0"/>
              <a:t>: se </a:t>
            </a:r>
            <a:r>
              <a:rPr lang="en-US" sz="2800" dirty="0" err="1"/>
              <a:t>espera</a:t>
            </a:r>
            <a:r>
              <a:rPr lang="en-US" sz="2800" dirty="0"/>
              <a:t> que </a:t>
            </a:r>
            <a:r>
              <a:rPr lang="en-US" sz="2800" dirty="0" err="1"/>
              <a:t>el</a:t>
            </a:r>
            <a:r>
              <a:rPr lang="en-US" sz="2800" dirty="0"/>
              <a:t> </a:t>
            </a:r>
            <a:r>
              <a:rPr lang="en-US" sz="2800" dirty="0" err="1"/>
              <a:t>uso</a:t>
            </a:r>
            <a:r>
              <a:rPr lang="en-US" sz="2800" dirty="0"/>
              <a:t> de </a:t>
            </a:r>
            <a:r>
              <a:rPr lang="en-US" sz="2800" dirty="0" err="1"/>
              <a:t>servicios</a:t>
            </a:r>
            <a:r>
              <a:rPr lang="en-US" sz="2800" dirty="0"/>
              <a:t> </a:t>
            </a:r>
            <a:r>
              <a:rPr lang="en-US" sz="2800" dirty="0" err="1"/>
              <a:t>en</a:t>
            </a:r>
            <a:r>
              <a:rPr lang="en-US" sz="2800" dirty="0"/>
              <a:t> la </a:t>
            </a:r>
            <a:r>
              <a:rPr lang="en-US" sz="2800" dirty="0" err="1"/>
              <a:t>nube</a:t>
            </a:r>
            <a:r>
              <a:rPr lang="en-US" sz="2800" dirty="0"/>
              <a:t> </a:t>
            </a:r>
            <a:r>
              <a:rPr lang="en-US" sz="2800" dirty="0" err="1"/>
              <a:t>siga</a:t>
            </a:r>
            <a:r>
              <a:rPr lang="en-US" sz="2800" dirty="0"/>
              <a:t> </a:t>
            </a:r>
            <a:r>
              <a:rPr lang="en-US" sz="2800" dirty="0" err="1"/>
              <a:t>aumentando</a:t>
            </a:r>
            <a:r>
              <a:rPr lang="en-US" sz="2800" dirty="0"/>
              <a:t>, lo que </a:t>
            </a:r>
            <a:r>
              <a:rPr lang="en-US" sz="2800" dirty="0" err="1"/>
              <a:t>requerirá</a:t>
            </a:r>
            <a:r>
              <a:rPr lang="en-US" sz="2800" dirty="0"/>
              <a:t> </a:t>
            </a:r>
            <a:r>
              <a:rPr lang="en-US" sz="2800" dirty="0" err="1"/>
              <a:t>soluciones</a:t>
            </a:r>
            <a:r>
              <a:rPr lang="en-US" sz="2800" dirty="0"/>
              <a:t> de </a:t>
            </a:r>
            <a:r>
              <a:rPr lang="en-US" sz="2800" dirty="0" err="1"/>
              <a:t>seguridad</a:t>
            </a:r>
            <a:r>
              <a:rPr lang="en-US" sz="2800" dirty="0"/>
              <a:t> que </a:t>
            </a:r>
            <a:r>
              <a:rPr lang="en-US" sz="2800" dirty="0" err="1"/>
              <a:t>puedan</a:t>
            </a:r>
            <a:r>
              <a:rPr lang="en-US" sz="2800" dirty="0"/>
              <a:t> </a:t>
            </a:r>
            <a:r>
              <a:rPr lang="en-US" sz="2800" dirty="0" err="1"/>
              <a:t>proteger</a:t>
            </a:r>
            <a:r>
              <a:rPr lang="en-US" sz="2800" dirty="0"/>
              <a:t> </a:t>
            </a:r>
            <a:r>
              <a:rPr lang="en-US" sz="2800" dirty="0" err="1"/>
              <a:t>los</a:t>
            </a:r>
            <a:r>
              <a:rPr lang="en-US" sz="2800" dirty="0"/>
              <a:t> </a:t>
            </a:r>
            <a:r>
              <a:rPr lang="en-US" sz="2800" dirty="0" err="1"/>
              <a:t>datos</a:t>
            </a:r>
            <a:r>
              <a:rPr lang="en-US" sz="2800" dirty="0"/>
              <a:t> </a:t>
            </a:r>
            <a:r>
              <a:rPr lang="en-US" sz="2800" dirty="0" err="1"/>
              <a:t>almacenados</a:t>
            </a:r>
            <a:r>
              <a:rPr lang="en-US" sz="2800" dirty="0"/>
              <a:t> </a:t>
            </a:r>
            <a:r>
              <a:rPr lang="en-US" sz="2800" dirty="0" err="1"/>
              <a:t>en</a:t>
            </a:r>
            <a:r>
              <a:rPr lang="en-US" sz="2800" dirty="0"/>
              <a:t> la </a:t>
            </a:r>
            <a:r>
              <a:rPr lang="en-US" sz="2800" dirty="0" err="1"/>
              <a:t>nube</a:t>
            </a:r>
            <a:r>
              <a:rPr lang="en-US" sz="2800" dirty="0"/>
              <a:t> y </a:t>
            </a:r>
            <a:r>
              <a:rPr lang="en-US" sz="2800" dirty="0" err="1"/>
              <a:t>prevenir</a:t>
            </a:r>
            <a:r>
              <a:rPr lang="en-US" sz="2800" dirty="0"/>
              <a:t> </a:t>
            </a:r>
            <a:r>
              <a:rPr lang="en-US" sz="2800" dirty="0" err="1"/>
              <a:t>ataques</a:t>
            </a:r>
            <a:r>
              <a:rPr lang="en-US" sz="2800" dirty="0"/>
              <a:t> a </a:t>
            </a:r>
            <a:r>
              <a:rPr lang="en-US" sz="2800" dirty="0" err="1"/>
              <a:t>los</a:t>
            </a:r>
            <a:r>
              <a:rPr lang="en-US" sz="2800" dirty="0"/>
              <a:t> </a:t>
            </a:r>
            <a:r>
              <a:rPr lang="en-US" sz="2800" dirty="0" err="1"/>
              <a:t>servidores</a:t>
            </a:r>
            <a:r>
              <a:rPr lang="en-US" sz="2800" dirty="0"/>
              <a:t> de la </a:t>
            </a:r>
            <a:r>
              <a:rPr lang="en-US" sz="2800" dirty="0" err="1"/>
              <a:t>nube</a:t>
            </a:r>
            <a:r>
              <a:rPr lang="en-US" sz="2800" dirty="0"/>
              <a:t>.</a:t>
            </a:r>
          </a:p>
          <a:p>
            <a:pPr indent="-228600">
              <a:lnSpc>
                <a:spcPct val="90000"/>
              </a:lnSpc>
              <a:spcAft>
                <a:spcPts val="600"/>
              </a:spcAft>
              <a:buFont typeface="Arial" panose="020B0604020202020204" pitchFamily="34" charset="0"/>
              <a:buChar char="•"/>
            </a:pPr>
            <a:r>
              <a:rPr lang="en-US" sz="2800" b="1" dirty="0" err="1"/>
              <a:t>Amenazas</a:t>
            </a:r>
            <a:r>
              <a:rPr lang="en-US" sz="2800" b="1" dirty="0"/>
              <a:t> </a:t>
            </a:r>
            <a:r>
              <a:rPr lang="en-US" sz="2800" b="1" dirty="0" err="1"/>
              <a:t>avanzadas</a:t>
            </a:r>
            <a:r>
              <a:rPr lang="en-US" sz="2800" b="1" dirty="0"/>
              <a:t> </a:t>
            </a:r>
            <a:r>
              <a:rPr lang="en-US" sz="2800" b="1" dirty="0" err="1"/>
              <a:t>persistentes</a:t>
            </a:r>
            <a:r>
              <a:rPr lang="en-US" sz="2800" b="1" dirty="0"/>
              <a:t> (APT): </a:t>
            </a:r>
            <a:r>
              <a:rPr lang="en-US" sz="2800" dirty="0" err="1"/>
              <a:t>estas</a:t>
            </a:r>
            <a:r>
              <a:rPr lang="en-US" sz="2800" dirty="0"/>
              <a:t> </a:t>
            </a:r>
            <a:r>
              <a:rPr lang="en-US" sz="2800" dirty="0" err="1"/>
              <a:t>amenazas</a:t>
            </a:r>
            <a:r>
              <a:rPr lang="en-US" sz="2800" dirty="0"/>
              <a:t> </a:t>
            </a:r>
            <a:r>
              <a:rPr lang="en-US" sz="2800" dirty="0" err="1"/>
              <a:t>están</a:t>
            </a:r>
            <a:r>
              <a:rPr lang="en-US" sz="2800" dirty="0"/>
              <a:t> </a:t>
            </a:r>
            <a:r>
              <a:rPr lang="en-US" sz="2800" dirty="0" err="1"/>
              <a:t>diseñadas</a:t>
            </a:r>
            <a:r>
              <a:rPr lang="en-US" sz="2800" dirty="0"/>
              <a:t> para </a:t>
            </a:r>
            <a:r>
              <a:rPr lang="en-US" sz="2800" dirty="0" err="1"/>
              <a:t>eludir</a:t>
            </a:r>
            <a:r>
              <a:rPr lang="en-US" sz="2800" dirty="0"/>
              <a:t> la </a:t>
            </a:r>
            <a:r>
              <a:rPr lang="en-US" sz="2800" dirty="0" err="1"/>
              <a:t>detección</a:t>
            </a:r>
            <a:r>
              <a:rPr lang="en-US" sz="2800" dirty="0"/>
              <a:t> y </a:t>
            </a:r>
            <a:r>
              <a:rPr lang="en-US" sz="2800" dirty="0" err="1"/>
              <a:t>permanecer</a:t>
            </a:r>
            <a:r>
              <a:rPr lang="en-US" sz="2800" dirty="0"/>
              <a:t> </a:t>
            </a:r>
            <a:r>
              <a:rPr lang="en-US" sz="2800" dirty="0" err="1"/>
              <a:t>en</a:t>
            </a:r>
            <a:r>
              <a:rPr lang="en-US" sz="2800" dirty="0"/>
              <a:t> un </a:t>
            </a:r>
            <a:r>
              <a:rPr lang="en-US" sz="2800" dirty="0" err="1"/>
              <a:t>sistema</a:t>
            </a:r>
            <a:r>
              <a:rPr lang="en-US" sz="2800" dirty="0"/>
              <a:t> </a:t>
            </a:r>
            <a:r>
              <a:rPr lang="en-US" sz="2800" dirty="0" err="1"/>
              <a:t>durante</a:t>
            </a:r>
            <a:r>
              <a:rPr lang="en-US" sz="2800" dirty="0"/>
              <a:t> un </a:t>
            </a:r>
            <a:r>
              <a:rPr lang="en-US" sz="2800" dirty="0" err="1"/>
              <a:t>período</a:t>
            </a:r>
            <a:r>
              <a:rPr lang="en-US" sz="2800" dirty="0"/>
              <a:t> </a:t>
            </a:r>
            <a:r>
              <a:rPr lang="en-US" sz="2800" dirty="0" err="1"/>
              <a:t>prolongado</a:t>
            </a:r>
            <a:r>
              <a:rPr lang="en-US" sz="2800" dirty="0"/>
              <a:t>. Se </a:t>
            </a:r>
            <a:r>
              <a:rPr lang="en-US" sz="2800" dirty="0" err="1"/>
              <a:t>espera</a:t>
            </a:r>
            <a:r>
              <a:rPr lang="en-US" sz="2800" dirty="0"/>
              <a:t> que la lucha contra </a:t>
            </a:r>
            <a:r>
              <a:rPr lang="en-US" sz="2800" dirty="0" err="1"/>
              <a:t>estas</a:t>
            </a:r>
            <a:r>
              <a:rPr lang="en-US" sz="2800" dirty="0"/>
              <a:t> </a:t>
            </a:r>
            <a:r>
              <a:rPr lang="en-US" sz="2800" dirty="0" err="1"/>
              <a:t>amenazas</a:t>
            </a:r>
            <a:r>
              <a:rPr lang="en-US" sz="2800" dirty="0"/>
              <a:t> se </a:t>
            </a:r>
            <a:r>
              <a:rPr lang="en-US" sz="2800" dirty="0" err="1"/>
              <a:t>vuelva</a:t>
            </a:r>
            <a:r>
              <a:rPr lang="en-US" sz="2800" dirty="0"/>
              <a:t> </a:t>
            </a:r>
            <a:r>
              <a:rPr lang="en-US" sz="2800" dirty="0" err="1"/>
              <a:t>cada</a:t>
            </a:r>
            <a:r>
              <a:rPr lang="en-US" sz="2800" dirty="0"/>
              <a:t> </a:t>
            </a:r>
            <a:r>
              <a:rPr lang="en-US" sz="2800" dirty="0" err="1"/>
              <a:t>vez</a:t>
            </a:r>
            <a:r>
              <a:rPr lang="en-US" sz="2800" dirty="0"/>
              <a:t> </a:t>
            </a:r>
            <a:r>
              <a:rPr lang="en-US" sz="2800" dirty="0" err="1"/>
              <a:t>más</a:t>
            </a:r>
            <a:r>
              <a:rPr lang="en-US" sz="2800" dirty="0"/>
              <a:t> </a:t>
            </a:r>
            <a:r>
              <a:rPr lang="en-US" sz="2800" dirty="0" err="1"/>
              <a:t>sofisticada</a:t>
            </a:r>
            <a:r>
              <a:rPr lang="en-US" sz="2800" dirty="0"/>
              <a:t> a </a:t>
            </a:r>
            <a:r>
              <a:rPr lang="en-US" sz="2800" dirty="0" err="1"/>
              <a:t>medida</a:t>
            </a:r>
            <a:r>
              <a:rPr lang="en-US" sz="2800" dirty="0"/>
              <a:t> que </a:t>
            </a:r>
            <a:r>
              <a:rPr lang="en-US" sz="2800" dirty="0" err="1"/>
              <a:t>los</a:t>
            </a:r>
            <a:r>
              <a:rPr lang="en-US" sz="2800" dirty="0"/>
              <a:t> </a:t>
            </a:r>
            <a:r>
              <a:rPr lang="en-US" sz="2800" dirty="0" err="1"/>
              <a:t>atacantes</a:t>
            </a:r>
            <a:r>
              <a:rPr lang="en-US" sz="2800" dirty="0"/>
              <a:t> </a:t>
            </a:r>
            <a:r>
              <a:rPr lang="en-US" sz="2800" dirty="0" err="1"/>
              <a:t>busquen</a:t>
            </a:r>
            <a:r>
              <a:rPr lang="en-US" sz="2800" dirty="0"/>
              <a:t> </a:t>
            </a:r>
            <a:r>
              <a:rPr lang="en-US" sz="2800" dirty="0" err="1"/>
              <a:t>formas</a:t>
            </a:r>
            <a:r>
              <a:rPr lang="en-US" sz="2800" dirty="0"/>
              <a:t> de </a:t>
            </a:r>
            <a:r>
              <a:rPr lang="en-US" sz="2800" dirty="0" err="1"/>
              <a:t>eludir</a:t>
            </a:r>
            <a:r>
              <a:rPr lang="en-US" sz="2800" dirty="0"/>
              <a:t> las </a:t>
            </a:r>
            <a:r>
              <a:rPr lang="en-US" sz="2800" dirty="0" err="1"/>
              <a:t>soluciones</a:t>
            </a:r>
            <a:r>
              <a:rPr lang="en-US" sz="2800" dirty="0"/>
              <a:t> de </a:t>
            </a:r>
            <a:r>
              <a:rPr lang="en-US" sz="2800" dirty="0" err="1"/>
              <a:t>seguridad</a:t>
            </a:r>
            <a:r>
              <a:rPr lang="en-US" sz="2800" dirty="0"/>
              <a:t>.</a:t>
            </a:r>
          </a:p>
          <a:p>
            <a:pPr indent="-228600">
              <a:lnSpc>
                <a:spcPct val="90000"/>
              </a:lnSpc>
              <a:spcAft>
                <a:spcPts val="600"/>
              </a:spcAft>
              <a:buFont typeface="Arial" panose="020B0604020202020204" pitchFamily="34" charset="0"/>
              <a:buChar char="•"/>
            </a:pPr>
            <a:r>
              <a:rPr lang="en-US" sz="2800" b="1" dirty="0" err="1"/>
              <a:t>Regulación</a:t>
            </a:r>
            <a:r>
              <a:rPr lang="en-US" sz="2800" b="1" dirty="0"/>
              <a:t> de </a:t>
            </a:r>
            <a:r>
              <a:rPr lang="en-US" sz="2800" b="1" dirty="0" err="1"/>
              <a:t>ciberseguridad</a:t>
            </a:r>
            <a:r>
              <a:rPr lang="en-US" sz="2800" b="1" dirty="0"/>
              <a:t>: </a:t>
            </a:r>
            <a:r>
              <a:rPr lang="en-US" sz="2800" dirty="0"/>
              <a:t>se </a:t>
            </a:r>
            <a:r>
              <a:rPr lang="en-US" sz="2800" dirty="0" err="1"/>
              <a:t>espera</a:t>
            </a:r>
            <a:r>
              <a:rPr lang="en-US" sz="2800" dirty="0"/>
              <a:t> que </a:t>
            </a:r>
            <a:r>
              <a:rPr lang="en-US" sz="2800" dirty="0" err="1"/>
              <a:t>los</a:t>
            </a:r>
            <a:r>
              <a:rPr lang="en-US" sz="2800" dirty="0"/>
              <a:t> </a:t>
            </a:r>
            <a:r>
              <a:rPr lang="en-US" sz="2800" dirty="0" err="1"/>
              <a:t>gobiernos</a:t>
            </a:r>
            <a:r>
              <a:rPr lang="en-US" sz="2800" dirty="0"/>
              <a:t> y las </a:t>
            </a:r>
            <a:r>
              <a:rPr lang="en-US" sz="2800" dirty="0" err="1"/>
              <a:t>organizaciones</a:t>
            </a:r>
            <a:r>
              <a:rPr lang="en-US" sz="2800" dirty="0"/>
              <a:t> de </a:t>
            </a:r>
            <a:r>
              <a:rPr lang="en-US" sz="2800" dirty="0" err="1"/>
              <a:t>todo</a:t>
            </a:r>
            <a:r>
              <a:rPr lang="en-US" sz="2800" dirty="0"/>
              <a:t> </a:t>
            </a:r>
            <a:r>
              <a:rPr lang="en-US" sz="2800" dirty="0" err="1"/>
              <a:t>el</a:t>
            </a:r>
            <a:r>
              <a:rPr lang="en-US" sz="2800" dirty="0"/>
              <a:t> </a:t>
            </a:r>
            <a:r>
              <a:rPr lang="en-US" sz="2800" dirty="0" err="1"/>
              <a:t>mundo</a:t>
            </a:r>
            <a:r>
              <a:rPr lang="en-US" sz="2800" dirty="0"/>
              <a:t> </a:t>
            </a:r>
            <a:r>
              <a:rPr lang="en-US" sz="2800" dirty="0" err="1"/>
              <a:t>adopten</a:t>
            </a:r>
            <a:r>
              <a:rPr lang="en-US" sz="2800" dirty="0"/>
              <a:t> </a:t>
            </a:r>
            <a:r>
              <a:rPr lang="en-US" sz="2800" dirty="0" err="1"/>
              <a:t>nuevas</a:t>
            </a:r>
            <a:r>
              <a:rPr lang="en-US" sz="2800" dirty="0"/>
              <a:t> </a:t>
            </a:r>
            <a:r>
              <a:rPr lang="en-US" sz="2800" dirty="0" err="1"/>
              <a:t>regulaciones</a:t>
            </a:r>
            <a:r>
              <a:rPr lang="en-US" sz="2800" dirty="0"/>
              <a:t> para </a:t>
            </a:r>
            <a:r>
              <a:rPr lang="en-US" sz="2800" dirty="0" err="1"/>
              <a:t>mejorar</a:t>
            </a:r>
            <a:r>
              <a:rPr lang="en-US" sz="2800" dirty="0"/>
              <a:t> la </a:t>
            </a:r>
            <a:r>
              <a:rPr lang="en-US" sz="2800" dirty="0" err="1"/>
              <a:t>ciberseguridad</a:t>
            </a:r>
            <a:r>
              <a:rPr lang="en-US" sz="2800" dirty="0"/>
              <a:t> y </a:t>
            </a:r>
            <a:r>
              <a:rPr lang="en-US" sz="2800" dirty="0" err="1"/>
              <a:t>proteger</a:t>
            </a:r>
            <a:r>
              <a:rPr lang="en-US" sz="2800" dirty="0"/>
              <a:t> </a:t>
            </a:r>
            <a:r>
              <a:rPr lang="en-US" sz="2800" dirty="0" err="1"/>
              <a:t>los</a:t>
            </a:r>
            <a:r>
              <a:rPr lang="en-US" sz="2800" dirty="0"/>
              <a:t> </a:t>
            </a:r>
            <a:r>
              <a:rPr lang="en-US" sz="2800" dirty="0" err="1"/>
              <a:t>datos</a:t>
            </a:r>
            <a:r>
              <a:rPr lang="en-US" sz="2800" dirty="0"/>
              <a:t>. Las </a:t>
            </a:r>
            <a:r>
              <a:rPr lang="en-US" sz="2800" dirty="0" err="1"/>
              <a:t>organizaciones</a:t>
            </a:r>
            <a:r>
              <a:rPr lang="en-US" sz="2800" dirty="0"/>
              <a:t> </a:t>
            </a:r>
            <a:r>
              <a:rPr lang="en-US" sz="2800" dirty="0" err="1"/>
              <a:t>también</a:t>
            </a:r>
            <a:r>
              <a:rPr lang="en-US" sz="2800" dirty="0"/>
              <a:t> </a:t>
            </a:r>
            <a:r>
              <a:rPr lang="en-US" sz="2800" dirty="0" err="1"/>
              <a:t>tendrán</a:t>
            </a:r>
            <a:r>
              <a:rPr lang="en-US" sz="2800" dirty="0"/>
              <a:t> que </a:t>
            </a:r>
            <a:r>
              <a:rPr lang="en-US" sz="2800" dirty="0" err="1"/>
              <a:t>cumplir</a:t>
            </a:r>
            <a:r>
              <a:rPr lang="en-US" sz="2800" dirty="0"/>
              <a:t> con </a:t>
            </a:r>
            <a:r>
              <a:rPr lang="en-US" sz="2800" dirty="0" err="1"/>
              <a:t>nuevas</a:t>
            </a:r>
            <a:r>
              <a:rPr lang="en-US" sz="2800" dirty="0"/>
              <a:t> </a:t>
            </a:r>
            <a:r>
              <a:rPr lang="en-US" sz="2800" dirty="0" err="1"/>
              <a:t>leyes</a:t>
            </a:r>
            <a:r>
              <a:rPr lang="en-US" sz="2800" dirty="0"/>
              <a:t> y </a:t>
            </a:r>
            <a:r>
              <a:rPr lang="en-US" sz="2800" dirty="0" err="1"/>
              <a:t>regulaciones</a:t>
            </a:r>
            <a:r>
              <a:rPr lang="en-US" sz="2800" dirty="0"/>
              <a:t>, lo que </a:t>
            </a:r>
            <a:r>
              <a:rPr lang="en-US" sz="2800" dirty="0" err="1"/>
              <a:t>requerirá</a:t>
            </a:r>
            <a:r>
              <a:rPr lang="en-US" sz="2800" dirty="0"/>
              <a:t> </a:t>
            </a:r>
            <a:r>
              <a:rPr lang="en-US" sz="2800" dirty="0" err="1"/>
              <a:t>una</a:t>
            </a:r>
            <a:r>
              <a:rPr lang="en-US" sz="2800" dirty="0"/>
              <a:t> mayor </a:t>
            </a:r>
            <a:r>
              <a:rPr lang="en-US" sz="2800" dirty="0" err="1"/>
              <a:t>inversión</a:t>
            </a:r>
            <a:r>
              <a:rPr lang="en-US" sz="2800" dirty="0"/>
              <a:t> </a:t>
            </a:r>
            <a:r>
              <a:rPr lang="en-US" sz="2800" dirty="0" err="1"/>
              <a:t>en</a:t>
            </a:r>
            <a:r>
              <a:rPr lang="en-US" sz="2800" dirty="0"/>
              <a:t> </a:t>
            </a:r>
            <a:r>
              <a:rPr lang="en-US" sz="2800" dirty="0" err="1"/>
              <a:t>ciberseguridad</a:t>
            </a:r>
            <a:r>
              <a:rPr lang="en-US" sz="2800" dirty="0"/>
              <a:t>.</a:t>
            </a:r>
          </a:p>
        </p:txBody>
      </p:sp>
      <p:pic>
        <p:nvPicPr>
          <p:cNvPr id="6" name="Google Shape;135;p8" descr="Cómo protegerse de los virus, piratas informáticos y demás ataques? |  Tecnología - ComputerHoy.com">
            <a:extLst>
              <a:ext uri="{FF2B5EF4-FFF2-40B4-BE49-F238E27FC236}">
                <a16:creationId xmlns:a16="http://schemas.microsoft.com/office/drawing/2014/main" id="{A3C26C03-5128-F566-7D2D-AD42A6B209F1}"/>
              </a:ext>
            </a:extLst>
          </p:cNvPr>
          <p:cNvPicPr preferRelativeResize="0"/>
          <p:nvPr/>
        </p:nvPicPr>
        <p:blipFill rotWithShape="1">
          <a:blip r:embed="rId2"/>
          <a:srcRect l="19131" r="14226"/>
          <a:stretch/>
        </p:blipFill>
        <p:spPr>
          <a:xfrm>
            <a:off x="13242588" y="2590832"/>
            <a:ext cx="11141412" cy="11125168"/>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a:noFill/>
        </p:spPr>
      </p:pic>
      <p:sp>
        <p:nvSpPr>
          <p:cNvPr id="17"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86902" y="3312294"/>
            <a:ext cx="1092200" cy="1092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69478" y="1175032"/>
            <a:ext cx="5975798" cy="5975798"/>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0498415"/>
      </p:ext>
    </p:extLst>
  </p:cSld>
  <p:clrMapOvr>
    <a:masterClrMapping/>
  </p:clrMapOvr>
  <p:transition spd="med"/>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White">
  <a:themeElements>
    <a:clrScheme name="White">
      <a:dk1>
        <a:srgbClr val="000000"/>
      </a:dk1>
      <a:lt1>
        <a:srgbClr val="FFFFFF"/>
      </a:lt1>
      <a:dk2>
        <a:srgbClr val="F3E39D"/>
      </a:dk2>
      <a:lt2>
        <a:srgbClr val="EACD4F"/>
      </a:lt2>
      <a:accent1>
        <a:srgbClr val="0F4C75"/>
      </a:accent1>
      <a:accent2>
        <a:srgbClr val="3A6C8E"/>
      </a:accent2>
      <a:accent3>
        <a:srgbClr val="668DA7"/>
      </a:accent3>
      <a:accent4>
        <a:srgbClr val="91ADC0"/>
      </a:accent4>
      <a:accent5>
        <a:srgbClr val="BDCED9"/>
      </a:accent5>
      <a:accent6>
        <a:srgbClr val="E9EEF2"/>
      </a:accent6>
      <a:hlink>
        <a:srgbClr val="0000FF"/>
      </a:hlink>
      <a:folHlink>
        <a:srgbClr val="FF00FF"/>
      </a:folHlink>
    </a:clrScheme>
    <a:fontScheme name="White">
      <a:majorFont>
        <a:latin typeface="Open Sans Bold"/>
        <a:ea typeface="Open Sans Bold"/>
        <a:cs typeface="Open Sans Bold"/>
      </a:majorFont>
      <a:minorFont>
        <a:latin typeface="Open Sans ExtraBold"/>
        <a:ea typeface="Open Sans ExtraBold"/>
        <a:cs typeface="Open Sans ExtraBold"/>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76470"/>
            <a:satOff val="-53329"/>
            <a:lumOff val="-11960"/>
          </a:schemeClr>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Lato Regular"/>
            <a:ea typeface="Lato Regular"/>
            <a:cs typeface="Lato Regular"/>
            <a:sym typeface="Lato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0"/>
          </a:spcBef>
          <a:spcAft>
            <a:spcPts val="0"/>
          </a:spcAft>
          <a:buClrTx/>
          <a:buSzTx/>
          <a:buFontTx/>
          <a:buNone/>
          <a:tabLst/>
          <a:defRPr kumimoji="0" sz="1800" b="0" i="0" u="none" strike="noStrike" cap="none" spc="0" normalizeH="0" baseline="0">
            <a:ln>
              <a:noFill/>
            </a:ln>
            <a:solidFill>
              <a:schemeClr val="accent3">
                <a:hueOff val="-130908"/>
                <a:satOff val="-22167"/>
                <a:lumOff val="-7843"/>
              </a:schemeClr>
            </a:solidFill>
            <a:effectLst/>
            <a:uFillTx/>
            <a:latin typeface="Lato Regular"/>
            <a:ea typeface="Lato Regular"/>
            <a:cs typeface="Lato Regular"/>
            <a:sym typeface="Lato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3370</TotalTime>
  <Words>4612</Words>
  <Application>Microsoft Office PowerPoint</Application>
  <PresentationFormat>Personalizado</PresentationFormat>
  <Paragraphs>189</Paragraphs>
  <Slides>29</Slides>
  <Notes>8</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29</vt:i4>
      </vt:variant>
    </vt:vector>
  </HeadingPairs>
  <TitlesOfParts>
    <vt:vector size="41" baseType="lpstr">
      <vt:lpstr>Aptos</vt:lpstr>
      <vt:lpstr>Aptos Display</vt:lpstr>
      <vt:lpstr>Arial</vt:lpstr>
      <vt:lpstr>Arial</vt:lpstr>
      <vt:lpstr>Calibri</vt:lpstr>
      <vt:lpstr>Helvetica Neue</vt:lpstr>
      <vt:lpstr>Lato Bold</vt:lpstr>
      <vt:lpstr>Lato Regular</vt:lpstr>
      <vt:lpstr>Open Sans</vt:lpstr>
      <vt:lpstr>Söhne</vt:lpstr>
      <vt:lpstr>Verdana</vt:lpstr>
      <vt:lpstr>Tema de Office</vt:lpstr>
      <vt:lpstr>Presentación de PowerPoint</vt:lpstr>
      <vt:lpstr>Presentación de PowerPoint</vt:lpstr>
      <vt:lpstr>Presentación de PowerPoint</vt:lpstr>
      <vt:lpstr>INDICE  1º Riegos a los que nos enfrentamos. 2º Como prevenir un ciberataque. 3º Como protegernos de los ataques por ingeniería social. 4º Estos sitios web de pueden ayudar. 4º Herramientas para protegernos: los antivirus. 5º Actualizar los sistemas operativos, navegadores, app, aplicaciones.  6º Herramientas de análisis del tráfico de red.  7º Sistemas operativos para realizar Hacking ético. 8º Encriptación. 9º El futuro, que podemos esperar.   </vt:lpstr>
      <vt:lpstr>¿Cuáles son los riesgos a los que me puedo enfrentar?</vt:lpstr>
      <vt:lpstr>EL PROBLEMA DEL TOKEN ON AUTH</vt:lpstr>
      <vt:lpstr>Cuidado</vt:lpstr>
      <vt:lpstr>Como protegernos ante ataques de ingeniería social   - Nunca compartas tus contraseñas con nadie. Asegúrate de utilizar contraseñas seguras que contengan una combinación de letras, números y símbolos. También puedes utilizar un administrador de contraseñas para generar y almacenar contraseñas seguras.  - No reveles información personal o confidencial: No reveles información personal o confidencial, como tu número de seguro social o información bancaria, a menos que estés seguro de la identidad de la persona o entidad que te lo solicita.  Verifica la identidad del remitente: Si recibes un correo electrónico o una llamada telefónica que solicita información personal o financiera, verifica la identidad del remitente. No hagas clic en enlaces sospechosos o descargues archivos adjuntos desconocidos.  Capacita a tus empleados: Si eres dueño de una empresa, capacita a tus empleados en técnicas de seguridad y educación en ciberseguridad para que estén preparados para detectar y prevenir ataques por ingeniería social.  </vt:lpstr>
      <vt:lpstr>¡¡¡¡¡Los incidentes de CIBERSEGURIDAD, deben denunciarse!!!!</vt:lpstr>
      <vt:lpstr>Pasos para prevenir un ciberataque</vt:lpstr>
      <vt:lpstr>Pasos para prevenir un ciberataque</vt:lpstr>
      <vt:lpstr>Web importantes</vt:lpstr>
      <vt:lpstr>Antivirus  Un antivirus es un programa diseñado para detectar, prevenir y eliminar software malicioso o virus informáticos. Los virus informáticos son programas diseñados para dañar, interferir o tomar el control de un sistema informático sin el consentimiento del usuario. Existen diferentes tipos de antivirus, entre ellos: Antivirus basados en firma: estos antivirus comparan el software malicioso conocido con los archivos en el sistema. Si se detecta un virus, el antivirus lo elimina o lo pone en cuarentena. Antivirus basados en comportamiento: estos antivirus monitorean el comportamiento del software y detectan actividades sospechosas, como la creación de archivos o la modificación del registro de Windows. </vt:lpstr>
      <vt:lpstr>Presentación de PowerPoint</vt:lpstr>
      <vt:lpstr>Presentación de PowerPoint</vt:lpstr>
      <vt:lpstr>  Entre los antivirus más destacados se encuentran: Norton Antivirus: es un antivirus de pago que ofrece protección en tiempo real, detección de malware avanzado y una amplia gama de funciones de seguridad. Kaspersky Antivirus: es otro antivirus de pago que ofrece una excelente protección contra virus, spyware, malware y otras amenazas en línea. Windows Defender: es el antivirus incorporado en Windows 10. Ofrece protección en tiempo real y se actualiza automáticamente. </vt:lpstr>
      <vt:lpstr> Aunque Windows Defender es una opción sólida para la protección antivirus, es importante tener en cuenta que puede no ser suficiente para proteger contra todas las amenazas en línea. Por lo tanto, se recomienda complementar la protección con otro software de seguridad de terceros para obtener una protección más completa. </vt:lpstr>
      <vt:lpstr>Presentación de PowerPoint</vt:lpstr>
      <vt:lpstr>Gestores de contraseñas seguras</vt:lpstr>
      <vt:lpstr>Configuración de autenticación en dos pasos: Gmail  1º Inicia sesión en tu cuenta de Gmail.  2º Haz clic en el icono de tu cuenta (en la esquina superior derecha) y selecciona "Cuenta de Google".  3º En la página de "Inicio de sesión y seguridad", desplázate hacia abajo y busca la sección "Verificación en dos pasos".  4º Haz clic en "Configuración" y sigue las instrucciones en pantalla para configurar la autenticación de dos pasos.  5º Elige el método de verificación que prefieras. Puedes recibir un mensaje de texto con un código, usar una aplicación de autenticación, o utilizar una llave de seguridad física. </vt:lpstr>
      <vt:lpstr>Herramientas para analizar vulnerabilidades</vt:lpstr>
      <vt:lpstr>Wireshark</vt:lpstr>
      <vt:lpstr>Presentación de PowerPoint</vt:lpstr>
      <vt:lpstr>Que es el hacking ético</vt:lpstr>
      <vt:lpstr>Presentación de PowerPoint</vt:lpstr>
      <vt:lpstr>Sistemas operativos que se usan para hacking ético</vt:lpstr>
      <vt:lpstr>Parrot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Alberto Ruiz</dc:creator>
  <cp:lastModifiedBy>Alberto Ruiz</cp:lastModifiedBy>
  <cp:revision>334</cp:revision>
  <dcterms:modified xsi:type="dcterms:W3CDTF">2024-11-16T08:00:11Z</dcterms:modified>
</cp:coreProperties>
</file>