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8" r:id="rId1"/>
  </p:sldMasterIdLst>
  <p:notesMasterIdLst>
    <p:notesMasterId r:id="rId22"/>
  </p:notesMasterIdLst>
  <p:sldIdLst>
    <p:sldId id="308" r:id="rId2"/>
    <p:sldId id="569" r:id="rId3"/>
    <p:sldId id="570" r:id="rId4"/>
    <p:sldId id="263" r:id="rId5"/>
    <p:sldId id="538" r:id="rId6"/>
    <p:sldId id="438" r:id="rId7"/>
    <p:sldId id="312" r:id="rId8"/>
    <p:sldId id="560" r:id="rId9"/>
    <p:sldId id="314" r:id="rId10"/>
    <p:sldId id="315" r:id="rId11"/>
    <p:sldId id="307" r:id="rId12"/>
    <p:sldId id="564" r:id="rId13"/>
    <p:sldId id="568" r:id="rId14"/>
    <p:sldId id="567" r:id="rId15"/>
    <p:sldId id="563" r:id="rId16"/>
    <p:sldId id="561" r:id="rId17"/>
    <p:sldId id="562" r:id="rId18"/>
    <p:sldId id="540" r:id="rId19"/>
    <p:sldId id="542" r:id="rId20"/>
    <p:sldId id="545" r:id="rId21"/>
  </p:sldIdLst>
  <p:sldSz cx="24384000" cy="13716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FFCC"/>
    <a:srgbClr val="00B0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3A39F8-E100-4261-B0AB-D9EFED7C9A8F}" v="35" dt="2024-11-16T07:08:20.66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-130380"/>
              <a:satOff val="22727"/>
              <a:lumOff val="10574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4D80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1DB100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353668"/>
              <a:satOff val="46207"/>
              <a:lumOff val="-58264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48"/>
    <p:restoredTop sz="94651"/>
  </p:normalViewPr>
  <p:slideViewPr>
    <p:cSldViewPr snapToGrid="0" snapToObjects="1">
      <p:cViewPr varScale="1">
        <p:scale>
          <a:sx n="21" d="100"/>
          <a:sy n="21" d="100"/>
        </p:scale>
        <p:origin x="939" y="38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18923CA4-2A1E-4285-81FF-2717E4C88808}"/>
    <pc:docChg chg="undo custSel delSld modSld modMainMaster">
      <pc:chgData name="Alberto Ruiz" userId="47fa91d207cfb014" providerId="LiveId" clId="{18923CA4-2A1E-4285-81FF-2717E4C88808}" dt="2024-10-29T18:52:51.140" v="294" actId="26606"/>
      <pc:docMkLst>
        <pc:docMk/>
      </pc:docMkLst>
      <pc:sldChg chg="addSp modSp mod setBg setFolMasterObjs">
        <pc:chgData name="Alberto Ruiz" userId="47fa91d207cfb014" providerId="LiveId" clId="{18923CA4-2A1E-4285-81FF-2717E4C88808}" dt="2024-10-29T18:38:58.879" v="104" actId="26606"/>
        <pc:sldMkLst>
          <pc:docMk/>
          <pc:sldMk cId="3956474913" sldId="263"/>
        </pc:sldMkLst>
        <pc:spChg chg="mod">
          <ac:chgData name="Alberto Ruiz" userId="47fa91d207cfb014" providerId="LiveId" clId="{18923CA4-2A1E-4285-81FF-2717E4C88808}" dt="2024-10-29T18:38:58.879" v="104" actId="26606"/>
          <ac:spMkLst>
            <pc:docMk/>
            <pc:sldMk cId="3956474913" sldId="263"/>
            <ac:spMk id="2" creationId="{38F104FD-6EA6-489A-BC5F-BFEE42927D9E}"/>
          </ac:spMkLst>
        </pc:spChg>
        <pc:spChg chg="mod">
          <ac:chgData name="Alberto Ruiz" userId="47fa91d207cfb014" providerId="LiveId" clId="{18923CA4-2A1E-4285-81FF-2717E4C88808}" dt="2024-10-29T18:38:58.879" v="104" actId="26606"/>
          <ac:spMkLst>
            <pc:docMk/>
            <pc:sldMk cId="3956474913" sldId="263"/>
            <ac:spMk id="8" creationId="{6AC0D201-8541-4F8C-B244-08116BCF1DAF}"/>
          </ac:spMkLst>
        </pc:spChg>
        <pc:spChg chg="add">
          <ac:chgData name="Alberto Ruiz" userId="47fa91d207cfb014" providerId="LiveId" clId="{18923CA4-2A1E-4285-81FF-2717E4C88808}" dt="2024-10-29T18:38:58.879" v="104" actId="26606"/>
          <ac:spMkLst>
            <pc:docMk/>
            <pc:sldMk cId="3956474913" sldId="263"/>
            <ac:spMk id="13" creationId="{815925C2-A704-4D47-B1C1-3FCA52512EC1}"/>
          </ac:spMkLst>
        </pc:spChg>
        <pc:spChg chg="add">
          <ac:chgData name="Alberto Ruiz" userId="47fa91d207cfb014" providerId="LiveId" clId="{18923CA4-2A1E-4285-81FF-2717E4C88808}" dt="2024-10-29T18:38:58.879" v="104" actId="26606"/>
          <ac:spMkLst>
            <pc:docMk/>
            <pc:sldMk cId="3956474913" sldId="263"/>
            <ac:spMk id="15" creationId="{01D4315C-C23C-4FD3-98DF-08C29E2292A8}"/>
          </ac:spMkLst>
        </pc:spChg>
        <pc:grpChg chg="add">
          <ac:chgData name="Alberto Ruiz" userId="47fa91d207cfb014" providerId="LiveId" clId="{18923CA4-2A1E-4285-81FF-2717E4C88808}" dt="2024-10-29T18:38:58.879" v="104" actId="26606"/>
          <ac:grpSpMkLst>
            <pc:docMk/>
            <pc:sldMk cId="3956474913" sldId="263"/>
            <ac:grpSpMk id="17" creationId="{5E6B47BC-43FD-4C91-8BFF-B41B99A8A39E}"/>
          </ac:grpSpMkLst>
        </pc:grpChg>
        <pc:grpChg chg="add">
          <ac:chgData name="Alberto Ruiz" userId="47fa91d207cfb014" providerId="LiveId" clId="{18923CA4-2A1E-4285-81FF-2717E4C88808}" dt="2024-10-29T18:38:58.879" v="104" actId="26606"/>
          <ac:grpSpMkLst>
            <pc:docMk/>
            <pc:sldMk cId="3956474913" sldId="263"/>
            <ac:grpSpMk id="21" creationId="{43F5E015-E085-4624-B431-B42414448684}"/>
          </ac:grpSpMkLst>
        </pc:grpChg>
      </pc:sldChg>
      <pc:sldChg chg="modSp del">
        <pc:chgData name="Alberto Ruiz" userId="47fa91d207cfb014" providerId="LiveId" clId="{18923CA4-2A1E-4285-81FF-2717E4C88808}" dt="2024-10-29T18:36:53.260" v="93" actId="47"/>
        <pc:sldMkLst>
          <pc:docMk/>
          <pc:sldMk cId="0" sldId="292"/>
        </pc:sldMkLst>
        <pc:picChg chg="mod">
          <ac:chgData name="Alberto Ruiz" userId="47fa91d207cfb014" providerId="LiveId" clId="{18923CA4-2A1E-4285-81FF-2717E4C88808}" dt="2024-10-29T18:36:37.426" v="59"/>
          <ac:picMkLst>
            <pc:docMk/>
            <pc:sldMk cId="0" sldId="292"/>
            <ac:picMk id="8" creationId="{770ED0C0-84B5-52ED-3313-293B1110F1F6}"/>
          </ac:picMkLst>
        </pc:picChg>
      </pc:sldChg>
      <pc:sldChg chg="modSp mod">
        <pc:chgData name="Alberto Ruiz" userId="47fa91d207cfb014" providerId="LiveId" clId="{18923CA4-2A1E-4285-81FF-2717E4C88808}" dt="2024-10-29T18:50:52.822" v="276" actId="14100"/>
        <pc:sldMkLst>
          <pc:docMk/>
          <pc:sldMk cId="0" sldId="307"/>
        </pc:sldMkLst>
        <pc:spChg chg="mod">
          <ac:chgData name="Alberto Ruiz" userId="47fa91d207cfb014" providerId="LiveId" clId="{18923CA4-2A1E-4285-81FF-2717E4C88808}" dt="2024-10-29T18:50:47.421" v="274" actId="14100"/>
          <ac:spMkLst>
            <pc:docMk/>
            <pc:sldMk cId="0" sldId="307"/>
            <ac:spMk id="9" creationId="{F4046F34-927F-6E01-9598-E655179692B5}"/>
          </ac:spMkLst>
        </pc:spChg>
        <pc:picChg chg="mod">
          <ac:chgData name="Alberto Ruiz" userId="47fa91d207cfb014" providerId="LiveId" clId="{18923CA4-2A1E-4285-81FF-2717E4C88808}" dt="2024-10-29T18:50:52.822" v="276" actId="14100"/>
          <ac:picMkLst>
            <pc:docMk/>
            <pc:sldMk cId="0" sldId="307"/>
            <ac:picMk id="5" creationId="{3A364F60-6E52-40C5-B2FF-7D58F1D1363A}"/>
          </ac:picMkLst>
        </pc:picChg>
      </pc:sldChg>
      <pc:sldChg chg="addSp delSp modSp mod">
        <pc:chgData name="Alberto Ruiz" userId="47fa91d207cfb014" providerId="LiveId" clId="{18923CA4-2A1E-4285-81FF-2717E4C88808}" dt="2024-10-29T18:49:00.255" v="263" actId="1076"/>
        <pc:sldMkLst>
          <pc:docMk/>
          <pc:sldMk cId="1395634490" sldId="308"/>
        </pc:sldMkLst>
        <pc:spChg chg="del">
          <ac:chgData name="Alberto Ruiz" userId="47fa91d207cfb014" providerId="LiveId" clId="{18923CA4-2A1E-4285-81FF-2717E4C88808}" dt="2024-10-29T18:48:45.615" v="258" actId="478"/>
          <ac:spMkLst>
            <pc:docMk/>
            <pc:sldMk cId="1395634490" sldId="308"/>
            <ac:spMk id="2" creationId="{138ED14F-CB4F-B3F5-FAE3-A4C6D3C0F1FA}"/>
          </ac:spMkLst>
        </pc:spChg>
        <pc:spChg chg="mod">
          <ac:chgData name="Alberto Ruiz" userId="47fa91d207cfb014" providerId="LiveId" clId="{18923CA4-2A1E-4285-81FF-2717E4C88808}" dt="2024-10-29T18:49:00.255" v="263" actId="1076"/>
          <ac:spMkLst>
            <pc:docMk/>
            <pc:sldMk cId="1395634490" sldId="308"/>
            <ac:spMk id="3" creationId="{07E4E141-ADD2-6BE1-1B42-24436F5D8AA8}"/>
          </ac:spMkLst>
        </pc:spChg>
        <pc:spChg chg="add del mod">
          <ac:chgData name="Alberto Ruiz" userId="47fa91d207cfb014" providerId="LiveId" clId="{18923CA4-2A1E-4285-81FF-2717E4C88808}" dt="2024-10-29T18:34:57.334" v="3" actId="478"/>
          <ac:spMkLst>
            <pc:docMk/>
            <pc:sldMk cId="1395634490" sldId="308"/>
            <ac:spMk id="7" creationId="{841FC6CC-887A-4713-1CE0-360A8EB67CF8}"/>
          </ac:spMkLst>
        </pc:spChg>
        <pc:spChg chg="add del mod">
          <ac:chgData name="Alberto Ruiz" userId="47fa91d207cfb014" providerId="LiveId" clId="{18923CA4-2A1E-4285-81FF-2717E4C88808}" dt="2024-10-29T18:47:56.783" v="247" actId="478"/>
          <ac:spMkLst>
            <pc:docMk/>
            <pc:sldMk cId="1395634490" sldId="308"/>
            <ac:spMk id="10" creationId="{CCB52EFD-162A-C6E2-1769-C71024861C57}"/>
          </ac:spMkLst>
        </pc:spChg>
        <pc:spChg chg="del">
          <ac:chgData name="Alberto Ruiz" userId="47fa91d207cfb014" providerId="LiveId" clId="{18923CA4-2A1E-4285-81FF-2717E4C88808}" dt="2024-10-29T18:34:52.351" v="1" actId="478"/>
          <ac:spMkLst>
            <pc:docMk/>
            <pc:sldMk cId="1395634490" sldId="308"/>
            <ac:spMk id="350" creationId="{00000000-0000-0000-0000-000000000000}"/>
          </ac:spMkLst>
        </pc:spChg>
        <pc:spChg chg="mod">
          <ac:chgData name="Alberto Ruiz" userId="47fa91d207cfb014" providerId="LiveId" clId="{18923CA4-2A1E-4285-81FF-2717E4C88808}" dt="2024-10-29T18:48:32.883" v="254" actId="207"/>
          <ac:spMkLst>
            <pc:docMk/>
            <pc:sldMk cId="1395634490" sldId="308"/>
            <ac:spMk id="351" creationId="{00000000-0000-0000-0000-000000000000}"/>
          </ac:spMkLst>
        </pc:spChg>
        <pc:spChg chg="del">
          <ac:chgData name="Alberto Ruiz" userId="47fa91d207cfb014" providerId="LiveId" clId="{18923CA4-2A1E-4285-81FF-2717E4C88808}" dt="2024-10-29T18:48:44.657" v="257" actId="478"/>
          <ac:spMkLst>
            <pc:docMk/>
            <pc:sldMk cId="1395634490" sldId="308"/>
            <ac:spMk id="354" creationId="{00000000-0000-0000-0000-000000000000}"/>
          </ac:spMkLst>
        </pc:spChg>
        <pc:graphicFrameChg chg="add mod">
          <ac:chgData name="Alberto Ruiz" userId="47fa91d207cfb014" providerId="LiveId" clId="{18923CA4-2A1E-4285-81FF-2717E4C88808}" dt="2024-10-29T18:48:04.315" v="249"/>
          <ac:graphicFrameMkLst>
            <pc:docMk/>
            <pc:sldMk cId="1395634490" sldId="308"/>
            <ac:graphicFrameMk id="11" creationId="{99387CFF-7AB5-6739-9B55-5C3E8D34EEED}"/>
          </ac:graphicFrameMkLst>
        </pc:graphicFrameChg>
        <pc:picChg chg="del">
          <ac:chgData name="Alberto Ruiz" userId="47fa91d207cfb014" providerId="LiveId" clId="{18923CA4-2A1E-4285-81FF-2717E4C88808}" dt="2024-10-29T18:34:50.151" v="0" actId="478"/>
          <ac:picMkLst>
            <pc:docMk/>
            <pc:sldMk cId="1395634490" sldId="308"/>
            <ac:picMk id="6" creationId="{EAB6C21C-088B-1C1F-8692-22F35876EB23}"/>
          </ac:picMkLst>
        </pc:picChg>
        <pc:picChg chg="add del mod">
          <ac:chgData name="Alberto Ruiz" userId="47fa91d207cfb014" providerId="LiveId" clId="{18923CA4-2A1E-4285-81FF-2717E4C88808}" dt="2024-10-29T18:47:54.055" v="246" actId="478"/>
          <ac:picMkLst>
            <pc:docMk/>
            <pc:sldMk cId="1395634490" sldId="308"/>
            <ac:picMk id="9" creationId="{11E5B9EF-BE92-BD17-6541-0F6A652D4323}"/>
          </ac:picMkLst>
        </pc:picChg>
        <pc:picChg chg="add mod ord">
          <ac:chgData name="Alberto Ruiz" userId="47fa91d207cfb014" providerId="LiveId" clId="{18923CA4-2A1E-4285-81FF-2717E4C88808}" dt="2024-10-29T18:48:14.501" v="251" actId="167"/>
          <ac:picMkLst>
            <pc:docMk/>
            <pc:sldMk cId="1395634490" sldId="308"/>
            <ac:picMk id="12" creationId="{3A387F75-C8A0-B96F-5701-A37BC92859C6}"/>
          </ac:picMkLst>
        </pc:picChg>
      </pc:sldChg>
      <pc:sldChg chg="modSp">
        <pc:chgData name="Alberto Ruiz" userId="47fa91d207cfb014" providerId="LiveId" clId="{18923CA4-2A1E-4285-81FF-2717E4C88808}" dt="2024-10-29T18:36:37.426" v="59"/>
        <pc:sldMkLst>
          <pc:docMk/>
          <pc:sldMk cId="0" sldId="314"/>
        </pc:sldMkLst>
        <pc:spChg chg="mod">
          <ac:chgData name="Alberto Ruiz" userId="47fa91d207cfb014" providerId="LiveId" clId="{18923CA4-2A1E-4285-81FF-2717E4C88808}" dt="2024-10-29T18:36:37.426" v="59"/>
          <ac:spMkLst>
            <pc:docMk/>
            <pc:sldMk cId="0" sldId="314"/>
            <ac:spMk id="195" creationId="{00000000-0000-0000-0000-000000000000}"/>
          </ac:spMkLst>
        </pc:spChg>
      </pc:sldChg>
      <pc:sldChg chg="modSp mod">
        <pc:chgData name="Alberto Ruiz" userId="47fa91d207cfb014" providerId="LiveId" clId="{18923CA4-2A1E-4285-81FF-2717E4C88808}" dt="2024-10-29T18:42:00.050" v="142" actId="207"/>
        <pc:sldMkLst>
          <pc:docMk/>
          <pc:sldMk cId="0" sldId="319"/>
        </pc:sldMkLst>
        <pc:spChg chg="mod">
          <ac:chgData name="Alberto Ruiz" userId="47fa91d207cfb014" providerId="LiveId" clId="{18923CA4-2A1E-4285-81FF-2717E4C88808}" dt="2024-10-29T18:42:00.050" v="142" actId="207"/>
          <ac:spMkLst>
            <pc:docMk/>
            <pc:sldMk cId="0" sldId="319"/>
            <ac:spMk id="256" creationId="{00000000-0000-0000-0000-000000000000}"/>
          </ac:spMkLst>
        </pc:spChg>
      </pc:sldChg>
      <pc:sldChg chg="addSp modSp mod setBg setFolMasterObjs">
        <pc:chgData name="Alberto Ruiz" userId="47fa91d207cfb014" providerId="LiveId" clId="{18923CA4-2A1E-4285-81FF-2717E4C88808}" dt="2024-10-29T18:44:06.817" v="164" actId="26606"/>
        <pc:sldMkLst>
          <pc:docMk/>
          <pc:sldMk cId="0" sldId="321"/>
        </pc:sldMkLst>
        <pc:spChg chg="mod">
          <ac:chgData name="Alberto Ruiz" userId="47fa91d207cfb014" providerId="LiveId" clId="{18923CA4-2A1E-4285-81FF-2717E4C88808}" dt="2024-10-29T18:44:06.817" v="164" actId="26606"/>
          <ac:spMkLst>
            <pc:docMk/>
            <pc:sldMk cId="0" sldId="321"/>
            <ac:spMk id="267" creationId="{00000000-0000-0000-0000-000000000000}"/>
          </ac:spMkLst>
        </pc:spChg>
        <pc:spChg chg="add">
          <ac:chgData name="Alberto Ruiz" userId="47fa91d207cfb014" providerId="LiveId" clId="{18923CA4-2A1E-4285-81FF-2717E4C88808}" dt="2024-10-29T18:44:06.817" v="164" actId="26606"/>
          <ac:spMkLst>
            <pc:docMk/>
            <pc:sldMk cId="0" sldId="321"/>
            <ac:spMk id="272" creationId="{B7BD7FCF-A254-4A97-A15C-319B67622677}"/>
          </ac:spMkLst>
        </pc:spChg>
        <pc:spChg chg="add">
          <ac:chgData name="Alberto Ruiz" userId="47fa91d207cfb014" providerId="LiveId" clId="{18923CA4-2A1E-4285-81FF-2717E4C88808}" dt="2024-10-29T18:44:06.817" v="164" actId="26606"/>
          <ac:spMkLst>
            <pc:docMk/>
            <pc:sldMk cId="0" sldId="321"/>
            <ac:spMk id="274" creationId="{52FFAF72-6204-4676-9C6F-9A4CC4D91805}"/>
          </ac:spMkLst>
        </pc:spChg>
        <pc:picChg chg="mod">
          <ac:chgData name="Alberto Ruiz" userId="47fa91d207cfb014" providerId="LiveId" clId="{18923CA4-2A1E-4285-81FF-2717E4C88808}" dt="2024-10-29T18:44:06.817" v="164" actId="26606"/>
          <ac:picMkLst>
            <pc:docMk/>
            <pc:sldMk cId="0" sldId="321"/>
            <ac:picMk id="3" creationId="{3FA7985C-4B6D-C71E-9935-7D5A408B1C0F}"/>
          </ac:picMkLst>
        </pc:picChg>
      </pc:sldChg>
      <pc:sldChg chg="modSp mod">
        <pc:chgData name="Alberto Ruiz" userId="47fa91d207cfb014" providerId="LiveId" clId="{18923CA4-2A1E-4285-81FF-2717E4C88808}" dt="2024-10-29T18:42:16.881" v="146" actId="207"/>
        <pc:sldMkLst>
          <pc:docMk/>
          <pc:sldMk cId="0" sldId="323"/>
        </pc:sldMkLst>
        <pc:spChg chg="mod">
          <ac:chgData name="Alberto Ruiz" userId="47fa91d207cfb014" providerId="LiveId" clId="{18923CA4-2A1E-4285-81FF-2717E4C88808}" dt="2024-10-29T18:42:13.850" v="145" actId="207"/>
          <ac:spMkLst>
            <pc:docMk/>
            <pc:sldMk cId="0" sldId="323"/>
            <ac:spMk id="3" creationId="{838BCAD5-4C40-A4D0-BF5D-396B66570953}"/>
          </ac:spMkLst>
        </pc:spChg>
        <pc:spChg chg="mod">
          <ac:chgData name="Alberto Ruiz" userId="47fa91d207cfb014" providerId="LiveId" clId="{18923CA4-2A1E-4285-81FF-2717E4C88808}" dt="2024-10-29T18:42:16.881" v="146" actId="207"/>
          <ac:spMkLst>
            <pc:docMk/>
            <pc:sldMk cId="0" sldId="323"/>
            <ac:spMk id="6" creationId="{3ADFC845-8D04-EF9F-1300-04760D6E5E90}"/>
          </ac:spMkLst>
        </pc:spChg>
        <pc:spChg chg="mod">
          <ac:chgData name="Alberto Ruiz" userId="47fa91d207cfb014" providerId="LiveId" clId="{18923CA4-2A1E-4285-81FF-2717E4C88808}" dt="2024-10-29T18:36:37.693" v="78" actId="27636"/>
          <ac:spMkLst>
            <pc:docMk/>
            <pc:sldMk cId="0" sldId="323"/>
            <ac:spMk id="7" creationId="{E3631D22-7ECB-861A-4407-ECB8788E23BE}"/>
          </ac:spMkLst>
        </pc:spChg>
        <pc:spChg chg="mod">
          <ac:chgData name="Alberto Ruiz" userId="47fa91d207cfb014" providerId="LiveId" clId="{18923CA4-2A1E-4285-81FF-2717E4C88808}" dt="2024-10-29T18:42:10.689" v="144" actId="207"/>
          <ac:spMkLst>
            <pc:docMk/>
            <pc:sldMk cId="0" sldId="323"/>
            <ac:spMk id="299" creationId="{00000000-0000-0000-0000-000000000000}"/>
          </ac:spMkLst>
        </pc:spChg>
      </pc:sldChg>
      <pc:sldChg chg="modSp mod">
        <pc:chgData name="Alberto Ruiz" userId="47fa91d207cfb014" providerId="LiveId" clId="{18923CA4-2A1E-4285-81FF-2717E4C88808}" dt="2024-10-29T18:43:04.383" v="153" actId="207"/>
        <pc:sldMkLst>
          <pc:docMk/>
          <pc:sldMk cId="0" sldId="325"/>
        </pc:sldMkLst>
        <pc:spChg chg="mod">
          <ac:chgData name="Alberto Ruiz" userId="47fa91d207cfb014" providerId="LiveId" clId="{18923CA4-2A1E-4285-81FF-2717E4C88808}" dt="2024-10-29T18:42:51.513" v="151" actId="207"/>
          <ac:spMkLst>
            <pc:docMk/>
            <pc:sldMk cId="0" sldId="325"/>
            <ac:spMk id="11" creationId="{2588F72F-3B6E-45EB-9ADF-BB23FFB8139B}"/>
          </ac:spMkLst>
        </pc:spChg>
        <pc:spChg chg="mod">
          <ac:chgData name="Alberto Ruiz" userId="47fa91d207cfb014" providerId="LiveId" clId="{18923CA4-2A1E-4285-81FF-2717E4C88808}" dt="2024-10-29T18:42:58.731" v="152" actId="207"/>
          <ac:spMkLst>
            <pc:docMk/>
            <pc:sldMk cId="0" sldId="325"/>
            <ac:spMk id="13" creationId="{C8D50D93-0D72-48C5-92D3-D33DAB0290AE}"/>
          </ac:spMkLst>
        </pc:spChg>
        <pc:spChg chg="mod">
          <ac:chgData name="Alberto Ruiz" userId="47fa91d207cfb014" providerId="LiveId" clId="{18923CA4-2A1E-4285-81FF-2717E4C88808}" dt="2024-10-29T18:43:04.383" v="153" actId="207"/>
          <ac:spMkLst>
            <pc:docMk/>
            <pc:sldMk cId="0" sldId="325"/>
            <ac:spMk id="15" creationId="{B6ED52A5-388F-407E-85A4-2EAA381BB219}"/>
          </ac:spMkLst>
        </pc:spChg>
        <pc:spChg chg="mod">
          <ac:chgData name="Alberto Ruiz" userId="47fa91d207cfb014" providerId="LiveId" clId="{18923CA4-2A1E-4285-81FF-2717E4C88808}" dt="2024-10-29T18:42:43.286" v="150" actId="207"/>
          <ac:spMkLst>
            <pc:docMk/>
            <pc:sldMk cId="0" sldId="325"/>
            <ac:spMk id="314" creationId="{00000000-0000-0000-0000-000000000000}"/>
          </ac:spMkLst>
        </pc:spChg>
        <pc:spChg chg="mod">
          <ac:chgData name="Alberto Ruiz" userId="47fa91d207cfb014" providerId="LiveId" clId="{18923CA4-2A1E-4285-81FF-2717E4C88808}" dt="2024-10-29T18:42:43.286" v="150" actId="207"/>
          <ac:spMkLst>
            <pc:docMk/>
            <pc:sldMk cId="0" sldId="325"/>
            <ac:spMk id="315" creationId="{00000000-0000-0000-0000-000000000000}"/>
          </ac:spMkLst>
        </pc:spChg>
        <pc:spChg chg="mod">
          <ac:chgData name="Alberto Ruiz" userId="47fa91d207cfb014" providerId="LiveId" clId="{18923CA4-2A1E-4285-81FF-2717E4C88808}" dt="2024-10-29T18:42:43.286" v="150" actId="207"/>
          <ac:spMkLst>
            <pc:docMk/>
            <pc:sldMk cId="0" sldId="325"/>
            <ac:spMk id="316" creationId="{00000000-0000-0000-0000-000000000000}"/>
          </ac:spMkLst>
        </pc:spChg>
        <pc:spChg chg="mod">
          <ac:chgData name="Alberto Ruiz" userId="47fa91d207cfb014" providerId="LiveId" clId="{18923CA4-2A1E-4285-81FF-2717E4C88808}" dt="2024-10-29T18:42:43.286" v="150" actId="207"/>
          <ac:spMkLst>
            <pc:docMk/>
            <pc:sldMk cId="0" sldId="325"/>
            <ac:spMk id="317" creationId="{00000000-0000-0000-0000-000000000000}"/>
          </ac:spMkLst>
        </pc:spChg>
        <pc:spChg chg="mod">
          <ac:chgData name="Alberto Ruiz" userId="47fa91d207cfb014" providerId="LiveId" clId="{18923CA4-2A1E-4285-81FF-2717E4C88808}" dt="2024-10-29T18:42:43.286" v="150" actId="207"/>
          <ac:spMkLst>
            <pc:docMk/>
            <pc:sldMk cId="0" sldId="325"/>
            <ac:spMk id="318" creationId="{00000000-0000-0000-0000-000000000000}"/>
          </ac:spMkLst>
        </pc:spChg>
        <pc:spChg chg="mod">
          <ac:chgData name="Alberto Ruiz" userId="47fa91d207cfb014" providerId="LiveId" clId="{18923CA4-2A1E-4285-81FF-2717E4C88808}" dt="2024-10-29T18:42:43.286" v="150" actId="207"/>
          <ac:spMkLst>
            <pc:docMk/>
            <pc:sldMk cId="0" sldId="325"/>
            <ac:spMk id="319" creationId="{00000000-0000-0000-0000-000000000000}"/>
          </ac:spMkLst>
        </pc:spChg>
        <pc:grpChg chg="mod">
          <ac:chgData name="Alberto Ruiz" userId="47fa91d207cfb014" providerId="LiveId" clId="{18923CA4-2A1E-4285-81FF-2717E4C88808}" dt="2024-10-29T18:42:38.722" v="149" actId="207"/>
          <ac:grpSpMkLst>
            <pc:docMk/>
            <pc:sldMk cId="0" sldId="325"/>
            <ac:grpSpMk id="313" creationId="{00000000-0000-0000-0000-000000000000}"/>
          </ac:grpSpMkLst>
        </pc:grpChg>
      </pc:sldChg>
      <pc:sldChg chg="addSp modSp mod setBg setFolMasterObjs">
        <pc:chgData name="Alberto Ruiz" userId="47fa91d207cfb014" providerId="LiveId" clId="{18923CA4-2A1E-4285-81FF-2717E4C88808}" dt="2024-10-29T18:44:54.324" v="179" actId="207"/>
        <pc:sldMkLst>
          <pc:docMk/>
          <pc:sldMk cId="0" sldId="326"/>
        </pc:sldMkLst>
        <pc:spChg chg="mod">
          <ac:chgData name="Alberto Ruiz" userId="47fa91d207cfb014" providerId="LiveId" clId="{18923CA4-2A1E-4285-81FF-2717E4C88808}" dt="2024-10-29T18:44:51.529" v="178" actId="26606"/>
          <ac:spMkLst>
            <pc:docMk/>
            <pc:sldMk cId="0" sldId="326"/>
            <ac:spMk id="324" creationId="{00000000-0000-0000-0000-000000000000}"/>
          </ac:spMkLst>
        </pc:spChg>
        <pc:spChg chg="mod">
          <ac:chgData name="Alberto Ruiz" userId="47fa91d207cfb014" providerId="LiveId" clId="{18923CA4-2A1E-4285-81FF-2717E4C88808}" dt="2024-10-29T18:44:54.324" v="179" actId="207"/>
          <ac:spMkLst>
            <pc:docMk/>
            <pc:sldMk cId="0" sldId="326"/>
            <ac:spMk id="325" creationId="{00000000-0000-0000-0000-000000000000}"/>
          </ac:spMkLst>
        </pc:spChg>
        <pc:spChg chg="add">
          <ac:chgData name="Alberto Ruiz" userId="47fa91d207cfb014" providerId="LiveId" clId="{18923CA4-2A1E-4285-81FF-2717E4C88808}" dt="2024-10-29T18:44:51.529" v="178" actId="26606"/>
          <ac:spMkLst>
            <pc:docMk/>
            <pc:sldMk cId="0" sldId="326"/>
            <ac:spMk id="330" creationId="{45D37F4E-DDB4-456B-97E0-9937730A039F}"/>
          </ac:spMkLst>
        </pc:spChg>
        <pc:spChg chg="add">
          <ac:chgData name="Alberto Ruiz" userId="47fa91d207cfb014" providerId="LiveId" clId="{18923CA4-2A1E-4285-81FF-2717E4C88808}" dt="2024-10-29T18:44:51.529" v="178" actId="26606"/>
          <ac:spMkLst>
            <pc:docMk/>
            <pc:sldMk cId="0" sldId="326"/>
            <ac:spMk id="332" creationId="{B2DD41CD-8F47-4F56-AD12-4E2FF7696987}"/>
          </ac:spMkLst>
        </pc:spChg>
        <pc:picChg chg="mod">
          <ac:chgData name="Alberto Ruiz" userId="47fa91d207cfb014" providerId="LiveId" clId="{18923CA4-2A1E-4285-81FF-2717E4C88808}" dt="2024-10-29T18:44:51.529" v="178" actId="26606"/>
          <ac:picMkLst>
            <pc:docMk/>
            <pc:sldMk cId="0" sldId="326"/>
            <ac:picMk id="2" creationId="{D9B9625C-ACC8-F669-0D00-E0CAE33C8713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45:09.579" v="182" actId="207"/>
        <pc:sldMkLst>
          <pc:docMk/>
          <pc:sldMk cId="0" sldId="327"/>
        </pc:sldMkLst>
        <pc:spChg chg="mod">
          <ac:chgData name="Alberto Ruiz" userId="47fa91d207cfb014" providerId="LiveId" clId="{18923CA4-2A1E-4285-81FF-2717E4C88808}" dt="2024-10-29T18:44:59.684" v="180" actId="26606"/>
          <ac:spMkLst>
            <pc:docMk/>
            <pc:sldMk cId="0" sldId="327"/>
            <ac:spMk id="331" creationId="{00000000-0000-0000-0000-000000000000}"/>
          </ac:spMkLst>
        </pc:spChg>
        <pc:spChg chg="mod">
          <ac:chgData name="Alberto Ruiz" userId="47fa91d207cfb014" providerId="LiveId" clId="{18923CA4-2A1E-4285-81FF-2717E4C88808}" dt="2024-10-29T18:45:09.579" v="182" actId="207"/>
          <ac:spMkLst>
            <pc:docMk/>
            <pc:sldMk cId="0" sldId="327"/>
            <ac:spMk id="332" creationId="{00000000-0000-0000-0000-000000000000}"/>
          </ac:spMkLst>
        </pc:spChg>
        <pc:spChg chg="add">
          <ac:chgData name="Alberto Ruiz" userId="47fa91d207cfb014" providerId="LiveId" clId="{18923CA4-2A1E-4285-81FF-2717E4C88808}" dt="2024-10-29T18:44:59.684" v="180" actId="26606"/>
          <ac:spMkLst>
            <pc:docMk/>
            <pc:sldMk cId="0" sldId="327"/>
            <ac:spMk id="337" creationId="{45D37F4E-DDB4-456B-97E0-9937730A039F}"/>
          </ac:spMkLst>
        </pc:spChg>
        <pc:spChg chg="add">
          <ac:chgData name="Alberto Ruiz" userId="47fa91d207cfb014" providerId="LiveId" clId="{18923CA4-2A1E-4285-81FF-2717E4C88808}" dt="2024-10-29T18:44:59.684" v="180" actId="26606"/>
          <ac:spMkLst>
            <pc:docMk/>
            <pc:sldMk cId="0" sldId="327"/>
            <ac:spMk id="339" creationId="{B2DD41CD-8F47-4F56-AD12-4E2FF7696987}"/>
          </ac:spMkLst>
        </pc:spChg>
        <pc:picChg chg="mod">
          <ac:chgData name="Alberto Ruiz" userId="47fa91d207cfb014" providerId="LiveId" clId="{18923CA4-2A1E-4285-81FF-2717E4C88808}" dt="2024-10-29T18:44:59.684" v="180" actId="26606"/>
          <ac:picMkLst>
            <pc:docMk/>
            <pc:sldMk cId="0" sldId="327"/>
            <ac:picMk id="2" creationId="{B0E72B32-A1EE-DE7B-CA8C-EA52F35FBF38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40:44.539" v="123" actId="26606"/>
        <pc:sldMkLst>
          <pc:docMk/>
          <pc:sldMk cId="1380981821" sldId="330"/>
        </pc:sldMkLst>
        <pc:spChg chg="mod">
          <ac:chgData name="Alberto Ruiz" userId="47fa91d207cfb014" providerId="LiveId" clId="{18923CA4-2A1E-4285-81FF-2717E4C88808}" dt="2024-10-29T18:40:44.539" v="123" actId="26606"/>
          <ac:spMkLst>
            <pc:docMk/>
            <pc:sldMk cId="1380981821" sldId="330"/>
            <ac:spMk id="9" creationId="{2AE6ED48-D3C1-4640-8145-FF90923757ED}"/>
          </ac:spMkLst>
        </pc:spChg>
        <pc:spChg chg="mod">
          <ac:chgData name="Alberto Ruiz" userId="47fa91d207cfb014" providerId="LiveId" clId="{18923CA4-2A1E-4285-81FF-2717E4C88808}" dt="2024-10-29T18:40:44.539" v="123" actId="26606"/>
          <ac:spMkLst>
            <pc:docMk/>
            <pc:sldMk cId="1380981821" sldId="330"/>
            <ac:spMk id="21" creationId="{A408FE3B-4335-46D6-9BE6-2B94BBD190FB}"/>
          </ac:spMkLst>
        </pc:spChg>
        <pc:spChg chg="add">
          <ac:chgData name="Alberto Ruiz" userId="47fa91d207cfb014" providerId="LiveId" clId="{18923CA4-2A1E-4285-81FF-2717E4C88808}" dt="2024-10-29T18:40:44.539" v="123" actId="26606"/>
          <ac:spMkLst>
            <pc:docMk/>
            <pc:sldMk cId="1380981821" sldId="330"/>
            <ac:spMk id="27" creationId="{45D37F4E-DDB4-456B-97E0-9937730A039F}"/>
          </ac:spMkLst>
        </pc:spChg>
        <pc:spChg chg="add">
          <ac:chgData name="Alberto Ruiz" userId="47fa91d207cfb014" providerId="LiveId" clId="{18923CA4-2A1E-4285-81FF-2717E4C88808}" dt="2024-10-29T18:40:44.539" v="123" actId="26606"/>
          <ac:spMkLst>
            <pc:docMk/>
            <pc:sldMk cId="1380981821" sldId="330"/>
            <ac:spMk id="29" creationId="{B2DD41CD-8F47-4F56-AD12-4E2FF7696987}"/>
          </ac:spMkLst>
        </pc:spChg>
        <pc:picChg chg="mod">
          <ac:chgData name="Alberto Ruiz" userId="47fa91d207cfb014" providerId="LiveId" clId="{18923CA4-2A1E-4285-81FF-2717E4C88808}" dt="2024-10-29T18:40:44.539" v="123" actId="26606"/>
          <ac:picMkLst>
            <pc:docMk/>
            <pc:sldMk cId="1380981821" sldId="330"/>
            <ac:picMk id="3" creationId="{23E33769-EC2D-3238-7A9E-298F6AF34B80}"/>
          </ac:picMkLst>
        </pc:picChg>
        <pc:picChg chg="ord">
          <ac:chgData name="Alberto Ruiz" userId="47fa91d207cfb014" providerId="LiveId" clId="{18923CA4-2A1E-4285-81FF-2717E4C88808}" dt="2024-10-29T18:40:44.539" v="123" actId="26606"/>
          <ac:picMkLst>
            <pc:docMk/>
            <pc:sldMk cId="1380981821" sldId="330"/>
            <ac:picMk id="22" creationId="{F0C050AB-9288-4577-A6F6-36CB8CBC3CC9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40:41.938" v="122" actId="26606"/>
        <pc:sldMkLst>
          <pc:docMk/>
          <pc:sldMk cId="0" sldId="332"/>
        </pc:sldMkLst>
        <pc:spChg chg="mod">
          <ac:chgData name="Alberto Ruiz" userId="47fa91d207cfb014" providerId="LiveId" clId="{18923CA4-2A1E-4285-81FF-2717E4C88808}" dt="2024-10-29T18:40:41.938" v="122" actId="26606"/>
          <ac:spMkLst>
            <pc:docMk/>
            <pc:sldMk cId="0" sldId="332"/>
            <ac:spMk id="389" creationId="{00000000-0000-0000-0000-000000000000}"/>
          </ac:spMkLst>
        </pc:spChg>
        <pc:spChg chg="mod">
          <ac:chgData name="Alberto Ruiz" userId="47fa91d207cfb014" providerId="LiveId" clId="{18923CA4-2A1E-4285-81FF-2717E4C88808}" dt="2024-10-29T18:40:41.938" v="122" actId="26606"/>
          <ac:spMkLst>
            <pc:docMk/>
            <pc:sldMk cId="0" sldId="332"/>
            <ac:spMk id="390" creationId="{00000000-0000-0000-0000-000000000000}"/>
          </ac:spMkLst>
        </pc:spChg>
        <pc:spChg chg="add">
          <ac:chgData name="Alberto Ruiz" userId="47fa91d207cfb014" providerId="LiveId" clId="{18923CA4-2A1E-4285-81FF-2717E4C88808}" dt="2024-10-29T18:40:41.938" v="122" actId="26606"/>
          <ac:spMkLst>
            <pc:docMk/>
            <pc:sldMk cId="0" sldId="332"/>
            <ac:spMk id="396" creationId="{352BEC0E-22F8-46D0-9632-375DB541B06C}"/>
          </ac:spMkLst>
        </pc:spChg>
        <pc:spChg chg="add">
          <ac:chgData name="Alberto Ruiz" userId="47fa91d207cfb014" providerId="LiveId" clId="{18923CA4-2A1E-4285-81FF-2717E4C88808}" dt="2024-10-29T18:40:41.938" v="122" actId="26606"/>
          <ac:spMkLst>
            <pc:docMk/>
            <pc:sldMk cId="0" sldId="332"/>
            <ac:spMk id="398" creationId="{3FCFB1DE-0B7E-48CC-BA90-B2AB0889F9D6}"/>
          </ac:spMkLst>
        </pc:spChg>
        <pc:picChg chg="mod">
          <ac:chgData name="Alberto Ruiz" userId="47fa91d207cfb014" providerId="LiveId" clId="{18923CA4-2A1E-4285-81FF-2717E4C88808}" dt="2024-10-29T18:40:41.938" v="122" actId="26606"/>
          <ac:picMkLst>
            <pc:docMk/>
            <pc:sldMk cId="0" sldId="332"/>
            <ac:picMk id="7" creationId="{25273BDD-62A4-4643-A48B-E6E67B34EC3B}"/>
          </ac:picMkLst>
        </pc:picChg>
        <pc:picChg chg="mod">
          <ac:chgData name="Alberto Ruiz" userId="47fa91d207cfb014" providerId="LiveId" clId="{18923CA4-2A1E-4285-81FF-2717E4C88808}" dt="2024-10-29T18:40:41.938" v="122" actId="26606"/>
          <ac:picMkLst>
            <pc:docMk/>
            <pc:sldMk cId="0" sldId="332"/>
            <ac:picMk id="391" creationId="{00000000-0000-0000-0000-000000000000}"/>
          </ac:picMkLst>
        </pc:picChg>
      </pc:sldChg>
      <pc:sldChg chg="modSp mod">
        <pc:chgData name="Alberto Ruiz" userId="47fa91d207cfb014" providerId="LiveId" clId="{18923CA4-2A1E-4285-81FF-2717E4C88808}" dt="2024-10-29T18:36:37.658" v="70" actId="27636"/>
        <pc:sldMkLst>
          <pc:docMk/>
          <pc:sldMk cId="1110415036" sldId="333"/>
        </pc:sldMkLst>
        <pc:spChg chg="mod">
          <ac:chgData name="Alberto Ruiz" userId="47fa91d207cfb014" providerId="LiveId" clId="{18923CA4-2A1E-4285-81FF-2717E4C88808}" dt="2024-10-29T18:36:37.658" v="70" actId="27636"/>
          <ac:spMkLst>
            <pc:docMk/>
            <pc:sldMk cId="1110415036" sldId="333"/>
            <ac:spMk id="397" creationId="{00000000-0000-0000-0000-000000000000}"/>
          </ac:spMkLst>
        </pc:spChg>
      </pc:sldChg>
      <pc:sldChg chg="addSp delSp modSp mod">
        <pc:chgData name="Alberto Ruiz" userId="47fa91d207cfb014" providerId="LiveId" clId="{18923CA4-2A1E-4285-81FF-2717E4C88808}" dt="2024-10-29T18:40:53.962" v="125" actId="26606"/>
        <pc:sldMkLst>
          <pc:docMk/>
          <pc:sldMk cId="663413420" sldId="334"/>
        </pc:sldMkLst>
        <pc:spChg chg="add del mod">
          <ac:chgData name="Alberto Ruiz" userId="47fa91d207cfb014" providerId="LiveId" clId="{18923CA4-2A1E-4285-81FF-2717E4C88808}" dt="2024-10-29T18:40:53.962" v="125" actId="26606"/>
          <ac:spMkLst>
            <pc:docMk/>
            <pc:sldMk cId="663413420" sldId="334"/>
            <ac:spMk id="404" creationId="{00000000-0000-0000-0000-000000000000}"/>
          </ac:spMkLst>
        </pc:spChg>
        <pc:graphicFrameChg chg="add del">
          <ac:chgData name="Alberto Ruiz" userId="47fa91d207cfb014" providerId="LiveId" clId="{18923CA4-2A1E-4285-81FF-2717E4C88808}" dt="2024-10-29T18:40:53.962" v="125" actId="26606"/>
          <ac:graphicFrameMkLst>
            <pc:docMk/>
            <pc:sldMk cId="663413420" sldId="334"/>
            <ac:graphicFrameMk id="407" creationId="{345810CE-0B8B-3192-6C19-C7FB78248037}"/>
          </ac:graphicFrameMkLst>
        </pc:graphicFrameChg>
      </pc:sldChg>
      <pc:sldChg chg="modSp mod">
        <pc:chgData name="Alberto Ruiz" userId="47fa91d207cfb014" providerId="LiveId" clId="{18923CA4-2A1E-4285-81FF-2717E4C88808}" dt="2024-10-29T18:41:05.642" v="127" actId="207"/>
        <pc:sldMkLst>
          <pc:docMk/>
          <pc:sldMk cId="91505634" sldId="335"/>
        </pc:sldMkLst>
        <pc:spChg chg="mod">
          <ac:chgData name="Alberto Ruiz" userId="47fa91d207cfb014" providerId="LiveId" clId="{18923CA4-2A1E-4285-81FF-2717E4C88808}" dt="2024-10-29T18:41:05.642" v="127" actId="207"/>
          <ac:spMkLst>
            <pc:docMk/>
            <pc:sldMk cId="91505634" sldId="335"/>
            <ac:spMk id="411" creationId="{00000000-0000-0000-0000-000000000000}"/>
          </ac:spMkLst>
        </pc:spChg>
      </pc:sldChg>
      <pc:sldChg chg="modSp mod">
        <pc:chgData name="Alberto Ruiz" userId="47fa91d207cfb014" providerId="LiveId" clId="{18923CA4-2A1E-4285-81FF-2717E4C88808}" dt="2024-10-29T18:41:17.151" v="129" actId="207"/>
        <pc:sldMkLst>
          <pc:docMk/>
          <pc:sldMk cId="2740416133" sldId="338"/>
        </pc:sldMkLst>
        <pc:spChg chg="mod">
          <ac:chgData name="Alberto Ruiz" userId="47fa91d207cfb014" providerId="LiveId" clId="{18923CA4-2A1E-4285-81FF-2717E4C88808}" dt="2024-10-29T18:36:37.675" v="75" actId="27636"/>
          <ac:spMkLst>
            <pc:docMk/>
            <pc:sldMk cId="2740416133" sldId="338"/>
            <ac:spMk id="434" creationId="{00000000-0000-0000-0000-000000000000}"/>
          </ac:spMkLst>
        </pc:spChg>
        <pc:spChg chg="mod">
          <ac:chgData name="Alberto Ruiz" userId="47fa91d207cfb014" providerId="LiveId" clId="{18923CA4-2A1E-4285-81FF-2717E4C88808}" dt="2024-10-29T18:41:17.151" v="129" actId="207"/>
          <ac:spMkLst>
            <pc:docMk/>
            <pc:sldMk cId="2740416133" sldId="338"/>
            <ac:spMk id="435" creationId="{00000000-0000-0000-0000-000000000000}"/>
          </ac:spMkLst>
        </pc:spChg>
      </pc:sldChg>
      <pc:sldChg chg="addSp modSp mod setBg setFolMasterObjs">
        <pc:chgData name="Alberto Ruiz" userId="47fa91d207cfb014" providerId="LiveId" clId="{18923CA4-2A1E-4285-81FF-2717E4C88808}" dt="2024-10-29T18:41:28.846" v="131" actId="26606"/>
        <pc:sldMkLst>
          <pc:docMk/>
          <pc:sldMk cId="3032256588" sldId="340"/>
        </pc:sldMkLst>
        <pc:spChg chg="mod">
          <ac:chgData name="Alberto Ruiz" userId="47fa91d207cfb014" providerId="LiveId" clId="{18923CA4-2A1E-4285-81FF-2717E4C88808}" dt="2024-10-29T18:41:28.846" v="131" actId="26606"/>
          <ac:spMkLst>
            <pc:docMk/>
            <pc:sldMk cId="3032256588" sldId="340"/>
            <ac:spMk id="2" creationId="{F6EDA0DF-7AC0-4013-82F0-52F1B78F8058}"/>
          </ac:spMkLst>
        </pc:spChg>
        <pc:spChg chg="mod">
          <ac:chgData name="Alberto Ruiz" userId="47fa91d207cfb014" providerId="LiveId" clId="{18923CA4-2A1E-4285-81FF-2717E4C88808}" dt="2024-10-29T18:41:28.846" v="131" actId="26606"/>
          <ac:spMkLst>
            <pc:docMk/>
            <pc:sldMk cId="3032256588" sldId="340"/>
            <ac:spMk id="3" creationId="{9657432A-F1DD-D69C-D8A4-0F9FDDEA8529}"/>
          </ac:spMkLst>
        </pc:spChg>
        <pc:spChg chg="add">
          <ac:chgData name="Alberto Ruiz" userId="47fa91d207cfb014" providerId="LiveId" clId="{18923CA4-2A1E-4285-81FF-2717E4C88808}" dt="2024-10-29T18:41:28.846" v="131" actId="26606"/>
          <ac:spMkLst>
            <pc:docMk/>
            <pc:sldMk cId="3032256588" sldId="340"/>
            <ac:spMk id="454" creationId="{352BEC0E-22F8-46D0-9632-375DB541B06C}"/>
          </ac:spMkLst>
        </pc:spChg>
        <pc:spChg chg="add">
          <ac:chgData name="Alberto Ruiz" userId="47fa91d207cfb014" providerId="LiveId" clId="{18923CA4-2A1E-4285-81FF-2717E4C88808}" dt="2024-10-29T18:41:28.846" v="131" actId="26606"/>
          <ac:spMkLst>
            <pc:docMk/>
            <pc:sldMk cId="3032256588" sldId="340"/>
            <ac:spMk id="456" creationId="{3FCFB1DE-0B7E-48CC-BA90-B2AB0889F9D6}"/>
          </ac:spMkLst>
        </pc:spChg>
        <pc:picChg chg="mod">
          <ac:chgData name="Alberto Ruiz" userId="47fa91d207cfb014" providerId="LiveId" clId="{18923CA4-2A1E-4285-81FF-2717E4C88808}" dt="2024-10-29T18:41:28.846" v="131" actId="26606"/>
          <ac:picMkLst>
            <pc:docMk/>
            <pc:sldMk cId="3032256588" sldId="340"/>
            <ac:picMk id="4" creationId="{AA490D8C-0124-FF24-6141-20058BF6E7BA}"/>
          </ac:picMkLst>
        </pc:picChg>
        <pc:picChg chg="mod ord">
          <ac:chgData name="Alberto Ruiz" userId="47fa91d207cfb014" providerId="LiveId" clId="{18923CA4-2A1E-4285-81FF-2717E4C88808}" dt="2024-10-29T18:41:28.846" v="131" actId="26606"/>
          <ac:picMkLst>
            <pc:docMk/>
            <pc:sldMk cId="3032256588" sldId="340"/>
            <ac:picMk id="449" creationId="{00000000-0000-0000-0000-000000000000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41:50.091" v="140" actId="26606"/>
        <pc:sldMkLst>
          <pc:docMk/>
          <pc:sldMk cId="903548199" sldId="342"/>
        </pc:sldMkLst>
        <pc:spChg chg="mod">
          <ac:chgData name="Alberto Ruiz" userId="47fa91d207cfb014" providerId="LiveId" clId="{18923CA4-2A1E-4285-81FF-2717E4C88808}" dt="2024-10-29T18:41:50.091" v="140" actId="26606"/>
          <ac:spMkLst>
            <pc:docMk/>
            <pc:sldMk cId="903548199" sldId="342"/>
            <ac:spMk id="461" creationId="{00000000-0000-0000-0000-000000000000}"/>
          </ac:spMkLst>
        </pc:spChg>
        <pc:spChg chg="mod">
          <ac:chgData name="Alberto Ruiz" userId="47fa91d207cfb014" providerId="LiveId" clId="{18923CA4-2A1E-4285-81FF-2717E4C88808}" dt="2024-10-29T18:41:50.091" v="140" actId="26606"/>
          <ac:spMkLst>
            <pc:docMk/>
            <pc:sldMk cId="903548199" sldId="342"/>
            <ac:spMk id="462" creationId="{00000000-0000-0000-0000-000000000000}"/>
          </ac:spMkLst>
        </pc:spChg>
        <pc:spChg chg="add">
          <ac:chgData name="Alberto Ruiz" userId="47fa91d207cfb014" providerId="LiveId" clId="{18923CA4-2A1E-4285-81FF-2717E4C88808}" dt="2024-10-29T18:41:50.091" v="140" actId="26606"/>
          <ac:spMkLst>
            <pc:docMk/>
            <pc:sldMk cId="903548199" sldId="342"/>
            <ac:spMk id="468" creationId="{352BEC0E-22F8-46D0-9632-375DB541B06C}"/>
          </ac:spMkLst>
        </pc:spChg>
        <pc:spChg chg="add">
          <ac:chgData name="Alberto Ruiz" userId="47fa91d207cfb014" providerId="LiveId" clId="{18923CA4-2A1E-4285-81FF-2717E4C88808}" dt="2024-10-29T18:41:50.091" v="140" actId="26606"/>
          <ac:spMkLst>
            <pc:docMk/>
            <pc:sldMk cId="903548199" sldId="342"/>
            <ac:spMk id="470" creationId="{3FCFB1DE-0B7E-48CC-BA90-B2AB0889F9D6}"/>
          </ac:spMkLst>
        </pc:spChg>
        <pc:picChg chg="mod">
          <ac:chgData name="Alberto Ruiz" userId="47fa91d207cfb014" providerId="LiveId" clId="{18923CA4-2A1E-4285-81FF-2717E4C88808}" dt="2024-10-29T18:41:50.091" v="140" actId="26606"/>
          <ac:picMkLst>
            <pc:docMk/>
            <pc:sldMk cId="903548199" sldId="342"/>
            <ac:picMk id="2" creationId="{E2849E70-F716-9143-14A8-4D64E6DB0677}"/>
          </ac:picMkLst>
        </pc:picChg>
        <pc:picChg chg="mod ord">
          <ac:chgData name="Alberto Ruiz" userId="47fa91d207cfb014" providerId="LiveId" clId="{18923CA4-2A1E-4285-81FF-2717E4C88808}" dt="2024-10-29T18:41:50.091" v="140" actId="26606"/>
          <ac:picMkLst>
            <pc:docMk/>
            <pc:sldMk cId="903548199" sldId="342"/>
            <ac:picMk id="463" creationId="{00000000-0000-0000-0000-000000000000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41:52.868" v="141" actId="26606"/>
        <pc:sldMkLst>
          <pc:docMk/>
          <pc:sldMk cId="716793366" sldId="349"/>
        </pc:sldMkLst>
        <pc:spChg chg="mod">
          <ac:chgData name="Alberto Ruiz" userId="47fa91d207cfb014" providerId="LiveId" clId="{18923CA4-2A1E-4285-81FF-2717E4C88808}" dt="2024-10-29T18:41:52.868" v="141" actId="26606"/>
          <ac:spMkLst>
            <pc:docMk/>
            <pc:sldMk cId="716793366" sldId="349"/>
            <ac:spMk id="507" creationId="{00000000-0000-0000-0000-000000000000}"/>
          </ac:spMkLst>
        </pc:spChg>
        <pc:spChg chg="mod">
          <ac:chgData name="Alberto Ruiz" userId="47fa91d207cfb014" providerId="LiveId" clId="{18923CA4-2A1E-4285-81FF-2717E4C88808}" dt="2024-10-29T18:41:52.868" v="141" actId="26606"/>
          <ac:spMkLst>
            <pc:docMk/>
            <pc:sldMk cId="716793366" sldId="349"/>
            <ac:spMk id="508" creationId="{00000000-0000-0000-0000-000000000000}"/>
          </ac:spMkLst>
        </pc:spChg>
        <pc:spChg chg="add">
          <ac:chgData name="Alberto Ruiz" userId="47fa91d207cfb014" providerId="LiveId" clId="{18923CA4-2A1E-4285-81FF-2717E4C88808}" dt="2024-10-29T18:41:52.868" v="141" actId="26606"/>
          <ac:spMkLst>
            <pc:docMk/>
            <pc:sldMk cId="716793366" sldId="349"/>
            <ac:spMk id="514" creationId="{352BEC0E-22F8-46D0-9632-375DB541B06C}"/>
          </ac:spMkLst>
        </pc:spChg>
        <pc:spChg chg="add">
          <ac:chgData name="Alberto Ruiz" userId="47fa91d207cfb014" providerId="LiveId" clId="{18923CA4-2A1E-4285-81FF-2717E4C88808}" dt="2024-10-29T18:41:52.868" v="141" actId="26606"/>
          <ac:spMkLst>
            <pc:docMk/>
            <pc:sldMk cId="716793366" sldId="349"/>
            <ac:spMk id="516" creationId="{3FCFB1DE-0B7E-48CC-BA90-B2AB0889F9D6}"/>
          </ac:spMkLst>
        </pc:spChg>
        <pc:picChg chg="mod">
          <ac:chgData name="Alberto Ruiz" userId="47fa91d207cfb014" providerId="LiveId" clId="{18923CA4-2A1E-4285-81FF-2717E4C88808}" dt="2024-10-29T18:41:52.868" v="141" actId="26606"/>
          <ac:picMkLst>
            <pc:docMk/>
            <pc:sldMk cId="716793366" sldId="349"/>
            <ac:picMk id="2" creationId="{64E3F6FD-69F2-0B07-8E5E-48AECD5DF54D}"/>
          </ac:picMkLst>
        </pc:picChg>
        <pc:picChg chg="mod ord">
          <ac:chgData name="Alberto Ruiz" userId="47fa91d207cfb014" providerId="LiveId" clId="{18923CA4-2A1E-4285-81FF-2717E4C88808}" dt="2024-10-29T18:41:52.868" v="141" actId="26606"/>
          <ac:picMkLst>
            <pc:docMk/>
            <pc:sldMk cId="716793366" sldId="349"/>
            <ac:picMk id="509" creationId="{00000000-0000-0000-0000-000000000000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45:13.909" v="183" actId="26606"/>
        <pc:sldMkLst>
          <pc:docMk/>
          <pc:sldMk cId="0" sldId="383"/>
        </pc:sldMkLst>
        <pc:spChg chg="mod">
          <ac:chgData name="Alberto Ruiz" userId="47fa91d207cfb014" providerId="LiveId" clId="{18923CA4-2A1E-4285-81FF-2717E4C88808}" dt="2024-10-29T18:45:13.909" v="183" actId="26606"/>
          <ac:spMkLst>
            <pc:docMk/>
            <pc:sldMk cId="0" sldId="383"/>
            <ac:spMk id="1124" creationId="{00000000-0000-0000-0000-000000000000}"/>
          </ac:spMkLst>
        </pc:spChg>
        <pc:spChg chg="mod">
          <ac:chgData name="Alberto Ruiz" userId="47fa91d207cfb014" providerId="LiveId" clId="{18923CA4-2A1E-4285-81FF-2717E4C88808}" dt="2024-10-29T18:45:13.909" v="183" actId="26606"/>
          <ac:spMkLst>
            <pc:docMk/>
            <pc:sldMk cId="0" sldId="383"/>
            <ac:spMk id="1125" creationId="{00000000-0000-0000-0000-000000000000}"/>
          </ac:spMkLst>
        </pc:spChg>
        <pc:spChg chg="add">
          <ac:chgData name="Alberto Ruiz" userId="47fa91d207cfb014" providerId="LiveId" clId="{18923CA4-2A1E-4285-81FF-2717E4C88808}" dt="2024-10-29T18:45:13.909" v="183" actId="26606"/>
          <ac:spMkLst>
            <pc:docMk/>
            <pc:sldMk cId="0" sldId="383"/>
            <ac:spMk id="1130" creationId="{45D37F4E-DDB4-456B-97E0-9937730A039F}"/>
          </ac:spMkLst>
        </pc:spChg>
        <pc:spChg chg="add">
          <ac:chgData name="Alberto Ruiz" userId="47fa91d207cfb014" providerId="LiveId" clId="{18923CA4-2A1E-4285-81FF-2717E4C88808}" dt="2024-10-29T18:45:13.909" v="183" actId="26606"/>
          <ac:spMkLst>
            <pc:docMk/>
            <pc:sldMk cId="0" sldId="383"/>
            <ac:spMk id="1132" creationId="{B2DD41CD-8F47-4F56-AD12-4E2FF7696987}"/>
          </ac:spMkLst>
        </pc:spChg>
        <pc:picChg chg="mod">
          <ac:chgData name="Alberto Ruiz" userId="47fa91d207cfb014" providerId="LiveId" clId="{18923CA4-2A1E-4285-81FF-2717E4C88808}" dt="2024-10-29T18:45:13.909" v="183" actId="26606"/>
          <ac:picMkLst>
            <pc:docMk/>
            <pc:sldMk cId="0" sldId="383"/>
            <ac:picMk id="2" creationId="{264CCDBC-4B4F-476A-B423-EB5295CC43A0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40:18.864" v="119" actId="26606"/>
        <pc:sldMkLst>
          <pc:docMk/>
          <pc:sldMk cId="3106580257" sldId="440"/>
        </pc:sldMkLst>
        <pc:spChg chg="mod">
          <ac:chgData name="Alberto Ruiz" userId="47fa91d207cfb014" providerId="LiveId" clId="{18923CA4-2A1E-4285-81FF-2717E4C88808}" dt="2024-10-29T18:40:18.864" v="119" actId="26606"/>
          <ac:spMkLst>
            <pc:docMk/>
            <pc:sldMk cId="3106580257" sldId="440"/>
            <ac:spMk id="2" creationId="{A69A537B-6343-4E4C-8BD2-475DF778C3E8}"/>
          </ac:spMkLst>
        </pc:spChg>
        <pc:spChg chg="mod">
          <ac:chgData name="Alberto Ruiz" userId="47fa91d207cfb014" providerId="LiveId" clId="{18923CA4-2A1E-4285-81FF-2717E4C88808}" dt="2024-10-29T18:40:18.864" v="119" actId="26606"/>
          <ac:spMkLst>
            <pc:docMk/>
            <pc:sldMk cId="3106580257" sldId="440"/>
            <ac:spMk id="3" creationId="{6B08A1DC-8B45-41C0-A143-B9EC202F476D}"/>
          </ac:spMkLst>
        </pc:spChg>
        <pc:spChg chg="add">
          <ac:chgData name="Alberto Ruiz" userId="47fa91d207cfb014" providerId="LiveId" clId="{18923CA4-2A1E-4285-81FF-2717E4C88808}" dt="2024-10-29T18:40:18.864" v="119" actId="26606"/>
          <ac:spMkLst>
            <pc:docMk/>
            <pc:sldMk cId="3106580257" sldId="440"/>
            <ac:spMk id="11" creationId="{352BEC0E-22F8-46D0-9632-375DB541B06C}"/>
          </ac:spMkLst>
        </pc:spChg>
        <pc:spChg chg="add">
          <ac:chgData name="Alberto Ruiz" userId="47fa91d207cfb014" providerId="LiveId" clId="{18923CA4-2A1E-4285-81FF-2717E4C88808}" dt="2024-10-29T18:40:18.864" v="119" actId="26606"/>
          <ac:spMkLst>
            <pc:docMk/>
            <pc:sldMk cId="3106580257" sldId="440"/>
            <ac:spMk id="13" creationId="{3FCFB1DE-0B7E-48CC-BA90-B2AB0889F9D6}"/>
          </ac:spMkLst>
        </pc:spChg>
        <pc:picChg chg="mod">
          <ac:chgData name="Alberto Ruiz" userId="47fa91d207cfb014" providerId="LiveId" clId="{18923CA4-2A1E-4285-81FF-2717E4C88808}" dt="2024-10-29T18:40:18.864" v="119" actId="26606"/>
          <ac:picMkLst>
            <pc:docMk/>
            <pc:sldMk cId="3106580257" sldId="440"/>
            <ac:picMk id="4" creationId="{366C8850-A7F1-4424-95E4-AC7E857958BF}"/>
          </ac:picMkLst>
        </pc:picChg>
        <pc:picChg chg="mod">
          <ac:chgData name="Alberto Ruiz" userId="47fa91d207cfb014" providerId="LiveId" clId="{18923CA4-2A1E-4285-81FF-2717E4C88808}" dt="2024-10-29T18:40:18.864" v="119" actId="26606"/>
          <ac:picMkLst>
            <pc:docMk/>
            <pc:sldMk cId="3106580257" sldId="440"/>
            <ac:picMk id="6" creationId="{CE5EDA96-BEA1-66BC-A6D2-925D7189C6CA}"/>
          </ac:picMkLst>
        </pc:picChg>
      </pc:sldChg>
      <pc:sldChg chg="modSp mod">
        <pc:chgData name="Alberto Ruiz" userId="47fa91d207cfb014" providerId="LiveId" clId="{18923CA4-2A1E-4285-81FF-2717E4C88808}" dt="2024-10-29T18:43:19.159" v="156" actId="1076"/>
        <pc:sldMkLst>
          <pc:docMk/>
          <pc:sldMk cId="2731839407" sldId="448"/>
        </pc:sldMkLst>
        <pc:spChg chg="mod">
          <ac:chgData name="Alberto Ruiz" userId="47fa91d207cfb014" providerId="LiveId" clId="{18923CA4-2A1E-4285-81FF-2717E4C88808}" dt="2024-10-29T18:43:17.344" v="155" actId="14100"/>
          <ac:spMkLst>
            <pc:docMk/>
            <pc:sldMk cId="2731839407" sldId="448"/>
            <ac:spMk id="3" creationId="{F5507007-80D6-489B-8E5F-1377885D350F}"/>
          </ac:spMkLst>
        </pc:spChg>
        <pc:picChg chg="mod">
          <ac:chgData name="Alberto Ruiz" userId="47fa91d207cfb014" providerId="LiveId" clId="{18923CA4-2A1E-4285-81FF-2717E4C88808}" dt="2024-10-29T18:43:19.159" v="156" actId="1076"/>
          <ac:picMkLst>
            <pc:docMk/>
            <pc:sldMk cId="2731839407" sldId="448"/>
            <ac:picMk id="4100" creationId="{6A2E9A5E-D9CE-4602-ADF7-A56DDFF241AC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43:41.016" v="159" actId="26606"/>
        <pc:sldMkLst>
          <pc:docMk/>
          <pc:sldMk cId="2037125093" sldId="449"/>
        </pc:sldMkLst>
        <pc:spChg chg="mod">
          <ac:chgData name="Alberto Ruiz" userId="47fa91d207cfb014" providerId="LiveId" clId="{18923CA4-2A1E-4285-81FF-2717E4C88808}" dt="2024-10-29T18:43:41.016" v="159" actId="26606"/>
          <ac:spMkLst>
            <pc:docMk/>
            <pc:sldMk cId="2037125093" sldId="449"/>
            <ac:spMk id="2" creationId="{35AFD52F-49DC-4892-B594-A4E70CA08E79}"/>
          </ac:spMkLst>
        </pc:spChg>
        <pc:spChg chg="mod">
          <ac:chgData name="Alberto Ruiz" userId="47fa91d207cfb014" providerId="LiveId" clId="{18923CA4-2A1E-4285-81FF-2717E4C88808}" dt="2024-10-29T18:43:41.016" v="159" actId="26606"/>
          <ac:spMkLst>
            <pc:docMk/>
            <pc:sldMk cId="2037125093" sldId="449"/>
            <ac:spMk id="3" creationId="{0B428EDC-5A66-4CF8-9545-6CC054B8EBF4}"/>
          </ac:spMkLst>
        </pc:spChg>
        <pc:spChg chg="add">
          <ac:chgData name="Alberto Ruiz" userId="47fa91d207cfb014" providerId="LiveId" clId="{18923CA4-2A1E-4285-81FF-2717E4C88808}" dt="2024-10-29T18:43:41.016" v="159" actId="26606"/>
          <ac:spMkLst>
            <pc:docMk/>
            <pc:sldMk cId="2037125093" sldId="449"/>
            <ac:spMk id="20487" creationId="{352BEC0E-22F8-46D0-9632-375DB541B06C}"/>
          </ac:spMkLst>
        </pc:spChg>
        <pc:spChg chg="add">
          <ac:chgData name="Alberto Ruiz" userId="47fa91d207cfb014" providerId="LiveId" clId="{18923CA4-2A1E-4285-81FF-2717E4C88808}" dt="2024-10-29T18:43:41.016" v="159" actId="26606"/>
          <ac:spMkLst>
            <pc:docMk/>
            <pc:sldMk cId="2037125093" sldId="449"/>
            <ac:spMk id="20489" creationId="{3FCFB1DE-0B7E-48CC-BA90-B2AB0889F9D6}"/>
          </ac:spMkLst>
        </pc:spChg>
        <pc:picChg chg="mod">
          <ac:chgData name="Alberto Ruiz" userId="47fa91d207cfb014" providerId="LiveId" clId="{18923CA4-2A1E-4285-81FF-2717E4C88808}" dt="2024-10-29T18:43:41.016" v="159" actId="26606"/>
          <ac:picMkLst>
            <pc:docMk/>
            <pc:sldMk cId="2037125093" sldId="449"/>
            <ac:picMk id="4" creationId="{B8D4ADFD-1A79-EF57-58CE-950223B7DD98}"/>
          </ac:picMkLst>
        </pc:picChg>
        <pc:picChg chg="mod ord">
          <ac:chgData name="Alberto Ruiz" userId="47fa91d207cfb014" providerId="LiveId" clId="{18923CA4-2A1E-4285-81FF-2717E4C88808}" dt="2024-10-29T18:43:41.016" v="159" actId="26606"/>
          <ac:picMkLst>
            <pc:docMk/>
            <pc:sldMk cId="2037125093" sldId="449"/>
            <ac:picMk id="20482" creationId="{FDB1EF1C-1040-48E9-BEF7-75C9A4969308}"/>
          </ac:picMkLst>
        </pc:picChg>
      </pc:sldChg>
      <pc:sldChg chg="modSp mod">
        <pc:chgData name="Alberto Ruiz" userId="47fa91d207cfb014" providerId="LiveId" clId="{18923CA4-2A1E-4285-81FF-2717E4C88808}" dt="2024-10-29T18:36:37.704" v="79" actId="27636"/>
        <pc:sldMkLst>
          <pc:docMk/>
          <pc:sldMk cId="4128076309" sldId="451"/>
        </pc:sldMkLst>
        <pc:spChg chg="mod">
          <ac:chgData name="Alberto Ruiz" userId="47fa91d207cfb014" providerId="LiveId" clId="{18923CA4-2A1E-4285-81FF-2717E4C88808}" dt="2024-10-29T18:36:37.704" v="79" actId="27636"/>
          <ac:spMkLst>
            <pc:docMk/>
            <pc:sldMk cId="4128076309" sldId="451"/>
            <ac:spMk id="3" creationId="{C9260157-94BF-4806-B3CA-661E27E4B3C7}"/>
          </ac:spMkLst>
        </pc:spChg>
      </pc:sldChg>
      <pc:sldChg chg="addSp modSp mod setBg setFolMasterObjs">
        <pc:chgData name="Alberto Ruiz" userId="47fa91d207cfb014" providerId="LiveId" clId="{18923CA4-2A1E-4285-81FF-2717E4C88808}" dt="2024-10-29T18:44:31.312" v="172" actId="26606"/>
        <pc:sldMkLst>
          <pc:docMk/>
          <pc:sldMk cId="1335672613" sldId="452"/>
        </pc:sldMkLst>
        <pc:spChg chg="mod">
          <ac:chgData name="Alberto Ruiz" userId="47fa91d207cfb014" providerId="LiveId" clId="{18923CA4-2A1E-4285-81FF-2717E4C88808}" dt="2024-10-29T18:44:31.312" v="172" actId="26606"/>
          <ac:spMkLst>
            <pc:docMk/>
            <pc:sldMk cId="1335672613" sldId="452"/>
            <ac:spMk id="2" creationId="{23389BEE-2603-472B-A582-A58ABE9E2EBB}"/>
          </ac:spMkLst>
        </pc:spChg>
        <pc:spChg chg="mod">
          <ac:chgData name="Alberto Ruiz" userId="47fa91d207cfb014" providerId="LiveId" clId="{18923CA4-2A1E-4285-81FF-2717E4C88808}" dt="2024-10-29T18:44:31.312" v="172" actId="26606"/>
          <ac:spMkLst>
            <pc:docMk/>
            <pc:sldMk cId="1335672613" sldId="452"/>
            <ac:spMk id="6" creationId="{F81E0422-D502-4710-A6B6-67DB9F8A6446}"/>
          </ac:spMkLst>
        </pc:spChg>
        <pc:spChg chg="add">
          <ac:chgData name="Alberto Ruiz" userId="47fa91d207cfb014" providerId="LiveId" clId="{18923CA4-2A1E-4285-81FF-2717E4C88808}" dt="2024-10-29T18:44:31.312" v="172" actId="26606"/>
          <ac:spMkLst>
            <pc:docMk/>
            <pc:sldMk cId="1335672613" sldId="452"/>
            <ac:spMk id="13" creationId="{D75A5B51-0925-4835-8511-A0DD17EAA97C}"/>
          </ac:spMkLst>
        </pc:spChg>
        <pc:spChg chg="add">
          <ac:chgData name="Alberto Ruiz" userId="47fa91d207cfb014" providerId="LiveId" clId="{18923CA4-2A1E-4285-81FF-2717E4C88808}" dt="2024-10-29T18:44:31.312" v="172" actId="26606"/>
          <ac:spMkLst>
            <pc:docMk/>
            <pc:sldMk cId="1335672613" sldId="452"/>
            <ac:spMk id="15" creationId="{5CDFD20D-8E4F-4E3A-AF87-93F23E0DBFB3}"/>
          </ac:spMkLst>
        </pc:spChg>
        <pc:picChg chg="mod">
          <ac:chgData name="Alberto Ruiz" userId="47fa91d207cfb014" providerId="LiveId" clId="{18923CA4-2A1E-4285-81FF-2717E4C88808}" dt="2024-10-29T18:44:31.312" v="172" actId="26606"/>
          <ac:picMkLst>
            <pc:docMk/>
            <pc:sldMk cId="1335672613" sldId="452"/>
            <ac:picMk id="3" creationId="{E21AA518-B971-3412-8BF3-3922BBDEEAD4}"/>
          </ac:picMkLst>
        </pc:picChg>
        <pc:picChg chg="mod ord">
          <ac:chgData name="Alberto Ruiz" userId="47fa91d207cfb014" providerId="LiveId" clId="{18923CA4-2A1E-4285-81FF-2717E4C88808}" dt="2024-10-29T18:44:31.312" v="172" actId="26606"/>
          <ac:picMkLst>
            <pc:docMk/>
            <pc:sldMk cId="1335672613" sldId="452"/>
            <ac:picMk id="5" creationId="{C4DC0EFA-FD1D-4152-B660-34008E855E09}"/>
          </ac:picMkLst>
        </pc:picChg>
        <pc:picChg chg="mod">
          <ac:chgData name="Alberto Ruiz" userId="47fa91d207cfb014" providerId="LiveId" clId="{18923CA4-2A1E-4285-81FF-2717E4C88808}" dt="2024-10-29T18:44:31.312" v="172" actId="26606"/>
          <ac:picMkLst>
            <pc:docMk/>
            <pc:sldMk cId="1335672613" sldId="452"/>
            <ac:picMk id="8" creationId="{0862CB94-CEC7-4088-ABC2-A6ADC95C4223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44:35.743" v="173" actId="26606"/>
        <pc:sldMkLst>
          <pc:docMk/>
          <pc:sldMk cId="3146894615" sldId="453"/>
        </pc:sldMkLst>
        <pc:spChg chg="mod">
          <ac:chgData name="Alberto Ruiz" userId="47fa91d207cfb014" providerId="LiveId" clId="{18923CA4-2A1E-4285-81FF-2717E4C88808}" dt="2024-10-29T18:44:35.743" v="173" actId="26606"/>
          <ac:spMkLst>
            <pc:docMk/>
            <pc:sldMk cId="3146894615" sldId="453"/>
            <ac:spMk id="2" creationId="{1C4754A6-4FA2-4B09-A4D5-B0C4ED96722E}"/>
          </ac:spMkLst>
        </pc:spChg>
        <pc:spChg chg="mod">
          <ac:chgData name="Alberto Ruiz" userId="47fa91d207cfb014" providerId="LiveId" clId="{18923CA4-2A1E-4285-81FF-2717E4C88808}" dt="2024-10-29T18:44:35.743" v="173" actId="26606"/>
          <ac:spMkLst>
            <pc:docMk/>
            <pc:sldMk cId="3146894615" sldId="453"/>
            <ac:spMk id="3" creationId="{3C2D2213-1939-47A0-8E65-CF31BB024301}"/>
          </ac:spMkLst>
        </pc:spChg>
        <pc:spChg chg="add">
          <ac:chgData name="Alberto Ruiz" userId="47fa91d207cfb014" providerId="LiveId" clId="{18923CA4-2A1E-4285-81FF-2717E4C88808}" dt="2024-10-29T18:44:35.743" v="173" actId="26606"/>
          <ac:spMkLst>
            <pc:docMk/>
            <pc:sldMk cId="3146894615" sldId="453"/>
            <ac:spMk id="10" creationId="{394842B0-684D-44CC-B4BC-D13331CFD290}"/>
          </ac:spMkLst>
        </pc:spChg>
        <pc:spChg chg="add">
          <ac:chgData name="Alberto Ruiz" userId="47fa91d207cfb014" providerId="LiveId" clId="{18923CA4-2A1E-4285-81FF-2717E4C88808}" dt="2024-10-29T18:44:35.743" v="173" actId="26606"/>
          <ac:spMkLst>
            <pc:docMk/>
            <pc:sldMk cId="3146894615" sldId="453"/>
            <ac:spMk id="12" creationId="{4C2A3DC3-F495-4B99-9FF3-3FB30D63235E}"/>
          </ac:spMkLst>
        </pc:spChg>
        <pc:picChg chg="mod">
          <ac:chgData name="Alberto Ruiz" userId="47fa91d207cfb014" providerId="LiveId" clId="{18923CA4-2A1E-4285-81FF-2717E4C88808}" dt="2024-10-29T18:44:35.743" v="173" actId="26606"/>
          <ac:picMkLst>
            <pc:docMk/>
            <pc:sldMk cId="3146894615" sldId="453"/>
            <ac:picMk id="4" creationId="{F79F04D1-C1C3-4B0D-BF27-53825CD2D980}"/>
          </ac:picMkLst>
        </pc:picChg>
        <pc:picChg chg="mod">
          <ac:chgData name="Alberto Ruiz" userId="47fa91d207cfb014" providerId="LiveId" clId="{18923CA4-2A1E-4285-81FF-2717E4C88808}" dt="2024-10-29T18:44:35.743" v="173" actId="26606"/>
          <ac:picMkLst>
            <pc:docMk/>
            <pc:sldMk cId="3146894615" sldId="453"/>
            <ac:picMk id="5" creationId="{6BCD9E7C-38BA-15D3-8807-C7C484033AC9}"/>
          </ac:picMkLst>
        </pc:picChg>
      </pc:sldChg>
      <pc:sldChg chg="modSp mod">
        <pc:chgData name="Alberto Ruiz" userId="47fa91d207cfb014" providerId="LiveId" clId="{18923CA4-2A1E-4285-81FF-2717E4C88808}" dt="2024-10-29T18:36:37.706" v="80" actId="27636"/>
        <pc:sldMkLst>
          <pc:docMk/>
          <pc:sldMk cId="2113033082" sldId="458"/>
        </pc:sldMkLst>
        <pc:spChg chg="mod">
          <ac:chgData name="Alberto Ruiz" userId="47fa91d207cfb014" providerId="LiveId" clId="{18923CA4-2A1E-4285-81FF-2717E4C88808}" dt="2024-10-29T18:36:37.706" v="80" actId="27636"/>
          <ac:spMkLst>
            <pc:docMk/>
            <pc:sldMk cId="2113033082" sldId="458"/>
            <ac:spMk id="2" creationId="{33771059-5D05-4B5B-90EF-F049129B344C}"/>
          </ac:spMkLst>
        </pc:spChg>
      </pc:sldChg>
      <pc:sldChg chg="addSp modSp mod setBg setFolMasterObjs">
        <pc:chgData name="Alberto Ruiz" userId="47fa91d207cfb014" providerId="LiveId" clId="{18923CA4-2A1E-4285-81FF-2717E4C88808}" dt="2024-10-29T18:41:25.785" v="130" actId="26606"/>
        <pc:sldMkLst>
          <pc:docMk/>
          <pc:sldMk cId="2554697881" sldId="515"/>
        </pc:sldMkLst>
        <pc:spChg chg="mod">
          <ac:chgData name="Alberto Ruiz" userId="47fa91d207cfb014" providerId="LiveId" clId="{18923CA4-2A1E-4285-81FF-2717E4C88808}" dt="2024-10-29T18:41:25.785" v="130" actId="26606"/>
          <ac:spMkLst>
            <pc:docMk/>
            <pc:sldMk cId="2554697881" sldId="515"/>
            <ac:spMk id="2" creationId="{F6E235F8-9DCD-4928-9A67-B54FEDFE8DD1}"/>
          </ac:spMkLst>
        </pc:spChg>
        <pc:spChg chg="mod">
          <ac:chgData name="Alberto Ruiz" userId="47fa91d207cfb014" providerId="LiveId" clId="{18923CA4-2A1E-4285-81FF-2717E4C88808}" dt="2024-10-29T18:41:25.785" v="130" actId="26606"/>
          <ac:spMkLst>
            <pc:docMk/>
            <pc:sldMk cId="2554697881" sldId="515"/>
            <ac:spMk id="3" creationId="{F3AB3834-21B7-4BCA-9C5A-C7411FE82D4A}"/>
          </ac:spMkLst>
        </pc:spChg>
        <pc:spChg chg="add">
          <ac:chgData name="Alberto Ruiz" userId="47fa91d207cfb014" providerId="LiveId" clId="{18923CA4-2A1E-4285-81FF-2717E4C88808}" dt="2024-10-29T18:41:25.785" v="130" actId="26606"/>
          <ac:spMkLst>
            <pc:docMk/>
            <pc:sldMk cId="2554697881" sldId="515"/>
            <ac:spMk id="2055" creationId="{352BEC0E-22F8-46D0-9632-375DB541B06C}"/>
          </ac:spMkLst>
        </pc:spChg>
        <pc:spChg chg="add">
          <ac:chgData name="Alberto Ruiz" userId="47fa91d207cfb014" providerId="LiveId" clId="{18923CA4-2A1E-4285-81FF-2717E4C88808}" dt="2024-10-29T18:41:25.785" v="130" actId="26606"/>
          <ac:spMkLst>
            <pc:docMk/>
            <pc:sldMk cId="2554697881" sldId="515"/>
            <ac:spMk id="2057" creationId="{3FCFB1DE-0B7E-48CC-BA90-B2AB0889F9D6}"/>
          </ac:spMkLst>
        </pc:spChg>
        <pc:picChg chg="mod">
          <ac:chgData name="Alberto Ruiz" userId="47fa91d207cfb014" providerId="LiveId" clId="{18923CA4-2A1E-4285-81FF-2717E4C88808}" dt="2024-10-29T18:41:25.785" v="130" actId="26606"/>
          <ac:picMkLst>
            <pc:docMk/>
            <pc:sldMk cId="2554697881" sldId="515"/>
            <ac:picMk id="5" creationId="{22989642-417B-36F6-D3F2-21082B10B033}"/>
          </ac:picMkLst>
        </pc:picChg>
        <pc:picChg chg="mod">
          <ac:chgData name="Alberto Ruiz" userId="47fa91d207cfb014" providerId="LiveId" clId="{18923CA4-2A1E-4285-81FF-2717E4C88808}" dt="2024-10-29T18:41:25.785" v="130" actId="26606"/>
          <ac:picMkLst>
            <pc:docMk/>
            <pc:sldMk cId="2554697881" sldId="515"/>
            <ac:picMk id="2050" creationId="{D3835908-EAC6-4215-BCD3-5341DCE05D5D}"/>
          </ac:picMkLst>
        </pc:picChg>
      </pc:sldChg>
      <pc:sldChg chg="modSp mod">
        <pc:chgData name="Alberto Ruiz" userId="47fa91d207cfb014" providerId="LiveId" clId="{18923CA4-2A1E-4285-81FF-2717E4C88808}" dt="2024-10-29T18:36:37.710" v="82" actId="27636"/>
        <pc:sldMkLst>
          <pc:docMk/>
          <pc:sldMk cId="1312065236" sldId="531"/>
        </pc:sldMkLst>
        <pc:spChg chg="mod">
          <ac:chgData name="Alberto Ruiz" userId="47fa91d207cfb014" providerId="LiveId" clId="{18923CA4-2A1E-4285-81FF-2717E4C88808}" dt="2024-10-29T18:36:37.710" v="82" actId="27636"/>
          <ac:spMkLst>
            <pc:docMk/>
            <pc:sldMk cId="1312065236" sldId="531"/>
            <ac:spMk id="2" creationId="{EAC2962D-65A5-40AC-9B7F-9ABB9F4837AA}"/>
          </ac:spMkLst>
        </pc:spChg>
      </pc:sldChg>
      <pc:sldChg chg="modSp mod">
        <pc:chgData name="Alberto Ruiz" userId="47fa91d207cfb014" providerId="LiveId" clId="{18923CA4-2A1E-4285-81FF-2717E4C88808}" dt="2024-10-29T18:36:37.708" v="81" actId="27636"/>
        <pc:sldMkLst>
          <pc:docMk/>
          <pc:sldMk cId="2639867688" sldId="536"/>
        </pc:sldMkLst>
        <pc:spChg chg="mod">
          <ac:chgData name="Alberto Ruiz" userId="47fa91d207cfb014" providerId="LiveId" clId="{18923CA4-2A1E-4285-81FF-2717E4C88808}" dt="2024-10-29T18:36:36.131" v="58"/>
          <ac:spMkLst>
            <pc:docMk/>
            <pc:sldMk cId="2639867688" sldId="536"/>
            <ac:spMk id="2" creationId="{1167028D-A666-0F0A-E2F0-A0D98464159C}"/>
          </ac:spMkLst>
        </pc:spChg>
        <pc:spChg chg="mod">
          <ac:chgData name="Alberto Ruiz" userId="47fa91d207cfb014" providerId="LiveId" clId="{18923CA4-2A1E-4285-81FF-2717E4C88808}" dt="2024-10-29T18:36:37.708" v="81" actId="27636"/>
          <ac:spMkLst>
            <pc:docMk/>
            <pc:sldMk cId="2639867688" sldId="536"/>
            <ac:spMk id="3" creationId="{71F996CB-80DB-A207-FDCE-0E0B141762D2}"/>
          </ac:spMkLst>
        </pc:spChg>
      </pc:sldChg>
      <pc:sldChg chg="addSp delSp modSp del mod setBg">
        <pc:chgData name="Alberto Ruiz" userId="47fa91d207cfb014" providerId="LiveId" clId="{18923CA4-2A1E-4285-81FF-2717E4C88808}" dt="2024-10-29T18:36:01.845" v="56" actId="47"/>
        <pc:sldMkLst>
          <pc:docMk/>
          <pc:sldMk cId="3355626832" sldId="537"/>
        </pc:sldMkLst>
        <pc:spChg chg="mod">
          <ac:chgData name="Alberto Ruiz" userId="47fa91d207cfb014" providerId="LiveId" clId="{18923CA4-2A1E-4285-81FF-2717E4C88808}" dt="2024-10-29T18:35:46.441" v="55"/>
          <ac:spMkLst>
            <pc:docMk/>
            <pc:sldMk cId="3355626832" sldId="537"/>
            <ac:spMk id="2" creationId="{ECDABDFC-A8D7-AF3A-C643-380E27B5AD7C}"/>
          </ac:spMkLst>
        </pc:spChg>
        <pc:spChg chg="mod">
          <ac:chgData name="Alberto Ruiz" userId="47fa91d207cfb014" providerId="LiveId" clId="{18923CA4-2A1E-4285-81FF-2717E4C88808}" dt="2024-10-29T18:35:43.689" v="50" actId="26606"/>
          <ac:spMkLst>
            <pc:docMk/>
            <pc:sldMk cId="3355626832" sldId="537"/>
            <ac:spMk id="3" creationId="{0E43DE47-52B6-C0D2-24B0-3FEBF08B5433}"/>
          </ac:spMkLst>
        </pc:spChg>
        <pc:spChg chg="add del">
          <ac:chgData name="Alberto Ruiz" userId="47fa91d207cfb014" providerId="LiveId" clId="{18923CA4-2A1E-4285-81FF-2717E4C88808}" dt="2024-10-29T18:35:43.689" v="50" actId="26606"/>
          <ac:spMkLst>
            <pc:docMk/>
            <pc:sldMk cId="3355626832" sldId="537"/>
            <ac:spMk id="11" creationId="{39E4C68A-A4A9-48A4-9FF2-D2896B1EA01F}"/>
          </ac:spMkLst>
        </pc:spChg>
        <pc:spChg chg="add del">
          <ac:chgData name="Alberto Ruiz" userId="47fa91d207cfb014" providerId="LiveId" clId="{18923CA4-2A1E-4285-81FF-2717E4C88808}" dt="2024-10-29T18:35:43.689" v="50" actId="26606"/>
          <ac:spMkLst>
            <pc:docMk/>
            <pc:sldMk cId="3355626832" sldId="537"/>
            <ac:spMk id="13" creationId="{E2B9AEA5-52CB-49A6-AF8A-33502F291B91}"/>
          </ac:spMkLst>
        </pc:spChg>
        <pc:cxnChg chg="add del">
          <ac:chgData name="Alberto Ruiz" userId="47fa91d207cfb014" providerId="LiveId" clId="{18923CA4-2A1E-4285-81FF-2717E4C88808}" dt="2024-10-29T18:35:43.689" v="50" actId="26606"/>
          <ac:cxnSpMkLst>
            <pc:docMk/>
            <pc:sldMk cId="3355626832" sldId="537"/>
            <ac:cxnSpMk id="9" creationId="{B821C225-5C4D-4168-90AF-3D263D72CBA2}"/>
          </ac:cxnSpMkLst>
        </pc:cxnChg>
      </pc:sldChg>
      <pc:sldChg chg="addSp modSp mod setBg setFolMasterObjs">
        <pc:chgData name="Alberto Ruiz" userId="47fa91d207cfb014" providerId="LiveId" clId="{18923CA4-2A1E-4285-81FF-2717E4C88808}" dt="2024-10-29T18:39:04.038" v="105" actId="26606"/>
        <pc:sldMkLst>
          <pc:docMk/>
          <pc:sldMk cId="1756750174" sldId="538"/>
        </pc:sldMkLst>
        <pc:spChg chg="mod">
          <ac:chgData name="Alberto Ruiz" userId="47fa91d207cfb014" providerId="LiveId" clId="{18923CA4-2A1E-4285-81FF-2717E4C88808}" dt="2024-10-29T18:39:04.038" v="105" actId="26606"/>
          <ac:spMkLst>
            <pc:docMk/>
            <pc:sldMk cId="1756750174" sldId="538"/>
            <ac:spMk id="2" creationId="{494BA8CF-2339-627F-F8A0-3999E23E4508}"/>
          </ac:spMkLst>
        </pc:spChg>
        <pc:spChg chg="mod">
          <ac:chgData name="Alberto Ruiz" userId="47fa91d207cfb014" providerId="LiveId" clId="{18923CA4-2A1E-4285-81FF-2717E4C88808}" dt="2024-10-29T18:39:04.038" v="105" actId="26606"/>
          <ac:spMkLst>
            <pc:docMk/>
            <pc:sldMk cId="1756750174" sldId="538"/>
            <ac:spMk id="3" creationId="{D124532A-3822-CD62-525C-0607E28ADE53}"/>
          </ac:spMkLst>
        </pc:spChg>
        <pc:spChg chg="add">
          <ac:chgData name="Alberto Ruiz" userId="47fa91d207cfb014" providerId="LiveId" clId="{18923CA4-2A1E-4285-81FF-2717E4C88808}" dt="2024-10-29T18:39:04.038" v="105" actId="26606"/>
          <ac:spMkLst>
            <pc:docMk/>
            <pc:sldMk cId="1756750174" sldId="538"/>
            <ac:spMk id="11" creationId="{45D37F4E-DDB4-456B-97E0-9937730A039F}"/>
          </ac:spMkLst>
        </pc:spChg>
        <pc:spChg chg="add">
          <ac:chgData name="Alberto Ruiz" userId="47fa91d207cfb014" providerId="LiveId" clId="{18923CA4-2A1E-4285-81FF-2717E4C88808}" dt="2024-10-29T18:39:04.038" v="105" actId="26606"/>
          <ac:spMkLst>
            <pc:docMk/>
            <pc:sldMk cId="1756750174" sldId="538"/>
            <ac:spMk id="13" creationId="{B2DD41CD-8F47-4F56-AD12-4E2FF7696987}"/>
          </ac:spMkLst>
        </pc:spChg>
        <pc:picChg chg="mod">
          <ac:chgData name="Alberto Ruiz" userId="47fa91d207cfb014" providerId="LiveId" clId="{18923CA4-2A1E-4285-81FF-2717E4C88808}" dt="2024-10-29T18:39:04.038" v="105" actId="26606"/>
          <ac:picMkLst>
            <pc:docMk/>
            <pc:sldMk cId="1756750174" sldId="538"/>
            <ac:picMk id="6" creationId="{AAD900DA-2A9E-F2C8-FDB1-0085C61A75D2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40:04.571" v="116" actId="26606"/>
        <pc:sldMkLst>
          <pc:docMk/>
          <pc:sldMk cId="1928980248" sldId="540"/>
        </pc:sldMkLst>
        <pc:spChg chg="mod">
          <ac:chgData name="Alberto Ruiz" userId="47fa91d207cfb014" providerId="LiveId" clId="{18923CA4-2A1E-4285-81FF-2717E4C88808}" dt="2024-10-29T18:40:04.571" v="116" actId="26606"/>
          <ac:spMkLst>
            <pc:docMk/>
            <pc:sldMk cId="1928980248" sldId="540"/>
            <ac:spMk id="2" creationId="{81673AA9-254A-0A24-9CF3-8D68A330112E}"/>
          </ac:spMkLst>
        </pc:spChg>
        <pc:spChg chg="mod">
          <ac:chgData name="Alberto Ruiz" userId="47fa91d207cfb014" providerId="LiveId" clId="{18923CA4-2A1E-4285-81FF-2717E4C88808}" dt="2024-10-29T18:40:04.571" v="116" actId="26606"/>
          <ac:spMkLst>
            <pc:docMk/>
            <pc:sldMk cId="1928980248" sldId="540"/>
            <ac:spMk id="3" creationId="{596EA7F4-1C27-8396-2209-EDC9429EF059}"/>
          </ac:spMkLst>
        </pc:spChg>
        <pc:spChg chg="add">
          <ac:chgData name="Alberto Ruiz" userId="47fa91d207cfb014" providerId="LiveId" clId="{18923CA4-2A1E-4285-81FF-2717E4C88808}" dt="2024-10-29T18:40:04.571" v="116" actId="26606"/>
          <ac:spMkLst>
            <pc:docMk/>
            <pc:sldMk cId="1928980248" sldId="540"/>
            <ac:spMk id="9" creationId="{DB304A14-32D0-4873-B914-423ED7B8DAFD}"/>
          </ac:spMkLst>
        </pc:spChg>
        <pc:spChg chg="add">
          <ac:chgData name="Alberto Ruiz" userId="47fa91d207cfb014" providerId="LiveId" clId="{18923CA4-2A1E-4285-81FF-2717E4C88808}" dt="2024-10-29T18:40:04.571" v="116" actId="26606"/>
          <ac:spMkLst>
            <pc:docMk/>
            <pc:sldMk cId="1928980248" sldId="540"/>
            <ac:spMk id="11" creationId="{1D460C86-854F-4FB3-ABC2-E823D8FEB9DB}"/>
          </ac:spMkLst>
        </pc:spChg>
        <pc:spChg chg="add">
          <ac:chgData name="Alberto Ruiz" userId="47fa91d207cfb014" providerId="LiveId" clId="{18923CA4-2A1E-4285-81FF-2717E4C88808}" dt="2024-10-29T18:40:04.571" v="116" actId="26606"/>
          <ac:spMkLst>
            <pc:docMk/>
            <pc:sldMk cId="1928980248" sldId="540"/>
            <ac:spMk id="13" creationId="{BB48116A-278A-4CC5-89D3-9DE8E8FF1245}"/>
          </ac:spMkLst>
        </pc:spChg>
        <pc:picChg chg="mod">
          <ac:chgData name="Alberto Ruiz" userId="47fa91d207cfb014" providerId="LiveId" clId="{18923CA4-2A1E-4285-81FF-2717E4C88808}" dt="2024-10-29T18:40:04.571" v="116" actId="26606"/>
          <ac:picMkLst>
            <pc:docMk/>
            <pc:sldMk cId="1928980248" sldId="540"/>
            <ac:picMk id="4" creationId="{D5B5FD6D-9F7C-1560-B48E-3DC09EEFAA2D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40:10.355" v="117" actId="26606"/>
        <pc:sldMkLst>
          <pc:docMk/>
          <pc:sldMk cId="2554448059" sldId="545"/>
        </pc:sldMkLst>
        <pc:spChg chg="mod">
          <ac:chgData name="Alberto Ruiz" userId="47fa91d207cfb014" providerId="LiveId" clId="{18923CA4-2A1E-4285-81FF-2717E4C88808}" dt="2024-10-29T18:40:10.355" v="117" actId="26606"/>
          <ac:spMkLst>
            <pc:docMk/>
            <pc:sldMk cId="2554448059" sldId="545"/>
            <ac:spMk id="2" creationId="{C2A6F42D-023E-AC05-AAF4-244939468097}"/>
          </ac:spMkLst>
        </pc:spChg>
        <pc:spChg chg="mod">
          <ac:chgData name="Alberto Ruiz" userId="47fa91d207cfb014" providerId="LiveId" clId="{18923CA4-2A1E-4285-81FF-2717E4C88808}" dt="2024-10-29T18:40:10.355" v="117" actId="26606"/>
          <ac:spMkLst>
            <pc:docMk/>
            <pc:sldMk cId="2554448059" sldId="545"/>
            <ac:spMk id="7" creationId="{DFF9BC7E-67D7-00EC-EAB2-8032C8FE437E}"/>
          </ac:spMkLst>
        </pc:spChg>
        <pc:spChg chg="add">
          <ac:chgData name="Alberto Ruiz" userId="47fa91d207cfb014" providerId="LiveId" clId="{18923CA4-2A1E-4285-81FF-2717E4C88808}" dt="2024-10-29T18:40:10.355" v="117" actId="26606"/>
          <ac:spMkLst>
            <pc:docMk/>
            <pc:sldMk cId="2554448059" sldId="545"/>
            <ac:spMk id="13" creationId="{394842B0-684D-44CC-B4BC-D13331CFD290}"/>
          </ac:spMkLst>
        </pc:spChg>
        <pc:spChg chg="add">
          <ac:chgData name="Alberto Ruiz" userId="47fa91d207cfb014" providerId="LiveId" clId="{18923CA4-2A1E-4285-81FF-2717E4C88808}" dt="2024-10-29T18:40:10.355" v="117" actId="26606"/>
          <ac:spMkLst>
            <pc:docMk/>
            <pc:sldMk cId="2554448059" sldId="545"/>
            <ac:spMk id="15" creationId="{4C2A3DC3-F495-4B99-9FF3-3FB30D63235E}"/>
          </ac:spMkLst>
        </pc:spChg>
        <pc:picChg chg="mod ord">
          <ac:chgData name="Alberto Ruiz" userId="47fa91d207cfb014" providerId="LiveId" clId="{18923CA4-2A1E-4285-81FF-2717E4C88808}" dt="2024-10-29T18:40:10.355" v="117" actId="26606"/>
          <ac:picMkLst>
            <pc:docMk/>
            <pc:sldMk cId="2554448059" sldId="545"/>
            <ac:picMk id="5" creationId="{D606C140-A514-3596-1D25-3E7597D58BF5}"/>
          </ac:picMkLst>
        </pc:picChg>
        <pc:picChg chg="mod">
          <ac:chgData name="Alberto Ruiz" userId="47fa91d207cfb014" providerId="LiveId" clId="{18923CA4-2A1E-4285-81FF-2717E4C88808}" dt="2024-10-29T18:40:10.355" v="117" actId="26606"/>
          <ac:picMkLst>
            <pc:docMk/>
            <pc:sldMk cId="2554448059" sldId="545"/>
            <ac:picMk id="8" creationId="{5A7005C6-85DC-5818-A7AB-D3B4DB4A3387}"/>
          </ac:picMkLst>
        </pc:picChg>
      </pc:sldChg>
      <pc:sldChg chg="modSp mod">
        <pc:chgData name="Alberto Ruiz" userId="47fa91d207cfb014" providerId="LiveId" clId="{18923CA4-2A1E-4285-81FF-2717E4C88808}" dt="2024-10-29T18:40:33.863" v="121" actId="207"/>
        <pc:sldMkLst>
          <pc:docMk/>
          <pc:sldMk cId="0" sldId="546"/>
        </pc:sldMkLst>
        <pc:spChg chg="mod">
          <ac:chgData name="Alberto Ruiz" userId="47fa91d207cfb014" providerId="LiveId" clId="{18923CA4-2A1E-4285-81FF-2717E4C88808}" dt="2024-10-29T18:40:33.863" v="121" actId="207"/>
          <ac:spMkLst>
            <pc:docMk/>
            <pc:sldMk cId="0" sldId="546"/>
            <ac:spMk id="2" creationId="{6C168FCD-FDFA-4AFA-A1F4-ACA130BF4537}"/>
          </ac:spMkLst>
        </pc:spChg>
        <pc:spChg chg="mod">
          <ac:chgData name="Alberto Ruiz" userId="47fa91d207cfb014" providerId="LiveId" clId="{18923CA4-2A1E-4285-81FF-2717E4C88808}" dt="2024-10-29T18:40:33.863" v="121" actId="207"/>
          <ac:spMkLst>
            <pc:docMk/>
            <pc:sldMk cId="0" sldId="546"/>
            <ac:spMk id="7" creationId="{40CD3B38-32F7-4DD3-B951-D269896B0CDF}"/>
          </ac:spMkLst>
        </pc:spChg>
        <pc:spChg chg="mod">
          <ac:chgData name="Alberto Ruiz" userId="47fa91d207cfb014" providerId="LiveId" clId="{18923CA4-2A1E-4285-81FF-2717E4C88808}" dt="2024-10-29T18:40:33.863" v="121" actId="207"/>
          <ac:spMkLst>
            <pc:docMk/>
            <pc:sldMk cId="0" sldId="546"/>
            <ac:spMk id="8" creationId="{D3EDA24F-BCB8-4903-A447-7F61A7FDED02}"/>
          </ac:spMkLst>
        </pc:spChg>
        <pc:spChg chg="mod">
          <ac:chgData name="Alberto Ruiz" userId="47fa91d207cfb014" providerId="LiveId" clId="{18923CA4-2A1E-4285-81FF-2717E4C88808}" dt="2024-10-29T18:40:33.863" v="121" actId="207"/>
          <ac:spMkLst>
            <pc:docMk/>
            <pc:sldMk cId="0" sldId="546"/>
            <ac:spMk id="9" creationId="{6260E80F-1184-4D65-BC83-7E371F01FEDF}"/>
          </ac:spMkLst>
        </pc:spChg>
        <pc:spChg chg="mod">
          <ac:chgData name="Alberto Ruiz" userId="47fa91d207cfb014" providerId="LiveId" clId="{18923CA4-2A1E-4285-81FF-2717E4C88808}" dt="2024-10-29T18:40:33.863" v="121" actId="207"/>
          <ac:spMkLst>
            <pc:docMk/>
            <pc:sldMk cId="0" sldId="546"/>
            <ac:spMk id="13" creationId="{49B14A5C-E120-42D2-96FF-12BD1A0B5709}"/>
          </ac:spMkLst>
        </pc:spChg>
        <pc:spChg chg="mod">
          <ac:chgData name="Alberto Ruiz" userId="47fa91d207cfb014" providerId="LiveId" clId="{18923CA4-2A1E-4285-81FF-2717E4C88808}" dt="2024-10-29T18:40:33.863" v="121" actId="207"/>
          <ac:spMkLst>
            <pc:docMk/>
            <pc:sldMk cId="0" sldId="546"/>
            <ac:spMk id="15" creationId="{79CA1302-9380-4053-9519-89BD499ED995}"/>
          </ac:spMkLst>
        </pc:spChg>
        <pc:spChg chg="mod">
          <ac:chgData name="Alberto Ruiz" userId="47fa91d207cfb014" providerId="LiveId" clId="{18923CA4-2A1E-4285-81FF-2717E4C88808}" dt="2024-10-29T18:40:33.863" v="121" actId="207"/>
          <ac:spMkLst>
            <pc:docMk/>
            <pc:sldMk cId="0" sldId="546"/>
            <ac:spMk id="141" creationId="{00000000-0000-0000-0000-000000000000}"/>
          </ac:spMkLst>
        </pc:spChg>
        <pc:spChg chg="mod">
          <ac:chgData name="Alberto Ruiz" userId="47fa91d207cfb014" providerId="LiveId" clId="{18923CA4-2A1E-4285-81FF-2717E4C88808}" dt="2024-10-29T18:40:26.265" v="120" actId="207"/>
          <ac:spMkLst>
            <pc:docMk/>
            <pc:sldMk cId="0" sldId="546"/>
            <ac:spMk id="142" creationId="{00000000-0000-0000-0000-000000000000}"/>
          </ac:spMkLst>
        </pc:spChg>
      </pc:sldChg>
      <pc:sldChg chg="addSp modSp mod setBg setFolMasterObjs">
        <pc:chgData name="Alberto Ruiz" userId="47fa91d207cfb014" providerId="LiveId" clId="{18923CA4-2A1E-4285-81FF-2717E4C88808}" dt="2024-10-29T18:44:47.627" v="177" actId="26606"/>
        <pc:sldMkLst>
          <pc:docMk/>
          <pc:sldMk cId="3281515691" sldId="548"/>
        </pc:sldMkLst>
        <pc:spChg chg="mod">
          <ac:chgData name="Alberto Ruiz" userId="47fa91d207cfb014" providerId="LiveId" clId="{18923CA4-2A1E-4285-81FF-2717E4C88808}" dt="2024-10-29T18:44:47.627" v="177" actId="26606"/>
          <ac:spMkLst>
            <pc:docMk/>
            <pc:sldMk cId="3281515691" sldId="548"/>
            <ac:spMk id="2" creationId="{FDD82CAC-0A16-274D-008A-379F2E82DE64}"/>
          </ac:spMkLst>
        </pc:spChg>
        <pc:spChg chg="mod">
          <ac:chgData name="Alberto Ruiz" userId="47fa91d207cfb014" providerId="LiveId" clId="{18923CA4-2A1E-4285-81FF-2717E4C88808}" dt="2024-10-29T18:44:47.627" v="177" actId="26606"/>
          <ac:spMkLst>
            <pc:docMk/>
            <pc:sldMk cId="3281515691" sldId="548"/>
            <ac:spMk id="5" creationId="{488CC3F4-4D6A-6B4F-E15D-46160FD6E0B1}"/>
          </ac:spMkLst>
        </pc:spChg>
        <pc:spChg chg="add">
          <ac:chgData name="Alberto Ruiz" userId="47fa91d207cfb014" providerId="LiveId" clId="{18923CA4-2A1E-4285-81FF-2717E4C88808}" dt="2024-10-29T18:44:47.627" v="177" actId="26606"/>
          <ac:spMkLst>
            <pc:docMk/>
            <pc:sldMk cId="3281515691" sldId="548"/>
            <ac:spMk id="1031" creationId="{352BEC0E-22F8-46D0-9632-375DB541B06C}"/>
          </ac:spMkLst>
        </pc:spChg>
        <pc:spChg chg="add">
          <ac:chgData name="Alberto Ruiz" userId="47fa91d207cfb014" providerId="LiveId" clId="{18923CA4-2A1E-4285-81FF-2717E4C88808}" dt="2024-10-29T18:44:47.627" v="177" actId="26606"/>
          <ac:spMkLst>
            <pc:docMk/>
            <pc:sldMk cId="3281515691" sldId="548"/>
            <ac:spMk id="1033" creationId="{3FCFB1DE-0B7E-48CC-BA90-B2AB0889F9D6}"/>
          </ac:spMkLst>
        </pc:spChg>
        <pc:picChg chg="mod ord">
          <ac:chgData name="Alberto Ruiz" userId="47fa91d207cfb014" providerId="LiveId" clId="{18923CA4-2A1E-4285-81FF-2717E4C88808}" dt="2024-10-29T18:44:47.627" v="177" actId="26606"/>
          <ac:picMkLst>
            <pc:docMk/>
            <pc:sldMk cId="3281515691" sldId="548"/>
            <ac:picMk id="3" creationId="{B6F86F9B-5736-57C2-5EDC-072BD13AD715}"/>
          </ac:picMkLst>
        </pc:picChg>
        <pc:picChg chg="mod ord">
          <ac:chgData name="Alberto Ruiz" userId="47fa91d207cfb014" providerId="LiveId" clId="{18923CA4-2A1E-4285-81FF-2717E4C88808}" dt="2024-10-29T18:44:47.627" v="177" actId="26606"/>
          <ac:picMkLst>
            <pc:docMk/>
            <pc:sldMk cId="3281515691" sldId="548"/>
            <ac:picMk id="1026" creationId="{9CD0EAB3-0F93-F064-74E3-F0A6DE8A7864}"/>
          </ac:picMkLst>
        </pc:picChg>
      </pc:sldChg>
      <pc:sldChg chg="addSp modSp mod setBg setFolMasterObjs addAnim">
        <pc:chgData name="Alberto Ruiz" userId="47fa91d207cfb014" providerId="LiveId" clId="{18923CA4-2A1E-4285-81FF-2717E4C88808}" dt="2024-10-29T18:45:17.603" v="186" actId="27636"/>
        <pc:sldMkLst>
          <pc:docMk/>
          <pc:sldMk cId="1775215732" sldId="549"/>
        </pc:sldMkLst>
        <pc:spChg chg="mod">
          <ac:chgData name="Alberto Ruiz" userId="47fa91d207cfb014" providerId="LiveId" clId="{18923CA4-2A1E-4285-81FF-2717E4C88808}" dt="2024-10-29T18:45:17.603" v="186" actId="27636"/>
          <ac:spMkLst>
            <pc:docMk/>
            <pc:sldMk cId="1775215732" sldId="549"/>
            <ac:spMk id="2" creationId="{F09C9994-B581-3C66-B84E-B5313C139380}"/>
          </ac:spMkLst>
        </pc:spChg>
        <pc:spChg chg="add">
          <ac:chgData name="Alberto Ruiz" userId="47fa91d207cfb014" providerId="LiveId" clId="{18923CA4-2A1E-4285-81FF-2717E4C88808}" dt="2024-10-29T18:45:17.586" v="184" actId="26606"/>
          <ac:spMkLst>
            <pc:docMk/>
            <pc:sldMk cId="1775215732" sldId="549"/>
            <ac:spMk id="2055" creationId="{71199D26-7D8F-4A64-BDBB-73AFABE144A7}"/>
          </ac:spMkLst>
        </pc:spChg>
        <pc:spChg chg="add">
          <ac:chgData name="Alberto Ruiz" userId="47fa91d207cfb014" providerId="LiveId" clId="{18923CA4-2A1E-4285-81FF-2717E4C88808}" dt="2024-10-29T18:45:17.586" v="184" actId="26606"/>
          <ac:spMkLst>
            <pc:docMk/>
            <pc:sldMk cId="1775215732" sldId="549"/>
            <ac:spMk id="2057" creationId="{D7F2FAFA-4D50-41E7-9480-5BABA64EE9F4}"/>
          </ac:spMkLst>
        </pc:spChg>
        <pc:picChg chg="mod ord">
          <ac:chgData name="Alberto Ruiz" userId="47fa91d207cfb014" providerId="LiveId" clId="{18923CA4-2A1E-4285-81FF-2717E4C88808}" dt="2024-10-29T18:45:17.586" v="184" actId="26606"/>
          <ac:picMkLst>
            <pc:docMk/>
            <pc:sldMk cId="1775215732" sldId="549"/>
            <ac:picMk id="4" creationId="{538B39F0-9EB7-F6AD-0228-A0476D1F44F8}"/>
          </ac:picMkLst>
        </pc:picChg>
        <pc:picChg chg="mod">
          <ac:chgData name="Alberto Ruiz" userId="47fa91d207cfb014" providerId="LiveId" clId="{18923CA4-2A1E-4285-81FF-2717E4C88808}" dt="2024-10-29T18:45:17.586" v="184" actId="26606"/>
          <ac:picMkLst>
            <pc:docMk/>
            <pc:sldMk cId="1775215732" sldId="549"/>
            <ac:picMk id="2050" creationId="{55B27DAF-E894-CBAC-AD42-192A936B19B9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46:46.121" v="220" actId="26606"/>
        <pc:sldMkLst>
          <pc:docMk/>
          <pc:sldMk cId="2484519897" sldId="552"/>
        </pc:sldMkLst>
        <pc:spChg chg="mod">
          <ac:chgData name="Alberto Ruiz" userId="47fa91d207cfb014" providerId="LiveId" clId="{18923CA4-2A1E-4285-81FF-2717E4C88808}" dt="2024-10-29T18:46:46.121" v="220" actId="26606"/>
          <ac:spMkLst>
            <pc:docMk/>
            <pc:sldMk cId="2484519897" sldId="552"/>
            <ac:spMk id="2" creationId="{D90D8878-32A3-3F86-206F-54EBBA560194}"/>
          </ac:spMkLst>
        </pc:spChg>
        <pc:spChg chg="mod">
          <ac:chgData name="Alberto Ruiz" userId="47fa91d207cfb014" providerId="LiveId" clId="{18923CA4-2A1E-4285-81FF-2717E4C88808}" dt="2024-10-29T18:46:46.121" v="220" actId="26606"/>
          <ac:spMkLst>
            <pc:docMk/>
            <pc:sldMk cId="2484519897" sldId="552"/>
            <ac:spMk id="3" creationId="{A919EB75-C665-02C1-F3D7-888C11106646}"/>
          </ac:spMkLst>
        </pc:spChg>
        <pc:spChg chg="add">
          <ac:chgData name="Alberto Ruiz" userId="47fa91d207cfb014" providerId="LiveId" clId="{18923CA4-2A1E-4285-81FF-2717E4C88808}" dt="2024-10-29T18:46:46.121" v="220" actId="26606"/>
          <ac:spMkLst>
            <pc:docMk/>
            <pc:sldMk cId="2484519897" sldId="552"/>
            <ac:spMk id="9" creationId="{45D37F4E-DDB4-456B-97E0-9937730A039F}"/>
          </ac:spMkLst>
        </pc:spChg>
        <pc:spChg chg="add">
          <ac:chgData name="Alberto Ruiz" userId="47fa91d207cfb014" providerId="LiveId" clId="{18923CA4-2A1E-4285-81FF-2717E4C88808}" dt="2024-10-29T18:46:46.121" v="220" actId="26606"/>
          <ac:spMkLst>
            <pc:docMk/>
            <pc:sldMk cId="2484519897" sldId="552"/>
            <ac:spMk id="11" creationId="{B2DD41CD-8F47-4F56-AD12-4E2FF7696987}"/>
          </ac:spMkLst>
        </pc:spChg>
        <pc:picChg chg="mod">
          <ac:chgData name="Alberto Ruiz" userId="47fa91d207cfb014" providerId="LiveId" clId="{18923CA4-2A1E-4285-81FF-2717E4C88808}" dt="2024-10-29T18:46:46.121" v="220" actId="26606"/>
          <ac:picMkLst>
            <pc:docMk/>
            <pc:sldMk cId="2484519897" sldId="552"/>
            <ac:picMk id="4" creationId="{B1457986-329C-F567-06C8-38FBE4B4B740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46:50.063" v="222" actId="27636"/>
        <pc:sldMkLst>
          <pc:docMk/>
          <pc:sldMk cId="2035228697" sldId="553"/>
        </pc:sldMkLst>
        <pc:spChg chg="mod">
          <ac:chgData name="Alberto Ruiz" userId="47fa91d207cfb014" providerId="LiveId" clId="{18923CA4-2A1E-4285-81FF-2717E4C88808}" dt="2024-10-29T18:46:50.063" v="222" actId="27636"/>
          <ac:spMkLst>
            <pc:docMk/>
            <pc:sldMk cId="2035228697" sldId="553"/>
            <ac:spMk id="2" creationId="{B508EAC3-BE7D-807C-B8BB-289550534D10}"/>
          </ac:spMkLst>
        </pc:spChg>
        <pc:spChg chg="add">
          <ac:chgData name="Alberto Ruiz" userId="47fa91d207cfb014" providerId="LiveId" clId="{18923CA4-2A1E-4285-81FF-2717E4C88808}" dt="2024-10-29T18:46:50.048" v="221" actId="26606"/>
          <ac:spMkLst>
            <pc:docMk/>
            <pc:sldMk cId="2035228697" sldId="553"/>
            <ac:spMk id="15" creationId="{B87C619C-EBAB-488E-96B9-153AA4C9B440}"/>
          </ac:spMkLst>
        </pc:spChg>
        <pc:spChg chg="add">
          <ac:chgData name="Alberto Ruiz" userId="47fa91d207cfb014" providerId="LiveId" clId="{18923CA4-2A1E-4285-81FF-2717E4C88808}" dt="2024-10-29T18:46:50.048" v="221" actId="26606"/>
          <ac:spMkLst>
            <pc:docMk/>
            <pc:sldMk cId="2035228697" sldId="553"/>
            <ac:spMk id="17" creationId="{130DA1C1-36FD-41D8-9826-EE797BF39BAB}"/>
          </ac:spMkLst>
        </pc:spChg>
        <pc:spChg chg="add">
          <ac:chgData name="Alberto Ruiz" userId="47fa91d207cfb014" providerId="LiveId" clId="{18923CA4-2A1E-4285-81FF-2717E4C88808}" dt="2024-10-29T18:46:50.048" v="221" actId="26606"/>
          <ac:spMkLst>
            <pc:docMk/>
            <pc:sldMk cId="2035228697" sldId="553"/>
            <ac:spMk id="19" creationId="{35BC54F7-1315-4D6C-9420-A5BF0CDDBC04}"/>
          </ac:spMkLst>
        </pc:spChg>
        <pc:picChg chg="mod ord">
          <ac:chgData name="Alberto Ruiz" userId="47fa91d207cfb014" providerId="LiveId" clId="{18923CA4-2A1E-4285-81FF-2717E4C88808}" dt="2024-10-29T18:46:50.048" v="221" actId="26606"/>
          <ac:picMkLst>
            <pc:docMk/>
            <pc:sldMk cId="2035228697" sldId="553"/>
            <ac:picMk id="4" creationId="{A9B928FF-C27C-31FC-1076-13273CC2C478}"/>
          </ac:picMkLst>
        </pc:picChg>
        <pc:picChg chg="mod">
          <ac:chgData name="Alberto Ruiz" userId="47fa91d207cfb014" providerId="LiveId" clId="{18923CA4-2A1E-4285-81FF-2717E4C88808}" dt="2024-10-29T18:46:50.048" v="221" actId="26606"/>
          <ac:picMkLst>
            <pc:docMk/>
            <pc:sldMk cId="2035228697" sldId="553"/>
            <ac:picMk id="10" creationId="{EBFE7254-A62E-522F-739A-F041EB53938F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46:53.063" v="223" actId="26606"/>
        <pc:sldMkLst>
          <pc:docMk/>
          <pc:sldMk cId="949881224" sldId="554"/>
        </pc:sldMkLst>
        <pc:spChg chg="mod">
          <ac:chgData name="Alberto Ruiz" userId="47fa91d207cfb014" providerId="LiveId" clId="{18923CA4-2A1E-4285-81FF-2717E4C88808}" dt="2024-10-29T18:46:53.063" v="223" actId="26606"/>
          <ac:spMkLst>
            <pc:docMk/>
            <pc:sldMk cId="949881224" sldId="554"/>
            <ac:spMk id="2" creationId="{C53D9F04-C9B6-D10B-57EA-040FD020C7BE}"/>
          </ac:spMkLst>
        </pc:spChg>
        <pc:spChg chg="mod">
          <ac:chgData name="Alberto Ruiz" userId="47fa91d207cfb014" providerId="LiveId" clId="{18923CA4-2A1E-4285-81FF-2717E4C88808}" dt="2024-10-29T18:46:53.063" v="223" actId="26606"/>
          <ac:spMkLst>
            <pc:docMk/>
            <pc:sldMk cId="949881224" sldId="554"/>
            <ac:spMk id="3" creationId="{5DCD7514-5865-E163-B40A-E6E55067C0EF}"/>
          </ac:spMkLst>
        </pc:spChg>
        <pc:spChg chg="add">
          <ac:chgData name="Alberto Ruiz" userId="47fa91d207cfb014" providerId="LiveId" clId="{18923CA4-2A1E-4285-81FF-2717E4C88808}" dt="2024-10-29T18:46:53.063" v="223" actId="26606"/>
          <ac:spMkLst>
            <pc:docMk/>
            <pc:sldMk cId="949881224" sldId="554"/>
            <ac:spMk id="11" creationId="{352BEC0E-22F8-46D0-9632-375DB541B06C}"/>
          </ac:spMkLst>
        </pc:spChg>
        <pc:spChg chg="add">
          <ac:chgData name="Alberto Ruiz" userId="47fa91d207cfb014" providerId="LiveId" clId="{18923CA4-2A1E-4285-81FF-2717E4C88808}" dt="2024-10-29T18:46:53.063" v="223" actId="26606"/>
          <ac:spMkLst>
            <pc:docMk/>
            <pc:sldMk cId="949881224" sldId="554"/>
            <ac:spMk id="13" creationId="{3FCFB1DE-0B7E-48CC-BA90-B2AB0889F9D6}"/>
          </ac:spMkLst>
        </pc:spChg>
        <pc:picChg chg="mod">
          <ac:chgData name="Alberto Ruiz" userId="47fa91d207cfb014" providerId="LiveId" clId="{18923CA4-2A1E-4285-81FF-2717E4C88808}" dt="2024-10-29T18:46:53.063" v="223" actId="26606"/>
          <ac:picMkLst>
            <pc:docMk/>
            <pc:sldMk cId="949881224" sldId="554"/>
            <ac:picMk id="4" creationId="{3C1722C2-F8F1-FB6C-88A0-92AEEAB5CF9E}"/>
          </ac:picMkLst>
        </pc:picChg>
        <pc:picChg chg="mod">
          <ac:chgData name="Alberto Ruiz" userId="47fa91d207cfb014" providerId="LiveId" clId="{18923CA4-2A1E-4285-81FF-2717E4C88808}" dt="2024-10-29T18:46:53.063" v="223" actId="26606"/>
          <ac:picMkLst>
            <pc:docMk/>
            <pc:sldMk cId="949881224" sldId="554"/>
            <ac:picMk id="6" creationId="{5F9BFC79-0E4A-CD12-526C-56D93511EE1B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46:55.907" v="224" actId="26606"/>
        <pc:sldMkLst>
          <pc:docMk/>
          <pc:sldMk cId="2845295628" sldId="556"/>
        </pc:sldMkLst>
        <pc:spChg chg="mod">
          <ac:chgData name="Alberto Ruiz" userId="47fa91d207cfb014" providerId="LiveId" clId="{18923CA4-2A1E-4285-81FF-2717E4C88808}" dt="2024-10-29T18:46:55.907" v="224" actId="26606"/>
          <ac:spMkLst>
            <pc:docMk/>
            <pc:sldMk cId="2845295628" sldId="556"/>
            <ac:spMk id="2" creationId="{C7C5F45B-8021-C3FF-328F-F03BAE733CD9}"/>
          </ac:spMkLst>
        </pc:spChg>
        <pc:spChg chg="mod">
          <ac:chgData name="Alberto Ruiz" userId="47fa91d207cfb014" providerId="LiveId" clId="{18923CA4-2A1E-4285-81FF-2717E4C88808}" dt="2024-10-29T18:46:55.907" v="224" actId="26606"/>
          <ac:spMkLst>
            <pc:docMk/>
            <pc:sldMk cId="2845295628" sldId="556"/>
            <ac:spMk id="4" creationId="{1C4A8853-9A43-6750-7C54-BD14F3788F33}"/>
          </ac:spMkLst>
        </pc:spChg>
        <pc:spChg chg="add">
          <ac:chgData name="Alberto Ruiz" userId="47fa91d207cfb014" providerId="LiveId" clId="{18923CA4-2A1E-4285-81FF-2717E4C88808}" dt="2024-10-29T18:46:55.907" v="224" actId="26606"/>
          <ac:spMkLst>
            <pc:docMk/>
            <pc:sldMk cId="2845295628" sldId="556"/>
            <ac:spMk id="11" creationId="{352BEC0E-22F8-46D0-9632-375DB541B06C}"/>
          </ac:spMkLst>
        </pc:spChg>
        <pc:spChg chg="add">
          <ac:chgData name="Alberto Ruiz" userId="47fa91d207cfb014" providerId="LiveId" clId="{18923CA4-2A1E-4285-81FF-2717E4C88808}" dt="2024-10-29T18:46:55.907" v="224" actId="26606"/>
          <ac:spMkLst>
            <pc:docMk/>
            <pc:sldMk cId="2845295628" sldId="556"/>
            <ac:spMk id="13" creationId="{3FCFB1DE-0B7E-48CC-BA90-B2AB0889F9D6}"/>
          </ac:spMkLst>
        </pc:spChg>
        <pc:picChg chg="mod">
          <ac:chgData name="Alberto Ruiz" userId="47fa91d207cfb014" providerId="LiveId" clId="{18923CA4-2A1E-4285-81FF-2717E4C88808}" dt="2024-10-29T18:46:55.907" v="224" actId="26606"/>
          <ac:picMkLst>
            <pc:docMk/>
            <pc:sldMk cId="2845295628" sldId="556"/>
            <ac:picMk id="3" creationId="{825DA8E9-09E5-5DCE-9490-AB1731D82B45}"/>
          </ac:picMkLst>
        </pc:picChg>
        <pc:picChg chg="mod">
          <ac:chgData name="Alberto Ruiz" userId="47fa91d207cfb014" providerId="LiveId" clId="{18923CA4-2A1E-4285-81FF-2717E4C88808}" dt="2024-10-29T18:46:55.907" v="224" actId="26606"/>
          <ac:picMkLst>
            <pc:docMk/>
            <pc:sldMk cId="2845295628" sldId="556"/>
            <ac:picMk id="6" creationId="{D08E996F-51E0-EF20-0D0A-000EB324E24D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47:16.009" v="230" actId="26606"/>
        <pc:sldMkLst>
          <pc:docMk/>
          <pc:sldMk cId="376023604" sldId="557"/>
        </pc:sldMkLst>
        <pc:spChg chg="mod">
          <ac:chgData name="Alberto Ruiz" userId="47fa91d207cfb014" providerId="LiveId" clId="{18923CA4-2A1E-4285-81FF-2717E4C88808}" dt="2024-10-29T18:47:16.009" v="230" actId="26606"/>
          <ac:spMkLst>
            <pc:docMk/>
            <pc:sldMk cId="376023604" sldId="557"/>
            <ac:spMk id="2" creationId="{124A1829-04A2-D94C-CBCD-12BE74F293AB}"/>
          </ac:spMkLst>
        </pc:spChg>
        <pc:spChg chg="mod">
          <ac:chgData name="Alberto Ruiz" userId="47fa91d207cfb014" providerId="LiveId" clId="{18923CA4-2A1E-4285-81FF-2717E4C88808}" dt="2024-10-29T18:47:16.009" v="230" actId="26606"/>
          <ac:spMkLst>
            <pc:docMk/>
            <pc:sldMk cId="376023604" sldId="557"/>
            <ac:spMk id="3" creationId="{F51B3873-CBD0-68FB-030E-7E4EC5031520}"/>
          </ac:spMkLst>
        </pc:spChg>
        <pc:spChg chg="add">
          <ac:chgData name="Alberto Ruiz" userId="47fa91d207cfb014" providerId="LiveId" clId="{18923CA4-2A1E-4285-81FF-2717E4C88808}" dt="2024-10-29T18:47:16.009" v="230" actId="26606"/>
          <ac:spMkLst>
            <pc:docMk/>
            <pc:sldMk cId="376023604" sldId="557"/>
            <ac:spMk id="9" creationId="{45D37F4E-DDB4-456B-97E0-9937730A039F}"/>
          </ac:spMkLst>
        </pc:spChg>
        <pc:spChg chg="add">
          <ac:chgData name="Alberto Ruiz" userId="47fa91d207cfb014" providerId="LiveId" clId="{18923CA4-2A1E-4285-81FF-2717E4C88808}" dt="2024-10-29T18:47:16.009" v="230" actId="26606"/>
          <ac:spMkLst>
            <pc:docMk/>
            <pc:sldMk cId="376023604" sldId="557"/>
            <ac:spMk id="11" creationId="{B2DD41CD-8F47-4F56-AD12-4E2FF7696987}"/>
          </ac:spMkLst>
        </pc:spChg>
        <pc:picChg chg="mod">
          <ac:chgData name="Alberto Ruiz" userId="47fa91d207cfb014" providerId="LiveId" clId="{18923CA4-2A1E-4285-81FF-2717E4C88808}" dt="2024-10-29T18:47:16.009" v="230" actId="26606"/>
          <ac:picMkLst>
            <pc:docMk/>
            <pc:sldMk cId="376023604" sldId="557"/>
            <ac:picMk id="4" creationId="{6B3941C3-82E6-7B2A-A544-E6069301ECCF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47:20.899" v="232" actId="26606"/>
        <pc:sldMkLst>
          <pc:docMk/>
          <pc:sldMk cId="1415839754" sldId="558"/>
        </pc:sldMkLst>
        <pc:spChg chg="mod">
          <ac:chgData name="Alberto Ruiz" userId="47fa91d207cfb014" providerId="LiveId" clId="{18923CA4-2A1E-4285-81FF-2717E4C88808}" dt="2024-10-29T18:47:20.899" v="232" actId="26606"/>
          <ac:spMkLst>
            <pc:docMk/>
            <pc:sldMk cId="1415839754" sldId="558"/>
            <ac:spMk id="2" creationId="{A49C084B-69AE-016C-BDFB-E6F16E0E9B36}"/>
          </ac:spMkLst>
        </pc:spChg>
        <pc:spChg chg="mod ord">
          <ac:chgData name="Alberto Ruiz" userId="47fa91d207cfb014" providerId="LiveId" clId="{18923CA4-2A1E-4285-81FF-2717E4C88808}" dt="2024-10-29T18:47:20.899" v="232" actId="26606"/>
          <ac:spMkLst>
            <pc:docMk/>
            <pc:sldMk cId="1415839754" sldId="558"/>
            <ac:spMk id="3" creationId="{7B263BE4-854F-5A47-D50F-F0186CD28047}"/>
          </ac:spMkLst>
        </pc:spChg>
        <pc:spChg chg="add">
          <ac:chgData name="Alberto Ruiz" userId="47fa91d207cfb014" providerId="LiveId" clId="{18923CA4-2A1E-4285-81FF-2717E4C88808}" dt="2024-10-29T18:47:20.899" v="232" actId="26606"/>
          <ac:spMkLst>
            <pc:docMk/>
            <pc:sldMk cId="1415839754" sldId="558"/>
            <ac:spMk id="8201" creationId="{53B475F8-50AE-46A0-9943-B2B63183D50C}"/>
          </ac:spMkLst>
        </pc:spChg>
        <pc:spChg chg="add">
          <ac:chgData name="Alberto Ruiz" userId="47fa91d207cfb014" providerId="LiveId" clId="{18923CA4-2A1E-4285-81FF-2717E4C88808}" dt="2024-10-29T18:47:20.899" v="232" actId="26606"/>
          <ac:spMkLst>
            <pc:docMk/>
            <pc:sldMk cId="1415839754" sldId="558"/>
            <ac:spMk id="8203" creationId="{75F6FDB4-2351-48C2-A863-2364A02343C0}"/>
          </ac:spMkLst>
        </pc:spChg>
        <pc:picChg chg="mod ord">
          <ac:chgData name="Alberto Ruiz" userId="47fa91d207cfb014" providerId="LiveId" clId="{18923CA4-2A1E-4285-81FF-2717E4C88808}" dt="2024-10-29T18:47:20.899" v="232" actId="26606"/>
          <ac:picMkLst>
            <pc:docMk/>
            <pc:sldMk cId="1415839754" sldId="558"/>
            <ac:picMk id="4" creationId="{9EFD8925-AAF9-F192-BF1A-805B7A526963}"/>
          </ac:picMkLst>
        </pc:picChg>
        <pc:picChg chg="mod">
          <ac:chgData name="Alberto Ruiz" userId="47fa91d207cfb014" providerId="LiveId" clId="{18923CA4-2A1E-4285-81FF-2717E4C88808}" dt="2024-10-29T18:47:20.899" v="232" actId="26606"/>
          <ac:picMkLst>
            <pc:docMk/>
            <pc:sldMk cId="1415839754" sldId="558"/>
            <ac:picMk id="8194" creationId="{10541DEA-6D2B-F218-3387-604021DA7792}"/>
          </ac:picMkLst>
        </pc:picChg>
        <pc:picChg chg="mod">
          <ac:chgData name="Alberto Ruiz" userId="47fa91d207cfb014" providerId="LiveId" clId="{18923CA4-2A1E-4285-81FF-2717E4C88808}" dt="2024-10-29T18:47:20.899" v="232" actId="26606"/>
          <ac:picMkLst>
            <pc:docMk/>
            <pc:sldMk cId="1415839754" sldId="558"/>
            <ac:picMk id="8196" creationId="{A0D6626B-3312-0D20-D700-1C919467B1D6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47:24.306" v="233" actId="26606"/>
        <pc:sldMkLst>
          <pc:docMk/>
          <pc:sldMk cId="355847485" sldId="559"/>
        </pc:sldMkLst>
        <pc:spChg chg="mod">
          <ac:chgData name="Alberto Ruiz" userId="47fa91d207cfb014" providerId="LiveId" clId="{18923CA4-2A1E-4285-81FF-2717E4C88808}" dt="2024-10-29T18:47:24.306" v="233" actId="26606"/>
          <ac:spMkLst>
            <pc:docMk/>
            <pc:sldMk cId="355847485" sldId="559"/>
            <ac:spMk id="2" creationId="{6D4055EE-9576-EE22-81E8-613F3EBB32C2}"/>
          </ac:spMkLst>
        </pc:spChg>
        <pc:spChg chg="mod">
          <ac:chgData name="Alberto Ruiz" userId="47fa91d207cfb014" providerId="LiveId" clId="{18923CA4-2A1E-4285-81FF-2717E4C88808}" dt="2024-10-29T18:47:24.306" v="233" actId="26606"/>
          <ac:spMkLst>
            <pc:docMk/>
            <pc:sldMk cId="355847485" sldId="559"/>
            <ac:spMk id="3" creationId="{7149AFD8-FA8D-2AB3-6A16-B4B84C75A9EE}"/>
          </ac:spMkLst>
        </pc:spChg>
        <pc:spChg chg="add">
          <ac:chgData name="Alberto Ruiz" userId="47fa91d207cfb014" providerId="LiveId" clId="{18923CA4-2A1E-4285-81FF-2717E4C88808}" dt="2024-10-29T18:47:24.306" v="233" actId="26606"/>
          <ac:spMkLst>
            <pc:docMk/>
            <pc:sldMk cId="355847485" sldId="559"/>
            <ac:spMk id="11" creationId="{45D37F4E-DDB4-456B-97E0-9937730A039F}"/>
          </ac:spMkLst>
        </pc:spChg>
        <pc:spChg chg="add">
          <ac:chgData name="Alberto Ruiz" userId="47fa91d207cfb014" providerId="LiveId" clId="{18923CA4-2A1E-4285-81FF-2717E4C88808}" dt="2024-10-29T18:47:24.306" v="233" actId="26606"/>
          <ac:spMkLst>
            <pc:docMk/>
            <pc:sldMk cId="355847485" sldId="559"/>
            <ac:spMk id="13" creationId="{B2DD41CD-8F47-4F56-AD12-4E2FF7696987}"/>
          </ac:spMkLst>
        </pc:spChg>
        <pc:picChg chg="mod">
          <ac:chgData name="Alberto Ruiz" userId="47fa91d207cfb014" providerId="LiveId" clId="{18923CA4-2A1E-4285-81FF-2717E4C88808}" dt="2024-10-29T18:47:24.306" v="233" actId="26606"/>
          <ac:picMkLst>
            <pc:docMk/>
            <pc:sldMk cId="355847485" sldId="559"/>
            <ac:picMk id="4" creationId="{19671B8A-6885-173D-B431-4ACEB1F44484}"/>
          </ac:picMkLst>
        </pc:picChg>
      </pc:sldChg>
      <pc:sldChg chg="modSp mod">
        <pc:chgData name="Alberto Ruiz" userId="47fa91d207cfb014" providerId="LiveId" clId="{18923CA4-2A1E-4285-81FF-2717E4C88808}" dt="2024-10-29T18:39:54.155" v="115" actId="207"/>
        <pc:sldMkLst>
          <pc:docMk/>
          <pc:sldMk cId="4023351115" sldId="561"/>
        </pc:sldMkLst>
        <pc:spChg chg="mod">
          <ac:chgData name="Alberto Ruiz" userId="47fa91d207cfb014" providerId="LiveId" clId="{18923CA4-2A1E-4285-81FF-2717E4C88808}" dt="2024-10-29T18:36:37.639" v="65" actId="27636"/>
          <ac:spMkLst>
            <pc:docMk/>
            <pc:sldMk cId="4023351115" sldId="561"/>
            <ac:spMk id="2" creationId="{7EDA018C-4981-A035-F52E-532641B6BED0}"/>
          </ac:spMkLst>
        </pc:spChg>
        <pc:graphicFrameChg chg="modGraphic">
          <ac:chgData name="Alberto Ruiz" userId="47fa91d207cfb014" providerId="LiveId" clId="{18923CA4-2A1E-4285-81FF-2717E4C88808}" dt="2024-10-29T18:39:54.155" v="115" actId="207"/>
          <ac:graphicFrameMkLst>
            <pc:docMk/>
            <pc:sldMk cId="4023351115" sldId="561"/>
            <ac:graphicFrameMk id="7" creationId="{80406B7E-4263-77FA-497A-E170057100C6}"/>
          </ac:graphicFrameMkLst>
        </pc:graphicFrameChg>
      </pc:sldChg>
      <pc:sldChg chg="addSp modSp mod setBg setFolMasterObjs">
        <pc:chgData name="Alberto Ruiz" userId="47fa91d207cfb014" providerId="LiveId" clId="{18923CA4-2A1E-4285-81FF-2717E4C88808}" dt="2024-10-29T18:39:43.288" v="113" actId="26606"/>
        <pc:sldMkLst>
          <pc:docMk/>
          <pc:sldMk cId="893528446" sldId="563"/>
        </pc:sldMkLst>
        <pc:spChg chg="mod">
          <ac:chgData name="Alberto Ruiz" userId="47fa91d207cfb014" providerId="LiveId" clId="{18923CA4-2A1E-4285-81FF-2717E4C88808}" dt="2024-10-29T18:39:43.288" v="113" actId="26606"/>
          <ac:spMkLst>
            <pc:docMk/>
            <pc:sldMk cId="893528446" sldId="563"/>
            <ac:spMk id="2" creationId="{A4506E06-E527-EE53-A512-82CCECB5388E}"/>
          </ac:spMkLst>
        </pc:spChg>
        <pc:spChg chg="mod">
          <ac:chgData name="Alberto Ruiz" userId="47fa91d207cfb014" providerId="LiveId" clId="{18923CA4-2A1E-4285-81FF-2717E4C88808}" dt="2024-10-29T18:39:43.288" v="113" actId="26606"/>
          <ac:spMkLst>
            <pc:docMk/>
            <pc:sldMk cId="893528446" sldId="563"/>
            <ac:spMk id="3" creationId="{C145EBB0-F5E0-ACAA-052A-16ABA7536E6E}"/>
          </ac:spMkLst>
        </pc:spChg>
        <pc:spChg chg="add">
          <ac:chgData name="Alberto Ruiz" userId="47fa91d207cfb014" providerId="LiveId" clId="{18923CA4-2A1E-4285-81FF-2717E4C88808}" dt="2024-10-29T18:39:43.288" v="113" actId="26606"/>
          <ac:spMkLst>
            <pc:docMk/>
            <pc:sldMk cId="893528446" sldId="563"/>
            <ac:spMk id="11" creationId="{394842B0-684D-44CC-B4BC-D13331CFD290}"/>
          </ac:spMkLst>
        </pc:spChg>
        <pc:spChg chg="add">
          <ac:chgData name="Alberto Ruiz" userId="47fa91d207cfb014" providerId="LiveId" clId="{18923CA4-2A1E-4285-81FF-2717E4C88808}" dt="2024-10-29T18:39:43.288" v="113" actId="26606"/>
          <ac:spMkLst>
            <pc:docMk/>
            <pc:sldMk cId="893528446" sldId="563"/>
            <ac:spMk id="13" creationId="{4C2A3DC3-F495-4B99-9FF3-3FB30D63235E}"/>
          </ac:spMkLst>
        </pc:spChg>
        <pc:picChg chg="mod ord">
          <ac:chgData name="Alberto Ruiz" userId="47fa91d207cfb014" providerId="LiveId" clId="{18923CA4-2A1E-4285-81FF-2717E4C88808}" dt="2024-10-29T18:39:43.288" v="113" actId="26606"/>
          <ac:picMkLst>
            <pc:docMk/>
            <pc:sldMk cId="893528446" sldId="563"/>
            <ac:picMk id="5" creationId="{BB2A1D54-68D3-5A51-7C44-81C21871FAB7}"/>
          </ac:picMkLst>
        </pc:picChg>
        <pc:picChg chg="mod">
          <ac:chgData name="Alberto Ruiz" userId="47fa91d207cfb014" providerId="LiveId" clId="{18923CA4-2A1E-4285-81FF-2717E4C88808}" dt="2024-10-29T18:39:43.288" v="113" actId="26606"/>
          <ac:picMkLst>
            <pc:docMk/>
            <pc:sldMk cId="893528446" sldId="563"/>
            <ac:picMk id="6" creationId="{61E02719-9371-38B9-4F43-5E00E92CAF22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39:24.561" v="106" actId="26606"/>
        <pc:sldMkLst>
          <pc:docMk/>
          <pc:sldMk cId="1430832641" sldId="564"/>
        </pc:sldMkLst>
        <pc:spChg chg="mod">
          <ac:chgData name="Alberto Ruiz" userId="47fa91d207cfb014" providerId="LiveId" clId="{18923CA4-2A1E-4285-81FF-2717E4C88808}" dt="2024-10-29T18:39:24.561" v="106" actId="26606"/>
          <ac:spMkLst>
            <pc:docMk/>
            <pc:sldMk cId="1430832641" sldId="564"/>
            <ac:spMk id="2" creationId="{D1332C85-520E-139E-C409-DE6D3B1BFB49}"/>
          </ac:spMkLst>
        </pc:spChg>
        <pc:spChg chg="mod">
          <ac:chgData name="Alberto Ruiz" userId="47fa91d207cfb014" providerId="LiveId" clId="{18923CA4-2A1E-4285-81FF-2717E4C88808}" dt="2024-10-29T18:39:24.561" v="106" actId="26606"/>
          <ac:spMkLst>
            <pc:docMk/>
            <pc:sldMk cId="1430832641" sldId="564"/>
            <ac:spMk id="3" creationId="{CEB7BFBF-0E32-BAF7-2D92-1224F59933D7}"/>
          </ac:spMkLst>
        </pc:spChg>
        <pc:spChg chg="add">
          <ac:chgData name="Alberto Ruiz" userId="47fa91d207cfb014" providerId="LiveId" clId="{18923CA4-2A1E-4285-81FF-2717E4C88808}" dt="2024-10-29T18:39:24.561" v="106" actId="26606"/>
          <ac:spMkLst>
            <pc:docMk/>
            <pc:sldMk cId="1430832641" sldId="564"/>
            <ac:spMk id="8" creationId="{907EF6B7-1338-4443-8C46-6A318D952DFD}"/>
          </ac:spMkLst>
        </pc:spChg>
        <pc:spChg chg="add">
          <ac:chgData name="Alberto Ruiz" userId="47fa91d207cfb014" providerId="LiveId" clId="{18923CA4-2A1E-4285-81FF-2717E4C88808}" dt="2024-10-29T18:39:24.561" v="106" actId="26606"/>
          <ac:spMkLst>
            <pc:docMk/>
            <pc:sldMk cId="1430832641" sldId="564"/>
            <ac:spMk id="10" creationId="{DAAE4CDD-124C-4DCF-9584-B6033B545DD5}"/>
          </ac:spMkLst>
        </pc:spChg>
        <pc:spChg chg="add">
          <ac:chgData name="Alberto Ruiz" userId="47fa91d207cfb014" providerId="LiveId" clId="{18923CA4-2A1E-4285-81FF-2717E4C88808}" dt="2024-10-29T18:39:24.561" v="106" actId="26606"/>
          <ac:spMkLst>
            <pc:docMk/>
            <pc:sldMk cId="1430832641" sldId="564"/>
            <ac:spMk id="12" creationId="{081E4A58-353D-44AE-B2FC-2A74E2E400F7}"/>
          </ac:spMkLst>
        </pc:spChg>
      </pc:sldChg>
      <pc:sldChg chg="addSp modSp mod setBg setFolMasterObjs">
        <pc:chgData name="Alberto Ruiz" userId="47fa91d207cfb014" providerId="LiveId" clId="{18923CA4-2A1E-4285-81FF-2717E4C88808}" dt="2024-10-29T18:40:57.642" v="126" actId="26606"/>
        <pc:sldMkLst>
          <pc:docMk/>
          <pc:sldMk cId="3232265757" sldId="566"/>
        </pc:sldMkLst>
        <pc:spChg chg="mod">
          <ac:chgData name="Alberto Ruiz" userId="47fa91d207cfb014" providerId="LiveId" clId="{18923CA4-2A1E-4285-81FF-2717E4C88808}" dt="2024-10-29T18:40:57.642" v="126" actId="26606"/>
          <ac:spMkLst>
            <pc:docMk/>
            <pc:sldMk cId="3232265757" sldId="566"/>
            <ac:spMk id="2" creationId="{D74DF793-7762-B993-BCDD-49525BEC4FDC}"/>
          </ac:spMkLst>
        </pc:spChg>
        <pc:spChg chg="mod">
          <ac:chgData name="Alberto Ruiz" userId="47fa91d207cfb014" providerId="LiveId" clId="{18923CA4-2A1E-4285-81FF-2717E4C88808}" dt="2024-10-29T18:40:57.642" v="126" actId="26606"/>
          <ac:spMkLst>
            <pc:docMk/>
            <pc:sldMk cId="3232265757" sldId="566"/>
            <ac:spMk id="3" creationId="{93F2F1C4-4D92-62FD-ADB2-F811DCCDC67B}"/>
          </ac:spMkLst>
        </pc:spChg>
        <pc:spChg chg="add">
          <ac:chgData name="Alberto Ruiz" userId="47fa91d207cfb014" providerId="LiveId" clId="{18923CA4-2A1E-4285-81FF-2717E4C88808}" dt="2024-10-29T18:40:57.642" v="126" actId="26606"/>
          <ac:spMkLst>
            <pc:docMk/>
            <pc:sldMk cId="3232265757" sldId="566"/>
            <ac:spMk id="9" creationId="{45D37F4E-DDB4-456B-97E0-9937730A039F}"/>
          </ac:spMkLst>
        </pc:spChg>
        <pc:spChg chg="add">
          <ac:chgData name="Alberto Ruiz" userId="47fa91d207cfb014" providerId="LiveId" clId="{18923CA4-2A1E-4285-81FF-2717E4C88808}" dt="2024-10-29T18:40:57.642" v="126" actId="26606"/>
          <ac:spMkLst>
            <pc:docMk/>
            <pc:sldMk cId="3232265757" sldId="566"/>
            <ac:spMk id="11" creationId="{B2DD41CD-8F47-4F56-AD12-4E2FF7696987}"/>
          </ac:spMkLst>
        </pc:spChg>
        <pc:picChg chg="mod">
          <ac:chgData name="Alberto Ruiz" userId="47fa91d207cfb014" providerId="LiveId" clId="{18923CA4-2A1E-4285-81FF-2717E4C88808}" dt="2024-10-29T18:40:57.642" v="126" actId="26606"/>
          <ac:picMkLst>
            <pc:docMk/>
            <pc:sldMk cId="3232265757" sldId="566"/>
            <ac:picMk id="4" creationId="{65CD8972-D992-B11F-7AC6-AAC8807A4780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39:39.064" v="112" actId="26606"/>
        <pc:sldMkLst>
          <pc:docMk/>
          <pc:sldMk cId="341105690" sldId="567"/>
        </pc:sldMkLst>
        <pc:spChg chg="mod">
          <ac:chgData name="Alberto Ruiz" userId="47fa91d207cfb014" providerId="LiveId" clId="{18923CA4-2A1E-4285-81FF-2717E4C88808}" dt="2024-10-29T18:39:39.064" v="112" actId="26606"/>
          <ac:spMkLst>
            <pc:docMk/>
            <pc:sldMk cId="341105690" sldId="567"/>
            <ac:spMk id="2" creationId="{31FD5F52-42DF-DE4B-D0D5-6BFBE2E31E5F}"/>
          </ac:spMkLst>
        </pc:spChg>
        <pc:spChg chg="mod">
          <ac:chgData name="Alberto Ruiz" userId="47fa91d207cfb014" providerId="LiveId" clId="{18923CA4-2A1E-4285-81FF-2717E4C88808}" dt="2024-10-29T18:39:39.064" v="112" actId="26606"/>
          <ac:spMkLst>
            <pc:docMk/>
            <pc:sldMk cId="341105690" sldId="567"/>
            <ac:spMk id="3" creationId="{E905A6D8-D013-98AE-5633-ABD3883E3A68}"/>
          </ac:spMkLst>
        </pc:spChg>
        <pc:spChg chg="add">
          <ac:chgData name="Alberto Ruiz" userId="47fa91d207cfb014" providerId="LiveId" clId="{18923CA4-2A1E-4285-81FF-2717E4C88808}" dt="2024-10-29T18:39:39.064" v="112" actId="26606"/>
          <ac:spMkLst>
            <pc:docMk/>
            <pc:sldMk cId="341105690" sldId="567"/>
            <ac:spMk id="10" creationId="{394842B0-684D-44CC-B4BC-D13331CFD290}"/>
          </ac:spMkLst>
        </pc:spChg>
        <pc:spChg chg="add">
          <ac:chgData name="Alberto Ruiz" userId="47fa91d207cfb014" providerId="LiveId" clId="{18923CA4-2A1E-4285-81FF-2717E4C88808}" dt="2024-10-29T18:39:39.064" v="112" actId="26606"/>
          <ac:spMkLst>
            <pc:docMk/>
            <pc:sldMk cId="341105690" sldId="567"/>
            <ac:spMk id="12" creationId="{4C2A3DC3-F495-4B99-9FF3-3FB30D63235E}"/>
          </ac:spMkLst>
        </pc:spChg>
        <pc:picChg chg="mod">
          <ac:chgData name="Alberto Ruiz" userId="47fa91d207cfb014" providerId="LiveId" clId="{18923CA4-2A1E-4285-81FF-2717E4C88808}" dt="2024-10-29T18:39:39.064" v="112" actId="26606"/>
          <ac:picMkLst>
            <pc:docMk/>
            <pc:sldMk cId="341105690" sldId="567"/>
            <ac:picMk id="4" creationId="{D1842663-C60C-D5D8-C376-C2072A5F1DD0}"/>
          </ac:picMkLst>
        </pc:picChg>
        <pc:picChg chg="mod">
          <ac:chgData name="Alberto Ruiz" userId="47fa91d207cfb014" providerId="LiveId" clId="{18923CA4-2A1E-4285-81FF-2717E4C88808}" dt="2024-10-29T18:39:39.064" v="112" actId="26606"/>
          <ac:picMkLst>
            <pc:docMk/>
            <pc:sldMk cId="341105690" sldId="567"/>
            <ac:picMk id="5" creationId="{493CA6B6-4345-DCF4-10F9-6D101E70D73B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39:35.540" v="111" actId="403"/>
        <pc:sldMkLst>
          <pc:docMk/>
          <pc:sldMk cId="307766856" sldId="568"/>
        </pc:sldMkLst>
        <pc:spChg chg="mod">
          <ac:chgData name="Alberto Ruiz" userId="47fa91d207cfb014" providerId="LiveId" clId="{18923CA4-2A1E-4285-81FF-2717E4C88808}" dt="2024-10-29T18:39:28.250" v="107" actId="26606"/>
          <ac:spMkLst>
            <pc:docMk/>
            <pc:sldMk cId="307766856" sldId="568"/>
            <ac:spMk id="2" creationId="{63679B04-1E8F-9018-D468-5AE2F07A3311}"/>
          </ac:spMkLst>
        </pc:spChg>
        <pc:spChg chg="mod">
          <ac:chgData name="Alberto Ruiz" userId="47fa91d207cfb014" providerId="LiveId" clId="{18923CA4-2A1E-4285-81FF-2717E4C88808}" dt="2024-10-29T18:39:35.540" v="111" actId="403"/>
          <ac:spMkLst>
            <pc:docMk/>
            <pc:sldMk cId="307766856" sldId="568"/>
            <ac:spMk id="3" creationId="{2A0A75AB-8713-4622-F7A8-790BDD17D369}"/>
          </ac:spMkLst>
        </pc:spChg>
        <pc:spChg chg="add">
          <ac:chgData name="Alberto Ruiz" userId="47fa91d207cfb014" providerId="LiveId" clId="{18923CA4-2A1E-4285-81FF-2717E4C88808}" dt="2024-10-29T18:39:28.250" v="107" actId="26606"/>
          <ac:spMkLst>
            <pc:docMk/>
            <pc:sldMk cId="307766856" sldId="568"/>
            <ac:spMk id="10" creationId="{D2B783EE-0239-4717-BBEA-8C9EAC61C824}"/>
          </ac:spMkLst>
        </pc:spChg>
        <pc:spChg chg="add">
          <ac:chgData name="Alberto Ruiz" userId="47fa91d207cfb014" providerId="LiveId" clId="{18923CA4-2A1E-4285-81FF-2717E4C88808}" dt="2024-10-29T18:39:28.250" v="107" actId="26606"/>
          <ac:spMkLst>
            <pc:docMk/>
            <pc:sldMk cId="307766856" sldId="568"/>
            <ac:spMk id="12" creationId="{A7B99495-F43F-4D80-A44F-2CB4764EB90B}"/>
          </ac:spMkLst>
        </pc:spChg>
        <pc:spChg chg="add">
          <ac:chgData name="Alberto Ruiz" userId="47fa91d207cfb014" providerId="LiveId" clId="{18923CA4-2A1E-4285-81FF-2717E4C88808}" dt="2024-10-29T18:39:28.250" v="107" actId="26606"/>
          <ac:spMkLst>
            <pc:docMk/>
            <pc:sldMk cId="307766856" sldId="568"/>
            <ac:spMk id="14" creationId="{70BEB1E7-2F88-40BC-B73D-42E5B6F80BFC}"/>
          </ac:spMkLst>
        </pc:spChg>
        <pc:picChg chg="mod">
          <ac:chgData name="Alberto Ruiz" userId="47fa91d207cfb014" providerId="LiveId" clId="{18923CA4-2A1E-4285-81FF-2717E4C88808}" dt="2024-10-29T18:39:28.250" v="107" actId="26606"/>
          <ac:picMkLst>
            <pc:docMk/>
            <pc:sldMk cId="307766856" sldId="568"/>
            <ac:picMk id="4" creationId="{E9BD00CC-A6D9-0512-18F7-00F19B58E4A1}"/>
          </ac:picMkLst>
        </pc:picChg>
        <pc:picChg chg="mod">
          <ac:chgData name="Alberto Ruiz" userId="47fa91d207cfb014" providerId="LiveId" clId="{18923CA4-2A1E-4285-81FF-2717E4C88808}" dt="2024-10-29T18:39:28.250" v="107" actId="26606"/>
          <ac:picMkLst>
            <pc:docMk/>
            <pc:sldMk cId="307766856" sldId="568"/>
            <ac:picMk id="5" creationId="{A0CDB486-0AC2-775F-2A9E-F72731428FB0}"/>
          </ac:picMkLst>
        </pc:picChg>
      </pc:sldChg>
      <pc:sldChg chg="addSp delSp modSp mod">
        <pc:chgData name="Alberto Ruiz" userId="47fa91d207cfb014" providerId="LiveId" clId="{18923CA4-2A1E-4285-81FF-2717E4C88808}" dt="2024-10-29T18:50:20.215" v="272" actId="20577"/>
        <pc:sldMkLst>
          <pc:docMk/>
          <pc:sldMk cId="533214260" sldId="569"/>
        </pc:sldMkLst>
        <pc:spChg chg="del mod">
          <ac:chgData name="Alberto Ruiz" userId="47fa91d207cfb014" providerId="LiveId" clId="{18923CA4-2A1E-4285-81FF-2717E4C88808}" dt="2024-10-29T18:38:43.260" v="103" actId="26606"/>
          <ac:spMkLst>
            <pc:docMk/>
            <pc:sldMk cId="533214260" sldId="569"/>
            <ac:spMk id="2" creationId="{428D6CBF-0BFE-EBEC-9261-B66792E91C86}"/>
          </ac:spMkLst>
        </pc:spChg>
        <pc:graphicFrameChg chg="add mod">
          <ac:chgData name="Alberto Ruiz" userId="47fa91d207cfb014" providerId="LiveId" clId="{18923CA4-2A1E-4285-81FF-2717E4C88808}" dt="2024-10-29T18:50:20.215" v="272" actId="20577"/>
          <ac:graphicFrameMkLst>
            <pc:docMk/>
            <pc:sldMk cId="533214260" sldId="569"/>
            <ac:graphicFrameMk id="5" creationId="{FEB75D8E-FAA1-DABD-8BA0-2960A9020B6E}"/>
          </ac:graphicFrameMkLst>
        </pc:graphicFrameChg>
        <pc:picChg chg="mod ord">
          <ac:chgData name="Alberto Ruiz" userId="47fa91d207cfb014" providerId="LiveId" clId="{18923CA4-2A1E-4285-81FF-2717E4C88808}" dt="2024-10-29T18:37:42.300" v="97" actId="167"/>
          <ac:picMkLst>
            <pc:docMk/>
            <pc:sldMk cId="533214260" sldId="569"/>
            <ac:picMk id="3" creationId="{08C1A82D-FB68-FB6A-5677-3E23660D15C7}"/>
          </ac:picMkLst>
        </pc:picChg>
      </pc:sldChg>
      <pc:sldChg chg="addSp delSp modSp mod setBg setFolMasterObjs">
        <pc:chgData name="Alberto Ruiz" userId="47fa91d207cfb014" providerId="LiveId" clId="{18923CA4-2A1E-4285-81FF-2717E4C88808}" dt="2024-10-29T18:52:18.890" v="293" actId="26606"/>
        <pc:sldMkLst>
          <pc:docMk/>
          <pc:sldMk cId="1523495115" sldId="570"/>
        </pc:sldMkLst>
        <pc:spChg chg="mod">
          <ac:chgData name="Alberto Ruiz" userId="47fa91d207cfb014" providerId="LiveId" clId="{18923CA4-2A1E-4285-81FF-2717E4C88808}" dt="2024-10-29T18:52:18.890" v="293" actId="26606"/>
          <ac:spMkLst>
            <pc:docMk/>
            <pc:sldMk cId="1523495115" sldId="570"/>
            <ac:spMk id="3" creationId="{F753E759-6EDE-24A3-8D5F-EE1ADDECE1AE}"/>
          </ac:spMkLst>
        </pc:spChg>
        <pc:spChg chg="add">
          <ac:chgData name="Alberto Ruiz" userId="47fa91d207cfb014" providerId="LiveId" clId="{18923CA4-2A1E-4285-81FF-2717E4C88808}" dt="2024-10-29T18:52:18.890" v="293" actId="26606"/>
          <ac:spMkLst>
            <pc:docMk/>
            <pc:sldMk cId="1523495115" sldId="570"/>
            <ac:spMk id="9" creationId="{EF666E30-6F0A-449A-BEC2-DF59127354DF}"/>
          </ac:spMkLst>
        </pc:spChg>
        <pc:spChg chg="add">
          <ac:chgData name="Alberto Ruiz" userId="47fa91d207cfb014" providerId="LiveId" clId="{18923CA4-2A1E-4285-81FF-2717E4C88808}" dt="2024-10-29T18:52:18.890" v="293" actId="26606"/>
          <ac:spMkLst>
            <pc:docMk/>
            <pc:sldMk cId="1523495115" sldId="570"/>
            <ac:spMk id="11" creationId="{CE3C5560-7A9C-489F-9148-18C5E1D0F0B2}"/>
          </ac:spMkLst>
        </pc:spChg>
        <pc:spChg chg="add">
          <ac:chgData name="Alberto Ruiz" userId="47fa91d207cfb014" providerId="LiveId" clId="{18923CA4-2A1E-4285-81FF-2717E4C88808}" dt="2024-10-29T18:52:18.890" v="293" actId="26606"/>
          <ac:spMkLst>
            <pc:docMk/>
            <pc:sldMk cId="1523495115" sldId="570"/>
            <ac:spMk id="13" creationId="{C5CB530E-515E-412C-9DF1-5F8FFBD6F383}"/>
          </ac:spMkLst>
        </pc:spChg>
        <pc:spChg chg="add">
          <ac:chgData name="Alberto Ruiz" userId="47fa91d207cfb014" providerId="LiveId" clId="{18923CA4-2A1E-4285-81FF-2717E4C88808}" dt="2024-10-29T18:52:18.890" v="293" actId="26606"/>
          <ac:spMkLst>
            <pc:docMk/>
            <pc:sldMk cId="1523495115" sldId="570"/>
            <ac:spMk id="15" creationId="{712D4376-A578-4FF1-94FC-245E7A6A489F}"/>
          </ac:spMkLst>
        </pc:spChg>
        <pc:spChg chg="add">
          <ac:chgData name="Alberto Ruiz" userId="47fa91d207cfb014" providerId="LiveId" clId="{18923CA4-2A1E-4285-81FF-2717E4C88808}" dt="2024-10-29T18:52:18.890" v="293" actId="26606"/>
          <ac:spMkLst>
            <pc:docMk/>
            <pc:sldMk cId="1523495115" sldId="570"/>
            <ac:spMk id="17" creationId="{AEA7509D-F04F-40CB-A0B3-EEF16499CC9F}"/>
          </ac:spMkLst>
        </pc:spChg>
        <pc:picChg chg="mod ord">
          <ac:chgData name="Alberto Ruiz" userId="47fa91d207cfb014" providerId="LiveId" clId="{18923CA4-2A1E-4285-81FF-2717E4C88808}" dt="2024-10-29T18:52:18.890" v="293" actId="26606"/>
          <ac:picMkLst>
            <pc:docMk/>
            <pc:sldMk cId="1523495115" sldId="570"/>
            <ac:picMk id="4" creationId="{27E304D8-744E-DE01-701F-744B4619D523}"/>
          </ac:picMkLst>
        </pc:picChg>
        <pc:picChg chg="del">
          <ac:chgData name="Alberto Ruiz" userId="47fa91d207cfb014" providerId="LiveId" clId="{18923CA4-2A1E-4285-81FF-2717E4C88808}" dt="2024-10-29T18:36:33.951" v="57" actId="478"/>
          <ac:picMkLst>
            <pc:docMk/>
            <pc:sldMk cId="1523495115" sldId="570"/>
            <ac:picMk id="6" creationId="{DF6CF5EE-79F9-A1B3-880F-61A2704A189C}"/>
          </ac:picMkLst>
        </pc:picChg>
        <pc:cxnChg chg="add">
          <ac:chgData name="Alberto Ruiz" userId="47fa91d207cfb014" providerId="LiveId" clId="{18923CA4-2A1E-4285-81FF-2717E4C88808}" dt="2024-10-29T18:52:18.890" v="293" actId="26606"/>
          <ac:cxnSpMkLst>
            <pc:docMk/>
            <pc:sldMk cId="1523495115" sldId="570"/>
            <ac:cxnSpMk id="19" creationId="{56020367-4FD5-4596-8E10-C5F095CD8DBF}"/>
          </ac:cxnSpMkLst>
        </pc:cxnChg>
      </pc:sldChg>
      <pc:sldChg chg="addSp delSp modSp mod setBg setFolMasterObjs">
        <pc:chgData name="Alberto Ruiz" userId="47fa91d207cfb014" providerId="LiveId" clId="{18923CA4-2A1E-4285-81FF-2717E4C88808}" dt="2024-10-29T18:52:06.962" v="292" actId="26606"/>
        <pc:sldMkLst>
          <pc:docMk/>
          <pc:sldMk cId="3302339970" sldId="571"/>
        </pc:sldMkLst>
        <pc:spChg chg="mod">
          <ac:chgData name="Alberto Ruiz" userId="47fa91d207cfb014" providerId="LiveId" clId="{18923CA4-2A1E-4285-81FF-2717E4C88808}" dt="2024-10-29T18:52:06.962" v="292" actId="26606"/>
          <ac:spMkLst>
            <pc:docMk/>
            <pc:sldMk cId="3302339970" sldId="571"/>
            <ac:spMk id="3" creationId="{F753E759-6EDE-24A3-8D5F-EE1ADDECE1AE}"/>
          </ac:spMkLst>
        </pc:spChg>
        <pc:spChg chg="add del">
          <ac:chgData name="Alberto Ruiz" userId="47fa91d207cfb014" providerId="LiveId" clId="{18923CA4-2A1E-4285-81FF-2717E4C88808}" dt="2024-10-29T18:52:06.962" v="292" actId="26606"/>
          <ac:spMkLst>
            <pc:docMk/>
            <pc:sldMk cId="3302339970" sldId="571"/>
            <ac:spMk id="9" creationId="{665DBBEF-238B-476B-96AB-8AAC3224ECEA}"/>
          </ac:spMkLst>
        </pc:spChg>
        <pc:spChg chg="add del">
          <ac:chgData name="Alberto Ruiz" userId="47fa91d207cfb014" providerId="LiveId" clId="{18923CA4-2A1E-4285-81FF-2717E4C88808}" dt="2024-10-29T18:52:06.962" v="292" actId="26606"/>
          <ac:spMkLst>
            <pc:docMk/>
            <pc:sldMk cId="3302339970" sldId="571"/>
            <ac:spMk id="11" creationId="{3FCFB1DE-0B7E-48CC-BA90-B2AB0889F9D6}"/>
          </ac:spMkLst>
        </pc:spChg>
        <pc:spChg chg="add">
          <ac:chgData name="Alberto Ruiz" userId="47fa91d207cfb014" providerId="LiveId" clId="{18923CA4-2A1E-4285-81FF-2717E4C88808}" dt="2024-10-29T18:52:06.962" v="292" actId="26606"/>
          <ac:spMkLst>
            <pc:docMk/>
            <pc:sldMk cId="3302339970" sldId="571"/>
            <ac:spMk id="16" creationId="{EF666E30-6F0A-449A-BEC2-DF59127354DF}"/>
          </ac:spMkLst>
        </pc:spChg>
        <pc:spChg chg="add">
          <ac:chgData name="Alberto Ruiz" userId="47fa91d207cfb014" providerId="LiveId" clId="{18923CA4-2A1E-4285-81FF-2717E4C88808}" dt="2024-10-29T18:52:06.962" v="292" actId="26606"/>
          <ac:spMkLst>
            <pc:docMk/>
            <pc:sldMk cId="3302339970" sldId="571"/>
            <ac:spMk id="18" creationId="{CE3C5560-7A9C-489F-9148-18C5E1D0F0B2}"/>
          </ac:spMkLst>
        </pc:spChg>
        <pc:spChg chg="add">
          <ac:chgData name="Alberto Ruiz" userId="47fa91d207cfb014" providerId="LiveId" clId="{18923CA4-2A1E-4285-81FF-2717E4C88808}" dt="2024-10-29T18:52:06.962" v="292" actId="26606"/>
          <ac:spMkLst>
            <pc:docMk/>
            <pc:sldMk cId="3302339970" sldId="571"/>
            <ac:spMk id="20" creationId="{C5CB530E-515E-412C-9DF1-5F8FFBD6F383}"/>
          </ac:spMkLst>
        </pc:spChg>
        <pc:spChg chg="add">
          <ac:chgData name="Alberto Ruiz" userId="47fa91d207cfb014" providerId="LiveId" clId="{18923CA4-2A1E-4285-81FF-2717E4C88808}" dt="2024-10-29T18:52:06.962" v="292" actId="26606"/>
          <ac:spMkLst>
            <pc:docMk/>
            <pc:sldMk cId="3302339970" sldId="571"/>
            <ac:spMk id="22" creationId="{712D4376-A578-4FF1-94FC-245E7A6A489F}"/>
          </ac:spMkLst>
        </pc:spChg>
        <pc:spChg chg="add">
          <ac:chgData name="Alberto Ruiz" userId="47fa91d207cfb014" providerId="LiveId" clId="{18923CA4-2A1E-4285-81FF-2717E4C88808}" dt="2024-10-29T18:52:06.962" v="292" actId="26606"/>
          <ac:spMkLst>
            <pc:docMk/>
            <pc:sldMk cId="3302339970" sldId="571"/>
            <ac:spMk id="24" creationId="{AEA7509D-F04F-40CB-A0B3-EEF16499CC9F}"/>
          </ac:spMkLst>
        </pc:spChg>
        <pc:picChg chg="mod ord">
          <ac:chgData name="Alberto Ruiz" userId="47fa91d207cfb014" providerId="LiveId" clId="{18923CA4-2A1E-4285-81FF-2717E4C88808}" dt="2024-10-29T18:52:06.962" v="292" actId="26606"/>
          <ac:picMkLst>
            <pc:docMk/>
            <pc:sldMk cId="3302339970" sldId="571"/>
            <ac:picMk id="4" creationId="{27E304D8-744E-DE01-701F-744B4619D523}"/>
          </ac:picMkLst>
        </pc:picChg>
        <pc:picChg chg="del">
          <ac:chgData name="Alberto Ruiz" userId="47fa91d207cfb014" providerId="LiveId" clId="{18923CA4-2A1E-4285-81FF-2717E4C88808}" dt="2024-10-29T18:37:19.783" v="95" actId="478"/>
          <ac:picMkLst>
            <pc:docMk/>
            <pc:sldMk cId="3302339970" sldId="571"/>
            <ac:picMk id="6" creationId="{DF6CF5EE-79F9-A1B3-880F-61A2704A189C}"/>
          </ac:picMkLst>
        </pc:picChg>
        <pc:cxnChg chg="add">
          <ac:chgData name="Alberto Ruiz" userId="47fa91d207cfb014" providerId="LiveId" clId="{18923CA4-2A1E-4285-81FF-2717E4C88808}" dt="2024-10-29T18:52:06.962" v="292" actId="26606"/>
          <ac:cxnSpMkLst>
            <pc:docMk/>
            <pc:sldMk cId="3302339970" sldId="571"/>
            <ac:cxnSpMk id="26" creationId="{56020367-4FD5-4596-8E10-C5F095CD8DBF}"/>
          </ac:cxnSpMkLst>
        </pc:cxnChg>
      </pc:sldChg>
      <pc:sldChg chg="addSp delSp modSp mod setBg setFolMasterObjs">
        <pc:chgData name="Alberto Ruiz" userId="47fa91d207cfb014" providerId="LiveId" clId="{18923CA4-2A1E-4285-81FF-2717E4C88808}" dt="2024-10-29T18:52:51.140" v="294" actId="26606"/>
        <pc:sldMkLst>
          <pc:docMk/>
          <pc:sldMk cId="2054898929" sldId="572"/>
        </pc:sldMkLst>
        <pc:spChg chg="mod">
          <ac:chgData name="Alberto Ruiz" userId="47fa91d207cfb014" providerId="LiveId" clId="{18923CA4-2A1E-4285-81FF-2717E4C88808}" dt="2024-10-29T18:52:51.140" v="294" actId="26606"/>
          <ac:spMkLst>
            <pc:docMk/>
            <pc:sldMk cId="2054898929" sldId="572"/>
            <ac:spMk id="3" creationId="{F753E759-6EDE-24A3-8D5F-EE1ADDECE1AE}"/>
          </ac:spMkLst>
        </pc:spChg>
        <pc:spChg chg="add">
          <ac:chgData name="Alberto Ruiz" userId="47fa91d207cfb014" providerId="LiveId" clId="{18923CA4-2A1E-4285-81FF-2717E4C88808}" dt="2024-10-29T18:52:51.140" v="294" actId="26606"/>
          <ac:spMkLst>
            <pc:docMk/>
            <pc:sldMk cId="2054898929" sldId="572"/>
            <ac:spMk id="9" creationId="{EF666E30-6F0A-449A-BEC2-DF59127354DF}"/>
          </ac:spMkLst>
        </pc:spChg>
        <pc:spChg chg="add">
          <ac:chgData name="Alberto Ruiz" userId="47fa91d207cfb014" providerId="LiveId" clId="{18923CA4-2A1E-4285-81FF-2717E4C88808}" dt="2024-10-29T18:52:51.140" v="294" actId="26606"/>
          <ac:spMkLst>
            <pc:docMk/>
            <pc:sldMk cId="2054898929" sldId="572"/>
            <ac:spMk id="11" creationId="{CE3C5560-7A9C-489F-9148-18C5E1D0F0B2}"/>
          </ac:spMkLst>
        </pc:spChg>
        <pc:spChg chg="add">
          <ac:chgData name="Alberto Ruiz" userId="47fa91d207cfb014" providerId="LiveId" clId="{18923CA4-2A1E-4285-81FF-2717E4C88808}" dt="2024-10-29T18:52:51.140" v="294" actId="26606"/>
          <ac:spMkLst>
            <pc:docMk/>
            <pc:sldMk cId="2054898929" sldId="572"/>
            <ac:spMk id="13" creationId="{C5CB530E-515E-412C-9DF1-5F8FFBD6F383}"/>
          </ac:spMkLst>
        </pc:spChg>
        <pc:spChg chg="add">
          <ac:chgData name="Alberto Ruiz" userId="47fa91d207cfb014" providerId="LiveId" clId="{18923CA4-2A1E-4285-81FF-2717E4C88808}" dt="2024-10-29T18:52:51.140" v="294" actId="26606"/>
          <ac:spMkLst>
            <pc:docMk/>
            <pc:sldMk cId="2054898929" sldId="572"/>
            <ac:spMk id="15" creationId="{712D4376-A578-4FF1-94FC-245E7A6A489F}"/>
          </ac:spMkLst>
        </pc:spChg>
        <pc:spChg chg="add">
          <ac:chgData name="Alberto Ruiz" userId="47fa91d207cfb014" providerId="LiveId" clId="{18923CA4-2A1E-4285-81FF-2717E4C88808}" dt="2024-10-29T18:52:51.140" v="294" actId="26606"/>
          <ac:spMkLst>
            <pc:docMk/>
            <pc:sldMk cId="2054898929" sldId="572"/>
            <ac:spMk id="17" creationId="{AEA7509D-F04F-40CB-A0B3-EEF16499CC9F}"/>
          </ac:spMkLst>
        </pc:spChg>
        <pc:picChg chg="mod">
          <ac:chgData name="Alberto Ruiz" userId="47fa91d207cfb014" providerId="LiveId" clId="{18923CA4-2A1E-4285-81FF-2717E4C88808}" dt="2024-10-29T18:52:51.140" v="294" actId="26606"/>
          <ac:picMkLst>
            <pc:docMk/>
            <pc:sldMk cId="2054898929" sldId="572"/>
            <ac:picMk id="4" creationId="{27E304D8-744E-DE01-701F-744B4619D523}"/>
          </ac:picMkLst>
        </pc:picChg>
        <pc:picChg chg="del">
          <ac:chgData name="Alberto Ruiz" userId="47fa91d207cfb014" providerId="LiveId" clId="{18923CA4-2A1E-4285-81FF-2717E4C88808}" dt="2024-10-29T18:37:02.071" v="94" actId="478"/>
          <ac:picMkLst>
            <pc:docMk/>
            <pc:sldMk cId="2054898929" sldId="572"/>
            <ac:picMk id="6" creationId="{DF6CF5EE-79F9-A1B3-880F-61A2704A189C}"/>
          </ac:picMkLst>
        </pc:picChg>
        <pc:cxnChg chg="add">
          <ac:chgData name="Alberto Ruiz" userId="47fa91d207cfb014" providerId="LiveId" clId="{18923CA4-2A1E-4285-81FF-2717E4C88808}" dt="2024-10-29T18:52:51.140" v="294" actId="26606"/>
          <ac:cxnSpMkLst>
            <pc:docMk/>
            <pc:sldMk cId="2054898929" sldId="572"/>
            <ac:cxnSpMk id="19" creationId="{56020367-4FD5-4596-8E10-C5F095CD8DBF}"/>
          </ac:cxnSpMkLst>
        </pc:cxnChg>
      </pc:sldChg>
      <pc:sldChg chg="addSp modSp mod setBg setFolMasterObjs">
        <pc:chgData name="Alberto Ruiz" userId="47fa91d207cfb014" providerId="LiveId" clId="{18923CA4-2A1E-4285-81FF-2717E4C88808}" dt="2024-10-29T18:41:36.126" v="136" actId="27636"/>
        <pc:sldMkLst>
          <pc:docMk/>
          <pc:sldMk cId="345934498" sldId="573"/>
        </pc:sldMkLst>
        <pc:spChg chg="mod">
          <ac:chgData name="Alberto Ruiz" userId="47fa91d207cfb014" providerId="LiveId" clId="{18923CA4-2A1E-4285-81FF-2717E4C88808}" dt="2024-10-29T18:41:31.313" v="132" actId="26606"/>
          <ac:spMkLst>
            <pc:docMk/>
            <pc:sldMk cId="345934498" sldId="573"/>
            <ac:spMk id="2" creationId="{75DBB797-C1A3-D5C0-8897-99EDDDBEF68D}"/>
          </ac:spMkLst>
        </pc:spChg>
        <pc:spChg chg="mod">
          <ac:chgData name="Alberto Ruiz" userId="47fa91d207cfb014" providerId="LiveId" clId="{18923CA4-2A1E-4285-81FF-2717E4C88808}" dt="2024-10-29T18:41:36.126" v="136" actId="27636"/>
          <ac:spMkLst>
            <pc:docMk/>
            <pc:sldMk cId="345934498" sldId="573"/>
            <ac:spMk id="3" creationId="{E7438B4D-D74F-D73B-1A99-AEB3459E9977}"/>
          </ac:spMkLst>
        </pc:spChg>
        <pc:spChg chg="add">
          <ac:chgData name="Alberto Ruiz" userId="47fa91d207cfb014" providerId="LiveId" clId="{18923CA4-2A1E-4285-81FF-2717E4C88808}" dt="2024-10-29T18:41:31.313" v="132" actId="26606"/>
          <ac:spMkLst>
            <pc:docMk/>
            <pc:sldMk cId="345934498" sldId="573"/>
            <ac:spMk id="11" creationId="{352BEC0E-22F8-46D0-9632-375DB541B06C}"/>
          </ac:spMkLst>
        </pc:spChg>
        <pc:spChg chg="add">
          <ac:chgData name="Alberto Ruiz" userId="47fa91d207cfb014" providerId="LiveId" clId="{18923CA4-2A1E-4285-81FF-2717E4C88808}" dt="2024-10-29T18:41:31.313" v="132" actId="26606"/>
          <ac:spMkLst>
            <pc:docMk/>
            <pc:sldMk cId="345934498" sldId="573"/>
            <ac:spMk id="13" creationId="{3FCFB1DE-0B7E-48CC-BA90-B2AB0889F9D6}"/>
          </ac:spMkLst>
        </pc:spChg>
        <pc:picChg chg="mod ord">
          <ac:chgData name="Alberto Ruiz" userId="47fa91d207cfb014" providerId="LiveId" clId="{18923CA4-2A1E-4285-81FF-2717E4C88808}" dt="2024-10-29T18:41:31.313" v="132" actId="26606"/>
          <ac:picMkLst>
            <pc:docMk/>
            <pc:sldMk cId="345934498" sldId="573"/>
            <ac:picMk id="5" creationId="{3B7BBE4E-D482-6B96-E3EF-69B30EB48817}"/>
          </ac:picMkLst>
        </pc:picChg>
        <pc:picChg chg="mod">
          <ac:chgData name="Alberto Ruiz" userId="47fa91d207cfb014" providerId="LiveId" clId="{18923CA4-2A1E-4285-81FF-2717E4C88808}" dt="2024-10-29T18:41:31.313" v="132" actId="26606"/>
          <ac:picMkLst>
            <pc:docMk/>
            <pc:sldMk cId="345934498" sldId="573"/>
            <ac:picMk id="6" creationId="{CBDA63E0-E435-F587-0C69-2BD50736D54D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41:44.055" v="139" actId="403"/>
        <pc:sldMkLst>
          <pc:docMk/>
          <pc:sldMk cId="3564113682" sldId="574"/>
        </pc:sldMkLst>
        <pc:spChg chg="mod">
          <ac:chgData name="Alberto Ruiz" userId="47fa91d207cfb014" providerId="LiveId" clId="{18923CA4-2A1E-4285-81FF-2717E4C88808}" dt="2024-10-29T18:41:39.376" v="137" actId="26606"/>
          <ac:spMkLst>
            <pc:docMk/>
            <pc:sldMk cId="3564113682" sldId="574"/>
            <ac:spMk id="2" creationId="{4F07D643-CBCC-E675-D01B-2D360684976F}"/>
          </ac:spMkLst>
        </pc:spChg>
        <pc:spChg chg="mod">
          <ac:chgData name="Alberto Ruiz" userId="47fa91d207cfb014" providerId="LiveId" clId="{18923CA4-2A1E-4285-81FF-2717E4C88808}" dt="2024-10-29T18:41:44.055" v="139" actId="403"/>
          <ac:spMkLst>
            <pc:docMk/>
            <pc:sldMk cId="3564113682" sldId="574"/>
            <ac:spMk id="3" creationId="{77F19251-E5AB-A4C0-140C-9ABD9A60F21B}"/>
          </ac:spMkLst>
        </pc:spChg>
        <pc:spChg chg="add">
          <ac:chgData name="Alberto Ruiz" userId="47fa91d207cfb014" providerId="LiveId" clId="{18923CA4-2A1E-4285-81FF-2717E4C88808}" dt="2024-10-29T18:41:39.376" v="137" actId="26606"/>
          <ac:spMkLst>
            <pc:docMk/>
            <pc:sldMk cId="3564113682" sldId="574"/>
            <ac:spMk id="11" creationId="{352BEC0E-22F8-46D0-9632-375DB541B06C}"/>
          </ac:spMkLst>
        </pc:spChg>
        <pc:spChg chg="add">
          <ac:chgData name="Alberto Ruiz" userId="47fa91d207cfb014" providerId="LiveId" clId="{18923CA4-2A1E-4285-81FF-2717E4C88808}" dt="2024-10-29T18:41:39.376" v="137" actId="26606"/>
          <ac:spMkLst>
            <pc:docMk/>
            <pc:sldMk cId="3564113682" sldId="574"/>
            <ac:spMk id="13" creationId="{3FCFB1DE-0B7E-48CC-BA90-B2AB0889F9D6}"/>
          </ac:spMkLst>
        </pc:spChg>
        <pc:picChg chg="mod ord">
          <ac:chgData name="Alberto Ruiz" userId="47fa91d207cfb014" providerId="LiveId" clId="{18923CA4-2A1E-4285-81FF-2717E4C88808}" dt="2024-10-29T18:41:39.376" v="137" actId="26606"/>
          <ac:picMkLst>
            <pc:docMk/>
            <pc:sldMk cId="3564113682" sldId="574"/>
            <ac:picMk id="5" creationId="{3272C343-F56A-F58C-E247-A3D4DDF358AF}"/>
          </ac:picMkLst>
        </pc:picChg>
        <pc:picChg chg="mod">
          <ac:chgData name="Alberto Ruiz" userId="47fa91d207cfb014" providerId="LiveId" clId="{18923CA4-2A1E-4285-81FF-2717E4C88808}" dt="2024-10-29T18:41:39.376" v="137" actId="26606"/>
          <ac:picMkLst>
            <pc:docMk/>
            <pc:sldMk cId="3564113682" sldId="574"/>
            <ac:picMk id="6" creationId="{7975E51E-6312-89D5-7A52-4DD7E493EDC7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42:04.211" v="143" actId="26606"/>
        <pc:sldMkLst>
          <pc:docMk/>
          <pc:sldMk cId="2915301925" sldId="576"/>
        </pc:sldMkLst>
        <pc:spChg chg="add mod">
          <ac:chgData name="Alberto Ruiz" userId="47fa91d207cfb014" providerId="LiveId" clId="{18923CA4-2A1E-4285-81FF-2717E4C88808}" dt="2024-10-29T18:42:04.211" v="143" actId="26606"/>
          <ac:spMkLst>
            <pc:docMk/>
            <pc:sldMk cId="2915301925" sldId="576"/>
            <ac:spMk id="2" creationId="{7696EA87-EE9A-9E84-538F-32D48116D5B5}"/>
          </ac:spMkLst>
        </pc:spChg>
        <pc:spChg chg="mod">
          <ac:chgData name="Alberto Ruiz" userId="47fa91d207cfb014" providerId="LiveId" clId="{18923CA4-2A1E-4285-81FF-2717E4C88808}" dt="2024-10-29T18:42:04.211" v="143" actId="26606"/>
          <ac:spMkLst>
            <pc:docMk/>
            <pc:sldMk cId="2915301925" sldId="576"/>
            <ac:spMk id="4" creationId="{5D8F7130-DC2B-2B8A-719B-8F802F487A86}"/>
          </ac:spMkLst>
        </pc:spChg>
        <pc:spChg chg="add">
          <ac:chgData name="Alberto Ruiz" userId="47fa91d207cfb014" providerId="LiveId" clId="{18923CA4-2A1E-4285-81FF-2717E4C88808}" dt="2024-10-29T18:42:04.211" v="143" actId="26606"/>
          <ac:spMkLst>
            <pc:docMk/>
            <pc:sldMk cId="2915301925" sldId="576"/>
            <ac:spMk id="12" creationId="{45D37F4E-DDB4-456B-97E0-9937730A039F}"/>
          </ac:spMkLst>
        </pc:spChg>
        <pc:spChg chg="add">
          <ac:chgData name="Alberto Ruiz" userId="47fa91d207cfb014" providerId="LiveId" clId="{18923CA4-2A1E-4285-81FF-2717E4C88808}" dt="2024-10-29T18:42:04.211" v="143" actId="26606"/>
          <ac:spMkLst>
            <pc:docMk/>
            <pc:sldMk cId="2915301925" sldId="576"/>
            <ac:spMk id="14" creationId="{B2DD41CD-8F47-4F56-AD12-4E2FF7696987}"/>
          </ac:spMkLst>
        </pc:spChg>
        <pc:picChg chg="mod">
          <ac:chgData name="Alberto Ruiz" userId="47fa91d207cfb014" providerId="LiveId" clId="{18923CA4-2A1E-4285-81FF-2717E4C88808}" dt="2024-10-29T18:42:04.211" v="143" actId="26606"/>
          <ac:picMkLst>
            <pc:docMk/>
            <pc:sldMk cId="2915301925" sldId="576"/>
            <ac:picMk id="7" creationId="{36945EC5-83BF-E79A-D1B3-DB4777A269AF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43:44.208" v="160" actId="26606"/>
        <pc:sldMkLst>
          <pc:docMk/>
          <pc:sldMk cId="2227637997" sldId="578"/>
        </pc:sldMkLst>
        <pc:spChg chg="mod">
          <ac:chgData name="Alberto Ruiz" userId="47fa91d207cfb014" providerId="LiveId" clId="{18923CA4-2A1E-4285-81FF-2717E4C88808}" dt="2024-10-29T18:43:44.208" v="160" actId="26606"/>
          <ac:spMkLst>
            <pc:docMk/>
            <pc:sldMk cId="2227637997" sldId="578"/>
            <ac:spMk id="2" creationId="{DDE294E5-0985-9622-64B9-7BFCE89E52E8}"/>
          </ac:spMkLst>
        </pc:spChg>
        <pc:spChg chg="mod">
          <ac:chgData name="Alberto Ruiz" userId="47fa91d207cfb014" providerId="LiveId" clId="{18923CA4-2A1E-4285-81FF-2717E4C88808}" dt="2024-10-29T18:43:44.208" v="160" actId="26606"/>
          <ac:spMkLst>
            <pc:docMk/>
            <pc:sldMk cId="2227637997" sldId="578"/>
            <ac:spMk id="3" creationId="{E0C2A246-77B6-3277-5E4D-30BB4AEA5926}"/>
          </ac:spMkLst>
        </pc:spChg>
        <pc:spChg chg="add">
          <ac:chgData name="Alberto Ruiz" userId="47fa91d207cfb014" providerId="LiveId" clId="{18923CA4-2A1E-4285-81FF-2717E4C88808}" dt="2024-10-29T18:43:44.208" v="160" actId="26606"/>
          <ac:spMkLst>
            <pc:docMk/>
            <pc:sldMk cId="2227637997" sldId="578"/>
            <ac:spMk id="12" creationId="{352BEC0E-22F8-46D0-9632-375DB541B06C}"/>
          </ac:spMkLst>
        </pc:spChg>
        <pc:spChg chg="add">
          <ac:chgData name="Alberto Ruiz" userId="47fa91d207cfb014" providerId="LiveId" clId="{18923CA4-2A1E-4285-81FF-2717E4C88808}" dt="2024-10-29T18:43:44.208" v="160" actId="26606"/>
          <ac:spMkLst>
            <pc:docMk/>
            <pc:sldMk cId="2227637997" sldId="578"/>
            <ac:spMk id="14" creationId="{3FCFB1DE-0B7E-48CC-BA90-B2AB0889F9D6}"/>
          </ac:spMkLst>
        </pc:spChg>
        <pc:picChg chg="mod">
          <ac:chgData name="Alberto Ruiz" userId="47fa91d207cfb014" providerId="LiveId" clId="{18923CA4-2A1E-4285-81FF-2717E4C88808}" dt="2024-10-29T18:43:44.208" v="160" actId="26606"/>
          <ac:picMkLst>
            <pc:docMk/>
            <pc:sldMk cId="2227637997" sldId="578"/>
            <ac:picMk id="4" creationId="{1237C5F8-EFDC-F31F-D6B7-0F1AA13AFD8B}"/>
          </ac:picMkLst>
        </pc:picChg>
        <pc:picChg chg="mod">
          <ac:chgData name="Alberto Ruiz" userId="47fa91d207cfb014" providerId="LiveId" clId="{18923CA4-2A1E-4285-81FF-2717E4C88808}" dt="2024-10-29T18:43:44.208" v="160" actId="26606"/>
          <ac:picMkLst>
            <pc:docMk/>
            <pc:sldMk cId="2227637997" sldId="578"/>
            <ac:picMk id="7" creationId="{9FBC8D52-0AB5-D30F-745D-5F4593CD7249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43:53.169" v="163" actId="26606"/>
        <pc:sldMkLst>
          <pc:docMk/>
          <pc:sldMk cId="129221624" sldId="579"/>
        </pc:sldMkLst>
        <pc:spChg chg="mod">
          <ac:chgData name="Alberto Ruiz" userId="47fa91d207cfb014" providerId="LiveId" clId="{18923CA4-2A1E-4285-81FF-2717E4C88808}" dt="2024-10-29T18:43:53.169" v="163" actId="26606"/>
          <ac:spMkLst>
            <pc:docMk/>
            <pc:sldMk cId="129221624" sldId="579"/>
            <ac:spMk id="2" creationId="{EBC0E012-26C0-09BF-BA2D-D165B96BC147}"/>
          </ac:spMkLst>
        </pc:spChg>
        <pc:spChg chg="mod">
          <ac:chgData name="Alberto Ruiz" userId="47fa91d207cfb014" providerId="LiveId" clId="{18923CA4-2A1E-4285-81FF-2717E4C88808}" dt="2024-10-29T18:43:53.169" v="163" actId="26606"/>
          <ac:spMkLst>
            <pc:docMk/>
            <pc:sldMk cId="129221624" sldId="579"/>
            <ac:spMk id="3" creationId="{D531175F-0216-7420-1EEA-F7BE834854A5}"/>
          </ac:spMkLst>
        </pc:spChg>
        <pc:spChg chg="add">
          <ac:chgData name="Alberto Ruiz" userId="47fa91d207cfb014" providerId="LiveId" clId="{18923CA4-2A1E-4285-81FF-2717E4C88808}" dt="2024-10-29T18:43:53.169" v="163" actId="26606"/>
          <ac:spMkLst>
            <pc:docMk/>
            <pc:sldMk cId="129221624" sldId="579"/>
            <ac:spMk id="9" creationId="{100EDD19-6802-4EC3-95CE-CFFAB042CFD6}"/>
          </ac:spMkLst>
        </pc:spChg>
        <pc:spChg chg="add">
          <ac:chgData name="Alberto Ruiz" userId="47fa91d207cfb014" providerId="LiveId" clId="{18923CA4-2A1E-4285-81FF-2717E4C88808}" dt="2024-10-29T18:43:53.169" v="163" actId="26606"/>
          <ac:spMkLst>
            <pc:docMk/>
            <pc:sldMk cId="129221624" sldId="579"/>
            <ac:spMk id="11" creationId="{DB17E863-922E-4C26-BD64-E8FD41D28661}"/>
          </ac:spMkLst>
        </pc:spChg>
      </pc:sldChg>
      <pc:sldChg chg="addSp modSp mod setBg setFolMasterObjs">
        <pc:chgData name="Alberto Ruiz" userId="47fa91d207cfb014" providerId="LiveId" clId="{18923CA4-2A1E-4285-81FF-2717E4C88808}" dt="2024-10-29T18:43:37.424" v="158" actId="26606"/>
        <pc:sldMkLst>
          <pc:docMk/>
          <pc:sldMk cId="27613757" sldId="581"/>
        </pc:sldMkLst>
        <pc:spChg chg="mod">
          <ac:chgData name="Alberto Ruiz" userId="47fa91d207cfb014" providerId="LiveId" clId="{18923CA4-2A1E-4285-81FF-2717E4C88808}" dt="2024-10-29T18:43:37.424" v="158" actId="26606"/>
          <ac:spMkLst>
            <pc:docMk/>
            <pc:sldMk cId="27613757" sldId="581"/>
            <ac:spMk id="2" creationId="{B4A165A5-88B1-75E0-9C17-09BA0FCF4FB2}"/>
          </ac:spMkLst>
        </pc:spChg>
        <pc:spChg chg="mod">
          <ac:chgData name="Alberto Ruiz" userId="47fa91d207cfb014" providerId="LiveId" clId="{18923CA4-2A1E-4285-81FF-2717E4C88808}" dt="2024-10-29T18:43:37.424" v="158" actId="26606"/>
          <ac:spMkLst>
            <pc:docMk/>
            <pc:sldMk cId="27613757" sldId="581"/>
            <ac:spMk id="3" creationId="{4E176928-664D-43A3-8D86-992D663F05A3}"/>
          </ac:spMkLst>
        </pc:spChg>
        <pc:spChg chg="add">
          <ac:chgData name="Alberto Ruiz" userId="47fa91d207cfb014" providerId="LiveId" clId="{18923CA4-2A1E-4285-81FF-2717E4C88808}" dt="2024-10-29T18:43:37.424" v="158" actId="26606"/>
          <ac:spMkLst>
            <pc:docMk/>
            <pc:sldMk cId="27613757" sldId="581"/>
            <ac:spMk id="9" creationId="{45D37F4E-DDB4-456B-97E0-9937730A039F}"/>
          </ac:spMkLst>
        </pc:spChg>
        <pc:spChg chg="add">
          <ac:chgData name="Alberto Ruiz" userId="47fa91d207cfb014" providerId="LiveId" clId="{18923CA4-2A1E-4285-81FF-2717E4C88808}" dt="2024-10-29T18:43:37.424" v="158" actId="26606"/>
          <ac:spMkLst>
            <pc:docMk/>
            <pc:sldMk cId="27613757" sldId="581"/>
            <ac:spMk id="11" creationId="{B2DD41CD-8F47-4F56-AD12-4E2FF7696987}"/>
          </ac:spMkLst>
        </pc:spChg>
        <pc:picChg chg="mod">
          <ac:chgData name="Alberto Ruiz" userId="47fa91d207cfb014" providerId="LiveId" clId="{18923CA4-2A1E-4285-81FF-2717E4C88808}" dt="2024-10-29T18:43:37.424" v="158" actId="26606"/>
          <ac:picMkLst>
            <pc:docMk/>
            <pc:sldMk cId="27613757" sldId="581"/>
            <ac:picMk id="4" creationId="{E2A6A9D4-29FD-FCF2-9DAE-D3729CA07E13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43:49.705" v="162" actId="26606"/>
        <pc:sldMkLst>
          <pc:docMk/>
          <pc:sldMk cId="2902526706" sldId="582"/>
        </pc:sldMkLst>
        <pc:spChg chg="mod">
          <ac:chgData name="Alberto Ruiz" userId="47fa91d207cfb014" providerId="LiveId" clId="{18923CA4-2A1E-4285-81FF-2717E4C88808}" dt="2024-10-29T18:43:49.705" v="162" actId="26606"/>
          <ac:spMkLst>
            <pc:docMk/>
            <pc:sldMk cId="2902526706" sldId="582"/>
            <ac:spMk id="2" creationId="{DDE294E5-0985-9622-64B9-7BFCE89E52E8}"/>
          </ac:spMkLst>
        </pc:spChg>
        <pc:spChg chg="mod ord">
          <ac:chgData name="Alberto Ruiz" userId="47fa91d207cfb014" providerId="LiveId" clId="{18923CA4-2A1E-4285-81FF-2717E4C88808}" dt="2024-10-29T18:43:49.705" v="162" actId="26606"/>
          <ac:spMkLst>
            <pc:docMk/>
            <pc:sldMk cId="2902526706" sldId="582"/>
            <ac:spMk id="3" creationId="{E0C2A246-77B6-3277-5E4D-30BB4AEA5926}"/>
          </ac:spMkLst>
        </pc:spChg>
        <pc:spChg chg="add">
          <ac:chgData name="Alberto Ruiz" userId="47fa91d207cfb014" providerId="LiveId" clId="{18923CA4-2A1E-4285-81FF-2717E4C88808}" dt="2024-10-29T18:43:49.705" v="162" actId="26606"/>
          <ac:spMkLst>
            <pc:docMk/>
            <pc:sldMk cId="2902526706" sldId="582"/>
            <ac:spMk id="14" creationId="{53B475F8-50AE-46A0-9943-B2B63183D50C}"/>
          </ac:spMkLst>
        </pc:spChg>
        <pc:spChg chg="add">
          <ac:chgData name="Alberto Ruiz" userId="47fa91d207cfb014" providerId="LiveId" clId="{18923CA4-2A1E-4285-81FF-2717E4C88808}" dt="2024-10-29T18:43:49.705" v="162" actId="26606"/>
          <ac:spMkLst>
            <pc:docMk/>
            <pc:sldMk cId="2902526706" sldId="582"/>
            <ac:spMk id="16" creationId="{75F6FDB4-2351-48C2-A863-2364A02343C0}"/>
          </ac:spMkLst>
        </pc:spChg>
        <pc:picChg chg="mod ord">
          <ac:chgData name="Alberto Ruiz" userId="47fa91d207cfb014" providerId="LiveId" clId="{18923CA4-2A1E-4285-81FF-2717E4C88808}" dt="2024-10-29T18:43:49.705" v="162" actId="26606"/>
          <ac:picMkLst>
            <pc:docMk/>
            <pc:sldMk cId="2902526706" sldId="582"/>
            <ac:picMk id="4" creationId="{1237C5F8-EFDC-F31F-D6B7-0F1AA13AFD8B}"/>
          </ac:picMkLst>
        </pc:picChg>
        <pc:picChg chg="mod">
          <ac:chgData name="Alberto Ruiz" userId="47fa91d207cfb014" providerId="LiveId" clId="{18923CA4-2A1E-4285-81FF-2717E4C88808}" dt="2024-10-29T18:43:49.705" v="162" actId="26606"/>
          <ac:picMkLst>
            <pc:docMk/>
            <pc:sldMk cId="2902526706" sldId="582"/>
            <ac:picMk id="5" creationId="{AFCA5F38-BAB7-4431-7833-8B9FEC8ADCA6}"/>
          </ac:picMkLst>
        </pc:picChg>
        <pc:picChg chg="mod">
          <ac:chgData name="Alberto Ruiz" userId="47fa91d207cfb014" providerId="LiveId" clId="{18923CA4-2A1E-4285-81FF-2717E4C88808}" dt="2024-10-29T18:43:49.705" v="162" actId="26606"/>
          <ac:picMkLst>
            <pc:docMk/>
            <pc:sldMk cId="2902526706" sldId="582"/>
            <ac:picMk id="9" creationId="{88A1092B-E314-4E71-0ADC-5CA5699D43FF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43:47.024" v="161" actId="26606"/>
        <pc:sldMkLst>
          <pc:docMk/>
          <pc:sldMk cId="1376069043" sldId="583"/>
        </pc:sldMkLst>
        <pc:spChg chg="mod">
          <ac:chgData name="Alberto Ruiz" userId="47fa91d207cfb014" providerId="LiveId" clId="{18923CA4-2A1E-4285-81FF-2717E4C88808}" dt="2024-10-29T18:43:47.024" v="161" actId="26606"/>
          <ac:spMkLst>
            <pc:docMk/>
            <pc:sldMk cId="1376069043" sldId="583"/>
            <ac:spMk id="2" creationId="{DDE294E5-0985-9622-64B9-7BFCE89E52E8}"/>
          </ac:spMkLst>
        </pc:spChg>
        <pc:spChg chg="mod">
          <ac:chgData name="Alberto Ruiz" userId="47fa91d207cfb014" providerId="LiveId" clId="{18923CA4-2A1E-4285-81FF-2717E4C88808}" dt="2024-10-29T18:43:47.024" v="161" actId="26606"/>
          <ac:spMkLst>
            <pc:docMk/>
            <pc:sldMk cId="1376069043" sldId="583"/>
            <ac:spMk id="3" creationId="{E0C2A246-77B6-3277-5E4D-30BB4AEA5926}"/>
          </ac:spMkLst>
        </pc:spChg>
        <pc:spChg chg="add">
          <ac:chgData name="Alberto Ruiz" userId="47fa91d207cfb014" providerId="LiveId" clId="{18923CA4-2A1E-4285-81FF-2717E4C88808}" dt="2024-10-29T18:43:47.024" v="161" actId="26606"/>
          <ac:spMkLst>
            <pc:docMk/>
            <pc:sldMk cId="1376069043" sldId="583"/>
            <ac:spMk id="9" creationId="{45D37F4E-DDB4-456B-97E0-9937730A039F}"/>
          </ac:spMkLst>
        </pc:spChg>
        <pc:spChg chg="add">
          <ac:chgData name="Alberto Ruiz" userId="47fa91d207cfb014" providerId="LiveId" clId="{18923CA4-2A1E-4285-81FF-2717E4C88808}" dt="2024-10-29T18:43:47.024" v="161" actId="26606"/>
          <ac:spMkLst>
            <pc:docMk/>
            <pc:sldMk cId="1376069043" sldId="583"/>
            <ac:spMk id="11" creationId="{B2DD41CD-8F47-4F56-AD12-4E2FF7696987}"/>
          </ac:spMkLst>
        </pc:spChg>
        <pc:picChg chg="mod">
          <ac:chgData name="Alberto Ruiz" userId="47fa91d207cfb014" providerId="LiveId" clId="{18923CA4-2A1E-4285-81FF-2717E4C88808}" dt="2024-10-29T18:43:47.024" v="161" actId="26606"/>
          <ac:picMkLst>
            <pc:docMk/>
            <pc:sldMk cId="1376069043" sldId="583"/>
            <ac:picMk id="4" creationId="{1237C5F8-EFDC-F31F-D6B7-0F1AA13AFD8B}"/>
          </ac:picMkLst>
        </pc:picChg>
      </pc:sldChg>
      <pc:sldChg chg="modSp mod">
        <pc:chgData name="Alberto Ruiz" userId="47fa91d207cfb014" providerId="LiveId" clId="{18923CA4-2A1E-4285-81FF-2717E4C88808}" dt="2024-10-29T18:44:26.121" v="171" actId="207"/>
        <pc:sldMkLst>
          <pc:docMk/>
          <pc:sldMk cId="2089531037" sldId="584"/>
        </pc:sldMkLst>
        <pc:spChg chg="mod">
          <ac:chgData name="Alberto Ruiz" userId="47fa91d207cfb014" providerId="LiveId" clId="{18923CA4-2A1E-4285-81FF-2717E4C88808}" dt="2024-10-29T18:44:26.121" v="171" actId="207"/>
          <ac:spMkLst>
            <pc:docMk/>
            <pc:sldMk cId="2089531037" sldId="584"/>
            <ac:spMk id="2" creationId="{8DD660DE-A585-484F-8396-5B13AA9630D8}"/>
          </ac:spMkLst>
        </pc:spChg>
        <pc:spChg chg="mod">
          <ac:chgData name="Alberto Ruiz" userId="47fa91d207cfb014" providerId="LiveId" clId="{18923CA4-2A1E-4285-81FF-2717E4C88808}" dt="2024-10-29T18:44:23.648" v="170" actId="207"/>
          <ac:spMkLst>
            <pc:docMk/>
            <pc:sldMk cId="2089531037" sldId="584"/>
            <ac:spMk id="17" creationId="{C8C25DCA-F8F9-4840-9DBC-EA887FA17B4D}"/>
          </ac:spMkLst>
        </pc:spChg>
        <pc:spChg chg="mod">
          <ac:chgData name="Alberto Ruiz" userId="47fa91d207cfb014" providerId="LiveId" clId="{18923CA4-2A1E-4285-81FF-2717E4C88808}" dt="2024-10-29T18:44:12.103" v="165" actId="1076"/>
          <ac:spMkLst>
            <pc:docMk/>
            <pc:sldMk cId="2089531037" sldId="584"/>
            <ac:spMk id="267" creationId="{00000000-0000-0000-0000-000000000000}"/>
          </ac:spMkLst>
        </pc:spChg>
        <pc:spChg chg="mod">
          <ac:chgData name="Alberto Ruiz" userId="47fa91d207cfb014" providerId="LiveId" clId="{18923CA4-2A1E-4285-81FF-2717E4C88808}" dt="2024-10-29T18:44:20.014" v="169" actId="207"/>
          <ac:spMkLst>
            <pc:docMk/>
            <pc:sldMk cId="2089531037" sldId="584"/>
            <ac:spMk id="269" creationId="{00000000-0000-0000-0000-000000000000}"/>
          </ac:spMkLst>
        </pc:spChg>
        <pc:spChg chg="mod">
          <ac:chgData name="Alberto Ruiz" userId="47fa91d207cfb014" providerId="LiveId" clId="{18923CA4-2A1E-4285-81FF-2717E4C88808}" dt="2024-10-29T18:44:20.014" v="169" actId="207"/>
          <ac:spMkLst>
            <pc:docMk/>
            <pc:sldMk cId="2089531037" sldId="584"/>
            <ac:spMk id="270" creationId="{00000000-0000-0000-0000-000000000000}"/>
          </ac:spMkLst>
        </pc:spChg>
        <pc:spChg chg="mod">
          <ac:chgData name="Alberto Ruiz" userId="47fa91d207cfb014" providerId="LiveId" clId="{18923CA4-2A1E-4285-81FF-2717E4C88808}" dt="2024-10-29T18:44:20.014" v="169" actId="207"/>
          <ac:spMkLst>
            <pc:docMk/>
            <pc:sldMk cId="2089531037" sldId="584"/>
            <ac:spMk id="271" creationId="{00000000-0000-0000-0000-000000000000}"/>
          </ac:spMkLst>
        </pc:spChg>
        <pc:spChg chg="mod">
          <ac:chgData name="Alberto Ruiz" userId="47fa91d207cfb014" providerId="LiveId" clId="{18923CA4-2A1E-4285-81FF-2717E4C88808}" dt="2024-10-29T18:44:20.014" v="169" actId="207"/>
          <ac:spMkLst>
            <pc:docMk/>
            <pc:sldMk cId="2089531037" sldId="584"/>
            <ac:spMk id="272" creationId="{00000000-0000-0000-0000-000000000000}"/>
          </ac:spMkLst>
        </pc:spChg>
        <pc:spChg chg="mod">
          <ac:chgData name="Alberto Ruiz" userId="47fa91d207cfb014" providerId="LiveId" clId="{18923CA4-2A1E-4285-81FF-2717E4C88808}" dt="2024-10-29T18:44:20.014" v="169" actId="207"/>
          <ac:spMkLst>
            <pc:docMk/>
            <pc:sldMk cId="2089531037" sldId="584"/>
            <ac:spMk id="273" creationId="{00000000-0000-0000-0000-000000000000}"/>
          </ac:spMkLst>
        </pc:spChg>
        <pc:spChg chg="mod">
          <ac:chgData name="Alberto Ruiz" userId="47fa91d207cfb014" providerId="LiveId" clId="{18923CA4-2A1E-4285-81FF-2717E4C88808}" dt="2024-10-29T18:44:20.014" v="169" actId="207"/>
          <ac:spMkLst>
            <pc:docMk/>
            <pc:sldMk cId="2089531037" sldId="584"/>
            <ac:spMk id="274" creationId="{00000000-0000-0000-0000-000000000000}"/>
          </ac:spMkLst>
        </pc:spChg>
        <pc:spChg chg="mod">
          <ac:chgData name="Alberto Ruiz" userId="47fa91d207cfb014" providerId="LiveId" clId="{18923CA4-2A1E-4285-81FF-2717E4C88808}" dt="2024-10-29T18:44:20.014" v="169" actId="207"/>
          <ac:spMkLst>
            <pc:docMk/>
            <pc:sldMk cId="2089531037" sldId="584"/>
            <ac:spMk id="275" creationId="{00000000-0000-0000-0000-000000000000}"/>
          </ac:spMkLst>
        </pc:spChg>
        <pc:spChg chg="mod">
          <ac:chgData name="Alberto Ruiz" userId="47fa91d207cfb014" providerId="LiveId" clId="{18923CA4-2A1E-4285-81FF-2717E4C88808}" dt="2024-10-29T18:44:20.014" v="169" actId="207"/>
          <ac:spMkLst>
            <pc:docMk/>
            <pc:sldMk cId="2089531037" sldId="584"/>
            <ac:spMk id="276" creationId="{00000000-0000-0000-0000-000000000000}"/>
          </ac:spMkLst>
        </pc:spChg>
        <pc:spChg chg="mod">
          <ac:chgData name="Alberto Ruiz" userId="47fa91d207cfb014" providerId="LiveId" clId="{18923CA4-2A1E-4285-81FF-2717E4C88808}" dt="2024-10-29T18:44:20.014" v="169" actId="207"/>
          <ac:spMkLst>
            <pc:docMk/>
            <pc:sldMk cId="2089531037" sldId="584"/>
            <ac:spMk id="277" creationId="{00000000-0000-0000-0000-000000000000}"/>
          </ac:spMkLst>
        </pc:spChg>
        <pc:spChg chg="mod">
          <ac:chgData name="Alberto Ruiz" userId="47fa91d207cfb014" providerId="LiveId" clId="{18923CA4-2A1E-4285-81FF-2717E4C88808}" dt="2024-10-29T18:44:20.014" v="169" actId="207"/>
          <ac:spMkLst>
            <pc:docMk/>
            <pc:sldMk cId="2089531037" sldId="584"/>
            <ac:spMk id="278" creationId="{00000000-0000-0000-0000-000000000000}"/>
          </ac:spMkLst>
        </pc:spChg>
        <pc:spChg chg="mod">
          <ac:chgData name="Alberto Ruiz" userId="47fa91d207cfb014" providerId="LiveId" clId="{18923CA4-2A1E-4285-81FF-2717E4C88808}" dt="2024-10-29T18:44:20.014" v="169" actId="207"/>
          <ac:spMkLst>
            <pc:docMk/>
            <pc:sldMk cId="2089531037" sldId="584"/>
            <ac:spMk id="279" creationId="{00000000-0000-0000-0000-000000000000}"/>
          </ac:spMkLst>
        </pc:spChg>
        <pc:spChg chg="mod">
          <ac:chgData name="Alberto Ruiz" userId="47fa91d207cfb014" providerId="LiveId" clId="{18923CA4-2A1E-4285-81FF-2717E4C88808}" dt="2024-10-29T18:44:20.014" v="169" actId="207"/>
          <ac:spMkLst>
            <pc:docMk/>
            <pc:sldMk cId="2089531037" sldId="584"/>
            <ac:spMk id="280" creationId="{00000000-0000-0000-0000-000000000000}"/>
          </ac:spMkLst>
        </pc:spChg>
        <pc:grpChg chg="mod">
          <ac:chgData name="Alberto Ruiz" userId="47fa91d207cfb014" providerId="LiveId" clId="{18923CA4-2A1E-4285-81FF-2717E4C88808}" dt="2024-10-29T18:44:14.664" v="166" actId="14100"/>
          <ac:grpSpMkLst>
            <pc:docMk/>
            <pc:sldMk cId="2089531037" sldId="584"/>
            <ac:grpSpMk id="268" creationId="{00000000-0000-0000-0000-000000000000}"/>
          </ac:grpSpMkLst>
        </pc:grpChg>
      </pc:sldChg>
      <pc:sldChg chg="addSp modSp mod setBg setFolMasterObjs">
        <pc:chgData name="Alberto Ruiz" userId="47fa91d207cfb014" providerId="LiveId" clId="{18923CA4-2A1E-4285-81FF-2717E4C88808}" dt="2024-10-29T18:44:44.119" v="176" actId="1076"/>
        <pc:sldMkLst>
          <pc:docMk/>
          <pc:sldMk cId="3170896681" sldId="585"/>
        </pc:sldMkLst>
        <pc:spChg chg="mod">
          <ac:chgData name="Alberto Ruiz" userId="47fa91d207cfb014" providerId="LiveId" clId="{18923CA4-2A1E-4285-81FF-2717E4C88808}" dt="2024-10-29T18:44:44.119" v="176" actId="1076"/>
          <ac:spMkLst>
            <pc:docMk/>
            <pc:sldMk cId="3170896681" sldId="585"/>
            <ac:spMk id="267" creationId="{00000000-0000-0000-0000-000000000000}"/>
          </ac:spMkLst>
        </pc:spChg>
        <pc:spChg chg="add">
          <ac:chgData name="Alberto Ruiz" userId="47fa91d207cfb014" providerId="LiveId" clId="{18923CA4-2A1E-4285-81FF-2717E4C88808}" dt="2024-10-29T18:44:39.432" v="174" actId="26606"/>
          <ac:spMkLst>
            <pc:docMk/>
            <pc:sldMk cId="3170896681" sldId="585"/>
            <ac:spMk id="272" creationId="{665DBBEF-238B-476B-96AB-8AAC3224ECEA}"/>
          </ac:spMkLst>
        </pc:spChg>
        <pc:spChg chg="add">
          <ac:chgData name="Alberto Ruiz" userId="47fa91d207cfb014" providerId="LiveId" clId="{18923CA4-2A1E-4285-81FF-2717E4C88808}" dt="2024-10-29T18:44:39.432" v="174" actId="26606"/>
          <ac:spMkLst>
            <pc:docMk/>
            <pc:sldMk cId="3170896681" sldId="585"/>
            <ac:spMk id="274" creationId="{3FCFB1DE-0B7E-48CC-BA90-B2AB0889F9D6}"/>
          </ac:spMkLst>
        </pc:spChg>
        <pc:picChg chg="mod">
          <ac:chgData name="Alberto Ruiz" userId="47fa91d207cfb014" providerId="LiveId" clId="{18923CA4-2A1E-4285-81FF-2717E4C88808}" dt="2024-10-29T18:44:39.432" v="174" actId="26606"/>
          <ac:picMkLst>
            <pc:docMk/>
            <pc:sldMk cId="3170896681" sldId="585"/>
            <ac:picMk id="3" creationId="{3FA7985C-4B6D-C71E-9935-7D5A408B1C0F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45:27.651" v="189" actId="26606"/>
        <pc:sldMkLst>
          <pc:docMk/>
          <pc:sldMk cId="1995026671" sldId="588"/>
        </pc:sldMkLst>
        <pc:spChg chg="mod">
          <ac:chgData name="Alberto Ruiz" userId="47fa91d207cfb014" providerId="LiveId" clId="{18923CA4-2A1E-4285-81FF-2717E4C88808}" dt="2024-10-29T18:45:27.651" v="189" actId="26606"/>
          <ac:spMkLst>
            <pc:docMk/>
            <pc:sldMk cId="1995026671" sldId="588"/>
            <ac:spMk id="2" creationId="{F09C9994-B581-3C66-B84E-B5313C139380}"/>
          </ac:spMkLst>
        </pc:spChg>
        <pc:spChg chg="mod ord">
          <ac:chgData name="Alberto Ruiz" userId="47fa91d207cfb014" providerId="LiveId" clId="{18923CA4-2A1E-4285-81FF-2717E4C88808}" dt="2024-10-29T18:45:27.651" v="189" actId="26606"/>
          <ac:spMkLst>
            <pc:docMk/>
            <pc:sldMk cId="1995026671" sldId="588"/>
            <ac:spMk id="5" creationId="{2236D0D3-B176-4B3F-DD02-4B4EBDF16250}"/>
          </ac:spMkLst>
        </pc:spChg>
        <pc:spChg chg="add">
          <ac:chgData name="Alberto Ruiz" userId="47fa91d207cfb014" providerId="LiveId" clId="{18923CA4-2A1E-4285-81FF-2717E4C88808}" dt="2024-10-29T18:45:27.651" v="189" actId="26606"/>
          <ac:spMkLst>
            <pc:docMk/>
            <pc:sldMk cId="1995026671" sldId="588"/>
            <ac:spMk id="3081" creationId="{CA4BD6EE-7B51-447C-AAB3-028B7A3E515D}"/>
          </ac:spMkLst>
        </pc:spChg>
        <pc:spChg chg="add">
          <ac:chgData name="Alberto Ruiz" userId="47fa91d207cfb014" providerId="LiveId" clId="{18923CA4-2A1E-4285-81FF-2717E4C88808}" dt="2024-10-29T18:45:27.651" v="189" actId="26606"/>
          <ac:spMkLst>
            <pc:docMk/>
            <pc:sldMk cId="1995026671" sldId="588"/>
            <ac:spMk id="3083" creationId="{6B5FF7CD-712E-4187-BFF5-B192FFB33A49}"/>
          </ac:spMkLst>
        </pc:spChg>
        <pc:picChg chg="mod ord">
          <ac:chgData name="Alberto Ruiz" userId="47fa91d207cfb014" providerId="LiveId" clId="{18923CA4-2A1E-4285-81FF-2717E4C88808}" dt="2024-10-29T18:45:27.651" v="189" actId="26606"/>
          <ac:picMkLst>
            <pc:docMk/>
            <pc:sldMk cId="1995026671" sldId="588"/>
            <ac:picMk id="4" creationId="{538B39F0-9EB7-F6AD-0228-A0476D1F44F8}"/>
          </ac:picMkLst>
        </pc:picChg>
        <pc:picChg chg="mod">
          <ac:chgData name="Alberto Ruiz" userId="47fa91d207cfb014" providerId="LiveId" clId="{18923CA4-2A1E-4285-81FF-2717E4C88808}" dt="2024-10-29T18:45:27.651" v="189" actId="26606"/>
          <ac:picMkLst>
            <pc:docMk/>
            <pc:sldMk cId="1995026671" sldId="588"/>
            <ac:picMk id="3074" creationId="{16456A48-2859-141F-7CD9-26A5A74B5017}"/>
          </ac:picMkLst>
        </pc:picChg>
        <pc:picChg chg="mod">
          <ac:chgData name="Alberto Ruiz" userId="47fa91d207cfb014" providerId="LiveId" clId="{18923CA4-2A1E-4285-81FF-2717E4C88808}" dt="2024-10-29T18:45:27.651" v="189" actId="26606"/>
          <ac:picMkLst>
            <pc:docMk/>
            <pc:sldMk cId="1995026671" sldId="588"/>
            <ac:picMk id="3076" creationId="{9AADB8E7-E58F-077F-A91C-76F65D2AE272}"/>
          </ac:picMkLst>
        </pc:picChg>
      </pc:sldChg>
      <pc:sldChg chg="addSp delSp modSp mod">
        <pc:chgData name="Alberto Ruiz" userId="47fa91d207cfb014" providerId="LiveId" clId="{18923CA4-2A1E-4285-81FF-2717E4C88808}" dt="2024-10-29T18:46:34.156" v="215" actId="1076"/>
        <pc:sldMkLst>
          <pc:docMk/>
          <pc:sldMk cId="410237710" sldId="589"/>
        </pc:sldMkLst>
        <pc:spChg chg="mod">
          <ac:chgData name="Alberto Ruiz" userId="47fa91d207cfb014" providerId="LiveId" clId="{18923CA4-2A1E-4285-81FF-2717E4C88808}" dt="2024-10-29T18:46:11.215" v="207" actId="1076"/>
          <ac:spMkLst>
            <pc:docMk/>
            <pc:sldMk cId="410237710" sldId="589"/>
            <ac:spMk id="2" creationId="{F09C9994-B581-3C66-B84E-B5313C139380}"/>
          </ac:spMkLst>
        </pc:spChg>
        <pc:spChg chg="mod">
          <ac:chgData name="Alberto Ruiz" userId="47fa91d207cfb014" providerId="LiveId" clId="{18923CA4-2A1E-4285-81FF-2717E4C88808}" dt="2024-10-29T18:45:59.648" v="201" actId="1076"/>
          <ac:spMkLst>
            <pc:docMk/>
            <pc:sldMk cId="410237710" sldId="589"/>
            <ac:spMk id="3" creationId="{C463536F-3226-C318-73BD-3AE10B3D8DE9}"/>
          </ac:spMkLst>
        </pc:spChg>
        <pc:spChg chg="add del mod">
          <ac:chgData name="Alberto Ruiz" userId="47fa91d207cfb014" providerId="LiveId" clId="{18923CA4-2A1E-4285-81FF-2717E4C88808}" dt="2024-10-29T18:45:59.176" v="200" actId="26606"/>
          <ac:spMkLst>
            <pc:docMk/>
            <pc:sldMk cId="410237710" sldId="589"/>
            <ac:spMk id="7" creationId="{A8241ABA-C326-6AEE-98F3-EC8B15C387F6}"/>
          </ac:spMkLst>
        </pc:spChg>
        <pc:graphicFrameChg chg="add del">
          <ac:chgData name="Alberto Ruiz" userId="47fa91d207cfb014" providerId="LiveId" clId="{18923CA4-2A1E-4285-81FF-2717E4C88808}" dt="2024-10-29T18:45:56.373" v="196" actId="26606"/>
          <ac:graphicFrameMkLst>
            <pc:docMk/>
            <pc:sldMk cId="410237710" sldId="589"/>
            <ac:graphicFrameMk id="9" creationId="{2BB307D7-B385-39DA-6829-B26592A320A7}"/>
          </ac:graphicFrameMkLst>
        </pc:graphicFrameChg>
        <pc:graphicFrameChg chg="add del">
          <ac:chgData name="Alberto Ruiz" userId="47fa91d207cfb014" providerId="LiveId" clId="{18923CA4-2A1E-4285-81FF-2717E4C88808}" dt="2024-10-29T18:45:57.381" v="198" actId="26606"/>
          <ac:graphicFrameMkLst>
            <pc:docMk/>
            <pc:sldMk cId="410237710" sldId="589"/>
            <ac:graphicFrameMk id="11" creationId="{14FF2DCC-B0F5-E2C6-D01A-8CB448C9F343}"/>
          </ac:graphicFrameMkLst>
        </pc:graphicFrameChg>
        <pc:graphicFrameChg chg="add del">
          <ac:chgData name="Alberto Ruiz" userId="47fa91d207cfb014" providerId="LiveId" clId="{18923CA4-2A1E-4285-81FF-2717E4C88808}" dt="2024-10-29T18:45:59.176" v="200" actId="26606"/>
          <ac:graphicFrameMkLst>
            <pc:docMk/>
            <pc:sldMk cId="410237710" sldId="589"/>
            <ac:graphicFrameMk id="13" creationId="{4626D656-4205-740B-F6C2-814C4E8DAC2F}"/>
          </ac:graphicFrameMkLst>
        </pc:graphicFrameChg>
        <pc:picChg chg="mod">
          <ac:chgData name="Alberto Ruiz" userId="47fa91d207cfb014" providerId="LiveId" clId="{18923CA4-2A1E-4285-81FF-2717E4C88808}" dt="2024-10-29T18:46:34.156" v="215" actId="1076"/>
          <ac:picMkLst>
            <pc:docMk/>
            <pc:sldMk cId="410237710" sldId="589"/>
            <ac:picMk id="5" creationId="{67F1A73A-FCC8-2630-D5BE-7F5005AE9289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45:21.948" v="187" actId="26606"/>
        <pc:sldMkLst>
          <pc:docMk/>
          <pc:sldMk cId="104525576" sldId="590"/>
        </pc:sldMkLst>
        <pc:spChg chg="mod">
          <ac:chgData name="Alberto Ruiz" userId="47fa91d207cfb014" providerId="LiveId" clId="{18923CA4-2A1E-4285-81FF-2717E4C88808}" dt="2024-10-29T18:45:21.948" v="187" actId="26606"/>
          <ac:spMkLst>
            <pc:docMk/>
            <pc:sldMk cId="104525576" sldId="590"/>
            <ac:spMk id="3" creationId="{B2DCBE4E-F055-2B44-8A5A-BAD197113EF6}"/>
          </ac:spMkLst>
        </pc:spChg>
        <pc:spChg chg="mod">
          <ac:chgData name="Alberto Ruiz" userId="47fa91d207cfb014" providerId="LiveId" clId="{18923CA4-2A1E-4285-81FF-2717E4C88808}" dt="2024-10-29T18:45:21.948" v="187" actId="26606"/>
          <ac:spMkLst>
            <pc:docMk/>
            <pc:sldMk cId="104525576" sldId="590"/>
            <ac:spMk id="5" creationId="{AC216A5F-FB6F-E1F2-3F4A-832170686DD9}"/>
          </ac:spMkLst>
        </pc:spChg>
        <pc:spChg chg="add">
          <ac:chgData name="Alberto Ruiz" userId="47fa91d207cfb014" providerId="LiveId" clId="{18923CA4-2A1E-4285-81FF-2717E4C88808}" dt="2024-10-29T18:45:21.948" v="187" actId="26606"/>
          <ac:spMkLst>
            <pc:docMk/>
            <pc:sldMk cId="104525576" sldId="590"/>
            <ac:spMk id="11" creationId="{45D37F4E-DDB4-456B-97E0-9937730A039F}"/>
          </ac:spMkLst>
        </pc:spChg>
        <pc:spChg chg="add">
          <ac:chgData name="Alberto Ruiz" userId="47fa91d207cfb014" providerId="LiveId" clId="{18923CA4-2A1E-4285-81FF-2717E4C88808}" dt="2024-10-29T18:45:21.948" v="187" actId="26606"/>
          <ac:spMkLst>
            <pc:docMk/>
            <pc:sldMk cId="104525576" sldId="590"/>
            <ac:spMk id="13" creationId="{B2DD41CD-8F47-4F56-AD12-4E2FF7696987}"/>
          </ac:spMkLst>
        </pc:spChg>
        <pc:picChg chg="mod">
          <ac:chgData name="Alberto Ruiz" userId="47fa91d207cfb014" providerId="LiveId" clId="{18923CA4-2A1E-4285-81FF-2717E4C88808}" dt="2024-10-29T18:45:21.948" v="187" actId="26606"/>
          <ac:picMkLst>
            <pc:docMk/>
            <pc:sldMk cId="104525576" sldId="590"/>
            <ac:picMk id="6" creationId="{51A9DC2C-B54A-C16B-8C80-6ABA59C08237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45:24.409" v="188" actId="26606"/>
        <pc:sldMkLst>
          <pc:docMk/>
          <pc:sldMk cId="2323823623" sldId="591"/>
        </pc:sldMkLst>
        <pc:spChg chg="mod ord">
          <ac:chgData name="Alberto Ruiz" userId="47fa91d207cfb014" providerId="LiveId" clId="{18923CA4-2A1E-4285-81FF-2717E4C88808}" dt="2024-10-29T18:45:24.409" v="188" actId="26606"/>
          <ac:spMkLst>
            <pc:docMk/>
            <pc:sldMk cId="2323823623" sldId="591"/>
            <ac:spMk id="3" creationId="{ABDDB0A0-1F63-88A8-6CF5-736B1EDD8161}"/>
          </ac:spMkLst>
        </pc:spChg>
        <pc:spChg chg="mod">
          <ac:chgData name="Alberto Ruiz" userId="47fa91d207cfb014" providerId="LiveId" clId="{18923CA4-2A1E-4285-81FF-2717E4C88808}" dt="2024-10-29T18:45:24.409" v="188" actId="26606"/>
          <ac:spMkLst>
            <pc:docMk/>
            <pc:sldMk cId="2323823623" sldId="591"/>
            <ac:spMk id="4" creationId="{F916743A-E985-4A11-AB96-F1BEBB9669EC}"/>
          </ac:spMkLst>
        </pc:spChg>
        <pc:spChg chg="add">
          <ac:chgData name="Alberto Ruiz" userId="47fa91d207cfb014" providerId="LiveId" clId="{18923CA4-2A1E-4285-81FF-2717E4C88808}" dt="2024-10-29T18:45:24.409" v="188" actId="26606"/>
          <ac:spMkLst>
            <pc:docMk/>
            <pc:sldMk cId="2323823623" sldId="591"/>
            <ac:spMk id="10" creationId="{45D37F4E-DDB4-456B-97E0-9937730A039F}"/>
          </ac:spMkLst>
        </pc:spChg>
        <pc:spChg chg="add">
          <ac:chgData name="Alberto Ruiz" userId="47fa91d207cfb014" providerId="LiveId" clId="{18923CA4-2A1E-4285-81FF-2717E4C88808}" dt="2024-10-29T18:45:24.409" v="188" actId="26606"/>
          <ac:spMkLst>
            <pc:docMk/>
            <pc:sldMk cId="2323823623" sldId="591"/>
            <ac:spMk id="12" creationId="{B2DD41CD-8F47-4F56-AD12-4E2FF7696987}"/>
          </ac:spMkLst>
        </pc:spChg>
        <pc:picChg chg="mod">
          <ac:chgData name="Alberto Ruiz" userId="47fa91d207cfb014" providerId="LiveId" clId="{18923CA4-2A1E-4285-81FF-2717E4C88808}" dt="2024-10-29T18:45:24.409" v="188" actId="26606"/>
          <ac:picMkLst>
            <pc:docMk/>
            <pc:sldMk cId="2323823623" sldId="591"/>
            <ac:picMk id="5" creationId="{CD585561-1F9C-3F5F-8495-0E352C57818D}"/>
          </ac:picMkLst>
        </pc:picChg>
      </pc:sldChg>
      <pc:sldChg chg="addSp delSp modSp mod">
        <pc:chgData name="Alberto Ruiz" userId="47fa91d207cfb014" providerId="LiveId" clId="{18923CA4-2A1E-4285-81FF-2717E4C88808}" dt="2024-10-29T18:46:43.335" v="219" actId="1076"/>
        <pc:sldMkLst>
          <pc:docMk/>
          <pc:sldMk cId="3261567285" sldId="592"/>
        </pc:sldMkLst>
        <pc:spChg chg="add del">
          <ac:chgData name="Alberto Ruiz" userId="47fa91d207cfb014" providerId="LiveId" clId="{18923CA4-2A1E-4285-81FF-2717E4C88808}" dt="2024-10-29T18:46:33.721" v="214" actId="26606"/>
          <ac:spMkLst>
            <pc:docMk/>
            <pc:sldMk cId="3261567285" sldId="592"/>
            <ac:spMk id="4" creationId="{1892AE02-652B-6BAC-D7A9-642A9D39F473}"/>
          </ac:spMkLst>
        </pc:spChg>
        <pc:spChg chg="mod">
          <ac:chgData name="Alberto Ruiz" userId="47fa91d207cfb014" providerId="LiveId" clId="{18923CA4-2A1E-4285-81FF-2717E4C88808}" dt="2024-10-29T18:46:37.742" v="216" actId="14100"/>
          <ac:spMkLst>
            <pc:docMk/>
            <pc:sldMk cId="3261567285" sldId="592"/>
            <ac:spMk id="9" creationId="{CA51BB64-2E50-7101-3FBB-882B1352E2C4}"/>
          </ac:spMkLst>
        </pc:spChg>
        <pc:graphicFrameChg chg="add del">
          <ac:chgData name="Alberto Ruiz" userId="47fa91d207cfb014" providerId="LiveId" clId="{18923CA4-2A1E-4285-81FF-2717E4C88808}" dt="2024-10-29T18:46:31.037" v="212" actId="26606"/>
          <ac:graphicFrameMkLst>
            <pc:docMk/>
            <pc:sldMk cId="3261567285" sldId="592"/>
            <ac:graphicFrameMk id="12" creationId="{C98B5321-D42F-C747-F399-1C087AEAF970}"/>
          </ac:graphicFrameMkLst>
        </pc:graphicFrameChg>
        <pc:graphicFrameChg chg="add del">
          <ac:chgData name="Alberto Ruiz" userId="47fa91d207cfb014" providerId="LiveId" clId="{18923CA4-2A1E-4285-81FF-2717E4C88808}" dt="2024-10-29T18:46:33.721" v="214" actId="26606"/>
          <ac:graphicFrameMkLst>
            <pc:docMk/>
            <pc:sldMk cId="3261567285" sldId="592"/>
            <ac:graphicFrameMk id="14" creationId="{4D36C44A-C26F-9DC8-A81B-8DE0498EAC26}"/>
          </ac:graphicFrameMkLst>
        </pc:graphicFrameChg>
        <pc:picChg chg="mod">
          <ac:chgData name="Alberto Ruiz" userId="47fa91d207cfb014" providerId="LiveId" clId="{18923CA4-2A1E-4285-81FF-2717E4C88808}" dt="2024-10-29T18:46:43.335" v="219" actId="1076"/>
          <ac:picMkLst>
            <pc:docMk/>
            <pc:sldMk cId="3261567285" sldId="592"/>
            <ac:picMk id="10" creationId="{4AD47B5A-0288-4D52-74BC-005B1FBB1DF4}"/>
          </ac:picMkLst>
        </pc:picChg>
      </pc:sldChg>
      <pc:sldChg chg="addSp delSp modSp mod">
        <pc:chgData name="Alberto Ruiz" userId="47fa91d207cfb014" providerId="LiveId" clId="{18923CA4-2A1E-4285-81FF-2717E4C88808}" dt="2024-10-29T18:47:13.559" v="229" actId="1076"/>
        <pc:sldMkLst>
          <pc:docMk/>
          <pc:sldMk cId="402932058" sldId="593"/>
        </pc:sldMkLst>
        <pc:spChg chg="add mod">
          <ac:chgData name="Alberto Ruiz" userId="47fa91d207cfb014" providerId="LiveId" clId="{18923CA4-2A1E-4285-81FF-2717E4C88808}" dt="2024-10-29T18:46:59.970" v="225" actId="26606"/>
          <ac:spMkLst>
            <pc:docMk/>
            <pc:sldMk cId="402932058" sldId="593"/>
            <ac:spMk id="2" creationId="{DF1D73F0-4164-1F22-ACBA-67B4B2C43E6E}"/>
          </ac:spMkLst>
        </pc:spChg>
        <pc:spChg chg="del">
          <ac:chgData name="Alberto Ruiz" userId="47fa91d207cfb014" providerId="LiveId" clId="{18923CA4-2A1E-4285-81FF-2717E4C88808}" dt="2024-10-29T18:46:59.970" v="225" actId="26606"/>
          <ac:spMkLst>
            <pc:docMk/>
            <pc:sldMk cId="402932058" sldId="593"/>
            <ac:spMk id="9" creationId="{EB05EE64-5AAF-7320-45C6-9E37051B8568}"/>
          </ac:spMkLst>
        </pc:spChg>
        <pc:graphicFrameChg chg="add mod">
          <ac:chgData name="Alberto Ruiz" userId="47fa91d207cfb014" providerId="LiveId" clId="{18923CA4-2A1E-4285-81FF-2717E4C88808}" dt="2024-10-29T18:47:08.888" v="228" actId="14100"/>
          <ac:graphicFrameMkLst>
            <pc:docMk/>
            <pc:sldMk cId="402932058" sldId="593"/>
            <ac:graphicFrameMk id="12" creationId="{0561ED06-06CD-27AA-5998-5597E7A7014A}"/>
          </ac:graphicFrameMkLst>
        </pc:graphicFrameChg>
        <pc:picChg chg="mod">
          <ac:chgData name="Alberto Ruiz" userId="47fa91d207cfb014" providerId="LiveId" clId="{18923CA4-2A1E-4285-81FF-2717E4C88808}" dt="2024-10-29T18:47:13.559" v="229" actId="1076"/>
          <ac:picMkLst>
            <pc:docMk/>
            <pc:sldMk cId="402932058" sldId="593"/>
            <ac:picMk id="10" creationId="{8C6E6FA5-08CD-891C-D506-944D21CD466D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47:27.491" v="234" actId="26606"/>
        <pc:sldMkLst>
          <pc:docMk/>
          <pc:sldMk cId="2734045285" sldId="594"/>
        </pc:sldMkLst>
        <pc:spChg chg="mod">
          <ac:chgData name="Alberto Ruiz" userId="47fa91d207cfb014" providerId="LiveId" clId="{18923CA4-2A1E-4285-81FF-2717E4C88808}" dt="2024-10-29T18:47:27.491" v="234" actId="26606"/>
          <ac:spMkLst>
            <pc:docMk/>
            <pc:sldMk cId="2734045285" sldId="594"/>
            <ac:spMk id="2" creationId="{45B2B746-00B8-D99E-30D8-D88F7561F02E}"/>
          </ac:spMkLst>
        </pc:spChg>
        <pc:spChg chg="mod">
          <ac:chgData name="Alberto Ruiz" userId="47fa91d207cfb014" providerId="LiveId" clId="{18923CA4-2A1E-4285-81FF-2717E4C88808}" dt="2024-10-29T18:47:27.491" v="234" actId="26606"/>
          <ac:spMkLst>
            <pc:docMk/>
            <pc:sldMk cId="2734045285" sldId="594"/>
            <ac:spMk id="4" creationId="{488A7B65-F71F-3983-2CF2-A1506A59A011}"/>
          </ac:spMkLst>
        </pc:spChg>
        <pc:spChg chg="add">
          <ac:chgData name="Alberto Ruiz" userId="47fa91d207cfb014" providerId="LiveId" clId="{18923CA4-2A1E-4285-81FF-2717E4C88808}" dt="2024-10-29T18:47:27.491" v="234" actId="26606"/>
          <ac:spMkLst>
            <pc:docMk/>
            <pc:sldMk cId="2734045285" sldId="594"/>
            <ac:spMk id="10" creationId="{45D37F4E-DDB4-456B-97E0-9937730A039F}"/>
          </ac:spMkLst>
        </pc:spChg>
        <pc:spChg chg="add">
          <ac:chgData name="Alberto Ruiz" userId="47fa91d207cfb014" providerId="LiveId" clId="{18923CA4-2A1E-4285-81FF-2717E4C88808}" dt="2024-10-29T18:47:27.491" v="234" actId="26606"/>
          <ac:spMkLst>
            <pc:docMk/>
            <pc:sldMk cId="2734045285" sldId="594"/>
            <ac:spMk id="12" creationId="{B2DD41CD-8F47-4F56-AD12-4E2FF7696987}"/>
          </ac:spMkLst>
        </pc:spChg>
        <pc:picChg chg="mod">
          <ac:chgData name="Alberto Ruiz" userId="47fa91d207cfb014" providerId="LiveId" clId="{18923CA4-2A1E-4285-81FF-2717E4C88808}" dt="2024-10-29T18:47:27.491" v="234" actId="26606"/>
          <ac:picMkLst>
            <pc:docMk/>
            <pc:sldMk cId="2734045285" sldId="594"/>
            <ac:picMk id="5" creationId="{E8359D11-32C6-4650-B2E8-F444D2380473}"/>
          </ac:picMkLst>
        </pc:picChg>
      </pc:sldChg>
      <pc:sldChg chg="addSp delSp modSp mod setBg setFolMasterObjs">
        <pc:chgData name="Alberto Ruiz" userId="47fa91d207cfb014" providerId="LiveId" clId="{18923CA4-2A1E-4285-81FF-2717E4C88808}" dt="2024-10-29T18:47:38.976" v="244" actId="27636"/>
        <pc:sldMkLst>
          <pc:docMk/>
          <pc:sldMk cId="2580498415" sldId="595"/>
        </pc:sldMkLst>
        <pc:spChg chg="mod">
          <ac:chgData name="Alberto Ruiz" userId="47fa91d207cfb014" providerId="LiveId" clId="{18923CA4-2A1E-4285-81FF-2717E4C88808}" dt="2024-10-29T18:47:31.821" v="237" actId="26606"/>
          <ac:spMkLst>
            <pc:docMk/>
            <pc:sldMk cId="2580498415" sldId="595"/>
            <ac:spMk id="3" creationId="{208CAA56-F276-3455-8D3B-53CE4276C5DA}"/>
          </ac:spMkLst>
        </pc:spChg>
        <pc:spChg chg="mod">
          <ac:chgData name="Alberto Ruiz" userId="47fa91d207cfb014" providerId="LiveId" clId="{18923CA4-2A1E-4285-81FF-2717E4C88808}" dt="2024-10-29T18:47:38.976" v="244" actId="27636"/>
          <ac:spMkLst>
            <pc:docMk/>
            <pc:sldMk cId="2580498415" sldId="595"/>
            <ac:spMk id="5" creationId="{7A02C764-B757-A58C-28A8-2FA52488DD7B}"/>
          </ac:spMkLst>
        </pc:spChg>
        <pc:spChg chg="add del">
          <ac:chgData name="Alberto Ruiz" userId="47fa91d207cfb014" providerId="LiveId" clId="{18923CA4-2A1E-4285-81FF-2717E4C88808}" dt="2024-10-29T18:47:31.814" v="236" actId="26606"/>
          <ac:spMkLst>
            <pc:docMk/>
            <pc:sldMk cId="2580498415" sldId="595"/>
            <ac:spMk id="11" creationId="{45D37F4E-DDB4-456B-97E0-9937730A039F}"/>
          </ac:spMkLst>
        </pc:spChg>
        <pc:spChg chg="add del">
          <ac:chgData name="Alberto Ruiz" userId="47fa91d207cfb014" providerId="LiveId" clId="{18923CA4-2A1E-4285-81FF-2717E4C88808}" dt="2024-10-29T18:47:31.814" v="236" actId="26606"/>
          <ac:spMkLst>
            <pc:docMk/>
            <pc:sldMk cId="2580498415" sldId="595"/>
            <ac:spMk id="13" creationId="{B2DD41CD-8F47-4F56-AD12-4E2FF7696987}"/>
          </ac:spMkLst>
        </pc:spChg>
        <pc:spChg chg="add">
          <ac:chgData name="Alberto Ruiz" userId="47fa91d207cfb014" providerId="LiveId" clId="{18923CA4-2A1E-4285-81FF-2717E4C88808}" dt="2024-10-29T18:47:31.821" v="237" actId="26606"/>
          <ac:spMkLst>
            <pc:docMk/>
            <pc:sldMk cId="2580498415" sldId="595"/>
            <ac:spMk id="15" creationId="{BB48116A-278A-4CC5-89D3-9DE8E8FF1245}"/>
          </ac:spMkLst>
        </pc:spChg>
        <pc:spChg chg="add">
          <ac:chgData name="Alberto Ruiz" userId="47fa91d207cfb014" providerId="LiveId" clId="{18923CA4-2A1E-4285-81FF-2717E4C88808}" dt="2024-10-29T18:47:31.821" v="237" actId="26606"/>
          <ac:spMkLst>
            <pc:docMk/>
            <pc:sldMk cId="2580498415" sldId="595"/>
            <ac:spMk id="16" creationId="{DB304A14-32D0-4873-B914-423ED7B8DAFD}"/>
          </ac:spMkLst>
        </pc:spChg>
        <pc:spChg chg="add">
          <ac:chgData name="Alberto Ruiz" userId="47fa91d207cfb014" providerId="LiveId" clId="{18923CA4-2A1E-4285-81FF-2717E4C88808}" dt="2024-10-29T18:47:31.821" v="237" actId="26606"/>
          <ac:spMkLst>
            <pc:docMk/>
            <pc:sldMk cId="2580498415" sldId="595"/>
            <ac:spMk id="17" creationId="{1D460C86-854F-4FB3-ABC2-E823D8FEB9DB}"/>
          </ac:spMkLst>
        </pc:spChg>
        <pc:picChg chg="mod">
          <ac:chgData name="Alberto Ruiz" userId="47fa91d207cfb014" providerId="LiveId" clId="{18923CA4-2A1E-4285-81FF-2717E4C88808}" dt="2024-10-29T18:47:31.821" v="237" actId="26606"/>
          <ac:picMkLst>
            <pc:docMk/>
            <pc:sldMk cId="2580498415" sldId="595"/>
            <ac:picMk id="6" creationId="{A3C26C03-5128-F566-7D2D-AD42A6B209F1}"/>
          </ac:picMkLst>
        </pc:picChg>
      </pc:sldChg>
      <pc:sldChg chg="addSp modSp mod setBg setFolMasterObjs">
        <pc:chgData name="Alberto Ruiz" userId="47fa91d207cfb014" providerId="LiveId" clId="{18923CA4-2A1E-4285-81FF-2717E4C88808}" dt="2024-10-29T18:47:18.259" v="231" actId="26606"/>
        <pc:sldMkLst>
          <pc:docMk/>
          <pc:sldMk cId="2921019998" sldId="596"/>
        </pc:sldMkLst>
        <pc:spChg chg="mod">
          <ac:chgData name="Alberto Ruiz" userId="47fa91d207cfb014" providerId="LiveId" clId="{18923CA4-2A1E-4285-81FF-2717E4C88808}" dt="2024-10-29T18:47:18.259" v="231" actId="26606"/>
          <ac:spMkLst>
            <pc:docMk/>
            <pc:sldMk cId="2921019998" sldId="596"/>
            <ac:spMk id="2" creationId="{C4F7C8F6-2CA4-3311-16D2-82EB0001059C}"/>
          </ac:spMkLst>
        </pc:spChg>
        <pc:spChg chg="mod">
          <ac:chgData name="Alberto Ruiz" userId="47fa91d207cfb014" providerId="LiveId" clId="{18923CA4-2A1E-4285-81FF-2717E4C88808}" dt="2024-10-29T18:47:18.259" v="231" actId="26606"/>
          <ac:spMkLst>
            <pc:docMk/>
            <pc:sldMk cId="2921019998" sldId="596"/>
            <ac:spMk id="4" creationId="{E754A937-2122-E2CD-7A3F-3C03AF3C3BCD}"/>
          </ac:spMkLst>
        </pc:spChg>
        <pc:spChg chg="add">
          <ac:chgData name="Alberto Ruiz" userId="47fa91d207cfb014" providerId="LiveId" clId="{18923CA4-2A1E-4285-81FF-2717E4C88808}" dt="2024-10-29T18:47:18.259" v="231" actId="26606"/>
          <ac:spMkLst>
            <pc:docMk/>
            <pc:sldMk cId="2921019998" sldId="596"/>
            <ac:spMk id="10" creationId="{45D37F4E-DDB4-456B-97E0-9937730A039F}"/>
          </ac:spMkLst>
        </pc:spChg>
        <pc:spChg chg="add">
          <ac:chgData name="Alberto Ruiz" userId="47fa91d207cfb014" providerId="LiveId" clId="{18923CA4-2A1E-4285-81FF-2717E4C88808}" dt="2024-10-29T18:47:18.259" v="231" actId="26606"/>
          <ac:spMkLst>
            <pc:docMk/>
            <pc:sldMk cId="2921019998" sldId="596"/>
            <ac:spMk id="12" creationId="{B2DD41CD-8F47-4F56-AD12-4E2FF7696987}"/>
          </ac:spMkLst>
        </pc:spChg>
        <pc:picChg chg="mod">
          <ac:chgData name="Alberto Ruiz" userId="47fa91d207cfb014" providerId="LiveId" clId="{18923CA4-2A1E-4285-81FF-2717E4C88808}" dt="2024-10-29T18:47:18.259" v="231" actId="26606"/>
          <ac:picMkLst>
            <pc:docMk/>
            <pc:sldMk cId="2921019998" sldId="596"/>
            <ac:picMk id="5" creationId="{5549ABF3-0DC5-E074-2734-15454B3BC989}"/>
          </ac:picMkLst>
        </pc:picChg>
      </pc:sldChg>
      <pc:sldMasterChg chg="addSp modSldLayout">
        <pc:chgData name="Alberto Ruiz" userId="47fa91d207cfb014" providerId="LiveId" clId="{18923CA4-2A1E-4285-81FF-2717E4C88808}" dt="2024-10-29T18:36:37.426" v="59"/>
        <pc:sldMasterMkLst>
          <pc:docMk/>
          <pc:sldMasterMk cId="758938726" sldId="2147483688"/>
        </pc:sldMasterMkLst>
        <pc:picChg chg="add">
          <ac:chgData name="Alberto Ruiz" userId="47fa91d207cfb014" providerId="LiveId" clId="{18923CA4-2A1E-4285-81FF-2717E4C88808}" dt="2024-10-29T18:36:37.426" v="59"/>
          <ac:picMkLst>
            <pc:docMk/>
            <pc:sldMasterMk cId="758938726" sldId="2147483688"/>
            <ac:picMk id="7" creationId="{E7C0AA1B-40B3-0CDB-EE11-F83818EAEF90}"/>
          </ac:picMkLst>
        </pc:picChg>
        <pc:sldLayoutChg chg="modTransition">
          <pc:chgData name="Alberto Ruiz" userId="47fa91d207cfb014" providerId="LiveId" clId="{18923CA4-2A1E-4285-81FF-2717E4C88808}" dt="2024-10-29T18:36:37.426" v="59"/>
          <pc:sldLayoutMkLst>
            <pc:docMk/>
            <pc:sldMasterMk cId="758938726" sldId="2147483688"/>
            <pc:sldLayoutMk cId="0" sldId="2147483678"/>
          </pc:sldLayoutMkLst>
        </pc:sldLayoutChg>
        <pc:sldLayoutChg chg="modTransition">
          <pc:chgData name="Alberto Ruiz" userId="47fa91d207cfb014" providerId="LiveId" clId="{18923CA4-2A1E-4285-81FF-2717E4C88808}" dt="2024-10-29T18:36:37.426" v="59"/>
          <pc:sldLayoutMkLst>
            <pc:docMk/>
            <pc:sldMasterMk cId="758938726" sldId="2147483688"/>
            <pc:sldLayoutMk cId="0" sldId="2147483679"/>
          </pc:sldLayoutMkLst>
        </pc:sldLayoutChg>
        <pc:sldLayoutChg chg="modTransition">
          <pc:chgData name="Alberto Ruiz" userId="47fa91d207cfb014" providerId="LiveId" clId="{18923CA4-2A1E-4285-81FF-2717E4C88808}" dt="2024-10-29T18:36:37.426" v="59"/>
          <pc:sldLayoutMkLst>
            <pc:docMk/>
            <pc:sldMasterMk cId="758938726" sldId="2147483688"/>
            <pc:sldLayoutMk cId="0" sldId="2147483680"/>
          </pc:sldLayoutMkLst>
        </pc:sldLayoutChg>
        <pc:sldLayoutChg chg="modTransition">
          <pc:chgData name="Alberto Ruiz" userId="47fa91d207cfb014" providerId="LiveId" clId="{18923CA4-2A1E-4285-81FF-2717E4C88808}" dt="2024-10-29T18:36:37.426" v="59"/>
          <pc:sldLayoutMkLst>
            <pc:docMk/>
            <pc:sldMasterMk cId="758938726" sldId="2147483688"/>
            <pc:sldLayoutMk cId="0" sldId="2147483681"/>
          </pc:sldLayoutMkLst>
        </pc:sldLayoutChg>
        <pc:sldLayoutChg chg="modTransition">
          <pc:chgData name="Alberto Ruiz" userId="47fa91d207cfb014" providerId="LiveId" clId="{18923CA4-2A1E-4285-81FF-2717E4C88808}" dt="2024-10-29T18:36:37.426" v="59"/>
          <pc:sldLayoutMkLst>
            <pc:docMk/>
            <pc:sldMasterMk cId="758938726" sldId="2147483688"/>
            <pc:sldLayoutMk cId="0" sldId="2147483682"/>
          </pc:sldLayoutMkLst>
        </pc:sldLayoutChg>
      </pc:sldMasterChg>
      <pc:sldMasterChg chg="addSp modSldLayout">
        <pc:chgData name="Alberto Ruiz" userId="47fa91d207cfb014" providerId="LiveId" clId="{18923CA4-2A1E-4285-81FF-2717E4C88808}" dt="2024-10-29T18:35:46.441" v="55"/>
        <pc:sldMasterMkLst>
          <pc:docMk/>
          <pc:sldMasterMk cId="1454171346" sldId="2147483688"/>
        </pc:sldMasterMkLst>
        <pc:picChg chg="add">
          <ac:chgData name="Alberto Ruiz" userId="47fa91d207cfb014" providerId="LiveId" clId="{18923CA4-2A1E-4285-81FF-2717E4C88808}" dt="2024-10-29T18:35:25.916" v="4"/>
          <ac:picMkLst>
            <pc:docMk/>
            <pc:sldMasterMk cId="1454171346" sldId="2147483688"/>
            <ac:picMk id="9" creationId="{09A0E403-7500-55FB-5B82-58834F06A588}"/>
          </ac:picMkLst>
        </pc:picChg>
        <pc:sldLayoutChg chg="modTransition">
          <pc:chgData name="Alberto Ruiz" userId="47fa91d207cfb014" providerId="LiveId" clId="{18923CA4-2A1E-4285-81FF-2717E4C88808}" dt="2024-10-29T18:35:46.441" v="55"/>
          <pc:sldLayoutMkLst>
            <pc:docMk/>
            <pc:sldMasterMk cId="758938726" sldId="2147483688"/>
            <pc:sldLayoutMk cId="0" sldId="2147483678"/>
          </pc:sldLayoutMkLst>
        </pc:sldLayoutChg>
        <pc:sldLayoutChg chg="modTransition">
          <pc:chgData name="Alberto Ruiz" userId="47fa91d207cfb014" providerId="LiveId" clId="{18923CA4-2A1E-4285-81FF-2717E4C88808}" dt="2024-10-29T18:35:46.441" v="55"/>
          <pc:sldLayoutMkLst>
            <pc:docMk/>
            <pc:sldMasterMk cId="758938726" sldId="2147483688"/>
            <pc:sldLayoutMk cId="0" sldId="2147483679"/>
          </pc:sldLayoutMkLst>
        </pc:sldLayoutChg>
        <pc:sldLayoutChg chg="modTransition">
          <pc:chgData name="Alberto Ruiz" userId="47fa91d207cfb014" providerId="LiveId" clId="{18923CA4-2A1E-4285-81FF-2717E4C88808}" dt="2024-10-29T18:35:46.441" v="55"/>
          <pc:sldLayoutMkLst>
            <pc:docMk/>
            <pc:sldMasterMk cId="758938726" sldId="2147483688"/>
            <pc:sldLayoutMk cId="0" sldId="2147483680"/>
          </pc:sldLayoutMkLst>
        </pc:sldLayoutChg>
        <pc:sldLayoutChg chg="modTransition">
          <pc:chgData name="Alberto Ruiz" userId="47fa91d207cfb014" providerId="LiveId" clId="{18923CA4-2A1E-4285-81FF-2717E4C88808}" dt="2024-10-29T18:35:46.441" v="55"/>
          <pc:sldLayoutMkLst>
            <pc:docMk/>
            <pc:sldMasterMk cId="758938726" sldId="2147483688"/>
            <pc:sldLayoutMk cId="0" sldId="2147483681"/>
          </pc:sldLayoutMkLst>
        </pc:sldLayoutChg>
        <pc:sldLayoutChg chg="modTransition">
          <pc:chgData name="Alberto Ruiz" userId="47fa91d207cfb014" providerId="LiveId" clId="{18923CA4-2A1E-4285-81FF-2717E4C88808}" dt="2024-10-29T18:35:46.441" v="55"/>
          <pc:sldLayoutMkLst>
            <pc:docMk/>
            <pc:sldMasterMk cId="758938726" sldId="2147483688"/>
            <pc:sldLayoutMk cId="0" sldId="2147483682"/>
          </pc:sldLayoutMkLst>
        </pc:sldLayoutChg>
      </pc:sldMasterChg>
      <pc:sldMasterChg chg="addSp">
        <pc:chgData name="Alberto Ruiz" userId="47fa91d207cfb014" providerId="LiveId" clId="{18923CA4-2A1E-4285-81FF-2717E4C88808}" dt="2024-10-29T18:35:27.161" v="24"/>
        <pc:sldMasterMkLst>
          <pc:docMk/>
          <pc:sldMasterMk cId="555257620" sldId="2147483703"/>
        </pc:sldMasterMkLst>
        <pc:picChg chg="add">
          <ac:chgData name="Alberto Ruiz" userId="47fa91d207cfb014" providerId="LiveId" clId="{18923CA4-2A1E-4285-81FF-2717E4C88808}" dt="2024-10-29T18:35:27.161" v="24"/>
          <ac:picMkLst>
            <pc:docMk/>
            <pc:sldMasterMk cId="555257620" sldId="2147483703"/>
            <ac:picMk id="8" creationId="{DEDD9D69-E6F7-DEC1-D79B-8DC36406EF93}"/>
          </ac:picMkLst>
        </pc:picChg>
      </pc:sldMasterChg>
    </pc:docChg>
  </pc:docChgLst>
  <pc:docChgLst>
    <pc:chgData name="Alberto Ruiz" userId="47fa91d207cfb014" providerId="LiveId" clId="{D13A39F8-E100-4261-B0AB-D9EFED7C9A8F}"/>
    <pc:docChg chg="custSel delSld modSld">
      <pc:chgData name="Alberto Ruiz" userId="47fa91d207cfb014" providerId="LiveId" clId="{D13A39F8-E100-4261-B0AB-D9EFED7C9A8F}" dt="2024-11-16T07:15:27.631" v="92" actId="1076"/>
      <pc:docMkLst>
        <pc:docMk/>
      </pc:docMkLst>
      <pc:sldChg chg="modSp mod">
        <pc:chgData name="Alberto Ruiz" userId="47fa91d207cfb014" providerId="LiveId" clId="{D13A39F8-E100-4261-B0AB-D9EFED7C9A8F}" dt="2024-11-16T07:15:27.631" v="92" actId="1076"/>
        <pc:sldMkLst>
          <pc:docMk/>
          <pc:sldMk cId="0" sldId="307"/>
        </pc:sldMkLst>
        <pc:spChg chg="mod">
          <ac:chgData name="Alberto Ruiz" userId="47fa91d207cfb014" providerId="LiveId" clId="{D13A39F8-E100-4261-B0AB-D9EFED7C9A8F}" dt="2024-11-16T07:15:27.631" v="92" actId="1076"/>
          <ac:spMkLst>
            <pc:docMk/>
            <pc:sldMk cId="0" sldId="307"/>
            <ac:spMk id="7" creationId="{DCC4E887-2C44-88D1-8714-3231E2B14D7C}"/>
          </ac:spMkLst>
        </pc:spChg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0" sldId="311"/>
        </pc:sldMkLst>
      </pc:sldChg>
      <pc:sldChg chg="modSp mod">
        <pc:chgData name="Alberto Ruiz" userId="47fa91d207cfb014" providerId="LiveId" clId="{D13A39F8-E100-4261-B0AB-D9EFED7C9A8F}" dt="2024-11-16T07:14:27.748" v="91" actId="207"/>
        <pc:sldMkLst>
          <pc:docMk/>
          <pc:sldMk cId="0" sldId="314"/>
        </pc:sldMkLst>
        <pc:spChg chg="mod">
          <ac:chgData name="Alberto Ruiz" userId="47fa91d207cfb014" providerId="LiveId" clId="{D13A39F8-E100-4261-B0AB-D9EFED7C9A8F}" dt="2024-11-16T07:14:27.748" v="91" actId="207"/>
          <ac:spMkLst>
            <pc:docMk/>
            <pc:sldMk cId="0" sldId="314"/>
            <ac:spMk id="197" creationId="{00000000-0000-0000-0000-000000000000}"/>
          </ac:spMkLst>
        </pc:spChg>
        <pc:spChg chg="mod">
          <ac:chgData name="Alberto Ruiz" userId="47fa91d207cfb014" providerId="LiveId" clId="{D13A39F8-E100-4261-B0AB-D9EFED7C9A8F}" dt="2024-11-16T07:14:27.748" v="91" actId="207"/>
          <ac:spMkLst>
            <pc:docMk/>
            <pc:sldMk cId="0" sldId="314"/>
            <ac:spMk id="198" creationId="{00000000-0000-0000-0000-000000000000}"/>
          </ac:spMkLst>
        </pc:spChg>
        <pc:spChg chg="mod">
          <ac:chgData name="Alberto Ruiz" userId="47fa91d207cfb014" providerId="LiveId" clId="{D13A39F8-E100-4261-B0AB-D9EFED7C9A8F}" dt="2024-11-16T07:14:27.748" v="91" actId="207"/>
          <ac:spMkLst>
            <pc:docMk/>
            <pc:sldMk cId="0" sldId="314"/>
            <ac:spMk id="199" creationId="{00000000-0000-0000-0000-000000000000}"/>
          </ac:spMkLst>
        </pc:spChg>
        <pc:spChg chg="mod">
          <ac:chgData name="Alberto Ruiz" userId="47fa91d207cfb014" providerId="LiveId" clId="{D13A39F8-E100-4261-B0AB-D9EFED7C9A8F}" dt="2024-11-16T07:14:27.748" v="91" actId="207"/>
          <ac:spMkLst>
            <pc:docMk/>
            <pc:sldMk cId="0" sldId="314"/>
            <ac:spMk id="200" creationId="{00000000-0000-0000-0000-000000000000}"/>
          </ac:spMkLst>
        </pc:spChg>
        <pc:spChg chg="mod">
          <ac:chgData name="Alberto Ruiz" userId="47fa91d207cfb014" providerId="LiveId" clId="{D13A39F8-E100-4261-B0AB-D9EFED7C9A8F}" dt="2024-11-16T07:14:27.748" v="91" actId="207"/>
          <ac:spMkLst>
            <pc:docMk/>
            <pc:sldMk cId="0" sldId="314"/>
            <ac:spMk id="201" creationId="{00000000-0000-0000-0000-000000000000}"/>
          </ac:spMkLst>
        </pc:spChg>
        <pc:spChg chg="mod">
          <ac:chgData name="Alberto Ruiz" userId="47fa91d207cfb014" providerId="LiveId" clId="{D13A39F8-E100-4261-B0AB-D9EFED7C9A8F}" dt="2024-11-16T07:14:27.748" v="91" actId="207"/>
          <ac:spMkLst>
            <pc:docMk/>
            <pc:sldMk cId="0" sldId="314"/>
            <ac:spMk id="202" creationId="{00000000-0000-0000-0000-000000000000}"/>
          </ac:spMkLst>
        </pc:spChg>
        <pc:spChg chg="mod">
          <ac:chgData name="Alberto Ruiz" userId="47fa91d207cfb014" providerId="LiveId" clId="{D13A39F8-E100-4261-B0AB-D9EFED7C9A8F}" dt="2024-11-16T07:14:27.748" v="91" actId="207"/>
          <ac:spMkLst>
            <pc:docMk/>
            <pc:sldMk cId="0" sldId="314"/>
            <ac:spMk id="203" creationId="{00000000-0000-0000-0000-000000000000}"/>
          </ac:spMkLst>
        </pc:spChg>
        <pc:spChg chg="mod">
          <ac:chgData name="Alberto Ruiz" userId="47fa91d207cfb014" providerId="LiveId" clId="{D13A39F8-E100-4261-B0AB-D9EFED7C9A8F}" dt="2024-11-16T07:14:27.748" v="91" actId="207"/>
          <ac:spMkLst>
            <pc:docMk/>
            <pc:sldMk cId="0" sldId="314"/>
            <ac:spMk id="204" creationId="{00000000-0000-0000-0000-000000000000}"/>
          </ac:spMkLst>
        </pc:spChg>
        <pc:spChg chg="mod">
          <ac:chgData name="Alberto Ruiz" userId="47fa91d207cfb014" providerId="LiveId" clId="{D13A39F8-E100-4261-B0AB-D9EFED7C9A8F}" dt="2024-11-16T07:14:27.748" v="91" actId="207"/>
          <ac:spMkLst>
            <pc:docMk/>
            <pc:sldMk cId="0" sldId="314"/>
            <ac:spMk id="205" creationId="{00000000-0000-0000-0000-000000000000}"/>
          </ac:spMkLst>
        </pc:spChg>
        <pc:grpChg chg="mod">
          <ac:chgData name="Alberto Ruiz" userId="47fa91d207cfb014" providerId="LiveId" clId="{D13A39F8-E100-4261-B0AB-D9EFED7C9A8F}" dt="2024-11-16T07:14:23.724" v="90" actId="207"/>
          <ac:grpSpMkLst>
            <pc:docMk/>
            <pc:sldMk cId="0" sldId="314"/>
            <ac:grpSpMk id="196" creationId="{00000000-0000-0000-0000-000000000000}"/>
          </ac:grpSpMkLst>
        </pc:grpChg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0" sldId="319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0" sldId="321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0" sldId="322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0" sldId="323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0" sldId="324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0" sldId="325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0" sldId="326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0" sldId="327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2493786939" sldId="329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1380981821" sldId="330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0" sldId="332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1110415036" sldId="333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663413420" sldId="334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91505634" sldId="335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2411018337" sldId="336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2740416133" sldId="338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2840731365" sldId="339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3032256588" sldId="340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903548199" sldId="342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716793366" sldId="349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0" sldId="383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3106580257" sldId="440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2485545026" sldId="442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764342682" sldId="446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2731839407" sldId="448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2037125093" sldId="449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4128076309" sldId="451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1335672613" sldId="452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3146894615" sldId="453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2113033082" sldId="458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2554697881" sldId="515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1312065236" sldId="531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1228388986" sldId="533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2639867688" sldId="536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0" sldId="546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3281515691" sldId="548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1775215732" sldId="549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2484519897" sldId="552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2035228697" sldId="553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949881224" sldId="554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2845295628" sldId="556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376023604" sldId="557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1415839754" sldId="558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355847485" sldId="559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3232265757" sldId="566"/>
        </pc:sldMkLst>
      </pc:sldChg>
      <pc:sldChg chg="modSp">
        <pc:chgData name="Alberto Ruiz" userId="47fa91d207cfb014" providerId="LiveId" clId="{D13A39F8-E100-4261-B0AB-D9EFED7C9A8F}" dt="2024-11-16T07:08:20.665" v="89" actId="20577"/>
        <pc:sldMkLst>
          <pc:docMk/>
          <pc:sldMk cId="533214260" sldId="569"/>
        </pc:sldMkLst>
        <pc:graphicFrameChg chg="mod">
          <ac:chgData name="Alberto Ruiz" userId="47fa91d207cfb014" providerId="LiveId" clId="{D13A39F8-E100-4261-B0AB-D9EFED7C9A8F}" dt="2024-11-16T07:08:20.665" v="89" actId="20577"/>
          <ac:graphicFrameMkLst>
            <pc:docMk/>
            <pc:sldMk cId="533214260" sldId="569"/>
            <ac:graphicFrameMk id="5" creationId="{FEB75D8E-FAA1-DABD-8BA0-2960A9020B6E}"/>
          </ac:graphicFrameMkLst>
        </pc:graphicFrameChg>
      </pc:sldChg>
      <pc:sldChg chg="modSp mod">
        <pc:chgData name="Alberto Ruiz" userId="47fa91d207cfb014" providerId="LiveId" clId="{D13A39F8-E100-4261-B0AB-D9EFED7C9A8F}" dt="2024-11-16T07:08:02.281" v="54" actId="20577"/>
        <pc:sldMkLst>
          <pc:docMk/>
          <pc:sldMk cId="1523495115" sldId="570"/>
        </pc:sldMkLst>
        <pc:spChg chg="mod">
          <ac:chgData name="Alberto Ruiz" userId="47fa91d207cfb014" providerId="LiveId" clId="{D13A39F8-E100-4261-B0AB-D9EFED7C9A8F}" dt="2024-11-16T07:08:02.281" v="54" actId="20577"/>
          <ac:spMkLst>
            <pc:docMk/>
            <pc:sldMk cId="1523495115" sldId="570"/>
            <ac:spMk id="3" creationId="{F753E759-6EDE-24A3-8D5F-EE1ADDECE1AE}"/>
          </ac:spMkLst>
        </pc:spChg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3302339970" sldId="571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2054898929" sldId="572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345934498" sldId="573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3564113682" sldId="574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1218084136" sldId="575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2915301925" sldId="576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2849629175" sldId="577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2227637997" sldId="578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129221624" sldId="579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2795412335" sldId="580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27613757" sldId="581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2902526706" sldId="582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1376069043" sldId="583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2089531037" sldId="584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3170896681" sldId="585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1047638998" sldId="586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627715258" sldId="587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1995026671" sldId="588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410237710" sldId="589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104525576" sldId="590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2323823623" sldId="591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3261567285" sldId="592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402932058" sldId="593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2734045285" sldId="594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2580498415" sldId="595"/>
        </pc:sldMkLst>
      </pc:sldChg>
      <pc:sldChg chg="del">
        <pc:chgData name="Alberto Ruiz" userId="47fa91d207cfb014" providerId="LiveId" clId="{D13A39F8-E100-4261-B0AB-D9EFED7C9A8F}" dt="2024-10-29T18:54:42.505" v="0" actId="47"/>
        <pc:sldMkLst>
          <pc:docMk/>
          <pc:sldMk cId="2921019998" sldId="59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5F6D74-F639-4965-866C-CA3E0BB7F532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AD2564-D5BE-42E9-AC18-55B13960B3C8}">
      <dgm:prSet/>
      <dgm:spPr/>
      <dgm:t>
        <a:bodyPr/>
        <a:lstStyle/>
        <a:p>
          <a:r>
            <a:rPr lang="es-ES" dirty="0"/>
            <a:t>INDICE</a:t>
          </a:r>
          <a:endParaRPr lang="en-US" dirty="0"/>
        </a:p>
      </dgm:t>
    </dgm:pt>
    <dgm:pt modelId="{DA1A6914-9307-4FDA-A851-679E7CC1931A}" type="parTrans" cxnId="{91C57FC4-8D8F-40C9-AF2C-62F5C6E958CF}">
      <dgm:prSet/>
      <dgm:spPr/>
      <dgm:t>
        <a:bodyPr/>
        <a:lstStyle/>
        <a:p>
          <a:endParaRPr lang="en-US"/>
        </a:p>
      </dgm:t>
    </dgm:pt>
    <dgm:pt modelId="{B113A47B-9F24-45F4-9442-144BFA9F811F}" type="sibTrans" cxnId="{91C57FC4-8D8F-40C9-AF2C-62F5C6E958CF}">
      <dgm:prSet/>
      <dgm:spPr/>
      <dgm:t>
        <a:bodyPr/>
        <a:lstStyle/>
        <a:p>
          <a:endParaRPr lang="en-US"/>
        </a:p>
      </dgm:t>
    </dgm:pt>
    <dgm:pt modelId="{F9616D4C-F958-44F4-9C03-61E2D7B5F108}">
      <dgm:prSet/>
      <dgm:spPr/>
      <dgm:t>
        <a:bodyPr/>
        <a:lstStyle/>
        <a:p>
          <a:r>
            <a:rPr lang="es-ES" dirty="0"/>
            <a:t>Primera parte: Un mundo lleno de </a:t>
          </a:r>
          <a:r>
            <a:rPr lang="es-ES" dirty="0" err="1"/>
            <a:t>ciberrriesgos</a:t>
          </a:r>
          <a:r>
            <a:rPr lang="es-ES" dirty="0"/>
            <a:t>. </a:t>
          </a:r>
          <a:endParaRPr lang="en-US" dirty="0"/>
        </a:p>
      </dgm:t>
    </dgm:pt>
    <dgm:pt modelId="{253697BC-E26F-49A9-A9C0-93CD4C13EC23}" type="parTrans" cxnId="{7D345187-387A-42ED-8FA9-49D7AFEB9F08}">
      <dgm:prSet/>
      <dgm:spPr/>
      <dgm:t>
        <a:bodyPr/>
        <a:lstStyle/>
        <a:p>
          <a:endParaRPr lang="en-US"/>
        </a:p>
      </dgm:t>
    </dgm:pt>
    <dgm:pt modelId="{28A0699E-3B0E-4F55-B26E-439AE08410C3}" type="sibTrans" cxnId="{7D345187-387A-42ED-8FA9-49D7AFEB9F08}">
      <dgm:prSet/>
      <dgm:spPr/>
      <dgm:t>
        <a:bodyPr/>
        <a:lstStyle/>
        <a:p>
          <a:endParaRPr lang="en-US"/>
        </a:p>
      </dgm:t>
    </dgm:pt>
    <dgm:pt modelId="{56841C89-7229-4DFF-A3E6-B66B607E6CD5}">
      <dgm:prSet/>
      <dgm:spPr/>
      <dgm:t>
        <a:bodyPr/>
        <a:lstStyle/>
        <a:p>
          <a:r>
            <a:rPr lang="es-ES" dirty="0"/>
            <a:t>Segunda parte: Como actúan los ciberdelincuentes.</a:t>
          </a:r>
          <a:endParaRPr lang="en-US" dirty="0"/>
        </a:p>
      </dgm:t>
    </dgm:pt>
    <dgm:pt modelId="{60C10FE2-DE0A-4066-8ADA-6FEDB55AA615}" type="parTrans" cxnId="{6B4E1B24-840C-4494-898E-3F4E45BCD6F8}">
      <dgm:prSet/>
      <dgm:spPr/>
      <dgm:t>
        <a:bodyPr/>
        <a:lstStyle/>
        <a:p>
          <a:endParaRPr lang="en-US"/>
        </a:p>
      </dgm:t>
    </dgm:pt>
    <dgm:pt modelId="{C0A07A64-C061-40A0-95AC-C6EC750C2156}" type="sibTrans" cxnId="{6B4E1B24-840C-4494-898E-3F4E45BCD6F8}">
      <dgm:prSet/>
      <dgm:spPr/>
      <dgm:t>
        <a:bodyPr/>
        <a:lstStyle/>
        <a:p>
          <a:endParaRPr lang="en-US"/>
        </a:p>
      </dgm:t>
    </dgm:pt>
    <dgm:pt modelId="{E5E223B4-1106-41B7-9749-72B3C5856E05}">
      <dgm:prSet/>
      <dgm:spPr/>
      <dgm:t>
        <a:bodyPr/>
        <a:lstStyle/>
        <a:p>
          <a:r>
            <a:rPr lang="es-ES" dirty="0"/>
            <a:t>Tercera parte: Como podemos protegernos.</a:t>
          </a:r>
          <a:endParaRPr lang="en-US" dirty="0"/>
        </a:p>
      </dgm:t>
    </dgm:pt>
    <dgm:pt modelId="{F1C238EE-01F0-4793-936B-51F300A0EC47}" type="parTrans" cxnId="{822A9765-97F9-4BE2-85EA-343DD59D7011}">
      <dgm:prSet/>
      <dgm:spPr/>
      <dgm:t>
        <a:bodyPr/>
        <a:lstStyle/>
        <a:p>
          <a:endParaRPr lang="en-US"/>
        </a:p>
      </dgm:t>
    </dgm:pt>
    <dgm:pt modelId="{990C827E-254F-4B2E-9577-7847D2B7BA6B}" type="sibTrans" cxnId="{822A9765-97F9-4BE2-85EA-343DD59D7011}">
      <dgm:prSet/>
      <dgm:spPr/>
      <dgm:t>
        <a:bodyPr/>
        <a:lstStyle/>
        <a:p>
          <a:endParaRPr lang="en-US"/>
        </a:p>
      </dgm:t>
    </dgm:pt>
    <dgm:pt modelId="{269F6214-A364-4FDE-88F7-AD0BAEFAC50E}" type="pres">
      <dgm:prSet presAssocID="{6B5F6D74-F639-4965-866C-CA3E0BB7F532}" presName="outerComposite" presStyleCnt="0">
        <dgm:presLayoutVars>
          <dgm:chMax val="5"/>
          <dgm:dir/>
          <dgm:resizeHandles val="exact"/>
        </dgm:presLayoutVars>
      </dgm:prSet>
      <dgm:spPr/>
    </dgm:pt>
    <dgm:pt modelId="{E8A277FB-3CCA-4896-BEC0-727A834D5CB1}" type="pres">
      <dgm:prSet presAssocID="{6B5F6D74-F639-4965-866C-CA3E0BB7F532}" presName="dummyMaxCanvas" presStyleCnt="0">
        <dgm:presLayoutVars/>
      </dgm:prSet>
      <dgm:spPr/>
    </dgm:pt>
    <dgm:pt modelId="{B10D6154-3513-4CA4-863A-38CFE5D61A09}" type="pres">
      <dgm:prSet presAssocID="{6B5F6D74-F639-4965-866C-CA3E0BB7F532}" presName="OneNode_1" presStyleLbl="node1" presStyleIdx="0" presStyleCnt="1">
        <dgm:presLayoutVars>
          <dgm:bulletEnabled val="1"/>
        </dgm:presLayoutVars>
      </dgm:prSet>
      <dgm:spPr/>
    </dgm:pt>
  </dgm:ptLst>
  <dgm:cxnLst>
    <dgm:cxn modelId="{6B4E1B24-840C-4494-898E-3F4E45BCD6F8}" srcId="{73AD2564-D5BE-42E9-AC18-55B13960B3C8}" destId="{56841C89-7229-4DFF-A3E6-B66B607E6CD5}" srcOrd="1" destOrd="0" parTransId="{60C10FE2-DE0A-4066-8ADA-6FEDB55AA615}" sibTransId="{C0A07A64-C061-40A0-95AC-C6EC750C2156}"/>
    <dgm:cxn modelId="{DE619030-2203-449E-B3CC-3E1C47EC0FB5}" type="presOf" srcId="{6B5F6D74-F639-4965-866C-CA3E0BB7F532}" destId="{269F6214-A364-4FDE-88F7-AD0BAEFAC50E}" srcOrd="0" destOrd="0" presId="urn:microsoft.com/office/officeart/2005/8/layout/vProcess5"/>
    <dgm:cxn modelId="{F69C9634-767A-47AA-9A33-EBE06D466282}" type="presOf" srcId="{F9616D4C-F958-44F4-9C03-61E2D7B5F108}" destId="{B10D6154-3513-4CA4-863A-38CFE5D61A09}" srcOrd="0" destOrd="1" presId="urn:microsoft.com/office/officeart/2005/8/layout/vProcess5"/>
    <dgm:cxn modelId="{822A9765-97F9-4BE2-85EA-343DD59D7011}" srcId="{73AD2564-D5BE-42E9-AC18-55B13960B3C8}" destId="{E5E223B4-1106-41B7-9749-72B3C5856E05}" srcOrd="2" destOrd="0" parTransId="{F1C238EE-01F0-4793-936B-51F300A0EC47}" sibTransId="{990C827E-254F-4B2E-9577-7847D2B7BA6B}"/>
    <dgm:cxn modelId="{7D345187-387A-42ED-8FA9-49D7AFEB9F08}" srcId="{73AD2564-D5BE-42E9-AC18-55B13960B3C8}" destId="{F9616D4C-F958-44F4-9C03-61E2D7B5F108}" srcOrd="0" destOrd="0" parTransId="{253697BC-E26F-49A9-A9C0-93CD4C13EC23}" sibTransId="{28A0699E-3B0E-4F55-B26E-439AE08410C3}"/>
    <dgm:cxn modelId="{3F3E01AE-3596-4377-8C84-DDE8DF541130}" type="presOf" srcId="{56841C89-7229-4DFF-A3E6-B66B607E6CD5}" destId="{B10D6154-3513-4CA4-863A-38CFE5D61A09}" srcOrd="0" destOrd="2" presId="urn:microsoft.com/office/officeart/2005/8/layout/vProcess5"/>
    <dgm:cxn modelId="{91C57FC4-8D8F-40C9-AF2C-62F5C6E958CF}" srcId="{6B5F6D74-F639-4965-866C-CA3E0BB7F532}" destId="{73AD2564-D5BE-42E9-AC18-55B13960B3C8}" srcOrd="0" destOrd="0" parTransId="{DA1A6914-9307-4FDA-A851-679E7CC1931A}" sibTransId="{B113A47B-9F24-45F4-9442-144BFA9F811F}"/>
    <dgm:cxn modelId="{E6FE8DE2-6477-4E3C-8ECA-D5ADC2626699}" type="presOf" srcId="{73AD2564-D5BE-42E9-AC18-55B13960B3C8}" destId="{B10D6154-3513-4CA4-863A-38CFE5D61A09}" srcOrd="0" destOrd="0" presId="urn:microsoft.com/office/officeart/2005/8/layout/vProcess5"/>
    <dgm:cxn modelId="{3669C4E5-7C0D-4994-BEBB-311E318C9451}" type="presOf" srcId="{E5E223B4-1106-41B7-9749-72B3C5856E05}" destId="{B10D6154-3513-4CA4-863A-38CFE5D61A09}" srcOrd="0" destOrd="3" presId="urn:microsoft.com/office/officeart/2005/8/layout/vProcess5"/>
    <dgm:cxn modelId="{2388AE1F-F0F0-478C-8104-B65704B5031F}" type="presParOf" srcId="{269F6214-A364-4FDE-88F7-AD0BAEFAC50E}" destId="{E8A277FB-3CCA-4896-BEC0-727A834D5CB1}" srcOrd="0" destOrd="0" presId="urn:microsoft.com/office/officeart/2005/8/layout/vProcess5"/>
    <dgm:cxn modelId="{26BD67AB-EE7D-43D6-A38A-0EAF30E2ADA7}" type="presParOf" srcId="{269F6214-A364-4FDE-88F7-AD0BAEFAC50E}" destId="{B10D6154-3513-4CA4-863A-38CFE5D61A09}" srcOrd="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3DC867-81B5-4195-B44C-1DC52625CD0A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04A7BCF3-0705-4FC7-988B-EC391ABB2A75}">
      <dgm:prSet phldrT="[Texto]"/>
      <dgm:spPr/>
      <dgm:t>
        <a:bodyPr/>
        <a:lstStyle/>
        <a:p>
          <a:r>
            <a:rPr lang="es-ES" dirty="0">
              <a:solidFill>
                <a:schemeClr val="bg1"/>
              </a:solidFill>
            </a:rPr>
            <a:t>Hacker sombrero negro (Black </a:t>
          </a:r>
          <a:r>
            <a:rPr lang="es-ES" dirty="0" err="1">
              <a:solidFill>
                <a:schemeClr val="bg1"/>
              </a:solidFill>
            </a:rPr>
            <a:t>hat</a:t>
          </a:r>
          <a:r>
            <a:rPr lang="es-ES" dirty="0">
              <a:solidFill>
                <a:schemeClr val="bg1"/>
              </a:solidFill>
            </a:rPr>
            <a:t> hacker):</a:t>
          </a:r>
        </a:p>
      </dgm:t>
    </dgm:pt>
    <dgm:pt modelId="{842FF6E1-D4B1-4DC1-8E19-F81238272F27}" type="parTrans" cxnId="{0590B1A3-6B4A-432D-A430-A3C6668C7F10}">
      <dgm:prSet/>
      <dgm:spPr/>
      <dgm:t>
        <a:bodyPr/>
        <a:lstStyle/>
        <a:p>
          <a:endParaRPr lang="es-ES">
            <a:solidFill>
              <a:schemeClr val="bg1"/>
            </a:solidFill>
          </a:endParaRPr>
        </a:p>
      </dgm:t>
    </dgm:pt>
    <dgm:pt modelId="{9CC8CA1D-565E-466A-A4E1-BC6E4AEA8D92}" type="sibTrans" cxnId="{0590B1A3-6B4A-432D-A430-A3C6668C7F10}">
      <dgm:prSet/>
      <dgm:spPr/>
      <dgm:t>
        <a:bodyPr/>
        <a:lstStyle/>
        <a:p>
          <a:endParaRPr lang="es-ES">
            <a:solidFill>
              <a:schemeClr val="bg1"/>
            </a:solidFill>
          </a:endParaRPr>
        </a:p>
      </dgm:t>
    </dgm:pt>
    <dgm:pt modelId="{5A09C7F2-7FBB-414D-9858-453F5853BD36}">
      <dgm:prSet/>
      <dgm:spPr/>
      <dgm:t>
        <a:bodyPr/>
        <a:lstStyle/>
        <a:p>
          <a:r>
            <a:rPr lang="es-ES" dirty="0">
              <a:solidFill>
                <a:schemeClr val="bg1"/>
              </a:solidFill>
            </a:rPr>
            <a:t>Hacker sombrero gris (Gray </a:t>
          </a:r>
          <a:r>
            <a:rPr lang="es-ES" dirty="0" err="1">
              <a:solidFill>
                <a:schemeClr val="bg1"/>
              </a:solidFill>
            </a:rPr>
            <a:t>hat</a:t>
          </a:r>
          <a:r>
            <a:rPr lang="es-ES" dirty="0">
              <a:solidFill>
                <a:schemeClr val="bg1"/>
              </a:solidFill>
            </a:rPr>
            <a:t> hacker):</a:t>
          </a:r>
        </a:p>
      </dgm:t>
    </dgm:pt>
    <dgm:pt modelId="{B1BF75E7-B0EA-4511-BB1A-361FAF5F10C5}" type="parTrans" cxnId="{9E158D4B-7473-4677-814B-1F930486F54E}">
      <dgm:prSet/>
      <dgm:spPr/>
      <dgm:t>
        <a:bodyPr/>
        <a:lstStyle/>
        <a:p>
          <a:endParaRPr lang="es-ES">
            <a:solidFill>
              <a:schemeClr val="bg1"/>
            </a:solidFill>
          </a:endParaRPr>
        </a:p>
      </dgm:t>
    </dgm:pt>
    <dgm:pt modelId="{BE857A50-03B0-4365-82B5-7F5FA48D09A6}" type="sibTrans" cxnId="{9E158D4B-7473-4677-814B-1F930486F54E}">
      <dgm:prSet/>
      <dgm:spPr/>
      <dgm:t>
        <a:bodyPr/>
        <a:lstStyle/>
        <a:p>
          <a:endParaRPr lang="es-ES">
            <a:solidFill>
              <a:schemeClr val="bg1"/>
            </a:solidFill>
          </a:endParaRPr>
        </a:p>
      </dgm:t>
    </dgm:pt>
    <dgm:pt modelId="{A848A75E-8AB7-4A6C-B8C8-90C9FCD196E3}">
      <dgm:prSet/>
      <dgm:spPr/>
      <dgm:t>
        <a:bodyPr/>
        <a:lstStyle/>
        <a:p>
          <a:r>
            <a:rPr lang="es-ES" dirty="0">
              <a:solidFill>
                <a:schemeClr val="bg1"/>
              </a:solidFill>
            </a:rPr>
            <a:t>Hacker sombrero blanco (White </a:t>
          </a:r>
          <a:r>
            <a:rPr lang="es-ES" dirty="0" err="1">
              <a:solidFill>
                <a:schemeClr val="bg1"/>
              </a:solidFill>
            </a:rPr>
            <a:t>hat</a:t>
          </a:r>
          <a:r>
            <a:rPr lang="es-ES" dirty="0">
              <a:solidFill>
                <a:schemeClr val="bg1"/>
              </a:solidFill>
            </a:rPr>
            <a:t> hacker):</a:t>
          </a:r>
        </a:p>
      </dgm:t>
    </dgm:pt>
    <dgm:pt modelId="{45407E91-AAB6-4970-9ACC-8597178853A9}" type="parTrans" cxnId="{67BB8BD9-727A-4579-BA87-B2388A61094B}">
      <dgm:prSet/>
      <dgm:spPr/>
      <dgm:t>
        <a:bodyPr/>
        <a:lstStyle/>
        <a:p>
          <a:endParaRPr lang="es-ES">
            <a:solidFill>
              <a:schemeClr val="bg1"/>
            </a:solidFill>
          </a:endParaRPr>
        </a:p>
      </dgm:t>
    </dgm:pt>
    <dgm:pt modelId="{E333275A-073B-4563-B12F-D96DA6FD7D1D}" type="sibTrans" cxnId="{67BB8BD9-727A-4579-BA87-B2388A61094B}">
      <dgm:prSet/>
      <dgm:spPr/>
      <dgm:t>
        <a:bodyPr/>
        <a:lstStyle/>
        <a:p>
          <a:endParaRPr lang="es-ES">
            <a:solidFill>
              <a:schemeClr val="bg1"/>
            </a:solidFill>
          </a:endParaRPr>
        </a:p>
      </dgm:t>
    </dgm:pt>
    <dgm:pt modelId="{EAC0ADAE-86D3-4B54-BCDD-4DD902834741}">
      <dgm:prSet phldrT="[Texto]"/>
      <dgm:spPr/>
      <dgm:t>
        <a:bodyPr/>
        <a:lstStyle/>
        <a:p>
          <a:r>
            <a:rPr lang="es-ES">
              <a:solidFill>
                <a:schemeClr val="bg1"/>
              </a:solidFill>
            </a:rPr>
            <a:t>Este </a:t>
          </a:r>
          <a:r>
            <a:rPr lang="es-ES" dirty="0">
              <a:solidFill>
                <a:schemeClr val="bg1"/>
              </a:solidFill>
            </a:rPr>
            <a:t>término se utiliza para describir a los hackers que utilizan sus habilidades para violar la seguridad de los sistemas informáticos con fines maliciosos o ilegales. Los hackers sombrero negro pueden realizar acciones como el robo de información, la interrupción de servicios en línea, la instalación de malware o virus, y otros tipos de ataques cibernéticos.</a:t>
          </a:r>
        </a:p>
      </dgm:t>
    </dgm:pt>
    <dgm:pt modelId="{5FEBB56A-8431-48B4-9EE1-851FF9B889D4}" type="parTrans" cxnId="{2DDA09F0-1060-4545-BF60-74061F0AC600}">
      <dgm:prSet/>
      <dgm:spPr/>
      <dgm:t>
        <a:bodyPr/>
        <a:lstStyle/>
        <a:p>
          <a:endParaRPr lang="es-ES">
            <a:solidFill>
              <a:schemeClr val="bg1"/>
            </a:solidFill>
          </a:endParaRPr>
        </a:p>
      </dgm:t>
    </dgm:pt>
    <dgm:pt modelId="{7C6D951B-F397-4325-8DE4-8D7035E7D8E9}" type="sibTrans" cxnId="{2DDA09F0-1060-4545-BF60-74061F0AC600}">
      <dgm:prSet/>
      <dgm:spPr/>
      <dgm:t>
        <a:bodyPr/>
        <a:lstStyle/>
        <a:p>
          <a:endParaRPr lang="es-ES">
            <a:solidFill>
              <a:schemeClr val="bg1"/>
            </a:solidFill>
          </a:endParaRPr>
        </a:p>
      </dgm:t>
    </dgm:pt>
    <dgm:pt modelId="{A224038B-7537-474C-8297-E3A750E091AF}">
      <dgm:prSet/>
      <dgm:spPr/>
      <dgm:t>
        <a:bodyPr/>
        <a:lstStyle/>
        <a:p>
          <a:r>
            <a:rPr lang="es-ES">
              <a:solidFill>
                <a:schemeClr val="bg1"/>
              </a:solidFill>
            </a:rPr>
            <a:t>Este </a:t>
          </a:r>
          <a:r>
            <a:rPr lang="es-ES" dirty="0">
              <a:solidFill>
                <a:schemeClr val="bg1"/>
              </a:solidFill>
            </a:rPr>
            <a:t>término se utiliza para describir a los hackers que realizan acciones ilegales o no autorizadas en sistemas informáticos, pero sin intenciones maliciosas. Los hackers sombrero gris pueden probar la seguridad de un sistema o sitio web, o incluso proporcionar información sobre vulnerabilidades a los propietarios del sistema. </a:t>
          </a:r>
          <a:r>
            <a:rPr lang="es-ES">
              <a:solidFill>
                <a:schemeClr val="bg1"/>
              </a:solidFill>
            </a:rPr>
            <a:t>Aunque suelen tener buenas intenciones, sus acciones aún pueden ser ilegales y conllevan riesgos.</a:t>
          </a:r>
          <a:endParaRPr lang="es-ES" dirty="0">
            <a:solidFill>
              <a:schemeClr val="bg1"/>
            </a:solidFill>
          </a:endParaRPr>
        </a:p>
      </dgm:t>
    </dgm:pt>
    <dgm:pt modelId="{7197FE58-64F2-4594-B952-FECBCEAA7A0A}" type="parTrans" cxnId="{5EC5C70C-3EEF-49D7-8EB8-DD497ACEF98C}">
      <dgm:prSet/>
      <dgm:spPr/>
      <dgm:t>
        <a:bodyPr/>
        <a:lstStyle/>
        <a:p>
          <a:endParaRPr lang="es-ES">
            <a:solidFill>
              <a:schemeClr val="bg1"/>
            </a:solidFill>
          </a:endParaRPr>
        </a:p>
      </dgm:t>
    </dgm:pt>
    <dgm:pt modelId="{78A37747-C0C1-4801-81C3-9F7A5C709D54}" type="sibTrans" cxnId="{5EC5C70C-3EEF-49D7-8EB8-DD497ACEF98C}">
      <dgm:prSet/>
      <dgm:spPr/>
      <dgm:t>
        <a:bodyPr/>
        <a:lstStyle/>
        <a:p>
          <a:endParaRPr lang="es-ES">
            <a:solidFill>
              <a:schemeClr val="bg1"/>
            </a:solidFill>
          </a:endParaRPr>
        </a:p>
      </dgm:t>
    </dgm:pt>
    <dgm:pt modelId="{AD092D9E-BAFD-47FD-822B-C473DD815161}">
      <dgm:prSet/>
      <dgm:spPr/>
      <dgm:t>
        <a:bodyPr/>
        <a:lstStyle/>
        <a:p>
          <a:r>
            <a:rPr lang="es-ES">
              <a:solidFill>
                <a:schemeClr val="bg1"/>
              </a:solidFill>
            </a:rPr>
            <a:t> </a:t>
          </a:r>
          <a:r>
            <a:rPr lang="es-ES" dirty="0">
              <a:solidFill>
                <a:schemeClr val="bg1"/>
              </a:solidFill>
            </a:rPr>
            <a:t>Este término se utiliza para describir a los hackers que utilizan sus habilidades para proteger sistemas informáticos y redes de posibles amenazas. Los hackers sombrero blanco trabajan para empresas o organizaciones y realizan pruebas de seguridad para identificar vulnerabilidades y fortalecer la seguridad. A diferencia de los hackers sombrero negro y gris, las acciones de los hackers sombrero blanco son legales y éticas, y su objetivo es mejorar la seguridad de los sistemas informáticos en lugar de dañarlos.</a:t>
          </a:r>
        </a:p>
      </dgm:t>
    </dgm:pt>
    <dgm:pt modelId="{11D025C5-E61C-4ED7-AE22-BA206E169524}" type="parTrans" cxnId="{15720F0D-38A3-4DE3-B680-F0BDF59E1FC7}">
      <dgm:prSet/>
      <dgm:spPr/>
      <dgm:t>
        <a:bodyPr/>
        <a:lstStyle/>
        <a:p>
          <a:endParaRPr lang="es-ES">
            <a:solidFill>
              <a:schemeClr val="bg1"/>
            </a:solidFill>
          </a:endParaRPr>
        </a:p>
      </dgm:t>
    </dgm:pt>
    <dgm:pt modelId="{1A10E651-C97E-4FFD-846C-92D8AB4D074A}" type="sibTrans" cxnId="{15720F0D-38A3-4DE3-B680-F0BDF59E1FC7}">
      <dgm:prSet/>
      <dgm:spPr/>
      <dgm:t>
        <a:bodyPr/>
        <a:lstStyle/>
        <a:p>
          <a:endParaRPr lang="es-ES">
            <a:solidFill>
              <a:schemeClr val="bg1"/>
            </a:solidFill>
          </a:endParaRPr>
        </a:p>
      </dgm:t>
    </dgm:pt>
    <dgm:pt modelId="{CFFFF54E-BF1F-4A64-8CA9-C995920F0C9F}" type="pres">
      <dgm:prSet presAssocID="{BF3DC867-81B5-4195-B44C-1DC52625CD0A}" presName="Name0" presStyleCnt="0">
        <dgm:presLayoutVars>
          <dgm:dir/>
          <dgm:resizeHandles val="exact"/>
        </dgm:presLayoutVars>
      </dgm:prSet>
      <dgm:spPr/>
    </dgm:pt>
    <dgm:pt modelId="{E7F1AA50-C67C-4CC8-8D4F-3C58A271BC67}" type="pres">
      <dgm:prSet presAssocID="{04A7BCF3-0705-4FC7-988B-EC391ABB2A75}" presName="node" presStyleLbl="node1" presStyleIdx="0" presStyleCnt="3">
        <dgm:presLayoutVars>
          <dgm:bulletEnabled val="1"/>
        </dgm:presLayoutVars>
      </dgm:prSet>
      <dgm:spPr/>
    </dgm:pt>
    <dgm:pt modelId="{6B116C9D-80ED-47CA-8A29-D8361CCD5E03}" type="pres">
      <dgm:prSet presAssocID="{9CC8CA1D-565E-466A-A4E1-BC6E4AEA8D92}" presName="sibTrans" presStyleCnt="0"/>
      <dgm:spPr/>
    </dgm:pt>
    <dgm:pt modelId="{B40BA2E5-425B-4CE7-8891-CEC8784AF579}" type="pres">
      <dgm:prSet presAssocID="{5A09C7F2-7FBB-414D-9858-453F5853BD36}" presName="node" presStyleLbl="node1" presStyleIdx="1" presStyleCnt="3">
        <dgm:presLayoutVars>
          <dgm:bulletEnabled val="1"/>
        </dgm:presLayoutVars>
      </dgm:prSet>
      <dgm:spPr/>
    </dgm:pt>
    <dgm:pt modelId="{3D494108-ACBB-4FEF-ACD2-5F89F93A3264}" type="pres">
      <dgm:prSet presAssocID="{BE857A50-03B0-4365-82B5-7F5FA48D09A6}" presName="sibTrans" presStyleCnt="0"/>
      <dgm:spPr/>
    </dgm:pt>
    <dgm:pt modelId="{7E32E20A-A7D7-414D-BC92-9D7BDEBE7796}" type="pres">
      <dgm:prSet presAssocID="{A848A75E-8AB7-4A6C-B8C8-90C9FCD196E3}" presName="node" presStyleLbl="node1" presStyleIdx="2" presStyleCnt="3">
        <dgm:presLayoutVars>
          <dgm:bulletEnabled val="1"/>
        </dgm:presLayoutVars>
      </dgm:prSet>
      <dgm:spPr/>
    </dgm:pt>
  </dgm:ptLst>
  <dgm:cxnLst>
    <dgm:cxn modelId="{5EC5C70C-3EEF-49D7-8EB8-DD497ACEF98C}" srcId="{5A09C7F2-7FBB-414D-9858-453F5853BD36}" destId="{A224038B-7537-474C-8297-E3A750E091AF}" srcOrd="0" destOrd="0" parTransId="{7197FE58-64F2-4594-B952-FECBCEAA7A0A}" sibTransId="{78A37747-C0C1-4801-81C3-9F7A5C709D54}"/>
    <dgm:cxn modelId="{15720F0D-38A3-4DE3-B680-F0BDF59E1FC7}" srcId="{A848A75E-8AB7-4A6C-B8C8-90C9FCD196E3}" destId="{AD092D9E-BAFD-47FD-822B-C473DD815161}" srcOrd="0" destOrd="0" parTransId="{11D025C5-E61C-4ED7-AE22-BA206E169524}" sibTransId="{1A10E651-C97E-4FFD-846C-92D8AB4D074A}"/>
    <dgm:cxn modelId="{78001731-8F06-40EF-9513-D9B0D9E87390}" type="presOf" srcId="{04A7BCF3-0705-4FC7-988B-EC391ABB2A75}" destId="{E7F1AA50-C67C-4CC8-8D4F-3C58A271BC67}" srcOrd="0" destOrd="0" presId="urn:microsoft.com/office/officeart/2005/8/layout/hList6"/>
    <dgm:cxn modelId="{2A611D35-9B1A-4194-AFA6-5D174976980F}" type="presOf" srcId="{A848A75E-8AB7-4A6C-B8C8-90C9FCD196E3}" destId="{7E32E20A-A7D7-414D-BC92-9D7BDEBE7796}" srcOrd="0" destOrd="0" presId="urn:microsoft.com/office/officeart/2005/8/layout/hList6"/>
    <dgm:cxn modelId="{A9F0FD44-0689-417C-8950-594B5A65C5BD}" type="presOf" srcId="{AD092D9E-BAFD-47FD-822B-C473DD815161}" destId="{7E32E20A-A7D7-414D-BC92-9D7BDEBE7796}" srcOrd="0" destOrd="1" presId="urn:microsoft.com/office/officeart/2005/8/layout/hList6"/>
    <dgm:cxn modelId="{9E158D4B-7473-4677-814B-1F930486F54E}" srcId="{BF3DC867-81B5-4195-B44C-1DC52625CD0A}" destId="{5A09C7F2-7FBB-414D-9858-453F5853BD36}" srcOrd="1" destOrd="0" parTransId="{B1BF75E7-B0EA-4511-BB1A-361FAF5F10C5}" sibTransId="{BE857A50-03B0-4365-82B5-7F5FA48D09A6}"/>
    <dgm:cxn modelId="{8AA14375-5281-454C-80C2-865025F38DAF}" type="presOf" srcId="{A224038B-7537-474C-8297-E3A750E091AF}" destId="{B40BA2E5-425B-4CE7-8891-CEC8784AF579}" srcOrd="0" destOrd="1" presId="urn:microsoft.com/office/officeart/2005/8/layout/hList6"/>
    <dgm:cxn modelId="{0590B1A3-6B4A-432D-A430-A3C6668C7F10}" srcId="{BF3DC867-81B5-4195-B44C-1DC52625CD0A}" destId="{04A7BCF3-0705-4FC7-988B-EC391ABB2A75}" srcOrd="0" destOrd="0" parTransId="{842FF6E1-D4B1-4DC1-8E19-F81238272F27}" sibTransId="{9CC8CA1D-565E-466A-A4E1-BC6E4AEA8D92}"/>
    <dgm:cxn modelId="{11086EA4-F9B8-4E87-8CCB-ABE602BCE78F}" type="presOf" srcId="{EAC0ADAE-86D3-4B54-BCDD-4DD902834741}" destId="{E7F1AA50-C67C-4CC8-8D4F-3C58A271BC67}" srcOrd="0" destOrd="1" presId="urn:microsoft.com/office/officeart/2005/8/layout/hList6"/>
    <dgm:cxn modelId="{B6BF9CAB-5E60-4B43-BED4-6B53EFD5ADFE}" type="presOf" srcId="{5A09C7F2-7FBB-414D-9858-453F5853BD36}" destId="{B40BA2E5-425B-4CE7-8891-CEC8784AF579}" srcOrd="0" destOrd="0" presId="urn:microsoft.com/office/officeart/2005/8/layout/hList6"/>
    <dgm:cxn modelId="{25EC9CB5-3112-4E33-A3DD-0E0011EBC65F}" type="presOf" srcId="{BF3DC867-81B5-4195-B44C-1DC52625CD0A}" destId="{CFFFF54E-BF1F-4A64-8CA9-C995920F0C9F}" srcOrd="0" destOrd="0" presId="urn:microsoft.com/office/officeart/2005/8/layout/hList6"/>
    <dgm:cxn modelId="{67BB8BD9-727A-4579-BA87-B2388A61094B}" srcId="{BF3DC867-81B5-4195-B44C-1DC52625CD0A}" destId="{A848A75E-8AB7-4A6C-B8C8-90C9FCD196E3}" srcOrd="2" destOrd="0" parTransId="{45407E91-AAB6-4970-9ACC-8597178853A9}" sibTransId="{E333275A-073B-4563-B12F-D96DA6FD7D1D}"/>
    <dgm:cxn modelId="{2DDA09F0-1060-4545-BF60-74061F0AC600}" srcId="{04A7BCF3-0705-4FC7-988B-EC391ABB2A75}" destId="{EAC0ADAE-86D3-4B54-BCDD-4DD902834741}" srcOrd="0" destOrd="0" parTransId="{5FEBB56A-8431-48B4-9EE1-851FF9B889D4}" sibTransId="{7C6D951B-F397-4325-8DE4-8D7035E7D8E9}"/>
    <dgm:cxn modelId="{9D0922B1-BE09-4CC9-B53D-A140E95DBF54}" type="presParOf" srcId="{CFFFF54E-BF1F-4A64-8CA9-C995920F0C9F}" destId="{E7F1AA50-C67C-4CC8-8D4F-3C58A271BC67}" srcOrd="0" destOrd="0" presId="urn:microsoft.com/office/officeart/2005/8/layout/hList6"/>
    <dgm:cxn modelId="{A59C57CD-76BF-4FD4-8334-339C401F92A8}" type="presParOf" srcId="{CFFFF54E-BF1F-4A64-8CA9-C995920F0C9F}" destId="{6B116C9D-80ED-47CA-8A29-D8361CCD5E03}" srcOrd="1" destOrd="0" presId="urn:microsoft.com/office/officeart/2005/8/layout/hList6"/>
    <dgm:cxn modelId="{278B0A8A-72BB-4BA9-81CA-47C58CD4B5FD}" type="presParOf" srcId="{CFFFF54E-BF1F-4A64-8CA9-C995920F0C9F}" destId="{B40BA2E5-425B-4CE7-8891-CEC8784AF579}" srcOrd="2" destOrd="0" presId="urn:microsoft.com/office/officeart/2005/8/layout/hList6"/>
    <dgm:cxn modelId="{AFDB6474-8FB1-403E-9D4C-55C571ACA466}" type="presParOf" srcId="{CFFFF54E-BF1F-4A64-8CA9-C995920F0C9F}" destId="{3D494108-ACBB-4FEF-ACD2-5F89F93A3264}" srcOrd="3" destOrd="0" presId="urn:microsoft.com/office/officeart/2005/8/layout/hList6"/>
    <dgm:cxn modelId="{EC8F894E-EEAB-4462-A9A8-8236DA6BBCFC}" type="presParOf" srcId="{CFFFF54E-BF1F-4A64-8CA9-C995920F0C9F}" destId="{7E32E20A-A7D7-414D-BC92-9D7BDEBE7796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0D6154-3513-4CA4-863A-38CFE5D61A09}">
      <dsp:nvSpPr>
        <dsp:cNvPr id="0" name=""/>
        <dsp:cNvSpPr/>
      </dsp:nvSpPr>
      <dsp:spPr>
        <a:xfrm>
          <a:off x="0" y="2499013"/>
          <a:ext cx="21696218" cy="49980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6500" kern="1200" dirty="0"/>
            <a:t>INDICE</a:t>
          </a:r>
          <a:endParaRPr lang="en-US" sz="6500" kern="1200" dirty="0"/>
        </a:p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5100" kern="1200" dirty="0"/>
            <a:t>Primera parte: Un mundo lleno de </a:t>
          </a:r>
          <a:r>
            <a:rPr lang="es-ES" sz="5100" kern="1200" dirty="0" err="1"/>
            <a:t>ciberrriesgos</a:t>
          </a:r>
          <a:r>
            <a:rPr lang="es-ES" sz="5100" kern="1200" dirty="0"/>
            <a:t>. </a:t>
          </a:r>
          <a:endParaRPr lang="en-US" sz="5100" kern="1200" dirty="0"/>
        </a:p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5100" kern="1200" dirty="0"/>
            <a:t>Segunda parte: Como actúan los ciberdelincuentes.</a:t>
          </a:r>
          <a:endParaRPr lang="en-US" sz="5100" kern="1200" dirty="0"/>
        </a:p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5100" kern="1200" dirty="0"/>
            <a:t>Tercera parte: Como podemos protegernos.</a:t>
          </a:r>
          <a:endParaRPr lang="en-US" sz="5100" kern="1200" dirty="0"/>
        </a:p>
      </dsp:txBody>
      <dsp:txXfrm>
        <a:off x="146387" y="2645400"/>
        <a:ext cx="21403444" cy="47052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F1AA50-C67C-4CC8-8D4F-3C58A271BC67}">
      <dsp:nvSpPr>
        <dsp:cNvPr id="0" name=""/>
        <dsp:cNvSpPr/>
      </dsp:nvSpPr>
      <dsp:spPr>
        <a:xfrm rot="16200000">
          <a:off x="-1442265" y="1444910"/>
          <a:ext cx="9766300" cy="6876479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0" rIns="210502" bIns="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300" kern="1200" dirty="0">
              <a:solidFill>
                <a:schemeClr val="bg1"/>
              </a:solidFill>
            </a:rPr>
            <a:t>Hacker sombrero negro (Black </a:t>
          </a:r>
          <a:r>
            <a:rPr lang="es-ES" sz="3300" kern="1200" dirty="0" err="1">
              <a:solidFill>
                <a:schemeClr val="bg1"/>
              </a:solidFill>
            </a:rPr>
            <a:t>hat</a:t>
          </a:r>
          <a:r>
            <a:rPr lang="es-ES" sz="3300" kern="1200" dirty="0">
              <a:solidFill>
                <a:schemeClr val="bg1"/>
              </a:solidFill>
            </a:rPr>
            <a:t> hacker):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600" kern="1200">
              <a:solidFill>
                <a:schemeClr val="bg1"/>
              </a:solidFill>
            </a:rPr>
            <a:t>Este </a:t>
          </a:r>
          <a:r>
            <a:rPr lang="es-ES" sz="2600" kern="1200" dirty="0">
              <a:solidFill>
                <a:schemeClr val="bg1"/>
              </a:solidFill>
            </a:rPr>
            <a:t>término se utiliza para describir a los hackers que utilizan sus habilidades para violar la seguridad de los sistemas informáticos con fines maliciosos o ilegales. Los hackers sombrero negro pueden realizar acciones como el robo de información, la interrupción de servicios en línea, la instalación de malware o virus, y otros tipos de ataques cibernéticos.</a:t>
          </a:r>
        </a:p>
      </dsp:txBody>
      <dsp:txXfrm rot="5400000">
        <a:off x="2646" y="1953259"/>
        <a:ext cx="6876479" cy="5859780"/>
      </dsp:txXfrm>
    </dsp:sp>
    <dsp:sp modelId="{B40BA2E5-425B-4CE7-8891-CEC8784AF579}">
      <dsp:nvSpPr>
        <dsp:cNvPr id="0" name=""/>
        <dsp:cNvSpPr/>
      </dsp:nvSpPr>
      <dsp:spPr>
        <a:xfrm rot="16200000">
          <a:off x="5949949" y="1444910"/>
          <a:ext cx="9766300" cy="6876479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0" rIns="210502" bIns="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300" kern="1200" dirty="0">
              <a:solidFill>
                <a:schemeClr val="bg1"/>
              </a:solidFill>
            </a:rPr>
            <a:t>Hacker sombrero gris (Gray </a:t>
          </a:r>
          <a:r>
            <a:rPr lang="es-ES" sz="3300" kern="1200" dirty="0" err="1">
              <a:solidFill>
                <a:schemeClr val="bg1"/>
              </a:solidFill>
            </a:rPr>
            <a:t>hat</a:t>
          </a:r>
          <a:r>
            <a:rPr lang="es-ES" sz="3300" kern="1200" dirty="0">
              <a:solidFill>
                <a:schemeClr val="bg1"/>
              </a:solidFill>
            </a:rPr>
            <a:t> hacker):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600" kern="1200">
              <a:solidFill>
                <a:schemeClr val="bg1"/>
              </a:solidFill>
            </a:rPr>
            <a:t>Este </a:t>
          </a:r>
          <a:r>
            <a:rPr lang="es-ES" sz="2600" kern="1200" dirty="0">
              <a:solidFill>
                <a:schemeClr val="bg1"/>
              </a:solidFill>
            </a:rPr>
            <a:t>término se utiliza para describir a los hackers que realizan acciones ilegales o no autorizadas en sistemas informáticos, pero sin intenciones maliciosas. Los hackers sombrero gris pueden probar la seguridad de un sistema o sitio web, o incluso proporcionar información sobre vulnerabilidades a los propietarios del sistema. </a:t>
          </a:r>
          <a:r>
            <a:rPr lang="es-ES" sz="2600" kern="1200">
              <a:solidFill>
                <a:schemeClr val="bg1"/>
              </a:solidFill>
            </a:rPr>
            <a:t>Aunque suelen tener buenas intenciones, sus acciones aún pueden ser ilegales y conllevan riesgos.</a:t>
          </a:r>
          <a:endParaRPr lang="es-ES" sz="2600" kern="1200" dirty="0">
            <a:solidFill>
              <a:schemeClr val="bg1"/>
            </a:solidFill>
          </a:endParaRPr>
        </a:p>
      </dsp:txBody>
      <dsp:txXfrm rot="5400000">
        <a:off x="7394860" y="1953259"/>
        <a:ext cx="6876479" cy="5859780"/>
      </dsp:txXfrm>
    </dsp:sp>
    <dsp:sp modelId="{7E32E20A-A7D7-414D-BC92-9D7BDEBE7796}">
      <dsp:nvSpPr>
        <dsp:cNvPr id="0" name=""/>
        <dsp:cNvSpPr/>
      </dsp:nvSpPr>
      <dsp:spPr>
        <a:xfrm rot="16200000">
          <a:off x="13342165" y="1444910"/>
          <a:ext cx="9766300" cy="6876479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0" rIns="210502" bIns="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300" kern="1200" dirty="0">
              <a:solidFill>
                <a:schemeClr val="bg1"/>
              </a:solidFill>
            </a:rPr>
            <a:t>Hacker sombrero blanco (White </a:t>
          </a:r>
          <a:r>
            <a:rPr lang="es-ES" sz="3300" kern="1200" dirty="0" err="1">
              <a:solidFill>
                <a:schemeClr val="bg1"/>
              </a:solidFill>
            </a:rPr>
            <a:t>hat</a:t>
          </a:r>
          <a:r>
            <a:rPr lang="es-ES" sz="3300" kern="1200" dirty="0">
              <a:solidFill>
                <a:schemeClr val="bg1"/>
              </a:solidFill>
            </a:rPr>
            <a:t> hacker):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600" kern="1200">
              <a:solidFill>
                <a:schemeClr val="bg1"/>
              </a:solidFill>
            </a:rPr>
            <a:t> </a:t>
          </a:r>
          <a:r>
            <a:rPr lang="es-ES" sz="2600" kern="1200" dirty="0">
              <a:solidFill>
                <a:schemeClr val="bg1"/>
              </a:solidFill>
            </a:rPr>
            <a:t>Este término se utiliza para describir a los hackers que utilizan sus habilidades para proteger sistemas informáticos y redes de posibles amenazas. Los hackers sombrero blanco trabajan para empresas o organizaciones y realizan pruebas de seguridad para identificar vulnerabilidades y fortalecer la seguridad. A diferencia de los hackers sombrero negro y gris, las acciones de los hackers sombrero blanco son legales y éticas, y su objetivo es mejorar la seguridad de los sistemas informáticos en lugar de dañarlos.</a:t>
          </a:r>
        </a:p>
      </dsp:txBody>
      <dsp:txXfrm rot="5400000">
        <a:off x="14787076" y="1953259"/>
        <a:ext cx="6876479" cy="58597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Shape 34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7" name="Shape 34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0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¿Qué significa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exploit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 </a:t>
            </a:r>
            <a:r>
              <a:rPr lang="es-E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exploit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es un programa informático, una parte de un software o una secuencia de comandos que se aprovecha de un error o vulnerabilidad para provocar un comportamiento no intencionado o imprevisto en un software, hardware o en cualquier dispositivo electrónico.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3" name="Google Shape;19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8DA151-F1F8-9E86-4DEF-CA80CD0698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EE4419-F90D-4DB9-7186-F4FC1EE3E7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ADA172-9628-2F51-EDF8-3D3A44A6D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CFAC-9CCC-4A42-B210-50396F280E79}" type="datetimeFigureOut">
              <a:rPr lang="es-ES" smtClean="0"/>
              <a:t>16/11/2024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EE6DA8-AC7C-1D92-0740-10CCF07F8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A26080-CE84-0836-3197-1C47485A0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8887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7D4417-3127-86DA-CC72-089D73D1E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78392E-04CF-3DBA-C565-F0B8947A3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E6AD9E-AAAF-A4A9-07C1-DC9AA555B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1C36-5ACE-4987-AE80-0E19C513200A}" type="datetimeFigureOut">
              <a:rPr lang="es-ES" smtClean="0"/>
              <a:t>16/11/2024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0C3313-8063-6B24-D8D3-A42DC67EA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2DE19D-6A31-85DB-FFCD-00A24F1F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7D0BF-A977-4FD1-80FE-B58EDF529A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754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10B7D1-7B02-C0B1-D9DD-20CAA54DB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ABD662-86C0-7816-BA61-E5F072CF2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29D426-1A26-63B5-03DE-60F96DF91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CFAC-9CCC-4A42-B210-50396F280E79}" type="datetimeFigureOut">
              <a:rPr lang="es-ES" smtClean="0"/>
              <a:t>16/11/2024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F1C54E-4271-2F32-5DCB-2AE27E5DE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7A1B40-DDD8-A5C5-3133-60F72D17C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4589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40504-6F2B-3D40-8EDD-4ABE960FA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2BB033-20E6-CEBA-9979-FDC117B587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E5FFCF-A66D-1304-0ACF-4F649B340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355B6EE-266B-8F1C-959D-B15C7AE62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CFAC-9CCC-4A42-B210-50396F280E79}" type="datetimeFigureOut">
              <a:rPr lang="es-ES" smtClean="0"/>
              <a:t>16/11/2024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6F2F03B-AC90-9CBE-810A-EEA090062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11C358-78A2-C9BA-8348-3FCA3BEF6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7898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53846F-1DFF-6F5D-0708-BADB4ACEB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385884-36B0-2391-B555-43A004FF2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AE34B09-ACDB-BFAD-D4AF-EA562E2CC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DE37BE7-39F6-8133-07B2-EF23BA7204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196EDA8-4541-B22E-BE39-DDF8F3C233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03AE385-AFFD-1BE6-49B7-DB5D07AED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CFAC-9CCC-4A42-B210-50396F280E79}" type="datetimeFigureOut">
              <a:rPr lang="es-ES" smtClean="0"/>
              <a:t>16/11/2024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F00EAF5-7B42-8553-32DA-053F358B4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F45F341-2978-E634-BB5E-0981432DA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840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C30C94-DB8A-5086-8F8E-0CC57BB99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1EE7250-0842-9436-1097-8E9E7203A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CFAC-9CCC-4A42-B210-50396F280E79}" type="datetimeFigureOut">
              <a:rPr lang="es-ES" smtClean="0"/>
              <a:t>16/11/2024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20B7BB6-5BFF-B1B0-392B-FD1CC7ED3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C205400-A096-F7DE-84AA-505054482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5770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82F426E-5A9A-95EA-7509-9C0EF5164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CFAC-9CCC-4A42-B210-50396F280E79}" type="datetimeFigureOut">
              <a:rPr lang="es-ES" smtClean="0"/>
              <a:t>16/11/2024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E7EDBB3-EE1F-9C9B-BBE7-A0C5DC1EC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A7A5765-35DC-109C-BFEC-C3DDA3F78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3681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32BD7-031A-ABAB-64CA-38DBFA1D2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6F7B0F-5133-1D97-CFFB-759637F29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83BA785-4ED9-49A7-8C3A-EA5F43FBA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6946648-EF33-FAC7-A054-8FAC8BBCB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CFAC-9CCC-4A42-B210-50396F280E79}" type="datetimeFigureOut">
              <a:rPr lang="es-ES" smtClean="0"/>
              <a:t>16/11/2024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2C85DC5-DBB8-DA7B-BC5C-393F38665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A675B3C-3EE0-5636-B300-8BE7ECE6E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3386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782DE1-8B9D-960F-21A8-39DFD4219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7B24A09-3A7D-BA31-00E9-728C52D73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FF81D9E-96AE-2B14-E370-6060147946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3F47C3D-4FA2-4552-0935-EB90CFFB0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CFAC-9CCC-4A42-B210-50396F280E79}" type="datetimeFigureOut">
              <a:rPr lang="es-ES" smtClean="0"/>
              <a:t>16/11/2024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DB6473-FFF0-21B0-36B5-7D3E10766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418334-25BE-1249-DF4C-A34F60293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0613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4EC87D-CA14-279F-A348-519B349A4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BF72E-3499-C81C-1666-7BA66F43F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9C6C2C-5067-138D-6CE9-8B2043D2F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CFAC-9CCC-4A42-B210-50396F280E79}" type="datetimeFigureOut">
              <a:rPr lang="es-ES" smtClean="0"/>
              <a:t>16/11/2024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6E197F-5317-C263-CEC7-C4AB9F215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81506B-B262-D3CE-3E85-B1E3CB997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3684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95A7659-633E-54D0-C93D-4F5A348ED0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8C15AA8-B6E5-FA2D-6135-53CDEE2D4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C9619B-5F37-2E18-3E84-6CF52E023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ACFAC-9CCC-4A42-B210-50396F280E79}" type="datetimeFigureOut">
              <a:rPr lang="es-ES" smtClean="0"/>
              <a:t>16/11/2024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137DFD-1BD4-43AF-511B-772D28415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35D935-5960-CF2A-7ACD-AC2E7AC2C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74953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mage"/>
          <p:cNvSpPr>
            <a:spLocks noGrp="1"/>
          </p:cNvSpPr>
          <p:nvPr>
            <p:ph type="pic" idx="13"/>
          </p:nvPr>
        </p:nvSpPr>
        <p:spPr>
          <a:xfrm>
            <a:off x="-31725" y="-17873"/>
            <a:ext cx="24447276" cy="13751593"/>
          </a:xfrm>
          <a:prstGeom prst="rect">
            <a:avLst/>
          </a:prstGeom>
          <a:pattFill prst="pct10">
            <a:fgClr>
              <a:schemeClr val="accent6"/>
            </a:fgClr>
            <a:bgClr>
              <a:schemeClr val="accent1">
                <a:lumMod val="60000"/>
                <a:lumOff val="40000"/>
              </a:schemeClr>
            </a:bgClr>
          </a:pattFill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8B4977D-2AAA-AE34-25DC-DABDC7F947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983130" y="1030"/>
            <a:ext cx="1800000" cy="201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08398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M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0802" y="12416549"/>
            <a:ext cx="501254" cy="5588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945898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id="{8C0003CE-4280-E2C6-0CD7-236E8D5328A5}"/>
              </a:ext>
            </a:extLst>
          </p:cNvPr>
          <p:cNvSpPr/>
          <p:nvPr userDrawn="1"/>
        </p:nvSpPr>
        <p:spPr>
          <a:xfrm>
            <a:off x="-1" y="0"/>
            <a:ext cx="24384001" cy="13716001"/>
          </a:xfrm>
          <a:prstGeom prst="rect">
            <a:avLst/>
          </a:prstGeom>
          <a:solidFill>
            <a:srgbClr val="00B0F6"/>
          </a:solidFill>
          <a:ln w="12700">
            <a:miter lim="400000"/>
          </a:ln>
        </p:spPr>
        <p:txBody>
          <a:bodyPr lIns="0" tIns="0" rIns="0" bIns="0" anchor="t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24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10175" y="12416549"/>
            <a:ext cx="501254" cy="5588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296899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M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425" y="12416549"/>
            <a:ext cx="501254" cy="5588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M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>
            <a:extLst>
              <a:ext uri="{FF2B5EF4-FFF2-40B4-BE49-F238E27FC236}">
                <a16:creationId xmlns:a16="http://schemas.microsoft.com/office/drawing/2014/main" id="{BEB3FBF1-CD5E-4F3C-B466-0B18514BDF0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60802" y="12399397"/>
            <a:ext cx="501254" cy="5588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M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0802" y="12416549"/>
            <a:ext cx="501254" cy="5588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305" name="CONTACT">
            <a:hlinkClick r:id="" action="ppaction://noaction"/>
          </p:cNvPr>
          <p:cNvSpPr txBox="1">
            <a:spLocks noGrp="1"/>
          </p:cNvSpPr>
          <p:nvPr>
            <p:ph type="body" sz="quarter" idx="13"/>
          </p:nvPr>
        </p:nvSpPr>
        <p:spPr>
          <a:xfrm>
            <a:off x="18457825" y="976391"/>
            <a:ext cx="1201015" cy="2921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SzTx/>
              <a:buNone/>
              <a:defRPr sz="1200" spc="300">
                <a:latin typeface="Lato Bold"/>
                <a:ea typeface="Lato Bold"/>
                <a:cs typeface="Lato Bold"/>
                <a:sym typeface="Lato Bold"/>
              </a:defRPr>
            </a:lvl1pPr>
          </a:lstStyle>
          <a:p>
            <a:r>
              <a:t>CONTACT</a:t>
            </a:r>
          </a:p>
        </p:txBody>
      </p:sp>
      <p:sp>
        <p:nvSpPr>
          <p:cNvPr id="306" name="SERVICE">
            <a:hlinkClick r:id="" action="ppaction://noaction"/>
          </p:cNvPr>
          <p:cNvSpPr txBox="1">
            <a:spLocks noGrp="1"/>
          </p:cNvSpPr>
          <p:nvPr>
            <p:ph type="body" sz="quarter" idx="14"/>
          </p:nvPr>
        </p:nvSpPr>
        <p:spPr>
          <a:xfrm>
            <a:off x="16933362" y="976391"/>
            <a:ext cx="1201014" cy="2921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SzTx/>
              <a:buNone/>
              <a:defRPr sz="1200" spc="300">
                <a:latin typeface="Lato Bold"/>
                <a:ea typeface="Lato Bold"/>
                <a:cs typeface="Lato Bold"/>
                <a:sym typeface="Lato Bold"/>
              </a:defRPr>
            </a:lvl1pPr>
          </a:lstStyle>
          <a:p>
            <a:r>
              <a:t>SERVICE</a:t>
            </a:r>
          </a:p>
        </p:txBody>
      </p:sp>
      <p:sp>
        <p:nvSpPr>
          <p:cNvPr id="307" name="TEAM">
            <a:hlinkClick r:id="" action="ppaction://noaction"/>
          </p:cNvPr>
          <p:cNvSpPr txBox="1">
            <a:spLocks noGrp="1"/>
          </p:cNvSpPr>
          <p:nvPr>
            <p:ph type="body" sz="quarter" idx="15"/>
          </p:nvPr>
        </p:nvSpPr>
        <p:spPr>
          <a:xfrm>
            <a:off x="15408896" y="976391"/>
            <a:ext cx="1201015" cy="2921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SzTx/>
              <a:buNone/>
              <a:defRPr sz="1200" spc="300">
                <a:latin typeface="Lato Bold"/>
                <a:ea typeface="Lato Bold"/>
                <a:cs typeface="Lato Bold"/>
                <a:sym typeface="Lato Bold"/>
              </a:defRPr>
            </a:lvl1pPr>
          </a:lstStyle>
          <a:p>
            <a:r>
              <a:t>TEAM</a:t>
            </a:r>
          </a:p>
        </p:txBody>
      </p:sp>
      <p:sp>
        <p:nvSpPr>
          <p:cNvPr id="308" name="ABOUT US">
            <a:hlinkClick r:id="" action="ppaction://noaction"/>
          </p:cNvPr>
          <p:cNvSpPr txBox="1">
            <a:spLocks noGrp="1"/>
          </p:cNvSpPr>
          <p:nvPr>
            <p:ph type="body" sz="quarter" idx="16"/>
          </p:nvPr>
        </p:nvSpPr>
        <p:spPr>
          <a:xfrm>
            <a:off x="13950961" y="976391"/>
            <a:ext cx="1201014" cy="2921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SzTx/>
              <a:buNone/>
              <a:defRPr sz="1200" spc="300">
                <a:latin typeface="Lato Bold"/>
                <a:ea typeface="Lato Bold"/>
                <a:cs typeface="Lato Bold"/>
                <a:sym typeface="Lato Bold"/>
              </a:defRPr>
            </a:lvl1pPr>
          </a:lstStyle>
          <a:p>
            <a:r>
              <a:t>ABOUT US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MS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425" y="12416549"/>
            <a:ext cx="501254" cy="5588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MS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0802" y="12416549"/>
            <a:ext cx="501254" cy="5588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9E082AC-3E74-7792-24F5-3912BD425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9ED581-920D-1BF9-17CF-2A757A292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400013-B98F-B2D8-2D83-4A259DBCE7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ACFAC-9CCC-4A42-B210-50396F280E79}" type="datetimeFigureOut">
              <a:rPr lang="es-ES" smtClean="0"/>
              <a:t>16/11/2024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C2B3CE-F2C5-607D-1A7C-43ABC22457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DC79AD-F459-ABD5-7E98-288A6F8638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CB4B4D-7CA3-9044-876B-883B54F8677D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7C0AA1B-40B3-0CDB-EE11-F83818EAEF9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997197" y="1033"/>
            <a:ext cx="1800000" cy="201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938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678" r:id="rId15"/>
    <p:sldLayoutId id="2147483679" r:id="rId16"/>
    <p:sldLayoutId id="2147483680" r:id="rId17"/>
    <p:sldLayoutId id="2147483681" r:id="rId18"/>
    <p:sldLayoutId id="2147483682" r:id="rId19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security/business/security-insider/wp-content/uploads/2023/03/A-year-of-Russian-hybrid-warfare-in-Ukraine_MS-Threat-Intelligence-1.pdf" TargetMode="External"/><Relationship Id="rId2" Type="http://schemas.openxmlformats.org/officeDocument/2006/relationships/hyperlink" Target="https://www.microsoft.com/en-us/security/blog/2022/10/14/new-prestige-ransomware-impacts-organizations-in-ukraine-and-poland/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jpg"/><Relationship Id="rId5" Type="http://schemas.openxmlformats.org/officeDocument/2006/relationships/image" Target="../media/image6.jpg"/><Relationship Id="rId4" Type="http://schemas.openxmlformats.org/officeDocument/2006/relationships/hyperlink" Target="https://news.microsoft.com/es-es/2023/03/17/se-esta-reagrupando-rusia-para-una-nueva-ciberguerra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diagramLayout" Target="../diagrams/layout2.xml"/><Relationship Id="rId7" Type="http://schemas.openxmlformats.org/officeDocument/2006/relationships/image" Target="../media/image3.jp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image" Target="../media/image11.jp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35;p8" descr="Cómo protegerse de los virus, piratas informáticos y demás ataques? |  Tecnología - ComputerHoy.com">
            <a:extLst>
              <a:ext uri="{FF2B5EF4-FFF2-40B4-BE49-F238E27FC236}">
                <a16:creationId xmlns:a16="http://schemas.microsoft.com/office/drawing/2014/main" id="{3A387F75-C8A0-B96F-5701-A37BC92859C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26003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Créatif."/>
          <p:cNvSpPr txBox="1"/>
          <p:nvPr/>
        </p:nvSpPr>
        <p:spPr>
          <a:xfrm>
            <a:off x="5196405" y="5448062"/>
            <a:ext cx="13550582" cy="2790957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spAutoFit/>
          </a:bodyPr>
          <a:lstStyle>
            <a:lvl1pPr>
              <a:lnSpc>
                <a:spcPct val="70000"/>
              </a:lnSpc>
              <a:defRPr sz="17700" spc="-531">
                <a:solidFill>
                  <a:schemeClr val="accent6">
                    <a:hueOff val="-400000"/>
                    <a:satOff val="49285"/>
                    <a:lumOff val="5294"/>
                  </a:schemeClr>
                </a:solidFill>
                <a:latin typeface="+mj-lt"/>
                <a:ea typeface="+mj-ea"/>
                <a:cs typeface="+mj-cs"/>
                <a:sym typeface="Open Sans Bold"/>
              </a:defRPr>
            </a:lvl1pPr>
          </a:lstStyle>
          <a:p>
            <a:pPr algn="ctr"/>
            <a:r>
              <a:rPr lang="es-ES" sz="12000" dirty="0">
                <a:solidFill>
                  <a:schemeClr val="tx1"/>
                </a:solidFill>
              </a:rPr>
              <a:t>TALLER DE CIBERSEGURIDAD:</a:t>
            </a:r>
          </a:p>
        </p:txBody>
      </p:sp>
      <p:sp>
        <p:nvSpPr>
          <p:cNvPr id="5" name="© 2020 Créatif,…">
            <a:extLst>
              <a:ext uri="{FF2B5EF4-FFF2-40B4-BE49-F238E27FC236}">
                <a16:creationId xmlns:a16="http://schemas.microsoft.com/office/drawing/2014/main" id="{66B8E8E2-D4ED-8514-F760-9B91E7FE1C27}"/>
              </a:ext>
            </a:extLst>
          </p:cNvPr>
          <p:cNvSpPr txBox="1"/>
          <p:nvPr/>
        </p:nvSpPr>
        <p:spPr>
          <a:xfrm>
            <a:off x="2772808" y="7539877"/>
            <a:ext cx="14810653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t">
            <a:spAutoFit/>
          </a:bodyPr>
          <a:lstStyle/>
          <a:p>
            <a:pPr>
              <a:lnSpc>
                <a:spcPct val="100000"/>
              </a:lnSpc>
              <a:defRPr>
                <a:solidFill>
                  <a:schemeClr val="accent5">
                    <a:hueOff val="68066"/>
                    <a:satOff val="54029"/>
                    <a:lumOff val="16274"/>
                  </a:schemeClr>
                </a:solidFill>
              </a:defRPr>
            </a:pPr>
            <a:endParaRPr sz="5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Welcome Slide">
            <a:extLst>
              <a:ext uri="{FF2B5EF4-FFF2-40B4-BE49-F238E27FC236}">
                <a16:creationId xmlns:a16="http://schemas.microsoft.com/office/drawing/2014/main" id="{07E4E141-ADD2-6BE1-1B42-24436F5D8AA8}"/>
              </a:ext>
            </a:extLst>
          </p:cNvPr>
          <p:cNvSpPr txBox="1"/>
          <p:nvPr/>
        </p:nvSpPr>
        <p:spPr>
          <a:xfrm>
            <a:off x="5219700" y="11867611"/>
            <a:ext cx="13944600" cy="1498295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b">
            <a:spAutoFit/>
          </a:bodyPr>
          <a:lstStyle>
            <a:defPPr>
              <a:defRPr lang="es-ES"/>
            </a:defPPr>
            <a:lvl1pPr algn="ctr">
              <a:lnSpc>
                <a:spcPct val="70000"/>
              </a:lnSpc>
              <a:defRPr sz="12000" spc="-531"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Alberto Ruiz Rodríguez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563449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35;p8" descr="Cómo protegerse de los virus, piratas informáticos y demás ataques? |  Tecnología - ComputerHoy.com">
            <a:extLst>
              <a:ext uri="{FF2B5EF4-FFF2-40B4-BE49-F238E27FC236}">
                <a16:creationId xmlns:a16="http://schemas.microsoft.com/office/drawing/2014/main" id="{08C1A82D-FB68-FB6A-5677-3E23660D15C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24384000" cy="1372600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Título 1">
            <a:extLst>
              <a:ext uri="{FF2B5EF4-FFF2-40B4-BE49-F238E27FC236}">
                <a16:creationId xmlns:a16="http://schemas.microsoft.com/office/drawing/2014/main" id="{FEB75D8E-FAA1-DABD-8BA0-2960A9020B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3907313"/>
              </p:ext>
            </p:extLst>
          </p:nvPr>
        </p:nvGraphicFramePr>
        <p:xfrm>
          <a:off x="1433945" y="1808017"/>
          <a:ext cx="21696219" cy="99960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3321426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F666E30-6F0A-449A-BEC2-DF5912735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3C5560-7A9C-489F-9148-18C5E1D0F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753E759-6EDE-24A3-8D5F-EE1ADDECE1AE}"/>
              </a:ext>
            </a:extLst>
          </p:cNvPr>
          <p:cNvSpPr txBox="1"/>
          <p:nvPr/>
        </p:nvSpPr>
        <p:spPr>
          <a:xfrm>
            <a:off x="3156086" y="1180124"/>
            <a:ext cx="10618280" cy="567787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Primera </a:t>
            </a:r>
            <a:r>
              <a:rPr lang="en-US" sz="78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parte</a:t>
            </a:r>
            <a:r>
              <a:rPr lang="en-US" sz="7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Un </a:t>
            </a:r>
            <a:r>
              <a:rPr lang="en-US" sz="78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mundo</a:t>
            </a:r>
            <a:r>
              <a:rPr lang="en-US" sz="7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78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lleno</a:t>
            </a:r>
            <a:r>
              <a:rPr lang="en-US" sz="7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78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ciberriesgos</a:t>
            </a:r>
            <a:r>
              <a:rPr lang="en-US" sz="7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. </a:t>
            </a:r>
          </a:p>
        </p:txBody>
      </p:sp>
      <p:sp>
        <p:nvSpPr>
          <p:cNvPr id="13" name="!!plus graphic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38472" y="3212822"/>
            <a:ext cx="278076" cy="278076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!!dot graphic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56028" y="3671410"/>
            <a:ext cx="182276" cy="182276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!!circle graphic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392" y="4120260"/>
            <a:ext cx="255426" cy="255426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9" name="!!Straight Connector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02524" y="7010400"/>
            <a:ext cx="0" cy="67056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oogle Shape;135;p8" descr="Cómo protegerse de los virus, piratas informáticos y demás ataques? |  Tecnología - ComputerHoy.com">
            <a:extLst>
              <a:ext uri="{FF2B5EF4-FFF2-40B4-BE49-F238E27FC236}">
                <a16:creationId xmlns:a16="http://schemas.microsoft.com/office/drawing/2014/main" id="{27E304D8-744E-DE01-701F-744B4619D523}"/>
              </a:ext>
            </a:extLst>
          </p:cNvPr>
          <p:cNvPicPr preferRelativeResize="0"/>
          <p:nvPr/>
        </p:nvPicPr>
        <p:blipFill rotWithShape="1">
          <a:blip r:embed="rId2"/>
          <a:srcRect l="17912" r="13007" b="-1"/>
          <a:stretch/>
        </p:blipFill>
        <p:spPr>
          <a:xfrm>
            <a:off x="13480716" y="3212822"/>
            <a:ext cx="10903284" cy="10503180"/>
          </a:xfrm>
          <a:custGeom>
            <a:avLst/>
            <a:gdLst/>
            <a:ahLst/>
            <a:cxnLst/>
            <a:rect l="l" t="t" r="r" b="b"/>
            <a:pathLst>
              <a:path w="5923214" h="5705857">
                <a:moveTo>
                  <a:pt x="3612238" y="0"/>
                </a:moveTo>
                <a:cubicBezTo>
                  <a:pt x="4485043" y="0"/>
                  <a:pt x="5285549" y="309553"/>
                  <a:pt x="5909957" y="824860"/>
                </a:cubicBezTo>
                <a:lnTo>
                  <a:pt x="5923214" y="836909"/>
                </a:lnTo>
                <a:lnTo>
                  <a:pt x="5923214" y="5705857"/>
                </a:lnTo>
                <a:lnTo>
                  <a:pt x="672237" y="5705857"/>
                </a:lnTo>
                <a:lnTo>
                  <a:pt x="616914" y="5631875"/>
                </a:lnTo>
                <a:cubicBezTo>
                  <a:pt x="227427" y="5055358"/>
                  <a:pt x="0" y="4360357"/>
                  <a:pt x="0" y="3612238"/>
                </a:cubicBezTo>
                <a:cubicBezTo>
                  <a:pt x="0" y="1617255"/>
                  <a:pt x="1617255" y="0"/>
                  <a:pt x="3612238" y="0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152349511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77898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77898" cy="1371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28470" cy="13716000"/>
            <a:chOff x="651279" y="598259"/>
            <a:chExt cx="10889442" cy="5680742"/>
          </a:xfrm>
        </p:grpSpPr>
        <p:sp>
          <p:nvSpPr>
            <p:cNvPr id="18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48" y="0"/>
            <a:ext cx="24377904" cy="13716000"/>
            <a:chOff x="0" y="0"/>
            <a:chExt cx="12188952" cy="685800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8F104FD-6EA6-489A-BC5F-BFEE42927D9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72770" y="1682496"/>
            <a:ext cx="10259200" cy="106801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defRPr/>
            </a:pPr>
            <a:r>
              <a:rPr lang="en-US" sz="9600" b="1" i="0" kern="1200" baseline="0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VISIÓN GLOBAL DE LOS RIESGOS TECNOLÓGICOS.</a:t>
            </a:r>
            <a:endParaRPr lang="en-US" sz="96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AC0D201-8541-4F8C-B244-08116BCF1DAF}"/>
              </a:ext>
            </a:extLst>
          </p:cNvPr>
          <p:cNvSpPr txBox="1"/>
          <p:nvPr/>
        </p:nvSpPr>
        <p:spPr>
          <a:xfrm>
            <a:off x="12928820" y="1682494"/>
            <a:ext cx="8969072" cy="10680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300" dirty="0">
                <a:solidFill>
                  <a:schemeClr val="tx2"/>
                </a:solidFill>
              </a:rPr>
              <a:t>“En 1989, </a:t>
            </a:r>
            <a:r>
              <a:rPr lang="en-US" sz="3300" dirty="0" err="1">
                <a:solidFill>
                  <a:schemeClr val="tx2"/>
                </a:solidFill>
              </a:rPr>
              <a:t>el</a:t>
            </a:r>
            <a:r>
              <a:rPr lang="en-US" sz="3300" dirty="0">
                <a:solidFill>
                  <a:schemeClr val="tx2"/>
                </a:solidFill>
              </a:rPr>
              <a:t> </a:t>
            </a:r>
            <a:r>
              <a:rPr lang="en-US" sz="3300" dirty="0" err="1">
                <a:solidFill>
                  <a:schemeClr val="tx2"/>
                </a:solidFill>
              </a:rPr>
              <a:t>famoso</a:t>
            </a:r>
            <a:r>
              <a:rPr lang="en-US" sz="3300" dirty="0">
                <a:solidFill>
                  <a:schemeClr val="tx2"/>
                </a:solidFill>
              </a:rPr>
              <a:t> </a:t>
            </a:r>
            <a:r>
              <a:rPr lang="en-US" sz="3300" dirty="0" err="1">
                <a:solidFill>
                  <a:schemeClr val="tx2"/>
                </a:solidFill>
              </a:rPr>
              <a:t>experto</a:t>
            </a:r>
            <a:r>
              <a:rPr lang="en-US" sz="3300" dirty="0">
                <a:solidFill>
                  <a:schemeClr val="tx2"/>
                </a:solidFill>
              </a:rPr>
              <a:t> </a:t>
            </a:r>
            <a:r>
              <a:rPr lang="en-US" sz="3300" dirty="0" err="1">
                <a:solidFill>
                  <a:schemeClr val="tx2"/>
                </a:solidFill>
              </a:rPr>
              <a:t>en</a:t>
            </a:r>
            <a:r>
              <a:rPr lang="en-US" sz="3300" dirty="0">
                <a:solidFill>
                  <a:schemeClr val="tx2"/>
                </a:solidFill>
              </a:rPr>
              <a:t> </a:t>
            </a:r>
            <a:r>
              <a:rPr lang="en-US" sz="3300" dirty="0" err="1">
                <a:solidFill>
                  <a:schemeClr val="tx2"/>
                </a:solidFill>
              </a:rPr>
              <a:t>seguridad</a:t>
            </a:r>
            <a:r>
              <a:rPr lang="en-US" sz="3300" dirty="0">
                <a:solidFill>
                  <a:schemeClr val="tx2"/>
                </a:solidFill>
              </a:rPr>
              <a:t> de Internet </a:t>
            </a:r>
            <a:r>
              <a:rPr lang="en-US" sz="3300" i="1" dirty="0">
                <a:solidFill>
                  <a:schemeClr val="tx2"/>
                </a:solidFill>
              </a:rPr>
              <a:t>Gene Spafford </a:t>
            </a:r>
            <a:r>
              <a:rPr lang="en-US" sz="3300" dirty="0" err="1">
                <a:solidFill>
                  <a:schemeClr val="tx2"/>
                </a:solidFill>
              </a:rPr>
              <a:t>dijo</a:t>
            </a:r>
            <a:r>
              <a:rPr lang="en-US" sz="3300" dirty="0">
                <a:solidFill>
                  <a:schemeClr val="tx2"/>
                </a:solidFill>
              </a:rPr>
              <a:t> que «</a:t>
            </a:r>
            <a:r>
              <a:rPr lang="en-US" sz="3300" dirty="0" err="1">
                <a:solidFill>
                  <a:schemeClr val="tx2"/>
                </a:solidFill>
              </a:rPr>
              <a:t>el</a:t>
            </a:r>
            <a:r>
              <a:rPr lang="en-US" sz="3300" dirty="0">
                <a:solidFill>
                  <a:schemeClr val="tx2"/>
                </a:solidFill>
              </a:rPr>
              <a:t> </a:t>
            </a:r>
            <a:r>
              <a:rPr lang="en-US" sz="3300" dirty="0" err="1">
                <a:solidFill>
                  <a:schemeClr val="tx2"/>
                </a:solidFill>
              </a:rPr>
              <a:t>único</a:t>
            </a:r>
            <a:r>
              <a:rPr lang="en-US" sz="3300" dirty="0">
                <a:solidFill>
                  <a:schemeClr val="tx2"/>
                </a:solidFill>
              </a:rPr>
              <a:t> </a:t>
            </a:r>
            <a:r>
              <a:rPr lang="en-US" sz="3300" dirty="0" err="1">
                <a:solidFill>
                  <a:schemeClr val="tx2"/>
                </a:solidFill>
              </a:rPr>
              <a:t>sistema</a:t>
            </a:r>
            <a:r>
              <a:rPr lang="en-US" sz="3300" dirty="0">
                <a:solidFill>
                  <a:schemeClr val="tx2"/>
                </a:solidFill>
              </a:rPr>
              <a:t> </a:t>
            </a:r>
            <a:r>
              <a:rPr lang="en-US" sz="3300" dirty="0" err="1">
                <a:solidFill>
                  <a:schemeClr val="tx2"/>
                </a:solidFill>
              </a:rPr>
              <a:t>verdaderamente</a:t>
            </a:r>
            <a:r>
              <a:rPr lang="en-US" sz="3300" dirty="0">
                <a:solidFill>
                  <a:schemeClr val="tx2"/>
                </a:solidFill>
              </a:rPr>
              <a:t> </a:t>
            </a:r>
            <a:r>
              <a:rPr lang="en-US" sz="3300" dirty="0" err="1">
                <a:solidFill>
                  <a:schemeClr val="tx2"/>
                </a:solidFill>
              </a:rPr>
              <a:t>seguro</a:t>
            </a:r>
            <a:r>
              <a:rPr lang="en-US" sz="3300" dirty="0">
                <a:solidFill>
                  <a:schemeClr val="tx2"/>
                </a:solidFill>
              </a:rPr>
              <a:t> es </a:t>
            </a:r>
            <a:r>
              <a:rPr lang="en-US" sz="3300" dirty="0" err="1">
                <a:solidFill>
                  <a:schemeClr val="tx2"/>
                </a:solidFill>
              </a:rPr>
              <a:t>el</a:t>
            </a:r>
            <a:r>
              <a:rPr lang="en-US" sz="3300" dirty="0">
                <a:solidFill>
                  <a:schemeClr val="tx2"/>
                </a:solidFill>
              </a:rPr>
              <a:t> que se </a:t>
            </a:r>
            <a:r>
              <a:rPr lang="en-US" sz="3300" dirty="0" err="1">
                <a:solidFill>
                  <a:schemeClr val="tx2"/>
                </a:solidFill>
              </a:rPr>
              <a:t>apaga</a:t>
            </a:r>
            <a:r>
              <a:rPr lang="en-US" sz="3300" dirty="0">
                <a:solidFill>
                  <a:schemeClr val="tx2"/>
                </a:solidFill>
              </a:rPr>
              <a:t>, se </a:t>
            </a:r>
            <a:r>
              <a:rPr lang="en-US" sz="3300" dirty="0" err="1">
                <a:solidFill>
                  <a:schemeClr val="tx2"/>
                </a:solidFill>
              </a:rPr>
              <a:t>coloca</a:t>
            </a:r>
            <a:r>
              <a:rPr lang="en-US" sz="3300" dirty="0">
                <a:solidFill>
                  <a:schemeClr val="tx2"/>
                </a:solidFill>
              </a:rPr>
              <a:t> </a:t>
            </a:r>
            <a:r>
              <a:rPr lang="en-US" sz="3300" dirty="0" err="1">
                <a:solidFill>
                  <a:schemeClr val="tx2"/>
                </a:solidFill>
              </a:rPr>
              <a:t>en</a:t>
            </a:r>
            <a:r>
              <a:rPr lang="en-US" sz="3300" dirty="0">
                <a:solidFill>
                  <a:schemeClr val="tx2"/>
                </a:solidFill>
              </a:rPr>
              <a:t> un </a:t>
            </a:r>
            <a:r>
              <a:rPr lang="en-US" sz="3300" dirty="0" err="1">
                <a:solidFill>
                  <a:schemeClr val="tx2"/>
                </a:solidFill>
              </a:rPr>
              <a:t>bloque</a:t>
            </a:r>
            <a:r>
              <a:rPr lang="en-US" sz="3300" dirty="0">
                <a:solidFill>
                  <a:schemeClr val="tx2"/>
                </a:solidFill>
              </a:rPr>
              <a:t> de </a:t>
            </a:r>
            <a:r>
              <a:rPr lang="en-US" sz="3300" dirty="0" err="1">
                <a:solidFill>
                  <a:schemeClr val="tx2"/>
                </a:solidFill>
              </a:rPr>
              <a:t>hormigón</a:t>
            </a:r>
            <a:r>
              <a:rPr lang="en-US" sz="3300" dirty="0">
                <a:solidFill>
                  <a:schemeClr val="tx2"/>
                </a:solidFill>
              </a:rPr>
              <a:t> y se </a:t>
            </a:r>
            <a:r>
              <a:rPr lang="en-US" sz="3300" dirty="0" err="1">
                <a:solidFill>
                  <a:schemeClr val="tx2"/>
                </a:solidFill>
              </a:rPr>
              <a:t>sella</a:t>
            </a:r>
            <a:r>
              <a:rPr lang="en-US" sz="3300" dirty="0">
                <a:solidFill>
                  <a:schemeClr val="tx2"/>
                </a:solidFill>
              </a:rPr>
              <a:t> </a:t>
            </a:r>
            <a:r>
              <a:rPr lang="en-US" sz="3300" dirty="0" err="1">
                <a:solidFill>
                  <a:schemeClr val="tx2"/>
                </a:solidFill>
              </a:rPr>
              <a:t>en</a:t>
            </a:r>
            <a:r>
              <a:rPr lang="en-US" sz="3300" dirty="0">
                <a:solidFill>
                  <a:schemeClr val="tx2"/>
                </a:solidFill>
              </a:rPr>
              <a:t> </a:t>
            </a:r>
            <a:r>
              <a:rPr lang="en-US" sz="3300" dirty="0" err="1">
                <a:solidFill>
                  <a:schemeClr val="tx2"/>
                </a:solidFill>
              </a:rPr>
              <a:t>una</a:t>
            </a:r>
            <a:r>
              <a:rPr lang="en-US" sz="3300" dirty="0">
                <a:solidFill>
                  <a:schemeClr val="tx2"/>
                </a:solidFill>
              </a:rPr>
              <a:t> </a:t>
            </a:r>
            <a:r>
              <a:rPr lang="en-US" sz="3300" dirty="0" err="1">
                <a:solidFill>
                  <a:schemeClr val="tx2"/>
                </a:solidFill>
              </a:rPr>
              <a:t>habitación</a:t>
            </a:r>
            <a:r>
              <a:rPr lang="en-US" sz="3300" dirty="0">
                <a:solidFill>
                  <a:schemeClr val="tx2"/>
                </a:solidFill>
              </a:rPr>
              <a:t> </a:t>
            </a:r>
            <a:r>
              <a:rPr lang="en-US" sz="3300" dirty="0" err="1">
                <a:solidFill>
                  <a:schemeClr val="tx2"/>
                </a:solidFill>
              </a:rPr>
              <a:t>revestida</a:t>
            </a:r>
            <a:r>
              <a:rPr lang="en-US" sz="3300" dirty="0">
                <a:solidFill>
                  <a:schemeClr val="tx2"/>
                </a:solidFill>
              </a:rPr>
              <a:t> de </a:t>
            </a:r>
            <a:r>
              <a:rPr lang="en-US" sz="3300" dirty="0" err="1">
                <a:solidFill>
                  <a:schemeClr val="tx2"/>
                </a:solidFill>
              </a:rPr>
              <a:t>plomo</a:t>
            </a:r>
            <a:r>
              <a:rPr lang="en-US" sz="3300" dirty="0">
                <a:solidFill>
                  <a:schemeClr val="tx2"/>
                </a:solidFill>
              </a:rPr>
              <a:t> con </a:t>
            </a:r>
            <a:r>
              <a:rPr lang="en-US" sz="3300" dirty="0" err="1">
                <a:solidFill>
                  <a:schemeClr val="tx2"/>
                </a:solidFill>
              </a:rPr>
              <a:t>guardias</a:t>
            </a:r>
            <a:r>
              <a:rPr lang="en-US" sz="3300" dirty="0">
                <a:solidFill>
                  <a:schemeClr val="tx2"/>
                </a:solidFill>
              </a:rPr>
              <a:t> </a:t>
            </a:r>
            <a:r>
              <a:rPr lang="en-US" sz="3300" dirty="0" err="1">
                <a:solidFill>
                  <a:schemeClr val="tx2"/>
                </a:solidFill>
              </a:rPr>
              <a:t>armados</a:t>
            </a:r>
            <a:r>
              <a:rPr lang="en-US" sz="3300" dirty="0">
                <a:solidFill>
                  <a:schemeClr val="tx2"/>
                </a:solidFill>
              </a:rPr>
              <a:t>, y </a:t>
            </a:r>
            <a:r>
              <a:rPr lang="en-US" sz="3300" dirty="0" err="1">
                <a:solidFill>
                  <a:schemeClr val="tx2"/>
                </a:solidFill>
              </a:rPr>
              <a:t>aún</a:t>
            </a:r>
            <a:r>
              <a:rPr lang="en-US" sz="3300" dirty="0">
                <a:solidFill>
                  <a:schemeClr val="tx2"/>
                </a:solidFill>
              </a:rPr>
              <a:t> </a:t>
            </a:r>
            <a:r>
              <a:rPr lang="en-US" sz="3300" dirty="0" err="1">
                <a:solidFill>
                  <a:schemeClr val="tx2"/>
                </a:solidFill>
              </a:rPr>
              <a:t>así</a:t>
            </a:r>
            <a:r>
              <a:rPr lang="en-US" sz="3300" dirty="0">
                <a:solidFill>
                  <a:schemeClr val="tx2"/>
                </a:solidFill>
              </a:rPr>
              <a:t> </a:t>
            </a:r>
            <a:r>
              <a:rPr lang="en-US" sz="3300" dirty="0" err="1">
                <a:solidFill>
                  <a:schemeClr val="tx2"/>
                </a:solidFill>
              </a:rPr>
              <a:t>tengo</a:t>
            </a:r>
            <a:r>
              <a:rPr lang="en-US" sz="3300" dirty="0">
                <a:solidFill>
                  <a:schemeClr val="tx2"/>
                </a:solidFill>
              </a:rPr>
              <a:t> mis </a:t>
            </a:r>
            <a:r>
              <a:rPr lang="en-US" sz="3300" dirty="0" err="1">
                <a:solidFill>
                  <a:schemeClr val="tx2"/>
                </a:solidFill>
              </a:rPr>
              <a:t>dudas</a:t>
            </a:r>
            <a:r>
              <a:rPr lang="en-US" sz="3300" dirty="0">
                <a:solidFill>
                  <a:schemeClr val="tx2"/>
                </a:solidFill>
              </a:rPr>
              <a:t>».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300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300" dirty="0">
                <a:solidFill>
                  <a:schemeClr val="tx2"/>
                </a:solidFill>
              </a:rPr>
              <a:t>Es </a:t>
            </a:r>
            <a:r>
              <a:rPr lang="en-US" sz="3300" dirty="0" err="1">
                <a:solidFill>
                  <a:schemeClr val="tx2"/>
                </a:solidFill>
              </a:rPr>
              <a:t>cierto</a:t>
            </a:r>
            <a:r>
              <a:rPr lang="en-US" sz="3300" dirty="0">
                <a:solidFill>
                  <a:schemeClr val="tx2"/>
                </a:solidFill>
              </a:rPr>
              <a:t> para </a:t>
            </a:r>
            <a:r>
              <a:rPr lang="en-US" sz="3300" dirty="0" err="1">
                <a:solidFill>
                  <a:schemeClr val="tx2"/>
                </a:solidFill>
              </a:rPr>
              <a:t>los</a:t>
            </a:r>
            <a:r>
              <a:rPr lang="en-US" sz="3300" dirty="0">
                <a:solidFill>
                  <a:schemeClr val="tx2"/>
                </a:solidFill>
              </a:rPr>
              <a:t> </a:t>
            </a:r>
            <a:r>
              <a:rPr lang="en-US" sz="3300" dirty="0" err="1">
                <a:solidFill>
                  <a:schemeClr val="tx2"/>
                </a:solidFill>
              </a:rPr>
              <a:t>ordenadores</a:t>
            </a:r>
            <a:r>
              <a:rPr lang="en-US" sz="3300" dirty="0">
                <a:solidFill>
                  <a:schemeClr val="tx2"/>
                </a:solidFill>
              </a:rPr>
              <a:t> </a:t>
            </a:r>
            <a:r>
              <a:rPr lang="en-US" sz="3300" dirty="0" err="1">
                <a:solidFill>
                  <a:schemeClr val="tx2"/>
                </a:solidFill>
              </a:rPr>
              <a:t>independientes</a:t>
            </a:r>
            <a:r>
              <a:rPr lang="en-US" sz="3300" dirty="0">
                <a:solidFill>
                  <a:schemeClr val="tx2"/>
                </a:solidFill>
              </a:rPr>
              <a:t> y para </a:t>
            </a:r>
            <a:r>
              <a:rPr lang="en-US" sz="3300" dirty="0" err="1">
                <a:solidFill>
                  <a:schemeClr val="tx2"/>
                </a:solidFill>
              </a:rPr>
              <a:t>los</a:t>
            </a:r>
            <a:r>
              <a:rPr lang="en-US" sz="3300" dirty="0">
                <a:solidFill>
                  <a:schemeClr val="tx2"/>
                </a:solidFill>
              </a:rPr>
              <a:t> </a:t>
            </a:r>
            <a:r>
              <a:rPr lang="en-US" sz="3300" dirty="0" err="1">
                <a:solidFill>
                  <a:schemeClr val="tx2"/>
                </a:solidFill>
              </a:rPr>
              <a:t>ordenadores</a:t>
            </a:r>
            <a:r>
              <a:rPr lang="en-US" sz="3300" dirty="0">
                <a:solidFill>
                  <a:schemeClr val="tx2"/>
                </a:solidFill>
              </a:rPr>
              <a:t> </a:t>
            </a:r>
            <a:r>
              <a:rPr lang="en-US" sz="3300" dirty="0" err="1">
                <a:solidFill>
                  <a:schemeClr val="tx2"/>
                </a:solidFill>
              </a:rPr>
              <a:t>integrados</a:t>
            </a:r>
            <a:r>
              <a:rPr lang="en-US" sz="3300" dirty="0">
                <a:solidFill>
                  <a:schemeClr val="tx2"/>
                </a:solidFill>
              </a:rPr>
              <a:t> </a:t>
            </a:r>
            <a:r>
              <a:rPr lang="en-US" sz="3300" dirty="0" err="1">
                <a:solidFill>
                  <a:schemeClr val="tx2"/>
                </a:solidFill>
              </a:rPr>
              <a:t>conectados</a:t>
            </a:r>
            <a:r>
              <a:rPr lang="en-US" sz="3300" dirty="0">
                <a:solidFill>
                  <a:schemeClr val="tx2"/>
                </a:solidFill>
              </a:rPr>
              <a:t> a Internet y que </a:t>
            </a:r>
            <a:r>
              <a:rPr lang="en-US" sz="3300" dirty="0" err="1">
                <a:solidFill>
                  <a:schemeClr val="tx2"/>
                </a:solidFill>
              </a:rPr>
              <a:t>están</a:t>
            </a:r>
            <a:r>
              <a:rPr lang="en-US" sz="3300" dirty="0">
                <a:solidFill>
                  <a:schemeClr val="tx2"/>
                </a:solidFill>
              </a:rPr>
              <a:t> </a:t>
            </a:r>
            <a:r>
              <a:rPr lang="en-US" sz="3300" dirty="0" err="1">
                <a:solidFill>
                  <a:schemeClr val="tx2"/>
                </a:solidFill>
              </a:rPr>
              <a:t>en</a:t>
            </a:r>
            <a:r>
              <a:rPr lang="en-US" sz="3300" dirty="0">
                <a:solidFill>
                  <a:schemeClr val="tx2"/>
                </a:solidFill>
              </a:rPr>
              <a:t> </a:t>
            </a:r>
            <a:r>
              <a:rPr lang="en-US" sz="3300" dirty="0" err="1">
                <a:solidFill>
                  <a:schemeClr val="tx2"/>
                </a:solidFill>
              </a:rPr>
              <a:t>todas</a:t>
            </a:r>
            <a:r>
              <a:rPr lang="en-US" sz="3300" dirty="0">
                <a:solidFill>
                  <a:schemeClr val="tx2"/>
                </a:solidFill>
              </a:rPr>
              <a:t> partes. </a:t>
            </a:r>
            <a:r>
              <a:rPr lang="en-US" sz="3300" dirty="0" err="1">
                <a:solidFill>
                  <a:schemeClr val="tx2"/>
                </a:solidFill>
              </a:rPr>
              <a:t>Hace</a:t>
            </a:r>
            <a:r>
              <a:rPr lang="en-US" sz="3300" dirty="0">
                <a:solidFill>
                  <a:schemeClr val="tx2"/>
                </a:solidFill>
              </a:rPr>
              <a:t> poco, </a:t>
            </a:r>
            <a:r>
              <a:rPr lang="en-US" sz="3300" b="1" dirty="0">
                <a:solidFill>
                  <a:schemeClr val="tx2"/>
                </a:solidFill>
              </a:rPr>
              <a:t>Rod </a:t>
            </a:r>
            <a:r>
              <a:rPr lang="en-US" sz="3300" b="1" dirty="0" err="1">
                <a:solidFill>
                  <a:schemeClr val="tx2"/>
                </a:solidFill>
              </a:rPr>
              <a:t>Beckstrom</a:t>
            </a:r>
            <a:r>
              <a:rPr lang="en-US" sz="3300" dirty="0">
                <a:solidFill>
                  <a:schemeClr val="tx2"/>
                </a:solidFill>
              </a:rPr>
              <a:t>, </a:t>
            </a:r>
            <a:r>
              <a:rPr lang="en-US" sz="3300" dirty="0" err="1">
                <a:solidFill>
                  <a:schemeClr val="tx2"/>
                </a:solidFill>
              </a:rPr>
              <a:t>exdirector</a:t>
            </a:r>
            <a:r>
              <a:rPr lang="en-US" sz="3300" dirty="0">
                <a:solidFill>
                  <a:schemeClr val="tx2"/>
                </a:solidFill>
              </a:rPr>
              <a:t> del Centro Nacional de </a:t>
            </a:r>
            <a:r>
              <a:rPr lang="en-US" sz="3300" dirty="0" err="1">
                <a:solidFill>
                  <a:schemeClr val="tx2"/>
                </a:solidFill>
              </a:rPr>
              <a:t>Seguridad</a:t>
            </a:r>
            <a:r>
              <a:rPr lang="en-US" sz="3300" dirty="0">
                <a:solidFill>
                  <a:schemeClr val="tx2"/>
                </a:solidFill>
              </a:rPr>
              <a:t> </a:t>
            </a:r>
            <a:r>
              <a:rPr lang="en-US" sz="3300" dirty="0" err="1">
                <a:solidFill>
                  <a:schemeClr val="tx2"/>
                </a:solidFill>
              </a:rPr>
              <a:t>Cibernética</a:t>
            </a:r>
            <a:r>
              <a:rPr lang="en-US" sz="3300" dirty="0">
                <a:solidFill>
                  <a:schemeClr val="tx2"/>
                </a:solidFill>
              </a:rPr>
              <a:t>, lo </a:t>
            </a:r>
            <a:r>
              <a:rPr lang="en-US" sz="3300" dirty="0" err="1">
                <a:solidFill>
                  <a:schemeClr val="tx2"/>
                </a:solidFill>
              </a:rPr>
              <a:t>resumió</a:t>
            </a:r>
            <a:r>
              <a:rPr lang="en-US" sz="3300" dirty="0">
                <a:solidFill>
                  <a:schemeClr val="tx2"/>
                </a:solidFill>
              </a:rPr>
              <a:t> de </a:t>
            </a:r>
            <a:r>
              <a:rPr lang="en-US" sz="3300" dirty="0" err="1">
                <a:solidFill>
                  <a:schemeClr val="tx2"/>
                </a:solidFill>
              </a:rPr>
              <a:t>esta</a:t>
            </a:r>
            <a:r>
              <a:rPr lang="en-US" sz="3300" dirty="0">
                <a:solidFill>
                  <a:schemeClr val="tx2"/>
                </a:solidFill>
              </a:rPr>
              <a:t> </a:t>
            </a:r>
            <a:r>
              <a:rPr lang="en-US" sz="3300" dirty="0" err="1">
                <a:solidFill>
                  <a:schemeClr val="tx2"/>
                </a:solidFill>
              </a:rPr>
              <a:t>manera</a:t>
            </a:r>
            <a:r>
              <a:rPr lang="en-US" sz="3300" dirty="0">
                <a:solidFill>
                  <a:schemeClr val="tx2"/>
                </a:solidFill>
              </a:rPr>
              <a:t>: </a:t>
            </a:r>
          </a:p>
          <a:p>
            <a:pPr marL="7429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300" dirty="0" err="1">
                <a:solidFill>
                  <a:schemeClr val="tx2"/>
                </a:solidFill>
              </a:rPr>
              <a:t>Cualquier</a:t>
            </a:r>
            <a:r>
              <a:rPr lang="en-US" sz="3300" dirty="0">
                <a:solidFill>
                  <a:schemeClr val="tx2"/>
                </a:solidFill>
              </a:rPr>
              <a:t> </a:t>
            </a:r>
            <a:r>
              <a:rPr lang="en-US" sz="3300" dirty="0" err="1">
                <a:solidFill>
                  <a:schemeClr val="tx2"/>
                </a:solidFill>
              </a:rPr>
              <a:t>cosa</a:t>
            </a:r>
            <a:r>
              <a:rPr lang="en-US" sz="3300" dirty="0">
                <a:solidFill>
                  <a:schemeClr val="tx2"/>
                </a:solidFill>
              </a:rPr>
              <a:t> </a:t>
            </a:r>
            <a:r>
              <a:rPr lang="en-US" sz="3300" dirty="0" err="1">
                <a:solidFill>
                  <a:schemeClr val="tx2"/>
                </a:solidFill>
              </a:rPr>
              <a:t>conectada</a:t>
            </a:r>
            <a:r>
              <a:rPr lang="en-US" sz="3300" dirty="0">
                <a:solidFill>
                  <a:schemeClr val="tx2"/>
                </a:solidFill>
              </a:rPr>
              <a:t> a Internet </a:t>
            </a:r>
            <a:r>
              <a:rPr lang="en-US" sz="3300" dirty="0" err="1">
                <a:solidFill>
                  <a:schemeClr val="tx2"/>
                </a:solidFill>
              </a:rPr>
              <a:t>puede</a:t>
            </a:r>
            <a:r>
              <a:rPr lang="en-US" sz="3300" dirty="0">
                <a:solidFill>
                  <a:schemeClr val="tx2"/>
                </a:solidFill>
              </a:rPr>
              <a:t> ser </a:t>
            </a:r>
            <a:r>
              <a:rPr lang="en-US" sz="3300" dirty="0" err="1">
                <a:solidFill>
                  <a:schemeClr val="tx2"/>
                </a:solidFill>
              </a:rPr>
              <a:t>pirateada</a:t>
            </a:r>
            <a:r>
              <a:rPr lang="en-US" sz="3300" dirty="0">
                <a:solidFill>
                  <a:schemeClr val="tx2"/>
                </a:solidFill>
              </a:rPr>
              <a:t>; </a:t>
            </a:r>
          </a:p>
          <a:p>
            <a:pPr marL="7429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300" dirty="0">
                <a:solidFill>
                  <a:schemeClr val="tx2"/>
                </a:solidFill>
              </a:rPr>
              <a:t>Todo se </a:t>
            </a:r>
            <a:r>
              <a:rPr lang="en-US" sz="3300" dirty="0" err="1">
                <a:solidFill>
                  <a:schemeClr val="tx2"/>
                </a:solidFill>
              </a:rPr>
              <a:t>está</a:t>
            </a:r>
            <a:r>
              <a:rPr lang="en-US" sz="3300" dirty="0">
                <a:solidFill>
                  <a:schemeClr val="tx2"/>
                </a:solidFill>
              </a:rPr>
              <a:t> </a:t>
            </a:r>
            <a:r>
              <a:rPr lang="en-US" sz="3300" dirty="0" err="1">
                <a:solidFill>
                  <a:schemeClr val="tx2"/>
                </a:solidFill>
              </a:rPr>
              <a:t>conectando</a:t>
            </a:r>
            <a:r>
              <a:rPr lang="en-US" sz="3300" dirty="0">
                <a:solidFill>
                  <a:schemeClr val="tx2"/>
                </a:solidFill>
              </a:rPr>
              <a:t> a Internet; </a:t>
            </a:r>
          </a:p>
          <a:p>
            <a:pPr marL="7429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300" dirty="0">
                <a:solidFill>
                  <a:schemeClr val="tx2"/>
                </a:solidFill>
              </a:rPr>
              <a:t>Como </a:t>
            </a:r>
            <a:r>
              <a:rPr lang="en-US" sz="3300" dirty="0" err="1">
                <a:solidFill>
                  <a:schemeClr val="tx2"/>
                </a:solidFill>
              </a:rPr>
              <a:t>resultado</a:t>
            </a:r>
            <a:r>
              <a:rPr lang="en-US" sz="3300" dirty="0">
                <a:solidFill>
                  <a:schemeClr val="tx2"/>
                </a:solidFill>
              </a:rPr>
              <a:t>, </a:t>
            </a:r>
            <a:r>
              <a:rPr lang="en-US" sz="3300" dirty="0" err="1">
                <a:solidFill>
                  <a:schemeClr val="tx2"/>
                </a:solidFill>
              </a:rPr>
              <a:t>todo</a:t>
            </a:r>
            <a:r>
              <a:rPr lang="en-US" sz="3300" dirty="0">
                <a:solidFill>
                  <a:schemeClr val="tx2"/>
                </a:solidFill>
              </a:rPr>
              <a:t> se </a:t>
            </a:r>
            <a:r>
              <a:rPr lang="en-US" sz="3300" dirty="0" err="1">
                <a:solidFill>
                  <a:schemeClr val="tx2"/>
                </a:solidFill>
              </a:rPr>
              <a:t>vuelve</a:t>
            </a:r>
            <a:r>
              <a:rPr lang="en-US" sz="3300" dirty="0">
                <a:solidFill>
                  <a:schemeClr val="tx2"/>
                </a:solidFill>
              </a:rPr>
              <a:t> vulnerable.”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300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300" i="1" dirty="0">
                <a:solidFill>
                  <a:schemeClr val="tx2"/>
                </a:solidFill>
              </a:rPr>
              <a:t>BRUCE SCHNEIER “HAZ CLIC AQUÍ PARA MATARLOS A TODOS” 2018</a:t>
            </a:r>
          </a:p>
        </p:txBody>
      </p:sp>
      <p:pic>
        <p:nvPicPr>
          <p:cNvPr id="7" name="Google Shape;135;p8" descr="Cómo protegerse de los virus, piratas informáticos y demás ataques? |  Tecnología - ComputerHoy.com">
            <a:extLst>
              <a:ext uri="{FF2B5EF4-FFF2-40B4-BE49-F238E27FC236}">
                <a16:creationId xmlns:a16="http://schemas.microsoft.com/office/drawing/2014/main" id="{C8AB7890-04E1-496C-B1F8-64481348C47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666200" y="12332972"/>
            <a:ext cx="2717800" cy="13830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647491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77904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4BA8CF-2339-627F-F8A0-3999E23E450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44986" y="477078"/>
            <a:ext cx="22037040" cy="28688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10800" dirty="0"/>
              <a:t>¿</a:t>
            </a:r>
            <a:r>
              <a:rPr lang="en-US" sz="10800" dirty="0" err="1"/>
              <a:t>Qué</a:t>
            </a:r>
            <a:r>
              <a:rPr lang="en-US" sz="10800" dirty="0"/>
              <a:t> es la </a:t>
            </a:r>
            <a:r>
              <a:rPr lang="en-US" sz="10800" dirty="0" err="1"/>
              <a:t>ciberseguridad</a:t>
            </a:r>
            <a:r>
              <a:rPr lang="en-US" sz="10800" dirty="0"/>
              <a:t>?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4986" y="3363088"/>
            <a:ext cx="21945600" cy="36576"/>
          </a:xfrm>
          <a:custGeom>
            <a:avLst/>
            <a:gdLst>
              <a:gd name="connsiteX0" fmla="*/ 0 w 21945600"/>
              <a:gd name="connsiteY0" fmla="*/ 0 h 36576"/>
              <a:gd name="connsiteX1" fmla="*/ 905256 w 21945600"/>
              <a:gd name="connsiteY1" fmla="*/ 0 h 36576"/>
              <a:gd name="connsiteX2" fmla="*/ 1810512 w 21945600"/>
              <a:gd name="connsiteY2" fmla="*/ 0 h 36576"/>
              <a:gd name="connsiteX3" fmla="*/ 2057400 w 21945600"/>
              <a:gd name="connsiteY3" fmla="*/ 0 h 36576"/>
              <a:gd name="connsiteX4" fmla="*/ 2743200 w 21945600"/>
              <a:gd name="connsiteY4" fmla="*/ 0 h 36576"/>
              <a:gd name="connsiteX5" fmla="*/ 3867912 w 21945600"/>
              <a:gd name="connsiteY5" fmla="*/ 0 h 36576"/>
              <a:gd name="connsiteX6" fmla="*/ 4114800 w 21945600"/>
              <a:gd name="connsiteY6" fmla="*/ 0 h 36576"/>
              <a:gd name="connsiteX7" fmla="*/ 4800600 w 21945600"/>
              <a:gd name="connsiteY7" fmla="*/ 0 h 36576"/>
              <a:gd name="connsiteX8" fmla="*/ 5486400 w 21945600"/>
              <a:gd name="connsiteY8" fmla="*/ 0 h 36576"/>
              <a:gd name="connsiteX9" fmla="*/ 5513832 w 21945600"/>
              <a:gd name="connsiteY9" fmla="*/ 0 h 36576"/>
              <a:gd name="connsiteX10" fmla="*/ 5760720 w 21945600"/>
              <a:gd name="connsiteY10" fmla="*/ 0 h 36576"/>
              <a:gd name="connsiteX11" fmla="*/ 6007608 w 21945600"/>
              <a:gd name="connsiteY11" fmla="*/ 0 h 36576"/>
              <a:gd name="connsiteX12" fmla="*/ 6693408 w 21945600"/>
              <a:gd name="connsiteY12" fmla="*/ 0 h 36576"/>
              <a:gd name="connsiteX13" fmla="*/ 7818120 w 21945600"/>
              <a:gd name="connsiteY13" fmla="*/ 0 h 36576"/>
              <a:gd name="connsiteX14" fmla="*/ 8065008 w 21945600"/>
              <a:gd name="connsiteY14" fmla="*/ 0 h 36576"/>
              <a:gd name="connsiteX15" fmla="*/ 9189720 w 21945600"/>
              <a:gd name="connsiteY15" fmla="*/ 0 h 36576"/>
              <a:gd name="connsiteX16" fmla="*/ 9436608 w 21945600"/>
              <a:gd name="connsiteY16" fmla="*/ 0 h 36576"/>
              <a:gd name="connsiteX17" fmla="*/ 10122408 w 21945600"/>
              <a:gd name="connsiteY17" fmla="*/ 0 h 36576"/>
              <a:gd name="connsiteX18" fmla="*/ 10369296 w 21945600"/>
              <a:gd name="connsiteY18" fmla="*/ 0 h 36576"/>
              <a:gd name="connsiteX19" fmla="*/ 10835640 w 21945600"/>
              <a:gd name="connsiteY19" fmla="*/ 0 h 36576"/>
              <a:gd name="connsiteX20" fmla="*/ 11521440 w 21945600"/>
              <a:gd name="connsiteY20" fmla="*/ 0 h 36576"/>
              <a:gd name="connsiteX21" fmla="*/ 12646152 w 21945600"/>
              <a:gd name="connsiteY21" fmla="*/ 0 h 36576"/>
              <a:gd name="connsiteX22" fmla="*/ 13551408 w 21945600"/>
              <a:gd name="connsiteY22" fmla="*/ 0 h 36576"/>
              <a:gd name="connsiteX23" fmla="*/ 14017752 w 21945600"/>
              <a:gd name="connsiteY23" fmla="*/ 0 h 36576"/>
              <a:gd name="connsiteX24" fmla="*/ 14264640 w 21945600"/>
              <a:gd name="connsiteY24" fmla="*/ 0 h 36576"/>
              <a:gd name="connsiteX25" fmla="*/ 15169896 w 21945600"/>
              <a:gd name="connsiteY25" fmla="*/ 0 h 36576"/>
              <a:gd name="connsiteX26" fmla="*/ 15636240 w 21945600"/>
              <a:gd name="connsiteY26" fmla="*/ 0 h 36576"/>
              <a:gd name="connsiteX27" fmla="*/ 16102584 w 21945600"/>
              <a:gd name="connsiteY27" fmla="*/ 0 h 36576"/>
              <a:gd name="connsiteX28" fmla="*/ 16130016 w 21945600"/>
              <a:gd name="connsiteY28" fmla="*/ 0 h 36576"/>
              <a:gd name="connsiteX29" fmla="*/ 17254728 w 21945600"/>
              <a:gd name="connsiteY29" fmla="*/ 0 h 36576"/>
              <a:gd name="connsiteX30" fmla="*/ 18159984 w 21945600"/>
              <a:gd name="connsiteY30" fmla="*/ 0 h 36576"/>
              <a:gd name="connsiteX31" fmla="*/ 19065240 w 21945600"/>
              <a:gd name="connsiteY31" fmla="*/ 0 h 36576"/>
              <a:gd name="connsiteX32" fmla="*/ 19092672 w 21945600"/>
              <a:gd name="connsiteY32" fmla="*/ 0 h 36576"/>
              <a:gd name="connsiteX33" fmla="*/ 19120104 w 21945600"/>
              <a:gd name="connsiteY33" fmla="*/ 0 h 36576"/>
              <a:gd name="connsiteX34" fmla="*/ 19147536 w 21945600"/>
              <a:gd name="connsiteY34" fmla="*/ 0 h 36576"/>
              <a:gd name="connsiteX35" fmla="*/ 19833336 w 21945600"/>
              <a:gd name="connsiteY35" fmla="*/ 0 h 36576"/>
              <a:gd name="connsiteX36" fmla="*/ 20738592 w 21945600"/>
              <a:gd name="connsiteY36" fmla="*/ 0 h 36576"/>
              <a:gd name="connsiteX37" fmla="*/ 21945600 w 21945600"/>
              <a:gd name="connsiteY37" fmla="*/ 0 h 36576"/>
              <a:gd name="connsiteX38" fmla="*/ 21945600 w 21945600"/>
              <a:gd name="connsiteY38" fmla="*/ 36576 h 36576"/>
              <a:gd name="connsiteX39" fmla="*/ 20820888 w 21945600"/>
              <a:gd name="connsiteY39" fmla="*/ 36576 h 36576"/>
              <a:gd name="connsiteX40" fmla="*/ 20354544 w 21945600"/>
              <a:gd name="connsiteY40" fmla="*/ 36576 h 36576"/>
              <a:gd name="connsiteX41" fmla="*/ 20327112 w 21945600"/>
              <a:gd name="connsiteY41" fmla="*/ 36576 h 36576"/>
              <a:gd name="connsiteX42" fmla="*/ 19421856 w 21945600"/>
              <a:gd name="connsiteY42" fmla="*/ 36576 h 36576"/>
              <a:gd name="connsiteX43" fmla="*/ 18516600 w 21945600"/>
              <a:gd name="connsiteY43" fmla="*/ 36576 h 36576"/>
              <a:gd name="connsiteX44" fmla="*/ 17830800 w 21945600"/>
              <a:gd name="connsiteY44" fmla="*/ 36576 h 36576"/>
              <a:gd name="connsiteX45" fmla="*/ 17583912 w 21945600"/>
              <a:gd name="connsiteY45" fmla="*/ 36576 h 36576"/>
              <a:gd name="connsiteX46" fmla="*/ 16898112 w 21945600"/>
              <a:gd name="connsiteY46" fmla="*/ 36576 h 36576"/>
              <a:gd name="connsiteX47" fmla="*/ 15992856 w 21945600"/>
              <a:gd name="connsiteY47" fmla="*/ 36576 h 36576"/>
              <a:gd name="connsiteX48" fmla="*/ 15087600 w 21945600"/>
              <a:gd name="connsiteY48" fmla="*/ 36576 h 36576"/>
              <a:gd name="connsiteX49" fmla="*/ 14840712 w 21945600"/>
              <a:gd name="connsiteY49" fmla="*/ 36576 h 36576"/>
              <a:gd name="connsiteX50" fmla="*/ 13716000 w 21945600"/>
              <a:gd name="connsiteY50" fmla="*/ 36576 h 36576"/>
              <a:gd name="connsiteX51" fmla="*/ 13688568 w 21945600"/>
              <a:gd name="connsiteY51" fmla="*/ 36576 h 36576"/>
              <a:gd name="connsiteX52" fmla="*/ 13441680 w 21945600"/>
              <a:gd name="connsiteY52" fmla="*/ 36576 h 36576"/>
              <a:gd name="connsiteX53" fmla="*/ 12975336 w 21945600"/>
              <a:gd name="connsiteY53" fmla="*/ 36576 h 36576"/>
              <a:gd name="connsiteX54" fmla="*/ 12070080 w 21945600"/>
              <a:gd name="connsiteY54" fmla="*/ 36576 h 36576"/>
              <a:gd name="connsiteX55" fmla="*/ 11164824 w 21945600"/>
              <a:gd name="connsiteY55" fmla="*/ 36576 h 36576"/>
              <a:gd name="connsiteX56" fmla="*/ 10040112 w 21945600"/>
              <a:gd name="connsiteY56" fmla="*/ 36576 h 36576"/>
              <a:gd name="connsiteX57" fmla="*/ 8915400 w 21945600"/>
              <a:gd name="connsiteY57" fmla="*/ 36576 h 36576"/>
              <a:gd name="connsiteX58" fmla="*/ 8010144 w 21945600"/>
              <a:gd name="connsiteY58" fmla="*/ 36576 h 36576"/>
              <a:gd name="connsiteX59" fmla="*/ 7324344 w 21945600"/>
              <a:gd name="connsiteY59" fmla="*/ 36576 h 36576"/>
              <a:gd name="connsiteX60" fmla="*/ 7077456 w 21945600"/>
              <a:gd name="connsiteY60" fmla="*/ 36576 h 36576"/>
              <a:gd name="connsiteX61" fmla="*/ 6172200 w 21945600"/>
              <a:gd name="connsiteY61" fmla="*/ 36576 h 36576"/>
              <a:gd name="connsiteX62" fmla="*/ 5266944 w 21945600"/>
              <a:gd name="connsiteY62" fmla="*/ 36576 h 36576"/>
              <a:gd name="connsiteX63" fmla="*/ 5020056 w 21945600"/>
              <a:gd name="connsiteY63" fmla="*/ 36576 h 36576"/>
              <a:gd name="connsiteX64" fmla="*/ 4553712 w 21945600"/>
              <a:gd name="connsiteY64" fmla="*/ 36576 h 36576"/>
              <a:gd name="connsiteX65" fmla="*/ 4087368 w 21945600"/>
              <a:gd name="connsiteY65" fmla="*/ 36576 h 36576"/>
              <a:gd name="connsiteX66" fmla="*/ 3621024 w 21945600"/>
              <a:gd name="connsiteY66" fmla="*/ 36576 h 36576"/>
              <a:gd name="connsiteX67" fmla="*/ 2715768 w 21945600"/>
              <a:gd name="connsiteY67" fmla="*/ 36576 h 36576"/>
              <a:gd name="connsiteX68" fmla="*/ 2249424 w 21945600"/>
              <a:gd name="connsiteY68" fmla="*/ 36576 h 36576"/>
              <a:gd name="connsiteX69" fmla="*/ 1124712 w 21945600"/>
              <a:gd name="connsiteY69" fmla="*/ 36576 h 36576"/>
              <a:gd name="connsiteX70" fmla="*/ 0 w 21945600"/>
              <a:gd name="connsiteY70" fmla="*/ 36576 h 36576"/>
              <a:gd name="connsiteX71" fmla="*/ 0 w 21945600"/>
              <a:gd name="connsiteY71" fmla="*/ 0 h 3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21945600" h="36576" fill="none" extrusionOk="0">
                <a:moveTo>
                  <a:pt x="0" y="0"/>
                </a:moveTo>
                <a:cubicBezTo>
                  <a:pt x="421743" y="26373"/>
                  <a:pt x="546320" y="15739"/>
                  <a:pt x="905256" y="0"/>
                </a:cubicBezTo>
                <a:cubicBezTo>
                  <a:pt x="1264192" y="-15739"/>
                  <a:pt x="1386536" y="-15656"/>
                  <a:pt x="1810512" y="0"/>
                </a:cubicBezTo>
                <a:cubicBezTo>
                  <a:pt x="2234488" y="15656"/>
                  <a:pt x="1998624" y="3590"/>
                  <a:pt x="2057400" y="0"/>
                </a:cubicBezTo>
                <a:cubicBezTo>
                  <a:pt x="2116176" y="-3590"/>
                  <a:pt x="2603764" y="-6151"/>
                  <a:pt x="2743200" y="0"/>
                </a:cubicBezTo>
                <a:cubicBezTo>
                  <a:pt x="2882636" y="6151"/>
                  <a:pt x="3353150" y="46913"/>
                  <a:pt x="3867912" y="0"/>
                </a:cubicBezTo>
                <a:cubicBezTo>
                  <a:pt x="4382674" y="-46913"/>
                  <a:pt x="4060330" y="5314"/>
                  <a:pt x="4114800" y="0"/>
                </a:cubicBezTo>
                <a:cubicBezTo>
                  <a:pt x="4169270" y="-5314"/>
                  <a:pt x="4534246" y="-31393"/>
                  <a:pt x="4800600" y="0"/>
                </a:cubicBezTo>
                <a:cubicBezTo>
                  <a:pt x="5066954" y="31393"/>
                  <a:pt x="5323745" y="3319"/>
                  <a:pt x="5486400" y="0"/>
                </a:cubicBezTo>
                <a:cubicBezTo>
                  <a:pt x="5649055" y="-3319"/>
                  <a:pt x="5502934" y="-1313"/>
                  <a:pt x="5513832" y="0"/>
                </a:cubicBezTo>
                <a:cubicBezTo>
                  <a:pt x="5524730" y="1313"/>
                  <a:pt x="5659978" y="-12316"/>
                  <a:pt x="5760720" y="0"/>
                </a:cubicBezTo>
                <a:cubicBezTo>
                  <a:pt x="5861462" y="12316"/>
                  <a:pt x="5898932" y="2721"/>
                  <a:pt x="6007608" y="0"/>
                </a:cubicBezTo>
                <a:cubicBezTo>
                  <a:pt x="6116284" y="-2721"/>
                  <a:pt x="6483483" y="-4819"/>
                  <a:pt x="6693408" y="0"/>
                </a:cubicBezTo>
                <a:cubicBezTo>
                  <a:pt x="6903333" y="4819"/>
                  <a:pt x="7588959" y="10934"/>
                  <a:pt x="7818120" y="0"/>
                </a:cubicBezTo>
                <a:cubicBezTo>
                  <a:pt x="8047281" y="-10934"/>
                  <a:pt x="7993804" y="5221"/>
                  <a:pt x="8065008" y="0"/>
                </a:cubicBezTo>
                <a:cubicBezTo>
                  <a:pt x="8136212" y="-5221"/>
                  <a:pt x="8852325" y="51539"/>
                  <a:pt x="9189720" y="0"/>
                </a:cubicBezTo>
                <a:cubicBezTo>
                  <a:pt x="9527115" y="-51539"/>
                  <a:pt x="9324727" y="-6372"/>
                  <a:pt x="9436608" y="0"/>
                </a:cubicBezTo>
                <a:cubicBezTo>
                  <a:pt x="9548489" y="6372"/>
                  <a:pt x="9796505" y="23327"/>
                  <a:pt x="10122408" y="0"/>
                </a:cubicBezTo>
                <a:cubicBezTo>
                  <a:pt x="10448311" y="-23327"/>
                  <a:pt x="10318828" y="6963"/>
                  <a:pt x="10369296" y="0"/>
                </a:cubicBezTo>
                <a:cubicBezTo>
                  <a:pt x="10419764" y="-6963"/>
                  <a:pt x="10716126" y="-4982"/>
                  <a:pt x="10835640" y="0"/>
                </a:cubicBezTo>
                <a:cubicBezTo>
                  <a:pt x="10955154" y="4982"/>
                  <a:pt x="11219367" y="17886"/>
                  <a:pt x="11521440" y="0"/>
                </a:cubicBezTo>
                <a:cubicBezTo>
                  <a:pt x="11823513" y="-17886"/>
                  <a:pt x="12367047" y="-46479"/>
                  <a:pt x="12646152" y="0"/>
                </a:cubicBezTo>
                <a:cubicBezTo>
                  <a:pt x="12925257" y="46479"/>
                  <a:pt x="13338284" y="-26830"/>
                  <a:pt x="13551408" y="0"/>
                </a:cubicBezTo>
                <a:cubicBezTo>
                  <a:pt x="13764532" y="26830"/>
                  <a:pt x="13846967" y="12769"/>
                  <a:pt x="14017752" y="0"/>
                </a:cubicBezTo>
                <a:cubicBezTo>
                  <a:pt x="14188537" y="-12769"/>
                  <a:pt x="14162126" y="4714"/>
                  <a:pt x="14264640" y="0"/>
                </a:cubicBezTo>
                <a:cubicBezTo>
                  <a:pt x="14367154" y="-4714"/>
                  <a:pt x="14751879" y="36146"/>
                  <a:pt x="15169896" y="0"/>
                </a:cubicBezTo>
                <a:cubicBezTo>
                  <a:pt x="15587913" y="-36146"/>
                  <a:pt x="15406707" y="17941"/>
                  <a:pt x="15636240" y="0"/>
                </a:cubicBezTo>
                <a:cubicBezTo>
                  <a:pt x="15865773" y="-17941"/>
                  <a:pt x="15889022" y="-14655"/>
                  <a:pt x="16102584" y="0"/>
                </a:cubicBezTo>
                <a:cubicBezTo>
                  <a:pt x="16316146" y="14655"/>
                  <a:pt x="16124510" y="870"/>
                  <a:pt x="16130016" y="0"/>
                </a:cubicBezTo>
                <a:cubicBezTo>
                  <a:pt x="16135522" y="-870"/>
                  <a:pt x="16815084" y="42640"/>
                  <a:pt x="17254728" y="0"/>
                </a:cubicBezTo>
                <a:cubicBezTo>
                  <a:pt x="17694372" y="-42640"/>
                  <a:pt x="17737816" y="21051"/>
                  <a:pt x="18159984" y="0"/>
                </a:cubicBezTo>
                <a:cubicBezTo>
                  <a:pt x="18582152" y="-21051"/>
                  <a:pt x="18719883" y="-27879"/>
                  <a:pt x="19065240" y="0"/>
                </a:cubicBezTo>
                <a:cubicBezTo>
                  <a:pt x="19410597" y="27879"/>
                  <a:pt x="19085806" y="974"/>
                  <a:pt x="19092672" y="0"/>
                </a:cubicBezTo>
                <a:cubicBezTo>
                  <a:pt x="19099538" y="-974"/>
                  <a:pt x="19107856" y="-640"/>
                  <a:pt x="19120104" y="0"/>
                </a:cubicBezTo>
                <a:cubicBezTo>
                  <a:pt x="19132352" y="640"/>
                  <a:pt x="19142037" y="-152"/>
                  <a:pt x="19147536" y="0"/>
                </a:cubicBezTo>
                <a:cubicBezTo>
                  <a:pt x="19153035" y="152"/>
                  <a:pt x="19534636" y="-13012"/>
                  <a:pt x="19833336" y="0"/>
                </a:cubicBezTo>
                <a:cubicBezTo>
                  <a:pt x="20132036" y="13012"/>
                  <a:pt x="20306411" y="18934"/>
                  <a:pt x="20738592" y="0"/>
                </a:cubicBezTo>
                <a:cubicBezTo>
                  <a:pt x="21170773" y="-18934"/>
                  <a:pt x="21426379" y="57975"/>
                  <a:pt x="21945600" y="0"/>
                </a:cubicBezTo>
                <a:cubicBezTo>
                  <a:pt x="21944920" y="15182"/>
                  <a:pt x="21945031" y="28240"/>
                  <a:pt x="21945600" y="36576"/>
                </a:cubicBezTo>
                <a:cubicBezTo>
                  <a:pt x="21720449" y="-15473"/>
                  <a:pt x="21092984" y="17470"/>
                  <a:pt x="20820888" y="36576"/>
                </a:cubicBezTo>
                <a:cubicBezTo>
                  <a:pt x="20548792" y="55682"/>
                  <a:pt x="20467037" y="21195"/>
                  <a:pt x="20354544" y="36576"/>
                </a:cubicBezTo>
                <a:cubicBezTo>
                  <a:pt x="20242051" y="51957"/>
                  <a:pt x="20337363" y="36164"/>
                  <a:pt x="20327112" y="36576"/>
                </a:cubicBezTo>
                <a:cubicBezTo>
                  <a:pt x="20316861" y="36988"/>
                  <a:pt x="19714624" y="67514"/>
                  <a:pt x="19421856" y="36576"/>
                </a:cubicBezTo>
                <a:cubicBezTo>
                  <a:pt x="19129088" y="5638"/>
                  <a:pt x="18900022" y="28604"/>
                  <a:pt x="18516600" y="36576"/>
                </a:cubicBezTo>
                <a:cubicBezTo>
                  <a:pt x="18133178" y="44548"/>
                  <a:pt x="17998183" y="54905"/>
                  <a:pt x="17830800" y="36576"/>
                </a:cubicBezTo>
                <a:cubicBezTo>
                  <a:pt x="17663417" y="18247"/>
                  <a:pt x="17647160" y="31655"/>
                  <a:pt x="17583912" y="36576"/>
                </a:cubicBezTo>
                <a:cubicBezTo>
                  <a:pt x="17520664" y="41497"/>
                  <a:pt x="17113969" y="48000"/>
                  <a:pt x="16898112" y="36576"/>
                </a:cubicBezTo>
                <a:cubicBezTo>
                  <a:pt x="16682255" y="25152"/>
                  <a:pt x="16396179" y="46024"/>
                  <a:pt x="15992856" y="36576"/>
                </a:cubicBezTo>
                <a:cubicBezTo>
                  <a:pt x="15589533" y="27128"/>
                  <a:pt x="15453003" y="2006"/>
                  <a:pt x="15087600" y="36576"/>
                </a:cubicBezTo>
                <a:cubicBezTo>
                  <a:pt x="14722197" y="71146"/>
                  <a:pt x="14962139" y="43983"/>
                  <a:pt x="14840712" y="36576"/>
                </a:cubicBezTo>
                <a:cubicBezTo>
                  <a:pt x="14719285" y="29169"/>
                  <a:pt x="14031206" y="3235"/>
                  <a:pt x="13716000" y="36576"/>
                </a:cubicBezTo>
                <a:cubicBezTo>
                  <a:pt x="13400794" y="69917"/>
                  <a:pt x="13699702" y="36784"/>
                  <a:pt x="13688568" y="36576"/>
                </a:cubicBezTo>
                <a:cubicBezTo>
                  <a:pt x="13677434" y="36368"/>
                  <a:pt x="13549601" y="44218"/>
                  <a:pt x="13441680" y="36576"/>
                </a:cubicBezTo>
                <a:cubicBezTo>
                  <a:pt x="13333759" y="28934"/>
                  <a:pt x="13194403" y="43582"/>
                  <a:pt x="12975336" y="36576"/>
                </a:cubicBezTo>
                <a:cubicBezTo>
                  <a:pt x="12756269" y="29570"/>
                  <a:pt x="12496698" y="13112"/>
                  <a:pt x="12070080" y="36576"/>
                </a:cubicBezTo>
                <a:cubicBezTo>
                  <a:pt x="11643462" y="60040"/>
                  <a:pt x="11494515" y="20795"/>
                  <a:pt x="11164824" y="36576"/>
                </a:cubicBezTo>
                <a:cubicBezTo>
                  <a:pt x="10835133" y="52357"/>
                  <a:pt x="10303956" y="87952"/>
                  <a:pt x="10040112" y="36576"/>
                </a:cubicBezTo>
                <a:cubicBezTo>
                  <a:pt x="9776268" y="-14800"/>
                  <a:pt x="9309125" y="40826"/>
                  <a:pt x="8915400" y="36576"/>
                </a:cubicBezTo>
                <a:cubicBezTo>
                  <a:pt x="8521675" y="32326"/>
                  <a:pt x="8235592" y="37410"/>
                  <a:pt x="8010144" y="36576"/>
                </a:cubicBezTo>
                <a:cubicBezTo>
                  <a:pt x="7784696" y="35742"/>
                  <a:pt x="7556705" y="26838"/>
                  <a:pt x="7324344" y="36576"/>
                </a:cubicBezTo>
                <a:cubicBezTo>
                  <a:pt x="7091983" y="46314"/>
                  <a:pt x="7169873" y="40000"/>
                  <a:pt x="7077456" y="36576"/>
                </a:cubicBezTo>
                <a:cubicBezTo>
                  <a:pt x="6985039" y="33152"/>
                  <a:pt x="6395767" y="49824"/>
                  <a:pt x="6172200" y="36576"/>
                </a:cubicBezTo>
                <a:cubicBezTo>
                  <a:pt x="5948633" y="23328"/>
                  <a:pt x="5614848" y="11374"/>
                  <a:pt x="5266944" y="36576"/>
                </a:cubicBezTo>
                <a:cubicBezTo>
                  <a:pt x="4919040" y="61778"/>
                  <a:pt x="5134821" y="40448"/>
                  <a:pt x="5020056" y="36576"/>
                </a:cubicBezTo>
                <a:cubicBezTo>
                  <a:pt x="4905291" y="32704"/>
                  <a:pt x="4664972" y="17908"/>
                  <a:pt x="4553712" y="36576"/>
                </a:cubicBezTo>
                <a:cubicBezTo>
                  <a:pt x="4442452" y="55244"/>
                  <a:pt x="4307490" y="36849"/>
                  <a:pt x="4087368" y="36576"/>
                </a:cubicBezTo>
                <a:cubicBezTo>
                  <a:pt x="3867246" y="36303"/>
                  <a:pt x="3812769" y="37964"/>
                  <a:pt x="3621024" y="36576"/>
                </a:cubicBezTo>
                <a:cubicBezTo>
                  <a:pt x="3429279" y="35188"/>
                  <a:pt x="3130207" y="-2472"/>
                  <a:pt x="2715768" y="36576"/>
                </a:cubicBezTo>
                <a:cubicBezTo>
                  <a:pt x="2301329" y="75624"/>
                  <a:pt x="2368981" y="46863"/>
                  <a:pt x="2249424" y="36576"/>
                </a:cubicBezTo>
                <a:cubicBezTo>
                  <a:pt x="2129867" y="26289"/>
                  <a:pt x="1617980" y="52425"/>
                  <a:pt x="1124712" y="36576"/>
                </a:cubicBezTo>
                <a:cubicBezTo>
                  <a:pt x="631444" y="20727"/>
                  <a:pt x="353459" y="68932"/>
                  <a:pt x="0" y="36576"/>
                </a:cubicBezTo>
                <a:cubicBezTo>
                  <a:pt x="-389" y="28441"/>
                  <a:pt x="988" y="11614"/>
                  <a:pt x="0" y="0"/>
                </a:cubicBezTo>
                <a:close/>
              </a:path>
              <a:path w="21945600" h="36576" stroke="0" extrusionOk="0">
                <a:moveTo>
                  <a:pt x="0" y="0"/>
                </a:moveTo>
                <a:cubicBezTo>
                  <a:pt x="78738" y="-6702"/>
                  <a:pt x="124882" y="4427"/>
                  <a:pt x="246888" y="0"/>
                </a:cubicBezTo>
                <a:cubicBezTo>
                  <a:pt x="368894" y="-4427"/>
                  <a:pt x="264772" y="-808"/>
                  <a:pt x="274320" y="0"/>
                </a:cubicBezTo>
                <a:cubicBezTo>
                  <a:pt x="283868" y="808"/>
                  <a:pt x="425686" y="-10995"/>
                  <a:pt x="521208" y="0"/>
                </a:cubicBezTo>
                <a:cubicBezTo>
                  <a:pt x="616730" y="10995"/>
                  <a:pt x="925127" y="26161"/>
                  <a:pt x="1207008" y="0"/>
                </a:cubicBezTo>
                <a:cubicBezTo>
                  <a:pt x="1488889" y="-26161"/>
                  <a:pt x="1863629" y="25804"/>
                  <a:pt x="2112264" y="0"/>
                </a:cubicBezTo>
                <a:cubicBezTo>
                  <a:pt x="2360899" y="-25804"/>
                  <a:pt x="2856157" y="-38525"/>
                  <a:pt x="3236976" y="0"/>
                </a:cubicBezTo>
                <a:cubicBezTo>
                  <a:pt x="3617795" y="38525"/>
                  <a:pt x="4108532" y="-15185"/>
                  <a:pt x="4361688" y="0"/>
                </a:cubicBezTo>
                <a:cubicBezTo>
                  <a:pt x="4614844" y="15185"/>
                  <a:pt x="4684381" y="-14633"/>
                  <a:pt x="4828032" y="0"/>
                </a:cubicBezTo>
                <a:cubicBezTo>
                  <a:pt x="4971683" y="14633"/>
                  <a:pt x="5329982" y="15220"/>
                  <a:pt x="5733288" y="0"/>
                </a:cubicBezTo>
                <a:cubicBezTo>
                  <a:pt x="6136594" y="-15220"/>
                  <a:pt x="6133637" y="-11909"/>
                  <a:pt x="6419088" y="0"/>
                </a:cubicBezTo>
                <a:cubicBezTo>
                  <a:pt x="6704539" y="11909"/>
                  <a:pt x="6686287" y="21630"/>
                  <a:pt x="6885432" y="0"/>
                </a:cubicBezTo>
                <a:cubicBezTo>
                  <a:pt x="7084577" y="-21630"/>
                  <a:pt x="7368157" y="20345"/>
                  <a:pt x="7790688" y="0"/>
                </a:cubicBezTo>
                <a:cubicBezTo>
                  <a:pt x="8213219" y="-20345"/>
                  <a:pt x="7805774" y="-451"/>
                  <a:pt x="7818120" y="0"/>
                </a:cubicBezTo>
                <a:cubicBezTo>
                  <a:pt x="7830466" y="451"/>
                  <a:pt x="8108732" y="-16692"/>
                  <a:pt x="8284464" y="0"/>
                </a:cubicBezTo>
                <a:cubicBezTo>
                  <a:pt x="8460196" y="16692"/>
                  <a:pt x="8710069" y="20479"/>
                  <a:pt x="8970264" y="0"/>
                </a:cubicBezTo>
                <a:cubicBezTo>
                  <a:pt x="9230459" y="-20479"/>
                  <a:pt x="9654070" y="-23489"/>
                  <a:pt x="9875520" y="0"/>
                </a:cubicBezTo>
                <a:cubicBezTo>
                  <a:pt x="10096970" y="23489"/>
                  <a:pt x="10230055" y="14787"/>
                  <a:pt x="10561320" y="0"/>
                </a:cubicBezTo>
                <a:cubicBezTo>
                  <a:pt x="10892585" y="-14787"/>
                  <a:pt x="11355400" y="42062"/>
                  <a:pt x="11686032" y="0"/>
                </a:cubicBezTo>
                <a:cubicBezTo>
                  <a:pt x="12016664" y="-42062"/>
                  <a:pt x="11707139" y="-1040"/>
                  <a:pt x="11713464" y="0"/>
                </a:cubicBezTo>
                <a:cubicBezTo>
                  <a:pt x="11719789" y="1040"/>
                  <a:pt x="12097394" y="2532"/>
                  <a:pt x="12399264" y="0"/>
                </a:cubicBezTo>
                <a:cubicBezTo>
                  <a:pt x="12701134" y="-2532"/>
                  <a:pt x="12419541" y="1081"/>
                  <a:pt x="12426696" y="0"/>
                </a:cubicBezTo>
                <a:cubicBezTo>
                  <a:pt x="12433851" y="-1081"/>
                  <a:pt x="13203091" y="32097"/>
                  <a:pt x="13551408" y="0"/>
                </a:cubicBezTo>
                <a:cubicBezTo>
                  <a:pt x="13899725" y="-32097"/>
                  <a:pt x="13704994" y="4050"/>
                  <a:pt x="13798296" y="0"/>
                </a:cubicBezTo>
                <a:cubicBezTo>
                  <a:pt x="13891598" y="-4050"/>
                  <a:pt x="13819194" y="591"/>
                  <a:pt x="13825728" y="0"/>
                </a:cubicBezTo>
                <a:cubicBezTo>
                  <a:pt x="13832262" y="-591"/>
                  <a:pt x="14247058" y="-30068"/>
                  <a:pt x="14511528" y="0"/>
                </a:cubicBezTo>
                <a:cubicBezTo>
                  <a:pt x="14775998" y="30068"/>
                  <a:pt x="14668616" y="6993"/>
                  <a:pt x="14758416" y="0"/>
                </a:cubicBezTo>
                <a:cubicBezTo>
                  <a:pt x="14848216" y="-6993"/>
                  <a:pt x="15386840" y="3019"/>
                  <a:pt x="15663672" y="0"/>
                </a:cubicBezTo>
                <a:cubicBezTo>
                  <a:pt x="15940504" y="-3019"/>
                  <a:pt x="15823667" y="2894"/>
                  <a:pt x="15910560" y="0"/>
                </a:cubicBezTo>
                <a:cubicBezTo>
                  <a:pt x="15997453" y="-2894"/>
                  <a:pt x="16588125" y="-8530"/>
                  <a:pt x="17035272" y="0"/>
                </a:cubicBezTo>
                <a:cubicBezTo>
                  <a:pt x="17482419" y="8530"/>
                  <a:pt x="17188794" y="6706"/>
                  <a:pt x="17282160" y="0"/>
                </a:cubicBezTo>
                <a:cubicBezTo>
                  <a:pt x="17375526" y="-6706"/>
                  <a:pt x="17472317" y="-5717"/>
                  <a:pt x="17529048" y="0"/>
                </a:cubicBezTo>
                <a:cubicBezTo>
                  <a:pt x="17585779" y="5717"/>
                  <a:pt x="18174415" y="31621"/>
                  <a:pt x="18434304" y="0"/>
                </a:cubicBezTo>
                <a:cubicBezTo>
                  <a:pt x="18694193" y="-31621"/>
                  <a:pt x="19301918" y="29693"/>
                  <a:pt x="19559016" y="0"/>
                </a:cubicBezTo>
                <a:cubicBezTo>
                  <a:pt x="19816114" y="-29693"/>
                  <a:pt x="19574042" y="702"/>
                  <a:pt x="19586448" y="0"/>
                </a:cubicBezTo>
                <a:cubicBezTo>
                  <a:pt x="19598854" y="-702"/>
                  <a:pt x="20049547" y="-22820"/>
                  <a:pt x="20491704" y="0"/>
                </a:cubicBezTo>
                <a:cubicBezTo>
                  <a:pt x="20933861" y="22820"/>
                  <a:pt x="20755106" y="6629"/>
                  <a:pt x="20958048" y="0"/>
                </a:cubicBezTo>
                <a:cubicBezTo>
                  <a:pt x="21160990" y="-6629"/>
                  <a:pt x="21663188" y="-27211"/>
                  <a:pt x="21945600" y="0"/>
                </a:cubicBezTo>
                <a:cubicBezTo>
                  <a:pt x="21944964" y="7863"/>
                  <a:pt x="21943820" y="25698"/>
                  <a:pt x="21945600" y="36576"/>
                </a:cubicBezTo>
                <a:cubicBezTo>
                  <a:pt x="21738864" y="-5974"/>
                  <a:pt x="21483832" y="56357"/>
                  <a:pt x="21040344" y="36576"/>
                </a:cubicBezTo>
                <a:cubicBezTo>
                  <a:pt x="20596856" y="16795"/>
                  <a:pt x="20741173" y="55968"/>
                  <a:pt x="20574000" y="36576"/>
                </a:cubicBezTo>
                <a:cubicBezTo>
                  <a:pt x="20406827" y="17184"/>
                  <a:pt x="20560204" y="36526"/>
                  <a:pt x="20546568" y="36576"/>
                </a:cubicBezTo>
                <a:cubicBezTo>
                  <a:pt x="20532932" y="36626"/>
                  <a:pt x="20530490" y="36880"/>
                  <a:pt x="20519136" y="36576"/>
                </a:cubicBezTo>
                <a:cubicBezTo>
                  <a:pt x="20507782" y="36272"/>
                  <a:pt x="19823262" y="37799"/>
                  <a:pt x="19613880" y="36576"/>
                </a:cubicBezTo>
                <a:cubicBezTo>
                  <a:pt x="19404498" y="35353"/>
                  <a:pt x="19223151" y="67241"/>
                  <a:pt x="18928080" y="36576"/>
                </a:cubicBezTo>
                <a:cubicBezTo>
                  <a:pt x="18633009" y="5911"/>
                  <a:pt x="18160671" y="-11744"/>
                  <a:pt x="17803368" y="36576"/>
                </a:cubicBezTo>
                <a:cubicBezTo>
                  <a:pt x="17446065" y="84896"/>
                  <a:pt x="17412412" y="14966"/>
                  <a:pt x="17117568" y="36576"/>
                </a:cubicBezTo>
                <a:cubicBezTo>
                  <a:pt x="16822724" y="58186"/>
                  <a:pt x="16494673" y="2337"/>
                  <a:pt x="16212312" y="36576"/>
                </a:cubicBezTo>
                <a:cubicBezTo>
                  <a:pt x="15929951" y="70815"/>
                  <a:pt x="15826333" y="11046"/>
                  <a:pt x="15526512" y="36576"/>
                </a:cubicBezTo>
                <a:cubicBezTo>
                  <a:pt x="15226691" y="62106"/>
                  <a:pt x="15082025" y="15118"/>
                  <a:pt x="14840712" y="36576"/>
                </a:cubicBezTo>
                <a:cubicBezTo>
                  <a:pt x="14599399" y="58034"/>
                  <a:pt x="14517430" y="19609"/>
                  <a:pt x="14374368" y="36576"/>
                </a:cubicBezTo>
                <a:cubicBezTo>
                  <a:pt x="14231306" y="53543"/>
                  <a:pt x="13854278" y="2480"/>
                  <a:pt x="13469112" y="36576"/>
                </a:cubicBezTo>
                <a:cubicBezTo>
                  <a:pt x="13083946" y="70672"/>
                  <a:pt x="13086505" y="29507"/>
                  <a:pt x="12783312" y="36576"/>
                </a:cubicBezTo>
                <a:cubicBezTo>
                  <a:pt x="12480119" y="43645"/>
                  <a:pt x="12228847" y="-3513"/>
                  <a:pt x="11878056" y="36576"/>
                </a:cubicBezTo>
                <a:cubicBezTo>
                  <a:pt x="11527265" y="76665"/>
                  <a:pt x="11722541" y="34421"/>
                  <a:pt x="11631168" y="36576"/>
                </a:cubicBezTo>
                <a:cubicBezTo>
                  <a:pt x="11539795" y="38731"/>
                  <a:pt x="11328250" y="26850"/>
                  <a:pt x="11164824" y="36576"/>
                </a:cubicBezTo>
                <a:cubicBezTo>
                  <a:pt x="11001398" y="46302"/>
                  <a:pt x="10673541" y="78959"/>
                  <a:pt x="10259568" y="36576"/>
                </a:cubicBezTo>
                <a:cubicBezTo>
                  <a:pt x="9845595" y="-5807"/>
                  <a:pt x="9733074" y="59393"/>
                  <a:pt x="9573768" y="36576"/>
                </a:cubicBezTo>
                <a:cubicBezTo>
                  <a:pt x="9414462" y="13759"/>
                  <a:pt x="9555544" y="36473"/>
                  <a:pt x="9546336" y="36576"/>
                </a:cubicBezTo>
                <a:cubicBezTo>
                  <a:pt x="9537128" y="36679"/>
                  <a:pt x="8966343" y="25197"/>
                  <a:pt x="8641080" y="36576"/>
                </a:cubicBezTo>
                <a:cubicBezTo>
                  <a:pt x="8315817" y="47955"/>
                  <a:pt x="8340016" y="17323"/>
                  <a:pt x="8174736" y="36576"/>
                </a:cubicBezTo>
                <a:cubicBezTo>
                  <a:pt x="8009456" y="55829"/>
                  <a:pt x="7277736" y="27510"/>
                  <a:pt x="7050024" y="36576"/>
                </a:cubicBezTo>
                <a:cubicBezTo>
                  <a:pt x="6822312" y="45642"/>
                  <a:pt x="7033761" y="37384"/>
                  <a:pt x="7022592" y="36576"/>
                </a:cubicBezTo>
                <a:cubicBezTo>
                  <a:pt x="7011423" y="35768"/>
                  <a:pt x="6523471" y="22547"/>
                  <a:pt x="6117336" y="36576"/>
                </a:cubicBezTo>
                <a:cubicBezTo>
                  <a:pt x="5711201" y="50605"/>
                  <a:pt x="5866816" y="21657"/>
                  <a:pt x="5650992" y="36576"/>
                </a:cubicBezTo>
                <a:cubicBezTo>
                  <a:pt x="5435168" y="51495"/>
                  <a:pt x="5142184" y="50113"/>
                  <a:pt x="4745736" y="36576"/>
                </a:cubicBezTo>
                <a:cubicBezTo>
                  <a:pt x="4349288" y="23039"/>
                  <a:pt x="4567465" y="35506"/>
                  <a:pt x="4498848" y="36576"/>
                </a:cubicBezTo>
                <a:cubicBezTo>
                  <a:pt x="4430231" y="37646"/>
                  <a:pt x="4316854" y="42140"/>
                  <a:pt x="4251960" y="36576"/>
                </a:cubicBezTo>
                <a:cubicBezTo>
                  <a:pt x="4187066" y="31012"/>
                  <a:pt x="4006963" y="35461"/>
                  <a:pt x="3785616" y="36576"/>
                </a:cubicBezTo>
                <a:cubicBezTo>
                  <a:pt x="3564269" y="37691"/>
                  <a:pt x="3513429" y="13694"/>
                  <a:pt x="3319272" y="36576"/>
                </a:cubicBezTo>
                <a:cubicBezTo>
                  <a:pt x="3125115" y="59458"/>
                  <a:pt x="2634641" y="25517"/>
                  <a:pt x="2414016" y="36576"/>
                </a:cubicBezTo>
                <a:cubicBezTo>
                  <a:pt x="2193391" y="47635"/>
                  <a:pt x="2395840" y="37250"/>
                  <a:pt x="2386584" y="36576"/>
                </a:cubicBezTo>
                <a:cubicBezTo>
                  <a:pt x="2377328" y="35902"/>
                  <a:pt x="1545536" y="28507"/>
                  <a:pt x="1261872" y="36576"/>
                </a:cubicBezTo>
                <a:cubicBezTo>
                  <a:pt x="978208" y="44645"/>
                  <a:pt x="1242837" y="35250"/>
                  <a:pt x="1234440" y="36576"/>
                </a:cubicBezTo>
                <a:cubicBezTo>
                  <a:pt x="1226043" y="37902"/>
                  <a:pt x="282424" y="83210"/>
                  <a:pt x="0" y="36576"/>
                </a:cubicBezTo>
                <a:cubicBezTo>
                  <a:pt x="476" y="24480"/>
                  <a:pt x="-366" y="10102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24532A-3822-CD62-525C-0607E28ADE5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144986" y="4142632"/>
            <a:ext cx="13427104" cy="82383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/>
            <a:r>
              <a:rPr lang="en-US" sz="4400" dirty="0"/>
              <a:t>La </a:t>
            </a:r>
            <a:r>
              <a:rPr lang="en-US" sz="4400" dirty="0" err="1"/>
              <a:t>ciberseguridad</a:t>
            </a:r>
            <a:r>
              <a:rPr lang="en-US" sz="4400" dirty="0"/>
              <a:t> se </a:t>
            </a:r>
            <a:r>
              <a:rPr lang="en-US" sz="4400" dirty="0" err="1"/>
              <a:t>refiere</a:t>
            </a:r>
            <a:r>
              <a:rPr lang="en-US" sz="4400" dirty="0"/>
              <a:t> a </a:t>
            </a:r>
            <a:r>
              <a:rPr lang="en-US" sz="4400" b="1" dirty="0"/>
              <a:t>la </a:t>
            </a:r>
            <a:r>
              <a:rPr lang="en-US" sz="4400" b="1" dirty="0" err="1"/>
              <a:t>protección</a:t>
            </a:r>
            <a:r>
              <a:rPr lang="en-US" sz="4400" b="1" dirty="0"/>
              <a:t> de </a:t>
            </a:r>
            <a:r>
              <a:rPr lang="en-US" sz="4400" b="1" dirty="0" err="1"/>
              <a:t>los</a:t>
            </a:r>
            <a:r>
              <a:rPr lang="en-US" sz="4400" b="1" dirty="0"/>
              <a:t> </a:t>
            </a:r>
            <a:r>
              <a:rPr lang="en-US" sz="4400" b="1" dirty="0" err="1"/>
              <a:t>sistemas</a:t>
            </a:r>
            <a:r>
              <a:rPr lang="en-US" sz="4400" b="1" dirty="0"/>
              <a:t> </a:t>
            </a:r>
            <a:r>
              <a:rPr lang="en-US" sz="4400" b="1" dirty="0" err="1"/>
              <a:t>informáticos</a:t>
            </a:r>
            <a:r>
              <a:rPr lang="en-US" sz="4400" dirty="0"/>
              <a:t>, redes, </a:t>
            </a:r>
            <a:r>
              <a:rPr lang="en-US" sz="4400" dirty="0" err="1"/>
              <a:t>dispositivos</a:t>
            </a:r>
            <a:r>
              <a:rPr lang="en-US" sz="4400" dirty="0"/>
              <a:t> y </a:t>
            </a:r>
            <a:r>
              <a:rPr lang="en-US" sz="4400" dirty="0" err="1"/>
              <a:t>datos</a:t>
            </a:r>
            <a:r>
              <a:rPr lang="en-US" sz="4400" dirty="0"/>
              <a:t> de </a:t>
            </a:r>
            <a:r>
              <a:rPr lang="en-US" sz="4400" dirty="0" err="1"/>
              <a:t>amenazas</a:t>
            </a:r>
            <a:r>
              <a:rPr lang="en-US" sz="4400" dirty="0"/>
              <a:t> y </a:t>
            </a:r>
            <a:r>
              <a:rPr lang="en-US" sz="4400" dirty="0" err="1"/>
              <a:t>ataques</a:t>
            </a:r>
            <a:r>
              <a:rPr lang="en-US" sz="4400" dirty="0"/>
              <a:t> </a:t>
            </a:r>
            <a:r>
              <a:rPr lang="en-US" sz="4400" dirty="0" err="1"/>
              <a:t>cibernéticos</a:t>
            </a:r>
            <a:r>
              <a:rPr lang="en-US" sz="4400" dirty="0"/>
              <a:t>. La </a:t>
            </a:r>
            <a:r>
              <a:rPr lang="en-US" sz="4400" dirty="0" err="1"/>
              <a:t>ciberseguridad</a:t>
            </a:r>
            <a:r>
              <a:rPr lang="en-US" sz="4400" dirty="0"/>
              <a:t> es </a:t>
            </a:r>
            <a:r>
              <a:rPr lang="en-US" sz="4400" dirty="0" err="1"/>
              <a:t>importante</a:t>
            </a:r>
            <a:r>
              <a:rPr lang="en-US" sz="4400" dirty="0"/>
              <a:t> </a:t>
            </a:r>
            <a:r>
              <a:rPr lang="en-US" sz="4400" dirty="0" err="1"/>
              <a:t>porque</a:t>
            </a:r>
            <a:r>
              <a:rPr lang="en-US" sz="4400" dirty="0"/>
              <a:t> </a:t>
            </a:r>
            <a:r>
              <a:rPr lang="en-US" sz="4400" dirty="0" err="1"/>
              <a:t>los</a:t>
            </a:r>
            <a:r>
              <a:rPr lang="en-US" sz="4400" dirty="0"/>
              <a:t> </a:t>
            </a:r>
            <a:r>
              <a:rPr lang="en-US" sz="4400" dirty="0" err="1"/>
              <a:t>sistemas</a:t>
            </a:r>
            <a:r>
              <a:rPr lang="en-US" sz="4400" dirty="0"/>
              <a:t> </a:t>
            </a:r>
            <a:r>
              <a:rPr lang="en-US" sz="4400" dirty="0" err="1"/>
              <a:t>informáticos</a:t>
            </a:r>
            <a:r>
              <a:rPr lang="en-US" sz="4400" dirty="0"/>
              <a:t> y las redes son </a:t>
            </a:r>
            <a:r>
              <a:rPr lang="en-US" sz="4400" dirty="0" err="1"/>
              <a:t>vulnerables</a:t>
            </a:r>
            <a:r>
              <a:rPr lang="en-US" sz="4400" dirty="0"/>
              <a:t> a </a:t>
            </a:r>
            <a:r>
              <a:rPr lang="en-US" sz="4400" dirty="0" err="1"/>
              <a:t>diversas</a:t>
            </a:r>
            <a:r>
              <a:rPr lang="en-US" sz="4400" dirty="0"/>
              <a:t> </a:t>
            </a:r>
            <a:r>
              <a:rPr lang="en-US" sz="4400" dirty="0" err="1"/>
              <a:t>amenazas</a:t>
            </a:r>
            <a:r>
              <a:rPr lang="en-US" sz="4400" dirty="0"/>
              <a:t>, </a:t>
            </a:r>
            <a:r>
              <a:rPr lang="en-US" sz="4400" dirty="0" err="1"/>
              <a:t>como</a:t>
            </a:r>
            <a:r>
              <a:rPr lang="en-US" sz="4400" dirty="0"/>
              <a:t> virus </a:t>
            </a:r>
            <a:r>
              <a:rPr lang="en-US" sz="4400" dirty="0" err="1"/>
              <a:t>informáticos</a:t>
            </a:r>
            <a:r>
              <a:rPr lang="en-US" sz="4400" dirty="0"/>
              <a:t>, malware, phishing, </a:t>
            </a:r>
            <a:r>
              <a:rPr lang="en-US" sz="4400" dirty="0" err="1"/>
              <a:t>ataques</a:t>
            </a:r>
            <a:r>
              <a:rPr lang="en-US" sz="4400" dirty="0"/>
              <a:t> de </a:t>
            </a:r>
            <a:r>
              <a:rPr lang="en-US" sz="4400" dirty="0" err="1"/>
              <a:t>denegación</a:t>
            </a:r>
            <a:r>
              <a:rPr lang="en-US" sz="4400" dirty="0"/>
              <a:t> de </a:t>
            </a:r>
            <a:r>
              <a:rPr lang="en-US" sz="4400" dirty="0" err="1"/>
              <a:t>servicio</a:t>
            </a:r>
            <a:r>
              <a:rPr lang="en-US" sz="4400" dirty="0"/>
              <a:t>, </a:t>
            </a:r>
            <a:r>
              <a:rPr lang="en-US" sz="4400" dirty="0" err="1"/>
              <a:t>robo</a:t>
            </a:r>
            <a:r>
              <a:rPr lang="en-US" sz="4400" dirty="0"/>
              <a:t> de </a:t>
            </a:r>
            <a:r>
              <a:rPr lang="en-US" sz="4400" dirty="0" err="1"/>
              <a:t>identidad</a:t>
            </a:r>
            <a:r>
              <a:rPr lang="en-US" sz="4400" dirty="0"/>
              <a:t>, </a:t>
            </a:r>
            <a:r>
              <a:rPr lang="en-US" sz="4400" dirty="0" err="1"/>
              <a:t>piratería</a:t>
            </a:r>
            <a:r>
              <a:rPr lang="en-US" sz="4400" dirty="0"/>
              <a:t> </a:t>
            </a:r>
            <a:r>
              <a:rPr lang="en-US" sz="4400" dirty="0" err="1"/>
              <a:t>informática</a:t>
            </a:r>
            <a:r>
              <a:rPr lang="en-US" sz="4400" dirty="0"/>
              <a:t> y </a:t>
            </a:r>
            <a:r>
              <a:rPr lang="en-US" sz="4400" dirty="0" err="1"/>
              <a:t>otros</a:t>
            </a:r>
            <a:r>
              <a:rPr lang="en-US" sz="4400" dirty="0"/>
              <a:t> </a:t>
            </a:r>
            <a:r>
              <a:rPr lang="en-US" sz="4400" dirty="0" err="1"/>
              <a:t>ataques</a:t>
            </a:r>
            <a:r>
              <a:rPr lang="en-US" sz="4400" dirty="0"/>
              <a:t> </a:t>
            </a:r>
            <a:r>
              <a:rPr lang="en-US" sz="4400" dirty="0" err="1"/>
              <a:t>cibernéticos</a:t>
            </a:r>
            <a:r>
              <a:rPr lang="en-US" sz="4400" dirty="0"/>
              <a:t>..</a:t>
            </a:r>
          </a:p>
          <a:p>
            <a:pPr marL="0" indent="-228600" defTabSz="914400"/>
            <a:r>
              <a:rPr lang="en-US" sz="4400" b="1" dirty="0"/>
              <a:t>¿</a:t>
            </a:r>
            <a:r>
              <a:rPr lang="en-US" sz="4400" b="1" dirty="0" err="1"/>
              <a:t>porque</a:t>
            </a:r>
            <a:r>
              <a:rPr lang="en-US" sz="4400" b="1" dirty="0"/>
              <a:t> es tan </a:t>
            </a:r>
            <a:r>
              <a:rPr lang="en-US" sz="4400" b="1" dirty="0" err="1"/>
              <a:t>importante</a:t>
            </a:r>
            <a:r>
              <a:rPr lang="en-US" sz="4400" b="1" dirty="0"/>
              <a:t> hoy </a:t>
            </a:r>
            <a:r>
              <a:rPr lang="en-US" sz="4400" b="1" dirty="0" err="1"/>
              <a:t>en</a:t>
            </a:r>
            <a:r>
              <a:rPr lang="en-US" sz="4400" b="1" dirty="0"/>
              <a:t> día?</a:t>
            </a:r>
          </a:p>
        </p:txBody>
      </p:sp>
      <p:pic>
        <p:nvPicPr>
          <p:cNvPr id="6" name="Google Shape;135;p8" descr="Cómo protegerse de los virus, piratas informáticos y demás ataques? |  Tecnología - ComputerHoy.com">
            <a:extLst>
              <a:ext uri="{FF2B5EF4-FFF2-40B4-BE49-F238E27FC236}">
                <a16:creationId xmlns:a16="http://schemas.microsoft.com/office/drawing/2014/main" id="{AAD900DA-2A9E-F2C8-FDB1-0085C61A75D2}"/>
              </a:ext>
            </a:extLst>
          </p:cNvPr>
          <p:cNvPicPr preferRelativeResize="0"/>
          <p:nvPr/>
        </p:nvPicPr>
        <p:blipFill rotWithShape="1">
          <a:blip r:embed="rId2"/>
          <a:srcRect l="20442" r="15538" b="1"/>
          <a:stretch/>
        </p:blipFill>
        <p:spPr>
          <a:xfrm>
            <a:off x="15351316" y="4187952"/>
            <a:ext cx="7882128" cy="81930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5675017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DEEBDC-42CA-404D-809E-C308B246CE4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55600"/>
            <a:ext cx="21005800" cy="22860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s-ES" sz="8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¿Somos vulnerables?</a:t>
            </a:r>
            <a:endParaRPr lang="es-ES" sz="8800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1DDA08-37C9-43A7-AB4F-ABDA65F3F1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641600"/>
            <a:ext cx="22098000" cy="5546725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pPr>
              <a:lnSpc>
                <a:spcPct val="160000"/>
              </a:lnSpc>
            </a:pPr>
            <a:r>
              <a:rPr lang="es-ES" sz="4400" b="1" dirty="0">
                <a:solidFill>
                  <a:schemeClr val="accent1">
                    <a:hueOff val="-176470"/>
                    <a:satOff val="-53329"/>
                    <a:lumOff val="-1196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Una vulnerabilidad </a:t>
            </a:r>
            <a:r>
              <a:rPr lang="es-ES" sz="3600" dirty="0">
                <a:solidFill>
                  <a:schemeClr val="accent1">
                    <a:hueOff val="-176470"/>
                    <a:satOff val="-53329"/>
                    <a:lumOff val="-1196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(en términos de informática) es una debilidad o fallo en un sistema de información que pone en riesgo la seguridad de la información pudiendo permitir que un atacante pueda comprometer la integridad, disponibilidad o confidencialidad de la misma, por lo que es necesario encontrarlas y eliminarlas. 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s-ES" sz="4000" b="1" dirty="0">
                <a:sym typeface="arial"/>
              </a:rPr>
              <a:t>¿Cuáles son nuestras vulnerabilidades?</a:t>
            </a:r>
            <a:endParaRPr lang="es-ES" sz="4000" b="1" dirty="0">
              <a:solidFill>
                <a:schemeClr val="accent1">
                  <a:hueOff val="-176470"/>
                  <a:satOff val="-53329"/>
                  <a:lumOff val="-1196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  <a:p>
            <a:pPr>
              <a:lnSpc>
                <a:spcPct val="160000"/>
              </a:lnSpc>
            </a:pPr>
            <a:endParaRPr lang="es-ES" sz="3600" dirty="0">
              <a:solidFill>
                <a:schemeClr val="accent1">
                  <a:hueOff val="-176470"/>
                  <a:satOff val="-53329"/>
                  <a:lumOff val="-1196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Google Shape;135;p8" descr="Cómo protegerse de los virus, piratas informáticos y demás ataques? |  Tecnología - ComputerHoy.com">
            <a:extLst>
              <a:ext uri="{FF2B5EF4-FFF2-40B4-BE49-F238E27FC236}">
                <a16:creationId xmlns:a16="http://schemas.microsoft.com/office/drawing/2014/main" id="{8D9822E0-247D-441D-B803-63D034D9F03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666200" y="11897201"/>
            <a:ext cx="2717800" cy="182880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CB2CFD6-E8DB-4AB0-8952-0832CAB1D2DE}"/>
              </a:ext>
            </a:extLst>
          </p:cNvPr>
          <p:cNvSpPr txBox="1"/>
          <p:nvPr/>
        </p:nvSpPr>
        <p:spPr>
          <a:xfrm>
            <a:off x="609600" y="9432328"/>
            <a:ext cx="23241000" cy="3296993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sz="48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LOS CIBERDELINCUENTES APROVECHAN ESTAS VULNERABILIDADES QUE SON DE DISTINTOS TIPOS Y PONEN EN RIESGO A LA EMPRESA, ORGANIZACIONES Y LAS PERSONAS.</a:t>
            </a:r>
            <a:endParaRPr lang="es-ES" sz="4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3724E2B-828D-47BD-A6AE-CCD81A5A7C1A}"/>
              </a:ext>
            </a:extLst>
          </p:cNvPr>
          <p:cNvSpPr txBox="1"/>
          <p:nvPr/>
        </p:nvSpPr>
        <p:spPr>
          <a:xfrm>
            <a:off x="609600" y="8061222"/>
            <a:ext cx="3634328" cy="12148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5600" b="1" dirty="0"/>
              <a:t>Importante</a:t>
            </a:r>
          </a:p>
        </p:txBody>
      </p:sp>
      <p:pic>
        <p:nvPicPr>
          <p:cNvPr id="8" name="Imagen 7" descr="Icono&#10;&#10;Descripción generada automáticamente">
            <a:extLst>
              <a:ext uri="{FF2B5EF4-FFF2-40B4-BE49-F238E27FC236}">
                <a16:creationId xmlns:a16="http://schemas.microsoft.com/office/drawing/2014/main" id="{DF29C8A6-5355-7787-7D43-6259B963D1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3000" y="4992370"/>
            <a:ext cx="4439958" cy="4439958"/>
          </a:xfrm>
          <a:prstGeom prst="rect">
            <a:avLst/>
          </a:prstGeom>
        </p:spPr>
      </p:pic>
      <p:pic>
        <p:nvPicPr>
          <p:cNvPr id="10" name="Imagen 9" descr="Icono&#10;&#10;Descripción generada automáticamente">
            <a:extLst>
              <a:ext uri="{FF2B5EF4-FFF2-40B4-BE49-F238E27FC236}">
                <a16:creationId xmlns:a16="http://schemas.microsoft.com/office/drawing/2014/main" id="{8351AA33-A068-16B8-9EF4-B3C9C639FB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5695" y="7752574"/>
            <a:ext cx="1409319" cy="183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70601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 txBox="1"/>
          <p:nvPr/>
        </p:nvSpPr>
        <p:spPr>
          <a:xfrm>
            <a:off x="1371600" y="255263"/>
            <a:ext cx="21598128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spAutoFit/>
          </a:bodyPr>
          <a:lstStyle/>
          <a:p>
            <a:pPr>
              <a:lnSpc>
                <a:spcPct val="107000"/>
              </a:lnSpc>
            </a:pPr>
            <a:r>
              <a:rPr lang="es-ES" sz="6400" b="1" dirty="0">
                <a:solidFill>
                  <a:srgbClr val="003245"/>
                </a:solidFill>
                <a:latin typeface="Calibri"/>
                <a:ea typeface="Calibri"/>
                <a:cs typeface="Calibri"/>
                <a:sym typeface="Calibri"/>
              </a:rPr>
              <a:t>EJEMPLOS DE VULNERABILIDADES</a:t>
            </a:r>
            <a:endParaRPr sz="6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2" name="Google Shape;172;p13"/>
          <p:cNvGrpSpPr/>
          <p:nvPr/>
        </p:nvGrpSpPr>
        <p:grpSpPr>
          <a:xfrm>
            <a:off x="185509" y="2007050"/>
            <a:ext cx="24054816" cy="10521000"/>
            <a:chOff x="0" y="79083"/>
            <a:chExt cx="8128000" cy="526050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73" name="Google Shape;173;p13"/>
            <p:cNvSpPr/>
            <p:nvPr/>
          </p:nvSpPr>
          <p:spPr>
            <a:xfrm>
              <a:off x="0" y="79083"/>
              <a:ext cx="8128000" cy="994500"/>
            </a:xfrm>
            <a:prstGeom prst="roundRect">
              <a:avLst>
                <a:gd name="adj" fmla="val 16667"/>
              </a:avLst>
            </a:prstGeom>
            <a:grpFill/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74" name="Google Shape;174;p13"/>
            <p:cNvSpPr txBox="1"/>
            <p:nvPr/>
          </p:nvSpPr>
          <p:spPr>
            <a:xfrm>
              <a:off x="48547" y="127630"/>
              <a:ext cx="8030906" cy="897406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lt1"/>
                </a:buClr>
                <a:buSzPts val="1000"/>
              </a:pPr>
              <a:r>
                <a:rPr lang="es-ES" sz="5000" b="1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Calibri"/>
                  <a:sym typeface="Calibri"/>
                </a:rPr>
                <a:t>Formulario</a:t>
              </a:r>
              <a:r>
                <a:rPr lang="es-ES" sz="5000" b="1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Times New Roman"/>
                  <a:sym typeface="Times New Roman"/>
                </a:rPr>
                <a:t> web que no </a:t>
              </a:r>
              <a:r>
                <a:rPr lang="es-ES" sz="5000" b="1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Calibri"/>
                  <a:sym typeface="Calibri"/>
                </a:rPr>
                <a:t>comprueba los parámetros introducidos por el usuario.</a:t>
              </a:r>
              <a:endParaRPr sz="50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/>
                <a:sym typeface="Calibri"/>
              </a:endParaRPr>
            </a:p>
          </p:txBody>
        </p:sp>
        <p:sp>
          <p:nvSpPr>
            <p:cNvPr id="175" name="Google Shape;175;p13"/>
            <p:cNvSpPr/>
            <p:nvPr/>
          </p:nvSpPr>
          <p:spPr>
            <a:xfrm>
              <a:off x="0" y="1145583"/>
              <a:ext cx="8128000" cy="994500"/>
            </a:xfrm>
            <a:prstGeom prst="roundRect">
              <a:avLst>
                <a:gd name="adj" fmla="val 16667"/>
              </a:avLst>
            </a:prstGeom>
            <a:grpFill/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76" name="Google Shape;176;p13"/>
            <p:cNvSpPr txBox="1"/>
            <p:nvPr/>
          </p:nvSpPr>
          <p:spPr>
            <a:xfrm>
              <a:off x="48547" y="1194130"/>
              <a:ext cx="8030906" cy="897406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lt1"/>
                </a:buClr>
                <a:buSzPts val="2500"/>
              </a:pPr>
              <a:r>
                <a:rPr lang="es-ES" sz="5000" b="1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Calibri"/>
                  <a:sym typeface="Calibri"/>
                </a:rPr>
                <a:t>Mala ubicación de un servidor de base de datos dentro de la red corporativa.</a:t>
              </a:r>
              <a:endParaRPr sz="5000" b="1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/>
                <a:sym typeface="Calibri"/>
              </a:endParaRPr>
            </a:p>
          </p:txBody>
        </p:sp>
        <p:sp>
          <p:nvSpPr>
            <p:cNvPr id="177" name="Google Shape;177;p13"/>
            <p:cNvSpPr/>
            <p:nvPr/>
          </p:nvSpPr>
          <p:spPr>
            <a:xfrm>
              <a:off x="0" y="2212083"/>
              <a:ext cx="8128000" cy="994500"/>
            </a:xfrm>
            <a:prstGeom prst="roundRect">
              <a:avLst>
                <a:gd name="adj" fmla="val 16667"/>
              </a:avLst>
            </a:prstGeom>
            <a:grpFill/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78" name="Google Shape;178;p13"/>
            <p:cNvSpPr txBox="1"/>
            <p:nvPr/>
          </p:nvSpPr>
          <p:spPr>
            <a:xfrm>
              <a:off x="48547" y="2260630"/>
              <a:ext cx="8030906" cy="897406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lt1"/>
                </a:buClr>
                <a:buSzPts val="2500"/>
              </a:pPr>
              <a:r>
                <a:rPr lang="es-ES" sz="5000" b="1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Calibri"/>
                  <a:sym typeface="Calibri"/>
                </a:rPr>
                <a:t>Hardware obsoleto y sistemas operativos sin actualizar.</a:t>
              </a:r>
              <a:endParaRPr sz="5000" b="1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/>
                <a:sym typeface="Calibri"/>
              </a:endParaRPr>
            </a:p>
          </p:txBody>
        </p:sp>
        <p:sp>
          <p:nvSpPr>
            <p:cNvPr id="179" name="Google Shape;179;p13"/>
            <p:cNvSpPr/>
            <p:nvPr/>
          </p:nvSpPr>
          <p:spPr>
            <a:xfrm>
              <a:off x="0" y="3278583"/>
              <a:ext cx="8128000" cy="994500"/>
            </a:xfrm>
            <a:prstGeom prst="roundRect">
              <a:avLst>
                <a:gd name="adj" fmla="val 16667"/>
              </a:avLst>
            </a:prstGeom>
            <a:grpFill/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80" name="Google Shape;180;p13"/>
            <p:cNvSpPr txBox="1"/>
            <p:nvPr/>
          </p:nvSpPr>
          <p:spPr>
            <a:xfrm>
              <a:off x="48547" y="3327130"/>
              <a:ext cx="8030906" cy="897406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lt1"/>
                </a:buClr>
                <a:buSzPts val="2500"/>
              </a:pPr>
              <a:r>
                <a:rPr lang="es-ES" sz="5000" b="1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Calibri"/>
                  <a:sym typeface="Calibri"/>
                </a:rPr>
                <a:t>Ausencia de copias de seguridad.</a:t>
              </a:r>
              <a:endParaRPr sz="5000" b="1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/>
                <a:sym typeface="Calibri"/>
              </a:endParaRPr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0" y="4345083"/>
              <a:ext cx="8128000" cy="994500"/>
            </a:xfrm>
            <a:prstGeom prst="roundRect">
              <a:avLst>
                <a:gd name="adj" fmla="val 16667"/>
              </a:avLst>
            </a:prstGeom>
            <a:grpFill/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82" name="Google Shape;182;p13"/>
            <p:cNvSpPr txBox="1"/>
            <p:nvPr/>
          </p:nvSpPr>
          <p:spPr>
            <a:xfrm>
              <a:off x="48547" y="4393630"/>
              <a:ext cx="8030906" cy="897406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lt1"/>
                </a:buClr>
                <a:buSzPts val="2500"/>
              </a:pPr>
              <a:r>
                <a:rPr lang="es-ES" sz="5000" b="1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Calibri"/>
                  <a:sym typeface="Calibri"/>
                </a:rPr>
                <a:t>Cuentas de usuario mal configuradas.</a:t>
              </a:r>
              <a:endParaRPr sz="5000" b="1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/>
                <a:sym typeface="Calibri"/>
              </a:endParaRPr>
            </a:p>
          </p:txBody>
        </p:sp>
      </p:grpSp>
      <p:pic>
        <p:nvPicPr>
          <p:cNvPr id="2" name="Google Shape;135;p8" descr="Cómo protegerse de los virus, piratas informáticos y demás ataques? |  Tecnología - ComputerHoy.com">
            <a:extLst>
              <a:ext uri="{FF2B5EF4-FFF2-40B4-BE49-F238E27FC236}">
                <a16:creationId xmlns:a16="http://schemas.microsoft.com/office/drawing/2014/main" id="{B30F1FA5-ADE5-A11B-D39A-CB287C64CC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666200" y="11897201"/>
            <a:ext cx="2717800" cy="1828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69;p13">
            <a:extLst>
              <a:ext uri="{FF2B5EF4-FFF2-40B4-BE49-F238E27FC236}">
                <a16:creationId xmlns:a16="http://schemas.microsoft.com/office/drawing/2014/main" id="{171CEC00-2EEE-7441-4286-34F6703894EA}"/>
              </a:ext>
            </a:extLst>
          </p:cNvPr>
          <p:cNvSpPr txBox="1"/>
          <p:nvPr/>
        </p:nvSpPr>
        <p:spPr>
          <a:xfrm>
            <a:off x="1371600" y="255263"/>
            <a:ext cx="21598128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spAutoFit/>
          </a:bodyPr>
          <a:lstStyle/>
          <a:p>
            <a:pPr>
              <a:lnSpc>
                <a:spcPct val="107000"/>
              </a:lnSpc>
            </a:pPr>
            <a:r>
              <a:rPr lang="es-ES" sz="6400" b="1" dirty="0">
                <a:solidFill>
                  <a:srgbClr val="003245"/>
                </a:solidFill>
                <a:latin typeface="Calibri"/>
                <a:ea typeface="Calibri"/>
                <a:cs typeface="Calibri"/>
                <a:sym typeface="Calibri"/>
              </a:rPr>
              <a:t>EJEMPLOS DE VULNERABILIDADES PERSONALES</a:t>
            </a:r>
            <a:endParaRPr sz="6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oogle Shape;172;p13">
            <a:extLst>
              <a:ext uri="{FF2B5EF4-FFF2-40B4-BE49-F238E27FC236}">
                <a16:creationId xmlns:a16="http://schemas.microsoft.com/office/drawing/2014/main" id="{D079B95D-F0D9-7C84-1E5A-A127D48822C7}"/>
              </a:ext>
            </a:extLst>
          </p:cNvPr>
          <p:cNvGrpSpPr/>
          <p:nvPr/>
        </p:nvGrpSpPr>
        <p:grpSpPr>
          <a:xfrm>
            <a:off x="164592" y="1597500"/>
            <a:ext cx="24054816" cy="10521000"/>
            <a:chOff x="0" y="79083"/>
            <a:chExt cx="8128000" cy="526050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6" name="Google Shape;173;p13">
              <a:extLst>
                <a:ext uri="{FF2B5EF4-FFF2-40B4-BE49-F238E27FC236}">
                  <a16:creationId xmlns:a16="http://schemas.microsoft.com/office/drawing/2014/main" id="{4A8B391D-78EE-DF19-2725-ABA5F49C6C41}"/>
                </a:ext>
              </a:extLst>
            </p:cNvPr>
            <p:cNvSpPr/>
            <p:nvPr/>
          </p:nvSpPr>
          <p:spPr>
            <a:xfrm>
              <a:off x="0" y="79083"/>
              <a:ext cx="8128000" cy="994500"/>
            </a:xfrm>
            <a:prstGeom prst="roundRect">
              <a:avLst>
                <a:gd name="adj" fmla="val 16667"/>
              </a:avLst>
            </a:prstGeom>
            <a:grpFill/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7" name="Google Shape;174;p13">
              <a:extLst>
                <a:ext uri="{FF2B5EF4-FFF2-40B4-BE49-F238E27FC236}">
                  <a16:creationId xmlns:a16="http://schemas.microsoft.com/office/drawing/2014/main" id="{19DFCD4C-132E-5AC5-0DA8-8D482DCB34AB}"/>
                </a:ext>
              </a:extLst>
            </p:cNvPr>
            <p:cNvSpPr txBox="1"/>
            <p:nvPr/>
          </p:nvSpPr>
          <p:spPr>
            <a:xfrm>
              <a:off x="48547" y="127630"/>
              <a:ext cx="8030906" cy="897406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lt1"/>
                </a:buClr>
                <a:buSzPts val="1000"/>
              </a:pPr>
              <a:r>
                <a:rPr lang="es-ES" sz="5000" b="1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Calibri"/>
                  <a:sym typeface="Calibri"/>
                </a:rPr>
                <a:t>No poner ningún sistema de seguridad para entrar en nuestros dispositivos móviles.</a:t>
              </a:r>
              <a:endParaRPr sz="5000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/>
                <a:sym typeface="Calibri"/>
              </a:endParaRPr>
            </a:p>
          </p:txBody>
        </p:sp>
        <p:sp>
          <p:nvSpPr>
            <p:cNvPr id="8" name="Google Shape;175;p13">
              <a:extLst>
                <a:ext uri="{FF2B5EF4-FFF2-40B4-BE49-F238E27FC236}">
                  <a16:creationId xmlns:a16="http://schemas.microsoft.com/office/drawing/2014/main" id="{F2EEF322-1404-03C7-C557-18F24F4F09B9}"/>
                </a:ext>
              </a:extLst>
            </p:cNvPr>
            <p:cNvSpPr/>
            <p:nvPr/>
          </p:nvSpPr>
          <p:spPr>
            <a:xfrm>
              <a:off x="0" y="1145583"/>
              <a:ext cx="8128000" cy="994500"/>
            </a:xfrm>
            <a:prstGeom prst="roundRect">
              <a:avLst>
                <a:gd name="adj" fmla="val 16667"/>
              </a:avLst>
            </a:prstGeom>
            <a:grpFill/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9" name="Google Shape;176;p13">
              <a:extLst>
                <a:ext uri="{FF2B5EF4-FFF2-40B4-BE49-F238E27FC236}">
                  <a16:creationId xmlns:a16="http://schemas.microsoft.com/office/drawing/2014/main" id="{207757AE-EB44-E7F5-130A-AF0C156154CC}"/>
                </a:ext>
              </a:extLst>
            </p:cNvPr>
            <p:cNvSpPr txBox="1"/>
            <p:nvPr/>
          </p:nvSpPr>
          <p:spPr>
            <a:xfrm>
              <a:off x="48547" y="1194130"/>
              <a:ext cx="8030906" cy="897406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lt1"/>
                </a:buClr>
                <a:buSzPts val="2500"/>
              </a:pPr>
              <a:r>
                <a:rPr lang="es-ES" sz="5000" b="1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Calibri"/>
                  <a:sym typeface="Calibri"/>
                </a:rPr>
                <a:t>Contraseñas débiles.</a:t>
              </a:r>
              <a:endParaRPr sz="5000" b="1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/>
                <a:sym typeface="Calibri"/>
              </a:endParaRPr>
            </a:p>
          </p:txBody>
        </p:sp>
        <p:sp>
          <p:nvSpPr>
            <p:cNvPr id="10" name="Google Shape;177;p13">
              <a:extLst>
                <a:ext uri="{FF2B5EF4-FFF2-40B4-BE49-F238E27FC236}">
                  <a16:creationId xmlns:a16="http://schemas.microsoft.com/office/drawing/2014/main" id="{790B46CD-A454-9EFC-438B-8EECC80DF009}"/>
                </a:ext>
              </a:extLst>
            </p:cNvPr>
            <p:cNvSpPr/>
            <p:nvPr/>
          </p:nvSpPr>
          <p:spPr>
            <a:xfrm>
              <a:off x="0" y="2212083"/>
              <a:ext cx="8128000" cy="994500"/>
            </a:xfrm>
            <a:prstGeom prst="roundRect">
              <a:avLst>
                <a:gd name="adj" fmla="val 16667"/>
              </a:avLst>
            </a:prstGeom>
            <a:grpFill/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1" name="Google Shape;178;p13">
              <a:extLst>
                <a:ext uri="{FF2B5EF4-FFF2-40B4-BE49-F238E27FC236}">
                  <a16:creationId xmlns:a16="http://schemas.microsoft.com/office/drawing/2014/main" id="{87C11B0F-4FD6-8DE3-F675-6B1FE7DBCB11}"/>
                </a:ext>
              </a:extLst>
            </p:cNvPr>
            <p:cNvSpPr txBox="1"/>
            <p:nvPr/>
          </p:nvSpPr>
          <p:spPr>
            <a:xfrm>
              <a:off x="48547" y="2260630"/>
              <a:ext cx="8030906" cy="897406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lt1"/>
                </a:buClr>
                <a:buSzPts val="2500"/>
              </a:pPr>
              <a:r>
                <a:rPr lang="es-ES" sz="5000" b="1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Calibri"/>
                  <a:sym typeface="Calibri"/>
                </a:rPr>
                <a:t>Ofrecer información personal en redes sociales.</a:t>
              </a:r>
              <a:endParaRPr sz="5000" b="1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/>
                <a:sym typeface="Calibri"/>
              </a:endParaRPr>
            </a:p>
          </p:txBody>
        </p:sp>
        <p:sp>
          <p:nvSpPr>
            <p:cNvPr id="12" name="Google Shape;179;p13">
              <a:extLst>
                <a:ext uri="{FF2B5EF4-FFF2-40B4-BE49-F238E27FC236}">
                  <a16:creationId xmlns:a16="http://schemas.microsoft.com/office/drawing/2014/main" id="{548A7A4F-5EE8-DD90-BEAF-F962CCDAA13D}"/>
                </a:ext>
              </a:extLst>
            </p:cNvPr>
            <p:cNvSpPr/>
            <p:nvPr/>
          </p:nvSpPr>
          <p:spPr>
            <a:xfrm>
              <a:off x="0" y="3278583"/>
              <a:ext cx="8128000" cy="994500"/>
            </a:xfrm>
            <a:prstGeom prst="roundRect">
              <a:avLst>
                <a:gd name="adj" fmla="val 16667"/>
              </a:avLst>
            </a:prstGeom>
            <a:grpFill/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" name="Google Shape;180;p13">
              <a:extLst>
                <a:ext uri="{FF2B5EF4-FFF2-40B4-BE49-F238E27FC236}">
                  <a16:creationId xmlns:a16="http://schemas.microsoft.com/office/drawing/2014/main" id="{DAEEFF17-5DD0-8536-7491-A157B4062D02}"/>
                </a:ext>
              </a:extLst>
            </p:cNvPr>
            <p:cNvSpPr txBox="1"/>
            <p:nvPr/>
          </p:nvSpPr>
          <p:spPr>
            <a:xfrm>
              <a:off x="48547" y="3327130"/>
              <a:ext cx="8030906" cy="897406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lt1"/>
                </a:buClr>
                <a:buSzPts val="2500"/>
              </a:pPr>
              <a:r>
                <a:rPr lang="es-ES" sz="5000" b="1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Calibri"/>
                  <a:sym typeface="Calibri"/>
                </a:rPr>
                <a:t>No tener cuidado a la hora de darnos de alta en sitios web.</a:t>
              </a:r>
              <a:endParaRPr sz="5000" b="1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/>
                <a:sym typeface="Calibri"/>
              </a:endParaRPr>
            </a:p>
          </p:txBody>
        </p:sp>
        <p:sp>
          <p:nvSpPr>
            <p:cNvPr id="14" name="Google Shape;181;p13">
              <a:extLst>
                <a:ext uri="{FF2B5EF4-FFF2-40B4-BE49-F238E27FC236}">
                  <a16:creationId xmlns:a16="http://schemas.microsoft.com/office/drawing/2014/main" id="{5D883CEC-909B-FF6C-3B0B-89891813BB04}"/>
                </a:ext>
              </a:extLst>
            </p:cNvPr>
            <p:cNvSpPr/>
            <p:nvPr/>
          </p:nvSpPr>
          <p:spPr>
            <a:xfrm>
              <a:off x="0" y="4345083"/>
              <a:ext cx="8128000" cy="994500"/>
            </a:xfrm>
            <a:prstGeom prst="roundRect">
              <a:avLst>
                <a:gd name="adj" fmla="val 16667"/>
              </a:avLst>
            </a:prstGeom>
            <a:grpFill/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" name="Google Shape;182;p13">
              <a:extLst>
                <a:ext uri="{FF2B5EF4-FFF2-40B4-BE49-F238E27FC236}">
                  <a16:creationId xmlns:a16="http://schemas.microsoft.com/office/drawing/2014/main" id="{D4A6BD7C-4D8B-D617-862F-98CA856E5622}"/>
                </a:ext>
              </a:extLst>
            </p:cNvPr>
            <p:cNvSpPr txBox="1"/>
            <p:nvPr/>
          </p:nvSpPr>
          <p:spPr>
            <a:xfrm>
              <a:off x="48547" y="4393630"/>
              <a:ext cx="8030906" cy="897406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lt1"/>
                </a:buClr>
                <a:buSzPts val="2500"/>
              </a:pPr>
              <a:r>
                <a:rPr lang="es-ES" sz="5000" b="1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Calibri"/>
                  <a:sym typeface="Calibri"/>
                </a:rPr>
                <a:t>No cambiar las contraseñas NUNCA.</a:t>
              </a:r>
              <a:endParaRPr sz="5000" b="1" dirty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/>
                <a:sym typeface="Calibri"/>
              </a:endParaRPr>
            </a:p>
          </p:txBody>
        </p:sp>
      </p:grpSp>
      <p:pic>
        <p:nvPicPr>
          <p:cNvPr id="16" name="Google Shape;135;p8" descr="Cómo protegerse de los virus, piratas informáticos y demás ataques? |  Tecnología - ComputerHoy.com">
            <a:extLst>
              <a:ext uri="{FF2B5EF4-FFF2-40B4-BE49-F238E27FC236}">
                <a16:creationId xmlns:a16="http://schemas.microsoft.com/office/drawing/2014/main" id="{400210E3-3427-0F99-59FE-B0268CCEDDA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666200" y="11897201"/>
            <a:ext cx="2717800" cy="18288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356733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"/>
          <p:cNvSpPr txBox="1">
            <a:spLocks noGrp="1"/>
          </p:cNvSpPr>
          <p:nvPr>
            <p:ph type="title" idx="4294967295"/>
          </p:nvPr>
        </p:nvSpPr>
        <p:spPr>
          <a:xfrm>
            <a:off x="0" y="-473075"/>
            <a:ext cx="24563388" cy="265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s-ES" b="1" dirty="0"/>
              <a:t>CICLO DE VIDA DE UNA VULNERABILIDAD</a:t>
            </a:r>
            <a:endParaRPr b="1" dirty="0"/>
          </a:p>
        </p:txBody>
      </p:sp>
      <p:grpSp>
        <p:nvGrpSpPr>
          <p:cNvPr id="196" name="Google Shape;196;p15"/>
          <p:cNvGrpSpPr/>
          <p:nvPr/>
        </p:nvGrpSpPr>
        <p:grpSpPr>
          <a:xfrm>
            <a:off x="2377440" y="1657164"/>
            <a:ext cx="21250656" cy="11835536"/>
            <a:chOff x="2473749" y="-162820"/>
            <a:chExt cx="8187632" cy="5917768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197" name="Google Shape;197;p15"/>
            <p:cNvSpPr/>
            <p:nvPr/>
          </p:nvSpPr>
          <p:spPr>
            <a:xfrm>
              <a:off x="3545900" y="-162820"/>
              <a:ext cx="5449916" cy="544991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89493" y="11242"/>
                  </a:moveTo>
                  <a:lnTo>
                    <a:pt x="89493" y="11242"/>
                  </a:lnTo>
                  <a:cubicBezTo>
                    <a:pt x="109366" y="23262"/>
                    <a:pt x="119955" y="46141"/>
                    <a:pt x="116258" y="69070"/>
                  </a:cubicBezTo>
                  <a:cubicBezTo>
                    <a:pt x="112561" y="91999"/>
                    <a:pt x="95319" y="110390"/>
                    <a:pt x="72676" y="115557"/>
                  </a:cubicBezTo>
                  <a:cubicBezTo>
                    <a:pt x="50033" y="120723"/>
                    <a:pt x="26520" y="111630"/>
                    <a:pt x="13244" y="92574"/>
                  </a:cubicBezTo>
                  <a:cubicBezTo>
                    <a:pt x="-33" y="73517"/>
                    <a:pt x="-415" y="48310"/>
                    <a:pt x="12277" y="28860"/>
                  </a:cubicBezTo>
                  <a:lnTo>
                    <a:pt x="9889" y="27031"/>
                  </a:lnTo>
                  <a:lnTo>
                    <a:pt x="16984" y="27053"/>
                  </a:lnTo>
                  <a:lnTo>
                    <a:pt x="19124" y="34105"/>
                  </a:lnTo>
                  <a:lnTo>
                    <a:pt x="16738" y="32277"/>
                  </a:lnTo>
                  <a:cubicBezTo>
                    <a:pt x="5460" y="49877"/>
                    <a:pt x="5967" y="72555"/>
                    <a:pt x="18022" y="89632"/>
                  </a:cubicBezTo>
                  <a:cubicBezTo>
                    <a:pt x="30077" y="106709"/>
                    <a:pt x="51276" y="114782"/>
                    <a:pt x="71636" y="110048"/>
                  </a:cubicBezTo>
                  <a:cubicBezTo>
                    <a:pt x="91997" y="105314"/>
                    <a:pt x="107460" y="88717"/>
                    <a:pt x="110745" y="68074"/>
                  </a:cubicBezTo>
                  <a:cubicBezTo>
                    <a:pt x="114029" y="47430"/>
                    <a:pt x="104480" y="26854"/>
                    <a:pt x="86594" y="1603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>
                <a:solidFill>
                  <a:schemeClr val="bg1"/>
                </a:solidFill>
              </a:endParaRPr>
            </a:p>
          </p:txBody>
        </p:sp>
        <p:sp>
          <p:nvSpPr>
            <p:cNvPr id="198" name="Google Shape;198;p15"/>
            <p:cNvSpPr/>
            <p:nvPr/>
          </p:nvSpPr>
          <p:spPr>
            <a:xfrm>
              <a:off x="4430631" y="957"/>
              <a:ext cx="2943283" cy="1071955"/>
            </a:xfrm>
            <a:prstGeom prst="roundRect">
              <a:avLst>
                <a:gd name="adj" fmla="val 16667"/>
              </a:avLst>
            </a:prstGeom>
            <a:grpFill/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>
                <a:solidFill>
                  <a:schemeClr val="bg1"/>
                </a:solidFill>
              </a:endParaRPr>
            </a:p>
          </p:txBody>
        </p:sp>
        <p:sp>
          <p:nvSpPr>
            <p:cNvPr id="199" name="Google Shape;199;p15"/>
            <p:cNvSpPr txBox="1"/>
            <p:nvPr/>
          </p:nvSpPr>
          <p:spPr>
            <a:xfrm>
              <a:off x="4520463" y="90790"/>
              <a:ext cx="3738182" cy="1399197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s-ES" sz="64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1 Detección de la vulnerabilidad</a:t>
              </a:r>
            </a:p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s-ES" sz="40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Detección y descripción de la vulnerabilidad. .</a:t>
              </a:r>
              <a:endParaRPr sz="40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5"/>
            <p:cNvSpPr/>
            <p:nvPr/>
          </p:nvSpPr>
          <p:spPr>
            <a:xfrm>
              <a:off x="6387513" y="1957839"/>
              <a:ext cx="3680455" cy="1840227"/>
            </a:xfrm>
            <a:prstGeom prst="roundRect">
              <a:avLst>
                <a:gd name="adj" fmla="val 16667"/>
              </a:avLst>
            </a:prstGeom>
            <a:grpFill/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>
                <a:solidFill>
                  <a:schemeClr val="bg1"/>
                </a:solidFill>
              </a:endParaRPr>
            </a:p>
          </p:txBody>
        </p:sp>
        <p:sp>
          <p:nvSpPr>
            <p:cNvPr id="201" name="Google Shape;201;p15"/>
            <p:cNvSpPr txBox="1"/>
            <p:nvPr/>
          </p:nvSpPr>
          <p:spPr>
            <a:xfrm>
              <a:off x="6477345" y="1841184"/>
              <a:ext cx="4184036" cy="186705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s-ES" sz="64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2 Explotando la vulnerabilidad. Somos atacados.</a:t>
              </a:r>
            </a:p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s-ES" sz="36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Explotación de la vulnerabilidad del sistema (desarrollo de exploits o ataque).</a:t>
              </a:r>
              <a:endParaRPr sz="36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4430631" y="3914721"/>
              <a:ext cx="3680455" cy="1840227"/>
            </a:xfrm>
            <a:prstGeom prst="roundRect">
              <a:avLst>
                <a:gd name="adj" fmla="val 16667"/>
              </a:avLst>
            </a:prstGeom>
            <a:grpFill/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>
                <a:solidFill>
                  <a:schemeClr val="bg1"/>
                </a:solidFill>
              </a:endParaRPr>
            </a:p>
          </p:txBody>
        </p:sp>
        <p:sp>
          <p:nvSpPr>
            <p:cNvPr id="203" name="Google Shape;203;p15"/>
            <p:cNvSpPr txBox="1"/>
            <p:nvPr/>
          </p:nvSpPr>
          <p:spPr>
            <a:xfrm>
              <a:off x="4520463" y="4004553"/>
              <a:ext cx="3500791" cy="166056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s-ES" sz="64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3 Solucionado el problema.</a:t>
              </a:r>
            </a:p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s-ES" sz="40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Solución al problema.</a:t>
              </a:r>
              <a:endParaRPr sz="40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5"/>
            <p:cNvSpPr/>
            <p:nvPr/>
          </p:nvSpPr>
          <p:spPr>
            <a:xfrm>
              <a:off x="2473749" y="1957839"/>
              <a:ext cx="3680455" cy="1840227"/>
            </a:xfrm>
            <a:prstGeom prst="roundRect">
              <a:avLst>
                <a:gd name="adj" fmla="val 16667"/>
              </a:avLst>
            </a:prstGeom>
            <a:grpFill/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>
                <a:solidFill>
                  <a:schemeClr val="bg1"/>
                </a:solidFill>
              </a:endParaRPr>
            </a:p>
          </p:txBody>
        </p:sp>
        <p:sp>
          <p:nvSpPr>
            <p:cNvPr id="205" name="Google Shape;205;p15"/>
            <p:cNvSpPr txBox="1"/>
            <p:nvPr/>
          </p:nvSpPr>
          <p:spPr>
            <a:xfrm>
              <a:off x="2563581" y="2047671"/>
              <a:ext cx="3500791" cy="166056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14300" tIns="114300" rIns="114300" bIns="11430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s-ES" sz="64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4 muerte de la vulnerabilidad</a:t>
              </a:r>
            </a:p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s-ES" sz="40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Generación de un parche de actualización o de nueva versión del código para impedir el uso malicioso de la vulnerabilidad.</a:t>
              </a:r>
              <a:endParaRPr sz="40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" name="Google Shape;135;p8" descr="Cómo protegerse de los virus, piratas informáticos y demás ataques? |  Tecnología - ComputerHoy.com">
            <a:extLst>
              <a:ext uri="{FF2B5EF4-FFF2-40B4-BE49-F238E27FC236}">
                <a16:creationId xmlns:a16="http://schemas.microsoft.com/office/drawing/2014/main" id="{611CA9EA-B6FB-4829-932F-8E39157F5F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666200" y="11897201"/>
            <a:ext cx="2717800" cy="1828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"/>
          <p:cNvSpPr txBox="1">
            <a:spLocks noGrp="1"/>
          </p:cNvSpPr>
          <p:nvPr>
            <p:ph type="title" idx="4294967295"/>
          </p:nvPr>
        </p:nvSpPr>
        <p:spPr>
          <a:xfrm>
            <a:off x="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s-ES" sz="6000" b="1" dirty="0"/>
              <a:t>VULNERABILIDAD DE ZERO-DAY</a:t>
            </a:r>
            <a:endParaRPr sz="6000" b="1" dirty="0"/>
          </a:p>
        </p:txBody>
      </p:sp>
      <p:sp>
        <p:nvSpPr>
          <p:cNvPr id="211" name="Google Shape;211;p16"/>
          <p:cNvSpPr txBox="1">
            <a:spLocks noGrp="1"/>
          </p:cNvSpPr>
          <p:nvPr>
            <p:ph idx="4294967295"/>
          </p:nvPr>
        </p:nvSpPr>
        <p:spPr>
          <a:xfrm>
            <a:off x="0" y="2944813"/>
            <a:ext cx="21926550" cy="950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rmAutofit/>
          </a:bodyPr>
          <a:lstStyle/>
          <a:p>
            <a:pPr marL="457200" indent="-457200">
              <a:lnSpc>
                <a:spcPct val="107000"/>
              </a:lnSpc>
              <a:spcBef>
                <a:spcPts val="3600"/>
              </a:spcBef>
              <a:buClr>
                <a:srgbClr val="003245"/>
              </a:buClr>
              <a:buSzPts val="2000"/>
            </a:pPr>
            <a:r>
              <a:rPr lang="es-ES" sz="4800" dirty="0">
                <a:solidFill>
                  <a:srgbClr val="003245"/>
                </a:solidFill>
                <a:latin typeface="Calibri"/>
                <a:ea typeface="Calibri"/>
                <a:cs typeface="Calibri"/>
                <a:sym typeface="Calibri"/>
              </a:rPr>
              <a:t>Se conoce como </a:t>
            </a:r>
            <a:r>
              <a:rPr lang="es-ES" sz="6400" b="1" dirty="0">
                <a:solidFill>
                  <a:srgbClr val="003245"/>
                </a:solidFill>
                <a:latin typeface="Calibri"/>
                <a:ea typeface="Calibri"/>
                <a:cs typeface="Calibri"/>
                <a:sym typeface="Calibri"/>
              </a:rPr>
              <a:t>vulnerabilidad de </a:t>
            </a:r>
            <a:r>
              <a:rPr lang="es-ES" sz="6400" b="1" dirty="0" err="1">
                <a:solidFill>
                  <a:srgbClr val="003245"/>
                </a:solidFill>
                <a:latin typeface="Calibri"/>
                <a:ea typeface="Calibri"/>
                <a:cs typeface="Calibri"/>
                <a:sym typeface="Calibri"/>
              </a:rPr>
              <a:t>zero</a:t>
            </a:r>
            <a:r>
              <a:rPr lang="es-ES" sz="6400" b="1" dirty="0">
                <a:solidFill>
                  <a:srgbClr val="00324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6400" b="1" dirty="0" err="1">
                <a:solidFill>
                  <a:srgbClr val="003245"/>
                </a:solidFill>
                <a:latin typeface="Calibri"/>
                <a:ea typeface="Calibri"/>
                <a:cs typeface="Calibri"/>
                <a:sym typeface="Calibri"/>
              </a:rPr>
              <a:t>day</a:t>
            </a:r>
            <a:r>
              <a:rPr lang="es-ES" sz="6400" b="1" dirty="0">
                <a:solidFill>
                  <a:srgbClr val="003245"/>
                </a:solidFill>
                <a:latin typeface="Calibri"/>
                <a:ea typeface="Calibri"/>
                <a:cs typeface="Calibri"/>
                <a:sym typeface="Calibri"/>
              </a:rPr>
              <a:t> o 0-day</a:t>
            </a:r>
            <a:r>
              <a:rPr lang="es-ES" sz="6400" dirty="0">
                <a:solidFill>
                  <a:srgbClr val="003245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s-ES" sz="4800" dirty="0">
                <a:solidFill>
                  <a:srgbClr val="003245"/>
                </a:solidFill>
                <a:latin typeface="Calibri"/>
                <a:ea typeface="Calibri"/>
                <a:cs typeface="Calibri"/>
                <a:sym typeface="Calibri"/>
              </a:rPr>
              <a:t>(vulnerabilidad de día 0) a la situación que aparece cuando sólo una persona (o muy pocas personas) </a:t>
            </a:r>
            <a:r>
              <a:rPr lang="es-ES" sz="4800" b="1" dirty="0">
                <a:solidFill>
                  <a:srgbClr val="003245"/>
                </a:solidFill>
                <a:latin typeface="Calibri"/>
                <a:ea typeface="Calibri"/>
                <a:cs typeface="Calibri"/>
                <a:sym typeface="Calibri"/>
              </a:rPr>
              <a:t>conocen una vulnerabilidad </a:t>
            </a:r>
            <a:r>
              <a:rPr lang="es-ES" sz="4800" dirty="0">
                <a:solidFill>
                  <a:srgbClr val="003245"/>
                </a:solidFill>
                <a:latin typeface="Calibri"/>
                <a:ea typeface="Calibri"/>
                <a:cs typeface="Calibri"/>
                <a:sym typeface="Calibri"/>
              </a:rPr>
              <a:t>y están en una situación de ventaja para poder explotarla.</a:t>
            </a:r>
          </a:p>
          <a:p>
            <a:pPr marL="457200" indent="-457200">
              <a:lnSpc>
                <a:spcPct val="107000"/>
              </a:lnSpc>
              <a:spcBef>
                <a:spcPts val="3600"/>
              </a:spcBef>
              <a:buClr>
                <a:srgbClr val="003245"/>
              </a:buClr>
              <a:buSzPts val="2000"/>
            </a:pPr>
            <a:r>
              <a:rPr lang="es-ES" sz="4800" dirty="0">
                <a:solidFill>
                  <a:srgbClr val="003245"/>
                </a:solidFill>
                <a:latin typeface="Calibri"/>
                <a:ea typeface="Calibri"/>
                <a:cs typeface="Calibri"/>
                <a:sym typeface="Calibri"/>
              </a:rPr>
              <a:t> Es decir, la persona que ha encontrado la vulnerabilidad no la ha hecho pública, de modo que ni el fabricante ni los administradores/usuarios son conocedores del problema. </a:t>
            </a:r>
          </a:p>
        </p:txBody>
      </p:sp>
      <p:pic>
        <p:nvPicPr>
          <p:cNvPr id="5" name="Google Shape;135;p8" descr="Cómo protegerse de los virus, piratas informáticos y demás ataques? |  Tecnología - ComputerHoy.com">
            <a:extLst>
              <a:ext uri="{FF2B5EF4-FFF2-40B4-BE49-F238E27FC236}">
                <a16:creationId xmlns:a16="http://schemas.microsoft.com/office/drawing/2014/main" id="{D122BB33-2C8A-489D-8850-7FC92F720D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666200" y="11897201"/>
            <a:ext cx="2717800" cy="1828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>
            <a:spLocks noGrp="1"/>
          </p:cNvSpPr>
          <p:nvPr>
            <p:ph type="title" idx="4294967295"/>
          </p:nvPr>
        </p:nvSpPr>
        <p:spPr>
          <a:xfrm>
            <a:off x="0" y="361950"/>
            <a:ext cx="21031200" cy="63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160"/>
            </a:pPr>
            <a:r>
              <a:rPr lang="es-ES" sz="6400" b="1" dirty="0"/>
              <a:t>Quienes son los que nos atacan</a:t>
            </a:r>
            <a:endParaRPr sz="12000" b="1" dirty="0"/>
          </a:p>
        </p:txBody>
      </p:sp>
      <p:pic>
        <p:nvPicPr>
          <p:cNvPr id="5" name="Google Shape;135;p8" descr="Cómo protegerse de los virus, piratas informáticos y demás ataques? |  Tecnología - ComputerHoy.com">
            <a:extLst>
              <a:ext uri="{FF2B5EF4-FFF2-40B4-BE49-F238E27FC236}">
                <a16:creationId xmlns:a16="http://schemas.microsoft.com/office/drawing/2014/main" id="{3A364F60-6E52-40C5-B2FF-7D58F1D1363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02109" y="2691428"/>
            <a:ext cx="6825581" cy="672273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CC4E887-2C44-88D1-8714-3231E2B14D7C}"/>
              </a:ext>
            </a:extLst>
          </p:cNvPr>
          <p:cNvSpPr txBox="1"/>
          <p:nvPr/>
        </p:nvSpPr>
        <p:spPr>
          <a:xfrm>
            <a:off x="292609" y="831816"/>
            <a:ext cx="24091391" cy="18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70000"/>
              </a:lnSpc>
              <a:buClr>
                <a:schemeClr val="lt1"/>
              </a:buClr>
              <a:buSzPts val="2000"/>
            </a:pPr>
            <a:r>
              <a:rPr lang="es-ES" sz="3600" b="1" dirty="0">
                <a:latin typeface="Open Sans"/>
                <a:ea typeface="Open Sans"/>
                <a:cs typeface="Open Sans"/>
                <a:sym typeface="Open Sans"/>
              </a:rPr>
              <a:t>Desmintiendo mitos: </a:t>
            </a:r>
          </a:p>
          <a:p>
            <a:pPr>
              <a:lnSpc>
                <a:spcPct val="170000"/>
              </a:lnSpc>
              <a:buClr>
                <a:schemeClr val="lt1"/>
              </a:buClr>
              <a:buSzPts val="2000"/>
            </a:pPr>
            <a:r>
              <a:rPr lang="es-ES" sz="3600" b="1" dirty="0">
                <a:latin typeface="Open Sans"/>
                <a:ea typeface="Open Sans"/>
                <a:cs typeface="Open Sans"/>
                <a:sym typeface="Open Sans"/>
              </a:rPr>
              <a:t>¡NI TODOS LOS HACKERS SON CIBERDELINCUENTES. NI TODOS LOS CIBERDELINCUENTES SON HACKERS </a:t>
            </a:r>
            <a:endParaRPr lang="es-ES" sz="36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4046F34-927F-6E01-9598-E655179692B5}"/>
              </a:ext>
            </a:extLst>
          </p:cNvPr>
          <p:cNvSpPr txBox="1"/>
          <p:nvPr/>
        </p:nvSpPr>
        <p:spPr>
          <a:xfrm>
            <a:off x="476251" y="2691428"/>
            <a:ext cx="16440150" cy="84946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s-ES" sz="2600" b="1" dirty="0"/>
              <a:t>Hacker: </a:t>
            </a:r>
            <a:r>
              <a:rPr lang="es-ES" sz="2600" dirty="0"/>
              <a:t>un hacker es una persona que tiene habilidades avanzadas en el uso de la tecnología y utiliza esas habilidades para explorar, probar y mejorar la seguridad de los sistemas informáticos. Los hackers pueden ser sombrero negro, sombrero gris o sombrero blanco, según sus intenciones.</a:t>
            </a:r>
          </a:p>
          <a:p>
            <a:pPr>
              <a:buFont typeface="+mj-lt"/>
              <a:buAutoNum type="arabicPeriod"/>
            </a:pPr>
            <a:r>
              <a:rPr lang="es-ES" sz="2600" b="1" dirty="0" err="1"/>
              <a:t>Lamers</a:t>
            </a:r>
            <a:r>
              <a:rPr lang="es-ES" sz="2600" b="1" dirty="0"/>
              <a:t>: </a:t>
            </a:r>
            <a:r>
              <a:rPr lang="es-ES" sz="2600" dirty="0"/>
              <a:t>un lamer es alguien que tiene conocimientos limitados de informática y tecnología, pero que pretende ser un hacker o tiene una actitud arrogante hacia los demás usuarios de tecnología.</a:t>
            </a:r>
          </a:p>
          <a:p>
            <a:pPr>
              <a:buFont typeface="+mj-lt"/>
              <a:buAutoNum type="arabicPeriod"/>
            </a:pPr>
            <a:r>
              <a:rPr lang="es-ES" sz="2600" b="1" dirty="0"/>
              <a:t>Cracker: </a:t>
            </a:r>
            <a:r>
              <a:rPr lang="es-ES" sz="2600" dirty="0"/>
              <a:t>un cracker es una persona que utiliza habilidades informáticas avanzadas para violar la seguridad de sistemas informáticos, dispositivos o redes con el fin de obtener acceso no autorizado o realizar actividades ilegales. Los crackers son diferentes de los hackers en que sus intenciones suelen ser maliciosas.</a:t>
            </a:r>
          </a:p>
          <a:p>
            <a:pPr>
              <a:buFont typeface="+mj-lt"/>
              <a:buAutoNum type="arabicPeriod"/>
            </a:pPr>
            <a:r>
              <a:rPr lang="es-ES" sz="2600" b="1" dirty="0" err="1"/>
              <a:t>Ciberespías</a:t>
            </a:r>
            <a:r>
              <a:rPr lang="es-ES" sz="2600" dirty="0"/>
              <a:t>: los </a:t>
            </a:r>
            <a:r>
              <a:rPr lang="es-ES" sz="2600" dirty="0" err="1"/>
              <a:t>ciberespías</a:t>
            </a:r>
            <a:r>
              <a:rPr lang="es-ES" sz="2600" dirty="0"/>
              <a:t> son personas que utilizan la tecnología para espiar a individuos, empresas, organizaciones o países con el fin de obtener información confidencial. Los </a:t>
            </a:r>
            <a:r>
              <a:rPr lang="es-ES" sz="2600" dirty="0" err="1"/>
              <a:t>ciberespías</a:t>
            </a:r>
            <a:r>
              <a:rPr lang="es-ES" sz="2600" dirty="0"/>
              <a:t> pueden ser individuos o pueden trabajar para gobiernos o empresas.</a:t>
            </a:r>
          </a:p>
          <a:p>
            <a:pPr>
              <a:buFont typeface="+mj-lt"/>
              <a:buAutoNum type="arabicPeriod"/>
            </a:pPr>
            <a:r>
              <a:rPr lang="es-ES" sz="2600" dirty="0"/>
              <a:t>Ciberdelincuentes: los ciberdelincuentes son personas que utilizan la tecnología para cometer delitos, como el robo de información personal o financiera, el secuestro de datos, el phishing, el malware y otros tipos de ataques cibernéticos.</a:t>
            </a:r>
          </a:p>
          <a:p>
            <a:pPr>
              <a:buFont typeface="+mj-lt"/>
              <a:buAutoNum type="arabicPeriod"/>
            </a:pPr>
            <a:r>
              <a:rPr lang="es-ES" sz="2600" b="1" dirty="0" err="1"/>
              <a:t>Cibermafia</a:t>
            </a:r>
            <a:r>
              <a:rPr lang="es-ES" sz="2600" dirty="0"/>
              <a:t>: la </a:t>
            </a:r>
            <a:r>
              <a:rPr lang="es-ES" sz="2600" dirty="0" err="1"/>
              <a:t>cibermafia</a:t>
            </a:r>
            <a:r>
              <a:rPr lang="es-ES" sz="2600" dirty="0"/>
              <a:t> es un grupo de ciberdelincuentes que trabajan juntos en actividades ilegales y delictivas en línea, como el robo de información financiera, el fraude en línea y el robo de identidad.</a:t>
            </a:r>
          </a:p>
          <a:p>
            <a:pPr>
              <a:buFont typeface="+mj-lt"/>
              <a:buAutoNum type="arabicPeriod"/>
            </a:pPr>
            <a:r>
              <a:rPr lang="es-ES" sz="2600" b="1" dirty="0" err="1"/>
              <a:t>Ciberhacktivismo</a:t>
            </a:r>
            <a:r>
              <a:rPr lang="es-ES" sz="2600" dirty="0"/>
              <a:t>: el </a:t>
            </a:r>
            <a:r>
              <a:rPr lang="es-ES" sz="2600" dirty="0" err="1"/>
              <a:t>ciberhacktivismo</a:t>
            </a:r>
            <a:r>
              <a:rPr lang="es-ES" sz="2600" dirty="0"/>
              <a:t> es el uso de técnicas de hacking y tecnología para promover una causa social o política. Los </a:t>
            </a:r>
            <a:r>
              <a:rPr lang="es-ES" sz="2600" dirty="0" err="1"/>
              <a:t>ciberhacktivistas</a:t>
            </a:r>
            <a:r>
              <a:rPr lang="es-ES" sz="2600" dirty="0"/>
              <a:t> utilizan la tecnología para llamar la atención sobre problemas sociales y políticos y para promover el cambio social.</a:t>
            </a:r>
          </a:p>
          <a:p>
            <a:r>
              <a:rPr lang="es-ES" sz="2600" dirty="0"/>
              <a:t>Algunos grupos que se han destacado en el mundo de la seguridad informática son Anonymous, </a:t>
            </a:r>
            <a:r>
              <a:rPr lang="es-ES" sz="2600" dirty="0" err="1"/>
              <a:t>LulzSec</a:t>
            </a:r>
            <a:r>
              <a:rPr lang="es-ES" sz="2600" dirty="0"/>
              <a:t>, APT28, Fancy Bear, entre otros.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" y="0"/>
            <a:ext cx="24377904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8334542" cy="13716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332C85-520E-139E-C409-DE6D3B1BFB4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73668" y="2307144"/>
            <a:ext cx="6400800" cy="89223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Espionaje</a:t>
            </a:r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industrial, </a:t>
            </a:r>
            <a:r>
              <a:rPr lang="en-US" sz="4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espionaje</a:t>
            </a:r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político</a:t>
            </a:r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y la </a:t>
            </a:r>
            <a:r>
              <a:rPr lang="en-US" sz="4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ciberguerra</a:t>
            </a:r>
            <a:endParaRPr lang="en-US" sz="44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5100804" y="4910958"/>
            <a:ext cx="8166866" cy="8166866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B7BFBF-0E32-BAF7-2D92-1224F59933D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894616" y="1182688"/>
            <a:ext cx="13812982" cy="111712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spcBef>
                <a:spcPts val="1200"/>
              </a:spcBef>
            </a:pPr>
            <a:r>
              <a:rPr lang="en-US" sz="2700" dirty="0"/>
              <a:t>El </a:t>
            </a:r>
            <a:r>
              <a:rPr lang="en-US" sz="2700" dirty="0" err="1"/>
              <a:t>espionaje</a:t>
            </a:r>
            <a:r>
              <a:rPr lang="en-US" sz="2700" dirty="0"/>
              <a:t> industrial, </a:t>
            </a:r>
            <a:r>
              <a:rPr lang="en-US" sz="2700" dirty="0" err="1"/>
              <a:t>el</a:t>
            </a:r>
            <a:r>
              <a:rPr lang="en-US" sz="2700" dirty="0"/>
              <a:t> </a:t>
            </a:r>
            <a:r>
              <a:rPr lang="en-US" sz="2700" dirty="0" err="1"/>
              <a:t>espionaje</a:t>
            </a:r>
            <a:r>
              <a:rPr lang="en-US" sz="2700" dirty="0"/>
              <a:t> </a:t>
            </a:r>
            <a:r>
              <a:rPr lang="en-US" sz="2700" dirty="0" err="1"/>
              <a:t>político</a:t>
            </a:r>
            <a:r>
              <a:rPr lang="en-US" sz="2700" dirty="0"/>
              <a:t> y la </a:t>
            </a:r>
            <a:r>
              <a:rPr lang="en-US" sz="2700" dirty="0" err="1"/>
              <a:t>ciberguerra</a:t>
            </a:r>
            <a:r>
              <a:rPr lang="en-US" sz="2700" dirty="0"/>
              <a:t> son </a:t>
            </a:r>
            <a:r>
              <a:rPr lang="en-US" sz="2700" dirty="0" err="1"/>
              <a:t>formas</a:t>
            </a:r>
            <a:r>
              <a:rPr lang="en-US" sz="2700" dirty="0"/>
              <a:t> de </a:t>
            </a:r>
            <a:r>
              <a:rPr lang="en-US" sz="2700" dirty="0" err="1"/>
              <a:t>uso</a:t>
            </a:r>
            <a:r>
              <a:rPr lang="en-US" sz="2700" dirty="0"/>
              <a:t> </a:t>
            </a:r>
            <a:r>
              <a:rPr lang="en-US" sz="2700" dirty="0" err="1"/>
              <a:t>malintencionado</a:t>
            </a:r>
            <a:r>
              <a:rPr lang="en-US" sz="2700" dirty="0"/>
              <a:t> de la </a:t>
            </a:r>
            <a:r>
              <a:rPr lang="en-US" sz="2700" dirty="0" err="1"/>
              <a:t>tecnología</a:t>
            </a:r>
            <a:r>
              <a:rPr lang="en-US" sz="2700" dirty="0"/>
              <a:t> </a:t>
            </a:r>
            <a:r>
              <a:rPr lang="en-US" sz="2700" dirty="0" err="1"/>
              <a:t>en</a:t>
            </a:r>
            <a:r>
              <a:rPr lang="en-US" sz="2700" dirty="0"/>
              <a:t> </a:t>
            </a:r>
            <a:r>
              <a:rPr lang="en-US" sz="2700" dirty="0" err="1"/>
              <a:t>el</a:t>
            </a:r>
            <a:r>
              <a:rPr lang="en-US" sz="2700" dirty="0"/>
              <a:t> </a:t>
            </a:r>
            <a:r>
              <a:rPr lang="en-US" sz="2700" dirty="0" err="1"/>
              <a:t>ámbito</a:t>
            </a:r>
            <a:r>
              <a:rPr lang="en-US" sz="2700" dirty="0"/>
              <a:t> </a:t>
            </a:r>
            <a:r>
              <a:rPr lang="en-US" sz="2700" dirty="0" err="1"/>
              <a:t>político</a:t>
            </a:r>
            <a:r>
              <a:rPr lang="en-US" sz="2700" dirty="0"/>
              <a:t> y </a:t>
            </a:r>
            <a:r>
              <a:rPr lang="en-US" sz="2700" dirty="0" err="1"/>
              <a:t>empresarial</a:t>
            </a:r>
            <a:r>
              <a:rPr lang="en-US" sz="2700" dirty="0"/>
              <a:t>. </a:t>
            </a:r>
            <a:r>
              <a:rPr lang="en-US" sz="2700" dirty="0" err="1"/>
              <a:t>Aquí</a:t>
            </a:r>
            <a:r>
              <a:rPr lang="en-US" sz="2700" dirty="0"/>
              <a:t> hay </a:t>
            </a:r>
            <a:r>
              <a:rPr lang="en-US" sz="2700" dirty="0" err="1"/>
              <a:t>algunas</a:t>
            </a:r>
            <a:r>
              <a:rPr lang="en-US" sz="2700" dirty="0"/>
              <a:t> </a:t>
            </a:r>
            <a:r>
              <a:rPr lang="en-US" sz="2700" dirty="0" err="1"/>
              <a:t>definiciones</a:t>
            </a:r>
            <a:r>
              <a:rPr lang="en-US" sz="2700" dirty="0"/>
              <a:t> y </a:t>
            </a:r>
            <a:r>
              <a:rPr lang="en-US" sz="2700" dirty="0" err="1"/>
              <a:t>ejemplos</a:t>
            </a:r>
            <a:r>
              <a:rPr lang="en-US" sz="2700" dirty="0"/>
              <a:t>:</a:t>
            </a:r>
          </a:p>
          <a:p>
            <a:pPr indent="-228600" defTabSz="914400">
              <a:spcBef>
                <a:spcPts val="1200"/>
              </a:spcBef>
            </a:pPr>
            <a:r>
              <a:rPr lang="en-US" sz="2700" b="1" dirty="0" err="1"/>
              <a:t>Espionaje</a:t>
            </a:r>
            <a:r>
              <a:rPr lang="en-US" sz="2700" b="1" dirty="0"/>
              <a:t> industrial: </a:t>
            </a:r>
            <a:r>
              <a:rPr lang="en-US" sz="2700" dirty="0" err="1"/>
              <a:t>el</a:t>
            </a:r>
            <a:r>
              <a:rPr lang="en-US" sz="2700" dirty="0"/>
              <a:t> </a:t>
            </a:r>
            <a:r>
              <a:rPr lang="en-US" sz="2700" dirty="0" err="1"/>
              <a:t>espionaje</a:t>
            </a:r>
            <a:r>
              <a:rPr lang="en-US" sz="2700" dirty="0"/>
              <a:t> industrial es </a:t>
            </a:r>
            <a:r>
              <a:rPr lang="en-US" sz="2700" dirty="0" err="1"/>
              <a:t>el</a:t>
            </a:r>
            <a:r>
              <a:rPr lang="en-US" sz="2700" dirty="0"/>
              <a:t> </a:t>
            </a:r>
            <a:r>
              <a:rPr lang="en-US" sz="2700" dirty="0" err="1"/>
              <a:t>uso</a:t>
            </a:r>
            <a:r>
              <a:rPr lang="en-US" sz="2700" dirty="0"/>
              <a:t> de la </a:t>
            </a:r>
            <a:r>
              <a:rPr lang="en-US" sz="2700" dirty="0" err="1"/>
              <a:t>tecnología</a:t>
            </a:r>
            <a:r>
              <a:rPr lang="en-US" sz="2700" dirty="0"/>
              <a:t> y </a:t>
            </a:r>
            <a:r>
              <a:rPr lang="en-US" sz="2700" dirty="0" err="1"/>
              <a:t>otros</a:t>
            </a:r>
            <a:r>
              <a:rPr lang="en-US" sz="2700" dirty="0"/>
              <a:t> </a:t>
            </a:r>
            <a:r>
              <a:rPr lang="en-US" sz="2700" dirty="0" err="1"/>
              <a:t>medios</a:t>
            </a:r>
            <a:r>
              <a:rPr lang="en-US" sz="2700" dirty="0"/>
              <a:t> para </a:t>
            </a:r>
            <a:r>
              <a:rPr lang="en-US" sz="2700" dirty="0" err="1"/>
              <a:t>obtener</a:t>
            </a:r>
            <a:r>
              <a:rPr lang="en-US" sz="2700" dirty="0"/>
              <a:t> </a:t>
            </a:r>
            <a:r>
              <a:rPr lang="en-US" sz="2700" dirty="0" err="1"/>
              <a:t>información</a:t>
            </a:r>
            <a:r>
              <a:rPr lang="en-US" sz="2700" dirty="0"/>
              <a:t> </a:t>
            </a:r>
            <a:r>
              <a:rPr lang="en-US" sz="2700" dirty="0" err="1"/>
              <a:t>confidencial</a:t>
            </a:r>
            <a:r>
              <a:rPr lang="en-US" sz="2700" dirty="0"/>
              <a:t> de </a:t>
            </a:r>
            <a:r>
              <a:rPr lang="en-US" sz="2700" dirty="0" err="1"/>
              <a:t>empresas</a:t>
            </a:r>
            <a:r>
              <a:rPr lang="en-US" sz="2700" dirty="0"/>
              <a:t> y </a:t>
            </a:r>
            <a:r>
              <a:rPr lang="en-US" sz="2700" dirty="0" err="1"/>
              <a:t>organizaciones</a:t>
            </a:r>
            <a:r>
              <a:rPr lang="en-US" sz="2700" dirty="0"/>
              <a:t> </a:t>
            </a:r>
            <a:r>
              <a:rPr lang="en-US" sz="2700" dirty="0" err="1"/>
              <a:t>competidoras</a:t>
            </a:r>
            <a:r>
              <a:rPr lang="en-US" sz="2700" dirty="0"/>
              <a:t>, con </a:t>
            </a:r>
            <a:r>
              <a:rPr lang="en-US" sz="2700" dirty="0" err="1"/>
              <a:t>el</a:t>
            </a:r>
            <a:r>
              <a:rPr lang="en-US" sz="2700" dirty="0"/>
              <a:t> fin de </a:t>
            </a:r>
            <a:r>
              <a:rPr lang="en-US" sz="2700" dirty="0" err="1"/>
              <a:t>obtener</a:t>
            </a:r>
            <a:r>
              <a:rPr lang="en-US" sz="2700" dirty="0"/>
              <a:t> </a:t>
            </a:r>
            <a:r>
              <a:rPr lang="en-US" sz="2700" dirty="0" err="1"/>
              <a:t>una</a:t>
            </a:r>
            <a:r>
              <a:rPr lang="en-US" sz="2700" dirty="0"/>
              <a:t> </a:t>
            </a:r>
            <a:r>
              <a:rPr lang="en-US" sz="2700" dirty="0" err="1"/>
              <a:t>ventaja</a:t>
            </a:r>
            <a:r>
              <a:rPr lang="en-US" sz="2700" dirty="0"/>
              <a:t> </a:t>
            </a:r>
            <a:r>
              <a:rPr lang="en-US" sz="2700" dirty="0" err="1"/>
              <a:t>competitiva</a:t>
            </a:r>
            <a:r>
              <a:rPr lang="en-US" sz="2700" dirty="0"/>
              <a:t>. Por </a:t>
            </a:r>
            <a:r>
              <a:rPr lang="en-US" sz="2700" dirty="0" err="1"/>
              <a:t>ejemplo</a:t>
            </a:r>
            <a:r>
              <a:rPr lang="en-US" sz="2700" dirty="0"/>
              <a:t>, </a:t>
            </a:r>
            <a:r>
              <a:rPr lang="en-US" sz="2700" dirty="0" err="1"/>
              <a:t>puede</a:t>
            </a:r>
            <a:r>
              <a:rPr lang="en-US" sz="2700" dirty="0"/>
              <a:t> </a:t>
            </a:r>
            <a:r>
              <a:rPr lang="en-US" sz="2700" dirty="0" err="1"/>
              <a:t>incluir</a:t>
            </a:r>
            <a:r>
              <a:rPr lang="en-US" sz="2700" dirty="0"/>
              <a:t> </a:t>
            </a:r>
            <a:r>
              <a:rPr lang="en-US" sz="2700" dirty="0" err="1"/>
              <a:t>el</a:t>
            </a:r>
            <a:r>
              <a:rPr lang="en-US" sz="2700" dirty="0"/>
              <a:t> </a:t>
            </a:r>
            <a:r>
              <a:rPr lang="en-US" sz="2700" dirty="0" err="1"/>
              <a:t>robo</a:t>
            </a:r>
            <a:r>
              <a:rPr lang="en-US" sz="2700" dirty="0"/>
              <a:t> de </a:t>
            </a:r>
            <a:r>
              <a:rPr lang="en-US" sz="2700" dirty="0" err="1"/>
              <a:t>secretos</a:t>
            </a:r>
            <a:r>
              <a:rPr lang="en-US" sz="2700" dirty="0"/>
              <a:t> </a:t>
            </a:r>
            <a:r>
              <a:rPr lang="en-US" sz="2700" dirty="0" err="1"/>
              <a:t>comerciales</a:t>
            </a:r>
            <a:r>
              <a:rPr lang="en-US" sz="2700" dirty="0"/>
              <a:t>, </a:t>
            </a:r>
            <a:r>
              <a:rPr lang="en-US" sz="2700" dirty="0" err="1"/>
              <a:t>el</a:t>
            </a:r>
            <a:r>
              <a:rPr lang="en-US" sz="2700" dirty="0"/>
              <a:t> </a:t>
            </a:r>
            <a:r>
              <a:rPr lang="en-US" sz="2700" dirty="0" err="1"/>
              <a:t>sabotaje</a:t>
            </a:r>
            <a:r>
              <a:rPr lang="en-US" sz="2700" dirty="0"/>
              <a:t> de </a:t>
            </a:r>
            <a:r>
              <a:rPr lang="en-US" sz="2700" dirty="0" err="1"/>
              <a:t>procesos</a:t>
            </a:r>
            <a:r>
              <a:rPr lang="en-US" sz="2700" dirty="0"/>
              <a:t> de </a:t>
            </a:r>
            <a:r>
              <a:rPr lang="en-US" sz="2700" dirty="0" err="1"/>
              <a:t>producción</a:t>
            </a:r>
            <a:r>
              <a:rPr lang="en-US" sz="2700" dirty="0"/>
              <a:t> o </a:t>
            </a:r>
            <a:r>
              <a:rPr lang="en-US" sz="2700" dirty="0" err="1"/>
              <a:t>el</a:t>
            </a:r>
            <a:r>
              <a:rPr lang="en-US" sz="2700" dirty="0"/>
              <a:t> </a:t>
            </a:r>
            <a:r>
              <a:rPr lang="en-US" sz="2700" dirty="0" err="1"/>
              <a:t>espionaje</a:t>
            </a:r>
            <a:r>
              <a:rPr lang="en-US" sz="2700" dirty="0"/>
              <a:t> de planes de </a:t>
            </a:r>
            <a:r>
              <a:rPr lang="en-US" sz="2700" dirty="0" err="1"/>
              <a:t>negocios</a:t>
            </a:r>
            <a:r>
              <a:rPr lang="en-US" sz="2700" dirty="0"/>
              <a:t>.</a:t>
            </a:r>
          </a:p>
          <a:p>
            <a:pPr indent="-228600" defTabSz="914400">
              <a:spcBef>
                <a:spcPts val="1200"/>
              </a:spcBef>
            </a:pPr>
            <a:r>
              <a:rPr lang="en-US" sz="2700" b="1" dirty="0" err="1"/>
              <a:t>Espionaje</a:t>
            </a:r>
            <a:r>
              <a:rPr lang="en-US" sz="2700" b="1" dirty="0"/>
              <a:t> </a:t>
            </a:r>
            <a:r>
              <a:rPr lang="en-US" sz="2700" b="1" dirty="0" err="1"/>
              <a:t>político</a:t>
            </a:r>
            <a:r>
              <a:rPr lang="en-US" sz="2700" dirty="0"/>
              <a:t>: </a:t>
            </a:r>
            <a:r>
              <a:rPr lang="en-US" sz="2700" dirty="0" err="1"/>
              <a:t>el</a:t>
            </a:r>
            <a:r>
              <a:rPr lang="en-US" sz="2700" dirty="0"/>
              <a:t> </a:t>
            </a:r>
            <a:r>
              <a:rPr lang="en-US" sz="2700" dirty="0" err="1"/>
              <a:t>espionaje</a:t>
            </a:r>
            <a:r>
              <a:rPr lang="en-US" sz="2700" dirty="0"/>
              <a:t> </a:t>
            </a:r>
            <a:r>
              <a:rPr lang="en-US" sz="2700" dirty="0" err="1"/>
              <a:t>político</a:t>
            </a:r>
            <a:r>
              <a:rPr lang="en-US" sz="2700" dirty="0"/>
              <a:t> es </a:t>
            </a:r>
            <a:r>
              <a:rPr lang="en-US" sz="2700" dirty="0" err="1"/>
              <a:t>el</a:t>
            </a:r>
            <a:r>
              <a:rPr lang="en-US" sz="2700" dirty="0"/>
              <a:t> </a:t>
            </a:r>
            <a:r>
              <a:rPr lang="en-US" sz="2700" dirty="0" err="1"/>
              <a:t>uso</a:t>
            </a:r>
            <a:r>
              <a:rPr lang="en-US" sz="2700" dirty="0"/>
              <a:t> de la </a:t>
            </a:r>
            <a:r>
              <a:rPr lang="en-US" sz="2700" dirty="0" err="1"/>
              <a:t>tecnología</a:t>
            </a:r>
            <a:r>
              <a:rPr lang="en-US" sz="2700" dirty="0"/>
              <a:t> y </a:t>
            </a:r>
            <a:r>
              <a:rPr lang="en-US" sz="2700" dirty="0" err="1"/>
              <a:t>otros</a:t>
            </a:r>
            <a:r>
              <a:rPr lang="en-US" sz="2700" dirty="0"/>
              <a:t> </a:t>
            </a:r>
            <a:r>
              <a:rPr lang="en-US" sz="2700" dirty="0" err="1"/>
              <a:t>medios</a:t>
            </a:r>
            <a:r>
              <a:rPr lang="en-US" sz="2700" dirty="0"/>
              <a:t> para </a:t>
            </a:r>
            <a:r>
              <a:rPr lang="en-US" sz="2700" dirty="0" err="1"/>
              <a:t>obtener</a:t>
            </a:r>
            <a:r>
              <a:rPr lang="en-US" sz="2700" dirty="0"/>
              <a:t> </a:t>
            </a:r>
            <a:r>
              <a:rPr lang="en-US" sz="2700" dirty="0" err="1"/>
              <a:t>información</a:t>
            </a:r>
            <a:r>
              <a:rPr lang="en-US" sz="2700" dirty="0"/>
              <a:t> </a:t>
            </a:r>
            <a:r>
              <a:rPr lang="en-US" sz="2700" dirty="0" err="1"/>
              <a:t>confidencial</a:t>
            </a:r>
            <a:r>
              <a:rPr lang="en-US" sz="2700" dirty="0"/>
              <a:t> de </a:t>
            </a:r>
            <a:r>
              <a:rPr lang="en-US" sz="2700" dirty="0" err="1"/>
              <a:t>gobiernos</a:t>
            </a:r>
            <a:r>
              <a:rPr lang="en-US" sz="2700" dirty="0"/>
              <a:t> y </a:t>
            </a:r>
            <a:r>
              <a:rPr lang="en-US" sz="2700" dirty="0" err="1"/>
              <a:t>organizaciones</a:t>
            </a:r>
            <a:r>
              <a:rPr lang="en-US" sz="2700" dirty="0"/>
              <a:t> </a:t>
            </a:r>
            <a:r>
              <a:rPr lang="en-US" sz="2700" dirty="0" err="1"/>
              <a:t>políticas</a:t>
            </a:r>
            <a:r>
              <a:rPr lang="en-US" sz="2700" dirty="0"/>
              <a:t> </a:t>
            </a:r>
            <a:r>
              <a:rPr lang="en-US" sz="2700" dirty="0" err="1"/>
              <a:t>extranjeras</a:t>
            </a:r>
            <a:r>
              <a:rPr lang="en-US" sz="2700" dirty="0"/>
              <a:t>, con </a:t>
            </a:r>
            <a:r>
              <a:rPr lang="en-US" sz="2700" dirty="0" err="1"/>
              <a:t>el</a:t>
            </a:r>
            <a:r>
              <a:rPr lang="en-US" sz="2700" dirty="0"/>
              <a:t> fin de </a:t>
            </a:r>
            <a:r>
              <a:rPr lang="en-US" sz="2700" dirty="0" err="1"/>
              <a:t>obtener</a:t>
            </a:r>
            <a:r>
              <a:rPr lang="en-US" sz="2700" dirty="0"/>
              <a:t> </a:t>
            </a:r>
            <a:r>
              <a:rPr lang="en-US" sz="2700" dirty="0" err="1"/>
              <a:t>una</a:t>
            </a:r>
            <a:r>
              <a:rPr lang="en-US" sz="2700" dirty="0"/>
              <a:t> </a:t>
            </a:r>
            <a:r>
              <a:rPr lang="en-US" sz="2700" dirty="0" err="1"/>
              <a:t>ventaja</a:t>
            </a:r>
            <a:r>
              <a:rPr lang="en-US" sz="2700" dirty="0"/>
              <a:t> </a:t>
            </a:r>
            <a:r>
              <a:rPr lang="en-US" sz="2700" dirty="0" err="1"/>
              <a:t>geopolítica</a:t>
            </a:r>
            <a:r>
              <a:rPr lang="en-US" sz="2700" dirty="0"/>
              <a:t> o </a:t>
            </a:r>
            <a:r>
              <a:rPr lang="en-US" sz="2700" dirty="0" err="1"/>
              <a:t>militar</a:t>
            </a:r>
            <a:r>
              <a:rPr lang="en-US" sz="2700" dirty="0"/>
              <a:t>. Por </a:t>
            </a:r>
            <a:r>
              <a:rPr lang="en-US" sz="2700" dirty="0" err="1"/>
              <a:t>ejemplo</a:t>
            </a:r>
            <a:r>
              <a:rPr lang="en-US" sz="2700" dirty="0"/>
              <a:t>, </a:t>
            </a:r>
            <a:r>
              <a:rPr lang="en-US" sz="2700" dirty="0" err="1"/>
              <a:t>puede</a:t>
            </a:r>
            <a:r>
              <a:rPr lang="en-US" sz="2700" dirty="0"/>
              <a:t> </a:t>
            </a:r>
            <a:r>
              <a:rPr lang="en-US" sz="2700" dirty="0" err="1"/>
              <a:t>incluir</a:t>
            </a:r>
            <a:r>
              <a:rPr lang="en-US" sz="2700" dirty="0"/>
              <a:t> </a:t>
            </a:r>
            <a:r>
              <a:rPr lang="en-US" sz="2700" dirty="0" err="1"/>
              <a:t>el</a:t>
            </a:r>
            <a:r>
              <a:rPr lang="en-US" sz="2700" dirty="0"/>
              <a:t> </a:t>
            </a:r>
            <a:r>
              <a:rPr lang="en-US" sz="2700" dirty="0" err="1"/>
              <a:t>robo</a:t>
            </a:r>
            <a:r>
              <a:rPr lang="en-US" sz="2700" dirty="0"/>
              <a:t> de </a:t>
            </a:r>
            <a:r>
              <a:rPr lang="en-US" sz="2700" dirty="0" err="1"/>
              <a:t>secretos</a:t>
            </a:r>
            <a:r>
              <a:rPr lang="en-US" sz="2700" dirty="0"/>
              <a:t> </a:t>
            </a:r>
            <a:r>
              <a:rPr lang="en-US" sz="2700" dirty="0" err="1"/>
              <a:t>militares</a:t>
            </a:r>
            <a:r>
              <a:rPr lang="en-US" sz="2700" dirty="0"/>
              <a:t>, la </a:t>
            </a:r>
            <a:r>
              <a:rPr lang="en-US" sz="2700" dirty="0" err="1"/>
              <a:t>interferencia</a:t>
            </a:r>
            <a:r>
              <a:rPr lang="en-US" sz="2700" dirty="0"/>
              <a:t> </a:t>
            </a:r>
            <a:r>
              <a:rPr lang="en-US" sz="2700" dirty="0" err="1"/>
              <a:t>en</a:t>
            </a:r>
            <a:r>
              <a:rPr lang="en-US" sz="2700" dirty="0"/>
              <a:t> </a:t>
            </a:r>
            <a:r>
              <a:rPr lang="en-US" sz="2700" dirty="0" err="1"/>
              <a:t>elecciones</a:t>
            </a:r>
            <a:r>
              <a:rPr lang="en-US" sz="2700" dirty="0"/>
              <a:t> y la </a:t>
            </a:r>
            <a:r>
              <a:rPr lang="en-US" sz="2700" dirty="0" err="1"/>
              <a:t>infiltración</a:t>
            </a:r>
            <a:r>
              <a:rPr lang="en-US" sz="2700" dirty="0"/>
              <a:t> de </a:t>
            </a:r>
            <a:r>
              <a:rPr lang="en-US" sz="2700" dirty="0" err="1"/>
              <a:t>organizaciones</a:t>
            </a:r>
            <a:r>
              <a:rPr lang="en-US" sz="2700" dirty="0"/>
              <a:t> </a:t>
            </a:r>
            <a:r>
              <a:rPr lang="en-US" sz="2700" dirty="0" err="1"/>
              <a:t>políticas</a:t>
            </a:r>
            <a:r>
              <a:rPr lang="en-US" sz="2700" dirty="0"/>
              <a:t>.</a:t>
            </a:r>
          </a:p>
          <a:p>
            <a:pPr indent="-228600" defTabSz="914400">
              <a:spcBef>
                <a:spcPts val="1200"/>
              </a:spcBef>
            </a:pPr>
            <a:r>
              <a:rPr lang="en-US" sz="2700" b="1" dirty="0" err="1"/>
              <a:t>Ciberguerra</a:t>
            </a:r>
            <a:r>
              <a:rPr lang="en-US" sz="2700" b="1" dirty="0"/>
              <a:t>: </a:t>
            </a:r>
            <a:r>
              <a:rPr lang="en-US" sz="2700" dirty="0"/>
              <a:t>la </a:t>
            </a:r>
            <a:r>
              <a:rPr lang="en-US" sz="2700" dirty="0" err="1"/>
              <a:t>ciberguerra</a:t>
            </a:r>
            <a:r>
              <a:rPr lang="en-US" sz="2700" dirty="0"/>
              <a:t> es un </a:t>
            </a:r>
            <a:r>
              <a:rPr lang="en-US" sz="2700" dirty="0" err="1"/>
              <a:t>conflicto</a:t>
            </a:r>
            <a:r>
              <a:rPr lang="en-US" sz="2700" dirty="0"/>
              <a:t> </a:t>
            </a:r>
            <a:r>
              <a:rPr lang="en-US" sz="2700" dirty="0" err="1"/>
              <a:t>cibernético</a:t>
            </a:r>
            <a:r>
              <a:rPr lang="en-US" sz="2700" dirty="0"/>
              <a:t> entre dos o </a:t>
            </a:r>
            <a:r>
              <a:rPr lang="en-US" sz="2700" dirty="0" err="1"/>
              <a:t>más</a:t>
            </a:r>
            <a:r>
              <a:rPr lang="en-US" sz="2700" dirty="0"/>
              <a:t> </a:t>
            </a:r>
            <a:r>
              <a:rPr lang="en-US" sz="2700" dirty="0" err="1"/>
              <a:t>naciones</a:t>
            </a:r>
            <a:r>
              <a:rPr lang="en-US" sz="2700" dirty="0"/>
              <a:t> que </a:t>
            </a:r>
            <a:r>
              <a:rPr lang="en-US" sz="2700" dirty="0" err="1"/>
              <a:t>involucra</a:t>
            </a:r>
            <a:r>
              <a:rPr lang="en-US" sz="2700" dirty="0"/>
              <a:t> la </a:t>
            </a:r>
            <a:r>
              <a:rPr lang="en-US" sz="2700" dirty="0" err="1"/>
              <a:t>destrucción</a:t>
            </a:r>
            <a:r>
              <a:rPr lang="en-US" sz="2700" dirty="0"/>
              <a:t> de </a:t>
            </a:r>
            <a:r>
              <a:rPr lang="en-US" sz="2700" dirty="0" err="1"/>
              <a:t>sistemas</a:t>
            </a:r>
            <a:r>
              <a:rPr lang="en-US" sz="2700" dirty="0"/>
              <a:t> </a:t>
            </a:r>
            <a:r>
              <a:rPr lang="en-US" sz="2700" dirty="0" err="1"/>
              <a:t>informáticos</a:t>
            </a:r>
            <a:r>
              <a:rPr lang="en-US" sz="2700" dirty="0"/>
              <a:t> </a:t>
            </a:r>
            <a:r>
              <a:rPr lang="en-US" sz="2700" dirty="0" err="1"/>
              <a:t>críticos</a:t>
            </a:r>
            <a:r>
              <a:rPr lang="en-US" sz="2700" dirty="0"/>
              <a:t>, la </a:t>
            </a:r>
            <a:r>
              <a:rPr lang="en-US" sz="2700" dirty="0" err="1"/>
              <a:t>interrupción</a:t>
            </a:r>
            <a:r>
              <a:rPr lang="en-US" sz="2700" dirty="0"/>
              <a:t> de </a:t>
            </a:r>
            <a:r>
              <a:rPr lang="en-US" sz="2700" dirty="0" err="1"/>
              <a:t>servicios</a:t>
            </a:r>
            <a:r>
              <a:rPr lang="en-US" sz="2700" dirty="0"/>
              <a:t> </a:t>
            </a:r>
            <a:r>
              <a:rPr lang="en-US" sz="2700" dirty="0" err="1"/>
              <a:t>esenciales</a:t>
            </a:r>
            <a:r>
              <a:rPr lang="en-US" sz="2700" dirty="0"/>
              <a:t> y la </a:t>
            </a:r>
            <a:r>
              <a:rPr lang="en-US" sz="2700" dirty="0" err="1"/>
              <a:t>obtención</a:t>
            </a:r>
            <a:r>
              <a:rPr lang="en-US" sz="2700" dirty="0"/>
              <a:t> de </a:t>
            </a:r>
            <a:r>
              <a:rPr lang="en-US" sz="2700" dirty="0" err="1"/>
              <a:t>información</a:t>
            </a:r>
            <a:r>
              <a:rPr lang="en-US" sz="2700" dirty="0"/>
              <a:t> </a:t>
            </a:r>
            <a:r>
              <a:rPr lang="en-US" sz="2700" dirty="0" err="1"/>
              <a:t>confidencial</a:t>
            </a:r>
            <a:r>
              <a:rPr lang="en-US" sz="2700" dirty="0"/>
              <a:t>. Las </a:t>
            </a:r>
            <a:r>
              <a:rPr lang="en-US" sz="2700" dirty="0" err="1"/>
              <a:t>ciberguerras</a:t>
            </a:r>
            <a:r>
              <a:rPr lang="en-US" sz="2700" dirty="0"/>
              <a:t> </a:t>
            </a:r>
            <a:r>
              <a:rPr lang="en-US" sz="2700" dirty="0" err="1"/>
              <a:t>pueden</a:t>
            </a:r>
            <a:r>
              <a:rPr lang="en-US" sz="2700" dirty="0"/>
              <a:t> ser </a:t>
            </a:r>
            <a:r>
              <a:rPr lang="en-US" sz="2700" dirty="0" err="1"/>
              <a:t>utilizadas</a:t>
            </a:r>
            <a:r>
              <a:rPr lang="en-US" sz="2700" dirty="0"/>
              <a:t> </a:t>
            </a:r>
            <a:r>
              <a:rPr lang="en-US" sz="2700" dirty="0" err="1"/>
              <a:t>en</a:t>
            </a:r>
            <a:r>
              <a:rPr lang="en-US" sz="2700" dirty="0"/>
              <a:t> </a:t>
            </a:r>
            <a:r>
              <a:rPr lang="en-US" sz="2700" dirty="0" err="1"/>
              <a:t>combinación</a:t>
            </a:r>
            <a:r>
              <a:rPr lang="en-US" sz="2700" dirty="0"/>
              <a:t> con </a:t>
            </a:r>
            <a:r>
              <a:rPr lang="en-US" sz="2700" dirty="0" err="1"/>
              <a:t>conflictos</a:t>
            </a:r>
            <a:r>
              <a:rPr lang="en-US" sz="2700" dirty="0"/>
              <a:t> </a:t>
            </a:r>
            <a:r>
              <a:rPr lang="en-US" sz="2700" dirty="0" err="1"/>
              <a:t>armados</a:t>
            </a:r>
            <a:r>
              <a:rPr lang="en-US" sz="2700" dirty="0"/>
              <a:t> </a:t>
            </a:r>
            <a:r>
              <a:rPr lang="en-US" sz="2700" dirty="0" err="1"/>
              <a:t>convencionales</a:t>
            </a:r>
            <a:r>
              <a:rPr lang="en-US" sz="2700" dirty="0"/>
              <a:t>. </a:t>
            </a:r>
            <a:r>
              <a:rPr lang="en-US" sz="2700" dirty="0" err="1"/>
              <a:t>Ejemplos</a:t>
            </a:r>
            <a:r>
              <a:rPr lang="en-US" sz="2700" dirty="0"/>
              <a:t> </a:t>
            </a:r>
            <a:r>
              <a:rPr lang="en-US" sz="2700" dirty="0" err="1"/>
              <a:t>incluyen</a:t>
            </a:r>
            <a:r>
              <a:rPr lang="en-US" sz="2700" dirty="0"/>
              <a:t> </a:t>
            </a:r>
            <a:r>
              <a:rPr lang="en-US" sz="2700" dirty="0" err="1"/>
              <a:t>los</a:t>
            </a:r>
            <a:r>
              <a:rPr lang="en-US" sz="2700" dirty="0"/>
              <a:t> </a:t>
            </a:r>
            <a:r>
              <a:rPr lang="en-US" sz="2700" dirty="0" err="1"/>
              <a:t>ataques</a:t>
            </a:r>
            <a:r>
              <a:rPr lang="en-US" sz="2700" dirty="0"/>
              <a:t> a la red </a:t>
            </a:r>
            <a:r>
              <a:rPr lang="en-US" sz="2700" dirty="0" err="1"/>
              <a:t>eléctrica</a:t>
            </a:r>
            <a:r>
              <a:rPr lang="en-US" sz="2700" dirty="0"/>
              <a:t> </a:t>
            </a:r>
            <a:r>
              <a:rPr lang="en-US" sz="2700" dirty="0" err="1"/>
              <a:t>ucraniana</a:t>
            </a:r>
            <a:r>
              <a:rPr lang="en-US" sz="2700" dirty="0"/>
              <a:t> </a:t>
            </a:r>
            <a:r>
              <a:rPr lang="en-US" sz="2700" dirty="0" err="1"/>
              <a:t>por</a:t>
            </a:r>
            <a:r>
              <a:rPr lang="en-US" sz="2700" dirty="0"/>
              <a:t> </a:t>
            </a:r>
            <a:r>
              <a:rPr lang="en-US" sz="2700" dirty="0" err="1"/>
              <a:t>parte</a:t>
            </a:r>
            <a:r>
              <a:rPr lang="en-US" sz="2700" dirty="0"/>
              <a:t> de </a:t>
            </a:r>
            <a:r>
              <a:rPr lang="en-US" sz="2700" dirty="0" err="1"/>
              <a:t>Rusia</a:t>
            </a:r>
            <a:r>
              <a:rPr lang="en-US" sz="2700" dirty="0"/>
              <a:t> </a:t>
            </a:r>
            <a:r>
              <a:rPr lang="en-US" sz="2700" dirty="0" err="1"/>
              <a:t>en</a:t>
            </a:r>
            <a:r>
              <a:rPr lang="en-US" sz="2700" dirty="0"/>
              <a:t> 2015 y </a:t>
            </a:r>
            <a:r>
              <a:rPr lang="en-US" sz="2700" dirty="0" err="1"/>
              <a:t>los</a:t>
            </a:r>
            <a:r>
              <a:rPr lang="en-US" sz="2700" dirty="0"/>
              <a:t> </a:t>
            </a:r>
            <a:r>
              <a:rPr lang="en-US" sz="2700" dirty="0" err="1"/>
              <a:t>ataques</a:t>
            </a:r>
            <a:r>
              <a:rPr lang="en-US" sz="2700" dirty="0"/>
              <a:t> a </a:t>
            </a:r>
            <a:r>
              <a:rPr lang="en-US" sz="2700" dirty="0" err="1"/>
              <a:t>los</a:t>
            </a:r>
            <a:r>
              <a:rPr lang="en-US" sz="2700" dirty="0"/>
              <a:t> </a:t>
            </a:r>
            <a:r>
              <a:rPr lang="en-US" sz="2700" dirty="0" err="1"/>
              <a:t>sistemas</a:t>
            </a:r>
            <a:r>
              <a:rPr lang="en-US" sz="2700" dirty="0"/>
              <a:t> </a:t>
            </a:r>
            <a:r>
              <a:rPr lang="en-US" sz="2700" dirty="0" err="1"/>
              <a:t>informáticos</a:t>
            </a:r>
            <a:r>
              <a:rPr lang="en-US" sz="2700" dirty="0"/>
              <a:t> de </a:t>
            </a:r>
            <a:r>
              <a:rPr lang="en-US" sz="2700" dirty="0" err="1"/>
              <a:t>Irán</a:t>
            </a:r>
            <a:r>
              <a:rPr lang="en-US" sz="2700" dirty="0"/>
              <a:t> </a:t>
            </a:r>
            <a:r>
              <a:rPr lang="en-US" sz="2700" dirty="0" err="1"/>
              <a:t>por</a:t>
            </a:r>
            <a:r>
              <a:rPr lang="en-US" sz="2700" dirty="0"/>
              <a:t> </a:t>
            </a:r>
            <a:r>
              <a:rPr lang="en-US" sz="2700" dirty="0" err="1"/>
              <a:t>parte</a:t>
            </a:r>
            <a:r>
              <a:rPr lang="en-US" sz="2700" dirty="0"/>
              <a:t> de </a:t>
            </a:r>
            <a:r>
              <a:rPr lang="en-US" sz="2700" dirty="0" err="1"/>
              <a:t>Estados</a:t>
            </a:r>
            <a:r>
              <a:rPr lang="en-US" sz="2700" dirty="0"/>
              <a:t> Unidos e Israel </a:t>
            </a:r>
            <a:r>
              <a:rPr lang="en-US" sz="2700" dirty="0" err="1"/>
              <a:t>en</a:t>
            </a:r>
            <a:r>
              <a:rPr lang="en-US" sz="2700" dirty="0"/>
              <a:t> 2010.</a:t>
            </a:r>
          </a:p>
          <a:p>
            <a:pPr indent="-228600" defTabSz="914400">
              <a:spcBef>
                <a:spcPts val="1200"/>
              </a:spcBef>
            </a:pPr>
            <a:r>
              <a:rPr lang="en-US" sz="2700" dirty="0" err="1"/>
              <a:t>Algunos</a:t>
            </a:r>
            <a:r>
              <a:rPr lang="en-US" sz="2700" dirty="0"/>
              <a:t> </a:t>
            </a:r>
            <a:r>
              <a:rPr lang="en-US" sz="2700" dirty="0" err="1"/>
              <a:t>países</a:t>
            </a:r>
            <a:r>
              <a:rPr lang="en-US" sz="2700" dirty="0"/>
              <a:t> que se </a:t>
            </a:r>
            <a:r>
              <a:rPr lang="en-US" sz="2700" dirty="0" err="1"/>
              <a:t>han</a:t>
            </a:r>
            <a:r>
              <a:rPr lang="en-US" sz="2700" dirty="0"/>
              <a:t> </a:t>
            </a:r>
            <a:r>
              <a:rPr lang="en-US" sz="2700" dirty="0" err="1"/>
              <a:t>destacado</a:t>
            </a:r>
            <a:r>
              <a:rPr lang="en-US" sz="2700" dirty="0"/>
              <a:t> </a:t>
            </a:r>
            <a:r>
              <a:rPr lang="en-US" sz="2700" dirty="0" err="1"/>
              <a:t>por</a:t>
            </a:r>
            <a:r>
              <a:rPr lang="en-US" sz="2700" dirty="0"/>
              <a:t> </a:t>
            </a:r>
            <a:r>
              <a:rPr lang="en-US" sz="2700" dirty="0" err="1"/>
              <a:t>su</a:t>
            </a:r>
            <a:r>
              <a:rPr lang="en-US" sz="2700" dirty="0"/>
              <a:t> </a:t>
            </a:r>
            <a:r>
              <a:rPr lang="en-US" sz="2700" dirty="0" err="1"/>
              <a:t>actividad</a:t>
            </a:r>
            <a:r>
              <a:rPr lang="en-US" sz="2700" dirty="0"/>
              <a:t> </a:t>
            </a:r>
            <a:r>
              <a:rPr lang="en-US" sz="2700" dirty="0" err="1"/>
              <a:t>en</a:t>
            </a:r>
            <a:r>
              <a:rPr lang="en-US" sz="2700" dirty="0"/>
              <a:t> </a:t>
            </a:r>
            <a:r>
              <a:rPr lang="en-US" sz="2700" dirty="0" err="1"/>
              <a:t>estos</a:t>
            </a:r>
            <a:r>
              <a:rPr lang="en-US" sz="2700" dirty="0"/>
              <a:t> </a:t>
            </a:r>
            <a:r>
              <a:rPr lang="en-US" sz="2700" dirty="0" err="1"/>
              <a:t>temas</a:t>
            </a:r>
            <a:r>
              <a:rPr lang="en-US" sz="2700" dirty="0"/>
              <a:t> </a:t>
            </a:r>
            <a:r>
              <a:rPr lang="en-US" sz="2700" b="1" dirty="0" err="1"/>
              <a:t>incluyen</a:t>
            </a:r>
            <a:r>
              <a:rPr lang="en-US" sz="2700" b="1" dirty="0"/>
              <a:t> China, </a:t>
            </a:r>
            <a:r>
              <a:rPr lang="en-US" sz="2700" b="1" dirty="0" err="1"/>
              <a:t>Rusia</a:t>
            </a:r>
            <a:r>
              <a:rPr lang="en-US" sz="2700" b="1" dirty="0"/>
              <a:t>, Corea del Norte, </a:t>
            </a:r>
            <a:r>
              <a:rPr lang="en-US" sz="2700" b="1" dirty="0" err="1"/>
              <a:t>Irán</a:t>
            </a:r>
            <a:r>
              <a:rPr lang="en-US" sz="2700" b="1" dirty="0"/>
              <a:t>, </a:t>
            </a:r>
            <a:r>
              <a:rPr lang="en-US" sz="2700" b="1" dirty="0" err="1"/>
              <a:t>Estados</a:t>
            </a:r>
            <a:r>
              <a:rPr lang="en-US" sz="2700" b="1" dirty="0"/>
              <a:t> Unidos y </a:t>
            </a:r>
            <a:r>
              <a:rPr lang="en-US" sz="2700" b="1" dirty="0" err="1"/>
              <a:t>varios</a:t>
            </a:r>
            <a:r>
              <a:rPr lang="en-US" sz="2700" b="1" dirty="0"/>
              <a:t> </a:t>
            </a:r>
            <a:r>
              <a:rPr lang="en-US" sz="2700" b="1" dirty="0" err="1"/>
              <a:t>países</a:t>
            </a:r>
            <a:r>
              <a:rPr lang="en-US" sz="2700" b="1" dirty="0"/>
              <a:t> de la Unión Europea</a:t>
            </a:r>
            <a:r>
              <a:rPr lang="en-US" sz="2700" dirty="0"/>
              <a:t>. Sin embargo, es </a:t>
            </a:r>
            <a:r>
              <a:rPr lang="en-US" sz="2700" dirty="0" err="1"/>
              <a:t>importante</a:t>
            </a:r>
            <a:r>
              <a:rPr lang="en-US" sz="2700" dirty="0"/>
              <a:t> </a:t>
            </a:r>
            <a:r>
              <a:rPr lang="en-US" sz="2700" dirty="0" err="1"/>
              <a:t>señalar</a:t>
            </a:r>
            <a:r>
              <a:rPr lang="en-US" sz="2700" dirty="0"/>
              <a:t> que </a:t>
            </a:r>
            <a:r>
              <a:rPr lang="en-US" sz="2700" dirty="0" err="1"/>
              <a:t>cualquier</a:t>
            </a:r>
            <a:r>
              <a:rPr lang="en-US" sz="2700" dirty="0"/>
              <a:t> </a:t>
            </a:r>
            <a:r>
              <a:rPr lang="en-US" sz="2700" dirty="0" err="1"/>
              <a:t>país</a:t>
            </a:r>
            <a:r>
              <a:rPr lang="en-US" sz="2700" dirty="0"/>
              <a:t> con </a:t>
            </a:r>
            <a:r>
              <a:rPr lang="en-US" sz="2700" dirty="0" err="1"/>
              <a:t>capacidad</a:t>
            </a:r>
            <a:r>
              <a:rPr lang="en-US" sz="2700" dirty="0"/>
              <a:t> </a:t>
            </a:r>
            <a:r>
              <a:rPr lang="en-US" sz="2700" dirty="0" err="1"/>
              <a:t>tecnológica</a:t>
            </a:r>
            <a:r>
              <a:rPr lang="en-US" sz="2700" dirty="0"/>
              <a:t> </a:t>
            </a:r>
            <a:r>
              <a:rPr lang="en-US" sz="2700" dirty="0" err="1"/>
              <a:t>avanzada</a:t>
            </a:r>
            <a:r>
              <a:rPr lang="en-US" sz="2700" dirty="0"/>
              <a:t> y </a:t>
            </a:r>
            <a:r>
              <a:rPr lang="en-US" sz="2700" dirty="0" err="1"/>
              <a:t>una</a:t>
            </a:r>
            <a:r>
              <a:rPr lang="en-US" sz="2700" dirty="0"/>
              <a:t> </a:t>
            </a:r>
            <a:r>
              <a:rPr lang="en-US" sz="2700" dirty="0" err="1"/>
              <a:t>presencia</a:t>
            </a:r>
            <a:r>
              <a:rPr lang="en-US" sz="2700" dirty="0"/>
              <a:t> </a:t>
            </a:r>
            <a:r>
              <a:rPr lang="en-US" sz="2700" dirty="0" err="1"/>
              <a:t>en</a:t>
            </a:r>
            <a:r>
              <a:rPr lang="en-US" sz="2700" dirty="0"/>
              <a:t> </a:t>
            </a:r>
            <a:r>
              <a:rPr lang="en-US" sz="2700" dirty="0" err="1"/>
              <a:t>línea</a:t>
            </a:r>
            <a:r>
              <a:rPr lang="en-US" sz="2700" dirty="0"/>
              <a:t> </a:t>
            </a:r>
            <a:r>
              <a:rPr lang="en-US" sz="2700" dirty="0" err="1"/>
              <a:t>significativa</a:t>
            </a:r>
            <a:r>
              <a:rPr lang="en-US" sz="2700" dirty="0"/>
              <a:t> </a:t>
            </a:r>
            <a:r>
              <a:rPr lang="en-US" sz="2700" dirty="0" err="1"/>
              <a:t>podría</a:t>
            </a:r>
            <a:r>
              <a:rPr lang="en-US" sz="2700" dirty="0"/>
              <a:t> </a:t>
            </a:r>
            <a:r>
              <a:rPr lang="en-US" sz="2700" dirty="0" err="1"/>
              <a:t>participar</a:t>
            </a:r>
            <a:r>
              <a:rPr lang="en-US" sz="2700" dirty="0"/>
              <a:t> </a:t>
            </a:r>
            <a:r>
              <a:rPr lang="en-US" sz="2700" dirty="0" err="1"/>
              <a:t>en</a:t>
            </a:r>
            <a:r>
              <a:rPr lang="en-US" sz="2700" dirty="0"/>
              <a:t> </a:t>
            </a:r>
            <a:r>
              <a:rPr lang="en-US" sz="2700" dirty="0" err="1"/>
              <a:t>estas</a:t>
            </a:r>
            <a:r>
              <a:rPr lang="en-US" sz="2700" dirty="0"/>
              <a:t> </a:t>
            </a:r>
            <a:r>
              <a:rPr lang="en-US" sz="2700" dirty="0" err="1"/>
              <a:t>actividades</a:t>
            </a:r>
            <a:r>
              <a:rPr lang="en-US" sz="2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083264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3679B04-1E8F-9018-D468-5AE2F07A33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76402" y="691620"/>
            <a:ext cx="10241122" cy="2651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Rusia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y la </a:t>
            </a:r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guerra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Ucrania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0A75AB-8713-4622-F7A8-790BDD17D36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1891" y="2573079"/>
            <a:ext cx="12071323" cy="1078141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-228600" defTabSz="914400">
              <a:spcBef>
                <a:spcPts val="0"/>
              </a:spcBef>
              <a:spcAft>
                <a:spcPts val="600"/>
              </a:spcAft>
            </a:pPr>
            <a:r>
              <a:rPr lang="en-US" sz="2400" b="1" dirty="0"/>
              <a:t>¿Se </a:t>
            </a:r>
            <a:r>
              <a:rPr lang="en-US" sz="2400" b="1" dirty="0" err="1"/>
              <a:t>está</a:t>
            </a:r>
            <a:r>
              <a:rPr lang="en-US" sz="2400" b="1" dirty="0"/>
              <a:t> </a:t>
            </a:r>
            <a:r>
              <a:rPr lang="en-US" sz="2400" b="1" dirty="0" err="1"/>
              <a:t>reagrupando</a:t>
            </a:r>
            <a:r>
              <a:rPr lang="en-US" sz="2400" b="1" dirty="0"/>
              <a:t> </a:t>
            </a:r>
            <a:r>
              <a:rPr lang="en-US" sz="2400" b="1" dirty="0" err="1"/>
              <a:t>Rusia</a:t>
            </a:r>
            <a:r>
              <a:rPr lang="en-US" sz="2400" b="1" dirty="0"/>
              <a:t> para </a:t>
            </a:r>
            <a:r>
              <a:rPr lang="en-US" sz="2400" b="1" dirty="0" err="1"/>
              <a:t>una</a:t>
            </a:r>
            <a:r>
              <a:rPr lang="en-US" sz="2400" b="1" dirty="0"/>
              <a:t> </a:t>
            </a:r>
            <a:r>
              <a:rPr lang="en-US" sz="2400" b="1" dirty="0" err="1"/>
              <a:t>nueva</a:t>
            </a:r>
            <a:r>
              <a:rPr lang="en-US" sz="2400" b="1" dirty="0"/>
              <a:t> </a:t>
            </a:r>
            <a:r>
              <a:rPr lang="en-US" sz="2400" b="1" dirty="0" err="1"/>
              <a:t>ciberguerra</a:t>
            </a:r>
            <a:r>
              <a:rPr lang="en-US" sz="2400" b="1" dirty="0"/>
              <a:t>?</a:t>
            </a:r>
          </a:p>
          <a:p>
            <a:pPr marL="0" indent="-228600" defTabSz="914400">
              <a:spcBef>
                <a:spcPts val="0"/>
              </a:spcBef>
              <a:spcAft>
                <a:spcPts val="600"/>
              </a:spcAft>
            </a:pPr>
            <a:endParaRPr lang="en-US" sz="2400" b="1" dirty="0"/>
          </a:p>
          <a:p>
            <a:pPr indent="-228600" defTabSz="914400"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En 2023, </a:t>
            </a:r>
            <a:r>
              <a:rPr lang="en-US" sz="2400" dirty="0" err="1"/>
              <a:t>Rusia</a:t>
            </a:r>
            <a:r>
              <a:rPr lang="en-US" sz="2400" dirty="0"/>
              <a:t> ha </a:t>
            </a:r>
            <a:r>
              <a:rPr lang="en-US" sz="2400" dirty="0" err="1"/>
              <a:t>aumentado</a:t>
            </a:r>
            <a:r>
              <a:rPr lang="en-US" sz="2400" dirty="0"/>
              <a:t> sus </a:t>
            </a:r>
            <a:r>
              <a:rPr lang="en-US" sz="2400" dirty="0" err="1"/>
              <a:t>ataques</a:t>
            </a:r>
            <a:r>
              <a:rPr lang="en-US" sz="2400" dirty="0"/>
              <a:t> de </a:t>
            </a:r>
            <a:r>
              <a:rPr lang="en-US" sz="2400" dirty="0" err="1"/>
              <a:t>espionaje</a:t>
            </a:r>
            <a:r>
              <a:rPr lang="en-US" sz="2400" dirty="0"/>
              <a:t>, </a:t>
            </a:r>
            <a:r>
              <a:rPr lang="en-US" sz="2400" dirty="0" err="1"/>
              <a:t>tomando</a:t>
            </a:r>
            <a:r>
              <a:rPr lang="en-US" sz="2400" dirty="0"/>
              <a:t> </a:t>
            </a:r>
            <a:r>
              <a:rPr lang="en-US" sz="2400" dirty="0" err="1"/>
              <a:t>como</a:t>
            </a:r>
            <a:r>
              <a:rPr lang="en-US" sz="2400" dirty="0"/>
              <a:t> </a:t>
            </a:r>
            <a:r>
              <a:rPr lang="en-US" sz="2400" dirty="0" err="1"/>
              <a:t>objetivo</a:t>
            </a:r>
            <a:r>
              <a:rPr lang="en-US" sz="2400" dirty="0"/>
              <a:t> </a:t>
            </a:r>
            <a:r>
              <a:rPr lang="en-US" sz="2400" dirty="0" err="1"/>
              <a:t>organizaciones</a:t>
            </a:r>
            <a:r>
              <a:rPr lang="en-US" sz="2400" dirty="0"/>
              <a:t> de al </a:t>
            </a:r>
            <a:r>
              <a:rPr lang="en-US" sz="2400" dirty="0" err="1"/>
              <a:t>menos</a:t>
            </a:r>
            <a:r>
              <a:rPr lang="en-US" sz="2400" dirty="0"/>
              <a:t> 17 </a:t>
            </a:r>
            <a:r>
              <a:rPr lang="en-US" sz="2400" dirty="0" err="1"/>
              <a:t>países</a:t>
            </a:r>
            <a:r>
              <a:rPr lang="en-US" sz="2400" dirty="0"/>
              <a:t> </a:t>
            </a:r>
            <a:r>
              <a:rPr lang="en-US" sz="2400" dirty="0" err="1"/>
              <a:t>europeos</a:t>
            </a:r>
            <a:r>
              <a:rPr lang="en-US" sz="2400" dirty="0"/>
              <a:t>,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su</a:t>
            </a:r>
            <a:r>
              <a:rPr lang="en-US" sz="2400" dirty="0"/>
              <a:t> mayor </a:t>
            </a:r>
            <a:r>
              <a:rPr lang="en-US" sz="2400" dirty="0" err="1"/>
              <a:t>parte</a:t>
            </a:r>
            <a:r>
              <a:rPr lang="en-US" sz="2400" dirty="0"/>
              <a:t> </a:t>
            </a:r>
            <a:r>
              <a:rPr lang="en-US" sz="2400" dirty="0" err="1"/>
              <a:t>agencias</a:t>
            </a:r>
            <a:r>
              <a:rPr lang="en-US" sz="2400" dirty="0"/>
              <a:t> </a:t>
            </a:r>
            <a:r>
              <a:rPr lang="en-US" sz="2400" dirty="0" err="1"/>
              <a:t>gubernamentales</a:t>
            </a:r>
            <a:r>
              <a:rPr lang="en-US" sz="2400" dirty="0"/>
              <a:t>. </a:t>
            </a:r>
            <a:r>
              <a:rPr lang="en-US" sz="2400" dirty="0" err="1"/>
              <a:t>Además</a:t>
            </a:r>
            <a:r>
              <a:rPr lang="en-US" sz="2400" dirty="0"/>
              <a:t>,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ataques</a:t>
            </a:r>
            <a:r>
              <a:rPr lang="en-US" sz="2400" dirty="0"/>
              <a:t> con malware Wiper </a:t>
            </a:r>
            <a:r>
              <a:rPr lang="en-US" sz="2400" dirty="0" err="1"/>
              <a:t>continúan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Ucrania</a:t>
            </a:r>
            <a:r>
              <a:rPr lang="en-US" sz="2400" dirty="0"/>
              <a:t>.</a:t>
            </a:r>
          </a:p>
          <a:p>
            <a:pPr indent="-228600" defTabSz="914400">
              <a:spcBef>
                <a:spcPts val="0"/>
              </a:spcBef>
              <a:spcAft>
                <a:spcPts val="600"/>
              </a:spcAft>
            </a:pPr>
            <a:r>
              <a:rPr lang="en-US" sz="2400" dirty="0" err="1"/>
              <a:t>También</a:t>
            </a:r>
            <a:r>
              <a:rPr lang="en-US" sz="2400" dirty="0"/>
              <a:t> </a:t>
            </a:r>
            <a:r>
              <a:rPr lang="en-US" sz="2400" dirty="0" err="1"/>
              <a:t>seguimos</a:t>
            </a:r>
            <a:r>
              <a:rPr lang="en-US" sz="2400" dirty="0"/>
              <a:t> </a:t>
            </a:r>
            <a:r>
              <a:rPr lang="en-US" sz="2400" dirty="0" err="1"/>
              <a:t>monitorizando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desarrollo</a:t>
            </a:r>
            <a:r>
              <a:rPr lang="en-US" sz="2400" dirty="0"/>
              <a:t> y </a:t>
            </a:r>
            <a:r>
              <a:rPr lang="en-US" sz="2400" dirty="0" err="1"/>
              <a:t>despliegue</a:t>
            </a:r>
            <a:r>
              <a:rPr lang="en-US" sz="2400" dirty="0"/>
              <a:t> de </a:t>
            </a:r>
            <a:r>
              <a:rPr lang="en-US" sz="2400" dirty="0" err="1"/>
              <a:t>nuevas</a:t>
            </a:r>
            <a:r>
              <a:rPr lang="en-US" sz="2400" dirty="0"/>
              <a:t> </a:t>
            </a:r>
            <a:r>
              <a:rPr lang="en-US" sz="2400" dirty="0" err="1"/>
              <a:t>variantes</a:t>
            </a:r>
            <a:r>
              <a:rPr lang="en-US" sz="2400" dirty="0"/>
              <a:t> de ransomware. En </a:t>
            </a:r>
            <a:r>
              <a:rPr lang="en-US" sz="2400" dirty="0" err="1"/>
              <a:t>noviembre</a:t>
            </a:r>
            <a:r>
              <a:rPr lang="en-US" sz="2400" dirty="0"/>
              <a:t> de 2022, Microsoft y </a:t>
            </a:r>
            <a:r>
              <a:rPr lang="en-US" sz="2400" dirty="0" err="1"/>
              <a:t>otras</a:t>
            </a:r>
            <a:r>
              <a:rPr lang="en-US" sz="2400" dirty="0"/>
              <a:t> </a:t>
            </a:r>
            <a:r>
              <a:rPr lang="en-US" sz="2400" dirty="0" err="1"/>
              <a:t>empresas</a:t>
            </a:r>
            <a:r>
              <a:rPr lang="en-US" sz="2400" dirty="0"/>
              <a:t> de </a:t>
            </a:r>
            <a:r>
              <a:rPr lang="en-US" sz="2400" dirty="0" err="1"/>
              <a:t>seguridad</a:t>
            </a:r>
            <a:r>
              <a:rPr lang="en-US" sz="2400" dirty="0"/>
              <a:t> </a:t>
            </a:r>
            <a:r>
              <a:rPr lang="en-US" sz="2400" dirty="0" err="1"/>
              <a:t>identificaron</a:t>
            </a:r>
            <a:r>
              <a:rPr lang="en-US" sz="2400" dirty="0"/>
              <a:t>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nueva</a:t>
            </a:r>
            <a:r>
              <a:rPr lang="en-US" sz="2400" dirty="0"/>
              <a:t> </a:t>
            </a:r>
            <a:r>
              <a:rPr lang="en-US" sz="2400" dirty="0" err="1"/>
              <a:t>variante</a:t>
            </a:r>
            <a:r>
              <a:rPr lang="en-US" sz="2400" dirty="0"/>
              <a:t>, </a:t>
            </a:r>
            <a:r>
              <a:rPr lang="en-US" sz="2400" dirty="0" err="1"/>
              <a:t>llamada</a:t>
            </a:r>
            <a:r>
              <a:rPr lang="en-US" sz="2400" dirty="0"/>
              <a:t> Sullivan y </a:t>
            </a:r>
            <a:r>
              <a:rPr lang="en-US" sz="2400" dirty="0" err="1"/>
              <a:t>desplegada</a:t>
            </a:r>
            <a:r>
              <a:rPr lang="en-US" sz="2400" dirty="0"/>
              <a:t> contra </a:t>
            </a:r>
            <a:r>
              <a:rPr lang="en-US" sz="2400" dirty="0" err="1"/>
              <a:t>objetivos</a:t>
            </a:r>
            <a:r>
              <a:rPr lang="en-US" sz="2400" dirty="0"/>
              <a:t> </a:t>
            </a:r>
            <a:r>
              <a:rPr lang="en-US" sz="2400" dirty="0" err="1"/>
              <a:t>ucranianos</a:t>
            </a:r>
            <a:r>
              <a:rPr lang="en-US" sz="2400" dirty="0"/>
              <a:t>, </a:t>
            </a:r>
            <a:r>
              <a:rPr lang="en-US" sz="2400" dirty="0" err="1"/>
              <a:t>además</a:t>
            </a:r>
            <a:r>
              <a:rPr lang="en-US" sz="2400" dirty="0"/>
              <a:t> del </a:t>
            </a:r>
            <a:r>
              <a:rPr lang="en-US" sz="2400" dirty="0">
                <a:hlinkClick r:id="rId2"/>
              </a:rPr>
              <a:t>ransomware Prestige</a:t>
            </a:r>
            <a:r>
              <a:rPr lang="en-US" sz="2400" dirty="0"/>
              <a:t> que </a:t>
            </a:r>
            <a:r>
              <a:rPr lang="en-US" sz="2400" dirty="0" err="1"/>
              <a:t>Rusia</a:t>
            </a:r>
            <a:r>
              <a:rPr lang="en-US" sz="2400" dirty="0"/>
              <a:t> </a:t>
            </a:r>
            <a:r>
              <a:rPr lang="en-US" sz="2400" dirty="0" err="1"/>
              <a:t>lanzó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Polonia y </a:t>
            </a:r>
            <a:r>
              <a:rPr lang="en-US" sz="2400" dirty="0" err="1"/>
              <a:t>Ucrania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octubre</a:t>
            </a:r>
            <a:r>
              <a:rPr lang="en-US" sz="2400" dirty="0"/>
              <a:t> de 2022. </a:t>
            </a:r>
            <a:r>
              <a:rPr lang="en-US" sz="2400" dirty="0" err="1"/>
              <a:t>Nuestro</a:t>
            </a:r>
            <a:r>
              <a:rPr lang="en-US" sz="2400" dirty="0"/>
              <a:t> </a:t>
            </a:r>
            <a:r>
              <a:rPr lang="en-US" sz="2400" dirty="0" err="1"/>
              <a:t>análisis</a:t>
            </a:r>
            <a:r>
              <a:rPr lang="en-US" sz="2400" dirty="0"/>
              <a:t> </a:t>
            </a:r>
            <a:r>
              <a:rPr lang="en-US" sz="2400" dirty="0" err="1"/>
              <a:t>sugiere</a:t>
            </a:r>
            <a:r>
              <a:rPr lang="en-US" sz="2400" dirty="0"/>
              <a:t> que </a:t>
            </a:r>
            <a:r>
              <a:rPr lang="en-US" sz="2400" dirty="0" err="1"/>
              <a:t>Rusia</a:t>
            </a:r>
            <a:r>
              <a:rPr lang="en-US" sz="2400" dirty="0"/>
              <a:t> </a:t>
            </a:r>
            <a:r>
              <a:rPr lang="en-US" sz="2400" dirty="0" err="1"/>
              <a:t>continuará</a:t>
            </a:r>
            <a:r>
              <a:rPr lang="en-US" sz="2400" dirty="0"/>
              <a:t> </a:t>
            </a:r>
            <a:r>
              <a:rPr lang="en-US" sz="2400" dirty="0" err="1"/>
              <a:t>llevando</a:t>
            </a:r>
            <a:r>
              <a:rPr lang="en-US" sz="2400" dirty="0"/>
              <a:t> a </a:t>
            </a:r>
            <a:r>
              <a:rPr lang="en-US" sz="2400" dirty="0" err="1"/>
              <a:t>cabo</a:t>
            </a:r>
            <a:r>
              <a:rPr lang="en-US" sz="2400" dirty="0"/>
              <a:t> </a:t>
            </a:r>
            <a:r>
              <a:rPr lang="en-US" sz="2400" dirty="0" err="1"/>
              <a:t>ataques</a:t>
            </a:r>
            <a:r>
              <a:rPr lang="en-US" sz="2400" dirty="0"/>
              <a:t> de </a:t>
            </a:r>
            <a:r>
              <a:rPr lang="en-US" sz="2400" dirty="0" err="1"/>
              <a:t>espionaje</a:t>
            </a:r>
            <a:r>
              <a:rPr lang="en-US" sz="2400" dirty="0"/>
              <a:t> contra </a:t>
            </a:r>
            <a:r>
              <a:rPr lang="en-US" sz="2400" dirty="0" err="1"/>
              <a:t>Ucrania</a:t>
            </a:r>
            <a:r>
              <a:rPr lang="en-US" sz="2400" dirty="0"/>
              <a:t> y sus </a:t>
            </a:r>
            <a:r>
              <a:rPr lang="en-US" sz="2400" dirty="0" err="1"/>
              <a:t>aliados</a:t>
            </a:r>
            <a:r>
              <a:rPr lang="en-US" sz="2400" dirty="0"/>
              <a:t>, </a:t>
            </a:r>
            <a:r>
              <a:rPr lang="en-US" sz="2400" dirty="0" err="1"/>
              <a:t>además</a:t>
            </a:r>
            <a:r>
              <a:rPr lang="en-US" sz="2400" dirty="0"/>
              <a:t> de </a:t>
            </a:r>
            <a:r>
              <a:rPr lang="en-US" sz="2400" dirty="0" err="1"/>
              <a:t>ataques</a:t>
            </a:r>
            <a:r>
              <a:rPr lang="en-US" sz="2400" dirty="0"/>
              <a:t> </a:t>
            </a:r>
            <a:r>
              <a:rPr lang="en-US" sz="2400" dirty="0" err="1"/>
              <a:t>destructivos</a:t>
            </a:r>
            <a:r>
              <a:rPr lang="en-US" sz="2400" dirty="0"/>
              <a:t> </a:t>
            </a:r>
            <a:r>
              <a:rPr lang="en-US" sz="2400" dirty="0" err="1"/>
              <a:t>dentro</a:t>
            </a:r>
            <a:r>
              <a:rPr lang="en-US" sz="2400" dirty="0"/>
              <a:t> y, </a:t>
            </a:r>
            <a:r>
              <a:rPr lang="en-US" sz="2400" dirty="0" err="1"/>
              <a:t>potencialmente</a:t>
            </a:r>
            <a:r>
              <a:rPr lang="en-US" sz="2400" dirty="0"/>
              <a:t>, </a:t>
            </a:r>
            <a:r>
              <a:rPr lang="en-US" sz="2400" dirty="0" err="1"/>
              <a:t>fuera</a:t>
            </a:r>
            <a:r>
              <a:rPr lang="en-US" sz="2400" dirty="0"/>
              <a:t> de </a:t>
            </a:r>
            <a:r>
              <a:rPr lang="en-US" sz="2400" dirty="0" err="1"/>
              <a:t>Ucrania</a:t>
            </a:r>
            <a:r>
              <a:rPr lang="en-US" sz="2400" dirty="0"/>
              <a:t>, </a:t>
            </a:r>
            <a:r>
              <a:rPr lang="en-US" sz="2400" dirty="0" err="1"/>
              <a:t>tal</a:t>
            </a:r>
            <a:r>
              <a:rPr lang="en-US" sz="2400" dirty="0"/>
              <a:t> y </a:t>
            </a:r>
            <a:r>
              <a:rPr lang="en-US" sz="2400" dirty="0" err="1"/>
              <a:t>como</a:t>
            </a:r>
            <a:r>
              <a:rPr lang="en-US" sz="2400" dirty="0"/>
              <a:t> se </a:t>
            </a:r>
            <a:r>
              <a:rPr lang="en-US" sz="2400" dirty="0" err="1"/>
              <a:t>hizo</a:t>
            </a:r>
            <a:r>
              <a:rPr lang="en-US" sz="2400" dirty="0"/>
              <a:t> con Prestige.</a:t>
            </a:r>
          </a:p>
          <a:p>
            <a:pPr indent="-228600" defTabSz="914400"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La </a:t>
            </a:r>
            <a:r>
              <a:rPr lang="en-US" sz="2400" dirty="0" err="1"/>
              <a:t>ofensiva</a:t>
            </a:r>
            <a:r>
              <a:rPr lang="en-US" sz="2400" dirty="0"/>
              <a:t> </a:t>
            </a:r>
            <a:r>
              <a:rPr lang="en-US" sz="2400" dirty="0" err="1"/>
              <a:t>híbrida</a:t>
            </a:r>
            <a:r>
              <a:rPr lang="en-US" sz="2400" dirty="0"/>
              <a:t> </a:t>
            </a:r>
            <a:r>
              <a:rPr lang="en-US" sz="2400" dirty="0" err="1"/>
              <a:t>rusa</a:t>
            </a:r>
            <a:r>
              <a:rPr lang="en-US" sz="2400" dirty="0"/>
              <a:t> </a:t>
            </a:r>
            <a:r>
              <a:rPr lang="en-US" sz="2400" dirty="0" err="1"/>
              <a:t>también</a:t>
            </a:r>
            <a:r>
              <a:rPr lang="en-US" sz="2400" dirty="0"/>
              <a:t> ha </a:t>
            </a:r>
            <a:r>
              <a:rPr lang="en-US" sz="2400" dirty="0" err="1"/>
              <a:t>incluido</a:t>
            </a:r>
            <a:r>
              <a:rPr lang="en-US" sz="2400" dirty="0"/>
              <a:t> </a:t>
            </a:r>
            <a:r>
              <a:rPr lang="en-US" sz="2400" dirty="0" err="1"/>
              <a:t>sofisticadas</a:t>
            </a:r>
            <a:r>
              <a:rPr lang="en-US" sz="2400" dirty="0"/>
              <a:t> </a:t>
            </a:r>
            <a:r>
              <a:rPr lang="en-US" sz="2400" dirty="0" err="1"/>
              <a:t>operaciones</a:t>
            </a:r>
            <a:r>
              <a:rPr lang="en-US" sz="2400" dirty="0"/>
              <a:t> de </a:t>
            </a:r>
            <a:r>
              <a:rPr lang="en-US" sz="2400" dirty="0" err="1"/>
              <a:t>influencia</a:t>
            </a:r>
            <a:r>
              <a:rPr lang="en-US" sz="2400" dirty="0"/>
              <a:t>. Por </a:t>
            </a:r>
            <a:r>
              <a:rPr lang="en-US" sz="2400" dirty="0" err="1"/>
              <a:t>ejemplo</a:t>
            </a:r>
            <a:r>
              <a:rPr lang="en-US" sz="2400" dirty="0"/>
              <a:t>, la </a:t>
            </a:r>
            <a:r>
              <a:rPr lang="en-US" sz="2400" dirty="0" err="1"/>
              <a:t>maquinaria</a:t>
            </a:r>
            <a:r>
              <a:rPr lang="en-US" sz="2400" dirty="0"/>
              <a:t> de propaganda de </a:t>
            </a:r>
            <a:r>
              <a:rPr lang="en-US" sz="2400" dirty="0" err="1"/>
              <a:t>Moscú</a:t>
            </a:r>
            <a:r>
              <a:rPr lang="en-US" sz="2400" dirty="0"/>
              <a:t> </a:t>
            </a:r>
            <a:r>
              <a:rPr lang="en-US" sz="2400" dirty="0" err="1"/>
              <a:t>recientemente</a:t>
            </a:r>
            <a:r>
              <a:rPr lang="en-US" sz="2400" dirty="0"/>
              <a:t> </a:t>
            </a:r>
            <a:r>
              <a:rPr lang="en-US" sz="2400" dirty="0" err="1"/>
              <a:t>marcó</a:t>
            </a:r>
            <a:r>
              <a:rPr lang="en-US" sz="2400" dirty="0"/>
              <a:t> </a:t>
            </a:r>
            <a:r>
              <a:rPr lang="en-US" sz="2400" dirty="0" err="1"/>
              <a:t>como</a:t>
            </a:r>
            <a:r>
              <a:rPr lang="en-US" sz="2400" dirty="0"/>
              <a:t> </a:t>
            </a:r>
            <a:r>
              <a:rPr lang="en-US" sz="2400" dirty="0" err="1"/>
              <a:t>objetivo</a:t>
            </a:r>
            <a:r>
              <a:rPr lang="en-US" sz="2400" dirty="0"/>
              <a:t> a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refugiados</a:t>
            </a:r>
            <a:r>
              <a:rPr lang="en-US" sz="2400" dirty="0"/>
              <a:t> </a:t>
            </a:r>
            <a:r>
              <a:rPr lang="en-US" sz="2400" dirty="0" err="1"/>
              <a:t>ucranianos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Europa, </a:t>
            </a:r>
            <a:r>
              <a:rPr lang="en-US" sz="2400" dirty="0" err="1"/>
              <a:t>en</a:t>
            </a:r>
            <a:r>
              <a:rPr lang="en-US" sz="2400" dirty="0"/>
              <a:t> un </a:t>
            </a:r>
            <a:r>
              <a:rPr lang="en-US" sz="2400" dirty="0" err="1"/>
              <a:t>intento</a:t>
            </a:r>
            <a:r>
              <a:rPr lang="en-US" sz="2400" dirty="0"/>
              <a:t> de que </a:t>
            </a:r>
            <a:r>
              <a:rPr lang="en-US" sz="2400" dirty="0" err="1"/>
              <a:t>fueran</a:t>
            </a:r>
            <a:r>
              <a:rPr lang="en-US" sz="2400" dirty="0"/>
              <a:t> </a:t>
            </a:r>
            <a:r>
              <a:rPr lang="en-US" sz="2400" dirty="0" err="1"/>
              <a:t>deportados</a:t>
            </a:r>
            <a:r>
              <a:rPr lang="en-US" sz="2400" dirty="0"/>
              <a:t> y </a:t>
            </a:r>
            <a:r>
              <a:rPr lang="en-US" sz="2400" dirty="0" err="1"/>
              <a:t>reclutados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ejército</a:t>
            </a:r>
            <a:r>
              <a:rPr lang="en-US" sz="2400" dirty="0"/>
              <a:t> </a:t>
            </a:r>
            <a:r>
              <a:rPr lang="en-US" sz="2400" dirty="0" err="1"/>
              <a:t>ucraniano</a:t>
            </a:r>
            <a:r>
              <a:rPr lang="en-US" sz="2400" dirty="0"/>
              <a:t>.</a:t>
            </a:r>
          </a:p>
          <a:p>
            <a:pPr indent="-228600" defTabSz="914400"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Las </a:t>
            </a:r>
            <a:r>
              <a:rPr lang="en-US" sz="2400" dirty="0" err="1"/>
              <a:t>operaciones</a:t>
            </a:r>
            <a:r>
              <a:rPr lang="en-US" sz="2400" dirty="0"/>
              <a:t> de </a:t>
            </a:r>
            <a:r>
              <a:rPr lang="en-US" sz="2400" dirty="0" err="1"/>
              <a:t>influencia</a:t>
            </a:r>
            <a:r>
              <a:rPr lang="en-US" sz="2400" dirty="0"/>
              <a:t> </a:t>
            </a:r>
            <a:r>
              <a:rPr lang="en-US" sz="2400" dirty="0" err="1"/>
              <a:t>alineadas</a:t>
            </a:r>
            <a:r>
              <a:rPr lang="en-US" sz="2400" dirty="0"/>
              <a:t> con </a:t>
            </a:r>
            <a:r>
              <a:rPr lang="en-US" sz="2400" dirty="0" err="1"/>
              <a:t>Rusia</a:t>
            </a:r>
            <a:r>
              <a:rPr lang="en-US" sz="2400" dirty="0"/>
              <a:t> </a:t>
            </a:r>
            <a:r>
              <a:rPr lang="en-US" sz="2400" dirty="0" err="1"/>
              <a:t>también</a:t>
            </a:r>
            <a:r>
              <a:rPr lang="en-US" sz="2400" dirty="0"/>
              <a:t> </a:t>
            </a:r>
            <a:r>
              <a:rPr lang="en-US" sz="2400" dirty="0" err="1"/>
              <a:t>han</a:t>
            </a:r>
            <a:r>
              <a:rPr lang="en-US" sz="2400" dirty="0"/>
              <a:t> </a:t>
            </a:r>
            <a:r>
              <a:rPr lang="en-US" sz="2400" dirty="0" err="1"/>
              <a:t>logrado</a:t>
            </a:r>
            <a:r>
              <a:rPr lang="en-US" sz="2400" dirty="0"/>
              <a:t> </a:t>
            </a:r>
            <a:r>
              <a:rPr lang="en-US" sz="2400" dirty="0" err="1"/>
              <a:t>subir</a:t>
            </a:r>
            <a:r>
              <a:rPr lang="en-US" sz="2400" dirty="0"/>
              <a:t> la </a:t>
            </a:r>
            <a:r>
              <a:rPr lang="en-US" sz="2400" dirty="0" err="1"/>
              <a:t>tensión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Moldavia. Los </a:t>
            </a:r>
            <a:r>
              <a:rPr lang="en-US" sz="2400" dirty="0" err="1"/>
              <a:t>medios</a:t>
            </a:r>
            <a:r>
              <a:rPr lang="en-US" sz="2400" dirty="0"/>
              <a:t> </a:t>
            </a:r>
            <a:r>
              <a:rPr lang="en-US" sz="2400" dirty="0" err="1"/>
              <a:t>rusos</a:t>
            </a:r>
            <a:r>
              <a:rPr lang="en-US" sz="2400" dirty="0"/>
              <a:t> </a:t>
            </a:r>
            <a:r>
              <a:rPr lang="en-US" sz="2400" dirty="0" err="1"/>
              <a:t>promovieron</a:t>
            </a:r>
            <a:r>
              <a:rPr lang="en-US" sz="2400" dirty="0"/>
              <a:t> </a:t>
            </a:r>
            <a:r>
              <a:rPr lang="en-US" sz="2400" dirty="0" err="1"/>
              <a:t>protestas</a:t>
            </a:r>
            <a:r>
              <a:rPr lang="en-US" sz="2400" dirty="0"/>
              <a:t> </a:t>
            </a:r>
            <a:r>
              <a:rPr lang="en-US" sz="2400" dirty="0" err="1"/>
              <a:t>apoyadas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en-US" sz="2400" dirty="0"/>
              <a:t> un </a:t>
            </a:r>
            <a:r>
              <a:rPr lang="en-US" sz="2400" dirty="0" err="1"/>
              <a:t>partido</a:t>
            </a:r>
            <a:r>
              <a:rPr lang="en-US" sz="2400" dirty="0"/>
              <a:t> </a:t>
            </a:r>
            <a:r>
              <a:rPr lang="en-US" sz="2400" dirty="0" err="1"/>
              <a:t>político</a:t>
            </a:r>
            <a:r>
              <a:rPr lang="en-US" sz="2400" dirty="0"/>
              <a:t> </a:t>
            </a:r>
            <a:r>
              <a:rPr lang="en-US" sz="2400" dirty="0" err="1"/>
              <a:t>prorruso</a:t>
            </a:r>
            <a:r>
              <a:rPr lang="en-US" sz="2400" dirty="0"/>
              <a:t> que </a:t>
            </a:r>
            <a:r>
              <a:rPr lang="en-US" sz="2400" dirty="0" err="1"/>
              <a:t>animaba</a:t>
            </a:r>
            <a:r>
              <a:rPr lang="en-US" sz="2400" dirty="0"/>
              <a:t> a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ciudadanos</a:t>
            </a:r>
            <a:r>
              <a:rPr lang="en-US" sz="2400" dirty="0"/>
              <a:t> a </a:t>
            </a:r>
            <a:r>
              <a:rPr lang="en-US" sz="2400" dirty="0" err="1"/>
              <a:t>reclamar</a:t>
            </a:r>
            <a:r>
              <a:rPr lang="en-US" sz="2400" dirty="0"/>
              <a:t> al </a:t>
            </a:r>
            <a:r>
              <a:rPr lang="en-US" sz="2400" dirty="0" err="1"/>
              <a:t>gobierno</a:t>
            </a:r>
            <a:r>
              <a:rPr lang="en-US" sz="2400" dirty="0"/>
              <a:t> que </a:t>
            </a:r>
            <a:r>
              <a:rPr lang="en-US" sz="2400" dirty="0" err="1"/>
              <a:t>pagase</a:t>
            </a:r>
            <a:r>
              <a:rPr lang="en-US" sz="2400" dirty="0"/>
              <a:t> la factura de la </a:t>
            </a:r>
            <a:r>
              <a:rPr lang="en-US" sz="2400" dirty="0" err="1"/>
              <a:t>energía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invierno</a:t>
            </a:r>
            <a:r>
              <a:rPr lang="en-US" sz="2400" dirty="0"/>
              <a:t>. </a:t>
            </a:r>
            <a:r>
              <a:rPr lang="en-US" sz="2400" dirty="0" err="1"/>
              <a:t>Otra</a:t>
            </a:r>
            <a:r>
              <a:rPr lang="en-US" sz="2400" dirty="0"/>
              <a:t> </a:t>
            </a:r>
            <a:r>
              <a:rPr lang="en-US" sz="2400" dirty="0" err="1"/>
              <a:t>campaña</a:t>
            </a:r>
            <a:r>
              <a:rPr lang="en-US" sz="2400" dirty="0"/>
              <a:t> </a:t>
            </a:r>
            <a:r>
              <a:rPr lang="en-US" sz="2400" dirty="0" err="1"/>
              <a:t>alineada</a:t>
            </a:r>
            <a:r>
              <a:rPr lang="en-US" sz="2400" dirty="0"/>
              <a:t> con </a:t>
            </a:r>
            <a:r>
              <a:rPr lang="en-US" sz="2400" dirty="0" err="1"/>
              <a:t>Rusia</a:t>
            </a:r>
            <a:r>
              <a:rPr lang="en-US" sz="2400" dirty="0"/>
              <a:t>, </a:t>
            </a:r>
            <a:r>
              <a:rPr lang="en-US" sz="2400" dirty="0" err="1"/>
              <a:t>llamada</a:t>
            </a:r>
            <a:r>
              <a:rPr lang="en-US" sz="2400" dirty="0"/>
              <a:t> “Moldova Leaks”, </a:t>
            </a:r>
            <a:r>
              <a:rPr lang="en-US" sz="2400" dirty="0" err="1"/>
              <a:t>publicó</a:t>
            </a:r>
            <a:r>
              <a:rPr lang="en-US" sz="2400" dirty="0"/>
              <a:t> </a:t>
            </a:r>
            <a:r>
              <a:rPr lang="en-US" sz="2400" dirty="0" err="1"/>
              <a:t>supuestas</a:t>
            </a:r>
            <a:r>
              <a:rPr lang="en-US" sz="2400" dirty="0"/>
              <a:t> </a:t>
            </a:r>
            <a:r>
              <a:rPr lang="en-US" sz="2400" dirty="0" err="1"/>
              <a:t>filtraciones</a:t>
            </a:r>
            <a:r>
              <a:rPr lang="en-US" sz="2400" dirty="0"/>
              <a:t> de </a:t>
            </a:r>
            <a:r>
              <a:rPr lang="en-US" sz="2400" dirty="0" err="1"/>
              <a:t>políticos</a:t>
            </a:r>
            <a:r>
              <a:rPr lang="en-US" sz="2400" dirty="0"/>
              <a:t> </a:t>
            </a:r>
            <a:r>
              <a:rPr lang="en-US" sz="2400" dirty="0" err="1"/>
              <a:t>moldavos</a:t>
            </a:r>
            <a:r>
              <a:rPr lang="en-US" sz="2400" dirty="0"/>
              <a:t>,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más</a:t>
            </a:r>
            <a:r>
              <a:rPr lang="en-US" sz="2400" dirty="0"/>
              <a:t> de las </a:t>
            </a:r>
            <a:r>
              <a:rPr lang="en-US" sz="2400" dirty="0" err="1"/>
              <a:t>operaciones</a:t>
            </a:r>
            <a:r>
              <a:rPr lang="en-US" sz="2400" dirty="0"/>
              <a:t> </a:t>
            </a:r>
            <a:r>
              <a:rPr lang="en-US" sz="2400" dirty="0" err="1"/>
              <a:t>híbridas</a:t>
            </a:r>
            <a:r>
              <a:rPr lang="en-US" sz="2400" dirty="0"/>
              <a:t> </a:t>
            </a:r>
            <a:r>
              <a:rPr lang="en-US" sz="2400" i="1" dirty="0"/>
              <a:t>hack-and-leak</a:t>
            </a:r>
            <a:r>
              <a:rPr lang="en-US" sz="2400" dirty="0"/>
              <a:t> (</a:t>
            </a:r>
            <a:r>
              <a:rPr lang="en-US" sz="2400" dirty="0" err="1"/>
              <a:t>literalmente</a:t>
            </a:r>
            <a:r>
              <a:rPr lang="en-US" sz="2400" dirty="0"/>
              <a:t>, </a:t>
            </a:r>
            <a:r>
              <a:rPr lang="en-US" sz="2400" dirty="0" err="1"/>
              <a:t>hackear</a:t>
            </a:r>
            <a:r>
              <a:rPr lang="en-US" sz="2400" dirty="0"/>
              <a:t> y </a:t>
            </a:r>
            <a:r>
              <a:rPr lang="en-US" sz="2400" dirty="0" err="1"/>
              <a:t>filtrar</a:t>
            </a:r>
            <a:r>
              <a:rPr lang="en-US" sz="2400" dirty="0"/>
              <a:t>) </a:t>
            </a:r>
            <a:r>
              <a:rPr lang="en-US" sz="2400" dirty="0" err="1"/>
              <a:t>dirigidas</a:t>
            </a:r>
            <a:r>
              <a:rPr lang="en-US" sz="2400" dirty="0"/>
              <a:t> a </a:t>
            </a:r>
            <a:r>
              <a:rPr lang="en-US" sz="2400" dirty="0" err="1"/>
              <a:t>socavar</a:t>
            </a:r>
            <a:r>
              <a:rPr lang="en-US" sz="2400" dirty="0"/>
              <a:t> la </a:t>
            </a:r>
            <a:r>
              <a:rPr lang="en-US" sz="2400" dirty="0" err="1"/>
              <a:t>confianza</a:t>
            </a:r>
            <a:r>
              <a:rPr lang="en-US" sz="2400" dirty="0"/>
              <a:t> de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ciudadanos</a:t>
            </a:r>
            <a:r>
              <a:rPr lang="en-US" sz="2400" dirty="0"/>
              <a:t> </a:t>
            </a:r>
            <a:r>
              <a:rPr lang="en-US" sz="2400" dirty="0" err="1"/>
              <a:t>europeos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sus </a:t>
            </a:r>
            <a:r>
              <a:rPr lang="en-US" sz="2400" dirty="0" err="1"/>
              <a:t>gobiernos</a:t>
            </a:r>
            <a:r>
              <a:rPr lang="en-US" sz="2400" dirty="0"/>
              <a:t>.</a:t>
            </a:r>
          </a:p>
          <a:p>
            <a:pPr indent="-228600" defTabSz="914400">
              <a:spcBef>
                <a:spcPts val="0"/>
              </a:spcBef>
              <a:spcAft>
                <a:spcPts val="600"/>
              </a:spcAft>
            </a:pPr>
            <a:r>
              <a:rPr lang="en-US" sz="2400" dirty="0" err="1"/>
              <a:t>Estos</a:t>
            </a:r>
            <a:r>
              <a:rPr lang="en-US" sz="2400" dirty="0"/>
              <a:t> son solo </a:t>
            </a:r>
            <a:r>
              <a:rPr lang="en-US" sz="2400" dirty="0" err="1"/>
              <a:t>algunos</a:t>
            </a:r>
            <a:r>
              <a:rPr lang="en-US" sz="2400" dirty="0"/>
              <a:t> de </a:t>
            </a:r>
            <a:r>
              <a:rPr lang="en-US" sz="2400" dirty="0" err="1"/>
              <a:t>los</a:t>
            </a:r>
            <a:r>
              <a:rPr lang="en-US" sz="2400" dirty="0"/>
              <a:t> puntos </a:t>
            </a:r>
            <a:r>
              <a:rPr lang="en-US" sz="2400" dirty="0" err="1"/>
              <a:t>más</a:t>
            </a:r>
            <a:r>
              <a:rPr lang="en-US" sz="2400" dirty="0"/>
              <a:t> </a:t>
            </a:r>
            <a:r>
              <a:rPr lang="en-US" sz="2400" dirty="0" err="1"/>
              <a:t>relevantes</a:t>
            </a:r>
            <a:r>
              <a:rPr lang="en-US" sz="2400" dirty="0"/>
              <a:t> del nuevo </a:t>
            </a:r>
            <a:r>
              <a:rPr lang="en-US" sz="2400" dirty="0" err="1"/>
              <a:t>informe</a:t>
            </a:r>
            <a:r>
              <a:rPr lang="en-US" sz="2400" dirty="0"/>
              <a:t> </a:t>
            </a:r>
            <a:r>
              <a:rPr lang="en-US" sz="2400" dirty="0">
                <a:hlinkClick r:id="rId3"/>
              </a:rPr>
              <a:t>Microsoft Threat Intelligence</a:t>
            </a:r>
            <a:r>
              <a:rPr lang="en-US" sz="2400" dirty="0"/>
              <a:t> </a:t>
            </a:r>
            <a:r>
              <a:rPr lang="en-US" sz="2400" dirty="0" err="1"/>
              <a:t>sobre</a:t>
            </a:r>
            <a:r>
              <a:rPr lang="en-US" sz="2400" dirty="0"/>
              <a:t> la </a:t>
            </a:r>
            <a:r>
              <a:rPr lang="en-US" sz="2400" dirty="0" err="1"/>
              <a:t>actividad</a:t>
            </a:r>
            <a:r>
              <a:rPr lang="en-US" sz="2400" dirty="0"/>
              <a:t> </a:t>
            </a:r>
            <a:r>
              <a:rPr lang="en-US" sz="2400" dirty="0" err="1"/>
              <a:t>rusa</a:t>
            </a:r>
            <a:r>
              <a:rPr lang="en-US" sz="2400" dirty="0"/>
              <a:t>. El </a:t>
            </a:r>
            <a:r>
              <a:rPr lang="en-US" sz="2400" dirty="0" err="1"/>
              <a:t>informe</a:t>
            </a:r>
            <a:r>
              <a:rPr lang="en-US" sz="2400" dirty="0"/>
              <a:t> </a:t>
            </a:r>
            <a:r>
              <a:rPr lang="en-US" sz="2400" dirty="0" err="1"/>
              <a:t>destaca</a:t>
            </a:r>
            <a:r>
              <a:rPr lang="en-US" sz="2400" dirty="0"/>
              <a:t> </a:t>
            </a:r>
            <a:r>
              <a:rPr lang="en-US" sz="2400" dirty="0" err="1"/>
              <a:t>otras</a:t>
            </a:r>
            <a:r>
              <a:rPr lang="en-US" sz="2400" dirty="0"/>
              <a:t> </a:t>
            </a:r>
            <a:r>
              <a:rPr lang="en-US" sz="2400" dirty="0" err="1"/>
              <a:t>amplias</a:t>
            </a:r>
            <a:r>
              <a:rPr lang="en-US" sz="2400" dirty="0"/>
              <a:t>, e </a:t>
            </a:r>
            <a:r>
              <a:rPr lang="en-US" sz="2400" dirty="0" err="1"/>
              <a:t>importantes</a:t>
            </a:r>
            <a:r>
              <a:rPr lang="en-US" sz="2400" dirty="0"/>
              <a:t>, </a:t>
            </a:r>
            <a:r>
              <a:rPr lang="en-US" sz="2400" dirty="0" err="1"/>
              <a:t>tendencias</a:t>
            </a:r>
            <a:r>
              <a:rPr lang="en-US" sz="2400" dirty="0"/>
              <a:t>.</a:t>
            </a:r>
          </a:p>
          <a:p>
            <a:pPr indent="-228600" defTabSz="914400">
              <a:spcBef>
                <a:spcPts val="0"/>
              </a:spcBef>
              <a:spcAft>
                <a:spcPts val="600"/>
              </a:spcAft>
            </a:pPr>
            <a:endParaRPr lang="en-US" sz="2400" b="1" dirty="0"/>
          </a:p>
          <a:p>
            <a:pPr marL="0" indent="-228600" defTabSz="914400"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Fuente: </a:t>
            </a:r>
            <a:r>
              <a:rPr lang="en-US" sz="2400" dirty="0">
                <a:hlinkClick r:id="rId4"/>
              </a:rPr>
              <a:t>https://news.microsoft.com/es-es/2023/03/17/se-esta-reagrupando-rusia-para-una-nueva-ciberguerra/</a:t>
            </a:r>
            <a:r>
              <a:rPr lang="en-US" sz="2400" dirty="0"/>
              <a:t>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841138" y="2729464"/>
            <a:ext cx="1894976" cy="184357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 descr="Imagen que contiene vehículo militar, exterior, transporte, grande&#10;&#10;Descripción generada automáticamente">
            <a:extLst>
              <a:ext uri="{FF2B5EF4-FFF2-40B4-BE49-F238E27FC236}">
                <a16:creationId xmlns:a16="http://schemas.microsoft.com/office/drawing/2014/main" id="{A0CDB486-0AC2-775F-2A9E-F72731428F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24" r="16401"/>
          <a:stretch/>
        </p:blipFill>
        <p:spPr>
          <a:xfrm>
            <a:off x="15802518" y="5455458"/>
            <a:ext cx="8581482" cy="8260542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</p:pic>
      <p:sp>
        <p:nvSpPr>
          <p:cNvPr id="14" name="Arc 13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12068276" y="-1346280"/>
            <a:ext cx="8042386" cy="8042386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oogle Shape;135;p8" descr="Cómo protegerse de los virus, piratas informáticos y demás ataques? |  Tecnología - ComputerHoy.com">
            <a:extLst>
              <a:ext uri="{FF2B5EF4-FFF2-40B4-BE49-F238E27FC236}">
                <a16:creationId xmlns:a16="http://schemas.microsoft.com/office/drawing/2014/main" id="{E9BD00CC-A6D9-0512-18F7-00F19B58E4A1}"/>
              </a:ext>
            </a:extLst>
          </p:cNvPr>
          <p:cNvPicPr preferRelativeResize="0"/>
          <p:nvPr/>
        </p:nvPicPr>
        <p:blipFill rotWithShape="1">
          <a:blip r:embed="rId6"/>
          <a:srcRect l="13523" r="8617" b="-1"/>
          <a:stretch/>
        </p:blipFill>
        <p:spPr>
          <a:xfrm>
            <a:off x="12523214" y="2"/>
            <a:ext cx="7038624" cy="6015818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0776685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94842B0-684D-44CC-B4BC-D13331CFD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77904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FD5F52-42DF-DE4B-D0D5-6BFBE2E31E5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80160" y="658368"/>
            <a:ext cx="13789152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9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El </a:t>
            </a:r>
            <a:r>
              <a:rPr lang="en-US" sz="9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caso</a:t>
            </a:r>
            <a:r>
              <a:rPr lang="en-US" sz="9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Israel y la </a:t>
            </a:r>
            <a:r>
              <a:rPr lang="en-US" sz="9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capacidad</a:t>
            </a:r>
            <a:r>
              <a:rPr lang="en-US" sz="9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nuclear de IRÁN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C2A3DC3-F495-4B99-9FF3-3FB30D632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17904" y="4791456"/>
            <a:ext cx="8487178" cy="36576"/>
          </a:xfrm>
          <a:custGeom>
            <a:avLst/>
            <a:gdLst>
              <a:gd name="connsiteX0" fmla="*/ 0 w 8487178"/>
              <a:gd name="connsiteY0" fmla="*/ 0 h 36576"/>
              <a:gd name="connsiteX1" fmla="*/ 737732 w 8487178"/>
              <a:gd name="connsiteY1" fmla="*/ 0 h 36576"/>
              <a:gd name="connsiteX2" fmla="*/ 1560335 w 8487178"/>
              <a:gd name="connsiteY2" fmla="*/ 0 h 36576"/>
              <a:gd name="connsiteX3" fmla="*/ 1958580 w 8487178"/>
              <a:gd name="connsiteY3" fmla="*/ 0 h 36576"/>
              <a:gd name="connsiteX4" fmla="*/ 2526568 w 8487178"/>
              <a:gd name="connsiteY4" fmla="*/ 0 h 36576"/>
              <a:gd name="connsiteX5" fmla="*/ 2924812 w 8487178"/>
              <a:gd name="connsiteY5" fmla="*/ 0 h 36576"/>
              <a:gd name="connsiteX6" fmla="*/ 3577672 w 8487178"/>
              <a:gd name="connsiteY6" fmla="*/ 0 h 36576"/>
              <a:gd name="connsiteX7" fmla="*/ 4145660 w 8487178"/>
              <a:gd name="connsiteY7" fmla="*/ 0 h 36576"/>
              <a:gd name="connsiteX8" fmla="*/ 4883392 w 8487178"/>
              <a:gd name="connsiteY8" fmla="*/ 0 h 36576"/>
              <a:gd name="connsiteX9" fmla="*/ 5705995 w 8487178"/>
              <a:gd name="connsiteY9" fmla="*/ 0 h 36576"/>
              <a:gd name="connsiteX10" fmla="*/ 6358855 w 8487178"/>
              <a:gd name="connsiteY10" fmla="*/ 0 h 36576"/>
              <a:gd name="connsiteX11" fmla="*/ 7181458 w 8487178"/>
              <a:gd name="connsiteY11" fmla="*/ 0 h 36576"/>
              <a:gd name="connsiteX12" fmla="*/ 7834318 w 8487178"/>
              <a:gd name="connsiteY12" fmla="*/ 0 h 36576"/>
              <a:gd name="connsiteX13" fmla="*/ 8487178 w 8487178"/>
              <a:gd name="connsiteY13" fmla="*/ 0 h 36576"/>
              <a:gd name="connsiteX14" fmla="*/ 8487178 w 8487178"/>
              <a:gd name="connsiteY14" fmla="*/ 36576 h 36576"/>
              <a:gd name="connsiteX15" fmla="*/ 7834318 w 8487178"/>
              <a:gd name="connsiteY15" fmla="*/ 36576 h 36576"/>
              <a:gd name="connsiteX16" fmla="*/ 7351202 w 8487178"/>
              <a:gd name="connsiteY16" fmla="*/ 36576 h 36576"/>
              <a:gd name="connsiteX17" fmla="*/ 6952957 w 8487178"/>
              <a:gd name="connsiteY17" fmla="*/ 36576 h 36576"/>
              <a:gd name="connsiteX18" fmla="*/ 6384969 w 8487178"/>
              <a:gd name="connsiteY18" fmla="*/ 36576 h 36576"/>
              <a:gd name="connsiteX19" fmla="*/ 5732109 w 8487178"/>
              <a:gd name="connsiteY19" fmla="*/ 36576 h 36576"/>
              <a:gd name="connsiteX20" fmla="*/ 5164121 w 8487178"/>
              <a:gd name="connsiteY20" fmla="*/ 36576 h 36576"/>
              <a:gd name="connsiteX21" fmla="*/ 4681005 w 8487178"/>
              <a:gd name="connsiteY21" fmla="*/ 36576 h 36576"/>
              <a:gd name="connsiteX22" fmla="*/ 3858402 w 8487178"/>
              <a:gd name="connsiteY22" fmla="*/ 36576 h 36576"/>
              <a:gd name="connsiteX23" fmla="*/ 3205542 w 8487178"/>
              <a:gd name="connsiteY23" fmla="*/ 36576 h 36576"/>
              <a:gd name="connsiteX24" fmla="*/ 2467810 w 8487178"/>
              <a:gd name="connsiteY24" fmla="*/ 36576 h 36576"/>
              <a:gd name="connsiteX25" fmla="*/ 2069566 w 8487178"/>
              <a:gd name="connsiteY25" fmla="*/ 36576 h 36576"/>
              <a:gd name="connsiteX26" fmla="*/ 1586449 w 8487178"/>
              <a:gd name="connsiteY26" fmla="*/ 36576 h 36576"/>
              <a:gd name="connsiteX27" fmla="*/ 933590 w 8487178"/>
              <a:gd name="connsiteY27" fmla="*/ 36576 h 36576"/>
              <a:gd name="connsiteX28" fmla="*/ 0 w 8487178"/>
              <a:gd name="connsiteY28" fmla="*/ 36576 h 36576"/>
              <a:gd name="connsiteX29" fmla="*/ 0 w 8487178"/>
              <a:gd name="connsiteY29" fmla="*/ 0 h 3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8487178" h="36576" fill="none" extrusionOk="0">
                <a:moveTo>
                  <a:pt x="0" y="0"/>
                </a:moveTo>
                <a:cubicBezTo>
                  <a:pt x="158648" y="-23080"/>
                  <a:pt x="414015" y="33691"/>
                  <a:pt x="737732" y="0"/>
                </a:cubicBezTo>
                <a:cubicBezTo>
                  <a:pt x="1061449" y="-33691"/>
                  <a:pt x="1348785" y="-6923"/>
                  <a:pt x="1560335" y="0"/>
                </a:cubicBezTo>
                <a:cubicBezTo>
                  <a:pt x="1771885" y="6923"/>
                  <a:pt x="1874673" y="6083"/>
                  <a:pt x="1958580" y="0"/>
                </a:cubicBezTo>
                <a:cubicBezTo>
                  <a:pt x="2042488" y="-6083"/>
                  <a:pt x="2411773" y="5497"/>
                  <a:pt x="2526568" y="0"/>
                </a:cubicBezTo>
                <a:cubicBezTo>
                  <a:pt x="2641363" y="-5497"/>
                  <a:pt x="2769955" y="14545"/>
                  <a:pt x="2924812" y="0"/>
                </a:cubicBezTo>
                <a:cubicBezTo>
                  <a:pt x="3079669" y="-14545"/>
                  <a:pt x="3398796" y="-305"/>
                  <a:pt x="3577672" y="0"/>
                </a:cubicBezTo>
                <a:cubicBezTo>
                  <a:pt x="3756548" y="305"/>
                  <a:pt x="4010524" y="-19439"/>
                  <a:pt x="4145660" y="0"/>
                </a:cubicBezTo>
                <a:cubicBezTo>
                  <a:pt x="4280796" y="19439"/>
                  <a:pt x="4519168" y="18856"/>
                  <a:pt x="4883392" y="0"/>
                </a:cubicBezTo>
                <a:cubicBezTo>
                  <a:pt x="5247616" y="-18856"/>
                  <a:pt x="5354959" y="-20344"/>
                  <a:pt x="5705995" y="0"/>
                </a:cubicBezTo>
                <a:cubicBezTo>
                  <a:pt x="6057031" y="20344"/>
                  <a:pt x="6165300" y="31467"/>
                  <a:pt x="6358855" y="0"/>
                </a:cubicBezTo>
                <a:cubicBezTo>
                  <a:pt x="6552410" y="-31467"/>
                  <a:pt x="6791945" y="-470"/>
                  <a:pt x="7181458" y="0"/>
                </a:cubicBezTo>
                <a:cubicBezTo>
                  <a:pt x="7570971" y="470"/>
                  <a:pt x="7589420" y="-27923"/>
                  <a:pt x="7834318" y="0"/>
                </a:cubicBezTo>
                <a:cubicBezTo>
                  <a:pt x="8079216" y="27923"/>
                  <a:pt x="8244660" y="-28188"/>
                  <a:pt x="8487178" y="0"/>
                </a:cubicBezTo>
                <a:cubicBezTo>
                  <a:pt x="8487756" y="9299"/>
                  <a:pt x="8487778" y="26774"/>
                  <a:pt x="8487178" y="36576"/>
                </a:cubicBezTo>
                <a:cubicBezTo>
                  <a:pt x="8193354" y="68129"/>
                  <a:pt x="8121938" y="60994"/>
                  <a:pt x="7834318" y="36576"/>
                </a:cubicBezTo>
                <a:cubicBezTo>
                  <a:pt x="7546698" y="12158"/>
                  <a:pt x="7507615" y="29628"/>
                  <a:pt x="7351202" y="36576"/>
                </a:cubicBezTo>
                <a:cubicBezTo>
                  <a:pt x="7194789" y="43524"/>
                  <a:pt x="7096566" y="31598"/>
                  <a:pt x="6952957" y="36576"/>
                </a:cubicBezTo>
                <a:cubicBezTo>
                  <a:pt x="6809349" y="41554"/>
                  <a:pt x="6510534" y="54733"/>
                  <a:pt x="6384969" y="36576"/>
                </a:cubicBezTo>
                <a:cubicBezTo>
                  <a:pt x="6259404" y="18419"/>
                  <a:pt x="5956387" y="64521"/>
                  <a:pt x="5732109" y="36576"/>
                </a:cubicBezTo>
                <a:cubicBezTo>
                  <a:pt x="5507831" y="8631"/>
                  <a:pt x="5425540" y="32239"/>
                  <a:pt x="5164121" y="36576"/>
                </a:cubicBezTo>
                <a:cubicBezTo>
                  <a:pt x="4902702" y="40913"/>
                  <a:pt x="4815733" y="45661"/>
                  <a:pt x="4681005" y="36576"/>
                </a:cubicBezTo>
                <a:cubicBezTo>
                  <a:pt x="4546277" y="27491"/>
                  <a:pt x="4111650" y="24454"/>
                  <a:pt x="3858402" y="36576"/>
                </a:cubicBezTo>
                <a:cubicBezTo>
                  <a:pt x="3605154" y="48698"/>
                  <a:pt x="3355682" y="45487"/>
                  <a:pt x="3205542" y="36576"/>
                </a:cubicBezTo>
                <a:cubicBezTo>
                  <a:pt x="3055402" y="27665"/>
                  <a:pt x="2716580" y="64954"/>
                  <a:pt x="2467810" y="36576"/>
                </a:cubicBezTo>
                <a:cubicBezTo>
                  <a:pt x="2219040" y="8198"/>
                  <a:pt x="2149690" y="30867"/>
                  <a:pt x="2069566" y="36576"/>
                </a:cubicBezTo>
                <a:cubicBezTo>
                  <a:pt x="1989442" y="42285"/>
                  <a:pt x="1703335" y="42806"/>
                  <a:pt x="1586449" y="36576"/>
                </a:cubicBezTo>
                <a:cubicBezTo>
                  <a:pt x="1469563" y="30346"/>
                  <a:pt x="1212036" y="34821"/>
                  <a:pt x="933590" y="36576"/>
                </a:cubicBezTo>
                <a:cubicBezTo>
                  <a:pt x="655144" y="38331"/>
                  <a:pt x="215255" y="74183"/>
                  <a:pt x="0" y="36576"/>
                </a:cubicBezTo>
                <a:cubicBezTo>
                  <a:pt x="-516" y="20544"/>
                  <a:pt x="1802" y="17140"/>
                  <a:pt x="0" y="0"/>
                </a:cubicBezTo>
                <a:close/>
              </a:path>
              <a:path w="8487178" h="36576" stroke="0" extrusionOk="0">
                <a:moveTo>
                  <a:pt x="0" y="0"/>
                </a:moveTo>
                <a:cubicBezTo>
                  <a:pt x="141875" y="16416"/>
                  <a:pt x="317987" y="-14018"/>
                  <a:pt x="483116" y="0"/>
                </a:cubicBezTo>
                <a:cubicBezTo>
                  <a:pt x="648245" y="14018"/>
                  <a:pt x="704570" y="5647"/>
                  <a:pt x="881361" y="0"/>
                </a:cubicBezTo>
                <a:cubicBezTo>
                  <a:pt x="1058153" y="-5647"/>
                  <a:pt x="1211393" y="2543"/>
                  <a:pt x="1364477" y="0"/>
                </a:cubicBezTo>
                <a:cubicBezTo>
                  <a:pt x="1517561" y="-2543"/>
                  <a:pt x="1713772" y="-6752"/>
                  <a:pt x="2017337" y="0"/>
                </a:cubicBezTo>
                <a:cubicBezTo>
                  <a:pt x="2320902" y="6752"/>
                  <a:pt x="2535852" y="27273"/>
                  <a:pt x="2755069" y="0"/>
                </a:cubicBezTo>
                <a:cubicBezTo>
                  <a:pt x="2974286" y="-27273"/>
                  <a:pt x="3322220" y="-6972"/>
                  <a:pt x="3577672" y="0"/>
                </a:cubicBezTo>
                <a:cubicBezTo>
                  <a:pt x="3833124" y="6972"/>
                  <a:pt x="4082700" y="-30587"/>
                  <a:pt x="4400275" y="0"/>
                </a:cubicBezTo>
                <a:cubicBezTo>
                  <a:pt x="4717850" y="30587"/>
                  <a:pt x="4848568" y="-17249"/>
                  <a:pt x="4968263" y="0"/>
                </a:cubicBezTo>
                <a:cubicBezTo>
                  <a:pt x="5087958" y="17249"/>
                  <a:pt x="5447087" y="18553"/>
                  <a:pt x="5705995" y="0"/>
                </a:cubicBezTo>
                <a:cubicBezTo>
                  <a:pt x="5964903" y="-18553"/>
                  <a:pt x="6211105" y="-17498"/>
                  <a:pt x="6358855" y="0"/>
                </a:cubicBezTo>
                <a:cubicBezTo>
                  <a:pt x="6506605" y="17498"/>
                  <a:pt x="6655586" y="-15953"/>
                  <a:pt x="6926843" y="0"/>
                </a:cubicBezTo>
                <a:cubicBezTo>
                  <a:pt x="7198100" y="15953"/>
                  <a:pt x="7439942" y="-28058"/>
                  <a:pt x="7664575" y="0"/>
                </a:cubicBezTo>
                <a:cubicBezTo>
                  <a:pt x="7889208" y="28058"/>
                  <a:pt x="8244819" y="-11603"/>
                  <a:pt x="8487178" y="0"/>
                </a:cubicBezTo>
                <a:cubicBezTo>
                  <a:pt x="8486954" y="11559"/>
                  <a:pt x="8486570" y="21146"/>
                  <a:pt x="8487178" y="36576"/>
                </a:cubicBezTo>
                <a:cubicBezTo>
                  <a:pt x="8363638" y="18444"/>
                  <a:pt x="8225194" y="49967"/>
                  <a:pt x="8004062" y="36576"/>
                </a:cubicBezTo>
                <a:cubicBezTo>
                  <a:pt x="7782930" y="23185"/>
                  <a:pt x="7442338" y="64256"/>
                  <a:pt x="7181458" y="36576"/>
                </a:cubicBezTo>
                <a:cubicBezTo>
                  <a:pt x="6920578" y="8896"/>
                  <a:pt x="6812793" y="31551"/>
                  <a:pt x="6698342" y="36576"/>
                </a:cubicBezTo>
                <a:cubicBezTo>
                  <a:pt x="6583891" y="41601"/>
                  <a:pt x="6260356" y="9334"/>
                  <a:pt x="5960610" y="36576"/>
                </a:cubicBezTo>
                <a:cubicBezTo>
                  <a:pt x="5660864" y="63818"/>
                  <a:pt x="5663756" y="35872"/>
                  <a:pt x="5562366" y="36576"/>
                </a:cubicBezTo>
                <a:cubicBezTo>
                  <a:pt x="5460976" y="37280"/>
                  <a:pt x="5069820" y="22312"/>
                  <a:pt x="4909506" y="36576"/>
                </a:cubicBezTo>
                <a:cubicBezTo>
                  <a:pt x="4749192" y="50840"/>
                  <a:pt x="4551078" y="46187"/>
                  <a:pt x="4426390" y="36576"/>
                </a:cubicBezTo>
                <a:cubicBezTo>
                  <a:pt x="4301702" y="26965"/>
                  <a:pt x="3916782" y="59932"/>
                  <a:pt x="3603786" y="36576"/>
                </a:cubicBezTo>
                <a:cubicBezTo>
                  <a:pt x="3290790" y="13220"/>
                  <a:pt x="3382822" y="52886"/>
                  <a:pt x="3205542" y="36576"/>
                </a:cubicBezTo>
                <a:cubicBezTo>
                  <a:pt x="3028262" y="20266"/>
                  <a:pt x="2723637" y="9596"/>
                  <a:pt x="2552682" y="36576"/>
                </a:cubicBezTo>
                <a:cubicBezTo>
                  <a:pt x="2381727" y="63556"/>
                  <a:pt x="2306903" y="19145"/>
                  <a:pt x="2154437" y="36576"/>
                </a:cubicBezTo>
                <a:cubicBezTo>
                  <a:pt x="2001972" y="54007"/>
                  <a:pt x="1880716" y="55934"/>
                  <a:pt x="1671321" y="36576"/>
                </a:cubicBezTo>
                <a:cubicBezTo>
                  <a:pt x="1461926" y="17218"/>
                  <a:pt x="1116754" y="69031"/>
                  <a:pt x="933590" y="36576"/>
                </a:cubicBezTo>
                <a:cubicBezTo>
                  <a:pt x="750426" y="4121"/>
                  <a:pt x="234904" y="7568"/>
                  <a:pt x="0" y="36576"/>
                </a:cubicBezTo>
                <a:cubicBezTo>
                  <a:pt x="-299" y="20797"/>
                  <a:pt x="-1602" y="1003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05A6D8-D013-98AE-5633-ABD3883E3A6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280160" y="5413248"/>
            <a:ext cx="13789152" cy="696772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/>
            <a:r>
              <a:rPr lang="en-US" sz="2400" dirty="0"/>
              <a:t>El </a:t>
            </a:r>
            <a:r>
              <a:rPr lang="en-US" sz="2400" dirty="0" err="1"/>
              <a:t>incidente</a:t>
            </a:r>
            <a:r>
              <a:rPr lang="en-US" sz="2400" dirty="0"/>
              <a:t> del </a:t>
            </a:r>
            <a:r>
              <a:rPr lang="en-US" sz="2400" dirty="0" err="1"/>
              <a:t>pendrive</a:t>
            </a:r>
            <a:r>
              <a:rPr lang="en-US" sz="2400" dirty="0"/>
              <a:t> es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ataque</a:t>
            </a:r>
            <a:r>
              <a:rPr lang="en-US" sz="2400" dirty="0"/>
              <a:t> </a:t>
            </a:r>
            <a:r>
              <a:rPr lang="en-US" sz="2400" dirty="0" err="1"/>
              <a:t>cibernético</a:t>
            </a:r>
            <a:r>
              <a:rPr lang="en-US" sz="2400" dirty="0"/>
              <a:t> </a:t>
            </a:r>
            <a:r>
              <a:rPr lang="en-US" sz="2400" dirty="0" err="1"/>
              <a:t>conocido</a:t>
            </a:r>
            <a:r>
              <a:rPr lang="en-US" sz="2400" dirty="0"/>
              <a:t> </a:t>
            </a:r>
            <a:r>
              <a:rPr lang="en-US" sz="2400" dirty="0" err="1"/>
              <a:t>como</a:t>
            </a:r>
            <a:r>
              <a:rPr lang="en-US" sz="2400" dirty="0"/>
              <a:t> "</a:t>
            </a:r>
            <a:r>
              <a:rPr lang="en-US" sz="2400" b="1" dirty="0"/>
              <a:t>Stuxnet</a:t>
            </a:r>
            <a:r>
              <a:rPr lang="en-US" sz="2400" dirty="0"/>
              <a:t>", que se </a:t>
            </a:r>
            <a:r>
              <a:rPr lang="en-US" sz="2400" dirty="0" err="1"/>
              <a:t>descubrió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2010 y se </a:t>
            </a:r>
            <a:r>
              <a:rPr lang="en-US" sz="2400" dirty="0" err="1"/>
              <a:t>cree</a:t>
            </a:r>
            <a:r>
              <a:rPr lang="en-US" sz="2400" dirty="0"/>
              <a:t> que </a:t>
            </a:r>
            <a:r>
              <a:rPr lang="en-US" sz="2400" dirty="0" err="1"/>
              <a:t>retrasó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programa</a:t>
            </a:r>
            <a:r>
              <a:rPr lang="en-US" sz="2400" dirty="0"/>
              <a:t> nuclear de </a:t>
            </a:r>
            <a:r>
              <a:rPr lang="en-US" sz="2400" dirty="0" err="1"/>
              <a:t>Irán</a:t>
            </a:r>
            <a:r>
              <a:rPr lang="en-US" sz="2400" dirty="0"/>
              <a:t> </a:t>
            </a:r>
            <a:r>
              <a:rPr lang="en-US" sz="2400" dirty="0" err="1"/>
              <a:t>varios</a:t>
            </a:r>
            <a:r>
              <a:rPr lang="en-US" sz="2400" dirty="0"/>
              <a:t> </a:t>
            </a:r>
            <a:r>
              <a:rPr lang="en-US" sz="2400" dirty="0" err="1"/>
              <a:t>años</a:t>
            </a:r>
            <a:r>
              <a:rPr lang="en-US" sz="2400" dirty="0"/>
              <a:t>.</a:t>
            </a:r>
          </a:p>
          <a:p>
            <a:pPr indent="-228600" defTabSz="914400"/>
            <a:r>
              <a:rPr lang="en-US" sz="2400" dirty="0"/>
              <a:t>Stuxnet </a:t>
            </a:r>
            <a:r>
              <a:rPr lang="en-US" sz="2400" dirty="0" err="1"/>
              <a:t>fue</a:t>
            </a:r>
            <a:r>
              <a:rPr lang="en-US" sz="2400" dirty="0"/>
              <a:t> un </a:t>
            </a:r>
            <a:r>
              <a:rPr lang="en-US" sz="2400" b="1" dirty="0"/>
              <a:t>virus </a:t>
            </a:r>
            <a:r>
              <a:rPr lang="en-US" sz="2400" b="1" dirty="0" err="1"/>
              <a:t>informático</a:t>
            </a:r>
            <a:r>
              <a:rPr lang="en-US" sz="2400" b="1" dirty="0"/>
              <a:t> </a:t>
            </a:r>
            <a:r>
              <a:rPr lang="en-US" sz="2400" dirty="0" err="1"/>
              <a:t>diseñado</a:t>
            </a:r>
            <a:r>
              <a:rPr lang="en-US" sz="2400" dirty="0"/>
              <a:t> </a:t>
            </a:r>
            <a:r>
              <a:rPr lang="en-US" sz="2400" dirty="0" err="1"/>
              <a:t>específicamente</a:t>
            </a:r>
            <a:r>
              <a:rPr lang="en-US" sz="2400" dirty="0"/>
              <a:t> para </a:t>
            </a:r>
            <a:r>
              <a:rPr lang="en-US" sz="2400" dirty="0" err="1"/>
              <a:t>atacar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programa</a:t>
            </a:r>
            <a:r>
              <a:rPr lang="en-US" sz="2400" dirty="0"/>
              <a:t> nuclear </a:t>
            </a:r>
            <a:r>
              <a:rPr lang="en-US" sz="2400" dirty="0" err="1"/>
              <a:t>iraní</a:t>
            </a:r>
            <a:r>
              <a:rPr lang="en-US" sz="2400" dirty="0"/>
              <a:t>. Se </a:t>
            </a:r>
            <a:r>
              <a:rPr lang="en-US" sz="2400" dirty="0" err="1"/>
              <a:t>cree</a:t>
            </a:r>
            <a:r>
              <a:rPr lang="en-US" sz="2400" dirty="0"/>
              <a:t> que </a:t>
            </a:r>
            <a:r>
              <a:rPr lang="en-US" sz="2400" dirty="0" err="1"/>
              <a:t>fue</a:t>
            </a:r>
            <a:r>
              <a:rPr lang="en-US" sz="2400" dirty="0"/>
              <a:t> </a:t>
            </a:r>
            <a:r>
              <a:rPr lang="en-US" sz="2400" dirty="0" err="1"/>
              <a:t>desarrollado</a:t>
            </a:r>
            <a:r>
              <a:rPr lang="en-US" sz="2400" dirty="0"/>
              <a:t> </a:t>
            </a:r>
            <a:r>
              <a:rPr lang="en-US" sz="2400" dirty="0" err="1"/>
              <a:t>conjuntamente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en-US" sz="2400" dirty="0"/>
              <a:t> </a:t>
            </a:r>
            <a:r>
              <a:rPr lang="en-US" sz="2400" dirty="0" err="1"/>
              <a:t>Estados</a:t>
            </a:r>
            <a:r>
              <a:rPr lang="en-US" sz="2400" dirty="0"/>
              <a:t> Unidos e Israel, </a:t>
            </a:r>
            <a:r>
              <a:rPr lang="en-US" sz="2400" dirty="0" err="1"/>
              <a:t>aunque</a:t>
            </a:r>
            <a:r>
              <a:rPr lang="en-US" sz="2400" dirty="0"/>
              <a:t> </a:t>
            </a:r>
            <a:r>
              <a:rPr lang="en-US" sz="2400" dirty="0" err="1"/>
              <a:t>ninguno</a:t>
            </a:r>
            <a:r>
              <a:rPr lang="en-US" sz="2400" dirty="0"/>
              <a:t> de </a:t>
            </a:r>
            <a:r>
              <a:rPr lang="en-US" sz="2400" dirty="0" err="1"/>
              <a:t>los</a:t>
            </a:r>
            <a:r>
              <a:rPr lang="en-US" sz="2400" dirty="0"/>
              <a:t> dos </a:t>
            </a:r>
            <a:r>
              <a:rPr lang="en-US" sz="2400" dirty="0" err="1"/>
              <a:t>países</a:t>
            </a:r>
            <a:r>
              <a:rPr lang="en-US" sz="2400" dirty="0"/>
              <a:t> ha </a:t>
            </a:r>
            <a:r>
              <a:rPr lang="en-US" sz="2400" dirty="0" err="1"/>
              <a:t>confirmado</a:t>
            </a:r>
            <a:r>
              <a:rPr lang="en-US" sz="2400" dirty="0"/>
              <a:t> </a:t>
            </a:r>
            <a:r>
              <a:rPr lang="en-US" sz="2400" dirty="0" err="1"/>
              <a:t>oficialmente</a:t>
            </a:r>
            <a:r>
              <a:rPr lang="en-US" sz="2400" dirty="0"/>
              <a:t>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 err="1"/>
              <a:t>participación</a:t>
            </a:r>
            <a:r>
              <a:rPr lang="en-US" sz="2400" dirty="0"/>
              <a:t>.</a:t>
            </a:r>
          </a:p>
          <a:p>
            <a:pPr indent="-228600" defTabSz="914400"/>
            <a:r>
              <a:rPr lang="en-US" sz="2400" dirty="0"/>
              <a:t>El virus se </a:t>
            </a:r>
            <a:r>
              <a:rPr lang="en-US" sz="2400" dirty="0" err="1"/>
              <a:t>propagó</a:t>
            </a:r>
            <a:r>
              <a:rPr lang="en-US" sz="2400" dirty="0"/>
              <a:t> a </a:t>
            </a:r>
            <a:r>
              <a:rPr lang="en-US" sz="2400" dirty="0" err="1"/>
              <a:t>través</a:t>
            </a:r>
            <a:r>
              <a:rPr lang="en-US" sz="2400" dirty="0"/>
              <a:t> de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serie</a:t>
            </a:r>
            <a:r>
              <a:rPr lang="en-US" sz="2400" dirty="0"/>
              <a:t> de </a:t>
            </a:r>
            <a:r>
              <a:rPr lang="en-US" sz="2400" dirty="0" err="1"/>
              <a:t>dispositivos</a:t>
            </a:r>
            <a:r>
              <a:rPr lang="en-US" sz="2400" dirty="0"/>
              <a:t> USB </a:t>
            </a:r>
            <a:r>
              <a:rPr lang="en-US" sz="2400" dirty="0" err="1"/>
              <a:t>infectados</a:t>
            </a:r>
            <a:r>
              <a:rPr lang="en-US" sz="2400" dirty="0"/>
              <a:t> que </a:t>
            </a:r>
            <a:r>
              <a:rPr lang="en-US" sz="2400" dirty="0" err="1"/>
              <a:t>fueron</a:t>
            </a:r>
            <a:r>
              <a:rPr lang="en-US" sz="2400" dirty="0"/>
              <a:t> </a:t>
            </a:r>
            <a:r>
              <a:rPr lang="en-US" sz="2400" dirty="0" err="1"/>
              <a:t>introducidos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las </a:t>
            </a:r>
            <a:r>
              <a:rPr lang="en-US" sz="2400" dirty="0" err="1"/>
              <a:t>computadoras</a:t>
            </a:r>
            <a:r>
              <a:rPr lang="en-US" sz="2400" dirty="0"/>
              <a:t> de las </a:t>
            </a:r>
            <a:r>
              <a:rPr lang="en-US" sz="2400" dirty="0" err="1"/>
              <a:t>instalaciones</a:t>
            </a:r>
            <a:r>
              <a:rPr lang="en-US" sz="2400" dirty="0"/>
              <a:t> </a:t>
            </a:r>
            <a:r>
              <a:rPr lang="en-US" sz="2400" dirty="0" err="1"/>
              <a:t>nucleares</a:t>
            </a:r>
            <a:r>
              <a:rPr lang="en-US" sz="2400" dirty="0"/>
              <a:t> </a:t>
            </a:r>
            <a:r>
              <a:rPr lang="en-US" sz="2400" dirty="0" err="1"/>
              <a:t>iraníes</a:t>
            </a:r>
            <a:r>
              <a:rPr lang="en-US" sz="2400" dirty="0"/>
              <a:t>. Una </a:t>
            </a:r>
            <a:r>
              <a:rPr lang="en-US" sz="2400" dirty="0" err="1"/>
              <a:t>vez</a:t>
            </a:r>
            <a:r>
              <a:rPr lang="en-US" sz="2400" dirty="0"/>
              <a:t> </a:t>
            </a:r>
            <a:r>
              <a:rPr lang="en-US" sz="2400" dirty="0" err="1"/>
              <a:t>dentro</a:t>
            </a:r>
            <a:r>
              <a:rPr lang="en-US" sz="2400" dirty="0"/>
              <a:t> del </a:t>
            </a:r>
            <a:r>
              <a:rPr lang="en-US" sz="2400" dirty="0" err="1"/>
              <a:t>sistema</a:t>
            </a:r>
            <a:r>
              <a:rPr lang="en-US" sz="2400" dirty="0"/>
              <a:t>, </a:t>
            </a:r>
            <a:r>
              <a:rPr lang="en-US" sz="2400" dirty="0" err="1"/>
              <a:t>el</a:t>
            </a:r>
            <a:r>
              <a:rPr lang="en-US" sz="2400" dirty="0"/>
              <a:t> virus se </a:t>
            </a:r>
            <a:r>
              <a:rPr lang="en-US" sz="2400" dirty="0" err="1"/>
              <a:t>encargaba</a:t>
            </a:r>
            <a:r>
              <a:rPr lang="en-US" sz="2400" dirty="0"/>
              <a:t> de </a:t>
            </a:r>
            <a:r>
              <a:rPr lang="en-US" sz="2400" dirty="0" err="1"/>
              <a:t>dañar</a:t>
            </a:r>
            <a:r>
              <a:rPr lang="en-US" sz="2400" dirty="0"/>
              <a:t> las </a:t>
            </a:r>
            <a:r>
              <a:rPr lang="en-US" sz="2400" dirty="0" err="1"/>
              <a:t>centrifugadoras</a:t>
            </a:r>
            <a:r>
              <a:rPr lang="en-US" sz="2400" dirty="0"/>
              <a:t> </a:t>
            </a:r>
            <a:r>
              <a:rPr lang="en-US" sz="2400" dirty="0" err="1"/>
              <a:t>utilizadas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proceso</a:t>
            </a:r>
            <a:r>
              <a:rPr lang="en-US" sz="2400" dirty="0"/>
              <a:t> de </a:t>
            </a:r>
            <a:r>
              <a:rPr lang="en-US" sz="2400" dirty="0" err="1"/>
              <a:t>enriquecimiento</a:t>
            </a:r>
            <a:r>
              <a:rPr lang="en-US" sz="2400" dirty="0"/>
              <a:t> de </a:t>
            </a:r>
            <a:r>
              <a:rPr lang="en-US" sz="2400" dirty="0" err="1"/>
              <a:t>uranio</a:t>
            </a:r>
            <a:r>
              <a:rPr lang="en-US" sz="2400" dirty="0"/>
              <a:t>.</a:t>
            </a:r>
          </a:p>
          <a:p>
            <a:pPr indent="-228600" defTabSz="914400"/>
            <a:r>
              <a:rPr lang="en-US" sz="2400" dirty="0"/>
              <a:t>El </a:t>
            </a:r>
            <a:r>
              <a:rPr lang="en-US" sz="2400" dirty="0" err="1"/>
              <a:t>ataque</a:t>
            </a:r>
            <a:r>
              <a:rPr lang="en-US" sz="2400" dirty="0"/>
              <a:t> </a:t>
            </a:r>
            <a:r>
              <a:rPr lang="en-US" sz="2400" dirty="0" err="1"/>
              <a:t>fue</a:t>
            </a:r>
            <a:r>
              <a:rPr lang="en-US" sz="2400" dirty="0"/>
              <a:t> </a:t>
            </a:r>
            <a:r>
              <a:rPr lang="en-US" sz="2400" dirty="0" err="1"/>
              <a:t>muy</a:t>
            </a:r>
            <a:r>
              <a:rPr lang="en-US" sz="2400" dirty="0"/>
              <a:t> </a:t>
            </a:r>
            <a:r>
              <a:rPr lang="en-US" sz="2400" dirty="0" err="1"/>
              <a:t>sofisticado</a:t>
            </a:r>
            <a:r>
              <a:rPr lang="en-US" sz="2400" dirty="0"/>
              <a:t> y se </a:t>
            </a:r>
            <a:r>
              <a:rPr lang="en-US" sz="2400" dirty="0" err="1"/>
              <a:t>cree</a:t>
            </a:r>
            <a:r>
              <a:rPr lang="en-US" sz="2400" dirty="0"/>
              <a:t> que </a:t>
            </a:r>
            <a:r>
              <a:rPr lang="en-US" sz="2400" dirty="0" err="1"/>
              <a:t>implicó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uso</a:t>
            </a:r>
            <a:r>
              <a:rPr lang="en-US" sz="2400" dirty="0"/>
              <a:t> de </a:t>
            </a:r>
            <a:r>
              <a:rPr lang="en-US" sz="2400" dirty="0" err="1"/>
              <a:t>técnicas</a:t>
            </a:r>
            <a:r>
              <a:rPr lang="en-US" sz="2400" dirty="0"/>
              <a:t> de </a:t>
            </a:r>
            <a:r>
              <a:rPr lang="en-US" sz="2400" dirty="0" err="1"/>
              <a:t>ingeniería</a:t>
            </a:r>
            <a:r>
              <a:rPr lang="en-US" sz="2400" dirty="0"/>
              <a:t> </a:t>
            </a:r>
            <a:r>
              <a:rPr lang="en-US" sz="2400" dirty="0" err="1"/>
              <a:t>inversa</a:t>
            </a:r>
            <a:r>
              <a:rPr lang="en-US" sz="2400" dirty="0"/>
              <a:t> para </a:t>
            </a:r>
            <a:r>
              <a:rPr lang="en-US" sz="2400" dirty="0" err="1"/>
              <a:t>comprometer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software </a:t>
            </a:r>
            <a:r>
              <a:rPr lang="en-US" sz="2400" dirty="0" err="1"/>
              <a:t>utilizado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las </a:t>
            </a:r>
            <a:r>
              <a:rPr lang="en-US" sz="2400" dirty="0" err="1"/>
              <a:t>instalaciones</a:t>
            </a:r>
            <a:r>
              <a:rPr lang="en-US" sz="2400" dirty="0"/>
              <a:t> </a:t>
            </a:r>
            <a:r>
              <a:rPr lang="en-US" sz="2400" dirty="0" err="1"/>
              <a:t>nucleares</a:t>
            </a:r>
            <a:r>
              <a:rPr lang="en-US" sz="2400" dirty="0"/>
              <a:t>. Se </a:t>
            </a:r>
            <a:r>
              <a:rPr lang="en-US" sz="2400" dirty="0" err="1"/>
              <a:t>considera</a:t>
            </a:r>
            <a:r>
              <a:rPr lang="en-US" sz="2400" dirty="0"/>
              <a:t> uno de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primeros</a:t>
            </a:r>
            <a:r>
              <a:rPr lang="en-US" sz="2400" dirty="0"/>
              <a:t> </a:t>
            </a:r>
            <a:r>
              <a:rPr lang="en-US" sz="2400" dirty="0" err="1"/>
              <a:t>casos</a:t>
            </a:r>
            <a:r>
              <a:rPr lang="en-US" sz="2400" dirty="0"/>
              <a:t> </a:t>
            </a:r>
            <a:r>
              <a:rPr lang="en-US" sz="2400" dirty="0" err="1"/>
              <a:t>conocidos</a:t>
            </a:r>
            <a:r>
              <a:rPr lang="en-US" sz="2400" dirty="0"/>
              <a:t> de un </a:t>
            </a:r>
            <a:r>
              <a:rPr lang="en-US" sz="2400" dirty="0" err="1"/>
              <a:t>ataque</a:t>
            </a:r>
            <a:r>
              <a:rPr lang="en-US" sz="2400" dirty="0"/>
              <a:t> </a:t>
            </a:r>
            <a:r>
              <a:rPr lang="en-US" sz="2400" dirty="0" err="1"/>
              <a:t>cibernético</a:t>
            </a:r>
            <a:r>
              <a:rPr lang="en-US" sz="2400" dirty="0"/>
              <a:t> con </a:t>
            </a:r>
            <a:r>
              <a:rPr lang="en-US" sz="2400" dirty="0" err="1"/>
              <a:t>capacidad</a:t>
            </a:r>
            <a:r>
              <a:rPr lang="en-US" sz="2400" dirty="0"/>
              <a:t> para </a:t>
            </a:r>
            <a:r>
              <a:rPr lang="en-US" sz="2400" dirty="0" err="1"/>
              <a:t>causar</a:t>
            </a:r>
            <a:r>
              <a:rPr lang="en-US" sz="2400" dirty="0"/>
              <a:t> </a:t>
            </a:r>
            <a:r>
              <a:rPr lang="en-US" sz="2400" dirty="0" err="1"/>
              <a:t>daño</a:t>
            </a:r>
            <a:r>
              <a:rPr lang="en-US" sz="2400" dirty="0"/>
              <a:t> </a:t>
            </a:r>
            <a:r>
              <a:rPr lang="en-US" sz="2400" dirty="0" err="1"/>
              <a:t>físico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mundo</a:t>
            </a:r>
            <a:r>
              <a:rPr lang="en-US" sz="2400" dirty="0"/>
              <a:t> real.</a:t>
            </a:r>
          </a:p>
          <a:p>
            <a:pPr indent="-228600" defTabSz="914400"/>
            <a:r>
              <a:rPr lang="en-US" sz="2400" dirty="0"/>
              <a:t>El </a:t>
            </a:r>
            <a:r>
              <a:rPr lang="en-US" sz="2400" dirty="0" err="1"/>
              <a:t>incidente</a:t>
            </a:r>
            <a:r>
              <a:rPr lang="en-US" sz="2400" dirty="0"/>
              <a:t> de Stuxnet </a:t>
            </a:r>
            <a:r>
              <a:rPr lang="en-US" sz="2400" dirty="0" err="1"/>
              <a:t>fue</a:t>
            </a:r>
            <a:r>
              <a:rPr lang="en-US" sz="2400" dirty="0"/>
              <a:t>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clara</a:t>
            </a:r>
            <a:r>
              <a:rPr lang="en-US" sz="2400" dirty="0"/>
              <a:t> </a:t>
            </a:r>
            <a:r>
              <a:rPr lang="en-US" sz="2400" dirty="0" err="1"/>
              <a:t>señal</a:t>
            </a:r>
            <a:r>
              <a:rPr lang="en-US" sz="2400" dirty="0"/>
              <a:t> de la </a:t>
            </a:r>
            <a:r>
              <a:rPr lang="en-US" sz="2400" dirty="0" err="1"/>
              <a:t>creciente</a:t>
            </a:r>
            <a:r>
              <a:rPr lang="en-US" sz="2400" dirty="0"/>
              <a:t> </a:t>
            </a:r>
            <a:r>
              <a:rPr lang="en-US" sz="2400" dirty="0" err="1"/>
              <a:t>importancia</a:t>
            </a:r>
            <a:r>
              <a:rPr lang="en-US" sz="2400" dirty="0"/>
              <a:t> de la </a:t>
            </a:r>
            <a:r>
              <a:rPr lang="en-US" sz="2400" dirty="0" err="1"/>
              <a:t>ciberguerra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ámbito</a:t>
            </a:r>
            <a:r>
              <a:rPr lang="en-US" sz="2400" dirty="0"/>
              <a:t> de la </a:t>
            </a:r>
            <a:r>
              <a:rPr lang="en-US" sz="2400" dirty="0" err="1"/>
              <a:t>seguridad</a:t>
            </a:r>
            <a:r>
              <a:rPr lang="en-US" sz="2400" dirty="0"/>
              <a:t> </a:t>
            </a:r>
            <a:r>
              <a:rPr lang="en-US" sz="2400" dirty="0" err="1"/>
              <a:t>nacional</a:t>
            </a:r>
            <a:r>
              <a:rPr lang="en-US" sz="2400" dirty="0"/>
              <a:t> e </a:t>
            </a:r>
            <a:r>
              <a:rPr lang="en-US" sz="2400" dirty="0" err="1"/>
              <a:t>internacional</a:t>
            </a:r>
            <a:r>
              <a:rPr lang="en-US" sz="2400" dirty="0"/>
              <a:t>. </a:t>
            </a:r>
            <a:r>
              <a:rPr lang="en-US" sz="2400" dirty="0" err="1"/>
              <a:t>Desde</a:t>
            </a:r>
            <a:r>
              <a:rPr lang="en-US" sz="2400" dirty="0"/>
              <a:t> </a:t>
            </a:r>
            <a:r>
              <a:rPr lang="en-US" sz="2400" dirty="0" err="1"/>
              <a:t>entonces</a:t>
            </a:r>
            <a:r>
              <a:rPr lang="en-US" sz="2400" dirty="0"/>
              <a:t>, ha </a:t>
            </a:r>
            <a:r>
              <a:rPr lang="en-US" sz="2400" dirty="0" err="1"/>
              <a:t>habido</a:t>
            </a:r>
            <a:r>
              <a:rPr lang="en-US" sz="2400" dirty="0"/>
              <a:t> </a:t>
            </a:r>
            <a:r>
              <a:rPr lang="en-US" sz="2400" dirty="0" err="1"/>
              <a:t>varios</a:t>
            </a:r>
            <a:r>
              <a:rPr lang="en-US" sz="2400" dirty="0"/>
              <a:t> </a:t>
            </a:r>
            <a:r>
              <a:rPr lang="en-US" sz="2400" dirty="0" err="1"/>
              <a:t>otros</a:t>
            </a:r>
            <a:r>
              <a:rPr lang="en-US" sz="2400" dirty="0"/>
              <a:t> </a:t>
            </a:r>
            <a:r>
              <a:rPr lang="en-US" sz="2400" dirty="0" err="1"/>
              <a:t>incidentes</a:t>
            </a:r>
            <a:r>
              <a:rPr lang="en-US" sz="2400" dirty="0"/>
              <a:t> de </a:t>
            </a:r>
            <a:r>
              <a:rPr lang="en-US" sz="2400" dirty="0" err="1"/>
              <a:t>ciberguerra</a:t>
            </a:r>
            <a:r>
              <a:rPr lang="en-US" sz="2400" dirty="0"/>
              <a:t> </a:t>
            </a:r>
            <a:r>
              <a:rPr lang="en-US" sz="2400" dirty="0" err="1"/>
              <a:t>relacionados</a:t>
            </a:r>
            <a:r>
              <a:rPr lang="en-US" sz="2400" dirty="0"/>
              <a:t> con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programa</a:t>
            </a:r>
            <a:r>
              <a:rPr lang="en-US" sz="2400" dirty="0"/>
              <a:t> nuclear de </a:t>
            </a:r>
            <a:r>
              <a:rPr lang="en-US" sz="2400" dirty="0" err="1"/>
              <a:t>Irán</a:t>
            </a:r>
            <a:r>
              <a:rPr lang="en-US" sz="2400" dirty="0"/>
              <a:t>, </a:t>
            </a:r>
            <a:r>
              <a:rPr lang="en-US" sz="2400" dirty="0" err="1"/>
              <a:t>así</a:t>
            </a:r>
            <a:r>
              <a:rPr lang="en-US" sz="2400" dirty="0"/>
              <a:t> </a:t>
            </a:r>
            <a:r>
              <a:rPr lang="en-US" sz="2400" dirty="0" err="1"/>
              <a:t>como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otros</a:t>
            </a:r>
            <a:r>
              <a:rPr lang="en-US" sz="2400" dirty="0"/>
              <a:t> </a:t>
            </a:r>
            <a:r>
              <a:rPr lang="en-US" sz="2400" dirty="0" err="1"/>
              <a:t>ámbitos</a:t>
            </a:r>
            <a:r>
              <a:rPr lang="en-US" sz="2400" dirty="0"/>
              <a:t> </a:t>
            </a:r>
            <a:r>
              <a:rPr lang="en-US" sz="2400" dirty="0" err="1"/>
              <a:t>geopolíticos</a:t>
            </a:r>
            <a:r>
              <a:rPr lang="en-US" sz="2400" dirty="0"/>
              <a:t>.</a:t>
            </a:r>
          </a:p>
          <a:p>
            <a:pPr indent="-228600" defTabSz="914400"/>
            <a:endParaRPr lang="en-US" sz="2400" dirty="0"/>
          </a:p>
        </p:txBody>
      </p:sp>
      <p:pic>
        <p:nvPicPr>
          <p:cNvPr id="5" name="Imagen 4" descr="Imagen que contiene Icono&#10;&#10;Descripción generada automáticamente">
            <a:extLst>
              <a:ext uri="{FF2B5EF4-FFF2-40B4-BE49-F238E27FC236}">
                <a16:creationId xmlns:a16="http://schemas.microsoft.com/office/drawing/2014/main" id="{493CA6B6-4345-DCF4-10F9-6D101E70D7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r="11191" b="-1"/>
          <a:stretch/>
        </p:blipFill>
        <p:spPr>
          <a:xfrm>
            <a:off x="16312908" y="-14"/>
            <a:ext cx="8071094" cy="8357616"/>
          </a:xfrm>
          <a:custGeom>
            <a:avLst/>
            <a:gdLst/>
            <a:ahLst/>
            <a:cxnLst/>
            <a:rect l="l" t="t" r="r" b="b"/>
            <a:pathLst>
              <a:path w="4035547" h="4178808">
                <a:moveTo>
                  <a:pt x="14988" y="0"/>
                </a:moveTo>
                <a:lnTo>
                  <a:pt x="4035547" y="0"/>
                </a:lnTo>
                <a:lnTo>
                  <a:pt x="4035547" y="4161794"/>
                </a:lnTo>
                <a:lnTo>
                  <a:pt x="3918602" y="4164199"/>
                </a:lnTo>
                <a:cubicBezTo>
                  <a:pt x="3673497" y="4178956"/>
                  <a:pt x="3428120" y="4172295"/>
                  <a:pt x="3183014" y="4175560"/>
                </a:cubicBezTo>
                <a:cubicBezTo>
                  <a:pt x="2855121" y="4180001"/>
                  <a:pt x="2527499" y="4168639"/>
                  <a:pt x="2199742" y="4167595"/>
                </a:cubicBezTo>
                <a:cubicBezTo>
                  <a:pt x="2132562" y="4167334"/>
                  <a:pt x="2065110" y="4170729"/>
                  <a:pt x="1998202" y="4175952"/>
                </a:cubicBezTo>
                <a:cubicBezTo>
                  <a:pt x="1905507" y="4183005"/>
                  <a:pt x="1814033" y="4174124"/>
                  <a:pt x="1722153" y="4165766"/>
                </a:cubicBezTo>
                <a:cubicBezTo>
                  <a:pt x="1611407" y="4155711"/>
                  <a:pt x="1500933" y="4164591"/>
                  <a:pt x="1390867" y="4176214"/>
                </a:cubicBezTo>
                <a:lnTo>
                  <a:pt x="1348076" y="4178808"/>
                </a:lnTo>
                <a:lnTo>
                  <a:pt x="597587" y="4178808"/>
                </a:lnTo>
                <a:lnTo>
                  <a:pt x="507890" y="4175773"/>
                </a:lnTo>
                <a:cubicBezTo>
                  <a:pt x="403218" y="4174810"/>
                  <a:pt x="298546" y="4175691"/>
                  <a:pt x="193840" y="4176214"/>
                </a:cubicBezTo>
                <a:lnTo>
                  <a:pt x="2757" y="4175742"/>
                </a:lnTo>
                <a:lnTo>
                  <a:pt x="2810" y="4034870"/>
                </a:lnTo>
                <a:cubicBezTo>
                  <a:pt x="5629" y="3979851"/>
                  <a:pt x="10539" y="3924896"/>
                  <a:pt x="15416" y="3870068"/>
                </a:cubicBezTo>
                <a:cubicBezTo>
                  <a:pt x="23018" y="3799731"/>
                  <a:pt x="25045" y="3728899"/>
                  <a:pt x="21498" y="3658244"/>
                </a:cubicBezTo>
                <a:cubicBezTo>
                  <a:pt x="17063" y="3602147"/>
                  <a:pt x="10095" y="3546050"/>
                  <a:pt x="8828" y="3489953"/>
                </a:cubicBezTo>
                <a:cubicBezTo>
                  <a:pt x="6548" y="3389688"/>
                  <a:pt x="7434" y="3289424"/>
                  <a:pt x="13262" y="3189160"/>
                </a:cubicBezTo>
                <a:cubicBezTo>
                  <a:pt x="16176" y="3138901"/>
                  <a:pt x="20864" y="3089150"/>
                  <a:pt x="22891" y="3038510"/>
                </a:cubicBezTo>
                <a:cubicBezTo>
                  <a:pt x="24918" y="2987870"/>
                  <a:pt x="28973" y="2936723"/>
                  <a:pt x="17444" y="2887098"/>
                </a:cubicBezTo>
                <a:cubicBezTo>
                  <a:pt x="-2068" y="2802699"/>
                  <a:pt x="12249" y="2718680"/>
                  <a:pt x="16430" y="2634534"/>
                </a:cubicBezTo>
                <a:cubicBezTo>
                  <a:pt x="18964" y="2582244"/>
                  <a:pt x="34168" y="2528685"/>
                  <a:pt x="20738" y="2477919"/>
                </a:cubicBezTo>
                <a:cubicBezTo>
                  <a:pt x="-421" y="2398342"/>
                  <a:pt x="13389" y="2320415"/>
                  <a:pt x="20738" y="2242107"/>
                </a:cubicBezTo>
                <a:cubicBezTo>
                  <a:pt x="29213" y="2168001"/>
                  <a:pt x="27718" y="2093082"/>
                  <a:pt x="16303" y="2019369"/>
                </a:cubicBezTo>
                <a:cubicBezTo>
                  <a:pt x="1986" y="1946239"/>
                  <a:pt x="1986" y="1871028"/>
                  <a:pt x="16303" y="1797899"/>
                </a:cubicBezTo>
                <a:cubicBezTo>
                  <a:pt x="28162" y="1737537"/>
                  <a:pt x="29530" y="1675589"/>
                  <a:pt x="20357" y="1614758"/>
                </a:cubicBezTo>
                <a:cubicBezTo>
                  <a:pt x="14149" y="1571226"/>
                  <a:pt x="3000" y="1527947"/>
                  <a:pt x="1480" y="1484415"/>
                </a:cubicBezTo>
                <a:cubicBezTo>
                  <a:pt x="-1662" y="1393377"/>
                  <a:pt x="200" y="1302238"/>
                  <a:pt x="7055" y="1211417"/>
                </a:cubicBezTo>
                <a:cubicBezTo>
                  <a:pt x="15036" y="1107980"/>
                  <a:pt x="30366" y="1004923"/>
                  <a:pt x="19724" y="900725"/>
                </a:cubicBezTo>
                <a:cubicBezTo>
                  <a:pt x="16050" y="864934"/>
                  <a:pt x="8575" y="829270"/>
                  <a:pt x="7815" y="793353"/>
                </a:cubicBezTo>
                <a:cubicBezTo>
                  <a:pt x="6168" y="726087"/>
                  <a:pt x="5407" y="659710"/>
                  <a:pt x="9208" y="590286"/>
                </a:cubicBezTo>
                <a:cubicBezTo>
                  <a:pt x="13009" y="520863"/>
                  <a:pt x="27452" y="450424"/>
                  <a:pt x="17697" y="382270"/>
                </a:cubicBezTo>
                <a:cubicBezTo>
                  <a:pt x="7941" y="314115"/>
                  <a:pt x="14276" y="247103"/>
                  <a:pt x="20611" y="180218"/>
                </a:cubicBezTo>
                <a:cubicBezTo>
                  <a:pt x="23652" y="148426"/>
                  <a:pt x="25711" y="116982"/>
                  <a:pt x="25156" y="85665"/>
                </a:cubicBezTo>
                <a:close/>
              </a:path>
            </a:pathLst>
          </a:custGeom>
        </p:spPr>
      </p:pic>
      <p:pic>
        <p:nvPicPr>
          <p:cNvPr id="4" name="Google Shape;135;p8" descr="Cómo protegerse de los virus, piratas informáticos y demás ataques? |  Tecnología - ComputerHoy.com">
            <a:extLst>
              <a:ext uri="{FF2B5EF4-FFF2-40B4-BE49-F238E27FC236}">
                <a16:creationId xmlns:a16="http://schemas.microsoft.com/office/drawing/2014/main" id="{D1842663-C60C-D5D8-C376-C2072A5F1DD0}"/>
              </a:ext>
            </a:extLst>
          </p:cNvPr>
          <p:cNvPicPr preferRelativeResize="0"/>
          <p:nvPr/>
        </p:nvPicPr>
        <p:blipFill rotWithShape="1">
          <a:blip r:embed="rId3"/>
          <a:srcRect r="-1" b="3812"/>
          <a:stretch/>
        </p:blipFill>
        <p:spPr>
          <a:xfrm>
            <a:off x="16288712" y="8534402"/>
            <a:ext cx="8095290" cy="5181616"/>
          </a:xfrm>
          <a:custGeom>
            <a:avLst/>
            <a:gdLst/>
            <a:ahLst/>
            <a:cxnLst/>
            <a:rect l="l" t="t" r="r" b="b"/>
            <a:pathLst>
              <a:path w="4047645" h="2495811">
                <a:moveTo>
                  <a:pt x="2441891" y="4"/>
                </a:moveTo>
                <a:cubicBezTo>
                  <a:pt x="2489381" y="-78"/>
                  <a:pt x="2536882" y="1163"/>
                  <a:pt x="2584383" y="4428"/>
                </a:cubicBezTo>
                <a:cubicBezTo>
                  <a:pt x="2744314" y="17813"/>
                  <a:pt x="2904989" y="21079"/>
                  <a:pt x="3065367" y="14222"/>
                </a:cubicBezTo>
                <a:cubicBezTo>
                  <a:pt x="3194244" y="5694"/>
                  <a:pt x="3323514" y="4206"/>
                  <a:pt x="3452568" y="9782"/>
                </a:cubicBezTo>
                <a:cubicBezTo>
                  <a:pt x="3572813" y="16442"/>
                  <a:pt x="3693059" y="23233"/>
                  <a:pt x="3813712" y="19315"/>
                </a:cubicBezTo>
                <a:cubicBezTo>
                  <a:pt x="3861755" y="17748"/>
                  <a:pt x="3909121" y="15789"/>
                  <a:pt x="3956758" y="13177"/>
                </a:cubicBezTo>
                <a:lnTo>
                  <a:pt x="4047645" y="9696"/>
                </a:lnTo>
                <a:lnTo>
                  <a:pt x="4047645" y="2495811"/>
                </a:lnTo>
                <a:lnTo>
                  <a:pt x="28177" y="2495811"/>
                </a:lnTo>
                <a:lnTo>
                  <a:pt x="28782" y="2485852"/>
                </a:lnTo>
                <a:cubicBezTo>
                  <a:pt x="31911" y="2365446"/>
                  <a:pt x="35027" y="2245002"/>
                  <a:pt x="38157" y="2124521"/>
                </a:cubicBezTo>
                <a:cubicBezTo>
                  <a:pt x="38284" y="2119444"/>
                  <a:pt x="39171" y="2114494"/>
                  <a:pt x="39171" y="2109417"/>
                </a:cubicBezTo>
                <a:cubicBezTo>
                  <a:pt x="48166" y="1995573"/>
                  <a:pt x="53107" y="1881729"/>
                  <a:pt x="18899" y="1770550"/>
                </a:cubicBezTo>
                <a:cubicBezTo>
                  <a:pt x="15871" y="1760104"/>
                  <a:pt x="14262" y="1749304"/>
                  <a:pt x="14084" y="1738440"/>
                </a:cubicBezTo>
                <a:cubicBezTo>
                  <a:pt x="12413" y="1641514"/>
                  <a:pt x="16644" y="1544587"/>
                  <a:pt x="26754" y="1448181"/>
                </a:cubicBezTo>
                <a:cubicBezTo>
                  <a:pt x="31949" y="1389038"/>
                  <a:pt x="26754" y="1329006"/>
                  <a:pt x="43478" y="1270498"/>
                </a:cubicBezTo>
                <a:cubicBezTo>
                  <a:pt x="50864" y="1241421"/>
                  <a:pt x="55109" y="1211634"/>
                  <a:pt x="56147" y="1181656"/>
                </a:cubicBezTo>
                <a:cubicBezTo>
                  <a:pt x="59948" y="1109060"/>
                  <a:pt x="38537" y="1040779"/>
                  <a:pt x="18139" y="972244"/>
                </a:cubicBezTo>
                <a:cubicBezTo>
                  <a:pt x="7370" y="935945"/>
                  <a:pt x="-5426" y="898886"/>
                  <a:pt x="2429" y="860811"/>
                </a:cubicBezTo>
                <a:cubicBezTo>
                  <a:pt x="16707" y="802251"/>
                  <a:pt x="24854" y="742359"/>
                  <a:pt x="26754" y="682112"/>
                </a:cubicBezTo>
                <a:cubicBezTo>
                  <a:pt x="26754" y="639468"/>
                  <a:pt x="16365" y="597712"/>
                  <a:pt x="20039" y="555195"/>
                </a:cubicBezTo>
                <a:cubicBezTo>
                  <a:pt x="28211" y="472712"/>
                  <a:pt x="30238" y="389734"/>
                  <a:pt x="26121" y="306946"/>
                </a:cubicBezTo>
                <a:cubicBezTo>
                  <a:pt x="26095" y="273846"/>
                  <a:pt x="29846" y="240848"/>
                  <a:pt x="37270" y="208585"/>
                </a:cubicBezTo>
                <a:cubicBezTo>
                  <a:pt x="46506" y="151651"/>
                  <a:pt x="48419" y="93777"/>
                  <a:pt x="42971" y="36360"/>
                </a:cubicBezTo>
                <a:lnTo>
                  <a:pt x="38853" y="8429"/>
                </a:lnTo>
                <a:lnTo>
                  <a:pt x="56649" y="7824"/>
                </a:lnTo>
                <a:cubicBezTo>
                  <a:pt x="210497" y="-156"/>
                  <a:pt x="364754" y="3162"/>
                  <a:pt x="518087" y="17748"/>
                </a:cubicBezTo>
                <a:cubicBezTo>
                  <a:pt x="626567" y="25440"/>
                  <a:pt x="735534" y="24213"/>
                  <a:pt x="843809" y="14092"/>
                </a:cubicBezTo>
                <a:cubicBezTo>
                  <a:pt x="1042499" y="-1711"/>
                  <a:pt x="1240782" y="10958"/>
                  <a:pt x="1439065" y="21666"/>
                </a:cubicBezTo>
                <a:cubicBezTo>
                  <a:pt x="1631105" y="32113"/>
                  <a:pt x="1823010" y="24408"/>
                  <a:pt x="2015050" y="17487"/>
                </a:cubicBezTo>
                <a:cubicBezTo>
                  <a:pt x="2157045" y="12394"/>
                  <a:pt x="2299420" y="249"/>
                  <a:pt x="2441891" y="4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4110569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94842B0-684D-44CC-B4BC-D13331CFD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77904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506E06-E527-EE53-A512-82CCECB5388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80160" y="658368"/>
            <a:ext cx="13789152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12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Ciberhacktivimos</a:t>
            </a:r>
            <a:r>
              <a:rPr lang="en-US" sz="1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ANONYMUS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C2A3DC3-F495-4B99-9FF3-3FB30D632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17904" y="4791456"/>
            <a:ext cx="8487178" cy="36576"/>
          </a:xfrm>
          <a:custGeom>
            <a:avLst/>
            <a:gdLst>
              <a:gd name="connsiteX0" fmla="*/ 0 w 8487178"/>
              <a:gd name="connsiteY0" fmla="*/ 0 h 36576"/>
              <a:gd name="connsiteX1" fmla="*/ 737732 w 8487178"/>
              <a:gd name="connsiteY1" fmla="*/ 0 h 36576"/>
              <a:gd name="connsiteX2" fmla="*/ 1560335 w 8487178"/>
              <a:gd name="connsiteY2" fmla="*/ 0 h 36576"/>
              <a:gd name="connsiteX3" fmla="*/ 1958580 w 8487178"/>
              <a:gd name="connsiteY3" fmla="*/ 0 h 36576"/>
              <a:gd name="connsiteX4" fmla="*/ 2526568 w 8487178"/>
              <a:gd name="connsiteY4" fmla="*/ 0 h 36576"/>
              <a:gd name="connsiteX5" fmla="*/ 2924812 w 8487178"/>
              <a:gd name="connsiteY5" fmla="*/ 0 h 36576"/>
              <a:gd name="connsiteX6" fmla="*/ 3577672 w 8487178"/>
              <a:gd name="connsiteY6" fmla="*/ 0 h 36576"/>
              <a:gd name="connsiteX7" fmla="*/ 4145660 w 8487178"/>
              <a:gd name="connsiteY7" fmla="*/ 0 h 36576"/>
              <a:gd name="connsiteX8" fmla="*/ 4883392 w 8487178"/>
              <a:gd name="connsiteY8" fmla="*/ 0 h 36576"/>
              <a:gd name="connsiteX9" fmla="*/ 5705995 w 8487178"/>
              <a:gd name="connsiteY9" fmla="*/ 0 h 36576"/>
              <a:gd name="connsiteX10" fmla="*/ 6358855 w 8487178"/>
              <a:gd name="connsiteY10" fmla="*/ 0 h 36576"/>
              <a:gd name="connsiteX11" fmla="*/ 7181458 w 8487178"/>
              <a:gd name="connsiteY11" fmla="*/ 0 h 36576"/>
              <a:gd name="connsiteX12" fmla="*/ 7834318 w 8487178"/>
              <a:gd name="connsiteY12" fmla="*/ 0 h 36576"/>
              <a:gd name="connsiteX13" fmla="*/ 8487178 w 8487178"/>
              <a:gd name="connsiteY13" fmla="*/ 0 h 36576"/>
              <a:gd name="connsiteX14" fmla="*/ 8487178 w 8487178"/>
              <a:gd name="connsiteY14" fmla="*/ 36576 h 36576"/>
              <a:gd name="connsiteX15" fmla="*/ 7834318 w 8487178"/>
              <a:gd name="connsiteY15" fmla="*/ 36576 h 36576"/>
              <a:gd name="connsiteX16" fmla="*/ 7351202 w 8487178"/>
              <a:gd name="connsiteY16" fmla="*/ 36576 h 36576"/>
              <a:gd name="connsiteX17" fmla="*/ 6952957 w 8487178"/>
              <a:gd name="connsiteY17" fmla="*/ 36576 h 36576"/>
              <a:gd name="connsiteX18" fmla="*/ 6384969 w 8487178"/>
              <a:gd name="connsiteY18" fmla="*/ 36576 h 36576"/>
              <a:gd name="connsiteX19" fmla="*/ 5732109 w 8487178"/>
              <a:gd name="connsiteY19" fmla="*/ 36576 h 36576"/>
              <a:gd name="connsiteX20" fmla="*/ 5164121 w 8487178"/>
              <a:gd name="connsiteY20" fmla="*/ 36576 h 36576"/>
              <a:gd name="connsiteX21" fmla="*/ 4681005 w 8487178"/>
              <a:gd name="connsiteY21" fmla="*/ 36576 h 36576"/>
              <a:gd name="connsiteX22" fmla="*/ 3858402 w 8487178"/>
              <a:gd name="connsiteY22" fmla="*/ 36576 h 36576"/>
              <a:gd name="connsiteX23" fmla="*/ 3205542 w 8487178"/>
              <a:gd name="connsiteY23" fmla="*/ 36576 h 36576"/>
              <a:gd name="connsiteX24" fmla="*/ 2467810 w 8487178"/>
              <a:gd name="connsiteY24" fmla="*/ 36576 h 36576"/>
              <a:gd name="connsiteX25" fmla="*/ 2069566 w 8487178"/>
              <a:gd name="connsiteY25" fmla="*/ 36576 h 36576"/>
              <a:gd name="connsiteX26" fmla="*/ 1586449 w 8487178"/>
              <a:gd name="connsiteY26" fmla="*/ 36576 h 36576"/>
              <a:gd name="connsiteX27" fmla="*/ 933590 w 8487178"/>
              <a:gd name="connsiteY27" fmla="*/ 36576 h 36576"/>
              <a:gd name="connsiteX28" fmla="*/ 0 w 8487178"/>
              <a:gd name="connsiteY28" fmla="*/ 36576 h 36576"/>
              <a:gd name="connsiteX29" fmla="*/ 0 w 8487178"/>
              <a:gd name="connsiteY29" fmla="*/ 0 h 3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8487178" h="36576" fill="none" extrusionOk="0">
                <a:moveTo>
                  <a:pt x="0" y="0"/>
                </a:moveTo>
                <a:cubicBezTo>
                  <a:pt x="158648" y="-23080"/>
                  <a:pt x="414015" y="33691"/>
                  <a:pt x="737732" y="0"/>
                </a:cubicBezTo>
                <a:cubicBezTo>
                  <a:pt x="1061449" y="-33691"/>
                  <a:pt x="1348785" y="-6923"/>
                  <a:pt x="1560335" y="0"/>
                </a:cubicBezTo>
                <a:cubicBezTo>
                  <a:pt x="1771885" y="6923"/>
                  <a:pt x="1874673" y="6083"/>
                  <a:pt x="1958580" y="0"/>
                </a:cubicBezTo>
                <a:cubicBezTo>
                  <a:pt x="2042488" y="-6083"/>
                  <a:pt x="2411773" y="5497"/>
                  <a:pt x="2526568" y="0"/>
                </a:cubicBezTo>
                <a:cubicBezTo>
                  <a:pt x="2641363" y="-5497"/>
                  <a:pt x="2769955" y="14545"/>
                  <a:pt x="2924812" y="0"/>
                </a:cubicBezTo>
                <a:cubicBezTo>
                  <a:pt x="3079669" y="-14545"/>
                  <a:pt x="3398796" y="-305"/>
                  <a:pt x="3577672" y="0"/>
                </a:cubicBezTo>
                <a:cubicBezTo>
                  <a:pt x="3756548" y="305"/>
                  <a:pt x="4010524" y="-19439"/>
                  <a:pt x="4145660" y="0"/>
                </a:cubicBezTo>
                <a:cubicBezTo>
                  <a:pt x="4280796" y="19439"/>
                  <a:pt x="4519168" y="18856"/>
                  <a:pt x="4883392" y="0"/>
                </a:cubicBezTo>
                <a:cubicBezTo>
                  <a:pt x="5247616" y="-18856"/>
                  <a:pt x="5354959" y="-20344"/>
                  <a:pt x="5705995" y="0"/>
                </a:cubicBezTo>
                <a:cubicBezTo>
                  <a:pt x="6057031" y="20344"/>
                  <a:pt x="6165300" y="31467"/>
                  <a:pt x="6358855" y="0"/>
                </a:cubicBezTo>
                <a:cubicBezTo>
                  <a:pt x="6552410" y="-31467"/>
                  <a:pt x="6791945" y="-470"/>
                  <a:pt x="7181458" y="0"/>
                </a:cubicBezTo>
                <a:cubicBezTo>
                  <a:pt x="7570971" y="470"/>
                  <a:pt x="7589420" y="-27923"/>
                  <a:pt x="7834318" y="0"/>
                </a:cubicBezTo>
                <a:cubicBezTo>
                  <a:pt x="8079216" y="27923"/>
                  <a:pt x="8244660" y="-28188"/>
                  <a:pt x="8487178" y="0"/>
                </a:cubicBezTo>
                <a:cubicBezTo>
                  <a:pt x="8487756" y="9299"/>
                  <a:pt x="8487778" y="26774"/>
                  <a:pt x="8487178" y="36576"/>
                </a:cubicBezTo>
                <a:cubicBezTo>
                  <a:pt x="8193354" y="68129"/>
                  <a:pt x="8121938" y="60994"/>
                  <a:pt x="7834318" y="36576"/>
                </a:cubicBezTo>
                <a:cubicBezTo>
                  <a:pt x="7546698" y="12158"/>
                  <a:pt x="7507615" y="29628"/>
                  <a:pt x="7351202" y="36576"/>
                </a:cubicBezTo>
                <a:cubicBezTo>
                  <a:pt x="7194789" y="43524"/>
                  <a:pt x="7096566" y="31598"/>
                  <a:pt x="6952957" y="36576"/>
                </a:cubicBezTo>
                <a:cubicBezTo>
                  <a:pt x="6809349" y="41554"/>
                  <a:pt x="6510534" y="54733"/>
                  <a:pt x="6384969" y="36576"/>
                </a:cubicBezTo>
                <a:cubicBezTo>
                  <a:pt x="6259404" y="18419"/>
                  <a:pt x="5956387" y="64521"/>
                  <a:pt x="5732109" y="36576"/>
                </a:cubicBezTo>
                <a:cubicBezTo>
                  <a:pt x="5507831" y="8631"/>
                  <a:pt x="5425540" y="32239"/>
                  <a:pt x="5164121" y="36576"/>
                </a:cubicBezTo>
                <a:cubicBezTo>
                  <a:pt x="4902702" y="40913"/>
                  <a:pt x="4815733" y="45661"/>
                  <a:pt x="4681005" y="36576"/>
                </a:cubicBezTo>
                <a:cubicBezTo>
                  <a:pt x="4546277" y="27491"/>
                  <a:pt x="4111650" y="24454"/>
                  <a:pt x="3858402" y="36576"/>
                </a:cubicBezTo>
                <a:cubicBezTo>
                  <a:pt x="3605154" y="48698"/>
                  <a:pt x="3355682" y="45487"/>
                  <a:pt x="3205542" y="36576"/>
                </a:cubicBezTo>
                <a:cubicBezTo>
                  <a:pt x="3055402" y="27665"/>
                  <a:pt x="2716580" y="64954"/>
                  <a:pt x="2467810" y="36576"/>
                </a:cubicBezTo>
                <a:cubicBezTo>
                  <a:pt x="2219040" y="8198"/>
                  <a:pt x="2149690" y="30867"/>
                  <a:pt x="2069566" y="36576"/>
                </a:cubicBezTo>
                <a:cubicBezTo>
                  <a:pt x="1989442" y="42285"/>
                  <a:pt x="1703335" y="42806"/>
                  <a:pt x="1586449" y="36576"/>
                </a:cubicBezTo>
                <a:cubicBezTo>
                  <a:pt x="1469563" y="30346"/>
                  <a:pt x="1212036" y="34821"/>
                  <a:pt x="933590" y="36576"/>
                </a:cubicBezTo>
                <a:cubicBezTo>
                  <a:pt x="655144" y="38331"/>
                  <a:pt x="215255" y="74183"/>
                  <a:pt x="0" y="36576"/>
                </a:cubicBezTo>
                <a:cubicBezTo>
                  <a:pt x="-516" y="20544"/>
                  <a:pt x="1802" y="17140"/>
                  <a:pt x="0" y="0"/>
                </a:cubicBezTo>
                <a:close/>
              </a:path>
              <a:path w="8487178" h="36576" stroke="0" extrusionOk="0">
                <a:moveTo>
                  <a:pt x="0" y="0"/>
                </a:moveTo>
                <a:cubicBezTo>
                  <a:pt x="141875" y="16416"/>
                  <a:pt x="317987" y="-14018"/>
                  <a:pt x="483116" y="0"/>
                </a:cubicBezTo>
                <a:cubicBezTo>
                  <a:pt x="648245" y="14018"/>
                  <a:pt x="704570" y="5647"/>
                  <a:pt x="881361" y="0"/>
                </a:cubicBezTo>
                <a:cubicBezTo>
                  <a:pt x="1058153" y="-5647"/>
                  <a:pt x="1211393" y="2543"/>
                  <a:pt x="1364477" y="0"/>
                </a:cubicBezTo>
                <a:cubicBezTo>
                  <a:pt x="1517561" y="-2543"/>
                  <a:pt x="1713772" y="-6752"/>
                  <a:pt x="2017337" y="0"/>
                </a:cubicBezTo>
                <a:cubicBezTo>
                  <a:pt x="2320902" y="6752"/>
                  <a:pt x="2535852" y="27273"/>
                  <a:pt x="2755069" y="0"/>
                </a:cubicBezTo>
                <a:cubicBezTo>
                  <a:pt x="2974286" y="-27273"/>
                  <a:pt x="3322220" y="-6972"/>
                  <a:pt x="3577672" y="0"/>
                </a:cubicBezTo>
                <a:cubicBezTo>
                  <a:pt x="3833124" y="6972"/>
                  <a:pt x="4082700" y="-30587"/>
                  <a:pt x="4400275" y="0"/>
                </a:cubicBezTo>
                <a:cubicBezTo>
                  <a:pt x="4717850" y="30587"/>
                  <a:pt x="4848568" y="-17249"/>
                  <a:pt x="4968263" y="0"/>
                </a:cubicBezTo>
                <a:cubicBezTo>
                  <a:pt x="5087958" y="17249"/>
                  <a:pt x="5447087" y="18553"/>
                  <a:pt x="5705995" y="0"/>
                </a:cubicBezTo>
                <a:cubicBezTo>
                  <a:pt x="5964903" y="-18553"/>
                  <a:pt x="6211105" y="-17498"/>
                  <a:pt x="6358855" y="0"/>
                </a:cubicBezTo>
                <a:cubicBezTo>
                  <a:pt x="6506605" y="17498"/>
                  <a:pt x="6655586" y="-15953"/>
                  <a:pt x="6926843" y="0"/>
                </a:cubicBezTo>
                <a:cubicBezTo>
                  <a:pt x="7198100" y="15953"/>
                  <a:pt x="7439942" y="-28058"/>
                  <a:pt x="7664575" y="0"/>
                </a:cubicBezTo>
                <a:cubicBezTo>
                  <a:pt x="7889208" y="28058"/>
                  <a:pt x="8244819" y="-11603"/>
                  <a:pt x="8487178" y="0"/>
                </a:cubicBezTo>
                <a:cubicBezTo>
                  <a:pt x="8486954" y="11559"/>
                  <a:pt x="8486570" y="21146"/>
                  <a:pt x="8487178" y="36576"/>
                </a:cubicBezTo>
                <a:cubicBezTo>
                  <a:pt x="8363638" y="18444"/>
                  <a:pt x="8225194" y="49967"/>
                  <a:pt x="8004062" y="36576"/>
                </a:cubicBezTo>
                <a:cubicBezTo>
                  <a:pt x="7782930" y="23185"/>
                  <a:pt x="7442338" y="64256"/>
                  <a:pt x="7181458" y="36576"/>
                </a:cubicBezTo>
                <a:cubicBezTo>
                  <a:pt x="6920578" y="8896"/>
                  <a:pt x="6812793" y="31551"/>
                  <a:pt x="6698342" y="36576"/>
                </a:cubicBezTo>
                <a:cubicBezTo>
                  <a:pt x="6583891" y="41601"/>
                  <a:pt x="6260356" y="9334"/>
                  <a:pt x="5960610" y="36576"/>
                </a:cubicBezTo>
                <a:cubicBezTo>
                  <a:pt x="5660864" y="63818"/>
                  <a:pt x="5663756" y="35872"/>
                  <a:pt x="5562366" y="36576"/>
                </a:cubicBezTo>
                <a:cubicBezTo>
                  <a:pt x="5460976" y="37280"/>
                  <a:pt x="5069820" y="22312"/>
                  <a:pt x="4909506" y="36576"/>
                </a:cubicBezTo>
                <a:cubicBezTo>
                  <a:pt x="4749192" y="50840"/>
                  <a:pt x="4551078" y="46187"/>
                  <a:pt x="4426390" y="36576"/>
                </a:cubicBezTo>
                <a:cubicBezTo>
                  <a:pt x="4301702" y="26965"/>
                  <a:pt x="3916782" y="59932"/>
                  <a:pt x="3603786" y="36576"/>
                </a:cubicBezTo>
                <a:cubicBezTo>
                  <a:pt x="3290790" y="13220"/>
                  <a:pt x="3382822" y="52886"/>
                  <a:pt x="3205542" y="36576"/>
                </a:cubicBezTo>
                <a:cubicBezTo>
                  <a:pt x="3028262" y="20266"/>
                  <a:pt x="2723637" y="9596"/>
                  <a:pt x="2552682" y="36576"/>
                </a:cubicBezTo>
                <a:cubicBezTo>
                  <a:pt x="2381727" y="63556"/>
                  <a:pt x="2306903" y="19145"/>
                  <a:pt x="2154437" y="36576"/>
                </a:cubicBezTo>
                <a:cubicBezTo>
                  <a:pt x="2001972" y="54007"/>
                  <a:pt x="1880716" y="55934"/>
                  <a:pt x="1671321" y="36576"/>
                </a:cubicBezTo>
                <a:cubicBezTo>
                  <a:pt x="1461926" y="17218"/>
                  <a:pt x="1116754" y="69031"/>
                  <a:pt x="933590" y="36576"/>
                </a:cubicBezTo>
                <a:cubicBezTo>
                  <a:pt x="750426" y="4121"/>
                  <a:pt x="234904" y="7568"/>
                  <a:pt x="0" y="36576"/>
                </a:cubicBezTo>
                <a:cubicBezTo>
                  <a:pt x="-299" y="20797"/>
                  <a:pt x="-1602" y="1003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45EBB0-F5E0-ACAA-052A-16ABA7536E6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280160" y="5413248"/>
            <a:ext cx="13789152" cy="696772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/>
            <a:endParaRPr lang="en-US" sz="3700" dirty="0">
              <a:effectLst/>
            </a:endParaRPr>
          </a:p>
          <a:p>
            <a:pPr indent="-228600" defTabSz="914400"/>
            <a:r>
              <a:rPr lang="en-US" sz="3700" b="1" dirty="0"/>
              <a:t>Anonymous</a:t>
            </a:r>
            <a:r>
              <a:rPr lang="en-US" sz="3700" dirty="0"/>
              <a:t> es un </a:t>
            </a:r>
            <a:r>
              <a:rPr lang="en-US" sz="3700" dirty="0" err="1"/>
              <a:t>grupo</a:t>
            </a:r>
            <a:r>
              <a:rPr lang="en-US" sz="3700" dirty="0"/>
              <a:t> </a:t>
            </a:r>
            <a:r>
              <a:rPr lang="en-US" sz="3700" dirty="0" err="1"/>
              <a:t>internacional</a:t>
            </a:r>
            <a:r>
              <a:rPr lang="en-US" sz="3700" dirty="0"/>
              <a:t> de hackers y </a:t>
            </a:r>
            <a:r>
              <a:rPr lang="en-US" sz="3700" dirty="0" err="1"/>
              <a:t>activistas</a:t>
            </a:r>
            <a:r>
              <a:rPr lang="en-US" sz="3700" dirty="0"/>
              <a:t> </a:t>
            </a:r>
            <a:r>
              <a:rPr lang="en-US" sz="3700" dirty="0" err="1"/>
              <a:t>cibernéticos</a:t>
            </a:r>
            <a:r>
              <a:rPr lang="en-US" sz="3700" dirty="0"/>
              <a:t> que se </a:t>
            </a:r>
            <a:r>
              <a:rPr lang="en-US" sz="3700" dirty="0" err="1"/>
              <a:t>definen</a:t>
            </a:r>
            <a:r>
              <a:rPr lang="en-US" sz="3700" dirty="0"/>
              <a:t> a </a:t>
            </a:r>
            <a:r>
              <a:rPr lang="en-US" sz="3700" dirty="0" err="1"/>
              <a:t>sí</a:t>
            </a:r>
            <a:r>
              <a:rPr lang="en-US" sz="3700" dirty="0"/>
              <a:t> </a:t>
            </a:r>
            <a:r>
              <a:rPr lang="en-US" sz="3700" dirty="0" err="1"/>
              <a:t>mismos</a:t>
            </a:r>
            <a:r>
              <a:rPr lang="en-US" sz="3700" dirty="0"/>
              <a:t> </a:t>
            </a:r>
            <a:r>
              <a:rPr lang="en-US" sz="3700" dirty="0" err="1"/>
              <a:t>como</a:t>
            </a:r>
            <a:r>
              <a:rPr lang="en-US" sz="3700" dirty="0"/>
              <a:t> </a:t>
            </a:r>
            <a:r>
              <a:rPr lang="en-US" sz="3700" dirty="0" err="1"/>
              <a:t>defensores</a:t>
            </a:r>
            <a:r>
              <a:rPr lang="en-US" sz="3700" dirty="0"/>
              <a:t> de la </a:t>
            </a:r>
            <a:r>
              <a:rPr lang="en-US" sz="3700" dirty="0" err="1"/>
              <a:t>libertad</a:t>
            </a:r>
            <a:r>
              <a:rPr lang="en-US" sz="3700" dirty="0"/>
              <a:t> de </a:t>
            </a:r>
            <a:r>
              <a:rPr lang="en-US" sz="3700" dirty="0" err="1"/>
              <a:t>expresión</a:t>
            </a:r>
            <a:r>
              <a:rPr lang="en-US" sz="3700" dirty="0"/>
              <a:t>, la </a:t>
            </a:r>
            <a:r>
              <a:rPr lang="en-US" sz="3700" dirty="0" err="1"/>
              <a:t>privacidad</a:t>
            </a:r>
            <a:r>
              <a:rPr lang="en-US" sz="3700" dirty="0"/>
              <a:t> </a:t>
            </a:r>
            <a:r>
              <a:rPr lang="en-US" sz="3700" dirty="0" err="1"/>
              <a:t>en</a:t>
            </a:r>
            <a:r>
              <a:rPr lang="en-US" sz="3700" dirty="0"/>
              <a:t> </a:t>
            </a:r>
            <a:r>
              <a:rPr lang="en-US" sz="3700" dirty="0" err="1"/>
              <a:t>línea</a:t>
            </a:r>
            <a:r>
              <a:rPr lang="en-US" sz="3700" dirty="0"/>
              <a:t> y la </a:t>
            </a:r>
            <a:r>
              <a:rPr lang="en-US" sz="3700" dirty="0" err="1"/>
              <a:t>transparencia</a:t>
            </a:r>
            <a:r>
              <a:rPr lang="en-US" sz="3700" dirty="0"/>
              <a:t> </a:t>
            </a:r>
            <a:r>
              <a:rPr lang="en-US" sz="3700" dirty="0" err="1"/>
              <a:t>gubernamental</a:t>
            </a:r>
            <a:r>
              <a:rPr lang="en-US" sz="3700" dirty="0"/>
              <a:t>. El </a:t>
            </a:r>
            <a:r>
              <a:rPr lang="en-US" sz="3700" dirty="0" err="1"/>
              <a:t>grupo</a:t>
            </a:r>
            <a:r>
              <a:rPr lang="en-US" sz="3700" dirty="0"/>
              <a:t> se </a:t>
            </a:r>
            <a:r>
              <a:rPr lang="en-US" sz="3700" dirty="0" err="1"/>
              <a:t>formó</a:t>
            </a:r>
            <a:r>
              <a:rPr lang="en-US" sz="3700" dirty="0"/>
              <a:t> </a:t>
            </a:r>
            <a:r>
              <a:rPr lang="en-US" sz="3700" dirty="0" err="1"/>
              <a:t>en</a:t>
            </a:r>
            <a:r>
              <a:rPr lang="en-US" sz="3700" dirty="0"/>
              <a:t> 2003 y es </a:t>
            </a:r>
            <a:r>
              <a:rPr lang="en-US" sz="3700" dirty="0" err="1"/>
              <a:t>conocido</a:t>
            </a:r>
            <a:r>
              <a:rPr lang="en-US" sz="3700" dirty="0"/>
              <a:t> </a:t>
            </a:r>
            <a:r>
              <a:rPr lang="en-US" sz="3700" dirty="0" err="1"/>
              <a:t>por</a:t>
            </a:r>
            <a:r>
              <a:rPr lang="en-US" sz="3700" dirty="0"/>
              <a:t> sus </a:t>
            </a:r>
            <a:r>
              <a:rPr lang="en-US" sz="3700" dirty="0" err="1"/>
              <a:t>operaciones</a:t>
            </a:r>
            <a:r>
              <a:rPr lang="en-US" sz="3700" dirty="0"/>
              <a:t> de </a:t>
            </a:r>
            <a:r>
              <a:rPr lang="en-US" sz="3700" dirty="0" err="1"/>
              <a:t>hacktivismo</a:t>
            </a:r>
            <a:r>
              <a:rPr lang="en-US" sz="3700" dirty="0"/>
              <a:t>, </a:t>
            </a:r>
            <a:r>
              <a:rPr lang="en-US" sz="3700" dirty="0" err="1"/>
              <a:t>en</a:t>
            </a:r>
            <a:r>
              <a:rPr lang="en-US" sz="3700" dirty="0"/>
              <a:t> las que </a:t>
            </a:r>
            <a:r>
              <a:rPr lang="en-US" sz="3700" dirty="0" err="1"/>
              <a:t>utilizan</a:t>
            </a:r>
            <a:r>
              <a:rPr lang="en-US" sz="3700" dirty="0"/>
              <a:t> </a:t>
            </a:r>
            <a:r>
              <a:rPr lang="en-US" sz="3700" dirty="0" err="1"/>
              <a:t>técnicas</a:t>
            </a:r>
            <a:r>
              <a:rPr lang="en-US" sz="3700" dirty="0"/>
              <a:t> de hacking para </a:t>
            </a:r>
            <a:r>
              <a:rPr lang="en-US" sz="3700" b="1" dirty="0"/>
              <a:t>acceder y </a:t>
            </a:r>
            <a:r>
              <a:rPr lang="en-US" sz="3700" b="1" dirty="0" err="1"/>
              <a:t>divulgar</a:t>
            </a:r>
            <a:r>
              <a:rPr lang="en-US" sz="3700" b="1" dirty="0"/>
              <a:t> </a:t>
            </a:r>
            <a:r>
              <a:rPr lang="en-US" sz="3700" b="1" dirty="0" err="1"/>
              <a:t>información</a:t>
            </a:r>
            <a:r>
              <a:rPr lang="en-US" sz="3700" b="1" dirty="0"/>
              <a:t> de </a:t>
            </a:r>
            <a:r>
              <a:rPr lang="en-US" sz="3700" b="1" dirty="0" err="1"/>
              <a:t>organizaciones</a:t>
            </a:r>
            <a:r>
              <a:rPr lang="en-US" sz="3700" b="1" dirty="0"/>
              <a:t> </a:t>
            </a:r>
            <a:r>
              <a:rPr lang="en-US" sz="3700" b="1" dirty="0" err="1"/>
              <a:t>gubernamentales</a:t>
            </a:r>
            <a:r>
              <a:rPr lang="en-US" sz="3700" b="1" dirty="0"/>
              <a:t> y </a:t>
            </a:r>
            <a:r>
              <a:rPr lang="en-US" sz="3700" b="1" dirty="0" err="1"/>
              <a:t>corporaciones</a:t>
            </a:r>
            <a:r>
              <a:rPr lang="en-US" sz="3700" dirty="0"/>
              <a:t>. También </a:t>
            </a:r>
            <a:r>
              <a:rPr lang="en-US" sz="3700" dirty="0" err="1"/>
              <a:t>han</a:t>
            </a:r>
            <a:r>
              <a:rPr lang="en-US" sz="3700" dirty="0"/>
              <a:t> </a:t>
            </a:r>
            <a:r>
              <a:rPr lang="en-US" sz="3700" dirty="0" err="1"/>
              <a:t>llevado</a:t>
            </a:r>
            <a:r>
              <a:rPr lang="en-US" sz="3700" dirty="0"/>
              <a:t> a </a:t>
            </a:r>
            <a:r>
              <a:rPr lang="en-US" sz="3700" dirty="0" err="1"/>
              <a:t>cabo</a:t>
            </a:r>
            <a:r>
              <a:rPr lang="en-US" sz="3700" dirty="0"/>
              <a:t> </a:t>
            </a:r>
            <a:r>
              <a:rPr lang="en-US" sz="3700" dirty="0" err="1"/>
              <a:t>protestas</a:t>
            </a:r>
            <a:r>
              <a:rPr lang="en-US" sz="3700" dirty="0"/>
              <a:t> y </a:t>
            </a:r>
            <a:r>
              <a:rPr lang="en-US" sz="3700" dirty="0" err="1"/>
              <a:t>manifestaciones</a:t>
            </a:r>
            <a:r>
              <a:rPr lang="en-US" sz="3700" dirty="0"/>
              <a:t> </a:t>
            </a:r>
            <a:r>
              <a:rPr lang="en-US" sz="3700" dirty="0" err="1"/>
              <a:t>en</a:t>
            </a:r>
            <a:r>
              <a:rPr lang="en-US" sz="3700" dirty="0"/>
              <a:t> </a:t>
            </a:r>
            <a:r>
              <a:rPr lang="en-US" sz="3700" dirty="0" err="1"/>
              <a:t>línea</a:t>
            </a:r>
            <a:r>
              <a:rPr lang="en-US" sz="3700" dirty="0"/>
              <a:t>, </a:t>
            </a:r>
            <a:r>
              <a:rPr lang="en-US" sz="3700" dirty="0" err="1"/>
              <a:t>así</a:t>
            </a:r>
            <a:r>
              <a:rPr lang="en-US" sz="3700" dirty="0"/>
              <a:t> </a:t>
            </a:r>
            <a:r>
              <a:rPr lang="en-US" sz="3700" dirty="0" err="1"/>
              <a:t>como</a:t>
            </a:r>
            <a:r>
              <a:rPr lang="en-US" sz="3700" dirty="0"/>
              <a:t> </a:t>
            </a:r>
            <a:r>
              <a:rPr lang="en-US" sz="3700" dirty="0" err="1"/>
              <a:t>acciones</a:t>
            </a:r>
            <a:r>
              <a:rPr lang="en-US" sz="3700" dirty="0"/>
              <a:t> de </a:t>
            </a:r>
            <a:r>
              <a:rPr lang="en-US" sz="3700" dirty="0" err="1"/>
              <a:t>caridad</a:t>
            </a:r>
            <a:r>
              <a:rPr lang="en-US" sz="3700" dirty="0"/>
              <a:t>. Anonymous es un </a:t>
            </a:r>
            <a:r>
              <a:rPr lang="en-US" sz="3700" dirty="0" err="1"/>
              <a:t>grupo</a:t>
            </a:r>
            <a:r>
              <a:rPr lang="en-US" sz="3700" dirty="0"/>
              <a:t> </a:t>
            </a:r>
            <a:r>
              <a:rPr lang="en-US" sz="3700" dirty="0" err="1"/>
              <a:t>descentralizado</a:t>
            </a:r>
            <a:r>
              <a:rPr lang="en-US" sz="3700" dirty="0"/>
              <a:t> y sin </a:t>
            </a:r>
            <a:r>
              <a:rPr lang="en-US" sz="3700" dirty="0" err="1"/>
              <a:t>líderes</a:t>
            </a:r>
            <a:r>
              <a:rPr lang="en-US" sz="3700" dirty="0"/>
              <a:t> </a:t>
            </a:r>
            <a:r>
              <a:rPr lang="en-US" sz="3700" dirty="0" err="1"/>
              <a:t>formales</a:t>
            </a:r>
            <a:r>
              <a:rPr lang="en-US" sz="3700" dirty="0"/>
              <a:t>, </a:t>
            </a:r>
            <a:r>
              <a:rPr lang="en-US" sz="3700" dirty="0" err="1"/>
              <a:t>por</a:t>
            </a:r>
            <a:r>
              <a:rPr lang="en-US" sz="3700" dirty="0"/>
              <a:t> lo que las </a:t>
            </a:r>
            <a:r>
              <a:rPr lang="en-US" sz="3700" dirty="0" err="1"/>
              <a:t>acciones</a:t>
            </a:r>
            <a:r>
              <a:rPr lang="en-US" sz="3700" dirty="0"/>
              <a:t> de sus </a:t>
            </a:r>
            <a:r>
              <a:rPr lang="en-US" sz="3700" dirty="0" err="1"/>
              <a:t>miembros</a:t>
            </a:r>
            <a:r>
              <a:rPr lang="en-US" sz="3700" dirty="0"/>
              <a:t> no </a:t>
            </a:r>
            <a:r>
              <a:rPr lang="en-US" sz="3700" dirty="0" err="1"/>
              <a:t>están</a:t>
            </a:r>
            <a:r>
              <a:rPr lang="en-US" sz="3700" dirty="0"/>
              <a:t> </a:t>
            </a:r>
            <a:r>
              <a:rPr lang="en-US" sz="3700" dirty="0" err="1"/>
              <a:t>coordinadas</a:t>
            </a:r>
            <a:r>
              <a:rPr lang="en-US" sz="3700" dirty="0"/>
              <a:t> </a:t>
            </a:r>
            <a:r>
              <a:rPr lang="en-US" sz="3700" dirty="0" err="1"/>
              <a:t>ni</a:t>
            </a:r>
            <a:r>
              <a:rPr lang="en-US" sz="3700" dirty="0"/>
              <a:t> </a:t>
            </a:r>
            <a:r>
              <a:rPr lang="en-US" sz="3700" dirty="0" err="1"/>
              <a:t>autorizadas</a:t>
            </a:r>
            <a:r>
              <a:rPr lang="en-US" sz="3700" dirty="0"/>
              <a:t> </a:t>
            </a:r>
            <a:r>
              <a:rPr lang="en-US" sz="3700" dirty="0" err="1"/>
              <a:t>por</a:t>
            </a:r>
            <a:r>
              <a:rPr lang="en-US" sz="3700" dirty="0"/>
              <a:t> </a:t>
            </a:r>
            <a:r>
              <a:rPr lang="en-US" sz="3700" dirty="0" err="1"/>
              <a:t>una</a:t>
            </a:r>
            <a:r>
              <a:rPr lang="en-US" sz="3700" dirty="0"/>
              <a:t> </a:t>
            </a:r>
            <a:r>
              <a:rPr lang="en-US" sz="3700" dirty="0" err="1"/>
              <a:t>figura</a:t>
            </a:r>
            <a:r>
              <a:rPr lang="en-US" sz="3700" dirty="0"/>
              <a:t> central.</a:t>
            </a:r>
          </a:p>
          <a:p>
            <a:pPr indent="-228600" defTabSz="914400"/>
            <a:endParaRPr lang="en-US" sz="3700" dirty="0"/>
          </a:p>
        </p:txBody>
      </p:sp>
      <p:pic>
        <p:nvPicPr>
          <p:cNvPr id="6" name="Google Shape;135;p8" descr="Cómo protegerse de los virus, piratas informáticos y demás ataques? |  Tecnología - ComputerHoy.com">
            <a:extLst>
              <a:ext uri="{FF2B5EF4-FFF2-40B4-BE49-F238E27FC236}">
                <a16:creationId xmlns:a16="http://schemas.microsoft.com/office/drawing/2014/main" id="{61E02719-9371-38B9-4F43-5E00E92CAF22}"/>
              </a:ext>
            </a:extLst>
          </p:cNvPr>
          <p:cNvPicPr preferRelativeResize="0"/>
          <p:nvPr/>
        </p:nvPicPr>
        <p:blipFill rotWithShape="1">
          <a:blip r:embed="rId2"/>
          <a:srcRect l="20321" r="15415"/>
          <a:stretch/>
        </p:blipFill>
        <p:spPr>
          <a:xfrm>
            <a:off x="16312908" y="-14"/>
            <a:ext cx="8071094" cy="8357616"/>
          </a:xfrm>
          <a:custGeom>
            <a:avLst/>
            <a:gdLst/>
            <a:ahLst/>
            <a:cxnLst/>
            <a:rect l="l" t="t" r="r" b="b"/>
            <a:pathLst>
              <a:path w="4035547" h="4178808">
                <a:moveTo>
                  <a:pt x="14988" y="0"/>
                </a:moveTo>
                <a:lnTo>
                  <a:pt x="4035547" y="0"/>
                </a:lnTo>
                <a:lnTo>
                  <a:pt x="4035547" y="4161794"/>
                </a:lnTo>
                <a:lnTo>
                  <a:pt x="3918602" y="4164199"/>
                </a:lnTo>
                <a:cubicBezTo>
                  <a:pt x="3673497" y="4178956"/>
                  <a:pt x="3428120" y="4172295"/>
                  <a:pt x="3183014" y="4175560"/>
                </a:cubicBezTo>
                <a:cubicBezTo>
                  <a:pt x="2855121" y="4180001"/>
                  <a:pt x="2527499" y="4168639"/>
                  <a:pt x="2199742" y="4167595"/>
                </a:cubicBezTo>
                <a:cubicBezTo>
                  <a:pt x="2132562" y="4167334"/>
                  <a:pt x="2065110" y="4170729"/>
                  <a:pt x="1998202" y="4175952"/>
                </a:cubicBezTo>
                <a:cubicBezTo>
                  <a:pt x="1905507" y="4183005"/>
                  <a:pt x="1814033" y="4174124"/>
                  <a:pt x="1722153" y="4165766"/>
                </a:cubicBezTo>
                <a:cubicBezTo>
                  <a:pt x="1611407" y="4155711"/>
                  <a:pt x="1500933" y="4164591"/>
                  <a:pt x="1390867" y="4176214"/>
                </a:cubicBezTo>
                <a:lnTo>
                  <a:pt x="1348076" y="4178808"/>
                </a:lnTo>
                <a:lnTo>
                  <a:pt x="597587" y="4178808"/>
                </a:lnTo>
                <a:lnTo>
                  <a:pt x="507890" y="4175773"/>
                </a:lnTo>
                <a:cubicBezTo>
                  <a:pt x="403218" y="4174810"/>
                  <a:pt x="298546" y="4175691"/>
                  <a:pt x="193840" y="4176214"/>
                </a:cubicBezTo>
                <a:lnTo>
                  <a:pt x="2757" y="4175742"/>
                </a:lnTo>
                <a:lnTo>
                  <a:pt x="2810" y="4034870"/>
                </a:lnTo>
                <a:cubicBezTo>
                  <a:pt x="5629" y="3979851"/>
                  <a:pt x="10539" y="3924896"/>
                  <a:pt x="15416" y="3870068"/>
                </a:cubicBezTo>
                <a:cubicBezTo>
                  <a:pt x="23018" y="3799731"/>
                  <a:pt x="25045" y="3728899"/>
                  <a:pt x="21498" y="3658244"/>
                </a:cubicBezTo>
                <a:cubicBezTo>
                  <a:pt x="17063" y="3602147"/>
                  <a:pt x="10095" y="3546050"/>
                  <a:pt x="8828" y="3489953"/>
                </a:cubicBezTo>
                <a:cubicBezTo>
                  <a:pt x="6548" y="3389688"/>
                  <a:pt x="7434" y="3289424"/>
                  <a:pt x="13262" y="3189160"/>
                </a:cubicBezTo>
                <a:cubicBezTo>
                  <a:pt x="16176" y="3138901"/>
                  <a:pt x="20864" y="3089150"/>
                  <a:pt x="22891" y="3038510"/>
                </a:cubicBezTo>
                <a:cubicBezTo>
                  <a:pt x="24918" y="2987870"/>
                  <a:pt x="28973" y="2936723"/>
                  <a:pt x="17444" y="2887098"/>
                </a:cubicBezTo>
                <a:cubicBezTo>
                  <a:pt x="-2068" y="2802699"/>
                  <a:pt x="12249" y="2718680"/>
                  <a:pt x="16430" y="2634534"/>
                </a:cubicBezTo>
                <a:cubicBezTo>
                  <a:pt x="18964" y="2582244"/>
                  <a:pt x="34168" y="2528685"/>
                  <a:pt x="20738" y="2477919"/>
                </a:cubicBezTo>
                <a:cubicBezTo>
                  <a:pt x="-421" y="2398342"/>
                  <a:pt x="13389" y="2320415"/>
                  <a:pt x="20738" y="2242107"/>
                </a:cubicBezTo>
                <a:cubicBezTo>
                  <a:pt x="29213" y="2168001"/>
                  <a:pt x="27718" y="2093082"/>
                  <a:pt x="16303" y="2019369"/>
                </a:cubicBezTo>
                <a:cubicBezTo>
                  <a:pt x="1986" y="1946239"/>
                  <a:pt x="1986" y="1871028"/>
                  <a:pt x="16303" y="1797899"/>
                </a:cubicBezTo>
                <a:cubicBezTo>
                  <a:pt x="28162" y="1737537"/>
                  <a:pt x="29530" y="1675589"/>
                  <a:pt x="20357" y="1614758"/>
                </a:cubicBezTo>
                <a:cubicBezTo>
                  <a:pt x="14149" y="1571226"/>
                  <a:pt x="3000" y="1527947"/>
                  <a:pt x="1480" y="1484415"/>
                </a:cubicBezTo>
                <a:cubicBezTo>
                  <a:pt x="-1662" y="1393377"/>
                  <a:pt x="200" y="1302238"/>
                  <a:pt x="7055" y="1211417"/>
                </a:cubicBezTo>
                <a:cubicBezTo>
                  <a:pt x="15036" y="1107980"/>
                  <a:pt x="30366" y="1004923"/>
                  <a:pt x="19724" y="900725"/>
                </a:cubicBezTo>
                <a:cubicBezTo>
                  <a:pt x="16050" y="864934"/>
                  <a:pt x="8575" y="829270"/>
                  <a:pt x="7815" y="793353"/>
                </a:cubicBezTo>
                <a:cubicBezTo>
                  <a:pt x="6168" y="726087"/>
                  <a:pt x="5407" y="659710"/>
                  <a:pt x="9208" y="590286"/>
                </a:cubicBezTo>
                <a:cubicBezTo>
                  <a:pt x="13009" y="520863"/>
                  <a:pt x="27452" y="450424"/>
                  <a:pt x="17697" y="382270"/>
                </a:cubicBezTo>
                <a:cubicBezTo>
                  <a:pt x="7941" y="314115"/>
                  <a:pt x="14276" y="247103"/>
                  <a:pt x="20611" y="180218"/>
                </a:cubicBezTo>
                <a:cubicBezTo>
                  <a:pt x="23652" y="148426"/>
                  <a:pt x="25711" y="116982"/>
                  <a:pt x="25156" y="85665"/>
                </a:cubicBezTo>
                <a:close/>
              </a:path>
            </a:pathLst>
          </a:custGeom>
          <a:noFill/>
        </p:spPr>
      </p:pic>
      <p:pic>
        <p:nvPicPr>
          <p:cNvPr id="5" name="Imagen 4" descr="Una máscara blanca&#10;&#10;Descripción generada automáticamente con confianza media">
            <a:extLst>
              <a:ext uri="{FF2B5EF4-FFF2-40B4-BE49-F238E27FC236}">
                <a16:creationId xmlns:a16="http://schemas.microsoft.com/office/drawing/2014/main" id="{BB2A1D54-68D3-5A51-7C44-81C21871FA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03" r="-1" b="25491"/>
          <a:stretch/>
        </p:blipFill>
        <p:spPr>
          <a:xfrm>
            <a:off x="16288712" y="8534402"/>
            <a:ext cx="8095290" cy="5181616"/>
          </a:xfrm>
          <a:custGeom>
            <a:avLst/>
            <a:gdLst/>
            <a:ahLst/>
            <a:cxnLst/>
            <a:rect l="l" t="t" r="r" b="b"/>
            <a:pathLst>
              <a:path w="4047645" h="2495811">
                <a:moveTo>
                  <a:pt x="2441891" y="4"/>
                </a:moveTo>
                <a:cubicBezTo>
                  <a:pt x="2489381" y="-78"/>
                  <a:pt x="2536882" y="1163"/>
                  <a:pt x="2584383" y="4428"/>
                </a:cubicBezTo>
                <a:cubicBezTo>
                  <a:pt x="2744314" y="17813"/>
                  <a:pt x="2904989" y="21079"/>
                  <a:pt x="3065367" y="14222"/>
                </a:cubicBezTo>
                <a:cubicBezTo>
                  <a:pt x="3194244" y="5694"/>
                  <a:pt x="3323514" y="4206"/>
                  <a:pt x="3452568" y="9782"/>
                </a:cubicBezTo>
                <a:cubicBezTo>
                  <a:pt x="3572813" y="16442"/>
                  <a:pt x="3693059" y="23233"/>
                  <a:pt x="3813712" y="19315"/>
                </a:cubicBezTo>
                <a:cubicBezTo>
                  <a:pt x="3861755" y="17748"/>
                  <a:pt x="3909121" y="15789"/>
                  <a:pt x="3956758" y="13177"/>
                </a:cubicBezTo>
                <a:lnTo>
                  <a:pt x="4047645" y="9696"/>
                </a:lnTo>
                <a:lnTo>
                  <a:pt x="4047645" y="2495811"/>
                </a:lnTo>
                <a:lnTo>
                  <a:pt x="28177" y="2495811"/>
                </a:lnTo>
                <a:lnTo>
                  <a:pt x="28782" y="2485852"/>
                </a:lnTo>
                <a:cubicBezTo>
                  <a:pt x="31911" y="2365446"/>
                  <a:pt x="35027" y="2245002"/>
                  <a:pt x="38157" y="2124521"/>
                </a:cubicBezTo>
                <a:cubicBezTo>
                  <a:pt x="38284" y="2119444"/>
                  <a:pt x="39171" y="2114494"/>
                  <a:pt x="39171" y="2109417"/>
                </a:cubicBezTo>
                <a:cubicBezTo>
                  <a:pt x="48166" y="1995573"/>
                  <a:pt x="53107" y="1881729"/>
                  <a:pt x="18899" y="1770550"/>
                </a:cubicBezTo>
                <a:cubicBezTo>
                  <a:pt x="15871" y="1760104"/>
                  <a:pt x="14262" y="1749304"/>
                  <a:pt x="14084" y="1738440"/>
                </a:cubicBezTo>
                <a:cubicBezTo>
                  <a:pt x="12413" y="1641514"/>
                  <a:pt x="16644" y="1544587"/>
                  <a:pt x="26754" y="1448181"/>
                </a:cubicBezTo>
                <a:cubicBezTo>
                  <a:pt x="31949" y="1389038"/>
                  <a:pt x="26754" y="1329006"/>
                  <a:pt x="43478" y="1270498"/>
                </a:cubicBezTo>
                <a:cubicBezTo>
                  <a:pt x="50864" y="1241421"/>
                  <a:pt x="55109" y="1211634"/>
                  <a:pt x="56147" y="1181656"/>
                </a:cubicBezTo>
                <a:cubicBezTo>
                  <a:pt x="59948" y="1109060"/>
                  <a:pt x="38537" y="1040779"/>
                  <a:pt x="18139" y="972244"/>
                </a:cubicBezTo>
                <a:cubicBezTo>
                  <a:pt x="7370" y="935945"/>
                  <a:pt x="-5426" y="898886"/>
                  <a:pt x="2429" y="860811"/>
                </a:cubicBezTo>
                <a:cubicBezTo>
                  <a:pt x="16707" y="802251"/>
                  <a:pt x="24854" y="742359"/>
                  <a:pt x="26754" y="682112"/>
                </a:cubicBezTo>
                <a:cubicBezTo>
                  <a:pt x="26754" y="639468"/>
                  <a:pt x="16365" y="597712"/>
                  <a:pt x="20039" y="555195"/>
                </a:cubicBezTo>
                <a:cubicBezTo>
                  <a:pt x="28211" y="472712"/>
                  <a:pt x="30238" y="389734"/>
                  <a:pt x="26121" y="306946"/>
                </a:cubicBezTo>
                <a:cubicBezTo>
                  <a:pt x="26095" y="273846"/>
                  <a:pt x="29846" y="240848"/>
                  <a:pt x="37270" y="208585"/>
                </a:cubicBezTo>
                <a:cubicBezTo>
                  <a:pt x="46506" y="151651"/>
                  <a:pt x="48419" y="93777"/>
                  <a:pt x="42971" y="36360"/>
                </a:cubicBezTo>
                <a:lnTo>
                  <a:pt x="38853" y="8429"/>
                </a:lnTo>
                <a:lnTo>
                  <a:pt x="56649" y="7824"/>
                </a:lnTo>
                <a:cubicBezTo>
                  <a:pt x="210497" y="-156"/>
                  <a:pt x="364754" y="3162"/>
                  <a:pt x="518087" y="17748"/>
                </a:cubicBezTo>
                <a:cubicBezTo>
                  <a:pt x="626567" y="25440"/>
                  <a:pt x="735534" y="24213"/>
                  <a:pt x="843809" y="14092"/>
                </a:cubicBezTo>
                <a:cubicBezTo>
                  <a:pt x="1042499" y="-1711"/>
                  <a:pt x="1240782" y="10958"/>
                  <a:pt x="1439065" y="21666"/>
                </a:cubicBezTo>
                <a:cubicBezTo>
                  <a:pt x="1631105" y="32113"/>
                  <a:pt x="1823010" y="24408"/>
                  <a:pt x="2015050" y="17487"/>
                </a:cubicBezTo>
                <a:cubicBezTo>
                  <a:pt x="2157045" y="12394"/>
                  <a:pt x="2299420" y="249"/>
                  <a:pt x="2441891" y="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9352844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DA018C-4981-A035-F52E-532641B6BE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55600"/>
            <a:ext cx="21247100" cy="1016000"/>
          </a:xfrm>
        </p:spPr>
        <p:txBody>
          <a:bodyPr>
            <a:normAutofit fontScale="90000"/>
          </a:bodyPr>
          <a:lstStyle/>
          <a:p>
            <a:r>
              <a:rPr lang="es-ES" dirty="0"/>
              <a:t>Hacker y los sombreros</a:t>
            </a:r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80406B7E-4263-77FA-497A-E170057100C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29795846"/>
              </p:ext>
            </p:extLst>
          </p:nvPr>
        </p:nvGraphicFramePr>
        <p:xfrm>
          <a:off x="2717800" y="3619500"/>
          <a:ext cx="21666200" cy="976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Google Shape;135;p8" descr="Cómo protegerse de los virus, piratas informáticos y demás ataques? |  Tecnología - ComputerHoy.com">
            <a:extLst>
              <a:ext uri="{FF2B5EF4-FFF2-40B4-BE49-F238E27FC236}">
                <a16:creationId xmlns:a16="http://schemas.microsoft.com/office/drawing/2014/main" id="{1C9B880E-FF6C-BCAF-1459-7FDA2ECBB9C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666200" y="11897201"/>
            <a:ext cx="2717800" cy="182880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E1D6A83-8290-4164-5D71-F25548085DC4}"/>
              </a:ext>
            </a:extLst>
          </p:cNvPr>
          <p:cNvSpPr txBox="1"/>
          <p:nvPr/>
        </p:nvSpPr>
        <p:spPr>
          <a:xfrm>
            <a:off x="0" y="1371600"/>
            <a:ext cx="24384000" cy="24820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3600" dirty="0"/>
              <a:t>El término "hacker" se popularizó en la década de 1960 en el Instituto de Tecnología de Massachusetts (MIT), donde los estudiantes se referían a sí mismos como "hackers" para describir a aquellos que realizaban modificaciones ingeniosas y creativas en el software y hardware de las computadoras</a:t>
            </a:r>
          </a:p>
        </p:txBody>
      </p:sp>
      <p:pic>
        <p:nvPicPr>
          <p:cNvPr id="9" name="Imagen 8" descr="Imagen que contiene taza, tabla, interior, café&#10;&#10;Descripción generada automáticamente">
            <a:extLst>
              <a:ext uri="{FF2B5EF4-FFF2-40B4-BE49-F238E27FC236}">
                <a16:creationId xmlns:a16="http://schemas.microsoft.com/office/drawing/2014/main" id="{BC84BC3C-FD70-0F44-7E41-AEC15C8C9F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800" y="4023681"/>
            <a:ext cx="1421392" cy="123266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3A36E75-12F3-03C6-418B-FBB3A7C286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18556" y="4234751"/>
            <a:ext cx="1734911" cy="971550"/>
          </a:xfrm>
          <a:prstGeom prst="rect">
            <a:avLst/>
          </a:prstGeom>
        </p:spPr>
      </p:pic>
      <p:pic>
        <p:nvPicPr>
          <p:cNvPr id="14" name="Imagen 13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9F535C77-835D-7BD8-8EE5-8FA57C1DDF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9813" y="4048362"/>
            <a:ext cx="1688930" cy="127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35111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CBDEF2-BD9D-BCFE-F70C-CA4A355514F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80963"/>
            <a:ext cx="6283325" cy="1631950"/>
          </a:xfrm>
        </p:spPr>
        <p:txBody>
          <a:bodyPr/>
          <a:lstStyle/>
          <a:p>
            <a:r>
              <a:rPr lang="es-ES" dirty="0"/>
              <a:t>Película Hacker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CB77D825-09B9-1653-337A-DF46D165BD17}"/>
              </a:ext>
            </a:extLst>
          </p:cNvPr>
          <p:cNvSpPr txBox="1">
            <a:spLocks/>
          </p:cNvSpPr>
          <p:nvPr/>
        </p:nvSpPr>
        <p:spPr>
          <a:xfrm>
            <a:off x="15315184" y="328804"/>
            <a:ext cx="6284468" cy="102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555625" marR="0" indent="-555625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200" b="0" i="0" u="none" strike="noStrike" cap="none" spc="0" baseline="0">
                <a:solidFill>
                  <a:schemeClr val="accent1">
                    <a:hueOff val="-176470"/>
                    <a:satOff val="-53329"/>
                    <a:lumOff val="-11960"/>
                  </a:schemeClr>
                </a:solidFill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swald Regular"/>
              </a:defRPr>
            </a:lvl1pPr>
            <a:lvl2pPr marL="1190625" marR="0" indent="-555625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200" b="0" i="0" u="none" strike="noStrike" cap="none" spc="0" baseline="0">
                <a:solidFill>
                  <a:schemeClr val="accent1">
                    <a:hueOff val="-176470"/>
                    <a:satOff val="-53329"/>
                    <a:lumOff val="-11960"/>
                  </a:schemeClr>
                </a:solidFill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swald Regular"/>
              </a:defRPr>
            </a:lvl2pPr>
            <a:lvl3pPr marL="1825625" marR="0" indent="-555625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200" b="0" i="0" u="none" strike="noStrike" cap="none" spc="0" baseline="0">
                <a:solidFill>
                  <a:schemeClr val="accent1">
                    <a:hueOff val="-176470"/>
                    <a:satOff val="-53329"/>
                    <a:lumOff val="-11960"/>
                  </a:schemeClr>
                </a:solidFill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swald Regular"/>
              </a:defRPr>
            </a:lvl3pPr>
            <a:lvl4pPr marL="2460625" marR="0" indent="-555625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200" b="0" i="0" u="none" strike="noStrike" cap="none" spc="0" baseline="0">
                <a:solidFill>
                  <a:schemeClr val="accent1">
                    <a:hueOff val="-176470"/>
                    <a:satOff val="-53329"/>
                    <a:lumOff val="-11960"/>
                  </a:schemeClr>
                </a:solidFill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swald Regular"/>
              </a:defRPr>
            </a:lvl4pPr>
            <a:lvl5pPr marL="3095625" marR="0" indent="-555625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200" b="0" i="0" u="none" strike="noStrike" cap="none" spc="0" baseline="0">
                <a:solidFill>
                  <a:schemeClr val="accent1">
                    <a:hueOff val="-176470"/>
                    <a:satOff val="-53329"/>
                    <a:lumOff val="-11960"/>
                  </a:schemeClr>
                </a:solidFill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swald Regular"/>
              </a:defRPr>
            </a:lvl5pPr>
            <a:lvl6pPr marL="3730625" marR="0" indent="-555625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200" b="0" i="0" u="none" strike="noStrike" cap="none" spc="0" baseline="0">
                <a:solidFill>
                  <a:schemeClr val="accent1">
                    <a:hueOff val="-176470"/>
                    <a:satOff val="-53329"/>
                    <a:lumOff val="-11960"/>
                  </a:schemeClr>
                </a:solidFill>
                <a:uFillTx/>
                <a:latin typeface="Oswald Regular"/>
                <a:ea typeface="Oswald Regular"/>
                <a:cs typeface="Oswald Regular"/>
                <a:sym typeface="Oswald Regular"/>
              </a:defRPr>
            </a:lvl6pPr>
            <a:lvl7pPr marL="4365625" marR="0" indent="-555625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200" b="0" i="0" u="none" strike="noStrike" cap="none" spc="0" baseline="0">
                <a:solidFill>
                  <a:schemeClr val="accent1">
                    <a:hueOff val="-176470"/>
                    <a:satOff val="-53329"/>
                    <a:lumOff val="-11960"/>
                  </a:schemeClr>
                </a:solidFill>
                <a:uFillTx/>
                <a:latin typeface="Oswald Regular"/>
                <a:ea typeface="Oswald Regular"/>
                <a:cs typeface="Oswald Regular"/>
                <a:sym typeface="Oswald Regular"/>
              </a:defRPr>
            </a:lvl7pPr>
            <a:lvl8pPr marL="5000625" marR="0" indent="-555625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200" b="0" i="0" u="none" strike="noStrike" cap="none" spc="0" baseline="0">
                <a:solidFill>
                  <a:schemeClr val="accent1">
                    <a:hueOff val="-176470"/>
                    <a:satOff val="-53329"/>
                    <a:lumOff val="-11960"/>
                  </a:schemeClr>
                </a:solidFill>
                <a:uFillTx/>
                <a:latin typeface="Oswald Regular"/>
                <a:ea typeface="Oswald Regular"/>
                <a:cs typeface="Oswald Regular"/>
                <a:sym typeface="Oswald Regular"/>
              </a:defRPr>
            </a:lvl8pPr>
            <a:lvl9pPr marL="5635625" marR="0" indent="-555625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4200" b="0" i="0" u="none" strike="noStrike" cap="none" spc="0" baseline="0">
                <a:solidFill>
                  <a:schemeClr val="accent1">
                    <a:hueOff val="-176470"/>
                    <a:satOff val="-53329"/>
                    <a:lumOff val="-11960"/>
                  </a:schemeClr>
                </a:solidFill>
                <a:uFillTx/>
                <a:latin typeface="Oswald Regular"/>
                <a:ea typeface="Oswald Regular"/>
                <a:cs typeface="Oswald Regular"/>
                <a:sym typeface="Oswald Regular"/>
              </a:defRPr>
            </a:lvl9pPr>
          </a:lstStyle>
          <a:p>
            <a:pPr hangingPunct="1"/>
            <a:r>
              <a:rPr lang="es-ES" dirty="0" err="1"/>
              <a:t>Mister</a:t>
            </a:r>
            <a:r>
              <a:rPr lang="es-ES" dirty="0"/>
              <a:t> Robot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61966A7-8B98-87A5-EBD8-106FEE869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614" y="1539876"/>
            <a:ext cx="6284468" cy="890299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1809AF12-9924-01B9-C6D3-6EF17A9B188E}"/>
              </a:ext>
            </a:extLst>
          </p:cNvPr>
          <p:cNvSpPr txBox="1"/>
          <p:nvPr/>
        </p:nvSpPr>
        <p:spPr>
          <a:xfrm>
            <a:off x="781050" y="10708348"/>
            <a:ext cx="7734300" cy="12872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dirty="0"/>
              <a:t>Un grupo de adolescentes cuya afición es piratear sistemas informáticos por diversión descubren los planes de un hacker para cometer un delito, y deciden tomar parte en ellos. 1995</a:t>
            </a:r>
          </a:p>
        </p:txBody>
      </p:sp>
      <p:pic>
        <p:nvPicPr>
          <p:cNvPr id="10" name="Imagen 9" descr="Un dibujo de un hombre&#10;&#10;Descripción generada automáticamente con confianza baja">
            <a:extLst>
              <a:ext uri="{FF2B5EF4-FFF2-40B4-BE49-F238E27FC236}">
                <a16:creationId xmlns:a16="http://schemas.microsoft.com/office/drawing/2014/main" id="{0A1F8C61-BFFE-A083-F6C5-5D0916FE0E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2184" y="1429238"/>
            <a:ext cx="6611366" cy="927911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7FB6F59-A038-B186-AD62-5ACF50E7B63D}"/>
              </a:ext>
            </a:extLst>
          </p:cNvPr>
          <p:cNvSpPr txBox="1"/>
          <p:nvPr/>
        </p:nvSpPr>
        <p:spPr>
          <a:xfrm>
            <a:off x="12496800" y="10872917"/>
            <a:ext cx="9391650" cy="12872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dirty="0"/>
              <a:t>Elliot </a:t>
            </a:r>
            <a:r>
              <a:rPr lang="es-ES" dirty="0" err="1"/>
              <a:t>Alderson</a:t>
            </a:r>
            <a:r>
              <a:rPr lang="es-ES" dirty="0"/>
              <a:t>, un brillante programador con problemas de ansiedad social, trabaja como ingeniero de ciberseguridad de día y como justiciero de noche. Su vida da un giro cuando unos </a:t>
            </a:r>
            <a:r>
              <a:rPr lang="es-ES" dirty="0" err="1"/>
              <a:t>ciberterroristas</a:t>
            </a:r>
            <a:r>
              <a:rPr lang="es-ES" dirty="0"/>
              <a:t> lo reclutan. 2019</a:t>
            </a:r>
          </a:p>
        </p:txBody>
      </p:sp>
      <p:pic>
        <p:nvPicPr>
          <p:cNvPr id="15" name="Google Shape;135;p8" descr="Cómo protegerse de los virus, piratas informáticos y demás ataques? |  Tecnología - ComputerHoy.com">
            <a:extLst>
              <a:ext uri="{FF2B5EF4-FFF2-40B4-BE49-F238E27FC236}">
                <a16:creationId xmlns:a16="http://schemas.microsoft.com/office/drawing/2014/main" id="{2D2BE020-A966-48A1-FAE7-2B9583FA575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666200" y="11897201"/>
            <a:ext cx="2717800" cy="18288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1799070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304A14-32D0-4873-B914-423ED7B8D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24384000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673AA9-254A-0A24-9CF3-8D68A330112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76400" y="730250"/>
            <a:ext cx="10775004" cy="2651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400" dirty="0"/>
              <a:t>¿Por </a:t>
            </a:r>
            <a:r>
              <a:rPr lang="en-US" sz="4400" dirty="0" err="1"/>
              <a:t>qué</a:t>
            </a:r>
            <a:r>
              <a:rPr lang="en-US" sz="4400" dirty="0"/>
              <a:t> </a:t>
            </a:r>
            <a:r>
              <a:rPr lang="en-US" sz="4400" dirty="0" err="1"/>
              <a:t>nos</a:t>
            </a:r>
            <a:r>
              <a:rPr lang="en-US" sz="4400" dirty="0"/>
              <a:t> </a:t>
            </a:r>
            <a:r>
              <a:rPr lang="en-US" sz="4400" dirty="0" err="1"/>
              <a:t>atacan</a:t>
            </a:r>
            <a:r>
              <a:rPr lang="en-US" sz="4400" dirty="0"/>
              <a:t>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6EA7F4-1C27-8396-2209-EDC9429EF05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676400" y="3651250"/>
            <a:ext cx="10775004" cy="870267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/>
            <a:r>
              <a:rPr lang="en-US" sz="2700" b="1" dirty="0" err="1"/>
              <a:t>Lucro</a:t>
            </a:r>
            <a:r>
              <a:rPr lang="en-US" sz="2700" b="1" dirty="0"/>
              <a:t> </a:t>
            </a:r>
            <a:r>
              <a:rPr lang="en-US" sz="2700" b="1" dirty="0" err="1"/>
              <a:t>económico</a:t>
            </a:r>
            <a:r>
              <a:rPr lang="en-US" sz="2700" dirty="0"/>
              <a:t>: </a:t>
            </a:r>
            <a:r>
              <a:rPr lang="en-US" sz="2700" dirty="0" err="1"/>
              <a:t>los</a:t>
            </a:r>
            <a:r>
              <a:rPr lang="en-US" sz="2700" dirty="0"/>
              <a:t> </a:t>
            </a:r>
            <a:r>
              <a:rPr lang="en-US" sz="2700" dirty="0" err="1"/>
              <a:t>ciberdelincuentes</a:t>
            </a:r>
            <a:r>
              <a:rPr lang="en-US" sz="2700" dirty="0"/>
              <a:t> </a:t>
            </a:r>
            <a:r>
              <a:rPr lang="en-US" sz="2700" dirty="0" err="1"/>
              <a:t>pueden</a:t>
            </a:r>
            <a:r>
              <a:rPr lang="en-US" sz="2700" dirty="0"/>
              <a:t> </a:t>
            </a:r>
            <a:r>
              <a:rPr lang="en-US" sz="2700" dirty="0" err="1"/>
              <a:t>llevar</a:t>
            </a:r>
            <a:r>
              <a:rPr lang="en-US" sz="2700" dirty="0"/>
              <a:t> a </a:t>
            </a:r>
            <a:r>
              <a:rPr lang="en-US" sz="2700" dirty="0" err="1"/>
              <a:t>cabo</a:t>
            </a:r>
            <a:r>
              <a:rPr lang="en-US" sz="2700" dirty="0"/>
              <a:t> </a:t>
            </a:r>
            <a:r>
              <a:rPr lang="en-US" sz="2700" dirty="0" err="1"/>
              <a:t>ataques</a:t>
            </a:r>
            <a:r>
              <a:rPr lang="en-US" sz="2700" dirty="0"/>
              <a:t> con </a:t>
            </a:r>
            <a:r>
              <a:rPr lang="en-US" sz="2700" dirty="0" err="1"/>
              <a:t>el</a:t>
            </a:r>
            <a:r>
              <a:rPr lang="en-US" sz="2700" dirty="0"/>
              <a:t> fin de </a:t>
            </a:r>
            <a:r>
              <a:rPr lang="en-US" sz="2700" dirty="0" err="1"/>
              <a:t>obtener</a:t>
            </a:r>
            <a:r>
              <a:rPr lang="en-US" sz="2700" dirty="0"/>
              <a:t> </a:t>
            </a:r>
            <a:r>
              <a:rPr lang="en-US" sz="2700" dirty="0" err="1"/>
              <a:t>beneficios</a:t>
            </a:r>
            <a:r>
              <a:rPr lang="en-US" sz="2700" dirty="0"/>
              <a:t> </a:t>
            </a:r>
            <a:r>
              <a:rPr lang="en-US" sz="2700" dirty="0" err="1"/>
              <a:t>económicos</a:t>
            </a:r>
            <a:r>
              <a:rPr lang="en-US" sz="2700" dirty="0"/>
              <a:t>, </a:t>
            </a:r>
            <a:r>
              <a:rPr lang="en-US" sz="2700" dirty="0" err="1"/>
              <a:t>como</a:t>
            </a:r>
            <a:r>
              <a:rPr lang="en-US" sz="2700" dirty="0"/>
              <a:t> </a:t>
            </a:r>
            <a:r>
              <a:rPr lang="en-US" sz="2700" dirty="0" err="1"/>
              <a:t>el</a:t>
            </a:r>
            <a:r>
              <a:rPr lang="en-US" sz="2700" dirty="0"/>
              <a:t> </a:t>
            </a:r>
            <a:r>
              <a:rPr lang="en-US" sz="2700" dirty="0" err="1"/>
              <a:t>robo</a:t>
            </a:r>
            <a:r>
              <a:rPr lang="en-US" sz="2700" dirty="0"/>
              <a:t> de </a:t>
            </a:r>
            <a:r>
              <a:rPr lang="en-US" sz="2700" dirty="0" err="1"/>
              <a:t>información</a:t>
            </a:r>
            <a:r>
              <a:rPr lang="en-US" sz="2700" dirty="0"/>
              <a:t> </a:t>
            </a:r>
            <a:r>
              <a:rPr lang="en-US" sz="2700" dirty="0" err="1"/>
              <a:t>financiera</a:t>
            </a:r>
            <a:r>
              <a:rPr lang="en-US" sz="2700" dirty="0"/>
              <a:t>, la </a:t>
            </a:r>
            <a:r>
              <a:rPr lang="en-US" sz="2700" dirty="0" err="1"/>
              <a:t>extorsión</a:t>
            </a:r>
            <a:r>
              <a:rPr lang="en-US" sz="2700" dirty="0"/>
              <a:t> de </a:t>
            </a:r>
            <a:r>
              <a:rPr lang="en-US" sz="2700" dirty="0" err="1"/>
              <a:t>empresas</a:t>
            </a:r>
            <a:r>
              <a:rPr lang="en-US" sz="2700" dirty="0"/>
              <a:t> y </a:t>
            </a:r>
            <a:r>
              <a:rPr lang="en-US" sz="2700" dirty="0" err="1"/>
              <a:t>el</a:t>
            </a:r>
            <a:r>
              <a:rPr lang="en-US" sz="2700" dirty="0"/>
              <a:t> </a:t>
            </a:r>
            <a:r>
              <a:rPr lang="en-US" sz="2700" dirty="0" err="1"/>
              <a:t>rescate</a:t>
            </a:r>
            <a:r>
              <a:rPr lang="en-US" sz="2700" dirty="0"/>
              <a:t> de </a:t>
            </a:r>
            <a:r>
              <a:rPr lang="en-US" sz="2700" dirty="0" err="1"/>
              <a:t>datos</a:t>
            </a:r>
            <a:r>
              <a:rPr lang="en-US" sz="2700" dirty="0"/>
              <a:t>.</a:t>
            </a:r>
          </a:p>
          <a:p>
            <a:pPr indent="-228600" defTabSz="914400"/>
            <a:r>
              <a:rPr lang="en-US" sz="2700" b="1" dirty="0" err="1"/>
              <a:t>Espionaje</a:t>
            </a:r>
            <a:r>
              <a:rPr lang="en-US" sz="2700" b="1" dirty="0"/>
              <a:t>: </a:t>
            </a:r>
            <a:r>
              <a:rPr lang="en-US" sz="2700" dirty="0" err="1"/>
              <a:t>los</a:t>
            </a:r>
            <a:r>
              <a:rPr lang="en-US" sz="2700" dirty="0"/>
              <a:t> </a:t>
            </a:r>
            <a:r>
              <a:rPr lang="en-US" sz="2700" dirty="0" err="1"/>
              <a:t>gobiernos</a:t>
            </a:r>
            <a:r>
              <a:rPr lang="en-US" sz="2700" dirty="0"/>
              <a:t> y </a:t>
            </a:r>
            <a:r>
              <a:rPr lang="en-US" sz="2700" dirty="0" err="1"/>
              <a:t>otros</a:t>
            </a:r>
            <a:r>
              <a:rPr lang="en-US" sz="2700" dirty="0"/>
              <a:t> </a:t>
            </a:r>
            <a:r>
              <a:rPr lang="en-US" sz="2700" dirty="0" err="1"/>
              <a:t>grupos</a:t>
            </a:r>
            <a:r>
              <a:rPr lang="en-US" sz="2700" dirty="0"/>
              <a:t> </a:t>
            </a:r>
            <a:r>
              <a:rPr lang="en-US" sz="2700" dirty="0" err="1"/>
              <a:t>pueden</a:t>
            </a:r>
            <a:r>
              <a:rPr lang="en-US" sz="2700" dirty="0"/>
              <a:t> </a:t>
            </a:r>
            <a:r>
              <a:rPr lang="en-US" sz="2700" dirty="0" err="1"/>
              <a:t>llevar</a:t>
            </a:r>
            <a:r>
              <a:rPr lang="en-US" sz="2700" dirty="0"/>
              <a:t> a </a:t>
            </a:r>
            <a:r>
              <a:rPr lang="en-US" sz="2700" dirty="0" err="1"/>
              <a:t>cabo</a:t>
            </a:r>
            <a:r>
              <a:rPr lang="en-US" sz="2700" dirty="0"/>
              <a:t> </a:t>
            </a:r>
            <a:r>
              <a:rPr lang="en-US" sz="2700" dirty="0" err="1"/>
              <a:t>ataques</a:t>
            </a:r>
            <a:r>
              <a:rPr lang="en-US" sz="2700" dirty="0"/>
              <a:t> para </a:t>
            </a:r>
            <a:r>
              <a:rPr lang="en-US" sz="2700" dirty="0" err="1"/>
              <a:t>recopilar</a:t>
            </a:r>
            <a:r>
              <a:rPr lang="en-US" sz="2700" dirty="0"/>
              <a:t> </a:t>
            </a:r>
            <a:r>
              <a:rPr lang="en-US" sz="2700" dirty="0" err="1"/>
              <a:t>información</a:t>
            </a:r>
            <a:r>
              <a:rPr lang="en-US" sz="2700" dirty="0"/>
              <a:t> </a:t>
            </a:r>
            <a:r>
              <a:rPr lang="en-US" sz="2700" dirty="0" err="1"/>
              <a:t>confidencial</a:t>
            </a:r>
            <a:r>
              <a:rPr lang="en-US" sz="2700" dirty="0"/>
              <a:t> de </a:t>
            </a:r>
            <a:r>
              <a:rPr lang="en-US" sz="2700" dirty="0" err="1"/>
              <a:t>otras</a:t>
            </a:r>
            <a:r>
              <a:rPr lang="en-US" sz="2700" dirty="0"/>
              <a:t> </a:t>
            </a:r>
            <a:r>
              <a:rPr lang="en-US" sz="2700" dirty="0" err="1"/>
              <a:t>naciones</a:t>
            </a:r>
            <a:r>
              <a:rPr lang="en-US" sz="2700" dirty="0"/>
              <a:t> o </a:t>
            </a:r>
            <a:r>
              <a:rPr lang="en-US" sz="2700" dirty="0" err="1"/>
              <a:t>empresas</a:t>
            </a:r>
            <a:r>
              <a:rPr lang="en-US" sz="2700" dirty="0"/>
              <a:t>.</a:t>
            </a:r>
          </a:p>
          <a:p>
            <a:pPr indent="-228600" defTabSz="914400"/>
            <a:r>
              <a:rPr lang="en-US" sz="2700" b="1" dirty="0" err="1"/>
              <a:t>Activismo</a:t>
            </a:r>
            <a:r>
              <a:rPr lang="en-US" sz="2700" b="1" dirty="0"/>
              <a:t> </a:t>
            </a:r>
            <a:r>
              <a:rPr lang="en-US" sz="2700" b="1" dirty="0" err="1"/>
              <a:t>político</a:t>
            </a:r>
            <a:r>
              <a:rPr lang="en-US" sz="2700" dirty="0"/>
              <a:t>: </a:t>
            </a:r>
            <a:r>
              <a:rPr lang="en-US" sz="2700" dirty="0" err="1"/>
              <a:t>los</a:t>
            </a:r>
            <a:r>
              <a:rPr lang="en-US" sz="2700" dirty="0"/>
              <a:t> </a:t>
            </a:r>
            <a:r>
              <a:rPr lang="en-US" sz="2700" dirty="0" err="1"/>
              <a:t>grupos</a:t>
            </a:r>
            <a:r>
              <a:rPr lang="en-US" sz="2700" dirty="0"/>
              <a:t> de </a:t>
            </a:r>
            <a:r>
              <a:rPr lang="en-US" sz="2700" dirty="0" err="1"/>
              <a:t>hacktivistas</a:t>
            </a:r>
            <a:r>
              <a:rPr lang="en-US" sz="2700" dirty="0"/>
              <a:t> </a:t>
            </a:r>
            <a:r>
              <a:rPr lang="en-US" sz="2700" dirty="0" err="1"/>
              <a:t>pueden</a:t>
            </a:r>
            <a:r>
              <a:rPr lang="en-US" sz="2700" dirty="0"/>
              <a:t> </a:t>
            </a:r>
            <a:r>
              <a:rPr lang="en-US" sz="2700" dirty="0" err="1"/>
              <a:t>llevar</a:t>
            </a:r>
            <a:r>
              <a:rPr lang="en-US" sz="2700" dirty="0"/>
              <a:t> a </a:t>
            </a:r>
            <a:r>
              <a:rPr lang="en-US" sz="2700" dirty="0" err="1"/>
              <a:t>cabo</a:t>
            </a:r>
            <a:r>
              <a:rPr lang="en-US" sz="2700" dirty="0"/>
              <a:t> </a:t>
            </a:r>
            <a:r>
              <a:rPr lang="en-US" sz="2700" dirty="0" err="1"/>
              <a:t>ataques</a:t>
            </a:r>
            <a:r>
              <a:rPr lang="en-US" sz="2700" dirty="0"/>
              <a:t> para </a:t>
            </a:r>
            <a:r>
              <a:rPr lang="en-US" sz="2700" dirty="0" err="1"/>
              <a:t>protestar</a:t>
            </a:r>
            <a:r>
              <a:rPr lang="en-US" sz="2700" dirty="0"/>
              <a:t> o </a:t>
            </a:r>
            <a:r>
              <a:rPr lang="en-US" sz="2700" dirty="0" err="1"/>
              <a:t>hacer</a:t>
            </a:r>
            <a:r>
              <a:rPr lang="en-US" sz="2700" dirty="0"/>
              <a:t> </a:t>
            </a:r>
            <a:r>
              <a:rPr lang="en-US" sz="2700" dirty="0" err="1"/>
              <a:t>campaña</a:t>
            </a:r>
            <a:r>
              <a:rPr lang="en-US" sz="2700" dirty="0"/>
              <a:t> </a:t>
            </a:r>
            <a:r>
              <a:rPr lang="en-US" sz="2700" dirty="0" err="1"/>
              <a:t>por</a:t>
            </a:r>
            <a:r>
              <a:rPr lang="en-US" sz="2700" dirty="0"/>
              <a:t> </a:t>
            </a:r>
            <a:r>
              <a:rPr lang="en-US" sz="2700" dirty="0" err="1"/>
              <a:t>una</a:t>
            </a:r>
            <a:r>
              <a:rPr lang="en-US" sz="2700" dirty="0"/>
              <a:t> causa </a:t>
            </a:r>
            <a:r>
              <a:rPr lang="en-US" sz="2700" dirty="0" err="1"/>
              <a:t>política</a:t>
            </a:r>
            <a:r>
              <a:rPr lang="en-US" sz="2700" dirty="0"/>
              <a:t> o social.</a:t>
            </a:r>
          </a:p>
          <a:p>
            <a:pPr indent="-228600" defTabSz="914400"/>
            <a:r>
              <a:rPr lang="en-US" sz="2700" b="1" dirty="0" err="1"/>
              <a:t>Sabotaje</a:t>
            </a:r>
            <a:r>
              <a:rPr lang="en-US" sz="2700" b="1" dirty="0"/>
              <a:t>: </a:t>
            </a:r>
            <a:r>
              <a:rPr lang="en-US" sz="2700" dirty="0" err="1"/>
              <a:t>los</a:t>
            </a:r>
            <a:r>
              <a:rPr lang="en-US" sz="2700" dirty="0"/>
              <a:t> </a:t>
            </a:r>
            <a:r>
              <a:rPr lang="en-US" sz="2700" dirty="0" err="1"/>
              <a:t>ataques</a:t>
            </a:r>
            <a:r>
              <a:rPr lang="en-US" sz="2700" dirty="0"/>
              <a:t> </a:t>
            </a:r>
            <a:r>
              <a:rPr lang="en-US" sz="2700" dirty="0" err="1"/>
              <a:t>pueden</a:t>
            </a:r>
            <a:r>
              <a:rPr lang="en-US" sz="2700" dirty="0"/>
              <a:t> ser </a:t>
            </a:r>
            <a:r>
              <a:rPr lang="en-US" sz="2700" dirty="0" err="1"/>
              <a:t>llevados</a:t>
            </a:r>
            <a:r>
              <a:rPr lang="en-US" sz="2700" dirty="0"/>
              <a:t> a </a:t>
            </a:r>
            <a:r>
              <a:rPr lang="en-US" sz="2700" dirty="0" err="1"/>
              <a:t>cabo</a:t>
            </a:r>
            <a:r>
              <a:rPr lang="en-US" sz="2700" dirty="0"/>
              <a:t> con </a:t>
            </a:r>
            <a:r>
              <a:rPr lang="en-US" sz="2700" dirty="0" err="1"/>
              <a:t>el</a:t>
            </a:r>
            <a:r>
              <a:rPr lang="en-US" sz="2700" dirty="0"/>
              <a:t> fin de </a:t>
            </a:r>
            <a:r>
              <a:rPr lang="en-US" sz="2700" dirty="0" err="1"/>
              <a:t>dañar</a:t>
            </a:r>
            <a:r>
              <a:rPr lang="en-US" sz="2700" dirty="0"/>
              <a:t> la </a:t>
            </a:r>
            <a:r>
              <a:rPr lang="en-US" sz="2700" dirty="0" err="1"/>
              <a:t>reputación</a:t>
            </a:r>
            <a:r>
              <a:rPr lang="en-US" sz="2700" dirty="0"/>
              <a:t> de </a:t>
            </a:r>
            <a:r>
              <a:rPr lang="en-US" sz="2700" dirty="0" err="1"/>
              <a:t>una</a:t>
            </a:r>
            <a:r>
              <a:rPr lang="en-US" sz="2700" dirty="0"/>
              <a:t> </a:t>
            </a:r>
            <a:r>
              <a:rPr lang="en-US" sz="2700" dirty="0" err="1"/>
              <a:t>empresa</a:t>
            </a:r>
            <a:r>
              <a:rPr lang="en-US" sz="2700" dirty="0"/>
              <a:t>, </a:t>
            </a:r>
            <a:r>
              <a:rPr lang="en-US" sz="2700" dirty="0" err="1"/>
              <a:t>interferir</a:t>
            </a:r>
            <a:r>
              <a:rPr lang="en-US" sz="2700" dirty="0"/>
              <a:t> con sus </a:t>
            </a:r>
            <a:r>
              <a:rPr lang="en-US" sz="2700" dirty="0" err="1"/>
              <a:t>operaciones</a:t>
            </a:r>
            <a:r>
              <a:rPr lang="en-US" sz="2700" dirty="0"/>
              <a:t> o </a:t>
            </a:r>
            <a:r>
              <a:rPr lang="en-US" sz="2700" dirty="0" err="1"/>
              <a:t>causar</a:t>
            </a:r>
            <a:r>
              <a:rPr lang="en-US" sz="2700" dirty="0"/>
              <a:t> </a:t>
            </a:r>
            <a:r>
              <a:rPr lang="en-US" sz="2700" dirty="0" err="1"/>
              <a:t>daños</a:t>
            </a:r>
            <a:r>
              <a:rPr lang="en-US" sz="2700" dirty="0"/>
              <a:t> </a:t>
            </a:r>
            <a:r>
              <a:rPr lang="en-US" sz="2700" dirty="0" err="1"/>
              <a:t>físicos</a:t>
            </a:r>
            <a:r>
              <a:rPr lang="en-US" sz="2700" dirty="0"/>
              <a:t>.</a:t>
            </a:r>
          </a:p>
          <a:p>
            <a:pPr indent="-228600" defTabSz="914400"/>
            <a:r>
              <a:rPr lang="en-US" sz="2700" b="1" dirty="0" err="1"/>
              <a:t>Experimentación</a:t>
            </a:r>
            <a:r>
              <a:rPr lang="en-US" sz="2700" b="1" dirty="0"/>
              <a:t>: </a:t>
            </a:r>
            <a:r>
              <a:rPr lang="en-US" sz="2700" dirty="0" err="1"/>
              <a:t>los</a:t>
            </a:r>
            <a:r>
              <a:rPr lang="en-US" sz="2700" dirty="0"/>
              <a:t> hackers </a:t>
            </a:r>
            <a:r>
              <a:rPr lang="en-US" sz="2700" dirty="0" err="1"/>
              <a:t>pueden</a:t>
            </a:r>
            <a:r>
              <a:rPr lang="en-US" sz="2700" dirty="0"/>
              <a:t> </a:t>
            </a:r>
            <a:r>
              <a:rPr lang="en-US" sz="2700" dirty="0" err="1"/>
              <a:t>realizar</a:t>
            </a:r>
            <a:r>
              <a:rPr lang="en-US" sz="2700" dirty="0"/>
              <a:t> </a:t>
            </a:r>
            <a:r>
              <a:rPr lang="en-US" sz="2700" dirty="0" err="1"/>
              <a:t>ataques</a:t>
            </a:r>
            <a:r>
              <a:rPr lang="en-US" sz="2700" dirty="0"/>
              <a:t> </a:t>
            </a:r>
            <a:r>
              <a:rPr lang="en-US" sz="2700" dirty="0" err="1"/>
              <a:t>como</a:t>
            </a:r>
            <a:r>
              <a:rPr lang="en-US" sz="2700" dirty="0"/>
              <a:t> </a:t>
            </a:r>
            <a:r>
              <a:rPr lang="en-US" sz="2700" dirty="0" err="1"/>
              <a:t>una</a:t>
            </a:r>
            <a:r>
              <a:rPr lang="en-US" sz="2700" dirty="0"/>
              <a:t> forma de </a:t>
            </a:r>
            <a:r>
              <a:rPr lang="en-US" sz="2700" dirty="0" err="1"/>
              <a:t>probar</a:t>
            </a:r>
            <a:r>
              <a:rPr lang="en-US" sz="2700" dirty="0"/>
              <a:t> sus </a:t>
            </a:r>
            <a:r>
              <a:rPr lang="en-US" sz="2700" dirty="0" err="1"/>
              <a:t>habilidades</a:t>
            </a:r>
            <a:r>
              <a:rPr lang="en-US" sz="2700" dirty="0"/>
              <a:t> </a:t>
            </a:r>
            <a:r>
              <a:rPr lang="en-US" sz="2700" dirty="0" err="1"/>
              <a:t>técnicas</a:t>
            </a:r>
            <a:r>
              <a:rPr lang="en-US" sz="2700" dirty="0"/>
              <a:t> y </a:t>
            </a:r>
            <a:r>
              <a:rPr lang="en-US" sz="2700" dirty="0" err="1"/>
              <a:t>demostrar</a:t>
            </a:r>
            <a:r>
              <a:rPr lang="en-US" sz="2700" dirty="0"/>
              <a:t> </a:t>
            </a:r>
            <a:r>
              <a:rPr lang="en-US" sz="2700" dirty="0" err="1"/>
              <a:t>su</a:t>
            </a:r>
            <a:r>
              <a:rPr lang="en-US" sz="2700" dirty="0"/>
              <a:t> </a:t>
            </a:r>
            <a:r>
              <a:rPr lang="en-US" sz="2700" dirty="0" err="1"/>
              <a:t>destreza</a:t>
            </a:r>
            <a:r>
              <a:rPr lang="en-US" sz="2700" dirty="0"/>
              <a:t>.</a:t>
            </a:r>
          </a:p>
          <a:p>
            <a:pPr indent="-228600" defTabSz="914400"/>
            <a:r>
              <a:rPr lang="en-US" sz="2700" b="1" dirty="0" err="1"/>
              <a:t>Venganza</a:t>
            </a:r>
            <a:r>
              <a:rPr lang="en-US" sz="2700" b="1" dirty="0"/>
              <a:t>: </a:t>
            </a:r>
            <a:r>
              <a:rPr lang="en-US" sz="2700" dirty="0" err="1"/>
              <a:t>los</a:t>
            </a:r>
            <a:r>
              <a:rPr lang="en-US" sz="2700" dirty="0"/>
              <a:t> </a:t>
            </a:r>
            <a:r>
              <a:rPr lang="en-US" sz="2700" dirty="0" err="1"/>
              <a:t>ataques</a:t>
            </a:r>
            <a:r>
              <a:rPr lang="en-US" sz="2700" dirty="0"/>
              <a:t> </a:t>
            </a:r>
            <a:r>
              <a:rPr lang="en-US" sz="2700" dirty="0" err="1"/>
              <a:t>pueden</a:t>
            </a:r>
            <a:r>
              <a:rPr lang="en-US" sz="2700" dirty="0"/>
              <a:t> ser </a:t>
            </a:r>
            <a:r>
              <a:rPr lang="en-US" sz="2700" dirty="0" err="1"/>
              <a:t>llevados</a:t>
            </a:r>
            <a:r>
              <a:rPr lang="en-US" sz="2700" dirty="0"/>
              <a:t> a </a:t>
            </a:r>
            <a:r>
              <a:rPr lang="en-US" sz="2700" dirty="0" err="1"/>
              <a:t>cabo</a:t>
            </a:r>
            <a:r>
              <a:rPr lang="en-US" sz="2700" dirty="0"/>
              <a:t> </a:t>
            </a:r>
            <a:r>
              <a:rPr lang="en-US" sz="2700" dirty="0" err="1"/>
              <a:t>como</a:t>
            </a:r>
            <a:r>
              <a:rPr lang="en-US" sz="2700" dirty="0"/>
              <a:t> un </a:t>
            </a:r>
            <a:r>
              <a:rPr lang="en-US" sz="2700" dirty="0" err="1"/>
              <a:t>acto</a:t>
            </a:r>
            <a:r>
              <a:rPr lang="en-US" sz="2700" dirty="0"/>
              <a:t> de </a:t>
            </a:r>
            <a:r>
              <a:rPr lang="en-US" sz="2700" dirty="0" err="1"/>
              <a:t>venganza</a:t>
            </a:r>
            <a:r>
              <a:rPr lang="en-US" sz="2700" dirty="0"/>
              <a:t> contra </a:t>
            </a:r>
            <a:r>
              <a:rPr lang="en-US" sz="2700" dirty="0" err="1"/>
              <a:t>una</a:t>
            </a:r>
            <a:r>
              <a:rPr lang="en-US" sz="2700" dirty="0"/>
              <a:t> </a:t>
            </a:r>
            <a:r>
              <a:rPr lang="en-US" sz="2700" dirty="0" err="1"/>
              <a:t>empresa</a:t>
            </a:r>
            <a:r>
              <a:rPr lang="en-US" sz="2700" dirty="0"/>
              <a:t> o </a:t>
            </a:r>
            <a:r>
              <a:rPr lang="en-US" sz="2700" dirty="0" err="1"/>
              <a:t>individuo</a:t>
            </a:r>
            <a:r>
              <a:rPr lang="en-US" sz="2700" dirty="0"/>
              <a:t> </a:t>
            </a:r>
            <a:r>
              <a:rPr lang="en-US" sz="2700" dirty="0" err="1"/>
              <a:t>específico</a:t>
            </a:r>
            <a:r>
              <a:rPr lang="en-US" sz="2700" dirty="0"/>
              <a:t>.</a:t>
            </a:r>
          </a:p>
          <a:p>
            <a:pPr indent="-228600" defTabSz="914400"/>
            <a:endParaRPr lang="en-US" sz="2700" dirty="0"/>
          </a:p>
        </p:txBody>
      </p:sp>
      <p:pic>
        <p:nvPicPr>
          <p:cNvPr id="4" name="Google Shape;135;p8" descr="Cómo protegerse de los virus, piratas informáticos y demás ataques? |  Tecnología - ComputerHoy.com">
            <a:extLst>
              <a:ext uri="{FF2B5EF4-FFF2-40B4-BE49-F238E27FC236}">
                <a16:creationId xmlns:a16="http://schemas.microsoft.com/office/drawing/2014/main" id="{D5B5FD6D-9F7C-1560-B48E-3DC09EEFAA2D}"/>
              </a:ext>
            </a:extLst>
          </p:cNvPr>
          <p:cNvPicPr preferRelativeResize="0"/>
          <p:nvPr/>
        </p:nvPicPr>
        <p:blipFill rotWithShape="1">
          <a:blip r:embed="rId2"/>
          <a:srcRect l="19131" r="14226"/>
          <a:stretch/>
        </p:blipFill>
        <p:spPr>
          <a:xfrm>
            <a:off x="13242588" y="2590832"/>
            <a:ext cx="11141412" cy="11125168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  <a:noFill/>
        </p:spPr>
      </p:pic>
      <p:sp>
        <p:nvSpPr>
          <p:cNvPr id="11" name="!!Oval">
            <a:extLst>
              <a:ext uri="{FF2B5EF4-FFF2-40B4-BE49-F238E27FC236}">
                <a16:creationId xmlns:a16="http://schemas.microsoft.com/office/drawing/2014/main" id="{1D460C86-854F-4FB3-ABC2-E823D8FEB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286902" y="3312294"/>
            <a:ext cx="1092200" cy="1092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!!Arc">
            <a:extLst>
              <a:ext uri="{FF2B5EF4-FFF2-40B4-BE49-F238E27FC236}">
                <a16:creationId xmlns:a16="http://schemas.microsoft.com/office/drawing/2014/main" id="{BB48116A-278A-4CC5-89D3-9DE8E8FF1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69478" y="1175032"/>
            <a:ext cx="5975798" cy="5975798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898024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4A27E-18D6-4725-8656-B06F71F2CBC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55600"/>
            <a:ext cx="21005800" cy="2286000"/>
          </a:xfrm>
        </p:spPr>
        <p:txBody>
          <a:bodyPr/>
          <a:lstStyle/>
          <a:p>
            <a:r>
              <a:rPr lang="es-ES" dirty="0"/>
              <a:t>Desmintiendo otro mito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3C2C32-3965-DF12-FC6A-624E9C75F90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146300"/>
            <a:ext cx="21005800" cy="4921250"/>
          </a:xfrm>
        </p:spPr>
        <p:txBody>
          <a:bodyPr/>
          <a:lstStyle/>
          <a:p>
            <a:r>
              <a:rPr lang="es-ES" dirty="0"/>
              <a:t>No soy tan importante como para que me ataquen, tengo un dispositivo electrónico, sea una Tablet, móvil portátil. para ver series, películas, escribir algún documento, mis redes sociales, el banco, hacienda. </a:t>
            </a:r>
          </a:p>
          <a:p>
            <a:pPr marL="0" indent="0" algn="ctr">
              <a:buNone/>
            </a:pPr>
            <a:r>
              <a:rPr lang="es-ES" sz="7200" b="1" dirty="0"/>
              <a:t>¡Todo somos posibles victimas!</a:t>
            </a:r>
          </a:p>
        </p:txBody>
      </p:sp>
      <p:pic>
        <p:nvPicPr>
          <p:cNvPr id="5" name="Imagen 4" descr="Texto, Pizarra&#10;&#10;Descripción generada automáticamente">
            <a:extLst>
              <a:ext uri="{FF2B5EF4-FFF2-40B4-BE49-F238E27FC236}">
                <a16:creationId xmlns:a16="http://schemas.microsoft.com/office/drawing/2014/main" id="{682DF406-E45A-44ED-7906-827577EB8D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875" y="622300"/>
            <a:ext cx="2609850" cy="1752600"/>
          </a:xfrm>
          <a:prstGeom prst="rect">
            <a:avLst/>
          </a:prstGeom>
        </p:spPr>
      </p:pic>
      <p:pic>
        <p:nvPicPr>
          <p:cNvPr id="6" name="Google Shape;135;p8" descr="Cómo protegerse de los virus, piratas informáticos y demás ataques? |  Tecnología - ComputerHoy.com">
            <a:extLst>
              <a:ext uri="{FF2B5EF4-FFF2-40B4-BE49-F238E27FC236}">
                <a16:creationId xmlns:a16="http://schemas.microsoft.com/office/drawing/2014/main" id="{37213716-1AFB-D2A2-94F2-95E5E54368B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666200" y="11897201"/>
            <a:ext cx="2717800" cy="182880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B667580-7135-05D1-8451-F8324B8D31B8}"/>
              </a:ext>
            </a:extLst>
          </p:cNvPr>
          <p:cNvSpPr txBox="1"/>
          <p:nvPr/>
        </p:nvSpPr>
        <p:spPr>
          <a:xfrm>
            <a:off x="657225" y="8675391"/>
            <a:ext cx="23069550" cy="30940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4400" dirty="0"/>
              <a:t>No, eso es otro error, no es cuestión de no usar los medios tecnológicos es simplemente tener cuidado, igual que cerramos la puerta de casa, o tenemos una puerta blindada, alarma en el coche, etc. </a:t>
            </a:r>
            <a:r>
              <a:rPr lang="es-ES" sz="4800" b="1" dirty="0"/>
              <a:t>PRECAUCIÓN AMIGO CIBERNAUTA, NO MIEDO.</a:t>
            </a:r>
            <a:endParaRPr lang="es-ES" sz="4400" b="1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6750B522-F391-EBE2-4C59-3B3E74A38631}"/>
              </a:ext>
            </a:extLst>
          </p:cNvPr>
          <p:cNvSpPr txBox="1">
            <a:spLocks/>
          </p:cNvSpPr>
          <p:nvPr/>
        </p:nvSpPr>
        <p:spPr>
          <a:xfrm>
            <a:off x="152400" y="6755519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chemeClr val="accent1">
                    <a:hueOff val="-176470"/>
                    <a:satOff val="-53329"/>
                    <a:lumOff val="-11960"/>
                  </a:schemeClr>
                </a:solidFill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swald Regular"/>
              </a:defRPr>
            </a:lvl1pPr>
            <a:lvl2pPr marL="0" marR="0" indent="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chemeClr val="accent1">
                    <a:hueOff val="-176470"/>
                    <a:satOff val="-53329"/>
                    <a:lumOff val="-11960"/>
                  </a:schemeClr>
                </a:solidFill>
                <a:uFillTx/>
                <a:latin typeface="Oswald Regular"/>
                <a:ea typeface="Oswald Regular"/>
                <a:cs typeface="Oswald Regular"/>
                <a:sym typeface="Oswald Regular"/>
              </a:defRPr>
            </a:lvl2pPr>
            <a:lvl3pPr marL="0" marR="0" indent="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chemeClr val="accent1">
                    <a:hueOff val="-176470"/>
                    <a:satOff val="-53329"/>
                    <a:lumOff val="-11960"/>
                  </a:schemeClr>
                </a:solidFill>
                <a:uFillTx/>
                <a:latin typeface="Oswald Regular"/>
                <a:ea typeface="Oswald Regular"/>
                <a:cs typeface="Oswald Regular"/>
                <a:sym typeface="Oswald Regular"/>
              </a:defRPr>
            </a:lvl3pPr>
            <a:lvl4pPr marL="0" marR="0" indent="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chemeClr val="accent1">
                    <a:hueOff val="-176470"/>
                    <a:satOff val="-53329"/>
                    <a:lumOff val="-11960"/>
                  </a:schemeClr>
                </a:solidFill>
                <a:uFillTx/>
                <a:latin typeface="Oswald Regular"/>
                <a:ea typeface="Oswald Regular"/>
                <a:cs typeface="Oswald Regular"/>
                <a:sym typeface="Oswald Regular"/>
              </a:defRPr>
            </a:lvl4pPr>
            <a:lvl5pPr marL="0" marR="0" indent="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chemeClr val="accent1">
                    <a:hueOff val="-176470"/>
                    <a:satOff val="-53329"/>
                    <a:lumOff val="-11960"/>
                  </a:schemeClr>
                </a:solidFill>
                <a:uFillTx/>
                <a:latin typeface="Oswald Regular"/>
                <a:ea typeface="Oswald Regular"/>
                <a:cs typeface="Oswald Regular"/>
                <a:sym typeface="Oswald Regular"/>
              </a:defRPr>
            </a:lvl5pPr>
            <a:lvl6pPr marL="0" marR="0" indent="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chemeClr val="accent1">
                    <a:hueOff val="-176470"/>
                    <a:satOff val="-53329"/>
                    <a:lumOff val="-11960"/>
                  </a:schemeClr>
                </a:solidFill>
                <a:uFillTx/>
                <a:latin typeface="Oswald Regular"/>
                <a:ea typeface="Oswald Regular"/>
                <a:cs typeface="Oswald Regular"/>
                <a:sym typeface="Oswald Regular"/>
              </a:defRPr>
            </a:lvl6pPr>
            <a:lvl7pPr marL="0" marR="0" indent="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chemeClr val="accent1">
                    <a:hueOff val="-176470"/>
                    <a:satOff val="-53329"/>
                    <a:lumOff val="-11960"/>
                  </a:schemeClr>
                </a:solidFill>
                <a:uFillTx/>
                <a:latin typeface="Oswald Regular"/>
                <a:ea typeface="Oswald Regular"/>
                <a:cs typeface="Oswald Regular"/>
                <a:sym typeface="Oswald Regular"/>
              </a:defRPr>
            </a:lvl7pPr>
            <a:lvl8pPr marL="0" marR="0" indent="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chemeClr val="accent1">
                    <a:hueOff val="-176470"/>
                    <a:satOff val="-53329"/>
                    <a:lumOff val="-11960"/>
                  </a:schemeClr>
                </a:solidFill>
                <a:uFillTx/>
                <a:latin typeface="Oswald Regular"/>
                <a:ea typeface="Oswald Regular"/>
                <a:cs typeface="Oswald Regular"/>
                <a:sym typeface="Oswald Regular"/>
              </a:defRPr>
            </a:lvl8pPr>
            <a:lvl9pPr marL="0" marR="0" indent="0" algn="l" defTabSz="825500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chemeClr val="accent1">
                    <a:hueOff val="-176470"/>
                    <a:satOff val="-53329"/>
                    <a:lumOff val="-11960"/>
                  </a:schemeClr>
                </a:solidFill>
                <a:uFillTx/>
                <a:latin typeface="Oswald Regular"/>
                <a:ea typeface="Oswald Regular"/>
                <a:cs typeface="Oswald Regular"/>
                <a:sym typeface="Oswald Regular"/>
              </a:defRPr>
            </a:lvl9pPr>
          </a:lstStyle>
          <a:p>
            <a:pPr hangingPunct="1"/>
            <a:r>
              <a:rPr lang="es-ES" dirty="0"/>
              <a:t>Solución: Vuelvo a lo analógico.</a:t>
            </a:r>
          </a:p>
        </p:txBody>
      </p:sp>
      <p:pic>
        <p:nvPicPr>
          <p:cNvPr id="10" name="Imagen 9" descr="Texto, Pizarra&#10;&#10;Descripción generada automáticamente">
            <a:extLst>
              <a:ext uri="{FF2B5EF4-FFF2-40B4-BE49-F238E27FC236}">
                <a16:creationId xmlns:a16="http://schemas.microsoft.com/office/drawing/2014/main" id="{13D42EA5-B24E-6CB6-31D7-F74444C17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950" y="6755519"/>
            <a:ext cx="260985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75718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94842B0-684D-44CC-B4BC-D13331CFD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77904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2A6F42D-023E-AC05-AAF4-24493946809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80160" y="658368"/>
            <a:ext cx="13789152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1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Como </a:t>
            </a:r>
            <a:r>
              <a:rPr lang="en-US" sz="13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nos</a:t>
            </a:r>
            <a:r>
              <a:rPr lang="en-US" sz="1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3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atacan</a:t>
            </a:r>
            <a:endParaRPr lang="en-US" sz="1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4C2A3DC3-F495-4B99-9FF3-3FB30D632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17904" y="4791456"/>
            <a:ext cx="8487178" cy="36576"/>
          </a:xfrm>
          <a:custGeom>
            <a:avLst/>
            <a:gdLst>
              <a:gd name="connsiteX0" fmla="*/ 0 w 8487178"/>
              <a:gd name="connsiteY0" fmla="*/ 0 h 36576"/>
              <a:gd name="connsiteX1" fmla="*/ 737732 w 8487178"/>
              <a:gd name="connsiteY1" fmla="*/ 0 h 36576"/>
              <a:gd name="connsiteX2" fmla="*/ 1560335 w 8487178"/>
              <a:gd name="connsiteY2" fmla="*/ 0 h 36576"/>
              <a:gd name="connsiteX3" fmla="*/ 1958580 w 8487178"/>
              <a:gd name="connsiteY3" fmla="*/ 0 h 36576"/>
              <a:gd name="connsiteX4" fmla="*/ 2526568 w 8487178"/>
              <a:gd name="connsiteY4" fmla="*/ 0 h 36576"/>
              <a:gd name="connsiteX5" fmla="*/ 2924812 w 8487178"/>
              <a:gd name="connsiteY5" fmla="*/ 0 h 36576"/>
              <a:gd name="connsiteX6" fmla="*/ 3577672 w 8487178"/>
              <a:gd name="connsiteY6" fmla="*/ 0 h 36576"/>
              <a:gd name="connsiteX7" fmla="*/ 4145660 w 8487178"/>
              <a:gd name="connsiteY7" fmla="*/ 0 h 36576"/>
              <a:gd name="connsiteX8" fmla="*/ 4883392 w 8487178"/>
              <a:gd name="connsiteY8" fmla="*/ 0 h 36576"/>
              <a:gd name="connsiteX9" fmla="*/ 5705995 w 8487178"/>
              <a:gd name="connsiteY9" fmla="*/ 0 h 36576"/>
              <a:gd name="connsiteX10" fmla="*/ 6358855 w 8487178"/>
              <a:gd name="connsiteY10" fmla="*/ 0 h 36576"/>
              <a:gd name="connsiteX11" fmla="*/ 7181458 w 8487178"/>
              <a:gd name="connsiteY11" fmla="*/ 0 h 36576"/>
              <a:gd name="connsiteX12" fmla="*/ 7834318 w 8487178"/>
              <a:gd name="connsiteY12" fmla="*/ 0 h 36576"/>
              <a:gd name="connsiteX13" fmla="*/ 8487178 w 8487178"/>
              <a:gd name="connsiteY13" fmla="*/ 0 h 36576"/>
              <a:gd name="connsiteX14" fmla="*/ 8487178 w 8487178"/>
              <a:gd name="connsiteY14" fmla="*/ 36576 h 36576"/>
              <a:gd name="connsiteX15" fmla="*/ 7834318 w 8487178"/>
              <a:gd name="connsiteY15" fmla="*/ 36576 h 36576"/>
              <a:gd name="connsiteX16" fmla="*/ 7351202 w 8487178"/>
              <a:gd name="connsiteY16" fmla="*/ 36576 h 36576"/>
              <a:gd name="connsiteX17" fmla="*/ 6952957 w 8487178"/>
              <a:gd name="connsiteY17" fmla="*/ 36576 h 36576"/>
              <a:gd name="connsiteX18" fmla="*/ 6384969 w 8487178"/>
              <a:gd name="connsiteY18" fmla="*/ 36576 h 36576"/>
              <a:gd name="connsiteX19" fmla="*/ 5732109 w 8487178"/>
              <a:gd name="connsiteY19" fmla="*/ 36576 h 36576"/>
              <a:gd name="connsiteX20" fmla="*/ 5164121 w 8487178"/>
              <a:gd name="connsiteY20" fmla="*/ 36576 h 36576"/>
              <a:gd name="connsiteX21" fmla="*/ 4681005 w 8487178"/>
              <a:gd name="connsiteY21" fmla="*/ 36576 h 36576"/>
              <a:gd name="connsiteX22" fmla="*/ 3858402 w 8487178"/>
              <a:gd name="connsiteY22" fmla="*/ 36576 h 36576"/>
              <a:gd name="connsiteX23" fmla="*/ 3205542 w 8487178"/>
              <a:gd name="connsiteY23" fmla="*/ 36576 h 36576"/>
              <a:gd name="connsiteX24" fmla="*/ 2467810 w 8487178"/>
              <a:gd name="connsiteY24" fmla="*/ 36576 h 36576"/>
              <a:gd name="connsiteX25" fmla="*/ 2069566 w 8487178"/>
              <a:gd name="connsiteY25" fmla="*/ 36576 h 36576"/>
              <a:gd name="connsiteX26" fmla="*/ 1586449 w 8487178"/>
              <a:gd name="connsiteY26" fmla="*/ 36576 h 36576"/>
              <a:gd name="connsiteX27" fmla="*/ 933590 w 8487178"/>
              <a:gd name="connsiteY27" fmla="*/ 36576 h 36576"/>
              <a:gd name="connsiteX28" fmla="*/ 0 w 8487178"/>
              <a:gd name="connsiteY28" fmla="*/ 36576 h 36576"/>
              <a:gd name="connsiteX29" fmla="*/ 0 w 8487178"/>
              <a:gd name="connsiteY29" fmla="*/ 0 h 3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8487178" h="36576" fill="none" extrusionOk="0">
                <a:moveTo>
                  <a:pt x="0" y="0"/>
                </a:moveTo>
                <a:cubicBezTo>
                  <a:pt x="158648" y="-23080"/>
                  <a:pt x="414015" y="33691"/>
                  <a:pt x="737732" y="0"/>
                </a:cubicBezTo>
                <a:cubicBezTo>
                  <a:pt x="1061449" y="-33691"/>
                  <a:pt x="1348785" y="-6923"/>
                  <a:pt x="1560335" y="0"/>
                </a:cubicBezTo>
                <a:cubicBezTo>
                  <a:pt x="1771885" y="6923"/>
                  <a:pt x="1874673" y="6083"/>
                  <a:pt x="1958580" y="0"/>
                </a:cubicBezTo>
                <a:cubicBezTo>
                  <a:pt x="2042488" y="-6083"/>
                  <a:pt x="2411773" y="5497"/>
                  <a:pt x="2526568" y="0"/>
                </a:cubicBezTo>
                <a:cubicBezTo>
                  <a:pt x="2641363" y="-5497"/>
                  <a:pt x="2769955" y="14545"/>
                  <a:pt x="2924812" y="0"/>
                </a:cubicBezTo>
                <a:cubicBezTo>
                  <a:pt x="3079669" y="-14545"/>
                  <a:pt x="3398796" y="-305"/>
                  <a:pt x="3577672" y="0"/>
                </a:cubicBezTo>
                <a:cubicBezTo>
                  <a:pt x="3756548" y="305"/>
                  <a:pt x="4010524" y="-19439"/>
                  <a:pt x="4145660" y="0"/>
                </a:cubicBezTo>
                <a:cubicBezTo>
                  <a:pt x="4280796" y="19439"/>
                  <a:pt x="4519168" y="18856"/>
                  <a:pt x="4883392" y="0"/>
                </a:cubicBezTo>
                <a:cubicBezTo>
                  <a:pt x="5247616" y="-18856"/>
                  <a:pt x="5354959" y="-20344"/>
                  <a:pt x="5705995" y="0"/>
                </a:cubicBezTo>
                <a:cubicBezTo>
                  <a:pt x="6057031" y="20344"/>
                  <a:pt x="6165300" y="31467"/>
                  <a:pt x="6358855" y="0"/>
                </a:cubicBezTo>
                <a:cubicBezTo>
                  <a:pt x="6552410" y="-31467"/>
                  <a:pt x="6791945" y="-470"/>
                  <a:pt x="7181458" y="0"/>
                </a:cubicBezTo>
                <a:cubicBezTo>
                  <a:pt x="7570971" y="470"/>
                  <a:pt x="7589420" y="-27923"/>
                  <a:pt x="7834318" y="0"/>
                </a:cubicBezTo>
                <a:cubicBezTo>
                  <a:pt x="8079216" y="27923"/>
                  <a:pt x="8244660" y="-28188"/>
                  <a:pt x="8487178" y="0"/>
                </a:cubicBezTo>
                <a:cubicBezTo>
                  <a:pt x="8487756" y="9299"/>
                  <a:pt x="8487778" y="26774"/>
                  <a:pt x="8487178" y="36576"/>
                </a:cubicBezTo>
                <a:cubicBezTo>
                  <a:pt x="8193354" y="68129"/>
                  <a:pt x="8121938" y="60994"/>
                  <a:pt x="7834318" y="36576"/>
                </a:cubicBezTo>
                <a:cubicBezTo>
                  <a:pt x="7546698" y="12158"/>
                  <a:pt x="7507615" y="29628"/>
                  <a:pt x="7351202" y="36576"/>
                </a:cubicBezTo>
                <a:cubicBezTo>
                  <a:pt x="7194789" y="43524"/>
                  <a:pt x="7096566" y="31598"/>
                  <a:pt x="6952957" y="36576"/>
                </a:cubicBezTo>
                <a:cubicBezTo>
                  <a:pt x="6809349" y="41554"/>
                  <a:pt x="6510534" y="54733"/>
                  <a:pt x="6384969" y="36576"/>
                </a:cubicBezTo>
                <a:cubicBezTo>
                  <a:pt x="6259404" y="18419"/>
                  <a:pt x="5956387" y="64521"/>
                  <a:pt x="5732109" y="36576"/>
                </a:cubicBezTo>
                <a:cubicBezTo>
                  <a:pt x="5507831" y="8631"/>
                  <a:pt x="5425540" y="32239"/>
                  <a:pt x="5164121" y="36576"/>
                </a:cubicBezTo>
                <a:cubicBezTo>
                  <a:pt x="4902702" y="40913"/>
                  <a:pt x="4815733" y="45661"/>
                  <a:pt x="4681005" y="36576"/>
                </a:cubicBezTo>
                <a:cubicBezTo>
                  <a:pt x="4546277" y="27491"/>
                  <a:pt x="4111650" y="24454"/>
                  <a:pt x="3858402" y="36576"/>
                </a:cubicBezTo>
                <a:cubicBezTo>
                  <a:pt x="3605154" y="48698"/>
                  <a:pt x="3355682" y="45487"/>
                  <a:pt x="3205542" y="36576"/>
                </a:cubicBezTo>
                <a:cubicBezTo>
                  <a:pt x="3055402" y="27665"/>
                  <a:pt x="2716580" y="64954"/>
                  <a:pt x="2467810" y="36576"/>
                </a:cubicBezTo>
                <a:cubicBezTo>
                  <a:pt x="2219040" y="8198"/>
                  <a:pt x="2149690" y="30867"/>
                  <a:pt x="2069566" y="36576"/>
                </a:cubicBezTo>
                <a:cubicBezTo>
                  <a:pt x="1989442" y="42285"/>
                  <a:pt x="1703335" y="42806"/>
                  <a:pt x="1586449" y="36576"/>
                </a:cubicBezTo>
                <a:cubicBezTo>
                  <a:pt x="1469563" y="30346"/>
                  <a:pt x="1212036" y="34821"/>
                  <a:pt x="933590" y="36576"/>
                </a:cubicBezTo>
                <a:cubicBezTo>
                  <a:pt x="655144" y="38331"/>
                  <a:pt x="215255" y="74183"/>
                  <a:pt x="0" y="36576"/>
                </a:cubicBezTo>
                <a:cubicBezTo>
                  <a:pt x="-516" y="20544"/>
                  <a:pt x="1802" y="17140"/>
                  <a:pt x="0" y="0"/>
                </a:cubicBezTo>
                <a:close/>
              </a:path>
              <a:path w="8487178" h="36576" stroke="0" extrusionOk="0">
                <a:moveTo>
                  <a:pt x="0" y="0"/>
                </a:moveTo>
                <a:cubicBezTo>
                  <a:pt x="141875" y="16416"/>
                  <a:pt x="317987" y="-14018"/>
                  <a:pt x="483116" y="0"/>
                </a:cubicBezTo>
                <a:cubicBezTo>
                  <a:pt x="648245" y="14018"/>
                  <a:pt x="704570" y="5647"/>
                  <a:pt x="881361" y="0"/>
                </a:cubicBezTo>
                <a:cubicBezTo>
                  <a:pt x="1058153" y="-5647"/>
                  <a:pt x="1211393" y="2543"/>
                  <a:pt x="1364477" y="0"/>
                </a:cubicBezTo>
                <a:cubicBezTo>
                  <a:pt x="1517561" y="-2543"/>
                  <a:pt x="1713772" y="-6752"/>
                  <a:pt x="2017337" y="0"/>
                </a:cubicBezTo>
                <a:cubicBezTo>
                  <a:pt x="2320902" y="6752"/>
                  <a:pt x="2535852" y="27273"/>
                  <a:pt x="2755069" y="0"/>
                </a:cubicBezTo>
                <a:cubicBezTo>
                  <a:pt x="2974286" y="-27273"/>
                  <a:pt x="3322220" y="-6972"/>
                  <a:pt x="3577672" y="0"/>
                </a:cubicBezTo>
                <a:cubicBezTo>
                  <a:pt x="3833124" y="6972"/>
                  <a:pt x="4082700" y="-30587"/>
                  <a:pt x="4400275" y="0"/>
                </a:cubicBezTo>
                <a:cubicBezTo>
                  <a:pt x="4717850" y="30587"/>
                  <a:pt x="4848568" y="-17249"/>
                  <a:pt x="4968263" y="0"/>
                </a:cubicBezTo>
                <a:cubicBezTo>
                  <a:pt x="5087958" y="17249"/>
                  <a:pt x="5447087" y="18553"/>
                  <a:pt x="5705995" y="0"/>
                </a:cubicBezTo>
                <a:cubicBezTo>
                  <a:pt x="5964903" y="-18553"/>
                  <a:pt x="6211105" y="-17498"/>
                  <a:pt x="6358855" y="0"/>
                </a:cubicBezTo>
                <a:cubicBezTo>
                  <a:pt x="6506605" y="17498"/>
                  <a:pt x="6655586" y="-15953"/>
                  <a:pt x="6926843" y="0"/>
                </a:cubicBezTo>
                <a:cubicBezTo>
                  <a:pt x="7198100" y="15953"/>
                  <a:pt x="7439942" y="-28058"/>
                  <a:pt x="7664575" y="0"/>
                </a:cubicBezTo>
                <a:cubicBezTo>
                  <a:pt x="7889208" y="28058"/>
                  <a:pt x="8244819" y="-11603"/>
                  <a:pt x="8487178" y="0"/>
                </a:cubicBezTo>
                <a:cubicBezTo>
                  <a:pt x="8486954" y="11559"/>
                  <a:pt x="8486570" y="21146"/>
                  <a:pt x="8487178" y="36576"/>
                </a:cubicBezTo>
                <a:cubicBezTo>
                  <a:pt x="8363638" y="18444"/>
                  <a:pt x="8225194" y="49967"/>
                  <a:pt x="8004062" y="36576"/>
                </a:cubicBezTo>
                <a:cubicBezTo>
                  <a:pt x="7782930" y="23185"/>
                  <a:pt x="7442338" y="64256"/>
                  <a:pt x="7181458" y="36576"/>
                </a:cubicBezTo>
                <a:cubicBezTo>
                  <a:pt x="6920578" y="8896"/>
                  <a:pt x="6812793" y="31551"/>
                  <a:pt x="6698342" y="36576"/>
                </a:cubicBezTo>
                <a:cubicBezTo>
                  <a:pt x="6583891" y="41601"/>
                  <a:pt x="6260356" y="9334"/>
                  <a:pt x="5960610" y="36576"/>
                </a:cubicBezTo>
                <a:cubicBezTo>
                  <a:pt x="5660864" y="63818"/>
                  <a:pt x="5663756" y="35872"/>
                  <a:pt x="5562366" y="36576"/>
                </a:cubicBezTo>
                <a:cubicBezTo>
                  <a:pt x="5460976" y="37280"/>
                  <a:pt x="5069820" y="22312"/>
                  <a:pt x="4909506" y="36576"/>
                </a:cubicBezTo>
                <a:cubicBezTo>
                  <a:pt x="4749192" y="50840"/>
                  <a:pt x="4551078" y="46187"/>
                  <a:pt x="4426390" y="36576"/>
                </a:cubicBezTo>
                <a:cubicBezTo>
                  <a:pt x="4301702" y="26965"/>
                  <a:pt x="3916782" y="59932"/>
                  <a:pt x="3603786" y="36576"/>
                </a:cubicBezTo>
                <a:cubicBezTo>
                  <a:pt x="3290790" y="13220"/>
                  <a:pt x="3382822" y="52886"/>
                  <a:pt x="3205542" y="36576"/>
                </a:cubicBezTo>
                <a:cubicBezTo>
                  <a:pt x="3028262" y="20266"/>
                  <a:pt x="2723637" y="9596"/>
                  <a:pt x="2552682" y="36576"/>
                </a:cubicBezTo>
                <a:cubicBezTo>
                  <a:pt x="2381727" y="63556"/>
                  <a:pt x="2306903" y="19145"/>
                  <a:pt x="2154437" y="36576"/>
                </a:cubicBezTo>
                <a:cubicBezTo>
                  <a:pt x="2001972" y="54007"/>
                  <a:pt x="1880716" y="55934"/>
                  <a:pt x="1671321" y="36576"/>
                </a:cubicBezTo>
                <a:cubicBezTo>
                  <a:pt x="1461926" y="17218"/>
                  <a:pt x="1116754" y="69031"/>
                  <a:pt x="933590" y="36576"/>
                </a:cubicBezTo>
                <a:cubicBezTo>
                  <a:pt x="750426" y="4121"/>
                  <a:pt x="234904" y="7568"/>
                  <a:pt x="0" y="36576"/>
                </a:cubicBezTo>
                <a:cubicBezTo>
                  <a:pt x="-299" y="20797"/>
                  <a:pt x="-1602" y="1003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FF9BC7E-67D7-00EC-EAB2-8032C8FE437E}"/>
              </a:ext>
            </a:extLst>
          </p:cNvPr>
          <p:cNvSpPr txBox="1"/>
          <p:nvPr/>
        </p:nvSpPr>
        <p:spPr>
          <a:xfrm>
            <a:off x="1280160" y="5413248"/>
            <a:ext cx="13789152" cy="696772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/>
              <a:t>Phishing: </a:t>
            </a:r>
            <a:r>
              <a:rPr lang="en-US" sz="2800" dirty="0" err="1"/>
              <a:t>los</a:t>
            </a:r>
            <a:r>
              <a:rPr lang="en-US" sz="2800" dirty="0"/>
              <a:t> </a:t>
            </a:r>
            <a:r>
              <a:rPr lang="en-US" sz="2800" dirty="0" err="1"/>
              <a:t>ciberdelincuentes</a:t>
            </a:r>
            <a:r>
              <a:rPr lang="en-US" sz="2800" dirty="0"/>
              <a:t> </a:t>
            </a:r>
            <a:r>
              <a:rPr lang="en-US" sz="2800" dirty="0" err="1"/>
              <a:t>pueden</a:t>
            </a:r>
            <a:r>
              <a:rPr lang="en-US" sz="2800" dirty="0"/>
              <a:t> </a:t>
            </a:r>
            <a:r>
              <a:rPr lang="en-US" sz="2800" dirty="0" err="1"/>
              <a:t>enviar</a:t>
            </a:r>
            <a:r>
              <a:rPr lang="en-US" sz="2800" dirty="0"/>
              <a:t> </a:t>
            </a:r>
            <a:r>
              <a:rPr lang="en-US" sz="2800" dirty="0" err="1"/>
              <a:t>correos</a:t>
            </a:r>
            <a:r>
              <a:rPr lang="en-US" sz="2800" dirty="0"/>
              <a:t> </a:t>
            </a:r>
            <a:r>
              <a:rPr lang="en-US" sz="2800" dirty="0" err="1"/>
              <a:t>electrónicos</a:t>
            </a:r>
            <a:r>
              <a:rPr lang="en-US" sz="2800" dirty="0"/>
              <a:t> o </a:t>
            </a:r>
            <a:r>
              <a:rPr lang="en-US" sz="2800" dirty="0" err="1"/>
              <a:t>mensajes</a:t>
            </a:r>
            <a:r>
              <a:rPr lang="en-US" sz="2800" dirty="0"/>
              <a:t> </a:t>
            </a:r>
            <a:r>
              <a:rPr lang="en-US" sz="2800" dirty="0" err="1"/>
              <a:t>falsos</a:t>
            </a:r>
            <a:r>
              <a:rPr lang="en-US" sz="2800" dirty="0"/>
              <a:t> que </a:t>
            </a:r>
            <a:r>
              <a:rPr lang="en-US" sz="2800" dirty="0" err="1"/>
              <a:t>parecen</a:t>
            </a:r>
            <a:r>
              <a:rPr lang="en-US" sz="2800" dirty="0"/>
              <a:t> </a:t>
            </a:r>
            <a:r>
              <a:rPr lang="en-US" sz="2800" dirty="0" err="1"/>
              <a:t>legítimos</a:t>
            </a:r>
            <a:r>
              <a:rPr lang="en-US" sz="2800" dirty="0"/>
              <a:t> con </a:t>
            </a:r>
            <a:r>
              <a:rPr lang="en-US" sz="2800" dirty="0" err="1"/>
              <a:t>el</a:t>
            </a:r>
            <a:r>
              <a:rPr lang="en-US" sz="2800" dirty="0"/>
              <a:t> fin de </a:t>
            </a:r>
            <a:r>
              <a:rPr lang="en-US" sz="2800" dirty="0" err="1"/>
              <a:t>engañar</a:t>
            </a:r>
            <a:r>
              <a:rPr lang="en-US" sz="2800" dirty="0"/>
              <a:t> a </a:t>
            </a:r>
            <a:r>
              <a:rPr lang="en-US" sz="2800" dirty="0" err="1"/>
              <a:t>los</a:t>
            </a:r>
            <a:r>
              <a:rPr lang="en-US" sz="2800" dirty="0"/>
              <a:t> </a:t>
            </a:r>
            <a:r>
              <a:rPr lang="en-US" sz="2800" dirty="0" err="1"/>
              <a:t>usuarios</a:t>
            </a:r>
            <a:r>
              <a:rPr lang="en-US" sz="2800" dirty="0"/>
              <a:t> para que </a:t>
            </a:r>
            <a:r>
              <a:rPr lang="en-US" sz="2800" dirty="0" err="1"/>
              <a:t>revelen</a:t>
            </a:r>
            <a:r>
              <a:rPr lang="en-US" sz="2800" dirty="0"/>
              <a:t> </a:t>
            </a:r>
            <a:r>
              <a:rPr lang="en-US" sz="2800" dirty="0" err="1"/>
              <a:t>información</a:t>
            </a:r>
            <a:r>
              <a:rPr lang="en-US" sz="2800" dirty="0"/>
              <a:t> </a:t>
            </a:r>
            <a:r>
              <a:rPr lang="en-US" sz="2800" dirty="0" err="1"/>
              <a:t>confidencial</a:t>
            </a:r>
            <a:r>
              <a:rPr lang="en-US" sz="2800" dirty="0"/>
              <a:t> </a:t>
            </a:r>
            <a:r>
              <a:rPr lang="en-US" sz="2800" dirty="0" err="1"/>
              <a:t>como</a:t>
            </a:r>
            <a:r>
              <a:rPr lang="en-US" sz="2800" dirty="0"/>
              <a:t> </a:t>
            </a:r>
            <a:r>
              <a:rPr lang="en-US" sz="2800" dirty="0" err="1"/>
              <a:t>contraseñas</a:t>
            </a:r>
            <a:r>
              <a:rPr lang="en-US" sz="2800" dirty="0"/>
              <a:t>, </a:t>
            </a:r>
            <a:r>
              <a:rPr lang="en-US" sz="2800" dirty="0" err="1"/>
              <a:t>números</a:t>
            </a:r>
            <a:r>
              <a:rPr lang="en-US" sz="2800" dirty="0"/>
              <a:t> de </a:t>
            </a:r>
            <a:r>
              <a:rPr lang="en-US" sz="2800" dirty="0" err="1"/>
              <a:t>tarjetas</a:t>
            </a:r>
            <a:r>
              <a:rPr lang="en-US" sz="2800" dirty="0"/>
              <a:t> de </a:t>
            </a:r>
            <a:r>
              <a:rPr lang="en-US" sz="2800" dirty="0" err="1"/>
              <a:t>crédito</a:t>
            </a:r>
            <a:r>
              <a:rPr lang="en-US" sz="2800" dirty="0"/>
              <a:t>, entre </a:t>
            </a:r>
            <a:r>
              <a:rPr lang="en-US" sz="2800" dirty="0" err="1"/>
              <a:t>otros</a:t>
            </a:r>
            <a:r>
              <a:rPr lang="en-US" sz="28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/>
              <a:t>Malware: </a:t>
            </a:r>
            <a:r>
              <a:rPr lang="en-US" sz="2800" dirty="0" err="1"/>
              <a:t>los</a:t>
            </a:r>
            <a:r>
              <a:rPr lang="en-US" sz="2800" dirty="0"/>
              <a:t> </a:t>
            </a:r>
            <a:r>
              <a:rPr lang="en-US" sz="2800" dirty="0" err="1"/>
              <a:t>ciberdelincuentes</a:t>
            </a:r>
            <a:r>
              <a:rPr lang="en-US" sz="2800" dirty="0"/>
              <a:t> </a:t>
            </a:r>
            <a:r>
              <a:rPr lang="en-US" sz="2800" dirty="0" err="1"/>
              <a:t>pueden</a:t>
            </a:r>
            <a:r>
              <a:rPr lang="en-US" sz="2800" dirty="0"/>
              <a:t> </a:t>
            </a:r>
            <a:r>
              <a:rPr lang="en-US" sz="2800" dirty="0" err="1"/>
              <a:t>distribuir</a:t>
            </a:r>
            <a:r>
              <a:rPr lang="en-US" sz="2800" dirty="0"/>
              <a:t> software </a:t>
            </a:r>
            <a:r>
              <a:rPr lang="en-US" sz="2800" dirty="0" err="1"/>
              <a:t>malicioso</a:t>
            </a:r>
            <a:r>
              <a:rPr lang="en-US" sz="2800" dirty="0"/>
              <a:t>, </a:t>
            </a:r>
            <a:r>
              <a:rPr lang="en-US" sz="2800" dirty="0" err="1"/>
              <a:t>como</a:t>
            </a:r>
            <a:r>
              <a:rPr lang="en-US" sz="2800" dirty="0"/>
              <a:t> virus, </a:t>
            </a:r>
            <a:r>
              <a:rPr lang="en-US" sz="2800" dirty="0" err="1"/>
              <a:t>troyanos</a:t>
            </a:r>
            <a:r>
              <a:rPr lang="en-US" sz="2800" dirty="0"/>
              <a:t> o ransomware, que se </a:t>
            </a:r>
            <a:r>
              <a:rPr lang="en-US" sz="2800" dirty="0" err="1"/>
              <a:t>instala</a:t>
            </a:r>
            <a:r>
              <a:rPr lang="en-US" sz="2800" dirty="0"/>
              <a:t> </a:t>
            </a:r>
            <a:r>
              <a:rPr lang="en-US" sz="2800" dirty="0" err="1"/>
              <a:t>en</a:t>
            </a:r>
            <a:r>
              <a:rPr lang="en-US" sz="2800" dirty="0"/>
              <a:t> </a:t>
            </a:r>
            <a:r>
              <a:rPr lang="en-US" sz="2800" dirty="0" err="1"/>
              <a:t>el</a:t>
            </a:r>
            <a:r>
              <a:rPr lang="en-US" sz="2800" dirty="0"/>
              <a:t> </a:t>
            </a:r>
            <a:r>
              <a:rPr lang="en-US" sz="2800" dirty="0" err="1"/>
              <a:t>sistema</a:t>
            </a:r>
            <a:r>
              <a:rPr lang="en-US" sz="2800" dirty="0"/>
              <a:t> de la </a:t>
            </a:r>
            <a:r>
              <a:rPr lang="en-US" sz="2800" dirty="0" err="1"/>
              <a:t>víctima</a:t>
            </a:r>
            <a:r>
              <a:rPr lang="en-US" sz="2800" dirty="0"/>
              <a:t> para </a:t>
            </a:r>
            <a:r>
              <a:rPr lang="en-US" sz="2800" dirty="0" err="1"/>
              <a:t>robar</a:t>
            </a:r>
            <a:r>
              <a:rPr lang="en-US" sz="2800" dirty="0"/>
              <a:t> </a:t>
            </a:r>
            <a:r>
              <a:rPr lang="en-US" sz="2800" dirty="0" err="1"/>
              <a:t>información</a:t>
            </a:r>
            <a:r>
              <a:rPr lang="en-US" sz="2800" dirty="0"/>
              <a:t> o </a:t>
            </a:r>
            <a:r>
              <a:rPr lang="en-US" sz="2800" dirty="0" err="1"/>
              <a:t>dañar</a:t>
            </a:r>
            <a:r>
              <a:rPr lang="en-US" sz="2800" dirty="0"/>
              <a:t> </a:t>
            </a:r>
            <a:r>
              <a:rPr lang="en-US" sz="2800" dirty="0" err="1"/>
              <a:t>el</a:t>
            </a:r>
            <a:r>
              <a:rPr lang="en-US" sz="2800" dirty="0"/>
              <a:t> </a:t>
            </a:r>
            <a:r>
              <a:rPr lang="en-US" sz="2800" dirty="0" err="1"/>
              <a:t>sistema</a:t>
            </a:r>
            <a:r>
              <a:rPr lang="en-US" sz="28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 err="1"/>
              <a:t>Ataques</a:t>
            </a:r>
            <a:r>
              <a:rPr lang="en-US" sz="2800" b="1" dirty="0"/>
              <a:t> de </a:t>
            </a:r>
            <a:r>
              <a:rPr lang="en-US" sz="2800" b="1" dirty="0" err="1"/>
              <a:t>fuerza</a:t>
            </a:r>
            <a:r>
              <a:rPr lang="en-US" sz="2800" b="1" dirty="0"/>
              <a:t> </a:t>
            </a:r>
            <a:r>
              <a:rPr lang="en-US" sz="2800" b="1" dirty="0" err="1"/>
              <a:t>bruta</a:t>
            </a:r>
            <a:r>
              <a:rPr lang="en-US" sz="2800" b="1" dirty="0"/>
              <a:t>: </a:t>
            </a:r>
            <a:r>
              <a:rPr lang="en-US" sz="2800" dirty="0" err="1"/>
              <a:t>los</a:t>
            </a:r>
            <a:r>
              <a:rPr lang="en-US" sz="2800" dirty="0"/>
              <a:t> </a:t>
            </a:r>
            <a:r>
              <a:rPr lang="en-US" sz="2800" dirty="0" err="1"/>
              <a:t>ciberdelincuentes</a:t>
            </a:r>
            <a:r>
              <a:rPr lang="en-US" sz="2800" dirty="0"/>
              <a:t> </a:t>
            </a:r>
            <a:r>
              <a:rPr lang="en-US" sz="2800" dirty="0" err="1"/>
              <a:t>pueden</a:t>
            </a:r>
            <a:r>
              <a:rPr lang="en-US" sz="2800" dirty="0"/>
              <a:t> </a:t>
            </a:r>
            <a:r>
              <a:rPr lang="en-US" sz="2800" dirty="0" err="1"/>
              <a:t>utilizar</a:t>
            </a:r>
            <a:r>
              <a:rPr lang="en-US" sz="2800" dirty="0"/>
              <a:t> </a:t>
            </a:r>
            <a:r>
              <a:rPr lang="en-US" sz="2800" dirty="0" err="1"/>
              <a:t>programas</a:t>
            </a:r>
            <a:r>
              <a:rPr lang="en-US" sz="2800" dirty="0"/>
              <a:t> para </a:t>
            </a:r>
            <a:r>
              <a:rPr lang="en-US" sz="2800" dirty="0" err="1"/>
              <a:t>intentar</a:t>
            </a:r>
            <a:r>
              <a:rPr lang="en-US" sz="2800" dirty="0"/>
              <a:t> </a:t>
            </a:r>
            <a:r>
              <a:rPr lang="en-US" sz="2800" dirty="0" err="1"/>
              <a:t>adivinar</a:t>
            </a:r>
            <a:r>
              <a:rPr lang="en-US" sz="2800" dirty="0"/>
              <a:t> </a:t>
            </a:r>
            <a:r>
              <a:rPr lang="en-US" sz="2800" dirty="0" err="1"/>
              <a:t>contraseñas</a:t>
            </a:r>
            <a:r>
              <a:rPr lang="en-US" sz="2800" dirty="0"/>
              <a:t> y </a:t>
            </a:r>
            <a:r>
              <a:rPr lang="en-US" sz="2800" dirty="0" err="1"/>
              <a:t>obtener</a:t>
            </a:r>
            <a:r>
              <a:rPr lang="en-US" sz="2800" dirty="0"/>
              <a:t> </a:t>
            </a:r>
            <a:r>
              <a:rPr lang="en-US" sz="2800" dirty="0" err="1"/>
              <a:t>acceso</a:t>
            </a:r>
            <a:r>
              <a:rPr lang="en-US" sz="2800" dirty="0"/>
              <a:t> a </a:t>
            </a:r>
            <a:r>
              <a:rPr lang="en-US" sz="2800" dirty="0" err="1"/>
              <a:t>sistemas</a:t>
            </a:r>
            <a:r>
              <a:rPr lang="en-US" sz="2800" dirty="0"/>
              <a:t> o </a:t>
            </a:r>
            <a:r>
              <a:rPr lang="en-US" sz="2800" dirty="0" err="1"/>
              <a:t>cuentas</a:t>
            </a:r>
            <a:r>
              <a:rPr lang="en-US" sz="2800" dirty="0"/>
              <a:t> </a:t>
            </a:r>
            <a:r>
              <a:rPr lang="en-US" sz="2800" dirty="0" err="1"/>
              <a:t>protegidas</a:t>
            </a:r>
            <a:r>
              <a:rPr lang="en-US" sz="28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 err="1"/>
              <a:t>Ingeniería</a:t>
            </a:r>
            <a:r>
              <a:rPr lang="en-US" sz="2800" b="1" dirty="0"/>
              <a:t> social</a:t>
            </a:r>
            <a:r>
              <a:rPr lang="en-US" sz="2800" dirty="0"/>
              <a:t>: </a:t>
            </a:r>
            <a:r>
              <a:rPr lang="en-US" sz="2800" dirty="0" err="1"/>
              <a:t>los</a:t>
            </a:r>
            <a:r>
              <a:rPr lang="en-US" sz="2800" dirty="0"/>
              <a:t> </a:t>
            </a:r>
            <a:r>
              <a:rPr lang="en-US" sz="2800" dirty="0" err="1"/>
              <a:t>ciberdelincuentes</a:t>
            </a:r>
            <a:r>
              <a:rPr lang="en-US" sz="2800" dirty="0"/>
              <a:t> </a:t>
            </a:r>
            <a:r>
              <a:rPr lang="en-US" sz="2800" dirty="0" err="1"/>
              <a:t>pueden</a:t>
            </a:r>
            <a:r>
              <a:rPr lang="en-US" sz="2800" dirty="0"/>
              <a:t> </a:t>
            </a:r>
            <a:r>
              <a:rPr lang="en-US" sz="2800" dirty="0" err="1"/>
              <a:t>utilizar</a:t>
            </a:r>
            <a:r>
              <a:rPr lang="en-US" sz="2800" dirty="0"/>
              <a:t> </a:t>
            </a:r>
            <a:r>
              <a:rPr lang="en-US" sz="2800" dirty="0" err="1"/>
              <a:t>técnicas</a:t>
            </a:r>
            <a:r>
              <a:rPr lang="en-US" sz="2800" dirty="0"/>
              <a:t> de </a:t>
            </a:r>
            <a:r>
              <a:rPr lang="en-US" sz="2800" dirty="0" err="1"/>
              <a:t>manipulación</a:t>
            </a:r>
            <a:r>
              <a:rPr lang="en-US" sz="2800" dirty="0"/>
              <a:t> </a:t>
            </a:r>
            <a:r>
              <a:rPr lang="en-US" sz="2800" dirty="0" err="1"/>
              <a:t>psicológica</a:t>
            </a:r>
            <a:r>
              <a:rPr lang="en-US" sz="2800" dirty="0"/>
              <a:t> para </a:t>
            </a:r>
            <a:r>
              <a:rPr lang="en-US" sz="2800" dirty="0" err="1"/>
              <a:t>engañar</a:t>
            </a:r>
            <a:r>
              <a:rPr lang="en-US" sz="2800" dirty="0"/>
              <a:t> a </a:t>
            </a:r>
            <a:r>
              <a:rPr lang="en-US" sz="2800" dirty="0" err="1"/>
              <a:t>los</a:t>
            </a:r>
            <a:r>
              <a:rPr lang="en-US" sz="2800" dirty="0"/>
              <a:t> </a:t>
            </a:r>
            <a:r>
              <a:rPr lang="en-US" sz="2800" dirty="0" err="1"/>
              <a:t>usuarios</a:t>
            </a:r>
            <a:r>
              <a:rPr lang="en-US" sz="2800" dirty="0"/>
              <a:t> para que </a:t>
            </a:r>
            <a:r>
              <a:rPr lang="en-US" sz="2800" dirty="0" err="1"/>
              <a:t>revele</a:t>
            </a:r>
            <a:r>
              <a:rPr lang="en-US" sz="2800" dirty="0"/>
              <a:t> </a:t>
            </a:r>
            <a:r>
              <a:rPr lang="en-US" sz="2800" dirty="0" err="1"/>
              <a:t>información</a:t>
            </a:r>
            <a:r>
              <a:rPr lang="en-US" sz="2800" dirty="0"/>
              <a:t> </a:t>
            </a:r>
            <a:r>
              <a:rPr lang="en-US" sz="2800" dirty="0" err="1"/>
              <a:t>confidencial</a:t>
            </a:r>
            <a:r>
              <a:rPr lang="en-US" sz="28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/>
              <a:t>Ataques</a:t>
            </a:r>
            <a:r>
              <a:rPr lang="en-US" sz="2800" dirty="0"/>
              <a:t> de </a:t>
            </a:r>
            <a:r>
              <a:rPr lang="en-US" sz="2800" dirty="0" err="1"/>
              <a:t>denegación</a:t>
            </a:r>
            <a:r>
              <a:rPr lang="en-US" sz="2800" dirty="0"/>
              <a:t> de </a:t>
            </a:r>
            <a:r>
              <a:rPr lang="en-US" sz="2800" dirty="0" err="1"/>
              <a:t>servicio</a:t>
            </a:r>
            <a:r>
              <a:rPr lang="en-US" sz="2800" dirty="0"/>
              <a:t> (DDoS): </a:t>
            </a:r>
            <a:r>
              <a:rPr lang="en-US" sz="2800" dirty="0" err="1"/>
              <a:t>los</a:t>
            </a:r>
            <a:r>
              <a:rPr lang="en-US" sz="2800" dirty="0"/>
              <a:t> </a:t>
            </a:r>
            <a:r>
              <a:rPr lang="en-US" sz="2800" dirty="0" err="1"/>
              <a:t>ciberdelincuentes</a:t>
            </a:r>
            <a:r>
              <a:rPr lang="en-US" sz="2800" dirty="0"/>
              <a:t> </a:t>
            </a:r>
            <a:r>
              <a:rPr lang="en-US" sz="2800" dirty="0" err="1"/>
              <a:t>pueden</a:t>
            </a:r>
            <a:r>
              <a:rPr lang="en-US" sz="2800" dirty="0"/>
              <a:t> </a:t>
            </a:r>
            <a:r>
              <a:rPr lang="en-US" sz="2800" dirty="0" err="1"/>
              <a:t>inundar</a:t>
            </a:r>
            <a:r>
              <a:rPr lang="en-US" sz="2800" dirty="0"/>
              <a:t> un sitio web o un </a:t>
            </a:r>
            <a:r>
              <a:rPr lang="en-US" sz="2800" dirty="0" err="1"/>
              <a:t>sistema</a:t>
            </a:r>
            <a:r>
              <a:rPr lang="en-US" sz="2800" dirty="0"/>
              <a:t> con </a:t>
            </a:r>
            <a:r>
              <a:rPr lang="en-US" sz="2800" dirty="0" err="1"/>
              <a:t>tráfico</a:t>
            </a:r>
            <a:r>
              <a:rPr lang="en-US" sz="2800" dirty="0"/>
              <a:t> </a:t>
            </a:r>
            <a:r>
              <a:rPr lang="en-US" sz="2800" dirty="0" err="1"/>
              <a:t>malicioso</a:t>
            </a:r>
            <a:r>
              <a:rPr lang="en-US" sz="2800" dirty="0"/>
              <a:t> para </a:t>
            </a:r>
            <a:r>
              <a:rPr lang="en-US" sz="2800" dirty="0" err="1"/>
              <a:t>sobrecargar</a:t>
            </a:r>
            <a:r>
              <a:rPr lang="en-US" sz="2800" dirty="0"/>
              <a:t> </a:t>
            </a:r>
            <a:r>
              <a:rPr lang="en-US" sz="2800" dirty="0" err="1"/>
              <a:t>el</a:t>
            </a:r>
            <a:r>
              <a:rPr lang="en-US" sz="2800" dirty="0"/>
              <a:t> </a:t>
            </a:r>
            <a:r>
              <a:rPr lang="en-US" sz="2800" dirty="0" err="1"/>
              <a:t>sistema</a:t>
            </a:r>
            <a:r>
              <a:rPr lang="en-US" sz="2800" dirty="0"/>
              <a:t> y </a:t>
            </a:r>
            <a:r>
              <a:rPr lang="en-US" sz="2800" dirty="0" err="1"/>
              <a:t>dejarlo</a:t>
            </a:r>
            <a:r>
              <a:rPr lang="en-US" sz="2800" dirty="0"/>
              <a:t> inoperable.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 err="1"/>
              <a:t>Ataques</a:t>
            </a:r>
            <a:r>
              <a:rPr lang="en-US" sz="2800" b="1" dirty="0"/>
              <a:t> de red</a:t>
            </a:r>
            <a:r>
              <a:rPr lang="en-US" sz="2800" dirty="0"/>
              <a:t>: </a:t>
            </a:r>
            <a:r>
              <a:rPr lang="en-US" sz="2800" dirty="0" err="1"/>
              <a:t>los</a:t>
            </a:r>
            <a:r>
              <a:rPr lang="en-US" sz="2800" dirty="0"/>
              <a:t> </a:t>
            </a:r>
            <a:r>
              <a:rPr lang="en-US" sz="2800" dirty="0" err="1"/>
              <a:t>ciberdelincuentes</a:t>
            </a:r>
            <a:r>
              <a:rPr lang="en-US" sz="2800" dirty="0"/>
              <a:t> </a:t>
            </a:r>
            <a:r>
              <a:rPr lang="en-US" sz="2800" dirty="0" err="1"/>
              <a:t>pueden</a:t>
            </a:r>
            <a:r>
              <a:rPr lang="en-US" sz="2800" dirty="0"/>
              <a:t> </a:t>
            </a:r>
            <a:r>
              <a:rPr lang="en-US" sz="2800" dirty="0" err="1"/>
              <a:t>escanear</a:t>
            </a:r>
            <a:r>
              <a:rPr lang="en-US" sz="2800" dirty="0"/>
              <a:t> </a:t>
            </a:r>
            <a:r>
              <a:rPr lang="en-US" sz="2800" dirty="0" err="1"/>
              <a:t>una</a:t>
            </a:r>
            <a:r>
              <a:rPr lang="en-US" sz="2800" dirty="0"/>
              <a:t> red </a:t>
            </a:r>
            <a:r>
              <a:rPr lang="en-US" sz="2800" dirty="0" err="1"/>
              <a:t>en</a:t>
            </a:r>
            <a:r>
              <a:rPr lang="en-US" sz="2800" dirty="0"/>
              <a:t> </a:t>
            </a:r>
            <a:r>
              <a:rPr lang="en-US" sz="2800" dirty="0" err="1"/>
              <a:t>busca</a:t>
            </a:r>
            <a:r>
              <a:rPr lang="en-US" sz="2800" dirty="0"/>
              <a:t> de </a:t>
            </a:r>
            <a:r>
              <a:rPr lang="en-US" sz="2800" dirty="0" err="1"/>
              <a:t>vulnerabilidades</a:t>
            </a:r>
            <a:r>
              <a:rPr lang="en-US" sz="2800" dirty="0"/>
              <a:t> y </a:t>
            </a:r>
            <a:r>
              <a:rPr lang="en-US" sz="2800" dirty="0" err="1"/>
              <a:t>explotarlas</a:t>
            </a:r>
            <a:r>
              <a:rPr lang="en-US" sz="2800" dirty="0"/>
              <a:t> para </a:t>
            </a:r>
            <a:r>
              <a:rPr lang="en-US" sz="2800" dirty="0" err="1"/>
              <a:t>obtener</a:t>
            </a:r>
            <a:r>
              <a:rPr lang="en-US" sz="2800" dirty="0"/>
              <a:t> </a:t>
            </a:r>
            <a:r>
              <a:rPr lang="en-US" sz="2800" dirty="0" err="1"/>
              <a:t>acceso</a:t>
            </a:r>
            <a:r>
              <a:rPr lang="en-US" sz="2800" dirty="0"/>
              <a:t> no </a:t>
            </a:r>
            <a:r>
              <a:rPr lang="en-US" sz="2800" dirty="0" err="1"/>
              <a:t>autorizado</a:t>
            </a:r>
            <a:r>
              <a:rPr lang="en-US" sz="2800" dirty="0"/>
              <a:t> a </a:t>
            </a:r>
            <a:r>
              <a:rPr lang="en-US" sz="2800" dirty="0" err="1"/>
              <a:t>sistemas</a:t>
            </a:r>
            <a:r>
              <a:rPr lang="en-US" sz="2800" dirty="0"/>
              <a:t> o </a:t>
            </a:r>
            <a:r>
              <a:rPr lang="en-US" sz="2800" dirty="0" err="1"/>
              <a:t>información</a:t>
            </a:r>
            <a:r>
              <a:rPr lang="en-US" sz="2800" dirty="0"/>
              <a:t>.</a:t>
            </a:r>
          </a:p>
        </p:txBody>
      </p:sp>
      <p:pic>
        <p:nvPicPr>
          <p:cNvPr id="5" name="Marcador de contenido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D606C140-A514-3596-1D25-3E7597D58BF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88" r="29853" b="-1"/>
          <a:stretch/>
        </p:blipFill>
        <p:spPr>
          <a:xfrm>
            <a:off x="16312908" y="-14"/>
            <a:ext cx="8071094" cy="8357616"/>
          </a:xfrm>
          <a:custGeom>
            <a:avLst/>
            <a:gdLst/>
            <a:ahLst/>
            <a:cxnLst/>
            <a:rect l="l" t="t" r="r" b="b"/>
            <a:pathLst>
              <a:path w="4035547" h="4178808">
                <a:moveTo>
                  <a:pt x="14988" y="0"/>
                </a:moveTo>
                <a:lnTo>
                  <a:pt x="4035547" y="0"/>
                </a:lnTo>
                <a:lnTo>
                  <a:pt x="4035547" y="4161794"/>
                </a:lnTo>
                <a:lnTo>
                  <a:pt x="3918602" y="4164199"/>
                </a:lnTo>
                <a:cubicBezTo>
                  <a:pt x="3673497" y="4178956"/>
                  <a:pt x="3428120" y="4172295"/>
                  <a:pt x="3183014" y="4175560"/>
                </a:cubicBezTo>
                <a:cubicBezTo>
                  <a:pt x="2855121" y="4180001"/>
                  <a:pt x="2527499" y="4168639"/>
                  <a:pt x="2199742" y="4167595"/>
                </a:cubicBezTo>
                <a:cubicBezTo>
                  <a:pt x="2132562" y="4167334"/>
                  <a:pt x="2065110" y="4170729"/>
                  <a:pt x="1998202" y="4175952"/>
                </a:cubicBezTo>
                <a:cubicBezTo>
                  <a:pt x="1905507" y="4183005"/>
                  <a:pt x="1814033" y="4174124"/>
                  <a:pt x="1722153" y="4165766"/>
                </a:cubicBezTo>
                <a:cubicBezTo>
                  <a:pt x="1611407" y="4155711"/>
                  <a:pt x="1500933" y="4164591"/>
                  <a:pt x="1390867" y="4176214"/>
                </a:cubicBezTo>
                <a:lnTo>
                  <a:pt x="1348076" y="4178808"/>
                </a:lnTo>
                <a:lnTo>
                  <a:pt x="597587" y="4178808"/>
                </a:lnTo>
                <a:lnTo>
                  <a:pt x="507890" y="4175773"/>
                </a:lnTo>
                <a:cubicBezTo>
                  <a:pt x="403218" y="4174810"/>
                  <a:pt x="298546" y="4175691"/>
                  <a:pt x="193840" y="4176214"/>
                </a:cubicBezTo>
                <a:lnTo>
                  <a:pt x="2757" y="4175742"/>
                </a:lnTo>
                <a:lnTo>
                  <a:pt x="2810" y="4034870"/>
                </a:lnTo>
                <a:cubicBezTo>
                  <a:pt x="5629" y="3979851"/>
                  <a:pt x="10539" y="3924896"/>
                  <a:pt x="15416" y="3870068"/>
                </a:cubicBezTo>
                <a:cubicBezTo>
                  <a:pt x="23018" y="3799731"/>
                  <a:pt x="25045" y="3728899"/>
                  <a:pt x="21498" y="3658244"/>
                </a:cubicBezTo>
                <a:cubicBezTo>
                  <a:pt x="17063" y="3602147"/>
                  <a:pt x="10095" y="3546050"/>
                  <a:pt x="8828" y="3489953"/>
                </a:cubicBezTo>
                <a:cubicBezTo>
                  <a:pt x="6548" y="3389688"/>
                  <a:pt x="7434" y="3289424"/>
                  <a:pt x="13262" y="3189160"/>
                </a:cubicBezTo>
                <a:cubicBezTo>
                  <a:pt x="16176" y="3138901"/>
                  <a:pt x="20864" y="3089150"/>
                  <a:pt x="22891" y="3038510"/>
                </a:cubicBezTo>
                <a:cubicBezTo>
                  <a:pt x="24918" y="2987870"/>
                  <a:pt x="28973" y="2936723"/>
                  <a:pt x="17444" y="2887098"/>
                </a:cubicBezTo>
                <a:cubicBezTo>
                  <a:pt x="-2068" y="2802699"/>
                  <a:pt x="12249" y="2718680"/>
                  <a:pt x="16430" y="2634534"/>
                </a:cubicBezTo>
                <a:cubicBezTo>
                  <a:pt x="18964" y="2582244"/>
                  <a:pt x="34168" y="2528685"/>
                  <a:pt x="20738" y="2477919"/>
                </a:cubicBezTo>
                <a:cubicBezTo>
                  <a:pt x="-421" y="2398342"/>
                  <a:pt x="13389" y="2320415"/>
                  <a:pt x="20738" y="2242107"/>
                </a:cubicBezTo>
                <a:cubicBezTo>
                  <a:pt x="29213" y="2168001"/>
                  <a:pt x="27718" y="2093082"/>
                  <a:pt x="16303" y="2019369"/>
                </a:cubicBezTo>
                <a:cubicBezTo>
                  <a:pt x="1986" y="1946239"/>
                  <a:pt x="1986" y="1871028"/>
                  <a:pt x="16303" y="1797899"/>
                </a:cubicBezTo>
                <a:cubicBezTo>
                  <a:pt x="28162" y="1737537"/>
                  <a:pt x="29530" y="1675589"/>
                  <a:pt x="20357" y="1614758"/>
                </a:cubicBezTo>
                <a:cubicBezTo>
                  <a:pt x="14149" y="1571226"/>
                  <a:pt x="3000" y="1527947"/>
                  <a:pt x="1480" y="1484415"/>
                </a:cubicBezTo>
                <a:cubicBezTo>
                  <a:pt x="-1662" y="1393377"/>
                  <a:pt x="200" y="1302238"/>
                  <a:pt x="7055" y="1211417"/>
                </a:cubicBezTo>
                <a:cubicBezTo>
                  <a:pt x="15036" y="1107980"/>
                  <a:pt x="30366" y="1004923"/>
                  <a:pt x="19724" y="900725"/>
                </a:cubicBezTo>
                <a:cubicBezTo>
                  <a:pt x="16050" y="864934"/>
                  <a:pt x="8575" y="829270"/>
                  <a:pt x="7815" y="793353"/>
                </a:cubicBezTo>
                <a:cubicBezTo>
                  <a:pt x="6168" y="726087"/>
                  <a:pt x="5407" y="659710"/>
                  <a:pt x="9208" y="590286"/>
                </a:cubicBezTo>
                <a:cubicBezTo>
                  <a:pt x="13009" y="520863"/>
                  <a:pt x="27452" y="450424"/>
                  <a:pt x="17697" y="382270"/>
                </a:cubicBezTo>
                <a:cubicBezTo>
                  <a:pt x="7941" y="314115"/>
                  <a:pt x="14276" y="247103"/>
                  <a:pt x="20611" y="180218"/>
                </a:cubicBezTo>
                <a:cubicBezTo>
                  <a:pt x="23652" y="148426"/>
                  <a:pt x="25711" y="116982"/>
                  <a:pt x="25156" y="85665"/>
                </a:cubicBezTo>
                <a:close/>
              </a:path>
            </a:pathLst>
          </a:custGeom>
        </p:spPr>
      </p:pic>
      <p:pic>
        <p:nvPicPr>
          <p:cNvPr id="8" name="Google Shape;135;p8" descr="Cómo protegerse de los virus, piratas informáticos y demás ataques? |  Tecnología - ComputerHoy.com">
            <a:extLst>
              <a:ext uri="{FF2B5EF4-FFF2-40B4-BE49-F238E27FC236}">
                <a16:creationId xmlns:a16="http://schemas.microsoft.com/office/drawing/2014/main" id="{5A7005C6-85DC-5818-A7AB-D3B4DB4A3387}"/>
              </a:ext>
            </a:extLst>
          </p:cNvPr>
          <p:cNvPicPr preferRelativeResize="0"/>
          <p:nvPr/>
        </p:nvPicPr>
        <p:blipFill rotWithShape="1">
          <a:blip r:embed="rId3"/>
          <a:srcRect r="-1" b="3812"/>
          <a:stretch/>
        </p:blipFill>
        <p:spPr>
          <a:xfrm>
            <a:off x="16288712" y="8534402"/>
            <a:ext cx="8095290" cy="5181616"/>
          </a:xfrm>
          <a:custGeom>
            <a:avLst/>
            <a:gdLst/>
            <a:ahLst/>
            <a:cxnLst/>
            <a:rect l="l" t="t" r="r" b="b"/>
            <a:pathLst>
              <a:path w="4047645" h="2495811">
                <a:moveTo>
                  <a:pt x="2441891" y="4"/>
                </a:moveTo>
                <a:cubicBezTo>
                  <a:pt x="2489381" y="-78"/>
                  <a:pt x="2536882" y="1163"/>
                  <a:pt x="2584383" y="4428"/>
                </a:cubicBezTo>
                <a:cubicBezTo>
                  <a:pt x="2744314" y="17813"/>
                  <a:pt x="2904989" y="21079"/>
                  <a:pt x="3065367" y="14222"/>
                </a:cubicBezTo>
                <a:cubicBezTo>
                  <a:pt x="3194244" y="5694"/>
                  <a:pt x="3323514" y="4206"/>
                  <a:pt x="3452568" y="9782"/>
                </a:cubicBezTo>
                <a:cubicBezTo>
                  <a:pt x="3572813" y="16442"/>
                  <a:pt x="3693059" y="23233"/>
                  <a:pt x="3813712" y="19315"/>
                </a:cubicBezTo>
                <a:cubicBezTo>
                  <a:pt x="3861755" y="17748"/>
                  <a:pt x="3909121" y="15789"/>
                  <a:pt x="3956758" y="13177"/>
                </a:cubicBezTo>
                <a:lnTo>
                  <a:pt x="4047645" y="9696"/>
                </a:lnTo>
                <a:lnTo>
                  <a:pt x="4047645" y="2495811"/>
                </a:lnTo>
                <a:lnTo>
                  <a:pt x="28177" y="2495811"/>
                </a:lnTo>
                <a:lnTo>
                  <a:pt x="28782" y="2485852"/>
                </a:lnTo>
                <a:cubicBezTo>
                  <a:pt x="31911" y="2365446"/>
                  <a:pt x="35027" y="2245002"/>
                  <a:pt x="38157" y="2124521"/>
                </a:cubicBezTo>
                <a:cubicBezTo>
                  <a:pt x="38284" y="2119444"/>
                  <a:pt x="39171" y="2114494"/>
                  <a:pt x="39171" y="2109417"/>
                </a:cubicBezTo>
                <a:cubicBezTo>
                  <a:pt x="48166" y="1995573"/>
                  <a:pt x="53107" y="1881729"/>
                  <a:pt x="18899" y="1770550"/>
                </a:cubicBezTo>
                <a:cubicBezTo>
                  <a:pt x="15871" y="1760104"/>
                  <a:pt x="14262" y="1749304"/>
                  <a:pt x="14084" y="1738440"/>
                </a:cubicBezTo>
                <a:cubicBezTo>
                  <a:pt x="12413" y="1641514"/>
                  <a:pt x="16644" y="1544587"/>
                  <a:pt x="26754" y="1448181"/>
                </a:cubicBezTo>
                <a:cubicBezTo>
                  <a:pt x="31949" y="1389038"/>
                  <a:pt x="26754" y="1329006"/>
                  <a:pt x="43478" y="1270498"/>
                </a:cubicBezTo>
                <a:cubicBezTo>
                  <a:pt x="50864" y="1241421"/>
                  <a:pt x="55109" y="1211634"/>
                  <a:pt x="56147" y="1181656"/>
                </a:cubicBezTo>
                <a:cubicBezTo>
                  <a:pt x="59948" y="1109060"/>
                  <a:pt x="38537" y="1040779"/>
                  <a:pt x="18139" y="972244"/>
                </a:cubicBezTo>
                <a:cubicBezTo>
                  <a:pt x="7370" y="935945"/>
                  <a:pt x="-5426" y="898886"/>
                  <a:pt x="2429" y="860811"/>
                </a:cubicBezTo>
                <a:cubicBezTo>
                  <a:pt x="16707" y="802251"/>
                  <a:pt x="24854" y="742359"/>
                  <a:pt x="26754" y="682112"/>
                </a:cubicBezTo>
                <a:cubicBezTo>
                  <a:pt x="26754" y="639468"/>
                  <a:pt x="16365" y="597712"/>
                  <a:pt x="20039" y="555195"/>
                </a:cubicBezTo>
                <a:cubicBezTo>
                  <a:pt x="28211" y="472712"/>
                  <a:pt x="30238" y="389734"/>
                  <a:pt x="26121" y="306946"/>
                </a:cubicBezTo>
                <a:cubicBezTo>
                  <a:pt x="26095" y="273846"/>
                  <a:pt x="29846" y="240848"/>
                  <a:pt x="37270" y="208585"/>
                </a:cubicBezTo>
                <a:cubicBezTo>
                  <a:pt x="46506" y="151651"/>
                  <a:pt x="48419" y="93777"/>
                  <a:pt x="42971" y="36360"/>
                </a:cubicBezTo>
                <a:lnTo>
                  <a:pt x="38853" y="8429"/>
                </a:lnTo>
                <a:lnTo>
                  <a:pt x="56649" y="7824"/>
                </a:lnTo>
                <a:cubicBezTo>
                  <a:pt x="210497" y="-156"/>
                  <a:pt x="364754" y="3162"/>
                  <a:pt x="518087" y="17748"/>
                </a:cubicBezTo>
                <a:cubicBezTo>
                  <a:pt x="626567" y="25440"/>
                  <a:pt x="735534" y="24213"/>
                  <a:pt x="843809" y="14092"/>
                </a:cubicBezTo>
                <a:cubicBezTo>
                  <a:pt x="1042499" y="-1711"/>
                  <a:pt x="1240782" y="10958"/>
                  <a:pt x="1439065" y="21666"/>
                </a:cubicBezTo>
                <a:cubicBezTo>
                  <a:pt x="1631105" y="32113"/>
                  <a:pt x="1823010" y="24408"/>
                  <a:pt x="2015050" y="17487"/>
                </a:cubicBezTo>
                <a:cubicBezTo>
                  <a:pt x="2157045" y="12394"/>
                  <a:pt x="2299420" y="249"/>
                  <a:pt x="2441891" y="4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255444805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F3E39D"/>
      </a:dk2>
      <a:lt2>
        <a:srgbClr val="EACD4F"/>
      </a:lt2>
      <a:accent1>
        <a:srgbClr val="0F4C75"/>
      </a:accent1>
      <a:accent2>
        <a:srgbClr val="3A6C8E"/>
      </a:accent2>
      <a:accent3>
        <a:srgbClr val="668DA7"/>
      </a:accent3>
      <a:accent4>
        <a:srgbClr val="91ADC0"/>
      </a:accent4>
      <a:accent5>
        <a:srgbClr val="BDCED9"/>
      </a:accent5>
      <a:accent6>
        <a:srgbClr val="E9EEF2"/>
      </a:accent6>
      <a:hlink>
        <a:srgbClr val="0000FF"/>
      </a:hlink>
      <a:folHlink>
        <a:srgbClr val="FF00FF"/>
      </a:folHlink>
    </a:clrScheme>
    <a:fontScheme name="White">
      <a:majorFont>
        <a:latin typeface="Open Sans Bold"/>
        <a:ea typeface="Open Sans Bold"/>
        <a:cs typeface="Open Sans Bold"/>
      </a:majorFont>
      <a:minorFont>
        <a:latin typeface="Open Sans ExtraBold"/>
        <a:ea typeface="Open Sans ExtraBold"/>
        <a:cs typeface="Open Sans ExtraBold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hueOff val="-176470"/>
            <a:satOff val="-53329"/>
            <a:lumOff val="-11960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Lato Regular"/>
            <a:ea typeface="Lato Regular"/>
            <a:cs typeface="Lato Regular"/>
            <a:sym typeface="Lato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5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chemeClr val="accent3">
                <a:hueOff val="-130908"/>
                <a:satOff val="-22167"/>
                <a:lumOff val="-7843"/>
              </a:schemeClr>
            </a:solidFill>
            <a:effectLst/>
            <a:uFillTx/>
            <a:latin typeface="Lato Regular"/>
            <a:ea typeface="Lato Regular"/>
            <a:cs typeface="Lato Regular"/>
            <a:sym typeface="Lato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3373</TotalTime>
  <Words>2763</Words>
  <Application>Microsoft Office PowerPoint</Application>
  <PresentationFormat>Personalizado</PresentationFormat>
  <Paragraphs>118</Paragraphs>
  <Slides>20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30" baseType="lpstr">
      <vt:lpstr>Aptos</vt:lpstr>
      <vt:lpstr>Aptos Display</vt:lpstr>
      <vt:lpstr>Arial</vt:lpstr>
      <vt:lpstr>Arial</vt:lpstr>
      <vt:lpstr>Calibri</vt:lpstr>
      <vt:lpstr>Helvetica Neue</vt:lpstr>
      <vt:lpstr>Lato Bold</vt:lpstr>
      <vt:lpstr>Open Sans</vt:lpstr>
      <vt:lpstr>Verdana</vt:lpstr>
      <vt:lpstr>Tema de Office</vt:lpstr>
      <vt:lpstr>Presentación de PowerPoint</vt:lpstr>
      <vt:lpstr>Presentación de PowerPoint</vt:lpstr>
      <vt:lpstr>Presentación de PowerPoint</vt:lpstr>
      <vt:lpstr>VISIÓN GLOBAL DE LOS RIESGOS TECNOLÓGICOS.</vt:lpstr>
      <vt:lpstr>¿Qué es la ciberseguridad?</vt:lpstr>
      <vt:lpstr>¿Somos vulnerables?</vt:lpstr>
      <vt:lpstr>Presentación de PowerPoint</vt:lpstr>
      <vt:lpstr>Presentación de PowerPoint</vt:lpstr>
      <vt:lpstr>CICLO DE VIDA DE UNA VULNERABILIDAD</vt:lpstr>
      <vt:lpstr>VULNERABILIDAD DE ZERO-DAY</vt:lpstr>
      <vt:lpstr>Quienes son los que nos atacan</vt:lpstr>
      <vt:lpstr>Espionaje industrial, espionaje político y la ciberguerra</vt:lpstr>
      <vt:lpstr>Rusia y la guerra de Ucrania</vt:lpstr>
      <vt:lpstr>El caso de Israel y la capacidad nuclear de IRÁN</vt:lpstr>
      <vt:lpstr>Ciberhacktivimos: ANONYMUS</vt:lpstr>
      <vt:lpstr>Hacker y los sombreros</vt:lpstr>
      <vt:lpstr>Presentación de PowerPoint</vt:lpstr>
      <vt:lpstr>¿Por qué nos atacan?</vt:lpstr>
      <vt:lpstr>Desmintiendo otro mito</vt:lpstr>
      <vt:lpstr>Como nos atacan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Alberto Ruiz</dc:creator>
  <cp:lastModifiedBy>Alberto Ruiz</cp:lastModifiedBy>
  <cp:revision>334</cp:revision>
  <dcterms:modified xsi:type="dcterms:W3CDTF">2024-11-16T07:19:25Z</dcterms:modified>
</cp:coreProperties>
</file>