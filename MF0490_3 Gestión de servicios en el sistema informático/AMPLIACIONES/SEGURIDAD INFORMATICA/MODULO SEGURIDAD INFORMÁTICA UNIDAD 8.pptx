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5" r:id="rId19"/>
    <p:sldId id="289" r:id="rId20"/>
    <p:sldId id="290" r:id="rId21"/>
    <p:sldId id="291" r:id="rId22"/>
    <p:sldId id="292" r:id="rId23"/>
    <p:sldId id="286" r:id="rId24"/>
    <p:sldId id="293" r:id="rId25"/>
    <p:sldId id="294" r:id="rId26"/>
    <p:sldId id="295" r:id="rId27"/>
    <p:sldId id="296" r:id="rId28"/>
    <p:sldId id="287" r:id="rId29"/>
    <p:sldId id="297" r:id="rId30"/>
    <p:sldId id="298" r:id="rId31"/>
    <p:sldId id="299" r:id="rId32"/>
    <p:sldId id="300" r:id="rId33"/>
    <p:sldId id="301" r:id="rId34"/>
    <p:sldId id="302" r:id="rId35"/>
    <p:sldId id="288" r:id="rId36"/>
    <p:sldId id="303" r:id="rId37"/>
    <p:sldId id="304" r:id="rId38"/>
    <p:sldId id="305" r:id="rId39"/>
    <p:sldId id="306" r:id="rId40"/>
    <p:sldId id="307" r:id="rId41"/>
    <p:sldId id="308" r:id="rId4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47F33-FCB7-475B-837E-EECA01C4B698}" v="1" dt="2025-09-26T18:46:30.647"/>
    <p1510:client id="{B245BAC6-5B4E-412C-9B98-DE5E7CBA4376}" v="15" dt="2025-09-27T16:45:53.577"/>
    <p1510:client id="{FD047891-7595-4B43-AE52-69B2A3148031}" v="2" dt="2025-09-26T18:00:36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undo custSel addSld delSld modSld">
      <pc:chgData name="Alberto Ruiz" userId="47fa91d207cfb014" providerId="LiveId" clId="{85FEFC20-368C-4804-AF35-776ECB9C6605}" dt="2025-09-27T16:46:12.359" v="1798" actId="26606"/>
      <pc:docMkLst>
        <pc:docMk/>
      </pc:docMkLst>
      <pc:sldChg chg="addSp delSp modSp add mod setBg">
        <pc:chgData name="Alberto Ruiz" userId="47fa91d207cfb014" providerId="LiveId" clId="{85FEFC20-368C-4804-AF35-776ECB9C6605}" dt="2025-09-27T16:43:52.538" v="1764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27T16:43:52.538" v="1764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3:52.538" v="1764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3:52.538" v="1764" actId="26606"/>
          <ac:spMkLst>
            <pc:docMk/>
            <pc:sldMk cId="0" sldId="25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3:52.538" v="1764" actId="26606"/>
          <ac:spMkLst>
            <pc:docMk/>
            <pc:sldMk cId="0" sldId="25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43:52.538" v="1764" actId="26606"/>
          <ac:spMkLst>
            <pc:docMk/>
            <pc:sldMk cId="0" sldId="25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43:52.538" v="1764" actId="26606"/>
          <ac:spMkLst>
            <pc:docMk/>
            <pc:sldMk cId="0" sldId="25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43:52.538" v="1764" actId="26606"/>
          <ac:graphicFrameMkLst>
            <pc:docMk/>
            <pc:sldMk cId="0" sldId="257"/>
            <ac:graphicFrameMk id="5" creationId="{28F88136-713C-0D31-B79A-C4FB30D5D629}"/>
          </ac:graphicFrameMkLst>
        </pc:graphicFrameChg>
      </pc:sldChg>
      <pc:sldChg chg="del">
        <pc:chgData name="Alberto Ruiz" userId="47fa91d207cfb014" providerId="LiveId" clId="{85FEFC20-368C-4804-AF35-776ECB9C6605}" dt="2025-09-22T17:25:31.403" v="497" actId="47"/>
        <pc:sldMkLst>
          <pc:docMk/>
          <pc:sldMk cId="1874761014" sldId="257"/>
        </pc:sldMkLst>
      </pc:sldChg>
      <pc:sldChg chg="addSp delSp modSp add mod setBg">
        <pc:chgData name="Alberto Ruiz" userId="47fa91d207cfb014" providerId="LiveId" clId="{85FEFC20-368C-4804-AF35-776ECB9C6605}" dt="2025-09-27T16:43:55.571" v="1765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27T16:43:55.571" v="1765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3:55.571" v="1765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3:55.571" v="1765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3:55.571" v="1765" actId="26606"/>
          <ac:spMkLst>
            <pc:docMk/>
            <pc:sldMk cId="0" sldId="25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43:55.571" v="1765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43:55.571" v="1765" actId="26606"/>
          <ac:spMkLst>
            <pc:docMk/>
            <pc:sldMk cId="0" sldId="25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43:55.571" v="1765" actId="26606"/>
          <ac:graphicFrameMkLst>
            <pc:docMk/>
            <pc:sldMk cId="0" sldId="258"/>
            <ac:graphicFrameMk id="5" creationId="{6F67E586-EEB5-3AA9-D87B-1165CBE9CFE3}"/>
          </ac:graphicFrameMkLst>
        </pc:graphicFrameChg>
      </pc:sldChg>
      <pc:sldChg chg="del">
        <pc:chgData name="Alberto Ruiz" userId="47fa91d207cfb014" providerId="LiveId" clId="{85FEFC20-368C-4804-AF35-776ECB9C6605}" dt="2025-09-22T17:25:32.146" v="498" actId="47"/>
        <pc:sldMkLst>
          <pc:docMk/>
          <pc:sldMk cId="3750738772" sldId="258"/>
        </pc:sldMkLst>
      </pc:sldChg>
      <pc:sldChg chg="addSp delSp modSp add mod setBg">
        <pc:chgData name="Alberto Ruiz" userId="47fa91d207cfb014" providerId="LiveId" clId="{85FEFC20-368C-4804-AF35-776ECB9C6605}" dt="2025-09-27T16:44:00.063" v="1766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00.063" v="1766" actId="26606"/>
          <ac:spMkLst>
            <pc:docMk/>
            <pc:sldMk cId="0" sldId="259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00.063" v="1766" actId="26606"/>
          <ac:graphicFrameMkLst>
            <pc:docMk/>
            <pc:sldMk cId="0" sldId="259"/>
            <ac:graphicFrameMk id="5" creationId="{C726AF3C-4419-C81B-CCFB-6C13B476CE7D}"/>
          </ac:graphicFrameMkLst>
        </pc:graphicFrameChg>
      </pc:sldChg>
      <pc:sldChg chg="del">
        <pc:chgData name="Alberto Ruiz" userId="47fa91d207cfb014" providerId="LiveId" clId="{85FEFC20-368C-4804-AF35-776ECB9C6605}" dt="2025-09-22T17:25:33.020" v="499" actId="47"/>
        <pc:sldMkLst>
          <pc:docMk/>
          <pc:sldMk cId="1268972705" sldId="259"/>
        </pc:sldMkLst>
      </pc:sldChg>
      <pc:sldChg chg="addSp delSp modSp add mod setBg">
        <pc:chgData name="Alberto Ruiz" userId="47fa91d207cfb014" providerId="LiveId" clId="{85FEFC20-368C-4804-AF35-776ECB9C6605}" dt="2025-09-27T16:44:03.161" v="1767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03.161" v="1767" actId="26606"/>
          <ac:spMkLst>
            <pc:docMk/>
            <pc:sldMk cId="0" sldId="260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03.161" v="1767" actId="26606"/>
          <ac:graphicFrameMkLst>
            <pc:docMk/>
            <pc:sldMk cId="0" sldId="260"/>
            <ac:graphicFrameMk id="5" creationId="{1C8D9C64-688A-7999-6666-1FA32B690F9A}"/>
          </ac:graphicFrameMkLst>
        </pc:graphicFrameChg>
      </pc:sldChg>
      <pc:sldChg chg="del">
        <pc:chgData name="Alberto Ruiz" userId="47fa91d207cfb014" providerId="LiveId" clId="{85FEFC20-368C-4804-AF35-776ECB9C6605}" dt="2025-09-22T17:25:33.852" v="500" actId="47"/>
        <pc:sldMkLst>
          <pc:docMk/>
          <pc:sldMk cId="1452762947" sldId="260"/>
        </pc:sldMkLst>
      </pc:sldChg>
      <pc:sldChg chg="addSp delSp modSp add mod setBg">
        <pc:chgData name="Alberto Ruiz" userId="47fa91d207cfb014" providerId="LiveId" clId="{85FEFC20-368C-4804-AF35-776ECB9C6605}" dt="2025-09-27T16:44:06.275" v="1768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06.275" v="1768" actId="26606"/>
          <ac:spMkLst>
            <pc:docMk/>
            <pc:sldMk cId="0" sldId="261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06.275" v="1768" actId="26606"/>
          <ac:graphicFrameMkLst>
            <pc:docMk/>
            <pc:sldMk cId="0" sldId="261"/>
            <ac:graphicFrameMk id="5" creationId="{FE87FB91-5DF7-4750-ED38-C57705306B06}"/>
          </ac:graphicFrameMkLst>
        </pc:graphicFrameChg>
      </pc:sldChg>
      <pc:sldChg chg="del">
        <pc:chgData name="Alberto Ruiz" userId="47fa91d207cfb014" providerId="LiveId" clId="{85FEFC20-368C-4804-AF35-776ECB9C6605}" dt="2025-09-22T17:25:34.576" v="501" actId="47"/>
        <pc:sldMkLst>
          <pc:docMk/>
          <pc:sldMk cId="1560757229" sldId="261"/>
        </pc:sldMkLst>
      </pc:sldChg>
      <pc:sldChg chg="addSp delSp add mod">
        <pc:chgData name="Alberto Ruiz" userId="47fa91d207cfb014" providerId="LiveId" clId="{85FEFC20-368C-4804-AF35-776ECB9C6605}" dt="2025-09-27T16:44:11.709" v="1769" actId="26606"/>
        <pc:sldMkLst>
          <pc:docMk/>
          <pc:sldMk cId="0" sldId="262"/>
        </pc:sldMkLst>
        <pc:spChg chg="del">
          <ac:chgData name="Alberto Ruiz" userId="47fa91d207cfb014" providerId="LiveId" clId="{85FEFC20-368C-4804-AF35-776ECB9C6605}" dt="2025-09-27T16:44:11.709" v="1769" actId="26606"/>
          <ac:spMkLst>
            <pc:docMk/>
            <pc:sldMk cId="0" sldId="262"/>
            <ac:spMk id="3" creationId="{00000000-0000-0000-0000-000000000000}"/>
          </ac:spMkLst>
        </pc:spChg>
        <pc:graphicFrameChg chg="add">
          <ac:chgData name="Alberto Ruiz" userId="47fa91d207cfb014" providerId="LiveId" clId="{85FEFC20-368C-4804-AF35-776ECB9C6605}" dt="2025-09-27T16:44:11.709" v="1769" actId="26606"/>
          <ac:graphicFrameMkLst>
            <pc:docMk/>
            <pc:sldMk cId="0" sldId="262"/>
            <ac:graphicFrameMk id="5" creationId="{261B7CF7-22BF-9A28-EEA6-90CD58AC57C2}"/>
          </ac:graphicFrameMkLst>
        </pc:graphicFrameChg>
      </pc:sldChg>
      <pc:sldChg chg="del">
        <pc:chgData name="Alberto Ruiz" userId="47fa91d207cfb014" providerId="LiveId" clId="{85FEFC20-368C-4804-AF35-776ECB9C6605}" dt="2025-09-22T17:25:35.319" v="502" actId="47"/>
        <pc:sldMkLst>
          <pc:docMk/>
          <pc:sldMk cId="3475719411" sldId="262"/>
        </pc:sldMkLst>
      </pc:sldChg>
      <pc:sldChg chg="addSp delSp modSp add mod setBg">
        <pc:chgData name="Alberto Ruiz" userId="47fa91d207cfb014" providerId="LiveId" clId="{85FEFC20-368C-4804-AF35-776ECB9C6605}" dt="2025-09-27T16:44:16.306" v="1770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27T16:44:16.306" v="1770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Alberto Ruiz" userId="47fa91d207cfb014" providerId="LiveId" clId="{85FEFC20-368C-4804-AF35-776ECB9C6605}" dt="2025-09-27T16:44:16.306" v="1770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16.306" v="1770" actId="26606"/>
          <ac:spMkLst>
            <pc:docMk/>
            <pc:sldMk cId="0" sldId="263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5-09-27T16:44:16.306" v="1770" actId="26606"/>
          <ac:graphicFrameMkLst>
            <pc:docMk/>
            <pc:sldMk cId="0" sldId="263"/>
            <ac:graphicFrameMk id="5" creationId="{3878192F-205A-07DE-506E-9B7B3C814F72}"/>
          </ac:graphicFrameMkLst>
        </pc:graphicFrameChg>
        <pc:picChg chg="add">
          <ac:chgData name="Alberto Ruiz" userId="47fa91d207cfb014" providerId="LiveId" clId="{85FEFC20-368C-4804-AF35-776ECB9C6605}" dt="2025-09-27T16:44:16.306" v="1770" actId="26606"/>
          <ac:picMkLst>
            <pc:docMk/>
            <pc:sldMk cId="0" sldId="263"/>
            <ac:picMk id="6" creationId="{06AE556E-C6AD-AB5E-F06A-0A4BEA8C34BE}"/>
          </ac:picMkLst>
        </pc:picChg>
      </pc:sldChg>
      <pc:sldChg chg="del">
        <pc:chgData name="Alberto Ruiz" userId="47fa91d207cfb014" providerId="LiveId" clId="{85FEFC20-368C-4804-AF35-776ECB9C6605}" dt="2025-09-22T17:25:36.072" v="503" actId="47"/>
        <pc:sldMkLst>
          <pc:docMk/>
          <pc:sldMk cId="1113577399" sldId="263"/>
        </pc:sldMkLst>
      </pc:sldChg>
      <pc:sldChg chg="addSp delSp modSp add mod setBg">
        <pc:chgData name="Alberto Ruiz" userId="47fa91d207cfb014" providerId="LiveId" clId="{85FEFC20-368C-4804-AF35-776ECB9C6605}" dt="2025-09-27T16:44:20.427" v="1771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20.427" v="1771" actId="26606"/>
          <ac:spMkLst>
            <pc:docMk/>
            <pc:sldMk cId="0" sldId="264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20.427" v="1771" actId="26606"/>
          <ac:graphicFrameMkLst>
            <pc:docMk/>
            <pc:sldMk cId="0" sldId="264"/>
            <ac:graphicFrameMk id="5" creationId="{33390136-D65D-EF7E-8C31-F89FC51F79CD}"/>
          </ac:graphicFrameMkLst>
        </pc:graphicFrameChg>
      </pc:sldChg>
      <pc:sldChg chg="del">
        <pc:chgData name="Alberto Ruiz" userId="47fa91d207cfb014" providerId="LiveId" clId="{85FEFC20-368C-4804-AF35-776ECB9C6605}" dt="2025-09-22T17:25:36.778" v="504" actId="47"/>
        <pc:sldMkLst>
          <pc:docMk/>
          <pc:sldMk cId="296029450" sldId="264"/>
        </pc:sldMkLst>
      </pc:sldChg>
      <pc:sldChg chg="addSp delSp modSp add mod setBg">
        <pc:chgData name="Alberto Ruiz" userId="47fa91d207cfb014" providerId="LiveId" clId="{85FEFC20-368C-4804-AF35-776ECB9C6605}" dt="2025-09-27T16:44:24.238" v="1772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24.238" v="1772" actId="26606"/>
          <ac:spMkLst>
            <pc:docMk/>
            <pc:sldMk cId="0" sldId="265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24.238" v="1772" actId="26606"/>
          <ac:graphicFrameMkLst>
            <pc:docMk/>
            <pc:sldMk cId="0" sldId="265"/>
            <ac:graphicFrameMk id="5" creationId="{A7A95A9D-114E-B7CB-45AE-3852F0490A2E}"/>
          </ac:graphicFrameMkLst>
        </pc:graphicFrameChg>
      </pc:sldChg>
      <pc:sldChg chg="del">
        <pc:chgData name="Alberto Ruiz" userId="47fa91d207cfb014" providerId="LiveId" clId="{85FEFC20-368C-4804-AF35-776ECB9C6605}" dt="2025-09-22T17:25:37.569" v="505" actId="47"/>
        <pc:sldMkLst>
          <pc:docMk/>
          <pc:sldMk cId="4135714646" sldId="265"/>
        </pc:sldMkLst>
      </pc:sldChg>
      <pc:sldChg chg="addSp delSp modSp add mod setBg">
        <pc:chgData name="Alberto Ruiz" userId="47fa91d207cfb014" providerId="LiveId" clId="{85FEFC20-368C-4804-AF35-776ECB9C6605}" dt="2025-09-27T16:44:26.633" v="1773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26.633" v="1773" actId="26606"/>
          <ac:spMkLst>
            <pc:docMk/>
            <pc:sldMk cId="0" sldId="266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26.633" v="1773" actId="26606"/>
          <ac:graphicFrameMkLst>
            <pc:docMk/>
            <pc:sldMk cId="0" sldId="266"/>
            <ac:graphicFrameMk id="5" creationId="{D6A17C95-97B7-B4D9-F1B5-813211315C4D}"/>
          </ac:graphicFrameMkLst>
        </pc:graphicFrameChg>
      </pc:sldChg>
      <pc:sldChg chg="del">
        <pc:chgData name="Alberto Ruiz" userId="47fa91d207cfb014" providerId="LiveId" clId="{85FEFC20-368C-4804-AF35-776ECB9C6605}" dt="2025-09-22T17:25:38.273" v="506" actId="47"/>
        <pc:sldMkLst>
          <pc:docMk/>
          <pc:sldMk cId="514384809" sldId="266"/>
        </pc:sldMkLst>
      </pc:sldChg>
      <pc:sldChg chg="addSp delSp modSp add mod setBg">
        <pc:chgData name="Alberto Ruiz" userId="47fa91d207cfb014" providerId="LiveId" clId="{85FEFC20-368C-4804-AF35-776ECB9C6605}" dt="2025-09-27T16:44:29.096" v="1774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29.096" v="1774" actId="26606"/>
          <ac:spMkLst>
            <pc:docMk/>
            <pc:sldMk cId="0" sldId="267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29.096" v="1774" actId="26606"/>
          <ac:graphicFrameMkLst>
            <pc:docMk/>
            <pc:sldMk cId="0" sldId="267"/>
            <ac:graphicFrameMk id="5" creationId="{49CD77F9-E8A4-BEFA-C184-01972B36D1CC}"/>
          </ac:graphicFrameMkLst>
        </pc:graphicFrameChg>
      </pc:sldChg>
      <pc:sldChg chg="del">
        <pc:chgData name="Alberto Ruiz" userId="47fa91d207cfb014" providerId="LiveId" clId="{85FEFC20-368C-4804-AF35-776ECB9C6605}" dt="2025-09-22T17:25:38.951" v="507" actId="47"/>
        <pc:sldMkLst>
          <pc:docMk/>
          <pc:sldMk cId="3573731633" sldId="267"/>
        </pc:sldMkLst>
      </pc:sldChg>
      <pc:sldChg chg="addSp delSp modSp add mod setBg">
        <pc:chgData name="Alberto Ruiz" userId="47fa91d207cfb014" providerId="LiveId" clId="{85FEFC20-368C-4804-AF35-776ECB9C6605}" dt="2025-09-27T16:44:32.269" v="1775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27T16:44:32.269" v="1775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32.269" v="1775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32.269" v="1775" actId="26606"/>
          <ac:spMkLst>
            <pc:docMk/>
            <pc:sldMk cId="0" sldId="268"/>
            <ac:spMk id="9" creationId="{9F6F39C2-8746-4599-843B-CED156C408BF}"/>
          </ac:spMkLst>
        </pc:spChg>
        <pc:spChg chg="add">
          <ac:chgData name="Alberto Ruiz" userId="47fa91d207cfb014" providerId="LiveId" clId="{85FEFC20-368C-4804-AF35-776ECB9C6605}" dt="2025-09-27T16:44:32.269" v="1775" actId="26606"/>
          <ac:spMkLst>
            <pc:docMk/>
            <pc:sldMk cId="0" sldId="268"/>
            <ac:spMk id="11" creationId="{A5D714AD-9E94-4752-AA45-D4B0EAAB52E2}"/>
          </ac:spMkLst>
        </pc:spChg>
        <pc:spChg chg="add">
          <ac:chgData name="Alberto Ruiz" userId="47fa91d207cfb014" providerId="LiveId" clId="{85FEFC20-368C-4804-AF35-776ECB9C6605}" dt="2025-09-27T16:44:32.269" v="1775" actId="26606"/>
          <ac:spMkLst>
            <pc:docMk/>
            <pc:sldMk cId="0" sldId="268"/>
            <ac:spMk id="13" creationId="{7FF89E09-42FB-4694-96E4-95652B1D83E4}"/>
          </ac:spMkLst>
        </pc:spChg>
        <pc:spChg chg="add">
          <ac:chgData name="Alberto Ruiz" userId="47fa91d207cfb014" providerId="LiveId" clId="{85FEFC20-368C-4804-AF35-776ECB9C6605}" dt="2025-09-27T16:44:32.269" v="1775" actId="26606"/>
          <ac:spMkLst>
            <pc:docMk/>
            <pc:sldMk cId="0" sldId="268"/>
            <ac:spMk id="15" creationId="{25D3C032-881F-4579-A4BF-0FA966E9F350}"/>
          </ac:spMkLst>
        </pc:spChg>
        <pc:graphicFrameChg chg="add">
          <ac:chgData name="Alberto Ruiz" userId="47fa91d207cfb014" providerId="LiveId" clId="{85FEFC20-368C-4804-AF35-776ECB9C6605}" dt="2025-09-27T16:44:32.269" v="1775" actId="26606"/>
          <ac:graphicFrameMkLst>
            <pc:docMk/>
            <pc:sldMk cId="0" sldId="268"/>
            <ac:graphicFrameMk id="5" creationId="{33FA524B-9351-5936-65A0-094E6338F20C}"/>
          </ac:graphicFrameMkLst>
        </pc:graphicFrameChg>
      </pc:sldChg>
      <pc:sldChg chg="addSp delSp modSp new del mod setBg">
        <pc:chgData name="Alberto Ruiz" userId="47fa91d207cfb014" providerId="LiveId" clId="{85FEFC20-368C-4804-AF35-776ECB9C6605}" dt="2025-09-22T17:25:39.800" v="508" actId="47"/>
        <pc:sldMkLst>
          <pc:docMk/>
          <pc:sldMk cId="1095080712" sldId="268"/>
        </pc:sldMkLst>
      </pc:sldChg>
      <pc:sldChg chg="addSp delSp add mod">
        <pc:chgData name="Alberto Ruiz" userId="47fa91d207cfb014" providerId="LiveId" clId="{85FEFC20-368C-4804-AF35-776ECB9C6605}" dt="2025-09-27T16:44:39.792" v="1776" actId="26606"/>
        <pc:sldMkLst>
          <pc:docMk/>
          <pc:sldMk cId="0" sldId="269"/>
        </pc:sldMkLst>
        <pc:spChg chg="del">
          <ac:chgData name="Alberto Ruiz" userId="47fa91d207cfb014" providerId="LiveId" clId="{85FEFC20-368C-4804-AF35-776ECB9C6605}" dt="2025-09-27T16:44:39.792" v="1776" actId="26606"/>
          <ac:spMkLst>
            <pc:docMk/>
            <pc:sldMk cId="0" sldId="269"/>
            <ac:spMk id="3" creationId="{00000000-0000-0000-0000-000000000000}"/>
          </ac:spMkLst>
        </pc:spChg>
        <pc:graphicFrameChg chg="add">
          <ac:chgData name="Alberto Ruiz" userId="47fa91d207cfb014" providerId="LiveId" clId="{85FEFC20-368C-4804-AF35-776ECB9C6605}" dt="2025-09-27T16:44:39.792" v="1776" actId="26606"/>
          <ac:graphicFrameMkLst>
            <pc:docMk/>
            <pc:sldMk cId="0" sldId="269"/>
            <ac:graphicFrameMk id="5" creationId="{9D71B4DF-E469-0B26-0E18-28839879BF0D}"/>
          </ac:graphicFrameMkLst>
        </pc:graphicFrameChg>
      </pc:sldChg>
      <pc:sldChg chg="addSp delSp modSp new del mod setBg">
        <pc:chgData name="Alberto Ruiz" userId="47fa91d207cfb014" providerId="LiveId" clId="{85FEFC20-368C-4804-AF35-776ECB9C6605}" dt="2025-09-22T17:25:40.504" v="509" actId="47"/>
        <pc:sldMkLst>
          <pc:docMk/>
          <pc:sldMk cId="2535939640" sldId="269"/>
        </pc:sldMkLst>
      </pc:sldChg>
      <pc:sldChg chg="addSp delSp modSp add mod setBg">
        <pc:chgData name="Alberto Ruiz" userId="47fa91d207cfb014" providerId="LiveId" clId="{85FEFC20-368C-4804-AF35-776ECB9C6605}" dt="2025-09-27T16:44:42.776" v="1777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27T16:44:42.776" v="1777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42.776" v="1777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42.776" v="1777" actId="26606"/>
          <ac:spMkLst>
            <pc:docMk/>
            <pc:sldMk cId="0" sldId="27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27T16:44:42.776" v="1777" actId="26606"/>
          <ac:spMkLst>
            <pc:docMk/>
            <pc:sldMk cId="0" sldId="27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27T16:44:42.776" v="1777" actId="26606"/>
          <ac:spMkLst>
            <pc:docMk/>
            <pc:sldMk cId="0" sldId="27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27T16:44:42.776" v="1777" actId="26606"/>
          <ac:spMkLst>
            <pc:docMk/>
            <pc:sldMk cId="0" sldId="27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27T16:44:42.776" v="1777" actId="26606"/>
          <ac:grpSpMkLst>
            <pc:docMk/>
            <pc:sldMk cId="0" sldId="27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27T16:44:42.776" v="1777" actId="26606"/>
          <ac:grpSpMkLst>
            <pc:docMk/>
            <pc:sldMk cId="0" sldId="27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27T16:44:42.776" v="1777" actId="26606"/>
          <ac:graphicFrameMkLst>
            <pc:docMk/>
            <pc:sldMk cId="0" sldId="270"/>
            <ac:graphicFrameMk id="5" creationId="{6B755F72-95A1-938B-905E-B82310B0F2C0}"/>
          </ac:graphicFrameMkLst>
        </pc:graphicFrameChg>
      </pc:sldChg>
      <pc:sldChg chg="addSp delSp modSp new del mod setBg">
        <pc:chgData name="Alberto Ruiz" userId="47fa91d207cfb014" providerId="LiveId" clId="{85FEFC20-368C-4804-AF35-776ECB9C6605}" dt="2025-09-22T17:25:41.174" v="510" actId="47"/>
        <pc:sldMkLst>
          <pc:docMk/>
          <pc:sldMk cId="1521071263" sldId="270"/>
        </pc:sldMkLst>
      </pc:sldChg>
      <pc:sldChg chg="addSp delSp modSp new del mod setBg">
        <pc:chgData name="Alberto Ruiz" userId="47fa91d207cfb014" providerId="LiveId" clId="{85FEFC20-368C-4804-AF35-776ECB9C6605}" dt="2025-09-22T17:25:41.875" v="511" actId="47"/>
        <pc:sldMkLst>
          <pc:docMk/>
          <pc:sldMk cId="475117557" sldId="271"/>
        </pc:sldMkLst>
      </pc:sldChg>
      <pc:sldChg chg="addSp delSp modSp new del mod setBg">
        <pc:chgData name="Alberto Ruiz" userId="47fa91d207cfb014" providerId="LiveId" clId="{85FEFC20-368C-4804-AF35-776ECB9C6605}" dt="2025-09-22T17:25:42.531" v="512" actId="47"/>
        <pc:sldMkLst>
          <pc:docMk/>
          <pc:sldMk cId="4240907260" sldId="272"/>
        </pc:sldMkLst>
      </pc:sldChg>
      <pc:sldChg chg="addSp delSp modSp new del mod setBg">
        <pc:chgData name="Alberto Ruiz" userId="47fa91d207cfb014" providerId="LiveId" clId="{85FEFC20-368C-4804-AF35-776ECB9C6605}" dt="2025-09-22T17:25:43.219" v="513" actId="47"/>
        <pc:sldMkLst>
          <pc:docMk/>
          <pc:sldMk cId="568486478" sldId="273"/>
        </pc:sldMkLst>
      </pc:sldChg>
      <pc:sldChg chg="addSp delSp modSp new del mod setBg">
        <pc:chgData name="Alberto Ruiz" userId="47fa91d207cfb014" providerId="LiveId" clId="{85FEFC20-368C-4804-AF35-776ECB9C6605}" dt="2025-09-22T17:25:44.544" v="514" actId="47"/>
        <pc:sldMkLst>
          <pc:docMk/>
          <pc:sldMk cId="2369576593" sldId="274"/>
        </pc:sldMkLst>
      </pc:sldChg>
      <pc:sldChg chg="del">
        <pc:chgData name="Alberto Ruiz" userId="47fa91d207cfb014" providerId="LiveId" clId="{85FEFC20-368C-4804-AF35-776ECB9C6605}" dt="2025-09-22T17:25:45.268" v="515" actId="47"/>
        <pc:sldMkLst>
          <pc:docMk/>
          <pc:sldMk cId="96609615" sldId="275"/>
        </pc:sldMkLst>
      </pc:sldChg>
      <pc:sldChg chg="del">
        <pc:chgData name="Alberto Ruiz" userId="47fa91d207cfb014" providerId="LiveId" clId="{85FEFC20-368C-4804-AF35-776ECB9C6605}" dt="2025-09-22T17:26:03.870" v="519" actId="47"/>
        <pc:sldMkLst>
          <pc:docMk/>
          <pc:sldMk cId="3413831629" sldId="276"/>
        </pc:sldMkLst>
      </pc:sldChg>
      <pc:sldChg chg="del">
        <pc:chgData name="Alberto Ruiz" userId="47fa91d207cfb014" providerId="LiveId" clId="{85FEFC20-368C-4804-AF35-776ECB9C6605}" dt="2025-09-22T17:25:51.422" v="516" actId="47"/>
        <pc:sldMkLst>
          <pc:docMk/>
          <pc:sldMk cId="2663837046" sldId="277"/>
        </pc:sldMkLst>
      </pc:sldChg>
      <pc:sldChg chg="del">
        <pc:chgData name="Alberto Ruiz" userId="47fa91d207cfb014" providerId="LiveId" clId="{85FEFC20-368C-4804-AF35-776ECB9C6605}" dt="2025-09-22T17:25:59.985" v="517" actId="47"/>
        <pc:sldMkLst>
          <pc:docMk/>
          <pc:sldMk cId="3743052111" sldId="278"/>
        </pc:sldMkLst>
      </pc:sldChg>
      <pc:sldChg chg="del">
        <pc:chgData name="Alberto Ruiz" userId="47fa91d207cfb014" providerId="LiveId" clId="{85FEFC20-368C-4804-AF35-776ECB9C6605}" dt="2025-09-22T17:26:01.268" v="518" actId="47"/>
        <pc:sldMkLst>
          <pc:docMk/>
          <pc:sldMk cId="1205868725" sldId="279"/>
        </pc:sldMkLst>
      </pc:sldChg>
      <pc:sldChg chg="del">
        <pc:chgData name="Alberto Ruiz" userId="47fa91d207cfb014" providerId="LiveId" clId="{85FEFC20-368C-4804-AF35-776ECB9C6605}" dt="2025-09-22T17:26:05.435" v="520" actId="47"/>
        <pc:sldMkLst>
          <pc:docMk/>
          <pc:sldMk cId="435299905" sldId="280"/>
        </pc:sldMkLst>
      </pc:sldChg>
      <pc:sldChg chg="addSp delSp modSp mod setBg">
        <pc:chgData name="Alberto Ruiz" userId="47fa91d207cfb014" providerId="LiveId" clId="{85FEFC20-368C-4804-AF35-776ECB9C6605}" dt="2025-09-22T17:29:28.698" v="637" actId="26606"/>
        <pc:sldMkLst>
          <pc:docMk/>
          <pc:sldMk cId="2624861979" sldId="282"/>
        </pc:sldMkLst>
      </pc:sldChg>
      <pc:sldChg chg="modSp mod">
        <pc:chgData name="Alberto Ruiz" userId="47fa91d207cfb014" providerId="LiveId" clId="{85FEFC20-368C-4804-AF35-776ECB9C6605}" dt="2025-09-26T18:46:48.610" v="1727" actId="20577"/>
        <pc:sldMkLst>
          <pc:docMk/>
          <pc:sldMk cId="152618039" sldId="283"/>
        </pc:sldMkLst>
        <pc:spChg chg="mod">
          <ac:chgData name="Alberto Ruiz" userId="47fa91d207cfb014" providerId="LiveId" clId="{85FEFC20-368C-4804-AF35-776ECB9C6605}" dt="2025-09-26T18:44:27.308" v="1536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85FEFC20-368C-4804-AF35-776ECB9C6605}" dt="2025-09-26T18:46:48.610" v="1727" actId="20577"/>
          <ac:spMkLst>
            <pc:docMk/>
            <pc:sldMk cId="152618039" sldId="283"/>
            <ac:spMk id="3" creationId="{755E79F4-1172-A62D-3F73-D6793E20776D}"/>
          </ac:spMkLst>
        </pc:spChg>
      </pc:sldChg>
      <pc:sldChg chg="addSp delSp modSp add mod setBg delDesignElem">
        <pc:chgData name="Alberto Ruiz" userId="47fa91d207cfb014" providerId="LiveId" clId="{85FEFC20-368C-4804-AF35-776ECB9C6605}" dt="2025-09-27T16:25:19.675" v="1741" actId="478"/>
        <pc:sldMkLst>
          <pc:docMk/>
          <pc:sldMk cId="410362232" sldId="284"/>
        </pc:sldMkLst>
        <pc:spChg chg="mod">
          <ac:chgData name="Alberto Ruiz" userId="47fa91d207cfb014" providerId="LiveId" clId="{85FEFC20-368C-4804-AF35-776ECB9C6605}" dt="2025-09-27T16:25:16.114" v="1740" actId="27636"/>
          <ac:spMkLst>
            <pc:docMk/>
            <pc:sldMk cId="410362232" sldId="284"/>
            <ac:spMk id="2" creationId="{A4828608-DDE5-2F30-BD07-F73F7DE7E45D}"/>
          </ac:spMkLst>
        </pc:spChg>
        <pc:spChg chg="del">
          <ac:chgData name="Alberto Ruiz" userId="47fa91d207cfb014" providerId="LiveId" clId="{85FEFC20-368C-4804-AF35-776ECB9C6605}" dt="2025-09-27T16:25:19.675" v="1741" actId="478"/>
          <ac:spMkLst>
            <pc:docMk/>
            <pc:sldMk cId="410362232" sldId="284"/>
            <ac:spMk id="3" creationId="{50BBA375-00AE-9330-D051-73187CF3445F}"/>
          </ac:spMkLst>
        </pc:spChg>
        <pc:spChg chg="add mod">
          <ac:chgData name="Alberto Ruiz" userId="47fa91d207cfb014" providerId="LiveId" clId="{85FEFC20-368C-4804-AF35-776ECB9C6605}" dt="2025-09-27T16:25:19.675" v="1741" actId="478"/>
          <ac:spMkLst>
            <pc:docMk/>
            <pc:sldMk cId="410362232" sldId="284"/>
            <ac:spMk id="6" creationId="{AFA54FED-BD1B-3971-D70D-7D1B48308BA1}"/>
          </ac:spMkLst>
        </pc:spChg>
        <pc:spChg chg="del">
          <ac:chgData name="Alberto Ruiz" userId="47fa91d207cfb014" providerId="LiveId" clId="{85FEFC20-368C-4804-AF35-776ECB9C6605}" dt="2025-09-27T16:25:02.580" v="1729"/>
          <ac:spMkLst>
            <pc:docMk/>
            <pc:sldMk cId="410362232" sldId="284"/>
            <ac:spMk id="9" creationId="{0D95C825-5B0D-C896-FF83-2519A15F10A2}"/>
          </ac:spMkLst>
        </pc:spChg>
        <pc:spChg chg="del">
          <ac:chgData name="Alberto Ruiz" userId="47fa91d207cfb014" providerId="LiveId" clId="{85FEFC20-368C-4804-AF35-776ECB9C6605}" dt="2025-09-27T16:25:02.580" v="1729"/>
          <ac:spMkLst>
            <pc:docMk/>
            <pc:sldMk cId="410362232" sldId="284"/>
            <ac:spMk id="11" creationId="{2551A834-6D85-73FB-05B9-AC4A8B082842}"/>
          </ac:spMkLst>
        </pc:spChg>
      </pc:sldChg>
      <pc:sldChg chg="addSp modSp mod setBg">
        <pc:chgData name="Alberto Ruiz" userId="47fa91d207cfb014" providerId="LiveId" clId="{85FEFC20-368C-4804-AF35-776ECB9C6605}" dt="2025-09-22T17:33:19.287" v="653" actId="26606"/>
        <pc:sldMkLst>
          <pc:docMk/>
          <pc:sldMk cId="1171360924" sldId="284"/>
        </pc:sldMkLst>
      </pc:sldChg>
      <pc:sldChg chg="del">
        <pc:chgData name="Alberto Ruiz" userId="47fa91d207cfb014" providerId="LiveId" clId="{85FEFC20-368C-4804-AF35-776ECB9C6605}" dt="2025-09-26T18:44:31.702" v="1537" actId="47"/>
        <pc:sldMkLst>
          <pc:docMk/>
          <pc:sldMk cId="2255155287" sldId="284"/>
        </pc:sldMkLst>
      </pc:sldChg>
      <pc:sldChg chg="del">
        <pc:chgData name="Alberto Ruiz" userId="47fa91d207cfb014" providerId="LiveId" clId="{85FEFC20-368C-4804-AF35-776ECB9C6605}" dt="2025-09-26T18:44:33.180" v="1540" actId="47"/>
        <pc:sldMkLst>
          <pc:docMk/>
          <pc:sldMk cId="1212792601" sldId="285"/>
        </pc:sldMkLst>
      </pc:sldChg>
      <pc:sldChg chg="addSp delSp modSp mod setBg">
        <pc:chgData name="Alberto Ruiz" userId="47fa91d207cfb014" providerId="LiveId" clId="{85FEFC20-368C-4804-AF35-776ECB9C6605}" dt="2025-09-22T17:33:22.102" v="654" actId="26606"/>
        <pc:sldMkLst>
          <pc:docMk/>
          <pc:sldMk cId="2191137854" sldId="285"/>
        </pc:sldMkLst>
      </pc:sldChg>
      <pc:sldChg chg="addSp delSp modSp add mod setBg delDesignElem">
        <pc:chgData name="Alberto Ruiz" userId="47fa91d207cfb014" providerId="LiveId" clId="{85FEFC20-368C-4804-AF35-776ECB9C6605}" dt="2025-09-27T16:25:30.079" v="1745" actId="478"/>
        <pc:sldMkLst>
          <pc:docMk/>
          <pc:sldMk cId="3935904440" sldId="285"/>
        </pc:sldMkLst>
        <pc:spChg chg="mod">
          <ac:chgData name="Alberto Ruiz" userId="47fa91d207cfb014" providerId="LiveId" clId="{85FEFC20-368C-4804-AF35-776ECB9C6605}" dt="2025-09-27T16:25:27.620" v="1744" actId="27636"/>
          <ac:spMkLst>
            <pc:docMk/>
            <pc:sldMk cId="3935904440" sldId="285"/>
            <ac:spMk id="2" creationId="{2AACE3FC-BC41-B775-7D4E-B4C33631FE55}"/>
          </ac:spMkLst>
        </pc:spChg>
        <pc:spChg chg="del mod">
          <ac:chgData name="Alberto Ruiz" userId="47fa91d207cfb014" providerId="LiveId" clId="{85FEFC20-368C-4804-AF35-776ECB9C6605}" dt="2025-09-27T16:25:30.079" v="1745" actId="478"/>
          <ac:spMkLst>
            <pc:docMk/>
            <pc:sldMk cId="3935904440" sldId="285"/>
            <ac:spMk id="3" creationId="{64EF9DFF-7529-C8F5-8CC5-90F092C3256E}"/>
          </ac:spMkLst>
        </pc:spChg>
        <pc:spChg chg="add mod">
          <ac:chgData name="Alberto Ruiz" userId="47fa91d207cfb014" providerId="LiveId" clId="{85FEFC20-368C-4804-AF35-776ECB9C6605}" dt="2025-09-27T16:25:30.079" v="1745" actId="478"/>
          <ac:spMkLst>
            <pc:docMk/>
            <pc:sldMk cId="3935904440" sldId="285"/>
            <ac:spMk id="6" creationId="{351D74E6-D3A1-D908-AEFC-A50C93BF07BB}"/>
          </ac:spMkLst>
        </pc:spChg>
        <pc:spChg chg="del">
          <ac:chgData name="Alberto Ruiz" userId="47fa91d207cfb014" providerId="LiveId" clId="{85FEFC20-368C-4804-AF35-776ECB9C6605}" dt="2025-09-27T16:25:03.049" v="1731"/>
          <ac:spMkLst>
            <pc:docMk/>
            <pc:sldMk cId="3935904440" sldId="285"/>
            <ac:spMk id="9" creationId="{334538EE-5261-DA69-DEFC-01B6338075D7}"/>
          </ac:spMkLst>
        </pc:spChg>
        <pc:spChg chg="del">
          <ac:chgData name="Alberto Ruiz" userId="47fa91d207cfb014" providerId="LiveId" clId="{85FEFC20-368C-4804-AF35-776ECB9C6605}" dt="2025-09-27T16:25:03.049" v="1731"/>
          <ac:spMkLst>
            <pc:docMk/>
            <pc:sldMk cId="3935904440" sldId="285"/>
            <ac:spMk id="11" creationId="{942C3327-0FC7-E326-25F9-BAAFDC59D5DD}"/>
          </ac:spMkLst>
        </pc:spChg>
      </pc:sldChg>
      <pc:sldChg chg="addSp modSp del mod setBg">
        <pc:chgData name="Alberto Ruiz" userId="47fa91d207cfb014" providerId="LiveId" clId="{85FEFC20-368C-4804-AF35-776ECB9C6605}" dt="2025-09-26T18:44:33.414" v="1541" actId="47"/>
        <pc:sldMkLst>
          <pc:docMk/>
          <pc:sldMk cId="1281879479" sldId="286"/>
        </pc:sldMkLst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" creationId="{0C68D120-7CD1-A849-46D5-525886114C47}"/>
          </ac:spMkLst>
        </pc:spChg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" creationId="{6E42DCA4-120A-713C-0CCF-FCE7CF6DCAB8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30" creationId="{568E6F37-AE05-46BF-A77F-5505926E92C6}"/>
          </ac:grpSpMkLst>
        </pc:grpChg>
      </pc:sldChg>
      <pc:sldChg chg="addSp delSp modSp mod setBg">
        <pc:chgData name="Alberto Ruiz" userId="47fa91d207cfb014" providerId="LiveId" clId="{85FEFC20-368C-4804-AF35-776ECB9C6605}" dt="2025-09-22T17:34:23.969" v="823" actId="26606"/>
        <pc:sldMkLst>
          <pc:docMk/>
          <pc:sldMk cId="3517709361" sldId="286"/>
        </pc:sldMkLst>
      </pc:sldChg>
      <pc:sldChg chg="addSp delSp modSp add mod setBg delDesignElem">
        <pc:chgData name="Alberto Ruiz" userId="47fa91d207cfb014" providerId="LiveId" clId="{85FEFC20-368C-4804-AF35-776ECB9C6605}" dt="2025-09-27T16:25:40.018" v="1748" actId="478"/>
        <pc:sldMkLst>
          <pc:docMk/>
          <pc:sldMk cId="4147511639" sldId="286"/>
        </pc:sldMkLst>
        <pc:spChg chg="mod">
          <ac:chgData name="Alberto Ruiz" userId="47fa91d207cfb014" providerId="LiveId" clId="{85FEFC20-368C-4804-AF35-776ECB9C6605}" dt="2025-09-27T16:25:37.354" v="1747"/>
          <ac:spMkLst>
            <pc:docMk/>
            <pc:sldMk cId="4147511639" sldId="286"/>
            <ac:spMk id="2" creationId="{FF47F301-B8E7-94A8-5C22-7138E9677FC2}"/>
          </ac:spMkLst>
        </pc:spChg>
        <pc:spChg chg="del mod">
          <ac:chgData name="Alberto Ruiz" userId="47fa91d207cfb014" providerId="LiveId" clId="{85FEFC20-368C-4804-AF35-776ECB9C6605}" dt="2025-09-27T16:25:40.018" v="1748" actId="478"/>
          <ac:spMkLst>
            <pc:docMk/>
            <pc:sldMk cId="4147511639" sldId="286"/>
            <ac:spMk id="3" creationId="{8DF0A3B6-A8FB-8A5C-FF69-7B02F138FA3B}"/>
          </ac:spMkLst>
        </pc:spChg>
        <pc:spChg chg="add mod">
          <ac:chgData name="Alberto Ruiz" userId="47fa91d207cfb014" providerId="LiveId" clId="{85FEFC20-368C-4804-AF35-776ECB9C6605}" dt="2025-09-27T16:25:40.018" v="1748" actId="478"/>
          <ac:spMkLst>
            <pc:docMk/>
            <pc:sldMk cId="4147511639" sldId="286"/>
            <ac:spMk id="6" creationId="{3BF450C4-F2E7-EB99-13B3-8A7E8C8F4DEA}"/>
          </ac:spMkLst>
        </pc:spChg>
        <pc:spChg chg="del">
          <ac:chgData name="Alberto Ruiz" userId="47fa91d207cfb014" providerId="LiveId" clId="{85FEFC20-368C-4804-AF35-776ECB9C6605}" dt="2025-09-27T16:25:03.957" v="1733"/>
          <ac:spMkLst>
            <pc:docMk/>
            <pc:sldMk cId="4147511639" sldId="286"/>
            <ac:spMk id="9" creationId="{4DA23306-8E1F-F02B-2A49-FD150240C278}"/>
          </ac:spMkLst>
        </pc:spChg>
        <pc:spChg chg="del">
          <ac:chgData name="Alberto Ruiz" userId="47fa91d207cfb014" providerId="LiveId" clId="{85FEFC20-368C-4804-AF35-776ECB9C6605}" dt="2025-09-27T16:25:03.957" v="1733"/>
          <ac:spMkLst>
            <pc:docMk/>
            <pc:sldMk cId="4147511639" sldId="286"/>
            <ac:spMk id="11" creationId="{C18E6F57-9C7C-0EAB-7D71-8FA5D1ABEA92}"/>
          </ac:spMkLst>
        </pc:spChg>
      </pc:sldChg>
      <pc:sldChg chg="addSp modSp mod setBg">
        <pc:chgData name="Alberto Ruiz" userId="47fa91d207cfb014" providerId="LiveId" clId="{85FEFC20-368C-4804-AF35-776ECB9C6605}" dt="2025-09-24T16:21:18.621" v="1124" actId="26606"/>
        <pc:sldMkLst>
          <pc:docMk/>
          <pc:sldMk cId="1284387177" sldId="287"/>
        </pc:sldMkLst>
      </pc:sldChg>
      <pc:sldChg chg="addSp delSp modSp mod setBg">
        <pc:chgData name="Alberto Ruiz" userId="47fa91d207cfb014" providerId="LiveId" clId="{85FEFC20-368C-4804-AF35-776ECB9C6605}" dt="2025-09-22T17:43:37.990" v="919" actId="403"/>
        <pc:sldMkLst>
          <pc:docMk/>
          <pc:sldMk cId="1879621574" sldId="287"/>
        </pc:sldMkLst>
      </pc:sldChg>
      <pc:sldChg chg="addSp delSp modSp add mod setBg delDesignElem">
        <pc:chgData name="Alberto Ruiz" userId="47fa91d207cfb014" providerId="LiveId" clId="{85FEFC20-368C-4804-AF35-776ECB9C6605}" dt="2025-09-27T16:25:50.578" v="1752" actId="478"/>
        <pc:sldMkLst>
          <pc:docMk/>
          <pc:sldMk cId="3785128633" sldId="287"/>
        </pc:sldMkLst>
        <pc:spChg chg="mod">
          <ac:chgData name="Alberto Ruiz" userId="47fa91d207cfb014" providerId="LiveId" clId="{85FEFC20-368C-4804-AF35-776ECB9C6605}" dt="2025-09-27T16:25:48.290" v="1751" actId="27636"/>
          <ac:spMkLst>
            <pc:docMk/>
            <pc:sldMk cId="3785128633" sldId="287"/>
            <ac:spMk id="2" creationId="{5E03C3C9-9ECD-EE99-FCC6-A402E9B1FAF7}"/>
          </ac:spMkLst>
        </pc:spChg>
        <pc:spChg chg="del mod">
          <ac:chgData name="Alberto Ruiz" userId="47fa91d207cfb014" providerId="LiveId" clId="{85FEFC20-368C-4804-AF35-776ECB9C6605}" dt="2025-09-27T16:25:50.578" v="1752" actId="478"/>
          <ac:spMkLst>
            <pc:docMk/>
            <pc:sldMk cId="3785128633" sldId="287"/>
            <ac:spMk id="3" creationId="{D4DD78F8-E16A-784D-07F1-D8D2146BA87E}"/>
          </ac:spMkLst>
        </pc:spChg>
        <pc:spChg chg="add mod">
          <ac:chgData name="Alberto Ruiz" userId="47fa91d207cfb014" providerId="LiveId" clId="{85FEFC20-368C-4804-AF35-776ECB9C6605}" dt="2025-09-27T16:25:50.578" v="1752" actId="478"/>
          <ac:spMkLst>
            <pc:docMk/>
            <pc:sldMk cId="3785128633" sldId="287"/>
            <ac:spMk id="6" creationId="{A7D6685E-3CE5-D627-B38B-692EE79A18FB}"/>
          </ac:spMkLst>
        </pc:spChg>
        <pc:spChg chg="del">
          <ac:chgData name="Alberto Ruiz" userId="47fa91d207cfb014" providerId="LiveId" clId="{85FEFC20-368C-4804-AF35-776ECB9C6605}" dt="2025-09-27T16:25:04.818" v="1735"/>
          <ac:spMkLst>
            <pc:docMk/>
            <pc:sldMk cId="3785128633" sldId="287"/>
            <ac:spMk id="9" creationId="{BF17FE3D-8EAA-E59C-26EC-90D3FBFA0EC0}"/>
          </ac:spMkLst>
        </pc:spChg>
        <pc:spChg chg="del">
          <ac:chgData name="Alberto Ruiz" userId="47fa91d207cfb014" providerId="LiveId" clId="{85FEFC20-368C-4804-AF35-776ECB9C6605}" dt="2025-09-27T16:25:04.818" v="1735"/>
          <ac:spMkLst>
            <pc:docMk/>
            <pc:sldMk cId="3785128633" sldId="287"/>
            <ac:spMk id="11" creationId="{92E5A9B7-5C57-AA02-8FD6-8D9FB1097F3C}"/>
          </ac:spMkLst>
        </pc:spChg>
      </pc:sldChg>
      <pc:sldChg chg="addSp modSp del mod setBg">
        <pc:chgData name="Alberto Ruiz" userId="47fa91d207cfb014" providerId="LiveId" clId="{85FEFC20-368C-4804-AF35-776ECB9C6605}" dt="2025-09-26T18:44:33.589" v="1542" actId="47"/>
        <pc:sldMkLst>
          <pc:docMk/>
          <pc:sldMk cId="3977133028" sldId="287"/>
        </pc:sldMkLst>
        <pc:spChg chg="mo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" creationId="{6A198C3D-FA54-AC04-0031-C2EBAD056AF6}"/>
          </ac:spMkLst>
        </pc:spChg>
        <pc:spChg chg="mod">
          <ac:chgData name="Alberto Ruiz" userId="47fa91d207cfb014" providerId="LiveId" clId="{85FEFC20-368C-4804-AF35-776ECB9C6605}" dt="2025-09-26T18:02:25.161" v="1492" actId="403"/>
          <ac:spMkLst>
            <pc:docMk/>
            <pc:sldMk cId="3977133028" sldId="287"/>
            <ac:spMk id="3" creationId="{1090504C-9C4A-DC26-3A0F-2D03AB1058F8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8" creationId="{E38F5530-DA31-4B62-8DF9-56A1A3B6B614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10" creationId="{4AEFAF95-013F-4375-AAF4-033AC93F5550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0" creationId="{FBB336D1-2562-4680-B29B-E22C603C0ED9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8" creationId="{B4806F9C-3233-4FC3-B300-D5AA58A5CD8F}"/>
          </ac:spMkLst>
        </pc:s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12" creationId="{68735E28-7236-42D8-A5E1-A0F302FE879A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22" creationId="{9EED3885-4010-4FBE-A045-DC59CAE78290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30" creationId="{70E3F9FC-BB7B-433D-8A4F-1BCFA582E019}"/>
          </ac:grpSpMkLst>
        </pc:grpChg>
      </pc:sldChg>
      <pc:sldChg chg="del">
        <pc:chgData name="Alberto Ruiz" userId="47fa91d207cfb014" providerId="LiveId" clId="{85FEFC20-368C-4804-AF35-776ECB9C6605}" dt="2025-09-26T18:44:33.773" v="1543" actId="47"/>
        <pc:sldMkLst>
          <pc:docMk/>
          <pc:sldMk cId="919646098" sldId="288"/>
        </pc:sldMkLst>
      </pc:sldChg>
      <pc:sldChg chg="addSp modSp mod setBg">
        <pc:chgData name="Alberto Ruiz" userId="47fa91d207cfb014" providerId="LiveId" clId="{85FEFC20-368C-4804-AF35-776ECB9C6605}" dt="2025-09-24T16:57:03.453" v="1384" actId="403"/>
        <pc:sldMkLst>
          <pc:docMk/>
          <pc:sldMk cId="935927114" sldId="288"/>
        </pc:sldMkLst>
      </pc:sldChg>
      <pc:sldChg chg="addSp delSp modSp add mod setBg delDesignElem">
        <pc:chgData name="Alberto Ruiz" userId="47fa91d207cfb014" providerId="LiveId" clId="{85FEFC20-368C-4804-AF35-776ECB9C6605}" dt="2025-09-27T16:26:07.329" v="1757" actId="478"/>
        <pc:sldMkLst>
          <pc:docMk/>
          <pc:sldMk cId="2950103358" sldId="288"/>
        </pc:sldMkLst>
        <pc:spChg chg="mod">
          <ac:chgData name="Alberto Ruiz" userId="47fa91d207cfb014" providerId="LiveId" clId="{85FEFC20-368C-4804-AF35-776ECB9C6605}" dt="2025-09-27T16:26:04.288" v="1756" actId="1076"/>
          <ac:spMkLst>
            <pc:docMk/>
            <pc:sldMk cId="2950103358" sldId="288"/>
            <ac:spMk id="2" creationId="{EA8437C8-2978-BA84-DA19-FCE28460C9AF}"/>
          </ac:spMkLst>
        </pc:spChg>
        <pc:spChg chg="del mod">
          <ac:chgData name="Alberto Ruiz" userId="47fa91d207cfb014" providerId="LiveId" clId="{85FEFC20-368C-4804-AF35-776ECB9C6605}" dt="2025-09-27T16:26:00.442" v="1755" actId="478"/>
          <ac:spMkLst>
            <pc:docMk/>
            <pc:sldMk cId="2950103358" sldId="288"/>
            <ac:spMk id="3" creationId="{D0721125-3797-42CB-6C21-353909AD18BD}"/>
          </ac:spMkLst>
        </pc:spChg>
        <pc:spChg chg="add del mod">
          <ac:chgData name="Alberto Ruiz" userId="47fa91d207cfb014" providerId="LiveId" clId="{85FEFC20-368C-4804-AF35-776ECB9C6605}" dt="2025-09-27T16:26:07.329" v="1757" actId="478"/>
          <ac:spMkLst>
            <pc:docMk/>
            <pc:sldMk cId="2950103358" sldId="288"/>
            <ac:spMk id="6" creationId="{FDAA45CE-815B-AF07-E469-4ED68AF07ED9}"/>
          </ac:spMkLst>
        </pc:spChg>
        <pc:spChg chg="del">
          <ac:chgData name="Alberto Ruiz" userId="47fa91d207cfb014" providerId="LiveId" clId="{85FEFC20-368C-4804-AF35-776ECB9C6605}" dt="2025-09-27T16:25:05.343" v="1737"/>
          <ac:spMkLst>
            <pc:docMk/>
            <pc:sldMk cId="2950103358" sldId="288"/>
            <ac:spMk id="9" creationId="{9889A4E9-1933-15D0-3AF4-1D5AC42F0CCE}"/>
          </ac:spMkLst>
        </pc:spChg>
        <pc:spChg chg="del">
          <ac:chgData name="Alberto Ruiz" userId="47fa91d207cfb014" providerId="LiveId" clId="{85FEFC20-368C-4804-AF35-776ECB9C6605}" dt="2025-09-27T16:25:05.343" v="1737"/>
          <ac:spMkLst>
            <pc:docMk/>
            <pc:sldMk cId="2950103358" sldId="288"/>
            <ac:spMk id="11" creationId="{465A1764-A740-7799-603A-DCD927FCCCFD}"/>
          </ac:spMkLst>
        </pc:spChg>
      </pc:sldChg>
      <pc:sldChg chg="addSp delSp modSp mod setBg">
        <pc:chgData name="Alberto Ruiz" userId="47fa91d207cfb014" providerId="LiveId" clId="{85FEFC20-368C-4804-AF35-776ECB9C6605}" dt="2025-09-22T17:37:26.398" v="830" actId="26606"/>
        <pc:sldMkLst>
          <pc:docMk/>
          <pc:sldMk cId="3830168765" sldId="288"/>
        </pc:sldMkLst>
      </pc:sldChg>
      <pc:sldChg chg="addSp delSp modSp add mod setBg">
        <pc:chgData name="Alberto Ruiz" userId="47fa91d207cfb014" providerId="LiveId" clId="{85FEFC20-368C-4804-AF35-776ECB9C6605}" dt="2025-09-27T16:44:47.250" v="1778" actId="26606"/>
        <pc:sldMkLst>
          <pc:docMk/>
          <pc:sldMk cId="0" sldId="289"/>
        </pc:sldMkLst>
        <pc:spChg chg="mo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2" creationId="{00000000-0000-0000-0000-000000000000}"/>
          </ac:spMkLst>
        </pc:spChg>
        <pc:spChg chg="del mo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47.250" v="1778" actId="26606"/>
          <ac:spMkLst>
            <pc:docMk/>
            <pc:sldMk cId="0" sldId="289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47.250" v="1778" actId="26606"/>
          <ac:graphicFrameMkLst>
            <pc:docMk/>
            <pc:sldMk cId="0" sldId="289"/>
            <ac:graphicFrameMk id="5" creationId="{9B000235-8891-6A12-A688-DBEAD3EF11A8}"/>
          </ac:graphicFrameMkLst>
        </pc:graphicFrameChg>
      </pc:sldChg>
      <pc:sldChg chg="del">
        <pc:chgData name="Alberto Ruiz" userId="47fa91d207cfb014" providerId="LiveId" clId="{85FEFC20-368C-4804-AF35-776ECB9C6605}" dt="2025-09-26T18:44:34.264" v="1546" actId="47"/>
        <pc:sldMkLst>
          <pc:docMk/>
          <pc:sldMk cId="3488073568" sldId="289"/>
        </pc:sldMkLst>
      </pc:sldChg>
      <pc:sldChg chg="addSp modSp mod setBg">
        <pc:chgData name="Alberto Ruiz" userId="47fa91d207cfb014" providerId="LiveId" clId="{85FEFC20-368C-4804-AF35-776ECB9C6605}" dt="2025-09-22T17:50:31.496" v="972" actId="26606"/>
        <pc:sldMkLst>
          <pc:docMk/>
          <pc:sldMk cId="4136905644" sldId="289"/>
        </pc:sldMkLst>
      </pc:sldChg>
      <pc:sldChg chg="addSp modSp mod setBg">
        <pc:chgData name="Alberto Ruiz" userId="47fa91d207cfb014" providerId="LiveId" clId="{85FEFC20-368C-4804-AF35-776ECB9C6605}" dt="2025-09-24T17:06:32.499" v="1435" actId="255"/>
        <pc:sldMkLst>
          <pc:docMk/>
          <pc:sldMk cId="4190714582" sldId="289"/>
        </pc:sldMkLst>
      </pc:sldChg>
      <pc:sldChg chg="addSp delSp modSp add mod setBg">
        <pc:chgData name="Alberto Ruiz" userId="47fa91d207cfb014" providerId="LiveId" clId="{85FEFC20-368C-4804-AF35-776ECB9C6605}" dt="2025-09-27T16:44:51.415" v="1779" actId="26606"/>
        <pc:sldMkLst>
          <pc:docMk/>
          <pc:sldMk cId="0" sldId="290"/>
        </pc:sldMkLst>
        <pc:spChg chg="mod">
          <ac:chgData name="Alberto Ruiz" userId="47fa91d207cfb014" providerId="LiveId" clId="{85FEFC20-368C-4804-AF35-776ECB9C6605}" dt="2025-09-27T16:44:51.415" v="1779" actId="26606"/>
          <ac:spMkLst>
            <pc:docMk/>
            <pc:sldMk cId="0" sldId="29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51.415" v="1779" actId="26606"/>
          <ac:spMkLst>
            <pc:docMk/>
            <pc:sldMk cId="0" sldId="29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51.415" v="1779" actId="26606"/>
          <ac:spMkLst>
            <pc:docMk/>
            <pc:sldMk cId="0" sldId="29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27T16:44:51.415" v="1779" actId="26606"/>
          <ac:spMkLst>
            <pc:docMk/>
            <pc:sldMk cId="0" sldId="29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27T16:44:51.415" v="1779" actId="26606"/>
          <ac:spMkLst>
            <pc:docMk/>
            <pc:sldMk cId="0" sldId="29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27T16:44:51.415" v="1779" actId="26606"/>
          <ac:spMkLst>
            <pc:docMk/>
            <pc:sldMk cId="0" sldId="29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27T16:44:51.415" v="1779" actId="26606"/>
          <ac:grpSpMkLst>
            <pc:docMk/>
            <pc:sldMk cId="0" sldId="29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27T16:44:51.415" v="1779" actId="26606"/>
          <ac:grpSpMkLst>
            <pc:docMk/>
            <pc:sldMk cId="0" sldId="29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27T16:44:51.415" v="1779" actId="26606"/>
          <ac:graphicFrameMkLst>
            <pc:docMk/>
            <pc:sldMk cId="0" sldId="290"/>
            <ac:graphicFrameMk id="5" creationId="{DDD812A8-735F-CD60-2113-99D69A061E3A}"/>
          </ac:graphicFrameMkLst>
        </pc:graphicFrameChg>
      </pc:sldChg>
      <pc:sldChg chg="addSp modSp new mod">
        <pc:chgData name="Alberto Ruiz" userId="47fa91d207cfb014" providerId="LiveId" clId="{85FEFC20-368C-4804-AF35-776ECB9C6605}" dt="2025-09-22T17:32:08.362" v="651" actId="1076"/>
        <pc:sldMkLst>
          <pc:docMk/>
          <pc:sldMk cId="908033775" sldId="290"/>
        </pc:sldMkLst>
      </pc:sldChg>
      <pc:sldChg chg="del">
        <pc:chgData name="Alberto Ruiz" userId="47fa91d207cfb014" providerId="LiveId" clId="{85FEFC20-368C-4804-AF35-776ECB9C6605}" dt="2025-09-26T18:44:34.785" v="1549" actId="47"/>
        <pc:sldMkLst>
          <pc:docMk/>
          <pc:sldMk cId="1076208217" sldId="290"/>
        </pc:sldMkLst>
      </pc:sldChg>
      <pc:sldChg chg="addSp delSp modSp add mod setBg">
        <pc:chgData name="Alberto Ruiz" userId="47fa91d207cfb014" providerId="LiveId" clId="{85FEFC20-368C-4804-AF35-776ECB9C6605}" dt="2025-09-27T16:44:54.416" v="1780" actId="26606"/>
        <pc:sldMkLst>
          <pc:docMk/>
          <pc:sldMk cId="0" sldId="291"/>
        </pc:sldMkLst>
        <pc:spChg chg="mo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4:54.416" v="1780" actId="26606"/>
          <ac:spMkLst>
            <pc:docMk/>
            <pc:sldMk cId="0" sldId="291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4:54.416" v="1780" actId="26606"/>
          <ac:graphicFrameMkLst>
            <pc:docMk/>
            <pc:sldMk cId="0" sldId="291"/>
            <ac:graphicFrameMk id="5" creationId="{41D9C932-4404-5F66-32A2-19020D0AEE4E}"/>
          </ac:graphicFrameMkLst>
        </pc:graphicFrameChg>
      </pc:sldChg>
      <pc:sldChg chg="del">
        <pc:chgData name="Alberto Ruiz" userId="47fa91d207cfb014" providerId="LiveId" clId="{85FEFC20-368C-4804-AF35-776ECB9C6605}" dt="2025-09-26T18:44:32.910" v="1539" actId="47"/>
        <pc:sldMkLst>
          <pc:docMk/>
          <pc:sldMk cId="717368868" sldId="291"/>
        </pc:sldMkLst>
      </pc:sldChg>
      <pc:sldChg chg="addSp modSp new mod setBg">
        <pc:chgData name="Alberto Ruiz" userId="47fa91d207cfb014" providerId="LiveId" clId="{85FEFC20-368C-4804-AF35-776ECB9C6605}" dt="2025-09-22T17:40:39.585" v="866" actId="26606"/>
        <pc:sldMkLst>
          <pc:docMk/>
          <pc:sldMk cId="1166698697" sldId="291"/>
        </pc:sldMkLst>
      </pc:sldChg>
      <pc:sldChg chg="addSp modSp add mod setBg">
        <pc:chgData name="Alberto Ruiz" userId="47fa91d207cfb014" providerId="LiveId" clId="{85FEFC20-368C-4804-AF35-776ECB9C6605}" dt="2025-09-27T16:44:59.123" v="1781" actId="26606"/>
        <pc:sldMkLst>
          <pc:docMk/>
          <pc:sldMk cId="0" sldId="292"/>
        </pc:sldMkLst>
        <pc:spChg chg="mod">
          <ac:chgData name="Alberto Ruiz" userId="47fa91d207cfb014" providerId="LiveId" clId="{85FEFC20-368C-4804-AF35-776ECB9C6605}" dt="2025-09-27T16:44:59.123" v="1781" actId="26606"/>
          <ac:spMkLst>
            <pc:docMk/>
            <pc:sldMk cId="0" sldId="29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44:59.123" v="1781" actId="26606"/>
          <ac:spMkLst>
            <pc:docMk/>
            <pc:sldMk cId="0" sldId="29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4:59.123" v="1781" actId="26606"/>
          <ac:spMkLst>
            <pc:docMk/>
            <pc:sldMk cId="0" sldId="292"/>
            <ac:spMk id="9" creationId="{2C61293E-6EBE-43EF-A52C-9BEBFD7679D4}"/>
          </ac:spMkLst>
        </pc:spChg>
        <pc:spChg chg="add">
          <ac:chgData name="Alberto Ruiz" userId="47fa91d207cfb014" providerId="LiveId" clId="{85FEFC20-368C-4804-AF35-776ECB9C6605}" dt="2025-09-27T16:44:59.123" v="1781" actId="26606"/>
          <ac:spMkLst>
            <pc:docMk/>
            <pc:sldMk cId="0" sldId="292"/>
            <ac:spMk id="11" creationId="{3FCFB1DE-0B7E-48CC-BA90-B2AB0889F9D6}"/>
          </ac:spMkLst>
        </pc:spChg>
        <pc:picChg chg="add">
          <ac:chgData name="Alberto Ruiz" userId="47fa91d207cfb014" providerId="LiveId" clId="{85FEFC20-368C-4804-AF35-776ECB9C6605}" dt="2025-09-27T16:44:59.123" v="1781" actId="26606"/>
          <ac:picMkLst>
            <pc:docMk/>
            <pc:sldMk cId="0" sldId="292"/>
            <ac:picMk id="5" creationId="{AF812DE9-865C-8F57-E039-71E9B820833A}"/>
          </ac:picMkLst>
        </pc:picChg>
      </pc:sldChg>
      <pc:sldChg chg="addSp delSp modSp new mod setBg">
        <pc:chgData name="Alberto Ruiz" userId="47fa91d207cfb014" providerId="LiveId" clId="{85FEFC20-368C-4804-AF35-776ECB9C6605}" dt="2025-09-22T17:40:43.425" v="867" actId="26606"/>
        <pc:sldMkLst>
          <pc:docMk/>
          <pc:sldMk cId="1202599591" sldId="292"/>
        </pc:sldMkLst>
      </pc:sldChg>
      <pc:sldChg chg="addSp delSp modSp del mod">
        <pc:chgData name="Alberto Ruiz" userId="47fa91d207cfb014" providerId="LiveId" clId="{85FEFC20-368C-4804-AF35-776ECB9C6605}" dt="2025-09-26T18:44:32.551" v="1538" actId="47"/>
        <pc:sldMkLst>
          <pc:docMk/>
          <pc:sldMk cId="3549070555" sldId="292"/>
        </pc:sldMkLst>
        <pc:spChg chg="mo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" creationId="{10CDC202-9831-BD49-5B03-756BB1D600D7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17" creationId="{1C799903-48D5-4A31-A1A2-541072D9771E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1" creationId="{E1B96AD6-92A9-4273-A62B-96A1C3E0BA95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3" creationId="{463EEC44-1BA3-44ED-81FC-A644B04B2A44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8" creationId="{8EFFF109-FC58-4FD3-BE05-9775A1310F55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4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6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8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48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62" creationId="{C8D9C5DD-B8B3-46A0-8FBC-EE462F96C4E5}"/>
          </ac:spMkLst>
        </pc:spChg>
      </pc:sldChg>
      <pc:sldChg chg="addSp delSp modSp add mod setBg">
        <pc:chgData name="Alberto Ruiz" userId="47fa91d207cfb014" providerId="LiveId" clId="{85FEFC20-368C-4804-AF35-776ECB9C6605}" dt="2025-09-27T16:45:01.953" v="1782" actId="26606"/>
        <pc:sldMkLst>
          <pc:docMk/>
          <pc:sldMk cId="0" sldId="293"/>
        </pc:sldMkLst>
        <pc:spChg chg="mo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01.953" v="1782" actId="26606"/>
          <ac:spMkLst>
            <pc:docMk/>
            <pc:sldMk cId="0" sldId="293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01.953" v="1782" actId="26606"/>
          <ac:graphicFrameMkLst>
            <pc:docMk/>
            <pc:sldMk cId="0" sldId="293"/>
            <ac:graphicFrameMk id="5" creationId="{76899DC8-51D1-D31D-B2FC-393A6B496D40}"/>
          </ac:graphicFrameMkLst>
        </pc:graphicFrameChg>
      </pc:sldChg>
      <pc:sldChg chg="addSp delSp modSp new mod setBg">
        <pc:chgData name="Alberto Ruiz" userId="47fa91d207cfb014" providerId="LiveId" clId="{85FEFC20-368C-4804-AF35-776ECB9C6605}" dt="2025-09-22T17:41:06.240" v="872" actId="26606"/>
        <pc:sldMkLst>
          <pc:docMk/>
          <pc:sldMk cId="1002008813" sldId="293"/>
        </pc:sldMkLst>
      </pc:sldChg>
      <pc:sldChg chg="del">
        <pc:chgData name="Alberto Ruiz" userId="47fa91d207cfb014" providerId="LiveId" clId="{85FEFC20-368C-4804-AF35-776ECB9C6605}" dt="2025-09-26T18:44:33.928" v="1544" actId="47"/>
        <pc:sldMkLst>
          <pc:docMk/>
          <pc:sldMk cId="2026987855" sldId="293"/>
        </pc:sldMkLst>
      </pc:sldChg>
      <pc:sldChg chg="addSp delSp modSp add mod setBg">
        <pc:chgData name="Alberto Ruiz" userId="47fa91d207cfb014" providerId="LiveId" clId="{85FEFC20-368C-4804-AF35-776ECB9C6605}" dt="2025-09-27T16:45:05.032" v="1783" actId="26606"/>
        <pc:sldMkLst>
          <pc:docMk/>
          <pc:sldMk cId="0" sldId="294"/>
        </pc:sldMkLst>
        <pc:spChg chg="mo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05.032" v="1783" actId="26606"/>
          <ac:spMkLst>
            <pc:docMk/>
            <pc:sldMk cId="0" sldId="294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05.032" v="1783" actId="26606"/>
          <ac:graphicFrameMkLst>
            <pc:docMk/>
            <pc:sldMk cId="0" sldId="294"/>
            <ac:graphicFrameMk id="5" creationId="{BE9F6FEC-790B-9624-321E-00FDED379CC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24T16:26:24.796" v="1156" actId="20577"/>
        <pc:sldMkLst>
          <pc:docMk/>
          <pc:sldMk cId="542680462" sldId="294"/>
        </pc:sldMkLst>
      </pc:sldChg>
      <pc:sldChg chg="del">
        <pc:chgData name="Alberto Ruiz" userId="47fa91d207cfb014" providerId="LiveId" clId="{85FEFC20-368C-4804-AF35-776ECB9C6605}" dt="2025-09-26T18:44:34.129" v="1545" actId="47"/>
        <pc:sldMkLst>
          <pc:docMk/>
          <pc:sldMk cId="639800024" sldId="294"/>
        </pc:sldMkLst>
      </pc:sldChg>
      <pc:sldChg chg="addSp modSp new mod setBg">
        <pc:chgData name="Alberto Ruiz" userId="47fa91d207cfb014" providerId="LiveId" clId="{85FEFC20-368C-4804-AF35-776ECB9C6605}" dt="2025-09-22T17:41:11.634" v="873" actId="26606"/>
        <pc:sldMkLst>
          <pc:docMk/>
          <pc:sldMk cId="1442277376" sldId="294"/>
        </pc:sldMkLst>
      </pc:sldChg>
      <pc:sldChg chg="addSp delSp modSp add mod setBg">
        <pc:chgData name="Alberto Ruiz" userId="47fa91d207cfb014" providerId="LiveId" clId="{85FEFC20-368C-4804-AF35-776ECB9C6605}" dt="2025-09-27T16:45:08.927" v="1784" actId="26606"/>
        <pc:sldMkLst>
          <pc:docMk/>
          <pc:sldMk cId="0" sldId="295"/>
        </pc:sldMkLst>
        <pc:spChg chg="mo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08.927" v="1784" actId="26606"/>
          <ac:spMkLst>
            <pc:docMk/>
            <pc:sldMk cId="0" sldId="295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08.927" v="1784" actId="26606"/>
          <ac:graphicFrameMkLst>
            <pc:docMk/>
            <pc:sldMk cId="0" sldId="295"/>
            <ac:graphicFrameMk id="5" creationId="{9581142D-45DC-EA6D-F72D-DF5EACC96F1D}"/>
          </ac:graphicFrameMkLst>
        </pc:graphicFrameChg>
      </pc:sldChg>
      <pc:sldChg chg="addSp modSp new mod">
        <pc:chgData name="Alberto Ruiz" userId="47fa91d207cfb014" providerId="LiveId" clId="{85FEFC20-368C-4804-AF35-776ECB9C6605}" dt="2025-09-22T17:42:43.750" v="903" actId="1076"/>
        <pc:sldMkLst>
          <pc:docMk/>
          <pc:sldMk cId="77324183" sldId="295"/>
        </pc:sldMkLst>
      </pc:sldChg>
      <pc:sldChg chg="del">
        <pc:chgData name="Alberto Ruiz" userId="47fa91d207cfb014" providerId="LiveId" clId="{85FEFC20-368C-4804-AF35-776ECB9C6605}" dt="2025-09-26T18:44:34.438" v="1547" actId="47"/>
        <pc:sldMkLst>
          <pc:docMk/>
          <pc:sldMk cId="358328665" sldId="295"/>
        </pc:sldMkLst>
      </pc:sldChg>
      <pc:sldChg chg="addSp modSp new mod setBg">
        <pc:chgData name="Alberto Ruiz" userId="47fa91d207cfb014" providerId="LiveId" clId="{85FEFC20-368C-4804-AF35-776ECB9C6605}" dt="2025-09-24T16:18:28.362" v="1093" actId="26606"/>
        <pc:sldMkLst>
          <pc:docMk/>
          <pc:sldMk cId="2686958983" sldId="295"/>
        </pc:sldMkLst>
      </pc:sldChg>
      <pc:sldChg chg="addSp delSp modSp add mod setBg">
        <pc:chgData name="Alberto Ruiz" userId="47fa91d207cfb014" providerId="LiveId" clId="{85FEFC20-368C-4804-AF35-776ECB9C6605}" dt="2025-09-27T16:45:13.078" v="1785" actId="26606"/>
        <pc:sldMkLst>
          <pc:docMk/>
          <pc:sldMk cId="0" sldId="296"/>
        </pc:sldMkLst>
        <pc:spChg chg="mo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13.078" v="1785" actId="26606"/>
          <ac:spMkLst>
            <pc:docMk/>
            <pc:sldMk cId="0" sldId="296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13.078" v="1785" actId="26606"/>
          <ac:graphicFrameMkLst>
            <pc:docMk/>
            <pc:sldMk cId="0" sldId="296"/>
            <ac:graphicFrameMk id="5" creationId="{59848783-C08F-55B9-791C-02977093B5E0}"/>
          </ac:graphicFrameMkLst>
        </pc:graphicFrameChg>
      </pc:sldChg>
      <pc:sldChg chg="addSp new">
        <pc:chgData name="Alberto Ruiz" userId="47fa91d207cfb014" providerId="LiveId" clId="{85FEFC20-368C-4804-AF35-776ECB9C6605}" dt="2025-09-22T17:46:04.128" v="922"/>
        <pc:sldMkLst>
          <pc:docMk/>
          <pc:sldMk cId="750532084" sldId="296"/>
        </pc:sldMkLst>
      </pc:sldChg>
      <pc:sldChg chg="del">
        <pc:chgData name="Alberto Ruiz" userId="47fa91d207cfb014" providerId="LiveId" clId="{85FEFC20-368C-4804-AF35-776ECB9C6605}" dt="2025-09-26T18:44:34.621" v="1548" actId="47"/>
        <pc:sldMkLst>
          <pc:docMk/>
          <pc:sldMk cId="2346028996" sldId="296"/>
        </pc:sldMkLst>
      </pc:sldChg>
      <pc:sldChg chg="addSp modSp new mod setBg">
        <pc:chgData name="Alberto Ruiz" userId="47fa91d207cfb014" providerId="LiveId" clId="{85FEFC20-368C-4804-AF35-776ECB9C6605}" dt="2025-09-24T16:18:32.566" v="1094" actId="26606"/>
        <pc:sldMkLst>
          <pc:docMk/>
          <pc:sldMk cId="3665212363" sldId="296"/>
        </pc:sldMkLst>
      </pc:sldChg>
      <pc:sldChg chg="addSp delSp modSp add mod setBg">
        <pc:chgData name="Alberto Ruiz" userId="47fa91d207cfb014" providerId="LiveId" clId="{85FEFC20-368C-4804-AF35-776ECB9C6605}" dt="2025-09-27T16:45:16.489" v="1786" actId="26606"/>
        <pc:sldMkLst>
          <pc:docMk/>
          <pc:sldMk cId="0" sldId="297"/>
        </pc:sldMkLst>
        <pc:spChg chg="mod">
          <ac:chgData name="Alberto Ruiz" userId="47fa91d207cfb014" providerId="LiveId" clId="{85FEFC20-368C-4804-AF35-776ECB9C6605}" dt="2025-09-27T16:45:16.489" v="1786" actId="26606"/>
          <ac:spMkLst>
            <pc:docMk/>
            <pc:sldMk cId="0" sldId="29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16.489" v="1786" actId="26606"/>
          <ac:spMkLst>
            <pc:docMk/>
            <pc:sldMk cId="0" sldId="29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16.489" v="1786" actId="26606"/>
          <ac:spMkLst>
            <pc:docMk/>
            <pc:sldMk cId="0" sldId="29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16.489" v="1786" actId="26606"/>
          <ac:spMkLst>
            <pc:docMk/>
            <pc:sldMk cId="0" sldId="29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45:16.489" v="1786" actId="26606"/>
          <ac:spMkLst>
            <pc:docMk/>
            <pc:sldMk cId="0" sldId="29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45:16.489" v="1786" actId="26606"/>
          <ac:spMkLst>
            <pc:docMk/>
            <pc:sldMk cId="0" sldId="29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45:16.489" v="1786" actId="26606"/>
          <ac:graphicFrameMkLst>
            <pc:docMk/>
            <pc:sldMk cId="0" sldId="297"/>
            <ac:graphicFrameMk id="5" creationId="{F2AC2325-BA76-80C3-C936-1FA324ABE5D0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2T17:47:40.036" v="942" actId="26606"/>
        <pc:sldMkLst>
          <pc:docMk/>
          <pc:sldMk cId="77769760" sldId="297"/>
        </pc:sldMkLst>
      </pc:sldChg>
      <pc:sldChg chg="del">
        <pc:chgData name="Alberto Ruiz" userId="47fa91d207cfb014" providerId="LiveId" clId="{85FEFC20-368C-4804-AF35-776ECB9C6605}" dt="2025-09-26T18:44:34.972" v="1550" actId="47"/>
        <pc:sldMkLst>
          <pc:docMk/>
          <pc:sldMk cId="3546312765" sldId="297"/>
        </pc:sldMkLst>
      </pc:sldChg>
      <pc:sldChg chg="addSp modSp add mod setBg">
        <pc:chgData name="Alberto Ruiz" userId="47fa91d207cfb014" providerId="LiveId" clId="{85FEFC20-368C-4804-AF35-776ECB9C6605}" dt="2025-09-24T16:21:23.865" v="1125" actId="26606"/>
        <pc:sldMkLst>
          <pc:docMk/>
          <pc:sldMk cId="3615449401" sldId="297"/>
        </pc:sldMkLst>
      </pc:sldChg>
      <pc:sldChg chg="addSp modSp add mod setBg">
        <pc:chgData name="Alberto Ruiz" userId="47fa91d207cfb014" providerId="LiveId" clId="{85FEFC20-368C-4804-AF35-776ECB9C6605}" dt="2025-09-27T16:45:20.362" v="1787" actId="26606"/>
        <pc:sldMkLst>
          <pc:docMk/>
          <pc:sldMk cId="0" sldId="298"/>
        </pc:sldMkLst>
        <pc:spChg chg="mod">
          <ac:chgData name="Alberto Ruiz" userId="47fa91d207cfb014" providerId="LiveId" clId="{85FEFC20-368C-4804-AF35-776ECB9C6605}" dt="2025-09-27T16:45:20.362" v="1787" actId="26606"/>
          <ac:spMkLst>
            <pc:docMk/>
            <pc:sldMk cId="0" sldId="29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45:20.362" v="1787" actId="26606"/>
          <ac:spMkLst>
            <pc:docMk/>
            <pc:sldMk cId="0" sldId="29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20.362" v="1787" actId="26606"/>
          <ac:spMkLst>
            <pc:docMk/>
            <pc:sldMk cId="0" sldId="298"/>
            <ac:spMk id="9" creationId="{E51BA4DF-2BD4-4EC2-B1DB-B27C8AC71864}"/>
          </ac:spMkLst>
        </pc:spChg>
        <pc:picChg chg="add">
          <ac:chgData name="Alberto Ruiz" userId="47fa91d207cfb014" providerId="LiveId" clId="{85FEFC20-368C-4804-AF35-776ECB9C6605}" dt="2025-09-27T16:45:20.362" v="1787" actId="26606"/>
          <ac:picMkLst>
            <pc:docMk/>
            <pc:sldMk cId="0" sldId="298"/>
            <ac:picMk id="5" creationId="{376A09A2-81A9-D7B6-6830-B2FEA49EBF96}"/>
          </ac:picMkLst>
        </pc:picChg>
      </pc:sldChg>
      <pc:sldChg chg="addSp modSp new mod setBg">
        <pc:chgData name="Alberto Ruiz" userId="47fa91d207cfb014" providerId="LiveId" clId="{85FEFC20-368C-4804-AF35-776ECB9C6605}" dt="2025-09-22T17:50:34.819" v="973" actId="26606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85FEFC20-368C-4804-AF35-776ECB9C6605}" dt="2025-09-24T16:44:33.355" v="1252" actId="26606"/>
        <pc:sldMkLst>
          <pc:docMk/>
          <pc:sldMk cId="699358039" sldId="298"/>
        </pc:sldMkLst>
      </pc:sldChg>
      <pc:sldChg chg="del">
        <pc:chgData name="Alberto Ruiz" userId="47fa91d207cfb014" providerId="LiveId" clId="{85FEFC20-368C-4804-AF35-776ECB9C6605}" dt="2025-09-26T18:44:35.135" v="1551" actId="47"/>
        <pc:sldMkLst>
          <pc:docMk/>
          <pc:sldMk cId="4248455701" sldId="298"/>
        </pc:sldMkLst>
      </pc:sldChg>
      <pc:sldChg chg="addSp delSp modSp add mod setBg">
        <pc:chgData name="Alberto Ruiz" userId="47fa91d207cfb014" providerId="LiveId" clId="{85FEFC20-368C-4804-AF35-776ECB9C6605}" dt="2025-09-27T16:45:24.036" v="1788" actId="26606"/>
        <pc:sldMkLst>
          <pc:docMk/>
          <pc:sldMk cId="0" sldId="299"/>
        </pc:sldMkLst>
        <pc:spChg chg="mo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24.036" v="1788" actId="26606"/>
          <ac:spMkLst>
            <pc:docMk/>
            <pc:sldMk cId="0" sldId="299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24.036" v="1788" actId="26606"/>
          <ac:graphicFrameMkLst>
            <pc:docMk/>
            <pc:sldMk cId="0" sldId="299"/>
            <ac:graphicFrameMk id="5" creationId="{9354AB83-9567-6BA1-3386-CBFBB73ED5AA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2T17:50:40.693" v="974" actId="26606"/>
        <pc:sldMkLst>
          <pc:docMk/>
          <pc:sldMk cId="1217792650" sldId="299"/>
        </pc:sldMkLst>
      </pc:sldChg>
      <pc:sldChg chg="addSp delSp modSp new mod setBg">
        <pc:chgData name="Alberto Ruiz" userId="47fa91d207cfb014" providerId="LiveId" clId="{85FEFC20-368C-4804-AF35-776ECB9C6605}" dt="2025-09-24T16:44:36.987" v="1253" actId="26606"/>
        <pc:sldMkLst>
          <pc:docMk/>
          <pc:sldMk cId="1304951473" sldId="299"/>
        </pc:sldMkLst>
      </pc:sldChg>
      <pc:sldChg chg="del">
        <pc:chgData name="Alberto Ruiz" userId="47fa91d207cfb014" providerId="LiveId" clId="{85FEFC20-368C-4804-AF35-776ECB9C6605}" dt="2025-09-26T18:44:35.309" v="1552" actId="47"/>
        <pc:sldMkLst>
          <pc:docMk/>
          <pc:sldMk cId="1389147976" sldId="299"/>
        </pc:sldMkLst>
      </pc:sldChg>
      <pc:sldChg chg="addSp delSp modSp add mod setBg">
        <pc:chgData name="Alberto Ruiz" userId="47fa91d207cfb014" providerId="LiveId" clId="{85FEFC20-368C-4804-AF35-776ECB9C6605}" dt="2025-09-27T16:45:26.677" v="1789" actId="26606"/>
        <pc:sldMkLst>
          <pc:docMk/>
          <pc:sldMk cId="0" sldId="300"/>
        </pc:sldMkLst>
        <pc:spChg chg="mo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26.677" v="1789" actId="26606"/>
          <ac:spMkLst>
            <pc:docMk/>
            <pc:sldMk cId="0" sldId="300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26.677" v="1789" actId="26606"/>
          <ac:graphicFrameMkLst>
            <pc:docMk/>
            <pc:sldMk cId="0" sldId="300"/>
            <ac:graphicFrameMk id="5" creationId="{11A140E4-119E-E3A1-C2B5-847B53EBD00F}"/>
          </ac:graphicFrameMkLst>
        </pc:graphicFrameChg>
      </pc:sldChg>
      <pc:sldChg chg="addSp delSp modSp new mod setBg">
        <pc:chgData name="Alberto Ruiz" userId="47fa91d207cfb014" providerId="LiveId" clId="{85FEFC20-368C-4804-AF35-776ECB9C6605}" dt="2025-09-24T16:51:29.950" v="1349" actId="26606"/>
        <pc:sldMkLst>
          <pc:docMk/>
          <pc:sldMk cId="2259716126" sldId="300"/>
        </pc:sldMkLst>
      </pc:sldChg>
      <pc:sldChg chg="addSp delSp modSp new mod setBg">
        <pc:chgData name="Alberto Ruiz" userId="47fa91d207cfb014" providerId="LiveId" clId="{85FEFC20-368C-4804-AF35-776ECB9C6605}" dt="2025-09-22T17:50:48.851" v="975" actId="26606"/>
        <pc:sldMkLst>
          <pc:docMk/>
          <pc:sldMk cId="2365938747" sldId="300"/>
        </pc:sldMkLst>
      </pc:sldChg>
      <pc:sldChg chg="modSp del mod">
        <pc:chgData name="Alberto Ruiz" userId="47fa91d207cfb014" providerId="LiveId" clId="{85FEFC20-368C-4804-AF35-776ECB9C6605}" dt="2025-09-26T18:44:35.485" v="1553" actId="47"/>
        <pc:sldMkLst>
          <pc:docMk/>
          <pc:sldMk cId="2376632157" sldId="300"/>
        </pc:sldMkLst>
        <pc:spChg chg="mod">
          <ac:chgData name="Alberto Ruiz" userId="47fa91d207cfb014" providerId="LiveId" clId="{85FEFC20-368C-4804-AF35-776ECB9C6605}" dt="2025-09-26T18:00:51.274" v="1485" actId="27636"/>
          <ac:spMkLst>
            <pc:docMk/>
            <pc:sldMk cId="2376632157" sldId="300"/>
            <ac:spMk id="3" creationId="{5F8A60E6-EC61-7E72-A404-DC03CAB860FF}"/>
          </ac:spMkLst>
        </pc:spChg>
      </pc:sldChg>
      <pc:sldChg chg="addSp delSp modSp add mod setBg">
        <pc:chgData name="Alberto Ruiz" userId="47fa91d207cfb014" providerId="LiveId" clId="{85FEFC20-368C-4804-AF35-776ECB9C6605}" dt="2025-09-27T16:45:29.209" v="1790" actId="26606"/>
        <pc:sldMkLst>
          <pc:docMk/>
          <pc:sldMk cId="0" sldId="301"/>
        </pc:sldMkLst>
        <pc:spChg chg="mo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29.209" v="1790" actId="26606"/>
          <ac:spMkLst>
            <pc:docMk/>
            <pc:sldMk cId="0" sldId="301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29.209" v="1790" actId="26606"/>
          <ac:graphicFrameMkLst>
            <pc:docMk/>
            <pc:sldMk cId="0" sldId="301"/>
            <ac:graphicFrameMk id="5" creationId="{F4519A43-2754-AC03-BE67-B3C8920E4AB4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4T16:52:03.591" v="1365" actId="14100"/>
        <pc:sldMkLst>
          <pc:docMk/>
          <pc:sldMk cId="972017034" sldId="301"/>
        </pc:sldMkLst>
      </pc:sldChg>
      <pc:sldChg chg="del">
        <pc:chgData name="Alberto Ruiz" userId="47fa91d207cfb014" providerId="LiveId" clId="{85FEFC20-368C-4804-AF35-776ECB9C6605}" dt="2025-09-26T18:44:35.819" v="1555" actId="47"/>
        <pc:sldMkLst>
          <pc:docMk/>
          <pc:sldMk cId="2524489765" sldId="301"/>
        </pc:sldMkLst>
      </pc:sldChg>
      <pc:sldChg chg="addSp delSp modSp add mod setBg">
        <pc:chgData name="Alberto Ruiz" userId="47fa91d207cfb014" providerId="LiveId" clId="{85FEFC20-368C-4804-AF35-776ECB9C6605}" dt="2025-09-27T16:45:31.911" v="1791" actId="26606"/>
        <pc:sldMkLst>
          <pc:docMk/>
          <pc:sldMk cId="0" sldId="302"/>
        </pc:sldMkLst>
        <pc:spChg chg="mo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31.911" v="1791" actId="26606"/>
          <ac:spMkLst>
            <pc:docMk/>
            <pc:sldMk cId="0" sldId="302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31.911" v="1791" actId="26606"/>
          <ac:graphicFrameMkLst>
            <pc:docMk/>
            <pc:sldMk cId="0" sldId="302"/>
            <ac:graphicFrameMk id="5" creationId="{C816B019-21ED-5395-F9B7-0035B45A637B}"/>
          </ac:graphicFrameMkLst>
        </pc:graphicFrameChg>
      </pc:sldChg>
      <pc:sldChg chg="modSp add mod">
        <pc:chgData name="Alberto Ruiz" userId="47fa91d207cfb014" providerId="LiveId" clId="{85FEFC20-368C-4804-AF35-776ECB9C6605}" dt="2025-09-24T16:57:28.022" v="1396" actId="403"/>
        <pc:sldMkLst>
          <pc:docMk/>
          <pc:sldMk cId="3291211572" sldId="302"/>
        </pc:sldMkLst>
      </pc:sldChg>
      <pc:sldChg chg="del">
        <pc:chgData name="Alberto Ruiz" userId="47fa91d207cfb014" providerId="LiveId" clId="{85FEFC20-368C-4804-AF35-776ECB9C6605}" dt="2025-09-26T18:44:36.580" v="1556" actId="47"/>
        <pc:sldMkLst>
          <pc:docMk/>
          <pc:sldMk cId="4288825576" sldId="302"/>
        </pc:sldMkLst>
      </pc:sldChg>
      <pc:sldChg chg="addSp delSp modSp add mod setBg">
        <pc:chgData name="Alberto Ruiz" userId="47fa91d207cfb014" providerId="LiveId" clId="{85FEFC20-368C-4804-AF35-776ECB9C6605}" dt="2025-09-27T16:45:56.253" v="1793" actId="26606"/>
        <pc:sldMkLst>
          <pc:docMk/>
          <pc:sldMk cId="0" sldId="303"/>
        </pc:sldMkLst>
        <pc:spChg chg="mo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5:56.253" v="1793" actId="26606"/>
          <ac:spMkLst>
            <pc:docMk/>
            <pc:sldMk cId="0" sldId="303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5:56.253" v="1793" actId="26606"/>
          <ac:graphicFrameMkLst>
            <pc:docMk/>
            <pc:sldMk cId="0" sldId="303"/>
            <ac:graphicFrameMk id="5" creationId="{C69AC160-8912-9DE3-70E0-4D9B2046D289}"/>
          </ac:graphicFrameMkLst>
        </pc:graphicFrameChg>
      </pc:sldChg>
      <pc:sldChg chg="addSp modSp new del mod setBg">
        <pc:chgData name="Alberto Ruiz" userId="47fa91d207cfb014" providerId="LiveId" clId="{85FEFC20-368C-4804-AF35-776ECB9C6605}" dt="2025-09-26T18:44:35.655" v="1554" actId="47"/>
        <pc:sldMkLst>
          <pc:docMk/>
          <pc:sldMk cId="313862045" sldId="303"/>
        </pc:sldMkLst>
        <pc:spChg chg="mod">
          <ac:chgData name="Alberto Ruiz" userId="47fa91d207cfb014" providerId="LiveId" clId="{85FEFC20-368C-4804-AF35-776ECB9C6605}" dt="2025-09-26T18:00:36.312" v="1483"/>
          <ac:spMkLst>
            <pc:docMk/>
            <pc:sldMk cId="313862045" sldId="303"/>
            <ac:spMk id="2" creationId="{394CF634-3EFA-F874-BD43-189187A2D466}"/>
          </ac:spMkLst>
        </pc:spChg>
        <pc:spChg chg="mod">
          <ac:chgData name="Alberto Ruiz" userId="47fa91d207cfb014" providerId="LiveId" clId="{85FEFC20-368C-4804-AF35-776ECB9C6605}" dt="2025-09-26T18:00:35.058" v="1482" actId="21"/>
          <ac:spMkLst>
            <pc:docMk/>
            <pc:sldMk cId="313862045" sldId="303"/>
            <ac:spMk id="3" creationId="{EEAA0D6F-0FAE-1EB3-94C3-666F8BBC1974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30" creationId="{568E6F37-AE05-46BF-A77F-5505926E92C6}"/>
          </ac:grpSpMkLst>
        </pc:grpChg>
      </pc:sldChg>
      <pc:sldChg chg="addSp modSp new mod setBg">
        <pc:chgData name="Alberto Ruiz" userId="47fa91d207cfb014" providerId="LiveId" clId="{85FEFC20-368C-4804-AF35-776ECB9C6605}" dt="2025-09-24T17:06:47.714" v="1439" actId="255"/>
        <pc:sldMkLst>
          <pc:docMk/>
          <pc:sldMk cId="2930059075" sldId="303"/>
        </pc:sldMkLst>
      </pc:sldChg>
      <pc:sldChg chg="addSp delSp modSp add mod setBg">
        <pc:chgData name="Alberto Ruiz" userId="47fa91d207cfb014" providerId="LiveId" clId="{85FEFC20-368C-4804-AF35-776ECB9C6605}" dt="2025-09-27T16:45:59.222" v="1794" actId="26606"/>
        <pc:sldMkLst>
          <pc:docMk/>
          <pc:sldMk cId="0" sldId="304"/>
        </pc:sldMkLst>
        <pc:spChg chg="mod">
          <ac:chgData name="Alberto Ruiz" userId="47fa91d207cfb014" providerId="LiveId" clId="{85FEFC20-368C-4804-AF35-776ECB9C6605}" dt="2025-09-27T16:45:59.222" v="1794" actId="26606"/>
          <ac:spMkLst>
            <pc:docMk/>
            <pc:sldMk cId="0" sldId="30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5:59.222" v="1794" actId="26606"/>
          <ac:spMkLst>
            <pc:docMk/>
            <pc:sldMk cId="0" sldId="30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5:59.222" v="1794" actId="26606"/>
          <ac:spMkLst>
            <pc:docMk/>
            <pc:sldMk cId="0" sldId="30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27T16:45:59.222" v="1794" actId="26606"/>
          <ac:spMkLst>
            <pc:docMk/>
            <pc:sldMk cId="0" sldId="30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27T16:45:59.222" v="1794" actId="26606"/>
          <ac:spMkLst>
            <pc:docMk/>
            <pc:sldMk cId="0" sldId="30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27T16:45:59.222" v="1794" actId="26606"/>
          <ac:spMkLst>
            <pc:docMk/>
            <pc:sldMk cId="0" sldId="30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27T16:45:59.222" v="1794" actId="26606"/>
          <ac:grpSpMkLst>
            <pc:docMk/>
            <pc:sldMk cId="0" sldId="30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27T16:45:59.222" v="1794" actId="26606"/>
          <ac:grpSpMkLst>
            <pc:docMk/>
            <pc:sldMk cId="0" sldId="30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27T16:45:59.222" v="1794" actId="26606"/>
          <ac:graphicFrameMkLst>
            <pc:docMk/>
            <pc:sldMk cId="0" sldId="304"/>
            <ac:graphicFrameMk id="5" creationId="{941F446D-BE1E-E25E-7A77-5C21F898FBBB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4T17:06:50.787" v="1440" actId="26606"/>
        <pc:sldMkLst>
          <pc:docMk/>
          <pc:sldMk cId="4195051442" sldId="304"/>
        </pc:sldMkLst>
      </pc:sldChg>
      <pc:sldChg chg="addSp delSp modSp add mod setBg">
        <pc:chgData name="Alberto Ruiz" userId="47fa91d207cfb014" providerId="LiveId" clId="{85FEFC20-368C-4804-AF35-776ECB9C6605}" dt="2025-09-27T16:46:01.827" v="1795" actId="26606"/>
        <pc:sldMkLst>
          <pc:docMk/>
          <pc:sldMk cId="0" sldId="305"/>
        </pc:sldMkLst>
        <pc:spChg chg="mo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46:01.827" v="1795" actId="26606"/>
          <ac:spMkLst>
            <pc:docMk/>
            <pc:sldMk cId="0" sldId="305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46:01.827" v="1795" actId="26606"/>
          <ac:graphicFrameMkLst>
            <pc:docMk/>
            <pc:sldMk cId="0" sldId="305"/>
            <ac:graphicFrameMk id="5" creationId="{A90AC973-D83B-DC95-5F49-9E9BEF17343D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4T17:07:59.334" v="1475" actId="255"/>
        <pc:sldMkLst>
          <pc:docMk/>
          <pc:sldMk cId="167883628" sldId="305"/>
        </pc:sldMkLst>
      </pc:sldChg>
      <pc:sldChg chg="addSp delSp modSp add mod setBg">
        <pc:chgData name="Alberto Ruiz" userId="47fa91d207cfb014" providerId="LiveId" clId="{85FEFC20-368C-4804-AF35-776ECB9C6605}" dt="2025-09-27T16:46:05.503" v="1796" actId="26606"/>
        <pc:sldMkLst>
          <pc:docMk/>
          <pc:sldMk cId="0" sldId="306"/>
        </pc:sldMkLst>
        <pc:spChg chg="mod">
          <ac:chgData name="Alberto Ruiz" userId="47fa91d207cfb014" providerId="LiveId" clId="{85FEFC20-368C-4804-AF35-776ECB9C6605}" dt="2025-09-27T16:46:05.503" v="1796" actId="26606"/>
          <ac:spMkLst>
            <pc:docMk/>
            <pc:sldMk cId="0" sldId="30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6:05.503" v="1796" actId="26606"/>
          <ac:spMkLst>
            <pc:docMk/>
            <pc:sldMk cId="0" sldId="30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6:05.503" v="1796" actId="26606"/>
          <ac:spMkLst>
            <pc:docMk/>
            <pc:sldMk cId="0" sldId="30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27T16:46:05.503" v="1796" actId="26606"/>
          <ac:spMkLst>
            <pc:docMk/>
            <pc:sldMk cId="0" sldId="30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27T16:46:05.503" v="1796" actId="26606"/>
          <ac:spMkLst>
            <pc:docMk/>
            <pc:sldMk cId="0" sldId="30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27T16:46:05.503" v="1796" actId="26606"/>
          <ac:spMkLst>
            <pc:docMk/>
            <pc:sldMk cId="0" sldId="30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27T16:46:05.503" v="1796" actId="26606"/>
          <ac:grpSpMkLst>
            <pc:docMk/>
            <pc:sldMk cId="0" sldId="30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27T16:46:05.503" v="1796" actId="26606"/>
          <ac:grpSpMkLst>
            <pc:docMk/>
            <pc:sldMk cId="0" sldId="30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27T16:46:05.503" v="1796" actId="26606"/>
          <ac:graphicFrameMkLst>
            <pc:docMk/>
            <pc:sldMk cId="0" sldId="306"/>
            <ac:graphicFrameMk id="5" creationId="{BEFBB28B-3F4C-C3FE-33B7-D9174670A3E7}"/>
          </ac:graphicFrameMkLst>
        </pc:graphicFrameChg>
      </pc:sldChg>
      <pc:sldChg chg="new">
        <pc:chgData name="Alberto Ruiz" userId="47fa91d207cfb014" providerId="LiveId" clId="{85FEFC20-368C-4804-AF35-776ECB9C6605}" dt="2025-09-24T17:08:02.113" v="1476" actId="680"/>
        <pc:sldMkLst>
          <pc:docMk/>
          <pc:sldMk cId="2722454959" sldId="306"/>
        </pc:sldMkLst>
      </pc:sldChg>
      <pc:sldChg chg="addSp delSp modSp add mod setBg">
        <pc:chgData name="Alberto Ruiz" userId="47fa91d207cfb014" providerId="LiveId" clId="{85FEFC20-368C-4804-AF35-776ECB9C6605}" dt="2025-09-27T16:46:08.372" v="1797" actId="26606"/>
        <pc:sldMkLst>
          <pc:docMk/>
          <pc:sldMk cId="0" sldId="307"/>
        </pc:sldMkLst>
        <pc:spChg chg="mod">
          <ac:chgData name="Alberto Ruiz" userId="47fa91d207cfb014" providerId="LiveId" clId="{85FEFC20-368C-4804-AF35-776ECB9C6605}" dt="2025-09-27T16:46:08.372" v="1797" actId="26606"/>
          <ac:spMkLst>
            <pc:docMk/>
            <pc:sldMk cId="0" sldId="30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6:08.372" v="1797" actId="26606"/>
          <ac:spMkLst>
            <pc:docMk/>
            <pc:sldMk cId="0" sldId="30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6:08.372" v="1797" actId="26606"/>
          <ac:spMkLst>
            <pc:docMk/>
            <pc:sldMk cId="0" sldId="30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27T16:46:08.372" v="1797" actId="26606"/>
          <ac:spMkLst>
            <pc:docMk/>
            <pc:sldMk cId="0" sldId="30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27T16:46:08.372" v="1797" actId="26606"/>
          <ac:spMkLst>
            <pc:docMk/>
            <pc:sldMk cId="0" sldId="30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27T16:46:08.372" v="1797" actId="26606"/>
          <ac:spMkLst>
            <pc:docMk/>
            <pc:sldMk cId="0" sldId="30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27T16:46:08.372" v="1797" actId="26606"/>
          <ac:grpSpMkLst>
            <pc:docMk/>
            <pc:sldMk cId="0" sldId="30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27T16:46:08.372" v="1797" actId="26606"/>
          <ac:grpSpMkLst>
            <pc:docMk/>
            <pc:sldMk cId="0" sldId="30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27T16:46:08.372" v="1797" actId="26606"/>
          <ac:graphicFrameMkLst>
            <pc:docMk/>
            <pc:sldMk cId="0" sldId="307"/>
            <ac:graphicFrameMk id="5" creationId="{CB63F3A7-E68F-0EC3-0018-6CA6B6500461}"/>
          </ac:graphicFrameMkLst>
        </pc:graphicFrameChg>
      </pc:sldChg>
      <pc:sldChg chg="addSp delSp modSp add mod setBg">
        <pc:chgData name="Alberto Ruiz" userId="47fa91d207cfb014" providerId="LiveId" clId="{85FEFC20-368C-4804-AF35-776ECB9C6605}" dt="2025-09-27T16:46:12.359" v="1798" actId="26606"/>
        <pc:sldMkLst>
          <pc:docMk/>
          <pc:sldMk cId="0" sldId="308"/>
        </pc:sldMkLst>
        <pc:spChg chg="mod">
          <ac:chgData name="Alberto Ruiz" userId="47fa91d207cfb014" providerId="LiveId" clId="{85FEFC20-368C-4804-AF35-776ECB9C6605}" dt="2025-09-27T16:46:12.359" v="1798" actId="26606"/>
          <ac:spMkLst>
            <pc:docMk/>
            <pc:sldMk cId="0" sldId="30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46:12.359" v="1798" actId="26606"/>
          <ac:spMkLst>
            <pc:docMk/>
            <pc:sldMk cId="0" sldId="30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46:12.359" v="1798" actId="26606"/>
          <ac:spMkLst>
            <pc:docMk/>
            <pc:sldMk cId="0" sldId="30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27T16:46:12.359" v="1798" actId="26606"/>
          <ac:spMkLst>
            <pc:docMk/>
            <pc:sldMk cId="0" sldId="30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27T16:46:12.359" v="1798" actId="26606"/>
          <ac:spMkLst>
            <pc:docMk/>
            <pc:sldMk cId="0" sldId="30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27T16:46:12.359" v="1798" actId="26606"/>
          <ac:spMkLst>
            <pc:docMk/>
            <pc:sldMk cId="0" sldId="30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27T16:46:12.359" v="1798" actId="26606"/>
          <ac:grpSpMkLst>
            <pc:docMk/>
            <pc:sldMk cId="0" sldId="30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27T16:46:12.359" v="1798" actId="26606"/>
          <ac:grpSpMkLst>
            <pc:docMk/>
            <pc:sldMk cId="0" sldId="30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27T16:46:12.359" v="1798" actId="26606"/>
          <ac:graphicFrameMkLst>
            <pc:docMk/>
            <pc:sldMk cId="0" sldId="308"/>
            <ac:graphicFrameMk id="5" creationId="{71575B84-EB26-8114-E5FF-BC24BA110D73}"/>
          </ac:graphicFrameMkLst>
        </pc:graphicFrameChg>
      </pc:sldChg>
    </pc:docChg>
  </pc:docChgLst>
  <pc:docChgLst>
    <pc:chgData name="Alberto Ruiz" userId="47fa91d207cfb014" providerId="LiveId" clId="{9743E567-337F-4C21-A62A-0C7FCC4B4E77}"/>
    <pc:docChg chg="undo custSel addSld delSld modSld">
      <pc:chgData name="Alberto Ruiz" userId="47fa91d207cfb014" providerId="LiveId" clId="{9743E567-337F-4C21-A62A-0C7FCC4B4E77}" dt="2025-09-24T12:27:04.969" v="1999" actId="680"/>
      <pc:docMkLst>
        <pc:docMk/>
      </pc:docMkLst>
      <pc:sldChg chg="addSp delSp modSp mod">
        <pc:chgData name="Alberto Ruiz" userId="47fa91d207cfb014" providerId="LiveId" clId="{9743E567-337F-4C21-A62A-0C7FCC4B4E77}" dt="2025-09-18T06:31:18.816" v="0" actId="478"/>
        <pc:sldMkLst>
          <pc:docMk/>
          <pc:sldMk cId="4108739217" sldId="256"/>
        </pc:sldMkLst>
        <pc:spChg chg="add mod">
          <ac:chgData name="Alberto Ruiz" userId="47fa91d207cfb014" providerId="LiveId" clId="{9743E567-337F-4C21-A62A-0C7FCC4B4E77}" dt="2025-09-18T06:31:18.816" v="0" actId="478"/>
          <ac:spMkLst>
            <pc:docMk/>
            <pc:sldMk cId="4108739217" sldId="256"/>
            <ac:spMk id="5" creationId="{BB076771-2AA0-A9C7-C61D-786423133F2C}"/>
          </ac:spMkLst>
        </pc:spChg>
      </pc:sldChg>
      <pc:sldChg chg="del">
        <pc:chgData name="Alberto Ruiz" userId="47fa91d207cfb014" providerId="LiveId" clId="{9743E567-337F-4C21-A62A-0C7FCC4B4E77}" dt="2025-09-23T10:52:57.600" v="2" actId="47"/>
        <pc:sldMkLst>
          <pc:docMk/>
          <pc:sldMk cId="2624861979" sldId="282"/>
        </pc:sldMkLst>
      </pc:sldChg>
      <pc:sldChg chg="modSp mod">
        <pc:chgData name="Alberto Ruiz" userId="47fa91d207cfb014" providerId="LiveId" clId="{9743E567-337F-4C21-A62A-0C7FCC4B4E77}" dt="2025-09-23T10:57:00.873" v="348" actId="20577"/>
        <pc:sldMkLst>
          <pc:docMk/>
          <pc:sldMk cId="152618039" sldId="283"/>
        </pc:sldMkLst>
        <pc:spChg chg="mod">
          <ac:chgData name="Alberto Ruiz" userId="47fa91d207cfb014" providerId="LiveId" clId="{9743E567-337F-4C21-A62A-0C7FCC4B4E77}" dt="2025-09-23T10:53:40.793" v="80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9743E567-337F-4C21-A62A-0C7FCC4B4E77}" dt="2025-09-23T10:57:00.873" v="348" actId="20577"/>
          <ac:spMkLst>
            <pc:docMk/>
            <pc:sldMk cId="152618039" sldId="283"/>
            <ac:spMk id="3" creationId="{755E79F4-1172-A62D-3F73-D6793E20776D}"/>
          </ac:spMkLst>
        </pc:spChg>
      </pc:sldChg>
      <pc:sldChg chg="addSp delSp modSp new mod setBg">
        <pc:chgData name="Alberto Ruiz" userId="47fa91d207cfb014" providerId="LiveId" clId="{9743E567-337F-4C21-A62A-0C7FCC4B4E77}" dt="2025-09-23T11:08:16.375" v="414" actId="26606"/>
        <pc:sldMkLst>
          <pc:docMk/>
          <pc:sldMk cId="144583344" sldId="284"/>
        </pc:sldMkLst>
      </pc:sldChg>
      <pc:sldChg chg="del">
        <pc:chgData name="Alberto Ruiz" userId="47fa91d207cfb014" providerId="LiveId" clId="{9743E567-337F-4C21-A62A-0C7FCC4B4E77}" dt="2025-09-23T10:52:58.044" v="3" actId="47"/>
        <pc:sldMkLst>
          <pc:docMk/>
          <pc:sldMk cId="1171360924" sldId="284"/>
        </pc:sldMkLst>
      </pc:sldChg>
      <pc:sldChg chg="addSp modSp mod setBg">
        <pc:chgData name="Alberto Ruiz" userId="47fa91d207cfb014" providerId="LiveId" clId="{9743E567-337F-4C21-A62A-0C7FCC4B4E77}" dt="2025-09-24T12:03:51.857" v="1649" actId="26606"/>
        <pc:sldMkLst>
          <pc:docMk/>
          <pc:sldMk cId="3781436359" sldId="284"/>
        </pc:sldMkLst>
      </pc:sldChg>
      <pc:sldChg chg="addSp modSp mod setBg">
        <pc:chgData name="Alberto Ruiz" userId="47fa91d207cfb014" providerId="LiveId" clId="{9743E567-337F-4C21-A62A-0C7FCC4B4E77}" dt="2025-09-24T12:18:15.635" v="1761" actId="26606"/>
        <pc:sldMkLst>
          <pc:docMk/>
          <pc:sldMk cId="1632013338" sldId="285"/>
        </pc:sldMkLst>
      </pc:sldChg>
      <pc:sldChg chg="del">
        <pc:chgData name="Alberto Ruiz" userId="47fa91d207cfb014" providerId="LiveId" clId="{9743E567-337F-4C21-A62A-0C7FCC4B4E77}" dt="2025-09-23T10:52:58.423" v="5" actId="47"/>
        <pc:sldMkLst>
          <pc:docMk/>
          <pc:sldMk cId="2191137854" sldId="285"/>
        </pc:sldMkLst>
      </pc:sldChg>
      <pc:sldChg chg="addSp delSp modSp new mod">
        <pc:chgData name="Alberto Ruiz" userId="47fa91d207cfb014" providerId="LiveId" clId="{9743E567-337F-4C21-A62A-0C7FCC4B4E77}" dt="2025-09-23T11:05:50.373" v="411" actId="1076"/>
        <pc:sldMkLst>
          <pc:docMk/>
          <pc:sldMk cId="4177545456" sldId="285"/>
        </pc:sldMkLst>
      </pc:sldChg>
      <pc:sldChg chg="addSp delSp modSp mod setBg">
        <pc:chgData name="Alberto Ruiz" userId="47fa91d207cfb014" providerId="LiveId" clId="{9743E567-337F-4C21-A62A-0C7FCC4B4E77}" dt="2025-09-24T12:26:56.264" v="1998" actId="26606"/>
        <pc:sldMkLst>
          <pc:docMk/>
          <pc:sldMk cId="1101300920" sldId="286"/>
        </pc:sldMkLst>
      </pc:sldChg>
      <pc:sldChg chg="addSp delSp modSp new mod setBg">
        <pc:chgData name="Alberto Ruiz" userId="47fa91d207cfb014" providerId="LiveId" clId="{9743E567-337F-4C21-A62A-0C7FCC4B4E77}" dt="2025-09-23T11:14:09.674" v="860" actId="26606"/>
        <pc:sldMkLst>
          <pc:docMk/>
          <pc:sldMk cId="2177018543" sldId="286"/>
        </pc:sldMkLst>
      </pc:sldChg>
      <pc:sldChg chg="del">
        <pc:chgData name="Alberto Ruiz" userId="47fa91d207cfb014" providerId="LiveId" clId="{9743E567-337F-4C21-A62A-0C7FCC4B4E77}" dt="2025-09-23T10:52:58.595" v="6" actId="47"/>
        <pc:sldMkLst>
          <pc:docMk/>
          <pc:sldMk cId="3517709361" sldId="286"/>
        </pc:sldMkLst>
      </pc:sldChg>
      <pc:sldChg chg="del">
        <pc:chgData name="Alberto Ruiz" userId="47fa91d207cfb014" providerId="LiveId" clId="{9743E567-337F-4C21-A62A-0C7FCC4B4E77}" dt="2025-09-23T10:52:58.768" v="7" actId="47"/>
        <pc:sldMkLst>
          <pc:docMk/>
          <pc:sldMk cId="1879621574" sldId="287"/>
        </pc:sldMkLst>
      </pc:sldChg>
      <pc:sldChg chg="addSp delSp modSp new mod setBg">
        <pc:chgData name="Alberto Ruiz" userId="47fa91d207cfb014" providerId="LiveId" clId="{9743E567-337F-4C21-A62A-0C7FCC4B4E77}" dt="2025-09-23T11:14:13.693" v="861" actId="26606"/>
        <pc:sldMkLst>
          <pc:docMk/>
          <pc:sldMk cId="2927665545" sldId="287"/>
        </pc:sldMkLst>
      </pc:sldChg>
      <pc:sldChg chg="addSp delSp modSp new mod setBg">
        <pc:chgData name="Alberto Ruiz" userId="47fa91d207cfb014" providerId="LiveId" clId="{9743E567-337F-4C21-A62A-0C7FCC4B4E77}" dt="2025-09-23T11:20:03.600" v="986" actId="26606"/>
        <pc:sldMkLst>
          <pc:docMk/>
          <pc:sldMk cId="2222828972" sldId="288"/>
        </pc:sldMkLst>
      </pc:sldChg>
      <pc:sldChg chg="del">
        <pc:chgData name="Alberto Ruiz" userId="47fa91d207cfb014" providerId="LiveId" clId="{9743E567-337F-4C21-A62A-0C7FCC4B4E77}" dt="2025-09-23T10:52:59.129" v="9" actId="47"/>
        <pc:sldMkLst>
          <pc:docMk/>
          <pc:sldMk cId="3830168765" sldId="288"/>
        </pc:sldMkLst>
      </pc:sldChg>
      <pc:sldChg chg="addSp delSp modSp new mod setBg">
        <pc:chgData name="Alberto Ruiz" userId="47fa91d207cfb014" providerId="LiveId" clId="{9743E567-337F-4C21-A62A-0C7FCC4B4E77}" dt="2025-09-23T11:29:50.276" v="1302" actId="26606"/>
        <pc:sldMkLst>
          <pc:docMk/>
          <pc:sldMk cId="3979568687" sldId="289"/>
        </pc:sldMkLst>
      </pc:sldChg>
      <pc:sldChg chg="del">
        <pc:chgData name="Alberto Ruiz" userId="47fa91d207cfb014" providerId="LiveId" clId="{9743E567-337F-4C21-A62A-0C7FCC4B4E77}" dt="2025-09-23T10:53:01.467" v="16" actId="47"/>
        <pc:sldMkLst>
          <pc:docMk/>
          <pc:sldMk cId="4136905644" sldId="289"/>
        </pc:sldMkLst>
      </pc:sldChg>
      <pc:sldChg chg="del">
        <pc:chgData name="Alberto Ruiz" userId="47fa91d207cfb014" providerId="LiveId" clId="{9743E567-337F-4C21-A62A-0C7FCC4B4E77}" dt="2025-09-23T10:52:58.234" v="4" actId="47"/>
        <pc:sldMkLst>
          <pc:docMk/>
          <pc:sldMk cId="908033775" sldId="290"/>
        </pc:sldMkLst>
      </pc:sldChg>
      <pc:sldChg chg="addSp delSp modSp new mod setBg">
        <pc:chgData name="Alberto Ruiz" userId="47fa91d207cfb014" providerId="LiveId" clId="{9743E567-337F-4C21-A62A-0C7FCC4B4E77}" dt="2025-09-23T11:36:16.741" v="1406" actId="26606"/>
        <pc:sldMkLst>
          <pc:docMk/>
          <pc:sldMk cId="2340477628" sldId="290"/>
        </pc:sldMkLst>
      </pc:sldChg>
      <pc:sldChg chg="addSp modSp mod setBg">
        <pc:chgData name="Alberto Ruiz" userId="47fa91d207cfb014" providerId="LiveId" clId="{9743E567-337F-4C21-A62A-0C7FCC4B4E77}" dt="2025-09-24T12:03:57.006" v="1650" actId="26606"/>
        <pc:sldMkLst>
          <pc:docMk/>
          <pc:sldMk cId="4281954436" sldId="290"/>
        </pc:sldMkLst>
      </pc:sldChg>
      <pc:sldChg chg="del">
        <pc:chgData name="Alberto Ruiz" userId="47fa91d207cfb014" providerId="LiveId" clId="{9743E567-337F-4C21-A62A-0C7FCC4B4E77}" dt="2025-09-23T10:52:59.309" v="10" actId="47"/>
        <pc:sldMkLst>
          <pc:docMk/>
          <pc:sldMk cId="1166698697" sldId="291"/>
        </pc:sldMkLst>
      </pc:sldChg>
      <pc:sldChg chg="addSp delSp modSp new mod setBg">
        <pc:chgData name="Alberto Ruiz" userId="47fa91d207cfb014" providerId="LiveId" clId="{9743E567-337F-4C21-A62A-0C7FCC4B4E77}" dt="2025-09-23T12:28:41.862" v="1486" actId="26606"/>
        <pc:sldMkLst>
          <pc:docMk/>
          <pc:sldMk cId="2518525717" sldId="291"/>
        </pc:sldMkLst>
      </pc:sldChg>
      <pc:sldChg chg="addSp delSp modSp mod setBg">
        <pc:chgData name="Alberto Ruiz" userId="47fa91d207cfb014" providerId="LiveId" clId="{9743E567-337F-4C21-A62A-0C7FCC4B4E77}" dt="2025-09-24T12:04:01.381" v="1651" actId="26606"/>
        <pc:sldMkLst>
          <pc:docMk/>
          <pc:sldMk cId="4008434162" sldId="291"/>
        </pc:sldMkLst>
      </pc:sldChg>
      <pc:sldChg chg="del">
        <pc:chgData name="Alberto Ruiz" userId="47fa91d207cfb014" providerId="LiveId" clId="{9743E567-337F-4C21-A62A-0C7FCC4B4E77}" dt="2025-09-23T10:52:59.509" v="11" actId="47"/>
        <pc:sldMkLst>
          <pc:docMk/>
          <pc:sldMk cId="1202599591" sldId="292"/>
        </pc:sldMkLst>
      </pc:sldChg>
      <pc:sldChg chg="addSp delSp modSp new mod setBg">
        <pc:chgData name="Alberto Ruiz" userId="47fa91d207cfb014" providerId="LiveId" clId="{9743E567-337F-4C21-A62A-0C7FCC4B4E77}" dt="2025-09-23T15:15:06.824" v="1550" actId="26606"/>
        <pc:sldMkLst>
          <pc:docMk/>
          <pc:sldMk cId="1537041161" sldId="292"/>
        </pc:sldMkLst>
      </pc:sldChg>
      <pc:sldChg chg="addSp delSp modSp mod setBg">
        <pc:chgData name="Alberto Ruiz" userId="47fa91d207cfb014" providerId="LiveId" clId="{9743E567-337F-4C21-A62A-0C7FCC4B4E77}" dt="2025-09-24T12:04:05.626" v="1652" actId="26606"/>
        <pc:sldMkLst>
          <pc:docMk/>
          <pc:sldMk cId="3465514534" sldId="292"/>
        </pc:sldMkLst>
      </pc:sldChg>
      <pc:sldChg chg="addSp delSp modSp new mod setBg">
        <pc:chgData name="Alberto Ruiz" userId="47fa91d207cfb014" providerId="LiveId" clId="{9743E567-337F-4C21-A62A-0C7FCC4B4E77}" dt="2025-09-23T15:15:57.258" v="1562" actId="1076"/>
        <pc:sldMkLst>
          <pc:docMk/>
          <pc:sldMk cId="201943607" sldId="293"/>
        </pc:sldMkLst>
      </pc:sldChg>
      <pc:sldChg chg="del">
        <pc:chgData name="Alberto Ruiz" userId="47fa91d207cfb014" providerId="LiveId" clId="{9743E567-337F-4C21-A62A-0C7FCC4B4E77}" dt="2025-09-23T10:52:59.702" v="12" actId="47"/>
        <pc:sldMkLst>
          <pc:docMk/>
          <pc:sldMk cId="1002008813" sldId="293"/>
        </pc:sldMkLst>
      </pc:sldChg>
      <pc:sldChg chg="addSp delSp modSp new mod setBg">
        <pc:chgData name="Alberto Ruiz" userId="47fa91d207cfb014" providerId="LiveId" clId="{9743E567-337F-4C21-A62A-0C7FCC4B4E77}" dt="2025-09-24T12:21:28.817" v="1904" actId="26606"/>
        <pc:sldMkLst>
          <pc:docMk/>
          <pc:sldMk cId="4024440558" sldId="293"/>
        </pc:sldMkLst>
      </pc:sldChg>
      <pc:sldChg chg="addSp modSp new mod setBg">
        <pc:chgData name="Alberto Ruiz" userId="47fa91d207cfb014" providerId="LiveId" clId="{9743E567-337F-4C21-A62A-0C7FCC4B4E77}" dt="2025-09-23T15:16:05.747" v="1564" actId="1076"/>
        <pc:sldMkLst>
          <pc:docMk/>
          <pc:sldMk cId="294674519" sldId="294"/>
        </pc:sldMkLst>
      </pc:sldChg>
      <pc:sldChg chg="new">
        <pc:chgData name="Alberto Ruiz" userId="47fa91d207cfb014" providerId="LiveId" clId="{9743E567-337F-4C21-A62A-0C7FCC4B4E77}" dt="2025-09-24T12:27:04.969" v="1999" actId="680"/>
        <pc:sldMkLst>
          <pc:docMk/>
          <pc:sldMk cId="542680462" sldId="294"/>
        </pc:sldMkLst>
      </pc:sldChg>
      <pc:sldChg chg="del">
        <pc:chgData name="Alberto Ruiz" userId="47fa91d207cfb014" providerId="LiveId" clId="{9743E567-337F-4C21-A62A-0C7FCC4B4E77}" dt="2025-09-23T10:53:00.183" v="13" actId="47"/>
        <pc:sldMkLst>
          <pc:docMk/>
          <pc:sldMk cId="1442277376" sldId="294"/>
        </pc:sldMkLst>
      </pc:sldChg>
      <pc:sldChg chg="del">
        <pc:chgData name="Alberto Ruiz" userId="47fa91d207cfb014" providerId="LiveId" clId="{9743E567-337F-4C21-A62A-0C7FCC4B4E77}" dt="2025-09-23T10:53:01.069" v="15" actId="47"/>
        <pc:sldMkLst>
          <pc:docMk/>
          <pc:sldMk cId="77324183" sldId="295"/>
        </pc:sldMkLst>
      </pc:sldChg>
      <pc:sldChg chg="addSp modSp new mod setBg">
        <pc:chgData name="Alberto Ruiz" userId="47fa91d207cfb014" providerId="LiveId" clId="{9743E567-337F-4C21-A62A-0C7FCC4B4E77}" dt="2025-09-23T15:16:14.252" v="1566" actId="1076"/>
        <pc:sldMkLst>
          <pc:docMk/>
          <pc:sldMk cId="4109821813" sldId="295"/>
        </pc:sldMkLst>
      </pc:sldChg>
      <pc:sldChg chg="del">
        <pc:chgData name="Alberto Ruiz" userId="47fa91d207cfb014" providerId="LiveId" clId="{9743E567-337F-4C21-A62A-0C7FCC4B4E77}" dt="2025-09-23T10:52:58.950" v="8" actId="47"/>
        <pc:sldMkLst>
          <pc:docMk/>
          <pc:sldMk cId="750532084" sldId="296"/>
        </pc:sldMkLst>
      </pc:sldChg>
      <pc:sldChg chg="addSp modSp new mod setBg">
        <pc:chgData name="Alberto Ruiz" userId="47fa91d207cfb014" providerId="LiveId" clId="{9743E567-337F-4C21-A62A-0C7FCC4B4E77}" dt="2025-09-23T15:18:44.711" v="1635" actId="27636"/>
        <pc:sldMkLst>
          <pc:docMk/>
          <pc:sldMk cId="3992892498" sldId="296"/>
        </pc:sldMkLst>
      </pc:sldChg>
      <pc:sldChg chg="del">
        <pc:chgData name="Alberto Ruiz" userId="47fa91d207cfb014" providerId="LiveId" clId="{9743E567-337F-4C21-A62A-0C7FCC4B4E77}" dt="2025-09-23T10:53:00.599" v="14" actId="47"/>
        <pc:sldMkLst>
          <pc:docMk/>
          <pc:sldMk cId="77769760" sldId="297"/>
        </pc:sldMkLst>
      </pc:sldChg>
      <pc:sldChg chg="addSp modSp new mod setBg">
        <pc:chgData name="Alberto Ruiz" userId="47fa91d207cfb014" providerId="LiveId" clId="{9743E567-337F-4C21-A62A-0C7FCC4B4E77}" dt="2025-09-23T15:33:55.704" v="1647" actId="26606"/>
        <pc:sldMkLst>
          <pc:docMk/>
          <pc:sldMk cId="1868293708" sldId="297"/>
        </pc:sldMkLst>
      </pc:sldChg>
      <pc:sldChg chg="del">
        <pc:chgData name="Alberto Ruiz" userId="47fa91d207cfb014" providerId="LiveId" clId="{9743E567-337F-4C21-A62A-0C7FCC4B4E77}" dt="2025-09-23T10:53:01.900" v="17" actId="47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9743E567-337F-4C21-A62A-0C7FCC4B4E77}" dt="2025-09-23T15:33:58.523" v="1648" actId="26606"/>
        <pc:sldMkLst>
          <pc:docMk/>
          <pc:sldMk cId="3184751279" sldId="298"/>
        </pc:sldMkLst>
      </pc:sldChg>
      <pc:sldChg chg="del">
        <pc:chgData name="Alberto Ruiz" userId="47fa91d207cfb014" providerId="LiveId" clId="{9743E567-337F-4C21-A62A-0C7FCC4B4E77}" dt="2025-09-23T10:53:02.347" v="18" actId="47"/>
        <pc:sldMkLst>
          <pc:docMk/>
          <pc:sldMk cId="1217792650" sldId="299"/>
        </pc:sldMkLst>
      </pc:sldChg>
      <pc:sldChg chg="del">
        <pc:chgData name="Alberto Ruiz" userId="47fa91d207cfb014" providerId="LiveId" clId="{9743E567-337F-4C21-A62A-0C7FCC4B4E77}" dt="2025-09-23T10:53:02.866" v="19" actId="47"/>
        <pc:sldMkLst>
          <pc:docMk/>
          <pc:sldMk cId="2365938747" sldId="300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227842-0671-4993-B869-8BE4BAF0F3B8}" type="doc">
      <dgm:prSet loTypeId="urn:microsoft.com/office/officeart/2005/8/layout/matrix2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B32827-4826-4D06-A503-A5D0A7B3455D}">
      <dgm:prSet/>
      <dgm:spPr/>
      <dgm:t>
        <a:bodyPr/>
        <a:lstStyle/>
        <a:p>
          <a:r>
            <a:rPr lang="en-US"/>
            <a:t>• Reglamento (UE) 2016/679, en vigor desde 2018.</a:t>
          </a:r>
        </a:p>
      </dgm:t>
    </dgm:pt>
    <dgm:pt modelId="{84DCF50D-E269-4481-9BD8-341F30B49086}" type="parTrans" cxnId="{F5A230BB-E2C0-4C3F-830C-4FEC5CAA2901}">
      <dgm:prSet/>
      <dgm:spPr/>
      <dgm:t>
        <a:bodyPr/>
        <a:lstStyle/>
        <a:p>
          <a:endParaRPr lang="en-US"/>
        </a:p>
      </dgm:t>
    </dgm:pt>
    <dgm:pt modelId="{459A2D07-5D61-44E4-8599-74CA179C4874}" type="sibTrans" cxnId="{F5A230BB-E2C0-4C3F-830C-4FEC5CAA2901}">
      <dgm:prSet/>
      <dgm:spPr/>
      <dgm:t>
        <a:bodyPr/>
        <a:lstStyle/>
        <a:p>
          <a:endParaRPr lang="en-US"/>
        </a:p>
      </dgm:t>
    </dgm:pt>
    <dgm:pt modelId="{A2B02D7E-33CD-4ED9-BE0B-FF8A01169B66}">
      <dgm:prSet/>
      <dgm:spPr/>
      <dgm:t>
        <a:bodyPr/>
        <a:lstStyle/>
        <a:p>
          <a:r>
            <a:rPr lang="en-US"/>
            <a:t>• Norma básica de protección de datos personales en la UE.</a:t>
          </a:r>
        </a:p>
      </dgm:t>
    </dgm:pt>
    <dgm:pt modelId="{24146903-D5E1-4DED-901C-D0D978664666}" type="parTrans" cxnId="{7A037B75-498E-4C2B-955A-6F8E2B448A82}">
      <dgm:prSet/>
      <dgm:spPr/>
      <dgm:t>
        <a:bodyPr/>
        <a:lstStyle/>
        <a:p>
          <a:endParaRPr lang="en-US"/>
        </a:p>
      </dgm:t>
    </dgm:pt>
    <dgm:pt modelId="{6B946FCF-574D-4FB5-BF0B-D144F51533CB}" type="sibTrans" cxnId="{7A037B75-498E-4C2B-955A-6F8E2B448A82}">
      <dgm:prSet/>
      <dgm:spPr/>
      <dgm:t>
        <a:bodyPr/>
        <a:lstStyle/>
        <a:p>
          <a:endParaRPr lang="en-US"/>
        </a:p>
      </dgm:t>
    </dgm:pt>
    <dgm:pt modelId="{DB8E0F6C-FC3B-4194-9ECC-606C9EE8E0A3}">
      <dgm:prSet/>
      <dgm:spPr/>
      <dgm:t>
        <a:bodyPr/>
        <a:lstStyle/>
        <a:p>
          <a:r>
            <a:rPr lang="en-US"/>
            <a:t>• Objetivo: proteger los derechos y libertades de las personas.</a:t>
          </a:r>
        </a:p>
      </dgm:t>
    </dgm:pt>
    <dgm:pt modelId="{BB404F27-B8D0-486D-8AA0-0111A89551B2}" type="parTrans" cxnId="{812C7B79-CBD1-4148-A979-4F5D5515C49E}">
      <dgm:prSet/>
      <dgm:spPr/>
      <dgm:t>
        <a:bodyPr/>
        <a:lstStyle/>
        <a:p>
          <a:endParaRPr lang="en-US"/>
        </a:p>
      </dgm:t>
    </dgm:pt>
    <dgm:pt modelId="{64026E5A-98EF-4B97-AFAA-34BFF0878FFC}" type="sibTrans" cxnId="{812C7B79-CBD1-4148-A979-4F5D5515C49E}">
      <dgm:prSet/>
      <dgm:spPr/>
      <dgm:t>
        <a:bodyPr/>
        <a:lstStyle/>
        <a:p>
          <a:endParaRPr lang="en-US"/>
        </a:p>
      </dgm:t>
    </dgm:pt>
    <dgm:pt modelId="{03A74A61-ECCE-4E5C-A44D-9AB62A6D2BF5}">
      <dgm:prSet/>
      <dgm:spPr/>
      <dgm:t>
        <a:bodyPr/>
        <a:lstStyle/>
        <a:p>
          <a:r>
            <a:rPr lang="en-US"/>
            <a:t>• Se aplica a responsables y encargados que traten datos de ciudadanos europeos.</a:t>
          </a:r>
        </a:p>
      </dgm:t>
    </dgm:pt>
    <dgm:pt modelId="{1E1BF1E6-22B1-4F7C-9C45-BEFA80D154E7}" type="parTrans" cxnId="{D8B4A94C-9E0E-4258-86BC-1E696019D025}">
      <dgm:prSet/>
      <dgm:spPr/>
      <dgm:t>
        <a:bodyPr/>
        <a:lstStyle/>
        <a:p>
          <a:endParaRPr lang="en-US"/>
        </a:p>
      </dgm:t>
    </dgm:pt>
    <dgm:pt modelId="{DD28C7DA-C155-4F1C-BFB0-A97ABBD06FE0}" type="sibTrans" cxnId="{D8B4A94C-9E0E-4258-86BC-1E696019D025}">
      <dgm:prSet/>
      <dgm:spPr/>
      <dgm:t>
        <a:bodyPr/>
        <a:lstStyle/>
        <a:p>
          <a:endParaRPr lang="en-US"/>
        </a:p>
      </dgm:t>
    </dgm:pt>
    <dgm:pt modelId="{269AA90E-9590-4A5B-91B1-C5D7668638F9}" type="pres">
      <dgm:prSet presAssocID="{7B227842-0671-4993-B869-8BE4BAF0F3B8}" presName="matrix" presStyleCnt="0">
        <dgm:presLayoutVars>
          <dgm:chMax val="1"/>
          <dgm:dir/>
          <dgm:resizeHandles val="exact"/>
        </dgm:presLayoutVars>
      </dgm:prSet>
      <dgm:spPr/>
    </dgm:pt>
    <dgm:pt modelId="{2F3034F7-68F2-4584-9093-B27AE5CEC7C5}" type="pres">
      <dgm:prSet presAssocID="{7B227842-0671-4993-B869-8BE4BAF0F3B8}" presName="axisShape" presStyleLbl="bgShp" presStyleIdx="0" presStyleCnt="1"/>
      <dgm:spPr/>
    </dgm:pt>
    <dgm:pt modelId="{C9994E20-8904-407E-B1C7-6B78C1DF399E}" type="pres">
      <dgm:prSet presAssocID="{7B227842-0671-4993-B869-8BE4BAF0F3B8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F9092E6-ADF8-4FAF-80F0-B8C2AD2A39FF}" type="pres">
      <dgm:prSet presAssocID="{7B227842-0671-4993-B869-8BE4BAF0F3B8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5284C80-26D5-49E1-B145-8E23B4A9C02F}" type="pres">
      <dgm:prSet presAssocID="{7B227842-0671-4993-B869-8BE4BAF0F3B8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9C07E1F-F382-4D0D-BFC0-B376FB9EC7CC}" type="pres">
      <dgm:prSet presAssocID="{7B227842-0671-4993-B869-8BE4BAF0F3B8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4DD7216-9344-4D92-820A-28BC141C82AC}" type="presOf" srcId="{D4B32827-4826-4D06-A503-A5D0A7B3455D}" destId="{C9994E20-8904-407E-B1C7-6B78C1DF399E}" srcOrd="0" destOrd="0" presId="urn:microsoft.com/office/officeart/2005/8/layout/matrix2"/>
    <dgm:cxn modelId="{D8B4A94C-9E0E-4258-86BC-1E696019D025}" srcId="{7B227842-0671-4993-B869-8BE4BAF0F3B8}" destId="{03A74A61-ECCE-4E5C-A44D-9AB62A6D2BF5}" srcOrd="3" destOrd="0" parTransId="{1E1BF1E6-22B1-4F7C-9C45-BEFA80D154E7}" sibTransId="{DD28C7DA-C155-4F1C-BFB0-A97ABBD06FE0}"/>
    <dgm:cxn modelId="{7A037B75-498E-4C2B-955A-6F8E2B448A82}" srcId="{7B227842-0671-4993-B869-8BE4BAF0F3B8}" destId="{A2B02D7E-33CD-4ED9-BE0B-FF8A01169B66}" srcOrd="1" destOrd="0" parTransId="{24146903-D5E1-4DED-901C-D0D978664666}" sibTransId="{6B946FCF-574D-4FB5-BF0B-D144F51533CB}"/>
    <dgm:cxn modelId="{812C7B79-CBD1-4148-A979-4F5D5515C49E}" srcId="{7B227842-0671-4993-B869-8BE4BAF0F3B8}" destId="{DB8E0F6C-FC3B-4194-9ECC-606C9EE8E0A3}" srcOrd="2" destOrd="0" parTransId="{BB404F27-B8D0-486D-8AA0-0111A89551B2}" sibTransId="{64026E5A-98EF-4B97-AFAA-34BFF0878FFC}"/>
    <dgm:cxn modelId="{6BC2C259-2829-4808-9D0E-2EE24CC96228}" type="presOf" srcId="{DB8E0F6C-FC3B-4194-9ECC-606C9EE8E0A3}" destId="{45284C80-26D5-49E1-B145-8E23B4A9C02F}" srcOrd="0" destOrd="0" presId="urn:microsoft.com/office/officeart/2005/8/layout/matrix2"/>
    <dgm:cxn modelId="{18D31E8F-7A72-4755-825F-9DF73A72C2F0}" type="presOf" srcId="{7B227842-0671-4993-B869-8BE4BAF0F3B8}" destId="{269AA90E-9590-4A5B-91B1-C5D7668638F9}" srcOrd="0" destOrd="0" presId="urn:microsoft.com/office/officeart/2005/8/layout/matrix2"/>
    <dgm:cxn modelId="{F0E23E9A-6814-4A15-8D54-79419FE4C198}" type="presOf" srcId="{03A74A61-ECCE-4E5C-A44D-9AB62A6D2BF5}" destId="{39C07E1F-F382-4D0D-BFC0-B376FB9EC7CC}" srcOrd="0" destOrd="0" presId="urn:microsoft.com/office/officeart/2005/8/layout/matrix2"/>
    <dgm:cxn modelId="{F5A230BB-E2C0-4C3F-830C-4FEC5CAA2901}" srcId="{7B227842-0671-4993-B869-8BE4BAF0F3B8}" destId="{D4B32827-4826-4D06-A503-A5D0A7B3455D}" srcOrd="0" destOrd="0" parTransId="{84DCF50D-E269-4481-9BD8-341F30B49086}" sibTransId="{459A2D07-5D61-44E4-8599-74CA179C4874}"/>
    <dgm:cxn modelId="{5CA95BD2-A467-4102-9B42-3078AA31F95D}" type="presOf" srcId="{A2B02D7E-33CD-4ED9-BE0B-FF8A01169B66}" destId="{CF9092E6-ADF8-4FAF-80F0-B8C2AD2A39FF}" srcOrd="0" destOrd="0" presId="urn:microsoft.com/office/officeart/2005/8/layout/matrix2"/>
    <dgm:cxn modelId="{8A4B33E7-064C-42CF-8822-22FD7D67ED32}" type="presParOf" srcId="{269AA90E-9590-4A5B-91B1-C5D7668638F9}" destId="{2F3034F7-68F2-4584-9093-B27AE5CEC7C5}" srcOrd="0" destOrd="0" presId="urn:microsoft.com/office/officeart/2005/8/layout/matrix2"/>
    <dgm:cxn modelId="{0882AB3C-E215-45BC-BD5B-450D017E21E3}" type="presParOf" srcId="{269AA90E-9590-4A5B-91B1-C5D7668638F9}" destId="{C9994E20-8904-407E-B1C7-6B78C1DF399E}" srcOrd="1" destOrd="0" presId="urn:microsoft.com/office/officeart/2005/8/layout/matrix2"/>
    <dgm:cxn modelId="{2D1193AB-C86A-4493-B3A9-C3A59C01C0D9}" type="presParOf" srcId="{269AA90E-9590-4A5B-91B1-C5D7668638F9}" destId="{CF9092E6-ADF8-4FAF-80F0-B8C2AD2A39FF}" srcOrd="2" destOrd="0" presId="urn:microsoft.com/office/officeart/2005/8/layout/matrix2"/>
    <dgm:cxn modelId="{6143C1BD-3300-4458-94A3-F2BE5C337F28}" type="presParOf" srcId="{269AA90E-9590-4A5B-91B1-C5D7668638F9}" destId="{45284C80-26D5-49E1-B145-8E23B4A9C02F}" srcOrd="3" destOrd="0" presId="urn:microsoft.com/office/officeart/2005/8/layout/matrix2"/>
    <dgm:cxn modelId="{EE1DC4A5-EB5A-4F2D-B586-80D92FFAEF84}" type="presParOf" srcId="{269AA90E-9590-4A5B-91B1-C5D7668638F9}" destId="{39C07E1F-F382-4D0D-BFC0-B376FB9EC7CC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DD3936-5649-46F3-9096-470472EF86E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3487AD7-C25F-49C9-B2A6-153931C19B0D}">
      <dgm:prSet/>
      <dgm:spPr/>
      <dgm:t>
        <a:bodyPr/>
        <a:lstStyle/>
        <a:p>
          <a:pPr>
            <a:defRPr cap="all"/>
          </a:pPr>
          <a:r>
            <a:rPr lang="en-US"/>
            <a:t>• Dato personal → información que identifica a una persona.</a:t>
          </a:r>
        </a:p>
      </dgm:t>
    </dgm:pt>
    <dgm:pt modelId="{FCEB05C4-8514-4D80-B9C1-C40C6815D016}" type="parTrans" cxnId="{7A42CEBA-458E-42D6-9C6C-B5DEA31925CC}">
      <dgm:prSet/>
      <dgm:spPr/>
      <dgm:t>
        <a:bodyPr/>
        <a:lstStyle/>
        <a:p>
          <a:endParaRPr lang="en-US"/>
        </a:p>
      </dgm:t>
    </dgm:pt>
    <dgm:pt modelId="{E0C752EA-46F6-4551-991A-58CF04CA061A}" type="sibTrans" cxnId="{7A42CEBA-458E-42D6-9C6C-B5DEA31925CC}">
      <dgm:prSet/>
      <dgm:spPr/>
      <dgm:t>
        <a:bodyPr/>
        <a:lstStyle/>
        <a:p>
          <a:endParaRPr lang="en-US"/>
        </a:p>
      </dgm:t>
    </dgm:pt>
    <dgm:pt modelId="{568313D9-DF64-44EF-9064-E0CF20DE70C9}">
      <dgm:prSet/>
      <dgm:spPr/>
      <dgm:t>
        <a:bodyPr/>
        <a:lstStyle/>
        <a:p>
          <a:pPr>
            <a:defRPr cap="all"/>
          </a:pPr>
          <a:r>
            <a:rPr lang="en-US"/>
            <a:t>• Tratamiento → cualquier operación sobre datos.</a:t>
          </a:r>
        </a:p>
      </dgm:t>
    </dgm:pt>
    <dgm:pt modelId="{67D1755D-7640-4F1C-86E4-384AF04806CF}" type="parTrans" cxnId="{ACE36585-8E79-4E37-897C-0E4249875A50}">
      <dgm:prSet/>
      <dgm:spPr/>
      <dgm:t>
        <a:bodyPr/>
        <a:lstStyle/>
        <a:p>
          <a:endParaRPr lang="en-US"/>
        </a:p>
      </dgm:t>
    </dgm:pt>
    <dgm:pt modelId="{1D9BFFF3-F0B0-41C8-8CB7-D8F933FA3007}" type="sibTrans" cxnId="{ACE36585-8E79-4E37-897C-0E4249875A50}">
      <dgm:prSet/>
      <dgm:spPr/>
      <dgm:t>
        <a:bodyPr/>
        <a:lstStyle/>
        <a:p>
          <a:endParaRPr lang="en-US"/>
        </a:p>
      </dgm:t>
    </dgm:pt>
    <dgm:pt modelId="{AC8534C9-59E5-4EAA-8D66-DDBF4006902A}">
      <dgm:prSet/>
      <dgm:spPr/>
      <dgm:t>
        <a:bodyPr/>
        <a:lstStyle/>
        <a:p>
          <a:pPr>
            <a:defRPr cap="all"/>
          </a:pPr>
          <a:r>
            <a:rPr lang="en-US"/>
            <a:t>• Responsable del tratamiento → decide cómo y para qué se tratan los datos.</a:t>
          </a:r>
        </a:p>
      </dgm:t>
    </dgm:pt>
    <dgm:pt modelId="{2AC1F0FD-2B6C-420D-8D98-874B55E9DE91}" type="parTrans" cxnId="{61910181-E75D-4010-876F-A0813F97936D}">
      <dgm:prSet/>
      <dgm:spPr/>
      <dgm:t>
        <a:bodyPr/>
        <a:lstStyle/>
        <a:p>
          <a:endParaRPr lang="en-US"/>
        </a:p>
      </dgm:t>
    </dgm:pt>
    <dgm:pt modelId="{6BAA4492-B54F-4B40-90A9-B5D40A3E3E2C}" type="sibTrans" cxnId="{61910181-E75D-4010-876F-A0813F97936D}">
      <dgm:prSet/>
      <dgm:spPr/>
      <dgm:t>
        <a:bodyPr/>
        <a:lstStyle/>
        <a:p>
          <a:endParaRPr lang="en-US"/>
        </a:p>
      </dgm:t>
    </dgm:pt>
    <dgm:pt modelId="{E02881BA-B52A-4C60-A8ED-B98EF2A73957}">
      <dgm:prSet/>
      <dgm:spPr/>
      <dgm:t>
        <a:bodyPr/>
        <a:lstStyle/>
        <a:p>
          <a:pPr>
            <a:defRPr cap="all"/>
          </a:pPr>
          <a:r>
            <a:rPr lang="en-US"/>
            <a:t>• Encargado del tratamiento → procesa datos por cuenta del responsable.</a:t>
          </a:r>
        </a:p>
      </dgm:t>
    </dgm:pt>
    <dgm:pt modelId="{BAFA644E-18F8-4B80-8F96-2D1D4D81F26B}" type="parTrans" cxnId="{CABA453E-6081-4D30-98E4-22FE90406E1E}">
      <dgm:prSet/>
      <dgm:spPr/>
      <dgm:t>
        <a:bodyPr/>
        <a:lstStyle/>
        <a:p>
          <a:endParaRPr lang="en-US"/>
        </a:p>
      </dgm:t>
    </dgm:pt>
    <dgm:pt modelId="{68DF69A1-866D-4150-B3B6-7C0CDB77ADBC}" type="sibTrans" cxnId="{CABA453E-6081-4D30-98E4-22FE90406E1E}">
      <dgm:prSet/>
      <dgm:spPr/>
      <dgm:t>
        <a:bodyPr/>
        <a:lstStyle/>
        <a:p>
          <a:endParaRPr lang="en-US"/>
        </a:p>
      </dgm:t>
    </dgm:pt>
    <dgm:pt modelId="{CFFD7D92-C9F3-4BD5-9CB4-F47B8948C242}" type="pres">
      <dgm:prSet presAssocID="{98DD3936-5649-46F3-9096-470472EF86EE}" presName="root" presStyleCnt="0">
        <dgm:presLayoutVars>
          <dgm:dir/>
          <dgm:resizeHandles val="exact"/>
        </dgm:presLayoutVars>
      </dgm:prSet>
      <dgm:spPr/>
    </dgm:pt>
    <dgm:pt modelId="{45F055C0-699E-4D14-838E-023AEC9587F2}" type="pres">
      <dgm:prSet presAssocID="{93487AD7-C25F-49C9-B2A6-153931C19B0D}" presName="compNode" presStyleCnt="0"/>
      <dgm:spPr/>
    </dgm:pt>
    <dgm:pt modelId="{95CCB96E-0E9C-47ED-9E4E-7F53D7B8BD3D}" type="pres">
      <dgm:prSet presAssocID="{93487AD7-C25F-49C9-B2A6-153931C19B0D}" presName="iconBgRect" presStyleLbl="bgShp" presStyleIdx="0" presStyleCnt="4"/>
      <dgm:spPr/>
    </dgm:pt>
    <dgm:pt modelId="{500834AC-2496-4BB7-9B81-1102AECE983B}" type="pres">
      <dgm:prSet presAssocID="{93487AD7-C25F-49C9-B2A6-153931C19B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A4D0C5C7-727D-4E1A-AA01-A597D887C443}" type="pres">
      <dgm:prSet presAssocID="{93487AD7-C25F-49C9-B2A6-153931C19B0D}" presName="spaceRect" presStyleCnt="0"/>
      <dgm:spPr/>
    </dgm:pt>
    <dgm:pt modelId="{B23B1C57-A683-4BD4-BA22-6568E7FE4CD5}" type="pres">
      <dgm:prSet presAssocID="{93487AD7-C25F-49C9-B2A6-153931C19B0D}" presName="textRect" presStyleLbl="revTx" presStyleIdx="0" presStyleCnt="4">
        <dgm:presLayoutVars>
          <dgm:chMax val="1"/>
          <dgm:chPref val="1"/>
        </dgm:presLayoutVars>
      </dgm:prSet>
      <dgm:spPr/>
    </dgm:pt>
    <dgm:pt modelId="{079557E0-2532-4A84-8D6D-C3FA438F8F5D}" type="pres">
      <dgm:prSet presAssocID="{E0C752EA-46F6-4551-991A-58CF04CA061A}" presName="sibTrans" presStyleCnt="0"/>
      <dgm:spPr/>
    </dgm:pt>
    <dgm:pt modelId="{98F9455C-2858-4F4D-8CA4-F8422F58BAA7}" type="pres">
      <dgm:prSet presAssocID="{568313D9-DF64-44EF-9064-E0CF20DE70C9}" presName="compNode" presStyleCnt="0"/>
      <dgm:spPr/>
    </dgm:pt>
    <dgm:pt modelId="{0C81539A-9551-4E92-AF0F-D0C08D99CD77}" type="pres">
      <dgm:prSet presAssocID="{568313D9-DF64-44EF-9064-E0CF20DE70C9}" presName="iconBgRect" presStyleLbl="bgShp" presStyleIdx="1" presStyleCnt="4"/>
      <dgm:spPr/>
    </dgm:pt>
    <dgm:pt modelId="{B6822A48-FD39-4A08-9031-66607A8ED224}" type="pres">
      <dgm:prSet presAssocID="{568313D9-DF64-44EF-9064-E0CF20DE70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09114433-AF9F-4DB7-8EFE-D924C586E1D0}" type="pres">
      <dgm:prSet presAssocID="{568313D9-DF64-44EF-9064-E0CF20DE70C9}" presName="spaceRect" presStyleCnt="0"/>
      <dgm:spPr/>
    </dgm:pt>
    <dgm:pt modelId="{3379DFD3-E61F-4B28-B041-DF86F1C98117}" type="pres">
      <dgm:prSet presAssocID="{568313D9-DF64-44EF-9064-E0CF20DE70C9}" presName="textRect" presStyleLbl="revTx" presStyleIdx="1" presStyleCnt="4">
        <dgm:presLayoutVars>
          <dgm:chMax val="1"/>
          <dgm:chPref val="1"/>
        </dgm:presLayoutVars>
      </dgm:prSet>
      <dgm:spPr/>
    </dgm:pt>
    <dgm:pt modelId="{640E23C6-EB98-4465-BABE-9A4C36C63DE5}" type="pres">
      <dgm:prSet presAssocID="{1D9BFFF3-F0B0-41C8-8CB7-D8F933FA3007}" presName="sibTrans" presStyleCnt="0"/>
      <dgm:spPr/>
    </dgm:pt>
    <dgm:pt modelId="{0DFEDB67-ECA6-4426-90AC-B25C41C04B6E}" type="pres">
      <dgm:prSet presAssocID="{AC8534C9-59E5-4EAA-8D66-DDBF4006902A}" presName="compNode" presStyleCnt="0"/>
      <dgm:spPr/>
    </dgm:pt>
    <dgm:pt modelId="{BD9307DF-9075-4237-891D-157463E9E7C0}" type="pres">
      <dgm:prSet presAssocID="{AC8534C9-59E5-4EAA-8D66-DDBF4006902A}" presName="iconBgRect" presStyleLbl="bgShp" presStyleIdx="2" presStyleCnt="4"/>
      <dgm:spPr/>
    </dgm:pt>
    <dgm:pt modelId="{FFED8A97-8286-4004-BCAF-E4B39E9371E1}" type="pres">
      <dgm:prSet presAssocID="{AC8534C9-59E5-4EAA-8D66-DDBF400690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19152D0F-ADF1-4463-9819-0E69D88C3291}" type="pres">
      <dgm:prSet presAssocID="{AC8534C9-59E5-4EAA-8D66-DDBF4006902A}" presName="spaceRect" presStyleCnt="0"/>
      <dgm:spPr/>
    </dgm:pt>
    <dgm:pt modelId="{A72943BE-2A86-44AB-9804-D610BAD9A22E}" type="pres">
      <dgm:prSet presAssocID="{AC8534C9-59E5-4EAA-8D66-DDBF4006902A}" presName="textRect" presStyleLbl="revTx" presStyleIdx="2" presStyleCnt="4">
        <dgm:presLayoutVars>
          <dgm:chMax val="1"/>
          <dgm:chPref val="1"/>
        </dgm:presLayoutVars>
      </dgm:prSet>
      <dgm:spPr/>
    </dgm:pt>
    <dgm:pt modelId="{9843A67F-B4C5-4164-9C63-82657FAECA16}" type="pres">
      <dgm:prSet presAssocID="{6BAA4492-B54F-4B40-90A9-B5D40A3E3E2C}" presName="sibTrans" presStyleCnt="0"/>
      <dgm:spPr/>
    </dgm:pt>
    <dgm:pt modelId="{1D6D068F-13E1-46DC-934E-7F4E8FAAB98C}" type="pres">
      <dgm:prSet presAssocID="{E02881BA-B52A-4C60-A8ED-B98EF2A73957}" presName="compNode" presStyleCnt="0"/>
      <dgm:spPr/>
    </dgm:pt>
    <dgm:pt modelId="{6679D342-4F44-4D5C-A367-96714AC63259}" type="pres">
      <dgm:prSet presAssocID="{E02881BA-B52A-4C60-A8ED-B98EF2A73957}" presName="iconBgRect" presStyleLbl="bgShp" presStyleIdx="3" presStyleCnt="4"/>
      <dgm:spPr/>
    </dgm:pt>
    <dgm:pt modelId="{D0B8689D-E2F9-4329-9E83-44DC06CE92EE}" type="pres">
      <dgm:prSet presAssocID="{E02881BA-B52A-4C60-A8ED-B98EF2A739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AC4F27D8-90AA-43D1-9E98-59A13EFC6246}" type="pres">
      <dgm:prSet presAssocID="{E02881BA-B52A-4C60-A8ED-B98EF2A73957}" presName="spaceRect" presStyleCnt="0"/>
      <dgm:spPr/>
    </dgm:pt>
    <dgm:pt modelId="{76596911-54AF-4F4C-88BE-00CD136E46CC}" type="pres">
      <dgm:prSet presAssocID="{E02881BA-B52A-4C60-A8ED-B98EF2A739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0328907-A5B9-41F7-8178-36247CE0331B}" type="presOf" srcId="{AC8534C9-59E5-4EAA-8D66-DDBF4006902A}" destId="{A72943BE-2A86-44AB-9804-D610BAD9A22E}" srcOrd="0" destOrd="0" presId="urn:microsoft.com/office/officeart/2018/5/layout/IconCircleLabelList"/>
    <dgm:cxn modelId="{90890922-258F-44D6-8083-9EBB7B1FC407}" type="presOf" srcId="{E02881BA-B52A-4C60-A8ED-B98EF2A73957}" destId="{76596911-54AF-4F4C-88BE-00CD136E46CC}" srcOrd="0" destOrd="0" presId="urn:microsoft.com/office/officeart/2018/5/layout/IconCircleLabelList"/>
    <dgm:cxn modelId="{CABA453E-6081-4D30-98E4-22FE90406E1E}" srcId="{98DD3936-5649-46F3-9096-470472EF86EE}" destId="{E02881BA-B52A-4C60-A8ED-B98EF2A73957}" srcOrd="3" destOrd="0" parTransId="{BAFA644E-18F8-4B80-8F96-2D1D4D81F26B}" sibTransId="{68DF69A1-866D-4150-B3B6-7C0CDB77ADBC}"/>
    <dgm:cxn modelId="{25E3FB45-AE85-4720-9B3D-F35C2D8EA573}" type="presOf" srcId="{98DD3936-5649-46F3-9096-470472EF86EE}" destId="{CFFD7D92-C9F3-4BD5-9CB4-F47B8948C242}" srcOrd="0" destOrd="0" presId="urn:microsoft.com/office/officeart/2018/5/layout/IconCircleLabelList"/>
    <dgm:cxn modelId="{61910181-E75D-4010-876F-A0813F97936D}" srcId="{98DD3936-5649-46F3-9096-470472EF86EE}" destId="{AC8534C9-59E5-4EAA-8D66-DDBF4006902A}" srcOrd="2" destOrd="0" parTransId="{2AC1F0FD-2B6C-420D-8D98-874B55E9DE91}" sibTransId="{6BAA4492-B54F-4B40-90A9-B5D40A3E3E2C}"/>
    <dgm:cxn modelId="{ACE36585-8E79-4E37-897C-0E4249875A50}" srcId="{98DD3936-5649-46F3-9096-470472EF86EE}" destId="{568313D9-DF64-44EF-9064-E0CF20DE70C9}" srcOrd="1" destOrd="0" parTransId="{67D1755D-7640-4F1C-86E4-384AF04806CF}" sibTransId="{1D9BFFF3-F0B0-41C8-8CB7-D8F933FA3007}"/>
    <dgm:cxn modelId="{E45BAF87-C122-421B-B6BA-3751F46DC8A2}" type="presOf" srcId="{93487AD7-C25F-49C9-B2A6-153931C19B0D}" destId="{B23B1C57-A683-4BD4-BA22-6568E7FE4CD5}" srcOrd="0" destOrd="0" presId="urn:microsoft.com/office/officeart/2018/5/layout/IconCircleLabelList"/>
    <dgm:cxn modelId="{7A42CEBA-458E-42D6-9C6C-B5DEA31925CC}" srcId="{98DD3936-5649-46F3-9096-470472EF86EE}" destId="{93487AD7-C25F-49C9-B2A6-153931C19B0D}" srcOrd="0" destOrd="0" parTransId="{FCEB05C4-8514-4D80-B9C1-C40C6815D016}" sibTransId="{E0C752EA-46F6-4551-991A-58CF04CA061A}"/>
    <dgm:cxn modelId="{0F882CD1-514D-4596-9202-C59AD88E5197}" type="presOf" srcId="{568313D9-DF64-44EF-9064-E0CF20DE70C9}" destId="{3379DFD3-E61F-4B28-B041-DF86F1C98117}" srcOrd="0" destOrd="0" presId="urn:microsoft.com/office/officeart/2018/5/layout/IconCircleLabelList"/>
    <dgm:cxn modelId="{877085C3-CD3E-4112-B9E0-347E1FB51123}" type="presParOf" srcId="{CFFD7D92-C9F3-4BD5-9CB4-F47B8948C242}" destId="{45F055C0-699E-4D14-838E-023AEC9587F2}" srcOrd="0" destOrd="0" presId="urn:microsoft.com/office/officeart/2018/5/layout/IconCircleLabelList"/>
    <dgm:cxn modelId="{42CE9E22-158D-4C04-BDA7-68068FB9C6E1}" type="presParOf" srcId="{45F055C0-699E-4D14-838E-023AEC9587F2}" destId="{95CCB96E-0E9C-47ED-9E4E-7F53D7B8BD3D}" srcOrd="0" destOrd="0" presId="urn:microsoft.com/office/officeart/2018/5/layout/IconCircleLabelList"/>
    <dgm:cxn modelId="{12D12A1E-3744-4E0C-88E2-F7E88F38C27A}" type="presParOf" srcId="{45F055C0-699E-4D14-838E-023AEC9587F2}" destId="{500834AC-2496-4BB7-9B81-1102AECE983B}" srcOrd="1" destOrd="0" presId="urn:microsoft.com/office/officeart/2018/5/layout/IconCircleLabelList"/>
    <dgm:cxn modelId="{3B2732E6-36F6-4876-8716-91FAA22CE91B}" type="presParOf" srcId="{45F055C0-699E-4D14-838E-023AEC9587F2}" destId="{A4D0C5C7-727D-4E1A-AA01-A597D887C443}" srcOrd="2" destOrd="0" presId="urn:microsoft.com/office/officeart/2018/5/layout/IconCircleLabelList"/>
    <dgm:cxn modelId="{8492227C-7798-4964-A8B3-BCA5C15ACD2B}" type="presParOf" srcId="{45F055C0-699E-4D14-838E-023AEC9587F2}" destId="{B23B1C57-A683-4BD4-BA22-6568E7FE4CD5}" srcOrd="3" destOrd="0" presId="urn:microsoft.com/office/officeart/2018/5/layout/IconCircleLabelList"/>
    <dgm:cxn modelId="{4B1549F0-ABE7-48D0-91E9-086964B15087}" type="presParOf" srcId="{CFFD7D92-C9F3-4BD5-9CB4-F47B8948C242}" destId="{079557E0-2532-4A84-8D6D-C3FA438F8F5D}" srcOrd="1" destOrd="0" presId="urn:microsoft.com/office/officeart/2018/5/layout/IconCircleLabelList"/>
    <dgm:cxn modelId="{E0B1B613-193D-4A5A-BF32-36C5C170C692}" type="presParOf" srcId="{CFFD7D92-C9F3-4BD5-9CB4-F47B8948C242}" destId="{98F9455C-2858-4F4D-8CA4-F8422F58BAA7}" srcOrd="2" destOrd="0" presId="urn:microsoft.com/office/officeart/2018/5/layout/IconCircleLabelList"/>
    <dgm:cxn modelId="{ABFFC2D1-F956-4768-B750-0CBEE87ED17B}" type="presParOf" srcId="{98F9455C-2858-4F4D-8CA4-F8422F58BAA7}" destId="{0C81539A-9551-4E92-AF0F-D0C08D99CD77}" srcOrd="0" destOrd="0" presId="urn:microsoft.com/office/officeart/2018/5/layout/IconCircleLabelList"/>
    <dgm:cxn modelId="{119FE7E5-04DC-4D05-A101-64DB4593222C}" type="presParOf" srcId="{98F9455C-2858-4F4D-8CA4-F8422F58BAA7}" destId="{B6822A48-FD39-4A08-9031-66607A8ED224}" srcOrd="1" destOrd="0" presId="urn:microsoft.com/office/officeart/2018/5/layout/IconCircleLabelList"/>
    <dgm:cxn modelId="{AE38F74A-5F46-4C43-9B3C-2E082E42BF18}" type="presParOf" srcId="{98F9455C-2858-4F4D-8CA4-F8422F58BAA7}" destId="{09114433-AF9F-4DB7-8EFE-D924C586E1D0}" srcOrd="2" destOrd="0" presId="urn:microsoft.com/office/officeart/2018/5/layout/IconCircleLabelList"/>
    <dgm:cxn modelId="{6B37B365-B6E2-45E1-AF49-93C9D7BACB73}" type="presParOf" srcId="{98F9455C-2858-4F4D-8CA4-F8422F58BAA7}" destId="{3379DFD3-E61F-4B28-B041-DF86F1C98117}" srcOrd="3" destOrd="0" presId="urn:microsoft.com/office/officeart/2018/5/layout/IconCircleLabelList"/>
    <dgm:cxn modelId="{65A09170-877B-4B6F-B0AA-5072B71777C8}" type="presParOf" srcId="{CFFD7D92-C9F3-4BD5-9CB4-F47B8948C242}" destId="{640E23C6-EB98-4465-BABE-9A4C36C63DE5}" srcOrd="3" destOrd="0" presId="urn:microsoft.com/office/officeart/2018/5/layout/IconCircleLabelList"/>
    <dgm:cxn modelId="{2D88B41C-5377-4C83-B70E-0B0E31EF8093}" type="presParOf" srcId="{CFFD7D92-C9F3-4BD5-9CB4-F47B8948C242}" destId="{0DFEDB67-ECA6-4426-90AC-B25C41C04B6E}" srcOrd="4" destOrd="0" presId="urn:microsoft.com/office/officeart/2018/5/layout/IconCircleLabelList"/>
    <dgm:cxn modelId="{7B6010BF-467B-435E-AC8A-A57AD84CB6B8}" type="presParOf" srcId="{0DFEDB67-ECA6-4426-90AC-B25C41C04B6E}" destId="{BD9307DF-9075-4237-891D-157463E9E7C0}" srcOrd="0" destOrd="0" presId="urn:microsoft.com/office/officeart/2018/5/layout/IconCircleLabelList"/>
    <dgm:cxn modelId="{A0F7933D-0B7B-4689-B2D3-4CABB3E79CD0}" type="presParOf" srcId="{0DFEDB67-ECA6-4426-90AC-B25C41C04B6E}" destId="{FFED8A97-8286-4004-BCAF-E4B39E9371E1}" srcOrd="1" destOrd="0" presId="urn:microsoft.com/office/officeart/2018/5/layout/IconCircleLabelList"/>
    <dgm:cxn modelId="{FDB8DA52-C2CC-4330-A938-F07DDB7CBE90}" type="presParOf" srcId="{0DFEDB67-ECA6-4426-90AC-B25C41C04B6E}" destId="{19152D0F-ADF1-4463-9819-0E69D88C3291}" srcOrd="2" destOrd="0" presId="urn:microsoft.com/office/officeart/2018/5/layout/IconCircleLabelList"/>
    <dgm:cxn modelId="{90E72120-7C50-4801-A259-D749F62D70EA}" type="presParOf" srcId="{0DFEDB67-ECA6-4426-90AC-B25C41C04B6E}" destId="{A72943BE-2A86-44AB-9804-D610BAD9A22E}" srcOrd="3" destOrd="0" presId="urn:microsoft.com/office/officeart/2018/5/layout/IconCircleLabelList"/>
    <dgm:cxn modelId="{83FA86EC-0CE6-4ED7-A4CF-9BBA81A20CDC}" type="presParOf" srcId="{CFFD7D92-C9F3-4BD5-9CB4-F47B8948C242}" destId="{9843A67F-B4C5-4164-9C63-82657FAECA16}" srcOrd="5" destOrd="0" presId="urn:microsoft.com/office/officeart/2018/5/layout/IconCircleLabelList"/>
    <dgm:cxn modelId="{8971075D-5572-4605-BE75-0EED91E0AD77}" type="presParOf" srcId="{CFFD7D92-C9F3-4BD5-9CB4-F47B8948C242}" destId="{1D6D068F-13E1-46DC-934E-7F4E8FAAB98C}" srcOrd="6" destOrd="0" presId="urn:microsoft.com/office/officeart/2018/5/layout/IconCircleLabelList"/>
    <dgm:cxn modelId="{CAFC888F-7767-47DC-8C3E-A9051F9077EF}" type="presParOf" srcId="{1D6D068F-13E1-46DC-934E-7F4E8FAAB98C}" destId="{6679D342-4F44-4D5C-A367-96714AC63259}" srcOrd="0" destOrd="0" presId="urn:microsoft.com/office/officeart/2018/5/layout/IconCircleLabelList"/>
    <dgm:cxn modelId="{FD3CB5D8-D72A-47F8-B4F5-31AB0AE58D61}" type="presParOf" srcId="{1D6D068F-13E1-46DC-934E-7F4E8FAAB98C}" destId="{D0B8689D-E2F9-4329-9E83-44DC06CE92EE}" srcOrd="1" destOrd="0" presId="urn:microsoft.com/office/officeart/2018/5/layout/IconCircleLabelList"/>
    <dgm:cxn modelId="{D8E68E33-06DC-4A0C-902E-2ECDBEB7B703}" type="presParOf" srcId="{1D6D068F-13E1-46DC-934E-7F4E8FAAB98C}" destId="{AC4F27D8-90AA-43D1-9E98-59A13EFC6246}" srcOrd="2" destOrd="0" presId="urn:microsoft.com/office/officeart/2018/5/layout/IconCircleLabelList"/>
    <dgm:cxn modelId="{08D21F16-ACB5-4E05-A656-B5DD3283FE01}" type="presParOf" srcId="{1D6D068F-13E1-46DC-934E-7F4E8FAAB98C}" destId="{76596911-54AF-4F4C-88BE-00CD136E46C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3EBC98-F3E5-4327-A113-E75916CEBACA}" type="doc">
      <dgm:prSet loTypeId="urn:microsoft.com/office/officeart/2005/8/layout/matrix3" loCatId="matrix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69AC26-9877-4D14-8BE6-9FCB8FFE6C0B}">
      <dgm:prSet/>
      <dgm:spPr/>
      <dgm:t>
        <a:bodyPr/>
        <a:lstStyle/>
        <a:p>
          <a:r>
            <a:rPr lang="en-US"/>
            <a:t>• Interesado → persona cuyos datos son tratados.</a:t>
          </a:r>
        </a:p>
      </dgm:t>
    </dgm:pt>
    <dgm:pt modelId="{9684C019-CF02-4990-8A95-6365F0E85E4E}" type="parTrans" cxnId="{9A03F98E-EC8A-4F15-AE6B-54E10E139DBB}">
      <dgm:prSet/>
      <dgm:spPr/>
      <dgm:t>
        <a:bodyPr/>
        <a:lstStyle/>
        <a:p>
          <a:endParaRPr lang="en-US"/>
        </a:p>
      </dgm:t>
    </dgm:pt>
    <dgm:pt modelId="{B67115A6-A8E4-4485-AAF2-46E3866EC544}" type="sibTrans" cxnId="{9A03F98E-EC8A-4F15-AE6B-54E10E139DBB}">
      <dgm:prSet/>
      <dgm:spPr/>
      <dgm:t>
        <a:bodyPr/>
        <a:lstStyle/>
        <a:p>
          <a:endParaRPr lang="en-US"/>
        </a:p>
      </dgm:t>
    </dgm:pt>
    <dgm:pt modelId="{EEA4E444-35CC-4816-9E2A-F804869EA302}">
      <dgm:prSet/>
      <dgm:spPr/>
      <dgm:t>
        <a:bodyPr/>
        <a:lstStyle/>
        <a:p>
          <a:r>
            <a:rPr lang="en-US"/>
            <a:t>• Responsable del tratamiento.</a:t>
          </a:r>
        </a:p>
      </dgm:t>
    </dgm:pt>
    <dgm:pt modelId="{396992F0-CAFF-4411-AE9E-DF59207D9759}" type="parTrans" cxnId="{B651DE3A-DFE6-4116-852C-3346E1C99DAC}">
      <dgm:prSet/>
      <dgm:spPr/>
      <dgm:t>
        <a:bodyPr/>
        <a:lstStyle/>
        <a:p>
          <a:endParaRPr lang="en-US"/>
        </a:p>
      </dgm:t>
    </dgm:pt>
    <dgm:pt modelId="{4C57286C-FE72-46EF-924B-70E82AD1D15E}" type="sibTrans" cxnId="{B651DE3A-DFE6-4116-852C-3346E1C99DAC}">
      <dgm:prSet/>
      <dgm:spPr/>
      <dgm:t>
        <a:bodyPr/>
        <a:lstStyle/>
        <a:p>
          <a:endParaRPr lang="en-US"/>
        </a:p>
      </dgm:t>
    </dgm:pt>
    <dgm:pt modelId="{3C9DDCAE-125C-4D9C-B819-AF01CA550A31}">
      <dgm:prSet/>
      <dgm:spPr/>
      <dgm:t>
        <a:bodyPr/>
        <a:lstStyle/>
        <a:p>
          <a:r>
            <a:rPr lang="en-US"/>
            <a:t>• Encargado del tratamiento.</a:t>
          </a:r>
        </a:p>
      </dgm:t>
    </dgm:pt>
    <dgm:pt modelId="{C05E5EC9-6282-485F-8DE4-1F2C8CE4D75C}" type="parTrans" cxnId="{EB6E0DC5-7BB8-4A86-AE13-DE9D6EF9A833}">
      <dgm:prSet/>
      <dgm:spPr/>
      <dgm:t>
        <a:bodyPr/>
        <a:lstStyle/>
        <a:p>
          <a:endParaRPr lang="en-US"/>
        </a:p>
      </dgm:t>
    </dgm:pt>
    <dgm:pt modelId="{A95730D5-3EC7-4BAC-910A-227B1B58E79F}" type="sibTrans" cxnId="{EB6E0DC5-7BB8-4A86-AE13-DE9D6EF9A833}">
      <dgm:prSet/>
      <dgm:spPr/>
      <dgm:t>
        <a:bodyPr/>
        <a:lstStyle/>
        <a:p>
          <a:endParaRPr lang="en-US"/>
        </a:p>
      </dgm:t>
    </dgm:pt>
    <dgm:pt modelId="{37A02BB0-4FF4-44BC-867F-2F045AC8FDF0}">
      <dgm:prSet/>
      <dgm:spPr/>
      <dgm:t>
        <a:bodyPr/>
        <a:lstStyle/>
        <a:p>
          <a:r>
            <a:rPr lang="en-US"/>
            <a:t>• Autoridad de control → en España, la AEPD.</a:t>
          </a:r>
        </a:p>
      </dgm:t>
    </dgm:pt>
    <dgm:pt modelId="{84238941-F8BB-40B6-9A18-C581275A9AB6}" type="parTrans" cxnId="{FEC73C3B-F597-4975-834F-18CFEF704451}">
      <dgm:prSet/>
      <dgm:spPr/>
      <dgm:t>
        <a:bodyPr/>
        <a:lstStyle/>
        <a:p>
          <a:endParaRPr lang="en-US"/>
        </a:p>
      </dgm:t>
    </dgm:pt>
    <dgm:pt modelId="{2722BDBD-C450-4599-A736-706D2EB91AD8}" type="sibTrans" cxnId="{FEC73C3B-F597-4975-834F-18CFEF704451}">
      <dgm:prSet/>
      <dgm:spPr/>
      <dgm:t>
        <a:bodyPr/>
        <a:lstStyle/>
        <a:p>
          <a:endParaRPr lang="en-US"/>
        </a:p>
      </dgm:t>
    </dgm:pt>
    <dgm:pt modelId="{C0E51456-5C0E-40E3-8905-7BA8BFD9807C}" type="pres">
      <dgm:prSet presAssocID="{7D3EBC98-F3E5-4327-A113-E75916CEBACA}" presName="matrix" presStyleCnt="0">
        <dgm:presLayoutVars>
          <dgm:chMax val="1"/>
          <dgm:dir/>
          <dgm:resizeHandles val="exact"/>
        </dgm:presLayoutVars>
      </dgm:prSet>
      <dgm:spPr/>
    </dgm:pt>
    <dgm:pt modelId="{AAD6CC8B-A2E7-4DE3-A3A9-A3DF1BF03748}" type="pres">
      <dgm:prSet presAssocID="{7D3EBC98-F3E5-4327-A113-E75916CEBACA}" presName="diamond" presStyleLbl="bgShp" presStyleIdx="0" presStyleCnt="1"/>
      <dgm:spPr/>
    </dgm:pt>
    <dgm:pt modelId="{E2FA88C6-86EA-47C7-95AB-CB8EA86F17BF}" type="pres">
      <dgm:prSet presAssocID="{7D3EBC98-F3E5-4327-A113-E75916CEBAC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4ADC76-31E7-4CFD-A66E-B2582A575197}" type="pres">
      <dgm:prSet presAssocID="{7D3EBC98-F3E5-4327-A113-E75916CEBAC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C8514C3-800C-4AD6-A1CC-67B7CFFAEDC4}" type="pres">
      <dgm:prSet presAssocID="{7D3EBC98-F3E5-4327-A113-E75916CEBAC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DA79A3-64E4-49D5-B8B0-B2F2FEB298CE}" type="pres">
      <dgm:prSet presAssocID="{7D3EBC98-F3E5-4327-A113-E75916CEBAC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F7A4100-B33C-4B6E-86F6-EB11EFE5ACB9}" type="presOf" srcId="{37A02BB0-4FF4-44BC-867F-2F045AC8FDF0}" destId="{AADA79A3-64E4-49D5-B8B0-B2F2FEB298CE}" srcOrd="0" destOrd="0" presId="urn:microsoft.com/office/officeart/2005/8/layout/matrix3"/>
    <dgm:cxn modelId="{FD330329-B75E-49DB-B83A-55D5CAA27C7F}" type="presOf" srcId="{EEA4E444-35CC-4816-9E2A-F804869EA302}" destId="{844ADC76-31E7-4CFD-A66E-B2582A575197}" srcOrd="0" destOrd="0" presId="urn:microsoft.com/office/officeart/2005/8/layout/matrix3"/>
    <dgm:cxn modelId="{4FBA6F33-8771-471E-BC1A-1867F0BE7668}" type="presOf" srcId="{1569AC26-9877-4D14-8BE6-9FCB8FFE6C0B}" destId="{E2FA88C6-86EA-47C7-95AB-CB8EA86F17BF}" srcOrd="0" destOrd="0" presId="urn:microsoft.com/office/officeart/2005/8/layout/matrix3"/>
    <dgm:cxn modelId="{93B0C236-C9AB-465C-96B3-7EA9707B4C90}" type="presOf" srcId="{7D3EBC98-F3E5-4327-A113-E75916CEBACA}" destId="{C0E51456-5C0E-40E3-8905-7BA8BFD9807C}" srcOrd="0" destOrd="0" presId="urn:microsoft.com/office/officeart/2005/8/layout/matrix3"/>
    <dgm:cxn modelId="{B651DE3A-DFE6-4116-852C-3346E1C99DAC}" srcId="{7D3EBC98-F3E5-4327-A113-E75916CEBACA}" destId="{EEA4E444-35CC-4816-9E2A-F804869EA302}" srcOrd="1" destOrd="0" parTransId="{396992F0-CAFF-4411-AE9E-DF59207D9759}" sibTransId="{4C57286C-FE72-46EF-924B-70E82AD1D15E}"/>
    <dgm:cxn modelId="{FEC73C3B-F597-4975-834F-18CFEF704451}" srcId="{7D3EBC98-F3E5-4327-A113-E75916CEBACA}" destId="{37A02BB0-4FF4-44BC-867F-2F045AC8FDF0}" srcOrd="3" destOrd="0" parTransId="{84238941-F8BB-40B6-9A18-C581275A9AB6}" sibTransId="{2722BDBD-C450-4599-A736-706D2EB91AD8}"/>
    <dgm:cxn modelId="{83C5AF3B-675D-46A9-A084-9440624E2A01}" type="presOf" srcId="{3C9DDCAE-125C-4D9C-B819-AF01CA550A31}" destId="{7C8514C3-800C-4AD6-A1CC-67B7CFFAEDC4}" srcOrd="0" destOrd="0" presId="urn:microsoft.com/office/officeart/2005/8/layout/matrix3"/>
    <dgm:cxn modelId="{9A03F98E-EC8A-4F15-AE6B-54E10E139DBB}" srcId="{7D3EBC98-F3E5-4327-A113-E75916CEBACA}" destId="{1569AC26-9877-4D14-8BE6-9FCB8FFE6C0B}" srcOrd="0" destOrd="0" parTransId="{9684C019-CF02-4990-8A95-6365F0E85E4E}" sibTransId="{B67115A6-A8E4-4485-AAF2-46E3866EC544}"/>
    <dgm:cxn modelId="{EB6E0DC5-7BB8-4A86-AE13-DE9D6EF9A833}" srcId="{7D3EBC98-F3E5-4327-A113-E75916CEBACA}" destId="{3C9DDCAE-125C-4D9C-B819-AF01CA550A31}" srcOrd="2" destOrd="0" parTransId="{C05E5EC9-6282-485F-8DE4-1F2C8CE4D75C}" sibTransId="{A95730D5-3EC7-4BAC-910A-227B1B58E79F}"/>
    <dgm:cxn modelId="{D211CD81-1B1A-44BD-AB04-C6688D188C69}" type="presParOf" srcId="{C0E51456-5C0E-40E3-8905-7BA8BFD9807C}" destId="{AAD6CC8B-A2E7-4DE3-A3A9-A3DF1BF03748}" srcOrd="0" destOrd="0" presId="urn:microsoft.com/office/officeart/2005/8/layout/matrix3"/>
    <dgm:cxn modelId="{A32CF12E-D5A3-45CB-80BD-CBF366A13211}" type="presParOf" srcId="{C0E51456-5C0E-40E3-8905-7BA8BFD9807C}" destId="{E2FA88C6-86EA-47C7-95AB-CB8EA86F17BF}" srcOrd="1" destOrd="0" presId="urn:microsoft.com/office/officeart/2005/8/layout/matrix3"/>
    <dgm:cxn modelId="{13D54D0D-CC9C-4BE6-984F-2D3565322B08}" type="presParOf" srcId="{C0E51456-5C0E-40E3-8905-7BA8BFD9807C}" destId="{844ADC76-31E7-4CFD-A66E-B2582A575197}" srcOrd="2" destOrd="0" presId="urn:microsoft.com/office/officeart/2005/8/layout/matrix3"/>
    <dgm:cxn modelId="{E9FAEB24-ABCA-4453-945C-7AA44F691C85}" type="presParOf" srcId="{C0E51456-5C0E-40E3-8905-7BA8BFD9807C}" destId="{7C8514C3-800C-4AD6-A1CC-67B7CFFAEDC4}" srcOrd="3" destOrd="0" presId="urn:microsoft.com/office/officeart/2005/8/layout/matrix3"/>
    <dgm:cxn modelId="{242BFF16-58BA-4192-A615-33E9B858C27D}" type="presParOf" srcId="{C0E51456-5C0E-40E3-8905-7BA8BFD9807C}" destId="{AADA79A3-64E4-49D5-B8B0-B2F2FEB298C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F50EF3-85C2-4ED5-8B5A-54790EB6414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CC1233-F2E9-4F61-BE9D-7C0FD06B2434}">
      <dgm:prSet/>
      <dgm:spPr/>
      <dgm:t>
        <a:bodyPr/>
        <a:lstStyle/>
        <a:p>
          <a:r>
            <a:rPr lang="en-US"/>
            <a:t>• Debe ser explícito, informado y revocable.</a:t>
          </a:r>
        </a:p>
      </dgm:t>
    </dgm:pt>
    <dgm:pt modelId="{C93B7D80-D91C-4593-B925-BD5B4F08CE48}" type="parTrans" cxnId="{B7025CB1-BC41-47A2-A0D5-2EB8EF4455AE}">
      <dgm:prSet/>
      <dgm:spPr/>
      <dgm:t>
        <a:bodyPr/>
        <a:lstStyle/>
        <a:p>
          <a:endParaRPr lang="en-US"/>
        </a:p>
      </dgm:t>
    </dgm:pt>
    <dgm:pt modelId="{D071FA74-F377-423C-BBA0-6966B34BA813}" type="sibTrans" cxnId="{B7025CB1-BC41-47A2-A0D5-2EB8EF4455AE}">
      <dgm:prSet/>
      <dgm:spPr/>
      <dgm:t>
        <a:bodyPr/>
        <a:lstStyle/>
        <a:p>
          <a:endParaRPr lang="en-US"/>
        </a:p>
      </dgm:t>
    </dgm:pt>
    <dgm:pt modelId="{39653B78-5D79-4027-B3AD-9C7D02CA5887}">
      <dgm:prSet/>
      <dgm:spPr/>
      <dgm:t>
        <a:bodyPr/>
        <a:lstStyle/>
        <a:p>
          <a:r>
            <a:rPr lang="en-US"/>
            <a:t>• No se permite consentimiento tácito o por omisión.</a:t>
          </a:r>
        </a:p>
      </dgm:t>
    </dgm:pt>
    <dgm:pt modelId="{B1E7630A-A88E-4184-8A31-B4FBE7A0ACB3}" type="parTrans" cxnId="{37A086B4-0530-4E71-BC86-513080D4AF11}">
      <dgm:prSet/>
      <dgm:spPr/>
      <dgm:t>
        <a:bodyPr/>
        <a:lstStyle/>
        <a:p>
          <a:endParaRPr lang="en-US"/>
        </a:p>
      </dgm:t>
    </dgm:pt>
    <dgm:pt modelId="{7E342CF2-3DB6-45B9-BE45-AC5DF1857353}" type="sibTrans" cxnId="{37A086B4-0530-4E71-BC86-513080D4AF11}">
      <dgm:prSet/>
      <dgm:spPr/>
      <dgm:t>
        <a:bodyPr/>
        <a:lstStyle/>
        <a:p>
          <a:endParaRPr lang="en-US"/>
        </a:p>
      </dgm:t>
    </dgm:pt>
    <dgm:pt modelId="{174082C9-DFA6-4709-9BB0-582A8886EB7C}">
      <dgm:prSet/>
      <dgm:spPr/>
      <dgm:t>
        <a:bodyPr/>
        <a:lstStyle/>
        <a:p>
          <a:r>
            <a:rPr lang="en-US"/>
            <a:t>• El interesado puede retirar su consentimiento en cualquier momento.</a:t>
          </a:r>
        </a:p>
      </dgm:t>
    </dgm:pt>
    <dgm:pt modelId="{4897B701-22F7-4329-97FC-275E7A22AE04}" type="parTrans" cxnId="{731AEBFE-B80D-4191-ACF0-5ADADDFA5446}">
      <dgm:prSet/>
      <dgm:spPr/>
      <dgm:t>
        <a:bodyPr/>
        <a:lstStyle/>
        <a:p>
          <a:endParaRPr lang="en-US"/>
        </a:p>
      </dgm:t>
    </dgm:pt>
    <dgm:pt modelId="{FFB5C75F-8403-4D8F-82B4-5B7C27B36D75}" type="sibTrans" cxnId="{731AEBFE-B80D-4191-ACF0-5ADADDFA5446}">
      <dgm:prSet/>
      <dgm:spPr/>
      <dgm:t>
        <a:bodyPr/>
        <a:lstStyle/>
        <a:p>
          <a:endParaRPr lang="en-US"/>
        </a:p>
      </dgm:t>
    </dgm:pt>
    <dgm:pt modelId="{C52238DD-79C5-48C3-9D79-8765E13113AE}" type="pres">
      <dgm:prSet presAssocID="{5AF50EF3-85C2-4ED5-8B5A-54790EB64141}" presName="vert0" presStyleCnt="0">
        <dgm:presLayoutVars>
          <dgm:dir/>
          <dgm:animOne val="branch"/>
          <dgm:animLvl val="lvl"/>
        </dgm:presLayoutVars>
      </dgm:prSet>
      <dgm:spPr/>
    </dgm:pt>
    <dgm:pt modelId="{03D5461B-5A54-424F-A841-F34A48FAF940}" type="pres">
      <dgm:prSet presAssocID="{2ECC1233-F2E9-4F61-BE9D-7C0FD06B2434}" presName="thickLine" presStyleLbl="alignNode1" presStyleIdx="0" presStyleCnt="3"/>
      <dgm:spPr/>
    </dgm:pt>
    <dgm:pt modelId="{9873AC62-BB87-4507-8551-26C134569E8F}" type="pres">
      <dgm:prSet presAssocID="{2ECC1233-F2E9-4F61-BE9D-7C0FD06B2434}" presName="horz1" presStyleCnt="0"/>
      <dgm:spPr/>
    </dgm:pt>
    <dgm:pt modelId="{F789017A-3D7F-4C08-BE3D-0908234850C6}" type="pres">
      <dgm:prSet presAssocID="{2ECC1233-F2E9-4F61-BE9D-7C0FD06B2434}" presName="tx1" presStyleLbl="revTx" presStyleIdx="0" presStyleCnt="3"/>
      <dgm:spPr/>
    </dgm:pt>
    <dgm:pt modelId="{6C6B7F44-0BF5-4C34-95DE-9112D75EDB49}" type="pres">
      <dgm:prSet presAssocID="{2ECC1233-F2E9-4F61-BE9D-7C0FD06B2434}" presName="vert1" presStyleCnt="0"/>
      <dgm:spPr/>
    </dgm:pt>
    <dgm:pt modelId="{0EF220C3-4F1A-40C7-ACD7-8BCEED4318A5}" type="pres">
      <dgm:prSet presAssocID="{39653B78-5D79-4027-B3AD-9C7D02CA5887}" presName="thickLine" presStyleLbl="alignNode1" presStyleIdx="1" presStyleCnt="3"/>
      <dgm:spPr/>
    </dgm:pt>
    <dgm:pt modelId="{B636C0BA-002A-4348-BB35-491E6B8AB977}" type="pres">
      <dgm:prSet presAssocID="{39653B78-5D79-4027-B3AD-9C7D02CA5887}" presName="horz1" presStyleCnt="0"/>
      <dgm:spPr/>
    </dgm:pt>
    <dgm:pt modelId="{EEE1E968-F55B-433F-A121-0DCE47880D74}" type="pres">
      <dgm:prSet presAssocID="{39653B78-5D79-4027-B3AD-9C7D02CA5887}" presName="tx1" presStyleLbl="revTx" presStyleIdx="1" presStyleCnt="3"/>
      <dgm:spPr/>
    </dgm:pt>
    <dgm:pt modelId="{35ADA386-F92D-4680-A42C-EECE276F30A8}" type="pres">
      <dgm:prSet presAssocID="{39653B78-5D79-4027-B3AD-9C7D02CA5887}" presName="vert1" presStyleCnt="0"/>
      <dgm:spPr/>
    </dgm:pt>
    <dgm:pt modelId="{9A25D02F-0DCA-4211-8D32-F8ED37626B39}" type="pres">
      <dgm:prSet presAssocID="{174082C9-DFA6-4709-9BB0-582A8886EB7C}" presName="thickLine" presStyleLbl="alignNode1" presStyleIdx="2" presStyleCnt="3"/>
      <dgm:spPr/>
    </dgm:pt>
    <dgm:pt modelId="{D2E6F0CF-52B9-47F4-9CEB-C759533BBA26}" type="pres">
      <dgm:prSet presAssocID="{174082C9-DFA6-4709-9BB0-582A8886EB7C}" presName="horz1" presStyleCnt="0"/>
      <dgm:spPr/>
    </dgm:pt>
    <dgm:pt modelId="{C4F5CE90-EDD7-400F-8647-505039D67C42}" type="pres">
      <dgm:prSet presAssocID="{174082C9-DFA6-4709-9BB0-582A8886EB7C}" presName="tx1" presStyleLbl="revTx" presStyleIdx="2" presStyleCnt="3"/>
      <dgm:spPr/>
    </dgm:pt>
    <dgm:pt modelId="{94EC1443-3581-475F-9C2F-DE44DE286526}" type="pres">
      <dgm:prSet presAssocID="{174082C9-DFA6-4709-9BB0-582A8886EB7C}" presName="vert1" presStyleCnt="0"/>
      <dgm:spPr/>
    </dgm:pt>
  </dgm:ptLst>
  <dgm:cxnLst>
    <dgm:cxn modelId="{CCE3E494-49F4-4851-AEC4-612A8B9A2465}" type="presOf" srcId="{5AF50EF3-85C2-4ED5-8B5A-54790EB64141}" destId="{C52238DD-79C5-48C3-9D79-8765E13113AE}" srcOrd="0" destOrd="0" presId="urn:microsoft.com/office/officeart/2008/layout/LinedList"/>
    <dgm:cxn modelId="{BF91A498-B6F5-4E24-99D1-050108575559}" type="presOf" srcId="{174082C9-DFA6-4709-9BB0-582A8886EB7C}" destId="{C4F5CE90-EDD7-400F-8647-505039D67C42}" srcOrd="0" destOrd="0" presId="urn:microsoft.com/office/officeart/2008/layout/LinedList"/>
    <dgm:cxn modelId="{B7025CB1-BC41-47A2-A0D5-2EB8EF4455AE}" srcId="{5AF50EF3-85C2-4ED5-8B5A-54790EB64141}" destId="{2ECC1233-F2E9-4F61-BE9D-7C0FD06B2434}" srcOrd="0" destOrd="0" parTransId="{C93B7D80-D91C-4593-B925-BD5B4F08CE48}" sibTransId="{D071FA74-F377-423C-BBA0-6966B34BA813}"/>
    <dgm:cxn modelId="{37A086B4-0530-4E71-BC86-513080D4AF11}" srcId="{5AF50EF3-85C2-4ED5-8B5A-54790EB64141}" destId="{39653B78-5D79-4027-B3AD-9C7D02CA5887}" srcOrd="1" destOrd="0" parTransId="{B1E7630A-A88E-4184-8A31-B4FBE7A0ACB3}" sibTransId="{7E342CF2-3DB6-45B9-BE45-AC5DF1857353}"/>
    <dgm:cxn modelId="{07C638B7-2404-4DB7-B64F-01794487C1AD}" type="presOf" srcId="{2ECC1233-F2E9-4F61-BE9D-7C0FD06B2434}" destId="{F789017A-3D7F-4C08-BE3D-0908234850C6}" srcOrd="0" destOrd="0" presId="urn:microsoft.com/office/officeart/2008/layout/LinedList"/>
    <dgm:cxn modelId="{71E649DB-093A-4CE8-B969-41079700D8EE}" type="presOf" srcId="{39653B78-5D79-4027-B3AD-9C7D02CA5887}" destId="{EEE1E968-F55B-433F-A121-0DCE47880D74}" srcOrd="0" destOrd="0" presId="urn:microsoft.com/office/officeart/2008/layout/LinedList"/>
    <dgm:cxn modelId="{731AEBFE-B80D-4191-ACF0-5ADADDFA5446}" srcId="{5AF50EF3-85C2-4ED5-8B5A-54790EB64141}" destId="{174082C9-DFA6-4709-9BB0-582A8886EB7C}" srcOrd="2" destOrd="0" parTransId="{4897B701-22F7-4329-97FC-275E7A22AE04}" sibTransId="{FFB5C75F-8403-4D8F-82B4-5B7C27B36D75}"/>
    <dgm:cxn modelId="{A1B94926-E2D9-49CE-B600-E1CA6181B0E9}" type="presParOf" srcId="{C52238DD-79C5-48C3-9D79-8765E13113AE}" destId="{03D5461B-5A54-424F-A841-F34A48FAF940}" srcOrd="0" destOrd="0" presId="urn:microsoft.com/office/officeart/2008/layout/LinedList"/>
    <dgm:cxn modelId="{8DF7F5FC-77E2-4323-8948-E1565911DF5B}" type="presParOf" srcId="{C52238DD-79C5-48C3-9D79-8765E13113AE}" destId="{9873AC62-BB87-4507-8551-26C134569E8F}" srcOrd="1" destOrd="0" presId="urn:microsoft.com/office/officeart/2008/layout/LinedList"/>
    <dgm:cxn modelId="{BCB1D950-DC05-4A87-82D4-316B2A9EDA70}" type="presParOf" srcId="{9873AC62-BB87-4507-8551-26C134569E8F}" destId="{F789017A-3D7F-4C08-BE3D-0908234850C6}" srcOrd="0" destOrd="0" presId="urn:microsoft.com/office/officeart/2008/layout/LinedList"/>
    <dgm:cxn modelId="{26658EC8-086C-4AFC-B2E9-B448C8810392}" type="presParOf" srcId="{9873AC62-BB87-4507-8551-26C134569E8F}" destId="{6C6B7F44-0BF5-4C34-95DE-9112D75EDB49}" srcOrd="1" destOrd="0" presId="urn:microsoft.com/office/officeart/2008/layout/LinedList"/>
    <dgm:cxn modelId="{BAA8B8F9-FD44-4463-9D2F-DF514EC0937B}" type="presParOf" srcId="{C52238DD-79C5-48C3-9D79-8765E13113AE}" destId="{0EF220C3-4F1A-40C7-ACD7-8BCEED4318A5}" srcOrd="2" destOrd="0" presId="urn:microsoft.com/office/officeart/2008/layout/LinedList"/>
    <dgm:cxn modelId="{F33EBC23-828B-4DFF-A2BC-A179302C1F42}" type="presParOf" srcId="{C52238DD-79C5-48C3-9D79-8765E13113AE}" destId="{B636C0BA-002A-4348-BB35-491E6B8AB977}" srcOrd="3" destOrd="0" presId="urn:microsoft.com/office/officeart/2008/layout/LinedList"/>
    <dgm:cxn modelId="{47A37197-862F-4C8C-875A-406B26969FBC}" type="presParOf" srcId="{B636C0BA-002A-4348-BB35-491E6B8AB977}" destId="{EEE1E968-F55B-433F-A121-0DCE47880D74}" srcOrd="0" destOrd="0" presId="urn:microsoft.com/office/officeart/2008/layout/LinedList"/>
    <dgm:cxn modelId="{636E10D7-FDBC-41E0-84BD-743C38FBB438}" type="presParOf" srcId="{B636C0BA-002A-4348-BB35-491E6B8AB977}" destId="{35ADA386-F92D-4680-A42C-EECE276F30A8}" srcOrd="1" destOrd="0" presId="urn:microsoft.com/office/officeart/2008/layout/LinedList"/>
    <dgm:cxn modelId="{E1719735-DB50-4F8F-A661-67759E1C4860}" type="presParOf" srcId="{C52238DD-79C5-48C3-9D79-8765E13113AE}" destId="{9A25D02F-0DCA-4211-8D32-F8ED37626B39}" srcOrd="4" destOrd="0" presId="urn:microsoft.com/office/officeart/2008/layout/LinedList"/>
    <dgm:cxn modelId="{76A01A8F-19D1-4278-94B6-4FCE97F47A6E}" type="presParOf" srcId="{C52238DD-79C5-48C3-9D79-8765E13113AE}" destId="{D2E6F0CF-52B9-47F4-9CEB-C759533BBA26}" srcOrd="5" destOrd="0" presId="urn:microsoft.com/office/officeart/2008/layout/LinedList"/>
    <dgm:cxn modelId="{DC2AF270-51BD-4075-B529-23D0BE76AB7A}" type="presParOf" srcId="{D2E6F0CF-52B9-47F4-9CEB-C759533BBA26}" destId="{C4F5CE90-EDD7-400F-8647-505039D67C42}" srcOrd="0" destOrd="0" presId="urn:microsoft.com/office/officeart/2008/layout/LinedList"/>
    <dgm:cxn modelId="{65F92E61-AA42-4825-9450-85E0B3491F9A}" type="presParOf" srcId="{D2E6F0CF-52B9-47F4-9CEB-C759533BBA26}" destId="{94EC1443-3581-475F-9C2F-DE44DE2865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CB872E-9086-4EA3-BCAA-36C3250F1784}" type="doc">
      <dgm:prSet loTypeId="urn:microsoft.com/office/officeart/2008/layout/LinedList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46C56538-808B-4884-916F-4D26A1F8C425}">
      <dgm:prSet/>
      <dgm:spPr/>
      <dgm:t>
        <a:bodyPr/>
        <a:lstStyle/>
        <a:p>
          <a:r>
            <a:rPr lang="en-US"/>
            <a:t>• Salud, orientación sexual, religión, ideología, biométricos.</a:t>
          </a:r>
        </a:p>
      </dgm:t>
    </dgm:pt>
    <dgm:pt modelId="{630B9668-5F5E-4E99-BFE2-32BF7FA8F9CB}" type="parTrans" cxnId="{216384C3-4F78-4EF2-A91F-1510F4938ECD}">
      <dgm:prSet/>
      <dgm:spPr/>
      <dgm:t>
        <a:bodyPr/>
        <a:lstStyle/>
        <a:p>
          <a:endParaRPr lang="en-US"/>
        </a:p>
      </dgm:t>
    </dgm:pt>
    <dgm:pt modelId="{E6D31013-A46E-4B87-878D-C9220EFD99A3}" type="sibTrans" cxnId="{216384C3-4F78-4EF2-A91F-1510F4938ECD}">
      <dgm:prSet/>
      <dgm:spPr/>
      <dgm:t>
        <a:bodyPr/>
        <a:lstStyle/>
        <a:p>
          <a:endParaRPr lang="en-US"/>
        </a:p>
      </dgm:t>
    </dgm:pt>
    <dgm:pt modelId="{C1BC2CA4-A5A6-4FF3-A119-DC7671B2C0FA}">
      <dgm:prSet/>
      <dgm:spPr/>
      <dgm:t>
        <a:bodyPr/>
        <a:lstStyle/>
        <a:p>
          <a:r>
            <a:rPr lang="en-US"/>
            <a:t>• Tratamiento prohibido salvo excepciones con garantías adicionales.</a:t>
          </a:r>
        </a:p>
      </dgm:t>
    </dgm:pt>
    <dgm:pt modelId="{119DBDEE-FD59-4F1C-BF2E-F19D51445EE5}" type="parTrans" cxnId="{ADC6D651-DD1E-41C6-AC2C-1517B01A87F6}">
      <dgm:prSet/>
      <dgm:spPr/>
      <dgm:t>
        <a:bodyPr/>
        <a:lstStyle/>
        <a:p>
          <a:endParaRPr lang="en-US"/>
        </a:p>
      </dgm:t>
    </dgm:pt>
    <dgm:pt modelId="{697E67DE-D791-4989-8052-B6B506E00BE6}" type="sibTrans" cxnId="{ADC6D651-DD1E-41C6-AC2C-1517B01A87F6}">
      <dgm:prSet/>
      <dgm:spPr/>
      <dgm:t>
        <a:bodyPr/>
        <a:lstStyle/>
        <a:p>
          <a:endParaRPr lang="en-US"/>
        </a:p>
      </dgm:t>
    </dgm:pt>
    <dgm:pt modelId="{9E9D7FFF-59A9-4FA8-AFEB-6834661DC830}" type="pres">
      <dgm:prSet presAssocID="{A8CB872E-9086-4EA3-BCAA-36C3250F1784}" presName="vert0" presStyleCnt="0">
        <dgm:presLayoutVars>
          <dgm:dir/>
          <dgm:animOne val="branch"/>
          <dgm:animLvl val="lvl"/>
        </dgm:presLayoutVars>
      </dgm:prSet>
      <dgm:spPr/>
    </dgm:pt>
    <dgm:pt modelId="{A7F766F4-741E-471C-A4CA-F11BA8378D66}" type="pres">
      <dgm:prSet presAssocID="{46C56538-808B-4884-916F-4D26A1F8C425}" presName="thickLine" presStyleLbl="alignNode1" presStyleIdx="0" presStyleCnt="2"/>
      <dgm:spPr/>
    </dgm:pt>
    <dgm:pt modelId="{29865FC2-65BC-428C-A1F4-9112317ECD53}" type="pres">
      <dgm:prSet presAssocID="{46C56538-808B-4884-916F-4D26A1F8C425}" presName="horz1" presStyleCnt="0"/>
      <dgm:spPr/>
    </dgm:pt>
    <dgm:pt modelId="{315A14A6-1FB9-45F1-BE59-C2E3F1435076}" type="pres">
      <dgm:prSet presAssocID="{46C56538-808B-4884-916F-4D26A1F8C425}" presName="tx1" presStyleLbl="revTx" presStyleIdx="0" presStyleCnt="2"/>
      <dgm:spPr/>
    </dgm:pt>
    <dgm:pt modelId="{7A91E3E0-E3A4-48FC-A170-CCD1A8010C4D}" type="pres">
      <dgm:prSet presAssocID="{46C56538-808B-4884-916F-4D26A1F8C425}" presName="vert1" presStyleCnt="0"/>
      <dgm:spPr/>
    </dgm:pt>
    <dgm:pt modelId="{C286AD6E-28A7-4D43-B4B6-79D15FB943ED}" type="pres">
      <dgm:prSet presAssocID="{C1BC2CA4-A5A6-4FF3-A119-DC7671B2C0FA}" presName="thickLine" presStyleLbl="alignNode1" presStyleIdx="1" presStyleCnt="2"/>
      <dgm:spPr/>
    </dgm:pt>
    <dgm:pt modelId="{2FCD9BB2-73D1-48C4-A7B7-BB29D1A629D1}" type="pres">
      <dgm:prSet presAssocID="{C1BC2CA4-A5A6-4FF3-A119-DC7671B2C0FA}" presName="horz1" presStyleCnt="0"/>
      <dgm:spPr/>
    </dgm:pt>
    <dgm:pt modelId="{00C8270C-1CFD-44A2-93BC-E51B38998D68}" type="pres">
      <dgm:prSet presAssocID="{C1BC2CA4-A5A6-4FF3-A119-DC7671B2C0FA}" presName="tx1" presStyleLbl="revTx" presStyleIdx="1" presStyleCnt="2"/>
      <dgm:spPr/>
    </dgm:pt>
    <dgm:pt modelId="{3AA83D5F-F0B2-4802-826D-31E37060038A}" type="pres">
      <dgm:prSet presAssocID="{C1BC2CA4-A5A6-4FF3-A119-DC7671B2C0FA}" presName="vert1" presStyleCnt="0"/>
      <dgm:spPr/>
    </dgm:pt>
  </dgm:ptLst>
  <dgm:cxnLst>
    <dgm:cxn modelId="{ADC6D651-DD1E-41C6-AC2C-1517B01A87F6}" srcId="{A8CB872E-9086-4EA3-BCAA-36C3250F1784}" destId="{C1BC2CA4-A5A6-4FF3-A119-DC7671B2C0FA}" srcOrd="1" destOrd="0" parTransId="{119DBDEE-FD59-4F1C-BF2E-F19D51445EE5}" sibTransId="{697E67DE-D791-4989-8052-B6B506E00BE6}"/>
    <dgm:cxn modelId="{D34887B6-6BC5-4853-99A7-49952EEB2686}" type="presOf" srcId="{46C56538-808B-4884-916F-4D26A1F8C425}" destId="{315A14A6-1FB9-45F1-BE59-C2E3F1435076}" srcOrd="0" destOrd="0" presId="urn:microsoft.com/office/officeart/2008/layout/LinedList"/>
    <dgm:cxn modelId="{216384C3-4F78-4EF2-A91F-1510F4938ECD}" srcId="{A8CB872E-9086-4EA3-BCAA-36C3250F1784}" destId="{46C56538-808B-4884-916F-4D26A1F8C425}" srcOrd="0" destOrd="0" parTransId="{630B9668-5F5E-4E99-BFE2-32BF7FA8F9CB}" sibTransId="{E6D31013-A46E-4B87-878D-C9220EFD99A3}"/>
    <dgm:cxn modelId="{29D1BBCC-FC46-48A2-B9C2-2AB51A9667AB}" type="presOf" srcId="{A8CB872E-9086-4EA3-BCAA-36C3250F1784}" destId="{9E9D7FFF-59A9-4FA8-AFEB-6834661DC830}" srcOrd="0" destOrd="0" presId="urn:microsoft.com/office/officeart/2008/layout/LinedList"/>
    <dgm:cxn modelId="{1DE9DAD6-02C9-404F-A1DB-580FBEBA75BC}" type="presOf" srcId="{C1BC2CA4-A5A6-4FF3-A119-DC7671B2C0FA}" destId="{00C8270C-1CFD-44A2-93BC-E51B38998D68}" srcOrd="0" destOrd="0" presId="urn:microsoft.com/office/officeart/2008/layout/LinedList"/>
    <dgm:cxn modelId="{C9976C09-6259-45F3-93B1-DE51DF60FA22}" type="presParOf" srcId="{9E9D7FFF-59A9-4FA8-AFEB-6834661DC830}" destId="{A7F766F4-741E-471C-A4CA-F11BA8378D66}" srcOrd="0" destOrd="0" presId="urn:microsoft.com/office/officeart/2008/layout/LinedList"/>
    <dgm:cxn modelId="{2C461F9E-D58E-45A6-B427-98D0AD40D96F}" type="presParOf" srcId="{9E9D7FFF-59A9-4FA8-AFEB-6834661DC830}" destId="{29865FC2-65BC-428C-A1F4-9112317ECD53}" srcOrd="1" destOrd="0" presId="urn:microsoft.com/office/officeart/2008/layout/LinedList"/>
    <dgm:cxn modelId="{AD7088C4-FE2D-472C-A98D-1A3668E3E573}" type="presParOf" srcId="{29865FC2-65BC-428C-A1F4-9112317ECD53}" destId="{315A14A6-1FB9-45F1-BE59-C2E3F1435076}" srcOrd="0" destOrd="0" presId="urn:microsoft.com/office/officeart/2008/layout/LinedList"/>
    <dgm:cxn modelId="{7E81BB6E-D7AC-4FD2-A96F-5A0AFDAB1876}" type="presParOf" srcId="{29865FC2-65BC-428C-A1F4-9112317ECD53}" destId="{7A91E3E0-E3A4-48FC-A170-CCD1A8010C4D}" srcOrd="1" destOrd="0" presId="urn:microsoft.com/office/officeart/2008/layout/LinedList"/>
    <dgm:cxn modelId="{1F003D79-5D7A-4F46-8C8E-5FD856EEF54D}" type="presParOf" srcId="{9E9D7FFF-59A9-4FA8-AFEB-6834661DC830}" destId="{C286AD6E-28A7-4D43-B4B6-79D15FB943ED}" srcOrd="2" destOrd="0" presId="urn:microsoft.com/office/officeart/2008/layout/LinedList"/>
    <dgm:cxn modelId="{99273A03-31DC-4017-A215-5215FD49CC66}" type="presParOf" srcId="{9E9D7FFF-59A9-4FA8-AFEB-6834661DC830}" destId="{2FCD9BB2-73D1-48C4-A7B7-BB29D1A629D1}" srcOrd="3" destOrd="0" presId="urn:microsoft.com/office/officeart/2008/layout/LinedList"/>
    <dgm:cxn modelId="{40261C9A-50BB-4DE5-AA52-B612D7AFD110}" type="presParOf" srcId="{2FCD9BB2-73D1-48C4-A7B7-BB29D1A629D1}" destId="{00C8270C-1CFD-44A2-93BC-E51B38998D68}" srcOrd="0" destOrd="0" presId="urn:microsoft.com/office/officeart/2008/layout/LinedList"/>
    <dgm:cxn modelId="{A8160C6A-DF75-45D2-89EA-B4E3E4220D6A}" type="presParOf" srcId="{2FCD9BB2-73D1-48C4-A7B7-BB29D1A629D1}" destId="{3AA83D5F-F0B2-4802-826D-31E3706003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D5AE44-D5E7-4897-B36A-A445A88FD67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387110-AAD6-4858-B4ED-7FB89614AD9F}">
      <dgm:prSet/>
      <dgm:spPr/>
      <dgm:t>
        <a:bodyPr/>
        <a:lstStyle/>
        <a:p>
          <a:r>
            <a:rPr lang="en-US"/>
            <a:t>• Acceso.</a:t>
          </a:r>
        </a:p>
      </dgm:t>
    </dgm:pt>
    <dgm:pt modelId="{B7AE5D1F-64EE-4634-ABE7-AFA64715404D}" type="parTrans" cxnId="{8A00E72F-B631-4EBF-A46C-B1F83E379E8B}">
      <dgm:prSet/>
      <dgm:spPr/>
      <dgm:t>
        <a:bodyPr/>
        <a:lstStyle/>
        <a:p>
          <a:endParaRPr lang="en-US"/>
        </a:p>
      </dgm:t>
    </dgm:pt>
    <dgm:pt modelId="{3C5A5FFD-B5C8-417D-8FEF-10BAF562762C}" type="sibTrans" cxnId="{8A00E72F-B631-4EBF-A46C-B1F83E379E8B}">
      <dgm:prSet/>
      <dgm:spPr/>
      <dgm:t>
        <a:bodyPr/>
        <a:lstStyle/>
        <a:p>
          <a:endParaRPr lang="en-US"/>
        </a:p>
      </dgm:t>
    </dgm:pt>
    <dgm:pt modelId="{E10C5338-E5C3-4FE8-8D8A-BC594B93357E}">
      <dgm:prSet/>
      <dgm:spPr/>
      <dgm:t>
        <a:bodyPr/>
        <a:lstStyle/>
        <a:p>
          <a:r>
            <a:rPr lang="en-US"/>
            <a:t>• Rectificación.</a:t>
          </a:r>
        </a:p>
      </dgm:t>
    </dgm:pt>
    <dgm:pt modelId="{75BD1678-47EC-4F8E-B4AD-ACE97968B1B7}" type="parTrans" cxnId="{F5DC1249-8AC8-405A-8852-9A1B268FE71F}">
      <dgm:prSet/>
      <dgm:spPr/>
      <dgm:t>
        <a:bodyPr/>
        <a:lstStyle/>
        <a:p>
          <a:endParaRPr lang="en-US"/>
        </a:p>
      </dgm:t>
    </dgm:pt>
    <dgm:pt modelId="{41237F74-BA5E-438C-B22A-1D2597C1444B}" type="sibTrans" cxnId="{F5DC1249-8AC8-405A-8852-9A1B268FE71F}">
      <dgm:prSet/>
      <dgm:spPr/>
      <dgm:t>
        <a:bodyPr/>
        <a:lstStyle/>
        <a:p>
          <a:endParaRPr lang="en-US"/>
        </a:p>
      </dgm:t>
    </dgm:pt>
    <dgm:pt modelId="{9AB202CC-1A04-4605-A3C8-116C59CDD4CF}">
      <dgm:prSet/>
      <dgm:spPr/>
      <dgm:t>
        <a:bodyPr/>
        <a:lstStyle/>
        <a:p>
          <a:r>
            <a:rPr lang="en-US"/>
            <a:t>• Cancelación / Supresión (Olvido).</a:t>
          </a:r>
        </a:p>
      </dgm:t>
    </dgm:pt>
    <dgm:pt modelId="{7A0777C8-EC86-4CC5-9B0F-FE3D38B95678}" type="parTrans" cxnId="{57A6BA43-CFC8-4863-B747-8A7E6F493AB5}">
      <dgm:prSet/>
      <dgm:spPr/>
      <dgm:t>
        <a:bodyPr/>
        <a:lstStyle/>
        <a:p>
          <a:endParaRPr lang="en-US"/>
        </a:p>
      </dgm:t>
    </dgm:pt>
    <dgm:pt modelId="{9BB1ABF7-8372-482C-9F98-92F49F4498CB}" type="sibTrans" cxnId="{57A6BA43-CFC8-4863-B747-8A7E6F493AB5}">
      <dgm:prSet/>
      <dgm:spPr/>
      <dgm:t>
        <a:bodyPr/>
        <a:lstStyle/>
        <a:p>
          <a:endParaRPr lang="en-US"/>
        </a:p>
      </dgm:t>
    </dgm:pt>
    <dgm:pt modelId="{524BFC8A-B7D1-401B-A7AD-3722BFE74C4B}">
      <dgm:prSet/>
      <dgm:spPr/>
      <dgm:t>
        <a:bodyPr/>
        <a:lstStyle/>
        <a:p>
          <a:r>
            <a:rPr lang="en-US"/>
            <a:t>• Oposición.</a:t>
          </a:r>
        </a:p>
      </dgm:t>
    </dgm:pt>
    <dgm:pt modelId="{CAEF69FF-82BC-4DEE-85D6-1290B378536A}" type="parTrans" cxnId="{8D8B21FF-FE58-486C-93F7-C3AABF735A49}">
      <dgm:prSet/>
      <dgm:spPr/>
      <dgm:t>
        <a:bodyPr/>
        <a:lstStyle/>
        <a:p>
          <a:endParaRPr lang="en-US"/>
        </a:p>
      </dgm:t>
    </dgm:pt>
    <dgm:pt modelId="{325F1892-2B9E-4B88-B462-9F6EF0FF5FEC}" type="sibTrans" cxnId="{8D8B21FF-FE58-486C-93F7-C3AABF735A49}">
      <dgm:prSet/>
      <dgm:spPr/>
      <dgm:t>
        <a:bodyPr/>
        <a:lstStyle/>
        <a:p>
          <a:endParaRPr lang="en-US"/>
        </a:p>
      </dgm:t>
    </dgm:pt>
    <dgm:pt modelId="{B4F95FEB-EA0B-423A-98E0-AC5EFB704447}">
      <dgm:prSet/>
      <dgm:spPr/>
      <dgm:t>
        <a:bodyPr/>
        <a:lstStyle/>
        <a:p>
          <a:r>
            <a:rPr lang="en-US"/>
            <a:t>• Portabilidad.</a:t>
          </a:r>
        </a:p>
      </dgm:t>
    </dgm:pt>
    <dgm:pt modelId="{33B910FB-D0BD-4F43-B604-8C320B8F6378}" type="parTrans" cxnId="{2F934CA6-A7CB-4A48-8EA1-4AB95A8FD4AC}">
      <dgm:prSet/>
      <dgm:spPr/>
      <dgm:t>
        <a:bodyPr/>
        <a:lstStyle/>
        <a:p>
          <a:endParaRPr lang="en-US"/>
        </a:p>
      </dgm:t>
    </dgm:pt>
    <dgm:pt modelId="{143F5B4C-003B-4EAD-9DDA-DADA30F60F8E}" type="sibTrans" cxnId="{2F934CA6-A7CB-4A48-8EA1-4AB95A8FD4AC}">
      <dgm:prSet/>
      <dgm:spPr/>
      <dgm:t>
        <a:bodyPr/>
        <a:lstStyle/>
        <a:p>
          <a:endParaRPr lang="en-US"/>
        </a:p>
      </dgm:t>
    </dgm:pt>
    <dgm:pt modelId="{003FABE4-3ECA-4447-9DB8-B0CD85628F09}">
      <dgm:prSet/>
      <dgm:spPr/>
      <dgm:t>
        <a:bodyPr/>
        <a:lstStyle/>
        <a:p>
          <a:r>
            <a:rPr lang="en-US"/>
            <a:t>• Limitación del tratamiento.</a:t>
          </a:r>
        </a:p>
      </dgm:t>
    </dgm:pt>
    <dgm:pt modelId="{A5CC5EB4-F2C6-44D0-AAED-828DC7F0C3DF}" type="parTrans" cxnId="{C3E252D9-5848-446B-A870-C1142AC5B076}">
      <dgm:prSet/>
      <dgm:spPr/>
      <dgm:t>
        <a:bodyPr/>
        <a:lstStyle/>
        <a:p>
          <a:endParaRPr lang="en-US"/>
        </a:p>
      </dgm:t>
    </dgm:pt>
    <dgm:pt modelId="{73E80031-45BE-4250-A7FB-3E90283B4242}" type="sibTrans" cxnId="{C3E252D9-5848-446B-A870-C1142AC5B076}">
      <dgm:prSet/>
      <dgm:spPr/>
      <dgm:t>
        <a:bodyPr/>
        <a:lstStyle/>
        <a:p>
          <a:endParaRPr lang="en-US"/>
        </a:p>
      </dgm:t>
    </dgm:pt>
    <dgm:pt modelId="{01ABC076-1DCF-4734-A83E-85445E2CAABA}" type="pres">
      <dgm:prSet presAssocID="{96D5AE44-D5E7-4897-B36A-A445A88FD67D}" presName="diagram" presStyleCnt="0">
        <dgm:presLayoutVars>
          <dgm:dir/>
          <dgm:resizeHandles val="exact"/>
        </dgm:presLayoutVars>
      </dgm:prSet>
      <dgm:spPr/>
    </dgm:pt>
    <dgm:pt modelId="{BB698504-0E51-4697-AD98-5C0F5E3517DF}" type="pres">
      <dgm:prSet presAssocID="{BA387110-AAD6-4858-B4ED-7FB89614AD9F}" presName="node" presStyleLbl="node1" presStyleIdx="0" presStyleCnt="6">
        <dgm:presLayoutVars>
          <dgm:bulletEnabled val="1"/>
        </dgm:presLayoutVars>
      </dgm:prSet>
      <dgm:spPr/>
    </dgm:pt>
    <dgm:pt modelId="{7E2F6AFA-5AB7-4854-8753-38EC7AAE76CA}" type="pres">
      <dgm:prSet presAssocID="{3C5A5FFD-B5C8-417D-8FEF-10BAF562762C}" presName="sibTrans" presStyleCnt="0"/>
      <dgm:spPr/>
    </dgm:pt>
    <dgm:pt modelId="{58F814EA-229F-4E07-90DE-18E85942D944}" type="pres">
      <dgm:prSet presAssocID="{E10C5338-E5C3-4FE8-8D8A-BC594B93357E}" presName="node" presStyleLbl="node1" presStyleIdx="1" presStyleCnt="6">
        <dgm:presLayoutVars>
          <dgm:bulletEnabled val="1"/>
        </dgm:presLayoutVars>
      </dgm:prSet>
      <dgm:spPr/>
    </dgm:pt>
    <dgm:pt modelId="{41548BCD-361D-4694-9E8E-EF1100E6A8F0}" type="pres">
      <dgm:prSet presAssocID="{41237F74-BA5E-438C-B22A-1D2597C1444B}" presName="sibTrans" presStyleCnt="0"/>
      <dgm:spPr/>
    </dgm:pt>
    <dgm:pt modelId="{EC8C05A8-402F-44E4-9C38-30E2FE30A1D7}" type="pres">
      <dgm:prSet presAssocID="{9AB202CC-1A04-4605-A3C8-116C59CDD4CF}" presName="node" presStyleLbl="node1" presStyleIdx="2" presStyleCnt="6">
        <dgm:presLayoutVars>
          <dgm:bulletEnabled val="1"/>
        </dgm:presLayoutVars>
      </dgm:prSet>
      <dgm:spPr/>
    </dgm:pt>
    <dgm:pt modelId="{762EFB0D-E94B-4B52-B05D-191BC2C5286A}" type="pres">
      <dgm:prSet presAssocID="{9BB1ABF7-8372-482C-9F98-92F49F4498CB}" presName="sibTrans" presStyleCnt="0"/>
      <dgm:spPr/>
    </dgm:pt>
    <dgm:pt modelId="{571F306F-FDE3-4784-8DE8-267363F4B2C4}" type="pres">
      <dgm:prSet presAssocID="{524BFC8A-B7D1-401B-A7AD-3722BFE74C4B}" presName="node" presStyleLbl="node1" presStyleIdx="3" presStyleCnt="6">
        <dgm:presLayoutVars>
          <dgm:bulletEnabled val="1"/>
        </dgm:presLayoutVars>
      </dgm:prSet>
      <dgm:spPr/>
    </dgm:pt>
    <dgm:pt modelId="{5DA6FABB-7CA8-4BE8-950A-04DD148DCD03}" type="pres">
      <dgm:prSet presAssocID="{325F1892-2B9E-4B88-B462-9F6EF0FF5FEC}" presName="sibTrans" presStyleCnt="0"/>
      <dgm:spPr/>
    </dgm:pt>
    <dgm:pt modelId="{384F78DC-72B1-4F16-8BD8-48D9E400638A}" type="pres">
      <dgm:prSet presAssocID="{B4F95FEB-EA0B-423A-98E0-AC5EFB704447}" presName="node" presStyleLbl="node1" presStyleIdx="4" presStyleCnt="6">
        <dgm:presLayoutVars>
          <dgm:bulletEnabled val="1"/>
        </dgm:presLayoutVars>
      </dgm:prSet>
      <dgm:spPr/>
    </dgm:pt>
    <dgm:pt modelId="{C5BF8E19-6E34-4837-8045-CC9F10B71EDF}" type="pres">
      <dgm:prSet presAssocID="{143F5B4C-003B-4EAD-9DDA-DADA30F60F8E}" presName="sibTrans" presStyleCnt="0"/>
      <dgm:spPr/>
    </dgm:pt>
    <dgm:pt modelId="{0FB27320-987B-4B19-BF57-CE539F3F10AF}" type="pres">
      <dgm:prSet presAssocID="{003FABE4-3ECA-4447-9DB8-B0CD85628F09}" presName="node" presStyleLbl="node1" presStyleIdx="5" presStyleCnt="6">
        <dgm:presLayoutVars>
          <dgm:bulletEnabled val="1"/>
        </dgm:presLayoutVars>
      </dgm:prSet>
      <dgm:spPr/>
    </dgm:pt>
  </dgm:ptLst>
  <dgm:cxnLst>
    <dgm:cxn modelId="{3B023F18-2E29-4291-B826-4BE81B249587}" type="presOf" srcId="{E10C5338-E5C3-4FE8-8D8A-BC594B93357E}" destId="{58F814EA-229F-4E07-90DE-18E85942D944}" srcOrd="0" destOrd="0" presId="urn:microsoft.com/office/officeart/2005/8/layout/default"/>
    <dgm:cxn modelId="{29D35F2A-F9DA-47D9-BA4A-02E7F63031C3}" type="presOf" srcId="{B4F95FEB-EA0B-423A-98E0-AC5EFB704447}" destId="{384F78DC-72B1-4F16-8BD8-48D9E400638A}" srcOrd="0" destOrd="0" presId="urn:microsoft.com/office/officeart/2005/8/layout/default"/>
    <dgm:cxn modelId="{CB07032C-7871-4DBF-8BDB-B841F365C915}" type="presOf" srcId="{524BFC8A-B7D1-401B-A7AD-3722BFE74C4B}" destId="{571F306F-FDE3-4784-8DE8-267363F4B2C4}" srcOrd="0" destOrd="0" presId="urn:microsoft.com/office/officeart/2005/8/layout/default"/>
    <dgm:cxn modelId="{8A00E72F-B631-4EBF-A46C-B1F83E379E8B}" srcId="{96D5AE44-D5E7-4897-B36A-A445A88FD67D}" destId="{BA387110-AAD6-4858-B4ED-7FB89614AD9F}" srcOrd="0" destOrd="0" parTransId="{B7AE5D1F-64EE-4634-ABE7-AFA64715404D}" sibTransId="{3C5A5FFD-B5C8-417D-8FEF-10BAF562762C}"/>
    <dgm:cxn modelId="{57A6BA43-CFC8-4863-B747-8A7E6F493AB5}" srcId="{96D5AE44-D5E7-4897-B36A-A445A88FD67D}" destId="{9AB202CC-1A04-4605-A3C8-116C59CDD4CF}" srcOrd="2" destOrd="0" parTransId="{7A0777C8-EC86-4CC5-9B0F-FE3D38B95678}" sibTransId="{9BB1ABF7-8372-482C-9F98-92F49F4498CB}"/>
    <dgm:cxn modelId="{F5DC1249-8AC8-405A-8852-9A1B268FE71F}" srcId="{96D5AE44-D5E7-4897-B36A-A445A88FD67D}" destId="{E10C5338-E5C3-4FE8-8D8A-BC594B93357E}" srcOrd="1" destOrd="0" parTransId="{75BD1678-47EC-4F8E-B4AD-ACE97968B1B7}" sibTransId="{41237F74-BA5E-438C-B22A-1D2597C1444B}"/>
    <dgm:cxn modelId="{B27C3183-9D0B-470B-96D7-CDD96E9B803E}" type="presOf" srcId="{96D5AE44-D5E7-4897-B36A-A445A88FD67D}" destId="{01ABC076-1DCF-4734-A83E-85445E2CAABA}" srcOrd="0" destOrd="0" presId="urn:microsoft.com/office/officeart/2005/8/layout/default"/>
    <dgm:cxn modelId="{2F934CA6-A7CB-4A48-8EA1-4AB95A8FD4AC}" srcId="{96D5AE44-D5E7-4897-B36A-A445A88FD67D}" destId="{B4F95FEB-EA0B-423A-98E0-AC5EFB704447}" srcOrd="4" destOrd="0" parTransId="{33B910FB-D0BD-4F43-B604-8C320B8F6378}" sibTransId="{143F5B4C-003B-4EAD-9DDA-DADA30F60F8E}"/>
    <dgm:cxn modelId="{84AD80BE-5922-410C-902F-D05591F8303A}" type="presOf" srcId="{9AB202CC-1A04-4605-A3C8-116C59CDD4CF}" destId="{EC8C05A8-402F-44E4-9C38-30E2FE30A1D7}" srcOrd="0" destOrd="0" presId="urn:microsoft.com/office/officeart/2005/8/layout/default"/>
    <dgm:cxn modelId="{C3E252D9-5848-446B-A870-C1142AC5B076}" srcId="{96D5AE44-D5E7-4897-B36A-A445A88FD67D}" destId="{003FABE4-3ECA-4447-9DB8-B0CD85628F09}" srcOrd="5" destOrd="0" parTransId="{A5CC5EB4-F2C6-44D0-AAED-828DC7F0C3DF}" sibTransId="{73E80031-45BE-4250-A7FB-3E90283B4242}"/>
    <dgm:cxn modelId="{2BBC91F5-59A3-4AE8-B19F-0DA60188BD7B}" type="presOf" srcId="{003FABE4-3ECA-4447-9DB8-B0CD85628F09}" destId="{0FB27320-987B-4B19-BF57-CE539F3F10AF}" srcOrd="0" destOrd="0" presId="urn:microsoft.com/office/officeart/2005/8/layout/default"/>
    <dgm:cxn modelId="{ADF65CFE-AFEB-42F3-A72C-97A7DD6BD90D}" type="presOf" srcId="{BA387110-AAD6-4858-B4ED-7FB89614AD9F}" destId="{BB698504-0E51-4697-AD98-5C0F5E3517DF}" srcOrd="0" destOrd="0" presId="urn:microsoft.com/office/officeart/2005/8/layout/default"/>
    <dgm:cxn modelId="{8D8B21FF-FE58-486C-93F7-C3AABF735A49}" srcId="{96D5AE44-D5E7-4897-B36A-A445A88FD67D}" destId="{524BFC8A-B7D1-401B-A7AD-3722BFE74C4B}" srcOrd="3" destOrd="0" parTransId="{CAEF69FF-82BC-4DEE-85D6-1290B378536A}" sibTransId="{325F1892-2B9E-4B88-B462-9F6EF0FF5FEC}"/>
    <dgm:cxn modelId="{53C0839D-C1DC-45D0-A95F-6D4FF232FE50}" type="presParOf" srcId="{01ABC076-1DCF-4734-A83E-85445E2CAABA}" destId="{BB698504-0E51-4697-AD98-5C0F5E3517DF}" srcOrd="0" destOrd="0" presId="urn:microsoft.com/office/officeart/2005/8/layout/default"/>
    <dgm:cxn modelId="{27F3CD33-0BD9-47A9-9CBF-1EDA275BB759}" type="presParOf" srcId="{01ABC076-1DCF-4734-A83E-85445E2CAABA}" destId="{7E2F6AFA-5AB7-4854-8753-38EC7AAE76CA}" srcOrd="1" destOrd="0" presId="urn:microsoft.com/office/officeart/2005/8/layout/default"/>
    <dgm:cxn modelId="{5FBC10E7-6A2C-4685-9F4F-92E9CF171D67}" type="presParOf" srcId="{01ABC076-1DCF-4734-A83E-85445E2CAABA}" destId="{58F814EA-229F-4E07-90DE-18E85942D944}" srcOrd="2" destOrd="0" presId="urn:microsoft.com/office/officeart/2005/8/layout/default"/>
    <dgm:cxn modelId="{A11E5641-7563-41EB-B1A0-EE804247D0C2}" type="presParOf" srcId="{01ABC076-1DCF-4734-A83E-85445E2CAABA}" destId="{41548BCD-361D-4694-9E8E-EF1100E6A8F0}" srcOrd="3" destOrd="0" presId="urn:microsoft.com/office/officeart/2005/8/layout/default"/>
    <dgm:cxn modelId="{13A15709-0D3E-4EBE-9A2B-CCB3F650A7FF}" type="presParOf" srcId="{01ABC076-1DCF-4734-A83E-85445E2CAABA}" destId="{EC8C05A8-402F-44E4-9C38-30E2FE30A1D7}" srcOrd="4" destOrd="0" presId="urn:microsoft.com/office/officeart/2005/8/layout/default"/>
    <dgm:cxn modelId="{76E67273-C839-4ED6-B403-8DF0BF92F6AA}" type="presParOf" srcId="{01ABC076-1DCF-4734-A83E-85445E2CAABA}" destId="{762EFB0D-E94B-4B52-B05D-191BC2C5286A}" srcOrd="5" destOrd="0" presId="urn:microsoft.com/office/officeart/2005/8/layout/default"/>
    <dgm:cxn modelId="{DE2C217D-A3C2-4243-A549-54AC37C072CB}" type="presParOf" srcId="{01ABC076-1DCF-4734-A83E-85445E2CAABA}" destId="{571F306F-FDE3-4784-8DE8-267363F4B2C4}" srcOrd="6" destOrd="0" presId="urn:microsoft.com/office/officeart/2005/8/layout/default"/>
    <dgm:cxn modelId="{37E1AA74-B313-43D6-98E3-C3BC344B8F16}" type="presParOf" srcId="{01ABC076-1DCF-4734-A83E-85445E2CAABA}" destId="{5DA6FABB-7CA8-4BE8-950A-04DD148DCD03}" srcOrd="7" destOrd="0" presId="urn:microsoft.com/office/officeart/2005/8/layout/default"/>
    <dgm:cxn modelId="{14CB29E3-C77D-44ED-90B5-601D90F42C6F}" type="presParOf" srcId="{01ABC076-1DCF-4734-A83E-85445E2CAABA}" destId="{384F78DC-72B1-4F16-8BD8-48D9E400638A}" srcOrd="8" destOrd="0" presId="urn:microsoft.com/office/officeart/2005/8/layout/default"/>
    <dgm:cxn modelId="{B9012052-E7C4-4DBB-9611-A3E02E08CAFB}" type="presParOf" srcId="{01ABC076-1DCF-4734-A83E-85445E2CAABA}" destId="{C5BF8E19-6E34-4837-8045-CC9F10B71EDF}" srcOrd="9" destOrd="0" presId="urn:microsoft.com/office/officeart/2005/8/layout/default"/>
    <dgm:cxn modelId="{E8D33D59-94A7-40EB-9910-DE2B3BFE11A8}" type="presParOf" srcId="{01ABC076-1DCF-4734-A83E-85445E2CAABA}" destId="{0FB27320-987B-4B19-BF57-CE539F3F10A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19A3BAE-4FB8-40CE-BA1F-EB8A36872012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95C3E4-4FCC-42A0-80B8-5139B9353D8E}">
      <dgm:prSet/>
      <dgm:spPr/>
      <dgm:t>
        <a:bodyPr/>
        <a:lstStyle/>
        <a:p>
          <a:r>
            <a:rPr lang="en-US"/>
            <a:t>• Neutralidad de la red.</a:t>
          </a:r>
        </a:p>
      </dgm:t>
    </dgm:pt>
    <dgm:pt modelId="{57FC88E2-A0A2-4CFB-B53A-F281C4D3B66D}" type="parTrans" cxnId="{E298C540-70C2-474F-BD8D-7A1D70ACA219}">
      <dgm:prSet/>
      <dgm:spPr/>
      <dgm:t>
        <a:bodyPr/>
        <a:lstStyle/>
        <a:p>
          <a:endParaRPr lang="en-US"/>
        </a:p>
      </dgm:t>
    </dgm:pt>
    <dgm:pt modelId="{2D9D076E-7DFD-41D1-B8EB-6DBF10153ABB}" type="sibTrans" cxnId="{E298C540-70C2-474F-BD8D-7A1D70ACA219}">
      <dgm:prSet/>
      <dgm:spPr/>
      <dgm:t>
        <a:bodyPr/>
        <a:lstStyle/>
        <a:p>
          <a:endParaRPr lang="en-US"/>
        </a:p>
      </dgm:t>
    </dgm:pt>
    <dgm:pt modelId="{F757EE03-1066-4F68-81A4-8B26F78F2959}">
      <dgm:prSet/>
      <dgm:spPr/>
      <dgm:t>
        <a:bodyPr/>
        <a:lstStyle/>
        <a:p>
          <a:r>
            <a:rPr lang="en-US"/>
            <a:t>• Acceso universal a Internet.</a:t>
          </a:r>
        </a:p>
      </dgm:t>
    </dgm:pt>
    <dgm:pt modelId="{57AE0CF7-E4F4-4FBE-BAAD-FBF3A9DA61F3}" type="parTrans" cxnId="{F140B594-F062-483A-9C9F-E8FE4AD0269F}">
      <dgm:prSet/>
      <dgm:spPr/>
      <dgm:t>
        <a:bodyPr/>
        <a:lstStyle/>
        <a:p>
          <a:endParaRPr lang="en-US"/>
        </a:p>
      </dgm:t>
    </dgm:pt>
    <dgm:pt modelId="{61956074-B444-4F1C-BEDA-1189E58AD192}" type="sibTrans" cxnId="{F140B594-F062-483A-9C9F-E8FE4AD0269F}">
      <dgm:prSet/>
      <dgm:spPr/>
      <dgm:t>
        <a:bodyPr/>
        <a:lstStyle/>
        <a:p>
          <a:endParaRPr lang="en-US"/>
        </a:p>
      </dgm:t>
    </dgm:pt>
    <dgm:pt modelId="{2D8DBB47-BA8B-41EE-8B13-F933E2F02B07}">
      <dgm:prSet/>
      <dgm:spPr/>
      <dgm:t>
        <a:bodyPr/>
        <a:lstStyle/>
        <a:p>
          <a:r>
            <a:rPr lang="en-US"/>
            <a:t>• Seguridad digital.</a:t>
          </a:r>
        </a:p>
      </dgm:t>
    </dgm:pt>
    <dgm:pt modelId="{086B9A2B-A7FD-4989-8E23-9D37CFF24098}" type="parTrans" cxnId="{E03F0477-C449-481B-A2FE-81A16166474B}">
      <dgm:prSet/>
      <dgm:spPr/>
      <dgm:t>
        <a:bodyPr/>
        <a:lstStyle/>
        <a:p>
          <a:endParaRPr lang="en-US"/>
        </a:p>
      </dgm:t>
    </dgm:pt>
    <dgm:pt modelId="{78943951-1F4E-4D95-A56B-9C106A796F4A}" type="sibTrans" cxnId="{E03F0477-C449-481B-A2FE-81A16166474B}">
      <dgm:prSet/>
      <dgm:spPr/>
      <dgm:t>
        <a:bodyPr/>
        <a:lstStyle/>
        <a:p>
          <a:endParaRPr lang="en-US"/>
        </a:p>
      </dgm:t>
    </dgm:pt>
    <dgm:pt modelId="{F50455C8-AA18-4F91-A2D7-458EFADD493C}">
      <dgm:prSet/>
      <dgm:spPr/>
      <dgm:t>
        <a:bodyPr/>
        <a:lstStyle/>
        <a:p>
          <a:r>
            <a:rPr lang="en-US"/>
            <a:t>• Educación digital.</a:t>
          </a:r>
        </a:p>
      </dgm:t>
    </dgm:pt>
    <dgm:pt modelId="{869E41DF-C298-4DBD-8632-1506A52066CF}" type="parTrans" cxnId="{BA14406B-AB6B-49B9-93E3-13F616712509}">
      <dgm:prSet/>
      <dgm:spPr/>
      <dgm:t>
        <a:bodyPr/>
        <a:lstStyle/>
        <a:p>
          <a:endParaRPr lang="en-US"/>
        </a:p>
      </dgm:t>
    </dgm:pt>
    <dgm:pt modelId="{1EDD35D7-5085-4C19-A662-11272A9152DA}" type="sibTrans" cxnId="{BA14406B-AB6B-49B9-93E3-13F616712509}">
      <dgm:prSet/>
      <dgm:spPr/>
      <dgm:t>
        <a:bodyPr/>
        <a:lstStyle/>
        <a:p>
          <a:endParaRPr lang="en-US"/>
        </a:p>
      </dgm:t>
    </dgm:pt>
    <dgm:pt modelId="{D43C56BC-DABA-4562-94A5-4009C6CB8CD8}">
      <dgm:prSet/>
      <dgm:spPr/>
      <dgm:t>
        <a:bodyPr/>
        <a:lstStyle/>
        <a:p>
          <a:r>
            <a:rPr lang="en-US"/>
            <a:t>• Derecho al olvido (buscadores y plataformas).</a:t>
          </a:r>
        </a:p>
      </dgm:t>
    </dgm:pt>
    <dgm:pt modelId="{D8C8FCFD-E252-4ABF-AE4D-C59FB1745363}" type="parTrans" cxnId="{24A7BA23-1E5B-472D-A185-D1932DDC25A9}">
      <dgm:prSet/>
      <dgm:spPr/>
      <dgm:t>
        <a:bodyPr/>
        <a:lstStyle/>
        <a:p>
          <a:endParaRPr lang="en-US"/>
        </a:p>
      </dgm:t>
    </dgm:pt>
    <dgm:pt modelId="{BE5E7982-E8CC-4E80-96B1-0F8D30AAAD2A}" type="sibTrans" cxnId="{24A7BA23-1E5B-472D-A185-D1932DDC25A9}">
      <dgm:prSet/>
      <dgm:spPr/>
      <dgm:t>
        <a:bodyPr/>
        <a:lstStyle/>
        <a:p>
          <a:endParaRPr lang="en-US"/>
        </a:p>
      </dgm:t>
    </dgm:pt>
    <dgm:pt modelId="{C2AE5C47-83EE-440D-9FD5-A6FB55F92829}">
      <dgm:prSet/>
      <dgm:spPr/>
      <dgm:t>
        <a:bodyPr/>
        <a:lstStyle/>
        <a:p>
          <a:r>
            <a:rPr lang="en-US"/>
            <a:t>• Portabilidad de datos digitales.</a:t>
          </a:r>
        </a:p>
      </dgm:t>
    </dgm:pt>
    <dgm:pt modelId="{BFB2FD78-7694-463A-84C4-EA2E7C59F4B8}" type="parTrans" cxnId="{5742A25F-2D52-4979-8D2C-9D077807C428}">
      <dgm:prSet/>
      <dgm:spPr/>
      <dgm:t>
        <a:bodyPr/>
        <a:lstStyle/>
        <a:p>
          <a:endParaRPr lang="en-US"/>
        </a:p>
      </dgm:t>
    </dgm:pt>
    <dgm:pt modelId="{B9C5B4BA-0641-49C6-ABDC-B5FCC3D6D62D}" type="sibTrans" cxnId="{5742A25F-2D52-4979-8D2C-9D077807C428}">
      <dgm:prSet/>
      <dgm:spPr/>
      <dgm:t>
        <a:bodyPr/>
        <a:lstStyle/>
        <a:p>
          <a:endParaRPr lang="en-US"/>
        </a:p>
      </dgm:t>
    </dgm:pt>
    <dgm:pt modelId="{48B4E0CF-598B-4EC9-8A10-B92AE1FFCB09}">
      <dgm:prSet/>
      <dgm:spPr/>
      <dgm:t>
        <a:bodyPr/>
        <a:lstStyle/>
        <a:p>
          <a:r>
            <a:rPr lang="en-US"/>
            <a:t>• Testamento digital.</a:t>
          </a:r>
        </a:p>
      </dgm:t>
    </dgm:pt>
    <dgm:pt modelId="{92E23FB2-3B40-4584-A389-B4186425BF2A}" type="parTrans" cxnId="{333ED381-EEF0-41FA-BA91-FC800F0BB1B7}">
      <dgm:prSet/>
      <dgm:spPr/>
      <dgm:t>
        <a:bodyPr/>
        <a:lstStyle/>
        <a:p>
          <a:endParaRPr lang="en-US"/>
        </a:p>
      </dgm:t>
    </dgm:pt>
    <dgm:pt modelId="{B57BDA0F-B3EF-4FDD-A9A3-8FEA6C313681}" type="sibTrans" cxnId="{333ED381-EEF0-41FA-BA91-FC800F0BB1B7}">
      <dgm:prSet/>
      <dgm:spPr/>
      <dgm:t>
        <a:bodyPr/>
        <a:lstStyle/>
        <a:p>
          <a:endParaRPr lang="en-US"/>
        </a:p>
      </dgm:t>
    </dgm:pt>
    <dgm:pt modelId="{6C567556-3B4A-4525-95F3-A9E5696F128F}">
      <dgm:prSet/>
      <dgm:spPr/>
      <dgm:t>
        <a:bodyPr/>
        <a:lstStyle/>
        <a:p>
          <a:r>
            <a:rPr lang="en-US"/>
            <a:t>• Desconexión digital en el trabajo.</a:t>
          </a:r>
        </a:p>
      </dgm:t>
    </dgm:pt>
    <dgm:pt modelId="{1CC41FF7-2CAA-42A1-ACB4-D481FFC7428A}" type="parTrans" cxnId="{10D19DC3-7F3A-4FE7-AFEF-6AEBDF0F8B1C}">
      <dgm:prSet/>
      <dgm:spPr/>
      <dgm:t>
        <a:bodyPr/>
        <a:lstStyle/>
        <a:p>
          <a:endParaRPr lang="en-US"/>
        </a:p>
      </dgm:t>
    </dgm:pt>
    <dgm:pt modelId="{DD9917B5-A14C-4D4E-AE6D-674FA7C66F1D}" type="sibTrans" cxnId="{10D19DC3-7F3A-4FE7-AFEF-6AEBDF0F8B1C}">
      <dgm:prSet/>
      <dgm:spPr/>
      <dgm:t>
        <a:bodyPr/>
        <a:lstStyle/>
        <a:p>
          <a:endParaRPr lang="en-US"/>
        </a:p>
      </dgm:t>
    </dgm:pt>
    <dgm:pt modelId="{C92DE083-1DBA-41D0-8DE5-BC0BDB0259CB}">
      <dgm:prSet/>
      <dgm:spPr/>
      <dgm:t>
        <a:bodyPr/>
        <a:lstStyle/>
        <a:p>
          <a:r>
            <a:rPr lang="en-US"/>
            <a:t>• Intimidad y protección de datos en entorno digital.</a:t>
          </a:r>
        </a:p>
      </dgm:t>
    </dgm:pt>
    <dgm:pt modelId="{2535BA91-065B-40B1-8701-B573C52135D0}" type="parTrans" cxnId="{DCA26BF3-31BF-408C-9298-2F500ED01AC9}">
      <dgm:prSet/>
      <dgm:spPr/>
      <dgm:t>
        <a:bodyPr/>
        <a:lstStyle/>
        <a:p>
          <a:endParaRPr lang="en-US"/>
        </a:p>
      </dgm:t>
    </dgm:pt>
    <dgm:pt modelId="{C6F2439A-70C9-497C-8962-FF05C6FA7EED}" type="sibTrans" cxnId="{DCA26BF3-31BF-408C-9298-2F500ED01AC9}">
      <dgm:prSet/>
      <dgm:spPr/>
      <dgm:t>
        <a:bodyPr/>
        <a:lstStyle/>
        <a:p>
          <a:endParaRPr lang="en-US"/>
        </a:p>
      </dgm:t>
    </dgm:pt>
    <dgm:pt modelId="{4D55D9B5-187E-4B74-BBDF-AE08F30BE614}">
      <dgm:prSet/>
      <dgm:spPr/>
      <dgm:t>
        <a:bodyPr/>
        <a:lstStyle/>
        <a:p>
          <a:r>
            <a:rPr lang="en-US"/>
            <a:t>• Protección e integridad digital de menores.</a:t>
          </a:r>
        </a:p>
      </dgm:t>
    </dgm:pt>
    <dgm:pt modelId="{A1707628-8FF3-484F-8391-A900957DF8F6}" type="parTrans" cxnId="{FF2AECF0-DD57-4BD7-8F60-95AA0012F54C}">
      <dgm:prSet/>
      <dgm:spPr/>
      <dgm:t>
        <a:bodyPr/>
        <a:lstStyle/>
        <a:p>
          <a:endParaRPr lang="en-US"/>
        </a:p>
      </dgm:t>
    </dgm:pt>
    <dgm:pt modelId="{C7D2A257-BAD9-4C0A-8D9E-1D283DCBED8B}" type="sibTrans" cxnId="{FF2AECF0-DD57-4BD7-8F60-95AA0012F54C}">
      <dgm:prSet/>
      <dgm:spPr/>
      <dgm:t>
        <a:bodyPr/>
        <a:lstStyle/>
        <a:p>
          <a:endParaRPr lang="en-US"/>
        </a:p>
      </dgm:t>
    </dgm:pt>
    <dgm:pt modelId="{68004EFB-7A6A-4EFA-93DB-A1158A2B34BF}">
      <dgm:prSet/>
      <dgm:spPr/>
      <dgm:t>
        <a:bodyPr/>
        <a:lstStyle/>
        <a:p>
          <a:r>
            <a:rPr lang="en-US"/>
            <a:t>• Compensación de daños por vulneración de derechos.</a:t>
          </a:r>
        </a:p>
      </dgm:t>
    </dgm:pt>
    <dgm:pt modelId="{F1DED895-E6AD-415D-9B13-7FF0C17CF5A9}" type="parTrans" cxnId="{4189A0FF-B533-4897-BFAB-062DFA11E3CC}">
      <dgm:prSet/>
      <dgm:spPr/>
      <dgm:t>
        <a:bodyPr/>
        <a:lstStyle/>
        <a:p>
          <a:endParaRPr lang="en-US"/>
        </a:p>
      </dgm:t>
    </dgm:pt>
    <dgm:pt modelId="{6BB046EB-96A7-447E-A218-52BBD32C4807}" type="sibTrans" cxnId="{4189A0FF-B533-4897-BFAB-062DFA11E3CC}">
      <dgm:prSet/>
      <dgm:spPr/>
      <dgm:t>
        <a:bodyPr/>
        <a:lstStyle/>
        <a:p>
          <a:endParaRPr lang="en-US"/>
        </a:p>
      </dgm:t>
    </dgm:pt>
    <dgm:pt modelId="{52B719C8-D17F-4AD2-8A4B-3925A2A0215D}">
      <dgm:prSet/>
      <dgm:spPr/>
      <dgm:t>
        <a:bodyPr/>
        <a:lstStyle/>
        <a:p>
          <a:r>
            <a:rPr lang="en-US"/>
            <a:t>• Derecho de aclaración en medios digitales.</a:t>
          </a:r>
        </a:p>
      </dgm:t>
    </dgm:pt>
    <dgm:pt modelId="{BEE34C1D-0AF4-4F9D-BFDE-ABC7020C1D2C}" type="parTrans" cxnId="{67D69D1A-7C7F-40EB-9D72-3664A1E7336B}">
      <dgm:prSet/>
      <dgm:spPr/>
      <dgm:t>
        <a:bodyPr/>
        <a:lstStyle/>
        <a:p>
          <a:endParaRPr lang="en-US"/>
        </a:p>
      </dgm:t>
    </dgm:pt>
    <dgm:pt modelId="{4ED06D5F-C80B-4279-8C7E-9D426DA94CDA}" type="sibTrans" cxnId="{67D69D1A-7C7F-40EB-9D72-3664A1E7336B}">
      <dgm:prSet/>
      <dgm:spPr/>
      <dgm:t>
        <a:bodyPr/>
        <a:lstStyle/>
        <a:p>
          <a:endParaRPr lang="en-US"/>
        </a:p>
      </dgm:t>
    </dgm:pt>
    <dgm:pt modelId="{FAC63608-8E49-4DF4-BDE7-54D613EB1093}" type="pres">
      <dgm:prSet presAssocID="{219A3BAE-4FB8-40CE-BA1F-EB8A36872012}" presName="Name0" presStyleCnt="0">
        <dgm:presLayoutVars>
          <dgm:dir/>
          <dgm:resizeHandles val="exact"/>
        </dgm:presLayoutVars>
      </dgm:prSet>
      <dgm:spPr/>
    </dgm:pt>
    <dgm:pt modelId="{BA152D23-02AE-4C4B-8EE3-EBE17E4988F3}" type="pres">
      <dgm:prSet presAssocID="{0795C3E4-4FCC-42A0-80B8-5139B9353D8E}" presName="node" presStyleLbl="node1" presStyleIdx="0" presStyleCnt="12">
        <dgm:presLayoutVars>
          <dgm:bulletEnabled val="1"/>
        </dgm:presLayoutVars>
      </dgm:prSet>
      <dgm:spPr/>
    </dgm:pt>
    <dgm:pt modelId="{5FCC8E05-3524-4575-BA9E-29644A37F167}" type="pres">
      <dgm:prSet presAssocID="{2D9D076E-7DFD-41D1-B8EB-6DBF10153ABB}" presName="sibTrans" presStyleLbl="sibTrans1D1" presStyleIdx="0" presStyleCnt="11"/>
      <dgm:spPr/>
    </dgm:pt>
    <dgm:pt modelId="{BD6B7084-07DE-4C89-817A-F87C780F671F}" type="pres">
      <dgm:prSet presAssocID="{2D9D076E-7DFD-41D1-B8EB-6DBF10153ABB}" presName="connectorText" presStyleLbl="sibTrans1D1" presStyleIdx="0" presStyleCnt="11"/>
      <dgm:spPr/>
    </dgm:pt>
    <dgm:pt modelId="{5FAD7D13-8E68-4685-BDA1-5D52F4813098}" type="pres">
      <dgm:prSet presAssocID="{F757EE03-1066-4F68-81A4-8B26F78F2959}" presName="node" presStyleLbl="node1" presStyleIdx="1" presStyleCnt="12">
        <dgm:presLayoutVars>
          <dgm:bulletEnabled val="1"/>
        </dgm:presLayoutVars>
      </dgm:prSet>
      <dgm:spPr/>
    </dgm:pt>
    <dgm:pt modelId="{ECDC2082-1A81-4411-A93C-12E84D34606F}" type="pres">
      <dgm:prSet presAssocID="{61956074-B444-4F1C-BEDA-1189E58AD192}" presName="sibTrans" presStyleLbl="sibTrans1D1" presStyleIdx="1" presStyleCnt="11"/>
      <dgm:spPr/>
    </dgm:pt>
    <dgm:pt modelId="{0650F37F-DF1F-4089-B138-FAA5DABC065A}" type="pres">
      <dgm:prSet presAssocID="{61956074-B444-4F1C-BEDA-1189E58AD192}" presName="connectorText" presStyleLbl="sibTrans1D1" presStyleIdx="1" presStyleCnt="11"/>
      <dgm:spPr/>
    </dgm:pt>
    <dgm:pt modelId="{B49B3394-9FFA-45DC-A597-7C6AF475274F}" type="pres">
      <dgm:prSet presAssocID="{2D8DBB47-BA8B-41EE-8B13-F933E2F02B07}" presName="node" presStyleLbl="node1" presStyleIdx="2" presStyleCnt="12">
        <dgm:presLayoutVars>
          <dgm:bulletEnabled val="1"/>
        </dgm:presLayoutVars>
      </dgm:prSet>
      <dgm:spPr/>
    </dgm:pt>
    <dgm:pt modelId="{FBDCF90C-B4E6-4C12-8843-3CCAC5827A6A}" type="pres">
      <dgm:prSet presAssocID="{78943951-1F4E-4D95-A56B-9C106A796F4A}" presName="sibTrans" presStyleLbl="sibTrans1D1" presStyleIdx="2" presStyleCnt="11"/>
      <dgm:spPr/>
    </dgm:pt>
    <dgm:pt modelId="{F385AB0B-86FF-40DA-AD0C-28827EC10721}" type="pres">
      <dgm:prSet presAssocID="{78943951-1F4E-4D95-A56B-9C106A796F4A}" presName="connectorText" presStyleLbl="sibTrans1D1" presStyleIdx="2" presStyleCnt="11"/>
      <dgm:spPr/>
    </dgm:pt>
    <dgm:pt modelId="{629E7058-6721-4954-9449-8B990F89B439}" type="pres">
      <dgm:prSet presAssocID="{F50455C8-AA18-4F91-A2D7-458EFADD493C}" presName="node" presStyleLbl="node1" presStyleIdx="3" presStyleCnt="12">
        <dgm:presLayoutVars>
          <dgm:bulletEnabled val="1"/>
        </dgm:presLayoutVars>
      </dgm:prSet>
      <dgm:spPr/>
    </dgm:pt>
    <dgm:pt modelId="{5DA69159-106F-4F41-8CDD-D926F50AD1C0}" type="pres">
      <dgm:prSet presAssocID="{1EDD35D7-5085-4C19-A662-11272A9152DA}" presName="sibTrans" presStyleLbl="sibTrans1D1" presStyleIdx="3" presStyleCnt="11"/>
      <dgm:spPr/>
    </dgm:pt>
    <dgm:pt modelId="{F19D1B17-242D-4F42-9BBB-CB9F9E78EC04}" type="pres">
      <dgm:prSet presAssocID="{1EDD35D7-5085-4C19-A662-11272A9152DA}" presName="connectorText" presStyleLbl="sibTrans1D1" presStyleIdx="3" presStyleCnt="11"/>
      <dgm:spPr/>
    </dgm:pt>
    <dgm:pt modelId="{B6BBD91A-9D2A-482C-A2E3-BFF269E39456}" type="pres">
      <dgm:prSet presAssocID="{D43C56BC-DABA-4562-94A5-4009C6CB8CD8}" presName="node" presStyleLbl="node1" presStyleIdx="4" presStyleCnt="12">
        <dgm:presLayoutVars>
          <dgm:bulletEnabled val="1"/>
        </dgm:presLayoutVars>
      </dgm:prSet>
      <dgm:spPr/>
    </dgm:pt>
    <dgm:pt modelId="{BB3DDA16-F56F-45F9-9D59-D9DE22CA3F63}" type="pres">
      <dgm:prSet presAssocID="{BE5E7982-E8CC-4E80-96B1-0F8D30AAAD2A}" presName="sibTrans" presStyleLbl="sibTrans1D1" presStyleIdx="4" presStyleCnt="11"/>
      <dgm:spPr/>
    </dgm:pt>
    <dgm:pt modelId="{AA4BCD37-6834-4422-BE5F-85F43583868E}" type="pres">
      <dgm:prSet presAssocID="{BE5E7982-E8CC-4E80-96B1-0F8D30AAAD2A}" presName="connectorText" presStyleLbl="sibTrans1D1" presStyleIdx="4" presStyleCnt="11"/>
      <dgm:spPr/>
    </dgm:pt>
    <dgm:pt modelId="{1F19D8C9-ED73-4FC9-9C50-4E750CF3B13A}" type="pres">
      <dgm:prSet presAssocID="{C2AE5C47-83EE-440D-9FD5-A6FB55F92829}" presName="node" presStyleLbl="node1" presStyleIdx="5" presStyleCnt="12">
        <dgm:presLayoutVars>
          <dgm:bulletEnabled val="1"/>
        </dgm:presLayoutVars>
      </dgm:prSet>
      <dgm:spPr/>
    </dgm:pt>
    <dgm:pt modelId="{5F04ABD8-3F01-4414-A009-CAD5B7175B09}" type="pres">
      <dgm:prSet presAssocID="{B9C5B4BA-0641-49C6-ABDC-B5FCC3D6D62D}" presName="sibTrans" presStyleLbl="sibTrans1D1" presStyleIdx="5" presStyleCnt="11"/>
      <dgm:spPr/>
    </dgm:pt>
    <dgm:pt modelId="{66248B96-41F9-482F-B9E5-AA9EB02C60C2}" type="pres">
      <dgm:prSet presAssocID="{B9C5B4BA-0641-49C6-ABDC-B5FCC3D6D62D}" presName="connectorText" presStyleLbl="sibTrans1D1" presStyleIdx="5" presStyleCnt="11"/>
      <dgm:spPr/>
    </dgm:pt>
    <dgm:pt modelId="{634ED358-10D1-41EC-AFB0-948BC29D045E}" type="pres">
      <dgm:prSet presAssocID="{48B4E0CF-598B-4EC9-8A10-B92AE1FFCB09}" presName="node" presStyleLbl="node1" presStyleIdx="6" presStyleCnt="12">
        <dgm:presLayoutVars>
          <dgm:bulletEnabled val="1"/>
        </dgm:presLayoutVars>
      </dgm:prSet>
      <dgm:spPr/>
    </dgm:pt>
    <dgm:pt modelId="{F120A47C-24F3-4C70-8420-5CB82EC2B667}" type="pres">
      <dgm:prSet presAssocID="{B57BDA0F-B3EF-4FDD-A9A3-8FEA6C313681}" presName="sibTrans" presStyleLbl="sibTrans1D1" presStyleIdx="6" presStyleCnt="11"/>
      <dgm:spPr/>
    </dgm:pt>
    <dgm:pt modelId="{0EB9DBFC-A3FC-4052-A40F-46C75B0FF420}" type="pres">
      <dgm:prSet presAssocID="{B57BDA0F-B3EF-4FDD-A9A3-8FEA6C313681}" presName="connectorText" presStyleLbl="sibTrans1D1" presStyleIdx="6" presStyleCnt="11"/>
      <dgm:spPr/>
    </dgm:pt>
    <dgm:pt modelId="{169761D2-17B0-405F-8B35-B1B21555518A}" type="pres">
      <dgm:prSet presAssocID="{6C567556-3B4A-4525-95F3-A9E5696F128F}" presName="node" presStyleLbl="node1" presStyleIdx="7" presStyleCnt="12">
        <dgm:presLayoutVars>
          <dgm:bulletEnabled val="1"/>
        </dgm:presLayoutVars>
      </dgm:prSet>
      <dgm:spPr/>
    </dgm:pt>
    <dgm:pt modelId="{C8AC0E14-C451-4688-A222-3EA36DA0CE9A}" type="pres">
      <dgm:prSet presAssocID="{DD9917B5-A14C-4D4E-AE6D-674FA7C66F1D}" presName="sibTrans" presStyleLbl="sibTrans1D1" presStyleIdx="7" presStyleCnt="11"/>
      <dgm:spPr/>
    </dgm:pt>
    <dgm:pt modelId="{63139903-3853-4D13-AF6C-60C8278341AD}" type="pres">
      <dgm:prSet presAssocID="{DD9917B5-A14C-4D4E-AE6D-674FA7C66F1D}" presName="connectorText" presStyleLbl="sibTrans1D1" presStyleIdx="7" presStyleCnt="11"/>
      <dgm:spPr/>
    </dgm:pt>
    <dgm:pt modelId="{A40C3E23-C08D-4159-8F68-913E58984A78}" type="pres">
      <dgm:prSet presAssocID="{C92DE083-1DBA-41D0-8DE5-BC0BDB0259CB}" presName="node" presStyleLbl="node1" presStyleIdx="8" presStyleCnt="12">
        <dgm:presLayoutVars>
          <dgm:bulletEnabled val="1"/>
        </dgm:presLayoutVars>
      </dgm:prSet>
      <dgm:spPr/>
    </dgm:pt>
    <dgm:pt modelId="{245727D5-6E38-4183-8F3D-27BB97B51E1C}" type="pres">
      <dgm:prSet presAssocID="{C6F2439A-70C9-497C-8962-FF05C6FA7EED}" presName="sibTrans" presStyleLbl="sibTrans1D1" presStyleIdx="8" presStyleCnt="11"/>
      <dgm:spPr/>
    </dgm:pt>
    <dgm:pt modelId="{2139953D-9471-459C-8FBF-0B7B01A4F096}" type="pres">
      <dgm:prSet presAssocID="{C6F2439A-70C9-497C-8962-FF05C6FA7EED}" presName="connectorText" presStyleLbl="sibTrans1D1" presStyleIdx="8" presStyleCnt="11"/>
      <dgm:spPr/>
    </dgm:pt>
    <dgm:pt modelId="{19CF2A69-1BC2-4DAE-A4EA-C196F49B84D8}" type="pres">
      <dgm:prSet presAssocID="{4D55D9B5-187E-4B74-BBDF-AE08F30BE614}" presName="node" presStyleLbl="node1" presStyleIdx="9" presStyleCnt="12">
        <dgm:presLayoutVars>
          <dgm:bulletEnabled val="1"/>
        </dgm:presLayoutVars>
      </dgm:prSet>
      <dgm:spPr/>
    </dgm:pt>
    <dgm:pt modelId="{E4BB08A3-AC99-4E2F-8428-0D2110D05953}" type="pres">
      <dgm:prSet presAssocID="{C7D2A257-BAD9-4C0A-8D9E-1D283DCBED8B}" presName="sibTrans" presStyleLbl="sibTrans1D1" presStyleIdx="9" presStyleCnt="11"/>
      <dgm:spPr/>
    </dgm:pt>
    <dgm:pt modelId="{356DE25C-58C2-4FF2-8FD4-87797439BA4F}" type="pres">
      <dgm:prSet presAssocID="{C7D2A257-BAD9-4C0A-8D9E-1D283DCBED8B}" presName="connectorText" presStyleLbl="sibTrans1D1" presStyleIdx="9" presStyleCnt="11"/>
      <dgm:spPr/>
    </dgm:pt>
    <dgm:pt modelId="{70F389EC-1008-4B82-A71C-C4AE3A553EFC}" type="pres">
      <dgm:prSet presAssocID="{68004EFB-7A6A-4EFA-93DB-A1158A2B34BF}" presName="node" presStyleLbl="node1" presStyleIdx="10" presStyleCnt="12">
        <dgm:presLayoutVars>
          <dgm:bulletEnabled val="1"/>
        </dgm:presLayoutVars>
      </dgm:prSet>
      <dgm:spPr/>
    </dgm:pt>
    <dgm:pt modelId="{C8FA1B6F-D587-4F6F-96C6-FDD17F8B6163}" type="pres">
      <dgm:prSet presAssocID="{6BB046EB-96A7-447E-A218-52BBD32C4807}" presName="sibTrans" presStyleLbl="sibTrans1D1" presStyleIdx="10" presStyleCnt="11"/>
      <dgm:spPr/>
    </dgm:pt>
    <dgm:pt modelId="{21C5A328-AAF0-4E94-BA4D-DDA7639264CB}" type="pres">
      <dgm:prSet presAssocID="{6BB046EB-96A7-447E-A218-52BBD32C4807}" presName="connectorText" presStyleLbl="sibTrans1D1" presStyleIdx="10" presStyleCnt="11"/>
      <dgm:spPr/>
    </dgm:pt>
    <dgm:pt modelId="{53B9EDA4-38C2-4129-8207-40E013F40ECE}" type="pres">
      <dgm:prSet presAssocID="{52B719C8-D17F-4AD2-8A4B-3925A2A0215D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E0B9E00-7FC9-40CF-BA4B-972FA37B3B40}" type="presOf" srcId="{78943951-1F4E-4D95-A56B-9C106A796F4A}" destId="{FBDCF90C-B4E6-4C12-8843-3CCAC5827A6A}" srcOrd="0" destOrd="0" presId="urn:microsoft.com/office/officeart/2016/7/layout/RepeatingBendingProcessNew"/>
    <dgm:cxn modelId="{A4502108-11FD-4E20-BC91-B295B1DDFD67}" type="presOf" srcId="{1EDD35D7-5085-4C19-A662-11272A9152DA}" destId="{F19D1B17-242D-4F42-9BBB-CB9F9E78EC04}" srcOrd="1" destOrd="0" presId="urn:microsoft.com/office/officeart/2016/7/layout/RepeatingBendingProcessNew"/>
    <dgm:cxn modelId="{7CDC5F0A-F9CB-4B98-A63A-B9389D044287}" type="presOf" srcId="{61956074-B444-4F1C-BEDA-1189E58AD192}" destId="{0650F37F-DF1F-4089-B138-FAA5DABC065A}" srcOrd="1" destOrd="0" presId="urn:microsoft.com/office/officeart/2016/7/layout/RepeatingBendingProcessNew"/>
    <dgm:cxn modelId="{E62B2E0C-1994-44A0-B2D1-AA5F24A00F6D}" type="presOf" srcId="{0795C3E4-4FCC-42A0-80B8-5139B9353D8E}" destId="{BA152D23-02AE-4C4B-8EE3-EBE17E4988F3}" srcOrd="0" destOrd="0" presId="urn:microsoft.com/office/officeart/2016/7/layout/RepeatingBendingProcessNew"/>
    <dgm:cxn modelId="{AB26290F-F1A7-495B-A9D2-CBAD2E0EE7AF}" type="presOf" srcId="{B9C5B4BA-0641-49C6-ABDC-B5FCC3D6D62D}" destId="{66248B96-41F9-482F-B9E5-AA9EB02C60C2}" srcOrd="1" destOrd="0" presId="urn:microsoft.com/office/officeart/2016/7/layout/RepeatingBendingProcessNew"/>
    <dgm:cxn modelId="{A7E6E013-E4B1-411A-B841-B920DB6FB0A5}" type="presOf" srcId="{BE5E7982-E8CC-4E80-96B1-0F8D30AAAD2A}" destId="{BB3DDA16-F56F-45F9-9D59-D9DE22CA3F63}" srcOrd="0" destOrd="0" presId="urn:microsoft.com/office/officeart/2016/7/layout/RepeatingBendingProcessNew"/>
    <dgm:cxn modelId="{67D69D1A-7C7F-40EB-9D72-3664A1E7336B}" srcId="{219A3BAE-4FB8-40CE-BA1F-EB8A36872012}" destId="{52B719C8-D17F-4AD2-8A4B-3925A2A0215D}" srcOrd="11" destOrd="0" parTransId="{BEE34C1D-0AF4-4F9D-BFDE-ABC7020C1D2C}" sibTransId="{4ED06D5F-C80B-4279-8C7E-9D426DA94CDA}"/>
    <dgm:cxn modelId="{24A7BA23-1E5B-472D-A185-D1932DDC25A9}" srcId="{219A3BAE-4FB8-40CE-BA1F-EB8A36872012}" destId="{D43C56BC-DABA-4562-94A5-4009C6CB8CD8}" srcOrd="4" destOrd="0" parTransId="{D8C8FCFD-E252-4ABF-AE4D-C59FB1745363}" sibTransId="{BE5E7982-E8CC-4E80-96B1-0F8D30AAAD2A}"/>
    <dgm:cxn modelId="{5B425927-0052-487E-94AC-972317559C72}" type="presOf" srcId="{6BB046EB-96A7-447E-A218-52BBD32C4807}" destId="{C8FA1B6F-D587-4F6F-96C6-FDD17F8B6163}" srcOrd="0" destOrd="0" presId="urn:microsoft.com/office/officeart/2016/7/layout/RepeatingBendingProcessNew"/>
    <dgm:cxn modelId="{12ABA52E-FE6D-45B3-850A-FE446FAA4612}" type="presOf" srcId="{219A3BAE-4FB8-40CE-BA1F-EB8A36872012}" destId="{FAC63608-8E49-4DF4-BDE7-54D613EB1093}" srcOrd="0" destOrd="0" presId="urn:microsoft.com/office/officeart/2016/7/layout/RepeatingBendingProcessNew"/>
    <dgm:cxn modelId="{BEE46D36-1B14-43E1-9647-49B334EC9D86}" type="presOf" srcId="{1EDD35D7-5085-4C19-A662-11272A9152DA}" destId="{5DA69159-106F-4F41-8CDD-D926F50AD1C0}" srcOrd="0" destOrd="0" presId="urn:microsoft.com/office/officeart/2016/7/layout/RepeatingBendingProcessNew"/>
    <dgm:cxn modelId="{E298C540-70C2-474F-BD8D-7A1D70ACA219}" srcId="{219A3BAE-4FB8-40CE-BA1F-EB8A36872012}" destId="{0795C3E4-4FCC-42A0-80B8-5139B9353D8E}" srcOrd="0" destOrd="0" parTransId="{57FC88E2-A0A2-4CFB-B53A-F281C4D3B66D}" sibTransId="{2D9D076E-7DFD-41D1-B8EB-6DBF10153ABB}"/>
    <dgm:cxn modelId="{5742A25F-2D52-4979-8D2C-9D077807C428}" srcId="{219A3BAE-4FB8-40CE-BA1F-EB8A36872012}" destId="{C2AE5C47-83EE-440D-9FD5-A6FB55F92829}" srcOrd="5" destOrd="0" parTransId="{BFB2FD78-7694-463A-84C4-EA2E7C59F4B8}" sibTransId="{B9C5B4BA-0641-49C6-ABDC-B5FCC3D6D62D}"/>
    <dgm:cxn modelId="{28411F62-9ACF-4F75-8CD5-1853065DFB04}" type="presOf" srcId="{61956074-B444-4F1C-BEDA-1189E58AD192}" destId="{ECDC2082-1A81-4411-A93C-12E84D34606F}" srcOrd="0" destOrd="0" presId="urn:microsoft.com/office/officeart/2016/7/layout/RepeatingBendingProcessNew"/>
    <dgm:cxn modelId="{908ED542-AC75-4E4A-B913-D90F86077AF3}" type="presOf" srcId="{B57BDA0F-B3EF-4FDD-A9A3-8FEA6C313681}" destId="{F120A47C-24F3-4C70-8420-5CB82EC2B667}" srcOrd="0" destOrd="0" presId="urn:microsoft.com/office/officeart/2016/7/layout/RepeatingBendingProcessNew"/>
    <dgm:cxn modelId="{B518E263-F3B1-4DE8-9D1A-78AE82F2CDB7}" type="presOf" srcId="{D43C56BC-DABA-4562-94A5-4009C6CB8CD8}" destId="{B6BBD91A-9D2A-482C-A2E3-BFF269E39456}" srcOrd="0" destOrd="0" presId="urn:microsoft.com/office/officeart/2016/7/layout/RepeatingBendingProcessNew"/>
    <dgm:cxn modelId="{7940FD45-81B2-4EE4-AE18-0F2479378D05}" type="presOf" srcId="{C2AE5C47-83EE-440D-9FD5-A6FB55F92829}" destId="{1F19D8C9-ED73-4FC9-9C50-4E750CF3B13A}" srcOrd="0" destOrd="0" presId="urn:microsoft.com/office/officeart/2016/7/layout/RepeatingBendingProcessNew"/>
    <dgm:cxn modelId="{E7294E47-C2F5-45B0-B92F-63D30533ECD8}" type="presOf" srcId="{68004EFB-7A6A-4EFA-93DB-A1158A2B34BF}" destId="{70F389EC-1008-4B82-A71C-C4AE3A553EFC}" srcOrd="0" destOrd="0" presId="urn:microsoft.com/office/officeart/2016/7/layout/RepeatingBendingProcessNew"/>
    <dgm:cxn modelId="{78158448-39BE-407A-B76A-7687A232B9AF}" type="presOf" srcId="{48B4E0CF-598B-4EC9-8A10-B92AE1FFCB09}" destId="{634ED358-10D1-41EC-AFB0-948BC29D045E}" srcOrd="0" destOrd="0" presId="urn:microsoft.com/office/officeart/2016/7/layout/RepeatingBendingProcessNew"/>
    <dgm:cxn modelId="{BA14406B-AB6B-49B9-93E3-13F616712509}" srcId="{219A3BAE-4FB8-40CE-BA1F-EB8A36872012}" destId="{F50455C8-AA18-4F91-A2D7-458EFADD493C}" srcOrd="3" destOrd="0" parTransId="{869E41DF-C298-4DBD-8632-1506A52066CF}" sibTransId="{1EDD35D7-5085-4C19-A662-11272A9152DA}"/>
    <dgm:cxn modelId="{6EA2324D-9C91-4629-8208-B75639E28F37}" type="presOf" srcId="{F50455C8-AA18-4F91-A2D7-458EFADD493C}" destId="{629E7058-6721-4954-9449-8B990F89B439}" srcOrd="0" destOrd="0" presId="urn:microsoft.com/office/officeart/2016/7/layout/RepeatingBendingProcessNew"/>
    <dgm:cxn modelId="{56287A51-9C77-457A-8A44-F81E7EF22B13}" type="presOf" srcId="{6C567556-3B4A-4525-95F3-A9E5696F128F}" destId="{169761D2-17B0-405F-8B35-B1B21555518A}" srcOrd="0" destOrd="0" presId="urn:microsoft.com/office/officeart/2016/7/layout/RepeatingBendingProcessNew"/>
    <dgm:cxn modelId="{58A64A54-FE90-41D6-9CB7-24E40F5C1CA7}" type="presOf" srcId="{6BB046EB-96A7-447E-A218-52BBD32C4807}" destId="{21C5A328-AAF0-4E94-BA4D-DDA7639264CB}" srcOrd="1" destOrd="0" presId="urn:microsoft.com/office/officeart/2016/7/layout/RepeatingBendingProcessNew"/>
    <dgm:cxn modelId="{E03F0477-C449-481B-A2FE-81A16166474B}" srcId="{219A3BAE-4FB8-40CE-BA1F-EB8A36872012}" destId="{2D8DBB47-BA8B-41EE-8B13-F933E2F02B07}" srcOrd="2" destOrd="0" parTransId="{086B9A2B-A7FD-4989-8E23-9D37CFF24098}" sibTransId="{78943951-1F4E-4D95-A56B-9C106A796F4A}"/>
    <dgm:cxn modelId="{333ED381-EEF0-41FA-BA91-FC800F0BB1B7}" srcId="{219A3BAE-4FB8-40CE-BA1F-EB8A36872012}" destId="{48B4E0CF-598B-4EC9-8A10-B92AE1FFCB09}" srcOrd="6" destOrd="0" parTransId="{92E23FB2-3B40-4584-A389-B4186425BF2A}" sibTransId="{B57BDA0F-B3EF-4FDD-A9A3-8FEA6C313681}"/>
    <dgm:cxn modelId="{F8E3128C-BAEF-4A91-9CC8-4FCC6CE528F9}" type="presOf" srcId="{B57BDA0F-B3EF-4FDD-A9A3-8FEA6C313681}" destId="{0EB9DBFC-A3FC-4052-A40F-46C75B0FF420}" srcOrd="1" destOrd="0" presId="urn:microsoft.com/office/officeart/2016/7/layout/RepeatingBendingProcessNew"/>
    <dgm:cxn modelId="{F140B594-F062-483A-9C9F-E8FE4AD0269F}" srcId="{219A3BAE-4FB8-40CE-BA1F-EB8A36872012}" destId="{F757EE03-1066-4F68-81A4-8B26F78F2959}" srcOrd="1" destOrd="0" parTransId="{57AE0CF7-E4F4-4FBE-BAAD-FBF3A9DA61F3}" sibTransId="{61956074-B444-4F1C-BEDA-1189E58AD192}"/>
    <dgm:cxn modelId="{A449DD9D-9006-4C64-85BD-BCF2662A526A}" type="presOf" srcId="{2D9D076E-7DFD-41D1-B8EB-6DBF10153ABB}" destId="{BD6B7084-07DE-4C89-817A-F87C780F671F}" srcOrd="1" destOrd="0" presId="urn:microsoft.com/office/officeart/2016/7/layout/RepeatingBendingProcessNew"/>
    <dgm:cxn modelId="{9A4C7FA3-463B-4268-9B69-DDA171D39E4B}" type="presOf" srcId="{C6F2439A-70C9-497C-8962-FF05C6FA7EED}" destId="{245727D5-6E38-4183-8F3D-27BB97B51E1C}" srcOrd="0" destOrd="0" presId="urn:microsoft.com/office/officeart/2016/7/layout/RepeatingBendingProcessNew"/>
    <dgm:cxn modelId="{97290EA9-A646-4C06-A3F3-E5DDE9A36F19}" type="presOf" srcId="{DD9917B5-A14C-4D4E-AE6D-674FA7C66F1D}" destId="{63139903-3853-4D13-AF6C-60C8278341AD}" srcOrd="1" destOrd="0" presId="urn:microsoft.com/office/officeart/2016/7/layout/RepeatingBendingProcessNew"/>
    <dgm:cxn modelId="{CCC72EAB-E120-43D0-82BD-FDE4C444181D}" type="presOf" srcId="{C6F2439A-70C9-497C-8962-FF05C6FA7EED}" destId="{2139953D-9471-459C-8FBF-0B7B01A4F096}" srcOrd="1" destOrd="0" presId="urn:microsoft.com/office/officeart/2016/7/layout/RepeatingBendingProcessNew"/>
    <dgm:cxn modelId="{7CFA2CB4-8330-4099-9AAC-BE9387C89E66}" type="presOf" srcId="{C92DE083-1DBA-41D0-8DE5-BC0BDB0259CB}" destId="{A40C3E23-C08D-4159-8F68-913E58984A78}" srcOrd="0" destOrd="0" presId="urn:microsoft.com/office/officeart/2016/7/layout/RepeatingBendingProcessNew"/>
    <dgm:cxn modelId="{BE81FCBA-0059-46AC-94C7-640003FF6F3B}" type="presOf" srcId="{52B719C8-D17F-4AD2-8A4B-3925A2A0215D}" destId="{53B9EDA4-38C2-4129-8207-40E013F40ECE}" srcOrd="0" destOrd="0" presId="urn:microsoft.com/office/officeart/2016/7/layout/RepeatingBendingProcessNew"/>
    <dgm:cxn modelId="{DAE78BBE-3CA7-4A59-B1CF-94D6750E24A1}" type="presOf" srcId="{2D8DBB47-BA8B-41EE-8B13-F933E2F02B07}" destId="{B49B3394-9FFA-45DC-A597-7C6AF475274F}" srcOrd="0" destOrd="0" presId="urn:microsoft.com/office/officeart/2016/7/layout/RepeatingBendingProcessNew"/>
    <dgm:cxn modelId="{10D19DC3-7F3A-4FE7-AFEF-6AEBDF0F8B1C}" srcId="{219A3BAE-4FB8-40CE-BA1F-EB8A36872012}" destId="{6C567556-3B4A-4525-95F3-A9E5696F128F}" srcOrd="7" destOrd="0" parTransId="{1CC41FF7-2CAA-42A1-ACB4-D481FFC7428A}" sibTransId="{DD9917B5-A14C-4D4E-AE6D-674FA7C66F1D}"/>
    <dgm:cxn modelId="{C61409CB-DD14-4988-8B4F-4CDECBE0B20B}" type="presOf" srcId="{DD9917B5-A14C-4D4E-AE6D-674FA7C66F1D}" destId="{C8AC0E14-C451-4688-A222-3EA36DA0CE9A}" srcOrd="0" destOrd="0" presId="urn:microsoft.com/office/officeart/2016/7/layout/RepeatingBendingProcessNew"/>
    <dgm:cxn modelId="{2404DACF-FCD3-407A-8908-CC80F5F23578}" type="presOf" srcId="{C7D2A257-BAD9-4C0A-8D9E-1D283DCBED8B}" destId="{356DE25C-58C2-4FF2-8FD4-87797439BA4F}" srcOrd="1" destOrd="0" presId="urn:microsoft.com/office/officeart/2016/7/layout/RepeatingBendingProcessNew"/>
    <dgm:cxn modelId="{342057DA-FA71-40C4-B16B-D61034CFD7D9}" type="presOf" srcId="{C7D2A257-BAD9-4C0A-8D9E-1D283DCBED8B}" destId="{E4BB08A3-AC99-4E2F-8428-0D2110D05953}" srcOrd="0" destOrd="0" presId="urn:microsoft.com/office/officeart/2016/7/layout/RepeatingBendingProcessNew"/>
    <dgm:cxn modelId="{DF5048DB-3888-4137-9985-4945AA3918B3}" type="presOf" srcId="{2D9D076E-7DFD-41D1-B8EB-6DBF10153ABB}" destId="{5FCC8E05-3524-4575-BA9E-29644A37F167}" srcOrd="0" destOrd="0" presId="urn:microsoft.com/office/officeart/2016/7/layout/RepeatingBendingProcessNew"/>
    <dgm:cxn modelId="{DAB552DF-7B3D-4AA9-927F-E5E4A7B1A87A}" type="presOf" srcId="{BE5E7982-E8CC-4E80-96B1-0F8D30AAAD2A}" destId="{AA4BCD37-6834-4422-BE5F-85F43583868E}" srcOrd="1" destOrd="0" presId="urn:microsoft.com/office/officeart/2016/7/layout/RepeatingBendingProcessNew"/>
    <dgm:cxn modelId="{AA93BFE4-A296-428C-9976-E3326157C395}" type="presOf" srcId="{78943951-1F4E-4D95-A56B-9C106A796F4A}" destId="{F385AB0B-86FF-40DA-AD0C-28827EC10721}" srcOrd="1" destOrd="0" presId="urn:microsoft.com/office/officeart/2016/7/layout/RepeatingBendingProcessNew"/>
    <dgm:cxn modelId="{75C631E6-B0DD-4391-98CE-B7E085892A48}" type="presOf" srcId="{B9C5B4BA-0641-49C6-ABDC-B5FCC3D6D62D}" destId="{5F04ABD8-3F01-4414-A009-CAD5B7175B09}" srcOrd="0" destOrd="0" presId="urn:microsoft.com/office/officeart/2016/7/layout/RepeatingBendingProcessNew"/>
    <dgm:cxn modelId="{C5582DE8-ACC4-4EAB-A80D-43DB56A2D0C5}" type="presOf" srcId="{4D55D9B5-187E-4B74-BBDF-AE08F30BE614}" destId="{19CF2A69-1BC2-4DAE-A4EA-C196F49B84D8}" srcOrd="0" destOrd="0" presId="urn:microsoft.com/office/officeart/2016/7/layout/RepeatingBendingProcessNew"/>
    <dgm:cxn modelId="{E30FCFEB-23A2-4ECB-98BC-8A494DAA425B}" type="presOf" srcId="{F757EE03-1066-4F68-81A4-8B26F78F2959}" destId="{5FAD7D13-8E68-4685-BDA1-5D52F4813098}" srcOrd="0" destOrd="0" presId="urn:microsoft.com/office/officeart/2016/7/layout/RepeatingBendingProcessNew"/>
    <dgm:cxn modelId="{FF2AECF0-DD57-4BD7-8F60-95AA0012F54C}" srcId="{219A3BAE-4FB8-40CE-BA1F-EB8A36872012}" destId="{4D55D9B5-187E-4B74-BBDF-AE08F30BE614}" srcOrd="9" destOrd="0" parTransId="{A1707628-8FF3-484F-8391-A900957DF8F6}" sibTransId="{C7D2A257-BAD9-4C0A-8D9E-1D283DCBED8B}"/>
    <dgm:cxn modelId="{DCA26BF3-31BF-408C-9298-2F500ED01AC9}" srcId="{219A3BAE-4FB8-40CE-BA1F-EB8A36872012}" destId="{C92DE083-1DBA-41D0-8DE5-BC0BDB0259CB}" srcOrd="8" destOrd="0" parTransId="{2535BA91-065B-40B1-8701-B573C52135D0}" sibTransId="{C6F2439A-70C9-497C-8962-FF05C6FA7EED}"/>
    <dgm:cxn modelId="{4189A0FF-B533-4897-BFAB-062DFA11E3CC}" srcId="{219A3BAE-4FB8-40CE-BA1F-EB8A36872012}" destId="{68004EFB-7A6A-4EFA-93DB-A1158A2B34BF}" srcOrd="10" destOrd="0" parTransId="{F1DED895-E6AD-415D-9B13-7FF0C17CF5A9}" sibTransId="{6BB046EB-96A7-447E-A218-52BBD32C4807}"/>
    <dgm:cxn modelId="{69E56710-6E4E-4027-838A-9CC310F47E54}" type="presParOf" srcId="{FAC63608-8E49-4DF4-BDE7-54D613EB1093}" destId="{BA152D23-02AE-4C4B-8EE3-EBE17E4988F3}" srcOrd="0" destOrd="0" presId="urn:microsoft.com/office/officeart/2016/7/layout/RepeatingBendingProcessNew"/>
    <dgm:cxn modelId="{2C4DA16F-07D3-4FF3-BB32-C6D33B251B95}" type="presParOf" srcId="{FAC63608-8E49-4DF4-BDE7-54D613EB1093}" destId="{5FCC8E05-3524-4575-BA9E-29644A37F167}" srcOrd="1" destOrd="0" presId="urn:microsoft.com/office/officeart/2016/7/layout/RepeatingBendingProcessNew"/>
    <dgm:cxn modelId="{E7C58974-4E6E-424F-B740-9FAD4E791C0D}" type="presParOf" srcId="{5FCC8E05-3524-4575-BA9E-29644A37F167}" destId="{BD6B7084-07DE-4C89-817A-F87C780F671F}" srcOrd="0" destOrd="0" presId="urn:microsoft.com/office/officeart/2016/7/layout/RepeatingBendingProcessNew"/>
    <dgm:cxn modelId="{C86F000A-9179-4918-B618-3F7C0B967BCA}" type="presParOf" srcId="{FAC63608-8E49-4DF4-BDE7-54D613EB1093}" destId="{5FAD7D13-8E68-4685-BDA1-5D52F4813098}" srcOrd="2" destOrd="0" presId="urn:microsoft.com/office/officeart/2016/7/layout/RepeatingBendingProcessNew"/>
    <dgm:cxn modelId="{D2A33C0D-458F-4F99-BFBD-D47EAFE84095}" type="presParOf" srcId="{FAC63608-8E49-4DF4-BDE7-54D613EB1093}" destId="{ECDC2082-1A81-4411-A93C-12E84D34606F}" srcOrd="3" destOrd="0" presId="urn:microsoft.com/office/officeart/2016/7/layout/RepeatingBendingProcessNew"/>
    <dgm:cxn modelId="{504DF08A-2922-4B4A-9173-5ABBD3C2470E}" type="presParOf" srcId="{ECDC2082-1A81-4411-A93C-12E84D34606F}" destId="{0650F37F-DF1F-4089-B138-FAA5DABC065A}" srcOrd="0" destOrd="0" presId="urn:microsoft.com/office/officeart/2016/7/layout/RepeatingBendingProcessNew"/>
    <dgm:cxn modelId="{A4A5761F-1E95-4A06-B7F8-AECDCA4D30C4}" type="presParOf" srcId="{FAC63608-8E49-4DF4-BDE7-54D613EB1093}" destId="{B49B3394-9FFA-45DC-A597-7C6AF475274F}" srcOrd="4" destOrd="0" presId="urn:microsoft.com/office/officeart/2016/7/layout/RepeatingBendingProcessNew"/>
    <dgm:cxn modelId="{CCA6AE17-51A7-4D24-98FF-13C651CEC216}" type="presParOf" srcId="{FAC63608-8E49-4DF4-BDE7-54D613EB1093}" destId="{FBDCF90C-B4E6-4C12-8843-3CCAC5827A6A}" srcOrd="5" destOrd="0" presId="urn:microsoft.com/office/officeart/2016/7/layout/RepeatingBendingProcessNew"/>
    <dgm:cxn modelId="{531A71D2-AFD7-441B-B559-A2C579FF307F}" type="presParOf" srcId="{FBDCF90C-B4E6-4C12-8843-3CCAC5827A6A}" destId="{F385AB0B-86FF-40DA-AD0C-28827EC10721}" srcOrd="0" destOrd="0" presId="urn:microsoft.com/office/officeart/2016/7/layout/RepeatingBendingProcessNew"/>
    <dgm:cxn modelId="{8DF41749-79CA-46FC-B026-A7920B7DB1DB}" type="presParOf" srcId="{FAC63608-8E49-4DF4-BDE7-54D613EB1093}" destId="{629E7058-6721-4954-9449-8B990F89B439}" srcOrd="6" destOrd="0" presId="urn:microsoft.com/office/officeart/2016/7/layout/RepeatingBendingProcessNew"/>
    <dgm:cxn modelId="{744F0966-F3E4-4B60-858B-B5AEB0CF2D52}" type="presParOf" srcId="{FAC63608-8E49-4DF4-BDE7-54D613EB1093}" destId="{5DA69159-106F-4F41-8CDD-D926F50AD1C0}" srcOrd="7" destOrd="0" presId="urn:microsoft.com/office/officeart/2016/7/layout/RepeatingBendingProcessNew"/>
    <dgm:cxn modelId="{2AABCDF4-2A56-4E07-9FEB-089664F16675}" type="presParOf" srcId="{5DA69159-106F-4F41-8CDD-D926F50AD1C0}" destId="{F19D1B17-242D-4F42-9BBB-CB9F9E78EC04}" srcOrd="0" destOrd="0" presId="urn:microsoft.com/office/officeart/2016/7/layout/RepeatingBendingProcessNew"/>
    <dgm:cxn modelId="{6E9B6853-AFCA-4498-BBB0-D9BCBD12DE3C}" type="presParOf" srcId="{FAC63608-8E49-4DF4-BDE7-54D613EB1093}" destId="{B6BBD91A-9D2A-482C-A2E3-BFF269E39456}" srcOrd="8" destOrd="0" presId="urn:microsoft.com/office/officeart/2016/7/layout/RepeatingBendingProcessNew"/>
    <dgm:cxn modelId="{D1CC9D33-E72E-4605-8E94-F2EBF2A7BA37}" type="presParOf" srcId="{FAC63608-8E49-4DF4-BDE7-54D613EB1093}" destId="{BB3DDA16-F56F-45F9-9D59-D9DE22CA3F63}" srcOrd="9" destOrd="0" presId="urn:microsoft.com/office/officeart/2016/7/layout/RepeatingBendingProcessNew"/>
    <dgm:cxn modelId="{725D0ED9-8A37-4385-B7D1-F885D9CCDD51}" type="presParOf" srcId="{BB3DDA16-F56F-45F9-9D59-D9DE22CA3F63}" destId="{AA4BCD37-6834-4422-BE5F-85F43583868E}" srcOrd="0" destOrd="0" presId="urn:microsoft.com/office/officeart/2016/7/layout/RepeatingBendingProcessNew"/>
    <dgm:cxn modelId="{B9215921-2752-44F0-B82A-BCD6EBB24BD0}" type="presParOf" srcId="{FAC63608-8E49-4DF4-BDE7-54D613EB1093}" destId="{1F19D8C9-ED73-4FC9-9C50-4E750CF3B13A}" srcOrd="10" destOrd="0" presId="urn:microsoft.com/office/officeart/2016/7/layout/RepeatingBendingProcessNew"/>
    <dgm:cxn modelId="{653A2509-E247-4111-A9AE-B721972C57C5}" type="presParOf" srcId="{FAC63608-8E49-4DF4-BDE7-54D613EB1093}" destId="{5F04ABD8-3F01-4414-A009-CAD5B7175B09}" srcOrd="11" destOrd="0" presId="urn:microsoft.com/office/officeart/2016/7/layout/RepeatingBendingProcessNew"/>
    <dgm:cxn modelId="{D818F0EC-3946-4F02-A1E9-DC77E230B1B1}" type="presParOf" srcId="{5F04ABD8-3F01-4414-A009-CAD5B7175B09}" destId="{66248B96-41F9-482F-B9E5-AA9EB02C60C2}" srcOrd="0" destOrd="0" presId="urn:microsoft.com/office/officeart/2016/7/layout/RepeatingBendingProcessNew"/>
    <dgm:cxn modelId="{EB4FC7ED-E8A2-4692-AA79-6872175A23C1}" type="presParOf" srcId="{FAC63608-8E49-4DF4-BDE7-54D613EB1093}" destId="{634ED358-10D1-41EC-AFB0-948BC29D045E}" srcOrd="12" destOrd="0" presId="urn:microsoft.com/office/officeart/2016/7/layout/RepeatingBendingProcessNew"/>
    <dgm:cxn modelId="{B19CA3ED-98C2-4B64-B114-5F41B8F61972}" type="presParOf" srcId="{FAC63608-8E49-4DF4-BDE7-54D613EB1093}" destId="{F120A47C-24F3-4C70-8420-5CB82EC2B667}" srcOrd="13" destOrd="0" presId="urn:microsoft.com/office/officeart/2016/7/layout/RepeatingBendingProcessNew"/>
    <dgm:cxn modelId="{4464E86C-0AAF-445C-AAB4-963D62D9EE36}" type="presParOf" srcId="{F120A47C-24F3-4C70-8420-5CB82EC2B667}" destId="{0EB9DBFC-A3FC-4052-A40F-46C75B0FF420}" srcOrd="0" destOrd="0" presId="urn:microsoft.com/office/officeart/2016/7/layout/RepeatingBendingProcessNew"/>
    <dgm:cxn modelId="{30A4C66C-8D8E-4B88-9490-E582FFDB9814}" type="presParOf" srcId="{FAC63608-8E49-4DF4-BDE7-54D613EB1093}" destId="{169761D2-17B0-405F-8B35-B1B21555518A}" srcOrd="14" destOrd="0" presId="urn:microsoft.com/office/officeart/2016/7/layout/RepeatingBendingProcessNew"/>
    <dgm:cxn modelId="{265CD089-F602-47C5-B436-376B9FA5361B}" type="presParOf" srcId="{FAC63608-8E49-4DF4-BDE7-54D613EB1093}" destId="{C8AC0E14-C451-4688-A222-3EA36DA0CE9A}" srcOrd="15" destOrd="0" presId="urn:microsoft.com/office/officeart/2016/7/layout/RepeatingBendingProcessNew"/>
    <dgm:cxn modelId="{B7CD9EEF-F976-49E2-9220-3AEE98CB73C8}" type="presParOf" srcId="{C8AC0E14-C451-4688-A222-3EA36DA0CE9A}" destId="{63139903-3853-4D13-AF6C-60C8278341AD}" srcOrd="0" destOrd="0" presId="urn:microsoft.com/office/officeart/2016/7/layout/RepeatingBendingProcessNew"/>
    <dgm:cxn modelId="{E911DD53-9D3E-4794-A3EB-8A2FD948E21A}" type="presParOf" srcId="{FAC63608-8E49-4DF4-BDE7-54D613EB1093}" destId="{A40C3E23-C08D-4159-8F68-913E58984A78}" srcOrd="16" destOrd="0" presId="urn:microsoft.com/office/officeart/2016/7/layout/RepeatingBendingProcessNew"/>
    <dgm:cxn modelId="{1B2D1102-70C7-4DC4-AC0C-2EF2A7CD4B20}" type="presParOf" srcId="{FAC63608-8E49-4DF4-BDE7-54D613EB1093}" destId="{245727D5-6E38-4183-8F3D-27BB97B51E1C}" srcOrd="17" destOrd="0" presId="urn:microsoft.com/office/officeart/2016/7/layout/RepeatingBendingProcessNew"/>
    <dgm:cxn modelId="{2B2D6A79-806B-4207-8733-A87EE22D62A3}" type="presParOf" srcId="{245727D5-6E38-4183-8F3D-27BB97B51E1C}" destId="{2139953D-9471-459C-8FBF-0B7B01A4F096}" srcOrd="0" destOrd="0" presId="urn:microsoft.com/office/officeart/2016/7/layout/RepeatingBendingProcessNew"/>
    <dgm:cxn modelId="{E5B0FC64-73B1-433C-9125-79DEA3BDB9C1}" type="presParOf" srcId="{FAC63608-8E49-4DF4-BDE7-54D613EB1093}" destId="{19CF2A69-1BC2-4DAE-A4EA-C196F49B84D8}" srcOrd="18" destOrd="0" presId="urn:microsoft.com/office/officeart/2016/7/layout/RepeatingBendingProcessNew"/>
    <dgm:cxn modelId="{70EA5254-945F-4292-A479-56689F991D74}" type="presParOf" srcId="{FAC63608-8E49-4DF4-BDE7-54D613EB1093}" destId="{E4BB08A3-AC99-4E2F-8428-0D2110D05953}" srcOrd="19" destOrd="0" presId="urn:microsoft.com/office/officeart/2016/7/layout/RepeatingBendingProcessNew"/>
    <dgm:cxn modelId="{10DD91D7-91E7-457C-8454-3F3C3F2386DA}" type="presParOf" srcId="{E4BB08A3-AC99-4E2F-8428-0D2110D05953}" destId="{356DE25C-58C2-4FF2-8FD4-87797439BA4F}" srcOrd="0" destOrd="0" presId="urn:microsoft.com/office/officeart/2016/7/layout/RepeatingBendingProcessNew"/>
    <dgm:cxn modelId="{EC0390F9-8E46-4087-9CB8-67C20809B9EB}" type="presParOf" srcId="{FAC63608-8E49-4DF4-BDE7-54D613EB1093}" destId="{70F389EC-1008-4B82-A71C-C4AE3A553EFC}" srcOrd="20" destOrd="0" presId="urn:microsoft.com/office/officeart/2016/7/layout/RepeatingBendingProcessNew"/>
    <dgm:cxn modelId="{C2DF8976-81E7-4DAC-9F20-7BE8AAD67ABE}" type="presParOf" srcId="{FAC63608-8E49-4DF4-BDE7-54D613EB1093}" destId="{C8FA1B6F-D587-4F6F-96C6-FDD17F8B6163}" srcOrd="21" destOrd="0" presId="urn:microsoft.com/office/officeart/2016/7/layout/RepeatingBendingProcessNew"/>
    <dgm:cxn modelId="{B5332386-A3B1-4303-80B6-62D819D63522}" type="presParOf" srcId="{C8FA1B6F-D587-4F6F-96C6-FDD17F8B6163}" destId="{21C5A328-AAF0-4E94-BA4D-DDA7639264CB}" srcOrd="0" destOrd="0" presId="urn:microsoft.com/office/officeart/2016/7/layout/RepeatingBendingProcessNew"/>
    <dgm:cxn modelId="{F70569A5-D1AC-4EF7-8974-B8E29278D4FF}" type="presParOf" srcId="{FAC63608-8E49-4DF4-BDE7-54D613EB1093}" destId="{53B9EDA4-38C2-4129-8207-40E013F40ECE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B47498-514B-4098-9AB0-74DF420E1BF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9F8501-AA8C-46A0-822E-107C0D81E9AA}">
      <dgm:prSet/>
      <dgm:spPr/>
      <dgm:t>
        <a:bodyPr/>
        <a:lstStyle/>
        <a:p>
          <a:r>
            <a:rPr lang="en-US"/>
            <a:t>• Obligatorio en administraciones públicas.</a:t>
          </a:r>
        </a:p>
      </dgm:t>
    </dgm:pt>
    <dgm:pt modelId="{1B4CA2F2-CAEB-4993-BEBB-85C5557B41A5}" type="parTrans" cxnId="{C7662AF9-3BB1-43BF-B514-610CBE135CE9}">
      <dgm:prSet/>
      <dgm:spPr/>
      <dgm:t>
        <a:bodyPr/>
        <a:lstStyle/>
        <a:p>
          <a:endParaRPr lang="en-US"/>
        </a:p>
      </dgm:t>
    </dgm:pt>
    <dgm:pt modelId="{54EDD477-3FE4-473E-87A0-EA809D570624}" type="sibTrans" cxnId="{C7662AF9-3BB1-43BF-B514-610CBE135CE9}">
      <dgm:prSet/>
      <dgm:spPr/>
      <dgm:t>
        <a:bodyPr/>
        <a:lstStyle/>
        <a:p>
          <a:endParaRPr lang="en-US"/>
        </a:p>
      </dgm:t>
    </dgm:pt>
    <dgm:pt modelId="{60A1DFBF-40B3-4A38-B1D1-BCB6E689B8AF}">
      <dgm:prSet/>
      <dgm:spPr/>
      <dgm:t>
        <a:bodyPr/>
        <a:lstStyle/>
        <a:p>
          <a:r>
            <a:rPr lang="en-US"/>
            <a:t>• También en empresas que traten datos sensibles.</a:t>
          </a:r>
        </a:p>
      </dgm:t>
    </dgm:pt>
    <dgm:pt modelId="{658C40FF-2565-4C53-A2D7-04CA1C60B47D}" type="parTrans" cxnId="{CB4E1AD5-C111-464D-9D59-37EDC7B7D49D}">
      <dgm:prSet/>
      <dgm:spPr/>
      <dgm:t>
        <a:bodyPr/>
        <a:lstStyle/>
        <a:p>
          <a:endParaRPr lang="en-US"/>
        </a:p>
      </dgm:t>
    </dgm:pt>
    <dgm:pt modelId="{C937ADD6-A3A1-4318-98E4-A43441A985DF}" type="sibTrans" cxnId="{CB4E1AD5-C111-464D-9D59-37EDC7B7D49D}">
      <dgm:prSet/>
      <dgm:spPr/>
      <dgm:t>
        <a:bodyPr/>
        <a:lstStyle/>
        <a:p>
          <a:endParaRPr lang="en-US"/>
        </a:p>
      </dgm:t>
    </dgm:pt>
    <dgm:pt modelId="{F8D0E2D1-EC56-4EDF-8B8B-74E2171577B8}">
      <dgm:prSet/>
      <dgm:spPr/>
      <dgm:t>
        <a:bodyPr/>
        <a:lstStyle/>
        <a:p>
          <a:r>
            <a:rPr lang="en-US"/>
            <a:t>• Funciones: asesorar, supervisar y garantizar cumplimiento del RGPD.</a:t>
          </a:r>
        </a:p>
      </dgm:t>
    </dgm:pt>
    <dgm:pt modelId="{797777A3-F4C6-4FDB-B895-03D8CC2FD5B9}" type="parTrans" cxnId="{D882237F-10DD-4D60-8C1A-D63B9EA72E2D}">
      <dgm:prSet/>
      <dgm:spPr/>
      <dgm:t>
        <a:bodyPr/>
        <a:lstStyle/>
        <a:p>
          <a:endParaRPr lang="en-US"/>
        </a:p>
      </dgm:t>
    </dgm:pt>
    <dgm:pt modelId="{A2921E04-D55B-43EC-9566-31BFD457654C}" type="sibTrans" cxnId="{D882237F-10DD-4D60-8C1A-D63B9EA72E2D}">
      <dgm:prSet/>
      <dgm:spPr/>
      <dgm:t>
        <a:bodyPr/>
        <a:lstStyle/>
        <a:p>
          <a:endParaRPr lang="en-US"/>
        </a:p>
      </dgm:t>
    </dgm:pt>
    <dgm:pt modelId="{73B21C6F-E921-464D-B636-9F2198174462}" type="pres">
      <dgm:prSet presAssocID="{FEB47498-514B-4098-9AB0-74DF420E1BFD}" presName="linear" presStyleCnt="0">
        <dgm:presLayoutVars>
          <dgm:animLvl val="lvl"/>
          <dgm:resizeHandles val="exact"/>
        </dgm:presLayoutVars>
      </dgm:prSet>
      <dgm:spPr/>
    </dgm:pt>
    <dgm:pt modelId="{0FB3073C-AE4E-4760-91C4-AEB0E2ACED55}" type="pres">
      <dgm:prSet presAssocID="{259F8501-AA8C-46A0-822E-107C0D81E9A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2656A1-B196-41E9-9B88-83F432E46053}" type="pres">
      <dgm:prSet presAssocID="{54EDD477-3FE4-473E-87A0-EA809D570624}" presName="spacer" presStyleCnt="0"/>
      <dgm:spPr/>
    </dgm:pt>
    <dgm:pt modelId="{0613BCA9-1B5A-44E9-BD74-7735E0188FF1}" type="pres">
      <dgm:prSet presAssocID="{60A1DFBF-40B3-4A38-B1D1-BCB6E689B8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28059C-320B-410D-BBCB-89338AF930D6}" type="pres">
      <dgm:prSet presAssocID="{C937ADD6-A3A1-4318-98E4-A43441A985DF}" presName="spacer" presStyleCnt="0"/>
      <dgm:spPr/>
    </dgm:pt>
    <dgm:pt modelId="{8D51A2B0-1786-4472-B745-AF0A826CEE25}" type="pres">
      <dgm:prSet presAssocID="{F8D0E2D1-EC56-4EDF-8B8B-74E2171577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1BBE457-3623-49F9-AF9F-B30AB753942D}" type="presOf" srcId="{60A1DFBF-40B3-4A38-B1D1-BCB6E689B8AF}" destId="{0613BCA9-1B5A-44E9-BD74-7735E0188FF1}" srcOrd="0" destOrd="0" presId="urn:microsoft.com/office/officeart/2005/8/layout/vList2"/>
    <dgm:cxn modelId="{7A412C7A-2A78-4248-AB60-E1A6B04D09A1}" type="presOf" srcId="{259F8501-AA8C-46A0-822E-107C0D81E9AA}" destId="{0FB3073C-AE4E-4760-91C4-AEB0E2ACED55}" srcOrd="0" destOrd="0" presId="urn:microsoft.com/office/officeart/2005/8/layout/vList2"/>
    <dgm:cxn modelId="{D882237F-10DD-4D60-8C1A-D63B9EA72E2D}" srcId="{FEB47498-514B-4098-9AB0-74DF420E1BFD}" destId="{F8D0E2D1-EC56-4EDF-8B8B-74E2171577B8}" srcOrd="2" destOrd="0" parTransId="{797777A3-F4C6-4FDB-B895-03D8CC2FD5B9}" sibTransId="{A2921E04-D55B-43EC-9566-31BFD457654C}"/>
    <dgm:cxn modelId="{1E31A0C1-E481-443B-A2AE-310629C90B15}" type="presOf" srcId="{FEB47498-514B-4098-9AB0-74DF420E1BFD}" destId="{73B21C6F-E921-464D-B636-9F2198174462}" srcOrd="0" destOrd="0" presId="urn:microsoft.com/office/officeart/2005/8/layout/vList2"/>
    <dgm:cxn modelId="{CB4E1AD5-C111-464D-9D59-37EDC7B7D49D}" srcId="{FEB47498-514B-4098-9AB0-74DF420E1BFD}" destId="{60A1DFBF-40B3-4A38-B1D1-BCB6E689B8AF}" srcOrd="1" destOrd="0" parTransId="{658C40FF-2565-4C53-A2D7-04CA1C60B47D}" sibTransId="{C937ADD6-A3A1-4318-98E4-A43441A985DF}"/>
    <dgm:cxn modelId="{E0CF65E3-3705-4D0F-8005-BAF51B54FA40}" type="presOf" srcId="{F8D0E2D1-EC56-4EDF-8B8B-74E2171577B8}" destId="{8D51A2B0-1786-4472-B745-AF0A826CEE25}" srcOrd="0" destOrd="0" presId="urn:microsoft.com/office/officeart/2005/8/layout/vList2"/>
    <dgm:cxn modelId="{C7662AF9-3BB1-43BF-B514-610CBE135CE9}" srcId="{FEB47498-514B-4098-9AB0-74DF420E1BFD}" destId="{259F8501-AA8C-46A0-822E-107C0D81E9AA}" srcOrd="0" destOrd="0" parTransId="{1B4CA2F2-CAEB-4993-BEBB-85C5557B41A5}" sibTransId="{54EDD477-3FE4-473E-87A0-EA809D570624}"/>
    <dgm:cxn modelId="{C27DE168-0D77-4434-8372-73C8CF1ADAFF}" type="presParOf" srcId="{73B21C6F-E921-464D-B636-9F2198174462}" destId="{0FB3073C-AE4E-4760-91C4-AEB0E2ACED55}" srcOrd="0" destOrd="0" presId="urn:microsoft.com/office/officeart/2005/8/layout/vList2"/>
    <dgm:cxn modelId="{BAA8A17D-3079-44BE-8E99-60BD8CCE5200}" type="presParOf" srcId="{73B21C6F-E921-464D-B636-9F2198174462}" destId="{B62656A1-B196-41E9-9B88-83F432E46053}" srcOrd="1" destOrd="0" presId="urn:microsoft.com/office/officeart/2005/8/layout/vList2"/>
    <dgm:cxn modelId="{A621C715-4F38-4200-9FD5-C7E0C1F6E7D6}" type="presParOf" srcId="{73B21C6F-E921-464D-B636-9F2198174462}" destId="{0613BCA9-1B5A-44E9-BD74-7735E0188FF1}" srcOrd="2" destOrd="0" presId="urn:microsoft.com/office/officeart/2005/8/layout/vList2"/>
    <dgm:cxn modelId="{0670A2A1-A66A-4496-9A76-B78602869472}" type="presParOf" srcId="{73B21C6F-E921-464D-B636-9F2198174462}" destId="{5128059C-320B-410D-BBCB-89338AF930D6}" srcOrd="3" destOrd="0" presId="urn:microsoft.com/office/officeart/2005/8/layout/vList2"/>
    <dgm:cxn modelId="{DBC4A8EB-D587-4298-BD45-51545D10DA94}" type="presParOf" srcId="{73B21C6F-E921-464D-B636-9F2198174462}" destId="{8D51A2B0-1786-4472-B745-AF0A826CEE2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E1C6B33-0117-4DE1-897F-7EDBBD3AC515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FC923E4-1D88-4B41-A223-E0B032256059}">
      <dgm:prSet/>
      <dgm:spPr/>
      <dgm:t>
        <a:bodyPr/>
        <a:lstStyle/>
        <a:p>
          <a:r>
            <a:rPr lang="en-US"/>
            <a:t>• Requieren garantías adecuadas (cláusulas tipo, normas corporativas vinculantes).</a:t>
          </a:r>
        </a:p>
      </dgm:t>
    </dgm:pt>
    <dgm:pt modelId="{1C9F045F-6BEA-48D1-A792-442DD3F1E12F}" type="parTrans" cxnId="{1EBB2C15-625D-4A6D-B4E2-38D33D653768}">
      <dgm:prSet/>
      <dgm:spPr/>
      <dgm:t>
        <a:bodyPr/>
        <a:lstStyle/>
        <a:p>
          <a:endParaRPr lang="en-US"/>
        </a:p>
      </dgm:t>
    </dgm:pt>
    <dgm:pt modelId="{4E880000-0840-49CF-8DC8-5C153BE19116}" type="sibTrans" cxnId="{1EBB2C15-625D-4A6D-B4E2-38D33D653768}">
      <dgm:prSet/>
      <dgm:spPr/>
      <dgm:t>
        <a:bodyPr/>
        <a:lstStyle/>
        <a:p>
          <a:endParaRPr lang="en-US"/>
        </a:p>
      </dgm:t>
    </dgm:pt>
    <dgm:pt modelId="{52CA4AFB-2430-4574-9CC2-A16BA01C14E0}">
      <dgm:prSet/>
      <dgm:spPr/>
      <dgm:t>
        <a:bodyPr/>
        <a:lstStyle/>
        <a:p>
          <a:r>
            <a:rPr lang="en-US"/>
            <a:t>• Solo a países con nivel adecuado de protección reconocido por la UE.</a:t>
          </a:r>
        </a:p>
      </dgm:t>
    </dgm:pt>
    <dgm:pt modelId="{77B69532-6E9C-4FF7-BF17-72D15D54A5B3}" type="parTrans" cxnId="{1DC39736-AC25-419A-8188-7FD2180BD211}">
      <dgm:prSet/>
      <dgm:spPr/>
      <dgm:t>
        <a:bodyPr/>
        <a:lstStyle/>
        <a:p>
          <a:endParaRPr lang="en-US"/>
        </a:p>
      </dgm:t>
    </dgm:pt>
    <dgm:pt modelId="{276F692F-341B-4E91-8E18-A9536308E8B0}" type="sibTrans" cxnId="{1DC39736-AC25-419A-8188-7FD2180BD211}">
      <dgm:prSet/>
      <dgm:spPr/>
      <dgm:t>
        <a:bodyPr/>
        <a:lstStyle/>
        <a:p>
          <a:endParaRPr lang="en-US"/>
        </a:p>
      </dgm:t>
    </dgm:pt>
    <dgm:pt modelId="{566155F2-F923-4607-A3E4-DC8B750B90D1}" type="pres">
      <dgm:prSet presAssocID="{CE1C6B33-0117-4DE1-897F-7EDBBD3AC515}" presName="vert0" presStyleCnt="0">
        <dgm:presLayoutVars>
          <dgm:dir/>
          <dgm:animOne val="branch"/>
          <dgm:animLvl val="lvl"/>
        </dgm:presLayoutVars>
      </dgm:prSet>
      <dgm:spPr/>
    </dgm:pt>
    <dgm:pt modelId="{EDC936D9-F1BD-4798-80C1-B2880D882C86}" type="pres">
      <dgm:prSet presAssocID="{6FC923E4-1D88-4B41-A223-E0B032256059}" presName="thickLine" presStyleLbl="alignNode1" presStyleIdx="0" presStyleCnt="2"/>
      <dgm:spPr/>
    </dgm:pt>
    <dgm:pt modelId="{DE222295-73BF-4BDE-8781-A39EA45CAEE7}" type="pres">
      <dgm:prSet presAssocID="{6FC923E4-1D88-4B41-A223-E0B032256059}" presName="horz1" presStyleCnt="0"/>
      <dgm:spPr/>
    </dgm:pt>
    <dgm:pt modelId="{347C1F2F-4916-42CC-8D33-7D682F515869}" type="pres">
      <dgm:prSet presAssocID="{6FC923E4-1D88-4B41-A223-E0B032256059}" presName="tx1" presStyleLbl="revTx" presStyleIdx="0" presStyleCnt="2"/>
      <dgm:spPr/>
    </dgm:pt>
    <dgm:pt modelId="{CDED5690-2DF5-41D3-9D09-E98D84CA4396}" type="pres">
      <dgm:prSet presAssocID="{6FC923E4-1D88-4B41-A223-E0B032256059}" presName="vert1" presStyleCnt="0"/>
      <dgm:spPr/>
    </dgm:pt>
    <dgm:pt modelId="{9EDD55D4-C34C-42C3-A6C9-59C787636D41}" type="pres">
      <dgm:prSet presAssocID="{52CA4AFB-2430-4574-9CC2-A16BA01C14E0}" presName="thickLine" presStyleLbl="alignNode1" presStyleIdx="1" presStyleCnt="2"/>
      <dgm:spPr/>
    </dgm:pt>
    <dgm:pt modelId="{F68711BA-65F7-4A38-8A5C-EB74F3E34C4F}" type="pres">
      <dgm:prSet presAssocID="{52CA4AFB-2430-4574-9CC2-A16BA01C14E0}" presName="horz1" presStyleCnt="0"/>
      <dgm:spPr/>
    </dgm:pt>
    <dgm:pt modelId="{EEE9D174-485E-4AE5-8AFD-3C784DAD8189}" type="pres">
      <dgm:prSet presAssocID="{52CA4AFB-2430-4574-9CC2-A16BA01C14E0}" presName="tx1" presStyleLbl="revTx" presStyleIdx="1" presStyleCnt="2"/>
      <dgm:spPr/>
    </dgm:pt>
    <dgm:pt modelId="{49F42C54-F712-40DA-AEFC-F48CB7D902BB}" type="pres">
      <dgm:prSet presAssocID="{52CA4AFB-2430-4574-9CC2-A16BA01C14E0}" presName="vert1" presStyleCnt="0"/>
      <dgm:spPr/>
    </dgm:pt>
  </dgm:ptLst>
  <dgm:cxnLst>
    <dgm:cxn modelId="{1EBB2C15-625D-4A6D-B4E2-38D33D653768}" srcId="{CE1C6B33-0117-4DE1-897F-7EDBBD3AC515}" destId="{6FC923E4-1D88-4B41-A223-E0B032256059}" srcOrd="0" destOrd="0" parTransId="{1C9F045F-6BEA-48D1-A792-442DD3F1E12F}" sibTransId="{4E880000-0840-49CF-8DC8-5C153BE19116}"/>
    <dgm:cxn modelId="{32853B1C-F974-4A57-9088-0A6760837000}" type="presOf" srcId="{6FC923E4-1D88-4B41-A223-E0B032256059}" destId="{347C1F2F-4916-42CC-8D33-7D682F515869}" srcOrd="0" destOrd="0" presId="urn:microsoft.com/office/officeart/2008/layout/LinedList"/>
    <dgm:cxn modelId="{939AAE22-79F6-41D7-9F74-26910695BEBA}" type="presOf" srcId="{52CA4AFB-2430-4574-9CC2-A16BA01C14E0}" destId="{EEE9D174-485E-4AE5-8AFD-3C784DAD8189}" srcOrd="0" destOrd="0" presId="urn:microsoft.com/office/officeart/2008/layout/LinedList"/>
    <dgm:cxn modelId="{1DC39736-AC25-419A-8188-7FD2180BD211}" srcId="{CE1C6B33-0117-4DE1-897F-7EDBBD3AC515}" destId="{52CA4AFB-2430-4574-9CC2-A16BA01C14E0}" srcOrd="1" destOrd="0" parTransId="{77B69532-6E9C-4FF7-BF17-72D15D54A5B3}" sibTransId="{276F692F-341B-4E91-8E18-A9536308E8B0}"/>
    <dgm:cxn modelId="{4D9C4640-8530-413F-9474-338E0BEF94D5}" type="presOf" srcId="{CE1C6B33-0117-4DE1-897F-7EDBBD3AC515}" destId="{566155F2-F923-4607-A3E4-DC8B750B90D1}" srcOrd="0" destOrd="0" presId="urn:microsoft.com/office/officeart/2008/layout/LinedList"/>
    <dgm:cxn modelId="{B7E61E9B-7067-433B-A26B-0E9138F9C9EB}" type="presParOf" srcId="{566155F2-F923-4607-A3E4-DC8B750B90D1}" destId="{EDC936D9-F1BD-4798-80C1-B2880D882C86}" srcOrd="0" destOrd="0" presId="urn:microsoft.com/office/officeart/2008/layout/LinedList"/>
    <dgm:cxn modelId="{7B1AA553-86FF-46C0-BED5-FA375110FC9A}" type="presParOf" srcId="{566155F2-F923-4607-A3E4-DC8B750B90D1}" destId="{DE222295-73BF-4BDE-8781-A39EA45CAEE7}" srcOrd="1" destOrd="0" presId="urn:microsoft.com/office/officeart/2008/layout/LinedList"/>
    <dgm:cxn modelId="{0967523D-D00B-4AFF-8204-6C1E9CF6ED38}" type="presParOf" srcId="{DE222295-73BF-4BDE-8781-A39EA45CAEE7}" destId="{347C1F2F-4916-42CC-8D33-7D682F515869}" srcOrd="0" destOrd="0" presId="urn:microsoft.com/office/officeart/2008/layout/LinedList"/>
    <dgm:cxn modelId="{6534E63A-766B-454A-B7EA-B1421232EDD8}" type="presParOf" srcId="{DE222295-73BF-4BDE-8781-A39EA45CAEE7}" destId="{CDED5690-2DF5-41D3-9D09-E98D84CA4396}" srcOrd="1" destOrd="0" presId="urn:microsoft.com/office/officeart/2008/layout/LinedList"/>
    <dgm:cxn modelId="{D94B3F52-C9D5-4842-8C05-88D72BA1EF7E}" type="presParOf" srcId="{566155F2-F923-4607-A3E4-DC8B750B90D1}" destId="{9EDD55D4-C34C-42C3-A6C9-59C787636D41}" srcOrd="2" destOrd="0" presId="urn:microsoft.com/office/officeart/2008/layout/LinedList"/>
    <dgm:cxn modelId="{110AA821-5686-4264-975B-77D0D2CCB66C}" type="presParOf" srcId="{566155F2-F923-4607-A3E4-DC8B750B90D1}" destId="{F68711BA-65F7-4A38-8A5C-EB74F3E34C4F}" srcOrd="3" destOrd="0" presId="urn:microsoft.com/office/officeart/2008/layout/LinedList"/>
    <dgm:cxn modelId="{D0E10C22-F1B7-4A4C-8B33-3D3201EC008F}" type="presParOf" srcId="{F68711BA-65F7-4A38-8A5C-EB74F3E34C4F}" destId="{EEE9D174-485E-4AE5-8AFD-3C784DAD8189}" srcOrd="0" destOrd="0" presId="urn:microsoft.com/office/officeart/2008/layout/LinedList"/>
    <dgm:cxn modelId="{11494F98-6204-418C-9D38-EFDE3C5CFDED}" type="presParOf" srcId="{F68711BA-65F7-4A38-8A5C-EB74F3E34C4F}" destId="{49F42C54-F712-40DA-AEFC-F48CB7D902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2A7112-4B47-42D1-94CB-11A1CF1806BE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6E3CCFD-245F-48A3-8442-1C09AF4A7270}">
      <dgm:prSet/>
      <dgm:spPr/>
      <dgm:t>
        <a:bodyPr/>
        <a:lstStyle/>
        <a:p>
          <a:r>
            <a:rPr lang="en-US"/>
            <a:t>• Cada país de la UE tiene una autoridad de control.</a:t>
          </a:r>
        </a:p>
      </dgm:t>
    </dgm:pt>
    <dgm:pt modelId="{3F00FBAD-FFA3-45B0-BA4F-162955892F74}" type="parTrans" cxnId="{9C111891-09DD-4596-975F-DAD180E734DA}">
      <dgm:prSet/>
      <dgm:spPr/>
      <dgm:t>
        <a:bodyPr/>
        <a:lstStyle/>
        <a:p>
          <a:endParaRPr lang="en-US"/>
        </a:p>
      </dgm:t>
    </dgm:pt>
    <dgm:pt modelId="{9F0764A8-5C9D-4881-A0C6-927CD3D04996}" type="sibTrans" cxnId="{9C111891-09DD-4596-975F-DAD180E734DA}">
      <dgm:prSet/>
      <dgm:spPr/>
      <dgm:t>
        <a:bodyPr/>
        <a:lstStyle/>
        <a:p>
          <a:endParaRPr lang="en-US"/>
        </a:p>
      </dgm:t>
    </dgm:pt>
    <dgm:pt modelId="{CBCADDB5-8332-48F6-8034-C0775834D2A0}">
      <dgm:prSet/>
      <dgm:spPr/>
      <dgm:t>
        <a:bodyPr/>
        <a:lstStyle/>
        <a:p>
          <a:r>
            <a:rPr lang="en-US"/>
            <a:t>• En España: Agencia Española de Protección de Datos (AEPD).</a:t>
          </a:r>
        </a:p>
      </dgm:t>
    </dgm:pt>
    <dgm:pt modelId="{1C3C1A1B-A7E4-4BE8-895B-105BB296FE65}" type="parTrans" cxnId="{48670E39-D74B-49AA-B48E-56C47B5732D8}">
      <dgm:prSet/>
      <dgm:spPr/>
      <dgm:t>
        <a:bodyPr/>
        <a:lstStyle/>
        <a:p>
          <a:endParaRPr lang="en-US"/>
        </a:p>
      </dgm:t>
    </dgm:pt>
    <dgm:pt modelId="{872C5D5F-9CA1-4413-90F0-A21D5ECE7C02}" type="sibTrans" cxnId="{48670E39-D74B-49AA-B48E-56C47B5732D8}">
      <dgm:prSet/>
      <dgm:spPr/>
      <dgm:t>
        <a:bodyPr/>
        <a:lstStyle/>
        <a:p>
          <a:endParaRPr lang="en-US"/>
        </a:p>
      </dgm:t>
    </dgm:pt>
    <dgm:pt modelId="{AE5012FE-085C-4FFD-8BB6-8701C9B5AC8D}">
      <dgm:prSet/>
      <dgm:spPr/>
      <dgm:t>
        <a:bodyPr/>
        <a:lstStyle/>
        <a:p>
          <a:r>
            <a:rPr lang="en-US"/>
            <a:t>• Función: supervisar, sancionar y garantizar derechos.</a:t>
          </a:r>
        </a:p>
      </dgm:t>
    </dgm:pt>
    <dgm:pt modelId="{03202188-0E6B-44DA-9B18-B5A896D392BB}" type="parTrans" cxnId="{64020974-18B3-4714-AA71-E7B635C7C28C}">
      <dgm:prSet/>
      <dgm:spPr/>
      <dgm:t>
        <a:bodyPr/>
        <a:lstStyle/>
        <a:p>
          <a:endParaRPr lang="en-US"/>
        </a:p>
      </dgm:t>
    </dgm:pt>
    <dgm:pt modelId="{3B2E76D6-D146-48E2-9492-7BC43AF6B254}" type="sibTrans" cxnId="{64020974-18B3-4714-AA71-E7B635C7C28C}">
      <dgm:prSet/>
      <dgm:spPr/>
      <dgm:t>
        <a:bodyPr/>
        <a:lstStyle/>
        <a:p>
          <a:endParaRPr lang="en-US"/>
        </a:p>
      </dgm:t>
    </dgm:pt>
    <dgm:pt modelId="{6132BA7D-325F-4C93-B61F-98B5B249E7F8}" type="pres">
      <dgm:prSet presAssocID="{B52A7112-4B47-42D1-94CB-11A1CF1806BE}" presName="vert0" presStyleCnt="0">
        <dgm:presLayoutVars>
          <dgm:dir/>
          <dgm:animOne val="branch"/>
          <dgm:animLvl val="lvl"/>
        </dgm:presLayoutVars>
      </dgm:prSet>
      <dgm:spPr/>
    </dgm:pt>
    <dgm:pt modelId="{3E374D48-9D14-47E8-A1CA-0D35782AABE6}" type="pres">
      <dgm:prSet presAssocID="{76E3CCFD-245F-48A3-8442-1C09AF4A7270}" presName="thickLine" presStyleLbl="alignNode1" presStyleIdx="0" presStyleCnt="3"/>
      <dgm:spPr/>
    </dgm:pt>
    <dgm:pt modelId="{4E0ACFF0-7344-48C5-AEAF-F393D2C5A5FF}" type="pres">
      <dgm:prSet presAssocID="{76E3CCFD-245F-48A3-8442-1C09AF4A7270}" presName="horz1" presStyleCnt="0"/>
      <dgm:spPr/>
    </dgm:pt>
    <dgm:pt modelId="{9E35F5C9-E30C-40E9-8E8F-A2CD89A8C707}" type="pres">
      <dgm:prSet presAssocID="{76E3CCFD-245F-48A3-8442-1C09AF4A7270}" presName="tx1" presStyleLbl="revTx" presStyleIdx="0" presStyleCnt="3"/>
      <dgm:spPr/>
    </dgm:pt>
    <dgm:pt modelId="{2EAE8FAF-AA89-457E-8236-DC3A1C98D632}" type="pres">
      <dgm:prSet presAssocID="{76E3CCFD-245F-48A3-8442-1C09AF4A7270}" presName="vert1" presStyleCnt="0"/>
      <dgm:spPr/>
    </dgm:pt>
    <dgm:pt modelId="{28299033-62AF-4BA8-AEEC-3DE2BA21C5A0}" type="pres">
      <dgm:prSet presAssocID="{CBCADDB5-8332-48F6-8034-C0775834D2A0}" presName="thickLine" presStyleLbl="alignNode1" presStyleIdx="1" presStyleCnt="3"/>
      <dgm:spPr/>
    </dgm:pt>
    <dgm:pt modelId="{517D4D31-34C8-459C-A780-0D45064FFC18}" type="pres">
      <dgm:prSet presAssocID="{CBCADDB5-8332-48F6-8034-C0775834D2A0}" presName="horz1" presStyleCnt="0"/>
      <dgm:spPr/>
    </dgm:pt>
    <dgm:pt modelId="{A5B497E0-2824-4CCA-92A4-86507C70F7FB}" type="pres">
      <dgm:prSet presAssocID="{CBCADDB5-8332-48F6-8034-C0775834D2A0}" presName="tx1" presStyleLbl="revTx" presStyleIdx="1" presStyleCnt="3"/>
      <dgm:spPr/>
    </dgm:pt>
    <dgm:pt modelId="{04B3F34E-CFCC-4E1E-ACD7-33BC1342A640}" type="pres">
      <dgm:prSet presAssocID="{CBCADDB5-8332-48F6-8034-C0775834D2A0}" presName="vert1" presStyleCnt="0"/>
      <dgm:spPr/>
    </dgm:pt>
    <dgm:pt modelId="{3601061A-2EE3-4C62-B4BD-5EAD9316F60A}" type="pres">
      <dgm:prSet presAssocID="{AE5012FE-085C-4FFD-8BB6-8701C9B5AC8D}" presName="thickLine" presStyleLbl="alignNode1" presStyleIdx="2" presStyleCnt="3"/>
      <dgm:spPr/>
    </dgm:pt>
    <dgm:pt modelId="{ED587A26-9AAF-4E18-9CF2-10178D1664D5}" type="pres">
      <dgm:prSet presAssocID="{AE5012FE-085C-4FFD-8BB6-8701C9B5AC8D}" presName="horz1" presStyleCnt="0"/>
      <dgm:spPr/>
    </dgm:pt>
    <dgm:pt modelId="{135B0D0D-B1DF-4CD7-AE03-42964E90EB09}" type="pres">
      <dgm:prSet presAssocID="{AE5012FE-085C-4FFD-8BB6-8701C9B5AC8D}" presName="tx1" presStyleLbl="revTx" presStyleIdx="2" presStyleCnt="3"/>
      <dgm:spPr/>
    </dgm:pt>
    <dgm:pt modelId="{93444336-62B8-4E52-8389-91F86CFB4959}" type="pres">
      <dgm:prSet presAssocID="{AE5012FE-085C-4FFD-8BB6-8701C9B5AC8D}" presName="vert1" presStyleCnt="0"/>
      <dgm:spPr/>
    </dgm:pt>
  </dgm:ptLst>
  <dgm:cxnLst>
    <dgm:cxn modelId="{E2919C06-F0D7-4713-96CB-6171AC72A275}" type="presOf" srcId="{CBCADDB5-8332-48F6-8034-C0775834D2A0}" destId="{A5B497E0-2824-4CCA-92A4-86507C70F7FB}" srcOrd="0" destOrd="0" presId="urn:microsoft.com/office/officeart/2008/layout/LinedList"/>
    <dgm:cxn modelId="{48670E39-D74B-49AA-B48E-56C47B5732D8}" srcId="{B52A7112-4B47-42D1-94CB-11A1CF1806BE}" destId="{CBCADDB5-8332-48F6-8034-C0775834D2A0}" srcOrd="1" destOrd="0" parTransId="{1C3C1A1B-A7E4-4BE8-895B-105BB296FE65}" sibTransId="{872C5D5F-9CA1-4413-90F0-A21D5ECE7C02}"/>
    <dgm:cxn modelId="{64020974-18B3-4714-AA71-E7B635C7C28C}" srcId="{B52A7112-4B47-42D1-94CB-11A1CF1806BE}" destId="{AE5012FE-085C-4FFD-8BB6-8701C9B5AC8D}" srcOrd="2" destOrd="0" parTransId="{03202188-0E6B-44DA-9B18-B5A896D392BB}" sibTransId="{3B2E76D6-D146-48E2-9492-7BC43AF6B254}"/>
    <dgm:cxn modelId="{53C0AF57-6959-43C6-9D87-2C189A8F0F96}" type="presOf" srcId="{B52A7112-4B47-42D1-94CB-11A1CF1806BE}" destId="{6132BA7D-325F-4C93-B61F-98B5B249E7F8}" srcOrd="0" destOrd="0" presId="urn:microsoft.com/office/officeart/2008/layout/LinedList"/>
    <dgm:cxn modelId="{9C111891-09DD-4596-975F-DAD180E734DA}" srcId="{B52A7112-4B47-42D1-94CB-11A1CF1806BE}" destId="{76E3CCFD-245F-48A3-8442-1C09AF4A7270}" srcOrd="0" destOrd="0" parTransId="{3F00FBAD-FFA3-45B0-BA4F-162955892F74}" sibTransId="{9F0764A8-5C9D-4881-A0C6-927CD3D04996}"/>
    <dgm:cxn modelId="{FE64A7B2-927D-412F-9706-A2881A7B5152}" type="presOf" srcId="{AE5012FE-085C-4FFD-8BB6-8701C9B5AC8D}" destId="{135B0D0D-B1DF-4CD7-AE03-42964E90EB09}" srcOrd="0" destOrd="0" presId="urn:microsoft.com/office/officeart/2008/layout/LinedList"/>
    <dgm:cxn modelId="{11E70BE7-46A0-4125-9494-EB373EC7FADA}" type="presOf" srcId="{76E3CCFD-245F-48A3-8442-1C09AF4A7270}" destId="{9E35F5C9-E30C-40E9-8E8F-A2CD89A8C707}" srcOrd="0" destOrd="0" presId="urn:microsoft.com/office/officeart/2008/layout/LinedList"/>
    <dgm:cxn modelId="{55D7B6F9-4E8D-45A3-BC4F-FB5849CCF66B}" type="presParOf" srcId="{6132BA7D-325F-4C93-B61F-98B5B249E7F8}" destId="{3E374D48-9D14-47E8-A1CA-0D35782AABE6}" srcOrd="0" destOrd="0" presId="urn:microsoft.com/office/officeart/2008/layout/LinedList"/>
    <dgm:cxn modelId="{B840FCEA-A345-41E6-A2C6-95663F901852}" type="presParOf" srcId="{6132BA7D-325F-4C93-B61F-98B5B249E7F8}" destId="{4E0ACFF0-7344-48C5-AEAF-F393D2C5A5FF}" srcOrd="1" destOrd="0" presId="urn:microsoft.com/office/officeart/2008/layout/LinedList"/>
    <dgm:cxn modelId="{0CB24D44-4049-4AC8-93A0-6FAA19792BFC}" type="presParOf" srcId="{4E0ACFF0-7344-48C5-AEAF-F393D2C5A5FF}" destId="{9E35F5C9-E30C-40E9-8E8F-A2CD89A8C707}" srcOrd="0" destOrd="0" presId="urn:microsoft.com/office/officeart/2008/layout/LinedList"/>
    <dgm:cxn modelId="{3A32B0B0-0BE5-42DD-B4D3-35C7C4C421D3}" type="presParOf" srcId="{4E0ACFF0-7344-48C5-AEAF-F393D2C5A5FF}" destId="{2EAE8FAF-AA89-457E-8236-DC3A1C98D632}" srcOrd="1" destOrd="0" presId="urn:microsoft.com/office/officeart/2008/layout/LinedList"/>
    <dgm:cxn modelId="{1F93B7D7-043A-47BB-A2A9-26D27FE6C423}" type="presParOf" srcId="{6132BA7D-325F-4C93-B61F-98B5B249E7F8}" destId="{28299033-62AF-4BA8-AEEC-3DE2BA21C5A0}" srcOrd="2" destOrd="0" presId="urn:microsoft.com/office/officeart/2008/layout/LinedList"/>
    <dgm:cxn modelId="{CB7577D0-FAD7-44A7-9327-E8EBB6CCF2A3}" type="presParOf" srcId="{6132BA7D-325F-4C93-B61F-98B5B249E7F8}" destId="{517D4D31-34C8-459C-A780-0D45064FFC18}" srcOrd="3" destOrd="0" presId="urn:microsoft.com/office/officeart/2008/layout/LinedList"/>
    <dgm:cxn modelId="{1F91F150-90D4-4EA3-9E45-9FA0163DBB1F}" type="presParOf" srcId="{517D4D31-34C8-459C-A780-0D45064FFC18}" destId="{A5B497E0-2824-4CCA-92A4-86507C70F7FB}" srcOrd="0" destOrd="0" presId="urn:microsoft.com/office/officeart/2008/layout/LinedList"/>
    <dgm:cxn modelId="{ED0ECB4C-B045-4DCC-813E-C10164E29095}" type="presParOf" srcId="{517D4D31-34C8-459C-A780-0D45064FFC18}" destId="{04B3F34E-CFCC-4E1E-ACD7-33BC1342A640}" srcOrd="1" destOrd="0" presId="urn:microsoft.com/office/officeart/2008/layout/LinedList"/>
    <dgm:cxn modelId="{0EE5D467-2B40-456E-830F-03B8F757B729}" type="presParOf" srcId="{6132BA7D-325F-4C93-B61F-98B5B249E7F8}" destId="{3601061A-2EE3-4C62-B4BD-5EAD9316F60A}" srcOrd="4" destOrd="0" presId="urn:microsoft.com/office/officeart/2008/layout/LinedList"/>
    <dgm:cxn modelId="{3F179470-B38A-483C-8885-5F40C8929BE9}" type="presParOf" srcId="{6132BA7D-325F-4C93-B61F-98B5B249E7F8}" destId="{ED587A26-9AAF-4E18-9CF2-10178D1664D5}" srcOrd="5" destOrd="0" presId="urn:microsoft.com/office/officeart/2008/layout/LinedList"/>
    <dgm:cxn modelId="{FE1E35C6-0E31-4EC1-AD7B-EB0AA6123BE8}" type="presParOf" srcId="{ED587A26-9AAF-4E18-9CF2-10178D1664D5}" destId="{135B0D0D-B1DF-4CD7-AE03-42964E90EB09}" srcOrd="0" destOrd="0" presId="urn:microsoft.com/office/officeart/2008/layout/LinedList"/>
    <dgm:cxn modelId="{C0850634-07A0-436F-B078-31D617E4CB11}" type="presParOf" srcId="{ED587A26-9AAF-4E18-9CF2-10178D1664D5}" destId="{93444336-62B8-4E52-8389-91F86CFB495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2630EA5-EE18-4818-8A67-F084777B518B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2608A2D-FB9C-4B2B-AF70-A9545208A2F8}">
      <dgm:prSet/>
      <dgm:spPr/>
      <dgm:t>
        <a:bodyPr/>
        <a:lstStyle/>
        <a:p>
          <a:r>
            <a:rPr lang="en-US"/>
            <a:t>• Obligatoria cuando el tratamiento implica alto riesgo.</a:t>
          </a:r>
        </a:p>
      </dgm:t>
    </dgm:pt>
    <dgm:pt modelId="{F8DB7FFB-084B-410B-9341-539B30D99028}" type="parTrans" cxnId="{6D7BC121-AB08-46FE-B354-D2B41564989E}">
      <dgm:prSet/>
      <dgm:spPr/>
      <dgm:t>
        <a:bodyPr/>
        <a:lstStyle/>
        <a:p>
          <a:endParaRPr lang="en-US"/>
        </a:p>
      </dgm:t>
    </dgm:pt>
    <dgm:pt modelId="{8342E109-0744-45F6-B443-9CBEB102D4F3}" type="sibTrans" cxnId="{6D7BC121-AB08-46FE-B354-D2B41564989E}">
      <dgm:prSet/>
      <dgm:spPr/>
      <dgm:t>
        <a:bodyPr/>
        <a:lstStyle/>
        <a:p>
          <a:endParaRPr lang="en-US"/>
        </a:p>
      </dgm:t>
    </dgm:pt>
    <dgm:pt modelId="{03A48E4C-5DD1-48ED-9D95-93B498A9FBF4}">
      <dgm:prSet/>
      <dgm:spPr/>
      <dgm:t>
        <a:bodyPr/>
        <a:lstStyle/>
        <a:p>
          <a:r>
            <a:rPr lang="en-US"/>
            <a:t>• Analiza riesgos para los derechos y libertades.</a:t>
          </a:r>
        </a:p>
      </dgm:t>
    </dgm:pt>
    <dgm:pt modelId="{9F8318CF-B2F4-45F3-83FB-C5E32A2C31A2}" type="parTrans" cxnId="{B039F526-81BE-4FCA-816A-C5909475D7D8}">
      <dgm:prSet/>
      <dgm:spPr/>
      <dgm:t>
        <a:bodyPr/>
        <a:lstStyle/>
        <a:p>
          <a:endParaRPr lang="en-US"/>
        </a:p>
      </dgm:t>
    </dgm:pt>
    <dgm:pt modelId="{39455F1A-8623-47A4-9D6C-3E3B0CFE2F31}" type="sibTrans" cxnId="{B039F526-81BE-4FCA-816A-C5909475D7D8}">
      <dgm:prSet/>
      <dgm:spPr/>
      <dgm:t>
        <a:bodyPr/>
        <a:lstStyle/>
        <a:p>
          <a:endParaRPr lang="en-US"/>
        </a:p>
      </dgm:t>
    </dgm:pt>
    <dgm:pt modelId="{E793FD3E-7AD6-46A1-A89A-EF0192656CC7}">
      <dgm:prSet/>
      <dgm:spPr/>
      <dgm:t>
        <a:bodyPr/>
        <a:lstStyle/>
        <a:p>
          <a:r>
            <a:rPr lang="en-US"/>
            <a:t>• Establece medidas de mitigación.</a:t>
          </a:r>
        </a:p>
      </dgm:t>
    </dgm:pt>
    <dgm:pt modelId="{8846F6CD-0EEF-451C-B1CD-18C8A467C236}" type="parTrans" cxnId="{318CFEC8-5D01-46DF-8EB9-648B568CDF21}">
      <dgm:prSet/>
      <dgm:spPr/>
      <dgm:t>
        <a:bodyPr/>
        <a:lstStyle/>
        <a:p>
          <a:endParaRPr lang="en-US"/>
        </a:p>
      </dgm:t>
    </dgm:pt>
    <dgm:pt modelId="{81628985-736D-4B06-A365-E2C0CAC2FAAB}" type="sibTrans" cxnId="{318CFEC8-5D01-46DF-8EB9-648B568CDF21}">
      <dgm:prSet/>
      <dgm:spPr/>
      <dgm:t>
        <a:bodyPr/>
        <a:lstStyle/>
        <a:p>
          <a:endParaRPr lang="en-US"/>
        </a:p>
      </dgm:t>
    </dgm:pt>
    <dgm:pt modelId="{0E9CD5EF-FD23-469E-922B-AD9428FC12E1}" type="pres">
      <dgm:prSet presAssocID="{12630EA5-EE18-4818-8A67-F084777B518B}" presName="vert0" presStyleCnt="0">
        <dgm:presLayoutVars>
          <dgm:dir/>
          <dgm:animOne val="branch"/>
          <dgm:animLvl val="lvl"/>
        </dgm:presLayoutVars>
      </dgm:prSet>
      <dgm:spPr/>
    </dgm:pt>
    <dgm:pt modelId="{FE118554-88F5-4736-82E6-35067CDF1211}" type="pres">
      <dgm:prSet presAssocID="{22608A2D-FB9C-4B2B-AF70-A9545208A2F8}" presName="thickLine" presStyleLbl="alignNode1" presStyleIdx="0" presStyleCnt="3"/>
      <dgm:spPr/>
    </dgm:pt>
    <dgm:pt modelId="{525B5185-3438-4624-821E-590F01DB70A3}" type="pres">
      <dgm:prSet presAssocID="{22608A2D-FB9C-4B2B-AF70-A9545208A2F8}" presName="horz1" presStyleCnt="0"/>
      <dgm:spPr/>
    </dgm:pt>
    <dgm:pt modelId="{1A1A25A4-A8E2-46FB-9873-81B36FB4760B}" type="pres">
      <dgm:prSet presAssocID="{22608A2D-FB9C-4B2B-AF70-A9545208A2F8}" presName="tx1" presStyleLbl="revTx" presStyleIdx="0" presStyleCnt="3"/>
      <dgm:spPr/>
    </dgm:pt>
    <dgm:pt modelId="{E682F775-8357-4A6D-BE81-9837972F12BD}" type="pres">
      <dgm:prSet presAssocID="{22608A2D-FB9C-4B2B-AF70-A9545208A2F8}" presName="vert1" presStyleCnt="0"/>
      <dgm:spPr/>
    </dgm:pt>
    <dgm:pt modelId="{21BD4F94-AC21-4E24-9FC6-12208BAF0BDD}" type="pres">
      <dgm:prSet presAssocID="{03A48E4C-5DD1-48ED-9D95-93B498A9FBF4}" presName="thickLine" presStyleLbl="alignNode1" presStyleIdx="1" presStyleCnt="3"/>
      <dgm:spPr/>
    </dgm:pt>
    <dgm:pt modelId="{59B64F33-077C-47D1-9014-CF3DF5523FB7}" type="pres">
      <dgm:prSet presAssocID="{03A48E4C-5DD1-48ED-9D95-93B498A9FBF4}" presName="horz1" presStyleCnt="0"/>
      <dgm:spPr/>
    </dgm:pt>
    <dgm:pt modelId="{7ED05CF0-5F51-417D-B1A5-1E4EA6761865}" type="pres">
      <dgm:prSet presAssocID="{03A48E4C-5DD1-48ED-9D95-93B498A9FBF4}" presName="tx1" presStyleLbl="revTx" presStyleIdx="1" presStyleCnt="3"/>
      <dgm:spPr/>
    </dgm:pt>
    <dgm:pt modelId="{D6A14CE0-DD6F-4FB4-8AD8-0DFB76B19CD3}" type="pres">
      <dgm:prSet presAssocID="{03A48E4C-5DD1-48ED-9D95-93B498A9FBF4}" presName="vert1" presStyleCnt="0"/>
      <dgm:spPr/>
    </dgm:pt>
    <dgm:pt modelId="{EF8682EA-4A4E-4CD5-983C-9E8BD452CC4B}" type="pres">
      <dgm:prSet presAssocID="{E793FD3E-7AD6-46A1-A89A-EF0192656CC7}" presName="thickLine" presStyleLbl="alignNode1" presStyleIdx="2" presStyleCnt="3"/>
      <dgm:spPr/>
    </dgm:pt>
    <dgm:pt modelId="{B7B6927F-5D03-4476-AC8B-81B08E8C5A04}" type="pres">
      <dgm:prSet presAssocID="{E793FD3E-7AD6-46A1-A89A-EF0192656CC7}" presName="horz1" presStyleCnt="0"/>
      <dgm:spPr/>
    </dgm:pt>
    <dgm:pt modelId="{F816F65D-99C4-429A-A184-E93FFE8454F5}" type="pres">
      <dgm:prSet presAssocID="{E793FD3E-7AD6-46A1-A89A-EF0192656CC7}" presName="tx1" presStyleLbl="revTx" presStyleIdx="2" presStyleCnt="3"/>
      <dgm:spPr/>
    </dgm:pt>
    <dgm:pt modelId="{925202F7-2303-492B-BC3E-A00B59DE2FD7}" type="pres">
      <dgm:prSet presAssocID="{E793FD3E-7AD6-46A1-A89A-EF0192656CC7}" presName="vert1" presStyleCnt="0"/>
      <dgm:spPr/>
    </dgm:pt>
  </dgm:ptLst>
  <dgm:cxnLst>
    <dgm:cxn modelId="{B46E2917-A6E7-4D47-817A-5524883B4279}" type="presOf" srcId="{12630EA5-EE18-4818-8A67-F084777B518B}" destId="{0E9CD5EF-FD23-469E-922B-AD9428FC12E1}" srcOrd="0" destOrd="0" presId="urn:microsoft.com/office/officeart/2008/layout/LinedList"/>
    <dgm:cxn modelId="{6D7BC121-AB08-46FE-B354-D2B41564989E}" srcId="{12630EA5-EE18-4818-8A67-F084777B518B}" destId="{22608A2D-FB9C-4B2B-AF70-A9545208A2F8}" srcOrd="0" destOrd="0" parTransId="{F8DB7FFB-084B-410B-9341-539B30D99028}" sibTransId="{8342E109-0744-45F6-B443-9CBEB102D4F3}"/>
    <dgm:cxn modelId="{B039F526-81BE-4FCA-816A-C5909475D7D8}" srcId="{12630EA5-EE18-4818-8A67-F084777B518B}" destId="{03A48E4C-5DD1-48ED-9D95-93B498A9FBF4}" srcOrd="1" destOrd="0" parTransId="{9F8318CF-B2F4-45F3-83FB-C5E32A2C31A2}" sibTransId="{39455F1A-8623-47A4-9D6C-3E3B0CFE2F31}"/>
    <dgm:cxn modelId="{04654432-993C-4180-BB9F-08769469164D}" type="presOf" srcId="{E793FD3E-7AD6-46A1-A89A-EF0192656CC7}" destId="{F816F65D-99C4-429A-A184-E93FFE8454F5}" srcOrd="0" destOrd="0" presId="urn:microsoft.com/office/officeart/2008/layout/LinedList"/>
    <dgm:cxn modelId="{CFDBF971-0CBC-440C-9C9D-A3A809BDF038}" type="presOf" srcId="{22608A2D-FB9C-4B2B-AF70-A9545208A2F8}" destId="{1A1A25A4-A8E2-46FB-9873-81B36FB4760B}" srcOrd="0" destOrd="0" presId="urn:microsoft.com/office/officeart/2008/layout/LinedList"/>
    <dgm:cxn modelId="{A06F95A8-A5A8-493B-ABFE-D184AA5E8EFF}" type="presOf" srcId="{03A48E4C-5DD1-48ED-9D95-93B498A9FBF4}" destId="{7ED05CF0-5F51-417D-B1A5-1E4EA6761865}" srcOrd="0" destOrd="0" presId="urn:microsoft.com/office/officeart/2008/layout/LinedList"/>
    <dgm:cxn modelId="{318CFEC8-5D01-46DF-8EB9-648B568CDF21}" srcId="{12630EA5-EE18-4818-8A67-F084777B518B}" destId="{E793FD3E-7AD6-46A1-A89A-EF0192656CC7}" srcOrd="2" destOrd="0" parTransId="{8846F6CD-0EEF-451C-B1CD-18C8A467C236}" sibTransId="{81628985-736D-4B06-A365-E2C0CAC2FAAB}"/>
    <dgm:cxn modelId="{4870CF54-058C-4B45-93FE-D3A056D97B43}" type="presParOf" srcId="{0E9CD5EF-FD23-469E-922B-AD9428FC12E1}" destId="{FE118554-88F5-4736-82E6-35067CDF1211}" srcOrd="0" destOrd="0" presId="urn:microsoft.com/office/officeart/2008/layout/LinedList"/>
    <dgm:cxn modelId="{3DD1CC7C-4127-481A-92BB-2F7E859CE964}" type="presParOf" srcId="{0E9CD5EF-FD23-469E-922B-AD9428FC12E1}" destId="{525B5185-3438-4624-821E-590F01DB70A3}" srcOrd="1" destOrd="0" presId="urn:microsoft.com/office/officeart/2008/layout/LinedList"/>
    <dgm:cxn modelId="{6CDB0B39-C0F5-4170-B1AE-AB9D439DD27D}" type="presParOf" srcId="{525B5185-3438-4624-821E-590F01DB70A3}" destId="{1A1A25A4-A8E2-46FB-9873-81B36FB4760B}" srcOrd="0" destOrd="0" presId="urn:microsoft.com/office/officeart/2008/layout/LinedList"/>
    <dgm:cxn modelId="{A9F493D4-F99B-48EB-9A92-2BFFAC8AA89A}" type="presParOf" srcId="{525B5185-3438-4624-821E-590F01DB70A3}" destId="{E682F775-8357-4A6D-BE81-9837972F12BD}" srcOrd="1" destOrd="0" presId="urn:microsoft.com/office/officeart/2008/layout/LinedList"/>
    <dgm:cxn modelId="{E5CD1CEC-E544-4C8E-B80A-85373EED6F96}" type="presParOf" srcId="{0E9CD5EF-FD23-469E-922B-AD9428FC12E1}" destId="{21BD4F94-AC21-4E24-9FC6-12208BAF0BDD}" srcOrd="2" destOrd="0" presId="urn:microsoft.com/office/officeart/2008/layout/LinedList"/>
    <dgm:cxn modelId="{A76868EF-5A11-4DA8-8DC1-2DC35F4BB493}" type="presParOf" srcId="{0E9CD5EF-FD23-469E-922B-AD9428FC12E1}" destId="{59B64F33-077C-47D1-9014-CF3DF5523FB7}" srcOrd="3" destOrd="0" presId="urn:microsoft.com/office/officeart/2008/layout/LinedList"/>
    <dgm:cxn modelId="{2B297483-22ED-4BDD-8972-D12FE9559146}" type="presParOf" srcId="{59B64F33-077C-47D1-9014-CF3DF5523FB7}" destId="{7ED05CF0-5F51-417D-B1A5-1E4EA6761865}" srcOrd="0" destOrd="0" presId="urn:microsoft.com/office/officeart/2008/layout/LinedList"/>
    <dgm:cxn modelId="{11427D64-5C64-4105-B149-E85A48CFABFB}" type="presParOf" srcId="{59B64F33-077C-47D1-9014-CF3DF5523FB7}" destId="{D6A14CE0-DD6F-4FB4-8AD8-0DFB76B19CD3}" srcOrd="1" destOrd="0" presId="urn:microsoft.com/office/officeart/2008/layout/LinedList"/>
    <dgm:cxn modelId="{D720DCE0-10F6-46BA-915A-020F42A14402}" type="presParOf" srcId="{0E9CD5EF-FD23-469E-922B-AD9428FC12E1}" destId="{EF8682EA-4A4E-4CD5-983C-9E8BD452CC4B}" srcOrd="4" destOrd="0" presId="urn:microsoft.com/office/officeart/2008/layout/LinedList"/>
    <dgm:cxn modelId="{8FD33ED7-2558-419B-AD19-DE46CCDFFAA7}" type="presParOf" srcId="{0E9CD5EF-FD23-469E-922B-AD9428FC12E1}" destId="{B7B6927F-5D03-4476-AC8B-81B08E8C5A04}" srcOrd="5" destOrd="0" presId="urn:microsoft.com/office/officeart/2008/layout/LinedList"/>
    <dgm:cxn modelId="{5BE6014D-ADB8-490E-B83B-BFFD6F72A37B}" type="presParOf" srcId="{B7B6927F-5D03-4476-AC8B-81B08E8C5A04}" destId="{F816F65D-99C4-429A-A184-E93FFE8454F5}" srcOrd="0" destOrd="0" presId="urn:microsoft.com/office/officeart/2008/layout/LinedList"/>
    <dgm:cxn modelId="{4A768D21-0E6F-4CAC-8D2A-64EC4482EDE6}" type="presParOf" srcId="{B7B6927F-5D03-4476-AC8B-81B08E8C5A04}" destId="{925202F7-2303-492B-BC3E-A00B59DE2FD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3F33FCD-B07E-4128-BB01-8522B957116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EEF63FC-2EF0-4B5D-AFD0-BC89EEE48A5E}">
      <dgm:prSet/>
      <dgm:spPr/>
      <dgm:t>
        <a:bodyPr/>
        <a:lstStyle/>
        <a:p>
          <a:r>
            <a:rPr lang="en-US"/>
            <a:t>• Se notifica a la autoridad de control en un máximo de 72 horas.</a:t>
          </a:r>
        </a:p>
      </dgm:t>
    </dgm:pt>
    <dgm:pt modelId="{0CACCED5-A771-412E-AA82-21E899DCDCCF}" type="parTrans" cxnId="{36CEB698-5DDF-466D-A087-5FFB351BDF05}">
      <dgm:prSet/>
      <dgm:spPr/>
      <dgm:t>
        <a:bodyPr/>
        <a:lstStyle/>
        <a:p>
          <a:endParaRPr lang="en-US"/>
        </a:p>
      </dgm:t>
    </dgm:pt>
    <dgm:pt modelId="{2D876D53-604F-400B-9544-FD50EEE0293D}" type="sibTrans" cxnId="{36CEB698-5DDF-466D-A087-5FFB351BDF05}">
      <dgm:prSet/>
      <dgm:spPr/>
      <dgm:t>
        <a:bodyPr/>
        <a:lstStyle/>
        <a:p>
          <a:endParaRPr lang="en-US"/>
        </a:p>
      </dgm:t>
    </dgm:pt>
    <dgm:pt modelId="{4F4E98F7-E0C3-4B2A-AABB-24C9B0F57345}">
      <dgm:prSet/>
      <dgm:spPr/>
      <dgm:t>
        <a:bodyPr/>
        <a:lstStyle/>
        <a:p>
          <a:r>
            <a:rPr lang="en-US"/>
            <a:t>• También al interesado si existe alto riesgo para sus derechos.</a:t>
          </a:r>
        </a:p>
      </dgm:t>
    </dgm:pt>
    <dgm:pt modelId="{BA0D674C-A9A5-453D-B77A-A1DED521343B}" type="parTrans" cxnId="{656DA296-7FB6-4908-B8D9-3824D31D0782}">
      <dgm:prSet/>
      <dgm:spPr/>
      <dgm:t>
        <a:bodyPr/>
        <a:lstStyle/>
        <a:p>
          <a:endParaRPr lang="en-US"/>
        </a:p>
      </dgm:t>
    </dgm:pt>
    <dgm:pt modelId="{EB6F293C-A6DB-492D-AE58-144F080B1EEB}" type="sibTrans" cxnId="{656DA296-7FB6-4908-B8D9-3824D31D0782}">
      <dgm:prSet/>
      <dgm:spPr/>
      <dgm:t>
        <a:bodyPr/>
        <a:lstStyle/>
        <a:p>
          <a:endParaRPr lang="en-US"/>
        </a:p>
      </dgm:t>
    </dgm:pt>
    <dgm:pt modelId="{A4C589D7-88F5-4CA5-8040-0437D32D2387}">
      <dgm:prSet/>
      <dgm:spPr/>
      <dgm:t>
        <a:bodyPr/>
        <a:lstStyle/>
        <a:p>
          <a:r>
            <a:rPr lang="en-US"/>
            <a:t>• Debe incluir: naturaleza de la violación, consecuencias y medidas adoptadas.</a:t>
          </a:r>
        </a:p>
      </dgm:t>
    </dgm:pt>
    <dgm:pt modelId="{1D162ABA-4C27-4D47-B983-966753FFEDE0}" type="parTrans" cxnId="{1D404BB3-28DB-4394-88DB-EA28618A3E2B}">
      <dgm:prSet/>
      <dgm:spPr/>
      <dgm:t>
        <a:bodyPr/>
        <a:lstStyle/>
        <a:p>
          <a:endParaRPr lang="en-US"/>
        </a:p>
      </dgm:t>
    </dgm:pt>
    <dgm:pt modelId="{9FBA6CAC-B131-480F-8886-4620C07C3B7D}" type="sibTrans" cxnId="{1D404BB3-28DB-4394-88DB-EA28618A3E2B}">
      <dgm:prSet/>
      <dgm:spPr/>
      <dgm:t>
        <a:bodyPr/>
        <a:lstStyle/>
        <a:p>
          <a:endParaRPr lang="en-US"/>
        </a:p>
      </dgm:t>
    </dgm:pt>
    <dgm:pt modelId="{226405EC-0C43-4575-9D54-6E7555550F82}" type="pres">
      <dgm:prSet presAssocID="{83F33FCD-B07E-4128-BB01-8522B957116C}" presName="linear" presStyleCnt="0">
        <dgm:presLayoutVars>
          <dgm:animLvl val="lvl"/>
          <dgm:resizeHandles val="exact"/>
        </dgm:presLayoutVars>
      </dgm:prSet>
      <dgm:spPr/>
    </dgm:pt>
    <dgm:pt modelId="{93F39621-A75A-44A4-BC04-C0806F4CD95F}" type="pres">
      <dgm:prSet presAssocID="{7EEF63FC-2EF0-4B5D-AFD0-BC89EEE48A5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B789B58-A7B7-4099-AA3D-06B70C22A8D3}" type="pres">
      <dgm:prSet presAssocID="{2D876D53-604F-400B-9544-FD50EEE0293D}" presName="spacer" presStyleCnt="0"/>
      <dgm:spPr/>
    </dgm:pt>
    <dgm:pt modelId="{7D63CEFA-FC2A-4B5F-BCEB-E204836732CE}" type="pres">
      <dgm:prSet presAssocID="{4F4E98F7-E0C3-4B2A-AABB-24C9B0F573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F567D0-9C28-4EEE-A0EA-3286B3182C49}" type="pres">
      <dgm:prSet presAssocID="{EB6F293C-A6DB-492D-AE58-144F080B1EEB}" presName="spacer" presStyleCnt="0"/>
      <dgm:spPr/>
    </dgm:pt>
    <dgm:pt modelId="{AB08EA39-7683-485A-B1E7-D1EAA05AE343}" type="pres">
      <dgm:prSet presAssocID="{A4C589D7-88F5-4CA5-8040-0437D32D238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9C360C-07FF-4F79-BA1C-6D156284E93C}" type="presOf" srcId="{A4C589D7-88F5-4CA5-8040-0437D32D2387}" destId="{AB08EA39-7683-485A-B1E7-D1EAA05AE343}" srcOrd="0" destOrd="0" presId="urn:microsoft.com/office/officeart/2005/8/layout/vList2"/>
    <dgm:cxn modelId="{E1528155-D42C-4C16-8380-84416E4508A5}" type="presOf" srcId="{7EEF63FC-2EF0-4B5D-AFD0-BC89EEE48A5E}" destId="{93F39621-A75A-44A4-BC04-C0806F4CD95F}" srcOrd="0" destOrd="0" presId="urn:microsoft.com/office/officeart/2005/8/layout/vList2"/>
    <dgm:cxn modelId="{656DA296-7FB6-4908-B8D9-3824D31D0782}" srcId="{83F33FCD-B07E-4128-BB01-8522B957116C}" destId="{4F4E98F7-E0C3-4B2A-AABB-24C9B0F57345}" srcOrd="1" destOrd="0" parTransId="{BA0D674C-A9A5-453D-B77A-A1DED521343B}" sibTransId="{EB6F293C-A6DB-492D-AE58-144F080B1EEB}"/>
    <dgm:cxn modelId="{36CEB698-5DDF-466D-A087-5FFB351BDF05}" srcId="{83F33FCD-B07E-4128-BB01-8522B957116C}" destId="{7EEF63FC-2EF0-4B5D-AFD0-BC89EEE48A5E}" srcOrd="0" destOrd="0" parTransId="{0CACCED5-A771-412E-AA82-21E899DCDCCF}" sibTransId="{2D876D53-604F-400B-9544-FD50EEE0293D}"/>
    <dgm:cxn modelId="{5ACF77A4-3451-4CD1-BD00-2FDAABF67262}" type="presOf" srcId="{83F33FCD-B07E-4128-BB01-8522B957116C}" destId="{226405EC-0C43-4575-9D54-6E7555550F82}" srcOrd="0" destOrd="0" presId="urn:microsoft.com/office/officeart/2005/8/layout/vList2"/>
    <dgm:cxn modelId="{1D404BB3-28DB-4394-88DB-EA28618A3E2B}" srcId="{83F33FCD-B07E-4128-BB01-8522B957116C}" destId="{A4C589D7-88F5-4CA5-8040-0437D32D2387}" srcOrd="2" destOrd="0" parTransId="{1D162ABA-4C27-4D47-B983-966753FFEDE0}" sibTransId="{9FBA6CAC-B131-480F-8886-4620C07C3B7D}"/>
    <dgm:cxn modelId="{DEC156D2-E9DB-4045-929B-8681795DDD8C}" type="presOf" srcId="{4F4E98F7-E0C3-4B2A-AABB-24C9B0F57345}" destId="{7D63CEFA-FC2A-4B5F-BCEB-E204836732CE}" srcOrd="0" destOrd="0" presId="urn:microsoft.com/office/officeart/2005/8/layout/vList2"/>
    <dgm:cxn modelId="{B9336A36-6358-4FA5-9A30-F1BCBCF94C78}" type="presParOf" srcId="{226405EC-0C43-4575-9D54-6E7555550F82}" destId="{93F39621-A75A-44A4-BC04-C0806F4CD95F}" srcOrd="0" destOrd="0" presId="urn:microsoft.com/office/officeart/2005/8/layout/vList2"/>
    <dgm:cxn modelId="{B035761C-7617-4CAD-87A3-0E28ABBB0754}" type="presParOf" srcId="{226405EC-0C43-4575-9D54-6E7555550F82}" destId="{0B789B58-A7B7-4099-AA3D-06B70C22A8D3}" srcOrd="1" destOrd="0" presId="urn:microsoft.com/office/officeart/2005/8/layout/vList2"/>
    <dgm:cxn modelId="{D6914405-6AB8-4B8E-8558-4757B49A762A}" type="presParOf" srcId="{226405EC-0C43-4575-9D54-6E7555550F82}" destId="{7D63CEFA-FC2A-4B5F-BCEB-E204836732CE}" srcOrd="2" destOrd="0" presId="urn:microsoft.com/office/officeart/2005/8/layout/vList2"/>
    <dgm:cxn modelId="{6360E09E-9A04-462E-AB4A-6F91B9FB362B}" type="presParOf" srcId="{226405EC-0C43-4575-9D54-6E7555550F82}" destId="{82F567D0-9C28-4EEE-A0EA-3286B3182C49}" srcOrd="3" destOrd="0" presId="urn:microsoft.com/office/officeart/2005/8/layout/vList2"/>
    <dgm:cxn modelId="{A7CB72A4-23D5-47F5-B9E5-0ADF7B5229B3}" type="presParOf" srcId="{226405EC-0C43-4575-9D54-6E7555550F82}" destId="{AB08EA39-7683-485A-B1E7-D1EAA05AE3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9D0EBB4-3917-4040-B417-2B8A6726AE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072616-671B-41D3-B2E9-C20E8F2FD148}">
      <dgm:prSet/>
      <dgm:spPr/>
      <dgm:t>
        <a:bodyPr/>
        <a:lstStyle/>
        <a:p>
          <a:r>
            <a:rPr lang="en-US"/>
            <a:t>• Reglamento (UE) 2016/679 → RGPD.</a:t>
          </a:r>
        </a:p>
      </dgm:t>
    </dgm:pt>
    <dgm:pt modelId="{CC56F8B1-94E0-4338-9245-7A9815D4BB32}" type="parTrans" cxnId="{EF15290F-1722-4F46-8E0C-E82071C8F2A9}">
      <dgm:prSet/>
      <dgm:spPr/>
      <dgm:t>
        <a:bodyPr/>
        <a:lstStyle/>
        <a:p>
          <a:endParaRPr lang="en-US"/>
        </a:p>
      </dgm:t>
    </dgm:pt>
    <dgm:pt modelId="{D8EE12BC-63C1-4887-ACFC-23E74566FFA0}" type="sibTrans" cxnId="{EF15290F-1722-4F46-8E0C-E82071C8F2A9}">
      <dgm:prSet/>
      <dgm:spPr/>
      <dgm:t>
        <a:bodyPr/>
        <a:lstStyle/>
        <a:p>
          <a:endParaRPr lang="en-US"/>
        </a:p>
      </dgm:t>
    </dgm:pt>
    <dgm:pt modelId="{63B706FB-A992-40BD-8B0F-89EC2CF75921}">
      <dgm:prSet/>
      <dgm:spPr/>
      <dgm:t>
        <a:bodyPr/>
        <a:lstStyle/>
        <a:p>
          <a:r>
            <a:rPr lang="en-US"/>
            <a:t>• Digital Services Act (DSA) → regula servicios digitales.</a:t>
          </a:r>
        </a:p>
      </dgm:t>
    </dgm:pt>
    <dgm:pt modelId="{4B1FE527-2275-4446-972D-4470A36356BF}" type="parTrans" cxnId="{415499CF-75D1-40F4-94C2-CBFEF0C3F5D4}">
      <dgm:prSet/>
      <dgm:spPr/>
      <dgm:t>
        <a:bodyPr/>
        <a:lstStyle/>
        <a:p>
          <a:endParaRPr lang="en-US"/>
        </a:p>
      </dgm:t>
    </dgm:pt>
    <dgm:pt modelId="{2BC48951-BE29-4F8F-ACFE-F69E2F68DF49}" type="sibTrans" cxnId="{415499CF-75D1-40F4-94C2-CBFEF0C3F5D4}">
      <dgm:prSet/>
      <dgm:spPr/>
      <dgm:t>
        <a:bodyPr/>
        <a:lstStyle/>
        <a:p>
          <a:endParaRPr lang="en-US"/>
        </a:p>
      </dgm:t>
    </dgm:pt>
    <dgm:pt modelId="{CFE15B5A-3D46-493C-BC39-B341A1FDCB83}">
      <dgm:prSet/>
      <dgm:spPr/>
      <dgm:t>
        <a:bodyPr/>
        <a:lstStyle/>
        <a:p>
          <a:r>
            <a:rPr lang="en-US"/>
            <a:t>• Digital Markets Act (DMA) → regula competencia en plataformas.</a:t>
          </a:r>
        </a:p>
      </dgm:t>
    </dgm:pt>
    <dgm:pt modelId="{08F15C60-C3D4-4183-9C86-F99FA7430460}" type="parTrans" cxnId="{BB03CF76-0C98-48FF-8C77-1AA1C805191B}">
      <dgm:prSet/>
      <dgm:spPr/>
      <dgm:t>
        <a:bodyPr/>
        <a:lstStyle/>
        <a:p>
          <a:endParaRPr lang="en-US"/>
        </a:p>
      </dgm:t>
    </dgm:pt>
    <dgm:pt modelId="{83501A08-9337-48F8-BB61-F0BD9B7A955D}" type="sibTrans" cxnId="{BB03CF76-0C98-48FF-8C77-1AA1C805191B}">
      <dgm:prSet/>
      <dgm:spPr/>
      <dgm:t>
        <a:bodyPr/>
        <a:lstStyle/>
        <a:p>
          <a:endParaRPr lang="en-US"/>
        </a:p>
      </dgm:t>
    </dgm:pt>
    <dgm:pt modelId="{033FC187-0750-45C3-A7A2-175B85161721}">
      <dgm:prSet/>
      <dgm:spPr/>
      <dgm:t>
        <a:bodyPr/>
        <a:lstStyle/>
        <a:p>
          <a:r>
            <a:rPr lang="en-US"/>
            <a:t>• Otras directivas y reglamentos de privacidad y accesibilidad digital.</a:t>
          </a:r>
        </a:p>
      </dgm:t>
    </dgm:pt>
    <dgm:pt modelId="{71D2A569-FB4E-4231-AA06-A6A8F6351F75}" type="parTrans" cxnId="{E552A75A-D703-49AE-BAFE-54B9376E3990}">
      <dgm:prSet/>
      <dgm:spPr/>
      <dgm:t>
        <a:bodyPr/>
        <a:lstStyle/>
        <a:p>
          <a:endParaRPr lang="en-US"/>
        </a:p>
      </dgm:t>
    </dgm:pt>
    <dgm:pt modelId="{17CDC294-9D7D-4EA0-AC93-5C6F01269CAD}" type="sibTrans" cxnId="{E552A75A-D703-49AE-BAFE-54B9376E3990}">
      <dgm:prSet/>
      <dgm:spPr/>
      <dgm:t>
        <a:bodyPr/>
        <a:lstStyle/>
        <a:p>
          <a:endParaRPr lang="en-US"/>
        </a:p>
      </dgm:t>
    </dgm:pt>
    <dgm:pt modelId="{B4898AD6-8153-44A0-8976-33768C561F81}" type="pres">
      <dgm:prSet presAssocID="{D9D0EBB4-3917-4040-B417-2B8A6726AE80}" presName="linear" presStyleCnt="0">
        <dgm:presLayoutVars>
          <dgm:animLvl val="lvl"/>
          <dgm:resizeHandles val="exact"/>
        </dgm:presLayoutVars>
      </dgm:prSet>
      <dgm:spPr/>
    </dgm:pt>
    <dgm:pt modelId="{17E4EE6C-82D9-4757-9E0F-1807D526C962}" type="pres">
      <dgm:prSet presAssocID="{84072616-671B-41D3-B2E9-C20E8F2FD1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AE62A2-B0C9-45DE-9D10-27705CE20FC9}" type="pres">
      <dgm:prSet presAssocID="{D8EE12BC-63C1-4887-ACFC-23E74566FFA0}" presName="spacer" presStyleCnt="0"/>
      <dgm:spPr/>
    </dgm:pt>
    <dgm:pt modelId="{8734DBE7-3E0C-4CC5-8415-F3FF27C27536}" type="pres">
      <dgm:prSet presAssocID="{63B706FB-A992-40BD-8B0F-89EC2CF759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214FB7-FEDB-4837-A464-58382FB419EC}" type="pres">
      <dgm:prSet presAssocID="{2BC48951-BE29-4F8F-ACFE-F69E2F68DF49}" presName="spacer" presStyleCnt="0"/>
      <dgm:spPr/>
    </dgm:pt>
    <dgm:pt modelId="{F7BB99BC-FE43-4BCF-9368-996901681714}" type="pres">
      <dgm:prSet presAssocID="{CFE15B5A-3D46-493C-BC39-B341A1FDCB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2413A7-929A-447D-A500-D5E13B2CF95F}" type="pres">
      <dgm:prSet presAssocID="{83501A08-9337-48F8-BB61-F0BD9B7A955D}" presName="spacer" presStyleCnt="0"/>
      <dgm:spPr/>
    </dgm:pt>
    <dgm:pt modelId="{BEE77E81-12FE-49FD-BB13-D9CAD663E84F}" type="pres">
      <dgm:prSet presAssocID="{033FC187-0750-45C3-A7A2-175B851617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F15290F-1722-4F46-8E0C-E82071C8F2A9}" srcId="{D9D0EBB4-3917-4040-B417-2B8A6726AE80}" destId="{84072616-671B-41D3-B2E9-C20E8F2FD148}" srcOrd="0" destOrd="0" parTransId="{CC56F8B1-94E0-4338-9245-7A9815D4BB32}" sibTransId="{D8EE12BC-63C1-4887-ACFC-23E74566FFA0}"/>
    <dgm:cxn modelId="{10EB2C2D-FF9E-4CF0-81A2-04C521EB99D0}" type="presOf" srcId="{033FC187-0750-45C3-A7A2-175B85161721}" destId="{BEE77E81-12FE-49FD-BB13-D9CAD663E84F}" srcOrd="0" destOrd="0" presId="urn:microsoft.com/office/officeart/2005/8/layout/vList2"/>
    <dgm:cxn modelId="{64386C3E-0BD8-4464-A668-CDBFFDA58FA9}" type="presOf" srcId="{D9D0EBB4-3917-4040-B417-2B8A6726AE80}" destId="{B4898AD6-8153-44A0-8976-33768C561F81}" srcOrd="0" destOrd="0" presId="urn:microsoft.com/office/officeart/2005/8/layout/vList2"/>
    <dgm:cxn modelId="{18F0EE66-D679-4D6F-9175-35492A0E9D79}" type="presOf" srcId="{CFE15B5A-3D46-493C-BC39-B341A1FDCB83}" destId="{F7BB99BC-FE43-4BCF-9368-996901681714}" srcOrd="0" destOrd="0" presId="urn:microsoft.com/office/officeart/2005/8/layout/vList2"/>
    <dgm:cxn modelId="{BB03CF76-0C98-48FF-8C77-1AA1C805191B}" srcId="{D9D0EBB4-3917-4040-B417-2B8A6726AE80}" destId="{CFE15B5A-3D46-493C-BC39-B341A1FDCB83}" srcOrd="2" destOrd="0" parTransId="{08F15C60-C3D4-4183-9C86-F99FA7430460}" sibTransId="{83501A08-9337-48F8-BB61-F0BD9B7A955D}"/>
    <dgm:cxn modelId="{E552A75A-D703-49AE-BAFE-54B9376E3990}" srcId="{D9D0EBB4-3917-4040-B417-2B8A6726AE80}" destId="{033FC187-0750-45C3-A7A2-175B85161721}" srcOrd="3" destOrd="0" parTransId="{71D2A569-FB4E-4231-AA06-A6A8F6351F75}" sibTransId="{17CDC294-9D7D-4EA0-AC93-5C6F01269CAD}"/>
    <dgm:cxn modelId="{FFA81884-3A4F-4B9C-9500-862142577975}" type="presOf" srcId="{84072616-671B-41D3-B2E9-C20E8F2FD148}" destId="{17E4EE6C-82D9-4757-9E0F-1807D526C962}" srcOrd="0" destOrd="0" presId="urn:microsoft.com/office/officeart/2005/8/layout/vList2"/>
    <dgm:cxn modelId="{3CBCD396-AE1E-4CD9-92E6-0C676A7DB2D7}" type="presOf" srcId="{63B706FB-A992-40BD-8B0F-89EC2CF75921}" destId="{8734DBE7-3E0C-4CC5-8415-F3FF27C27536}" srcOrd="0" destOrd="0" presId="urn:microsoft.com/office/officeart/2005/8/layout/vList2"/>
    <dgm:cxn modelId="{415499CF-75D1-40F4-94C2-CBFEF0C3F5D4}" srcId="{D9D0EBB4-3917-4040-B417-2B8A6726AE80}" destId="{63B706FB-A992-40BD-8B0F-89EC2CF75921}" srcOrd="1" destOrd="0" parTransId="{4B1FE527-2275-4446-972D-4470A36356BF}" sibTransId="{2BC48951-BE29-4F8F-ACFE-F69E2F68DF49}"/>
    <dgm:cxn modelId="{71BEC43D-E6DF-44F2-9274-845D1D43E1F2}" type="presParOf" srcId="{B4898AD6-8153-44A0-8976-33768C561F81}" destId="{17E4EE6C-82D9-4757-9E0F-1807D526C962}" srcOrd="0" destOrd="0" presId="urn:microsoft.com/office/officeart/2005/8/layout/vList2"/>
    <dgm:cxn modelId="{EE7D461C-70E0-4B6C-88FD-5260F43E33AF}" type="presParOf" srcId="{B4898AD6-8153-44A0-8976-33768C561F81}" destId="{AAAE62A2-B0C9-45DE-9D10-27705CE20FC9}" srcOrd="1" destOrd="0" presId="urn:microsoft.com/office/officeart/2005/8/layout/vList2"/>
    <dgm:cxn modelId="{EB809CED-F6D9-4EDC-8CF6-747C6B773821}" type="presParOf" srcId="{B4898AD6-8153-44A0-8976-33768C561F81}" destId="{8734DBE7-3E0C-4CC5-8415-F3FF27C27536}" srcOrd="2" destOrd="0" presId="urn:microsoft.com/office/officeart/2005/8/layout/vList2"/>
    <dgm:cxn modelId="{5C8B82CC-E74D-41B4-A7C1-48DDA5C3147D}" type="presParOf" srcId="{B4898AD6-8153-44A0-8976-33768C561F81}" destId="{A9214FB7-FEDB-4837-A464-58382FB419EC}" srcOrd="3" destOrd="0" presId="urn:microsoft.com/office/officeart/2005/8/layout/vList2"/>
    <dgm:cxn modelId="{1FFA50D9-FF45-4484-AA12-60188C728EE5}" type="presParOf" srcId="{B4898AD6-8153-44A0-8976-33768C561F81}" destId="{F7BB99BC-FE43-4BCF-9368-996901681714}" srcOrd="4" destOrd="0" presId="urn:microsoft.com/office/officeart/2005/8/layout/vList2"/>
    <dgm:cxn modelId="{AA84B77D-3931-4EFF-96BC-DCAB97025169}" type="presParOf" srcId="{B4898AD6-8153-44A0-8976-33768C561F81}" destId="{DB2413A7-929A-447D-A500-D5E13B2CF95F}" srcOrd="5" destOrd="0" presId="urn:microsoft.com/office/officeart/2005/8/layout/vList2"/>
    <dgm:cxn modelId="{2C98497E-1CA9-4203-9CA3-E026DB57C273}" type="presParOf" srcId="{B4898AD6-8153-44A0-8976-33768C561F81}" destId="{BEE77E81-12FE-49FD-BB13-D9CAD663E8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C619DE2-3043-4F56-9F5B-DE16002246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4C412A-79BD-46DF-9625-80E6695751D0}">
      <dgm:prSet/>
      <dgm:spPr/>
      <dgm:t>
        <a:bodyPr/>
        <a:lstStyle/>
        <a:p>
          <a:r>
            <a:rPr lang="en-US"/>
            <a:t>• Ley Orgánica 3/2018, de Protección de Datos y garantía de los derechos digitales.</a:t>
          </a:r>
        </a:p>
      </dgm:t>
    </dgm:pt>
    <dgm:pt modelId="{94CFD114-6EB2-4368-999A-3B2DAB6747F9}" type="parTrans" cxnId="{E3F34482-89BA-4251-9E57-1A862919A4BC}">
      <dgm:prSet/>
      <dgm:spPr/>
      <dgm:t>
        <a:bodyPr/>
        <a:lstStyle/>
        <a:p>
          <a:endParaRPr lang="en-US"/>
        </a:p>
      </dgm:t>
    </dgm:pt>
    <dgm:pt modelId="{1781D043-75A2-4896-B7F9-CD82EB808CE1}" type="sibTrans" cxnId="{E3F34482-89BA-4251-9E57-1A862919A4BC}">
      <dgm:prSet/>
      <dgm:spPr/>
      <dgm:t>
        <a:bodyPr/>
        <a:lstStyle/>
        <a:p>
          <a:endParaRPr lang="en-US"/>
        </a:p>
      </dgm:t>
    </dgm:pt>
    <dgm:pt modelId="{BF3943E4-57BB-49F1-88D9-990F433944F0}">
      <dgm:prSet/>
      <dgm:spPr/>
      <dgm:t>
        <a:bodyPr/>
        <a:lstStyle/>
        <a:p>
          <a:r>
            <a:rPr lang="en-US"/>
            <a:t>• Constitución Española (artículo 18 y otros derechos fundamentales).</a:t>
          </a:r>
        </a:p>
      </dgm:t>
    </dgm:pt>
    <dgm:pt modelId="{AC83762C-281C-4351-9AE2-5CA69A3CFB01}" type="parTrans" cxnId="{DBACD02C-C94F-4803-984B-9920DEDE25E5}">
      <dgm:prSet/>
      <dgm:spPr/>
      <dgm:t>
        <a:bodyPr/>
        <a:lstStyle/>
        <a:p>
          <a:endParaRPr lang="en-US"/>
        </a:p>
      </dgm:t>
    </dgm:pt>
    <dgm:pt modelId="{DC276E17-6A85-453D-B8ED-E7D7B7209C7D}" type="sibTrans" cxnId="{DBACD02C-C94F-4803-984B-9920DEDE25E5}">
      <dgm:prSet/>
      <dgm:spPr/>
      <dgm:t>
        <a:bodyPr/>
        <a:lstStyle/>
        <a:p>
          <a:endParaRPr lang="en-US"/>
        </a:p>
      </dgm:t>
    </dgm:pt>
    <dgm:pt modelId="{351762AD-DFA0-49CD-A104-2D140CD649FF}">
      <dgm:prSet/>
      <dgm:spPr/>
      <dgm:t>
        <a:bodyPr/>
        <a:lstStyle/>
        <a:p>
          <a:r>
            <a:rPr lang="en-US"/>
            <a:t>• Carta de Derechos Digitales de España (2021).</a:t>
          </a:r>
        </a:p>
      </dgm:t>
    </dgm:pt>
    <dgm:pt modelId="{2A99A6A6-5CB8-4728-A6F6-1172C0983A2A}" type="parTrans" cxnId="{C7325379-E6C3-452F-8FDB-338367999742}">
      <dgm:prSet/>
      <dgm:spPr/>
      <dgm:t>
        <a:bodyPr/>
        <a:lstStyle/>
        <a:p>
          <a:endParaRPr lang="en-US"/>
        </a:p>
      </dgm:t>
    </dgm:pt>
    <dgm:pt modelId="{96C262FE-4ED2-4904-A893-BF73ED55EAB5}" type="sibTrans" cxnId="{C7325379-E6C3-452F-8FDB-338367999742}">
      <dgm:prSet/>
      <dgm:spPr/>
      <dgm:t>
        <a:bodyPr/>
        <a:lstStyle/>
        <a:p>
          <a:endParaRPr lang="en-US"/>
        </a:p>
      </dgm:t>
    </dgm:pt>
    <dgm:pt modelId="{24DA95EE-6099-4AE8-BAE3-41AEAEFF4A43}" type="pres">
      <dgm:prSet presAssocID="{3C619DE2-3043-4F56-9F5B-DE1600224642}" presName="root" presStyleCnt="0">
        <dgm:presLayoutVars>
          <dgm:dir/>
          <dgm:resizeHandles val="exact"/>
        </dgm:presLayoutVars>
      </dgm:prSet>
      <dgm:spPr/>
    </dgm:pt>
    <dgm:pt modelId="{3EB8ADDC-F206-4501-A744-8F8CABF3A1DB}" type="pres">
      <dgm:prSet presAssocID="{9D4C412A-79BD-46DF-9625-80E6695751D0}" presName="compNode" presStyleCnt="0"/>
      <dgm:spPr/>
    </dgm:pt>
    <dgm:pt modelId="{B2F6962A-F614-489F-B0CE-A349017CB95D}" type="pres">
      <dgm:prSet presAssocID="{9D4C412A-79BD-46DF-9625-80E6695751D0}" presName="bgRect" presStyleLbl="bgShp" presStyleIdx="0" presStyleCnt="3"/>
      <dgm:spPr/>
    </dgm:pt>
    <dgm:pt modelId="{6787328E-2D45-4A28-8147-256B8A0130DE}" type="pres">
      <dgm:prSet presAssocID="{9D4C412A-79BD-46DF-9625-80E6695751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EFB4D521-9DD9-41EC-B5FF-3F57EB223744}" type="pres">
      <dgm:prSet presAssocID="{9D4C412A-79BD-46DF-9625-80E6695751D0}" presName="spaceRect" presStyleCnt="0"/>
      <dgm:spPr/>
    </dgm:pt>
    <dgm:pt modelId="{80A0CFAF-7ECD-4BB2-A218-22A34E695066}" type="pres">
      <dgm:prSet presAssocID="{9D4C412A-79BD-46DF-9625-80E6695751D0}" presName="parTx" presStyleLbl="revTx" presStyleIdx="0" presStyleCnt="3">
        <dgm:presLayoutVars>
          <dgm:chMax val="0"/>
          <dgm:chPref val="0"/>
        </dgm:presLayoutVars>
      </dgm:prSet>
      <dgm:spPr/>
    </dgm:pt>
    <dgm:pt modelId="{1EB83C49-41D8-4C5A-91AA-3ABDC3A9C326}" type="pres">
      <dgm:prSet presAssocID="{1781D043-75A2-4896-B7F9-CD82EB808CE1}" presName="sibTrans" presStyleCnt="0"/>
      <dgm:spPr/>
    </dgm:pt>
    <dgm:pt modelId="{5166E93E-096E-43FA-BF18-08BC6CB5D472}" type="pres">
      <dgm:prSet presAssocID="{BF3943E4-57BB-49F1-88D9-990F433944F0}" presName="compNode" presStyleCnt="0"/>
      <dgm:spPr/>
    </dgm:pt>
    <dgm:pt modelId="{CD81349C-0F1A-4103-ABE2-FBE875D208EF}" type="pres">
      <dgm:prSet presAssocID="{BF3943E4-57BB-49F1-88D9-990F433944F0}" presName="bgRect" presStyleLbl="bgShp" presStyleIdx="1" presStyleCnt="3"/>
      <dgm:spPr/>
    </dgm:pt>
    <dgm:pt modelId="{CE43F4E0-F3E6-475A-9CD2-13DFBD8B944B}" type="pres">
      <dgm:prSet presAssocID="{BF3943E4-57BB-49F1-88D9-990F433944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apapeles"/>
        </a:ext>
      </dgm:extLst>
    </dgm:pt>
    <dgm:pt modelId="{3DF093E2-9A93-41BB-805B-D486D6625FAF}" type="pres">
      <dgm:prSet presAssocID="{BF3943E4-57BB-49F1-88D9-990F433944F0}" presName="spaceRect" presStyleCnt="0"/>
      <dgm:spPr/>
    </dgm:pt>
    <dgm:pt modelId="{69063ECE-0DA1-4CC5-BE30-4BAB1787608F}" type="pres">
      <dgm:prSet presAssocID="{BF3943E4-57BB-49F1-88D9-990F433944F0}" presName="parTx" presStyleLbl="revTx" presStyleIdx="1" presStyleCnt="3">
        <dgm:presLayoutVars>
          <dgm:chMax val="0"/>
          <dgm:chPref val="0"/>
        </dgm:presLayoutVars>
      </dgm:prSet>
      <dgm:spPr/>
    </dgm:pt>
    <dgm:pt modelId="{0AE8BEA3-A7E0-4AC1-8088-4DCFCC08BE5E}" type="pres">
      <dgm:prSet presAssocID="{DC276E17-6A85-453D-B8ED-E7D7B7209C7D}" presName="sibTrans" presStyleCnt="0"/>
      <dgm:spPr/>
    </dgm:pt>
    <dgm:pt modelId="{78455413-C09C-4D10-92A4-6232BDF7E0F1}" type="pres">
      <dgm:prSet presAssocID="{351762AD-DFA0-49CD-A104-2D140CD649FF}" presName="compNode" presStyleCnt="0"/>
      <dgm:spPr/>
    </dgm:pt>
    <dgm:pt modelId="{DA8B7519-81E6-4B06-B220-3290D83C6ADA}" type="pres">
      <dgm:prSet presAssocID="{351762AD-DFA0-49CD-A104-2D140CD649FF}" presName="bgRect" presStyleLbl="bgShp" presStyleIdx="2" presStyleCnt="3"/>
      <dgm:spPr/>
    </dgm:pt>
    <dgm:pt modelId="{3A840010-72D7-4953-818E-3C29A7F68984}" type="pres">
      <dgm:prSet presAssocID="{351762AD-DFA0-49CD-A104-2D140CD649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07E8218-9205-4DF3-8BD1-6C9E37B0A964}" type="pres">
      <dgm:prSet presAssocID="{351762AD-DFA0-49CD-A104-2D140CD649FF}" presName="spaceRect" presStyleCnt="0"/>
      <dgm:spPr/>
    </dgm:pt>
    <dgm:pt modelId="{2F7620D3-BC7B-43F3-BF3F-49B5861E8806}" type="pres">
      <dgm:prSet presAssocID="{351762AD-DFA0-49CD-A104-2D140CD649F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ACD02C-C94F-4803-984B-9920DEDE25E5}" srcId="{3C619DE2-3043-4F56-9F5B-DE1600224642}" destId="{BF3943E4-57BB-49F1-88D9-990F433944F0}" srcOrd="1" destOrd="0" parTransId="{AC83762C-281C-4351-9AE2-5CA69A3CFB01}" sibTransId="{DC276E17-6A85-453D-B8ED-E7D7B7209C7D}"/>
    <dgm:cxn modelId="{45CBF74E-6231-44C8-85AD-59C59328FFEF}" type="presOf" srcId="{BF3943E4-57BB-49F1-88D9-990F433944F0}" destId="{69063ECE-0DA1-4CC5-BE30-4BAB1787608F}" srcOrd="0" destOrd="0" presId="urn:microsoft.com/office/officeart/2018/2/layout/IconVerticalSolidList"/>
    <dgm:cxn modelId="{C7325379-E6C3-452F-8FDB-338367999742}" srcId="{3C619DE2-3043-4F56-9F5B-DE1600224642}" destId="{351762AD-DFA0-49CD-A104-2D140CD649FF}" srcOrd="2" destOrd="0" parTransId="{2A99A6A6-5CB8-4728-A6F6-1172C0983A2A}" sibTransId="{96C262FE-4ED2-4904-A893-BF73ED55EAB5}"/>
    <dgm:cxn modelId="{E3F34482-89BA-4251-9E57-1A862919A4BC}" srcId="{3C619DE2-3043-4F56-9F5B-DE1600224642}" destId="{9D4C412A-79BD-46DF-9625-80E6695751D0}" srcOrd="0" destOrd="0" parTransId="{94CFD114-6EB2-4368-999A-3B2DAB6747F9}" sibTransId="{1781D043-75A2-4896-B7F9-CD82EB808CE1}"/>
    <dgm:cxn modelId="{199473A7-3C11-40D7-96B7-FCCAC9B4B5F4}" type="presOf" srcId="{3C619DE2-3043-4F56-9F5B-DE1600224642}" destId="{24DA95EE-6099-4AE8-BAE3-41AEAEFF4A43}" srcOrd="0" destOrd="0" presId="urn:microsoft.com/office/officeart/2018/2/layout/IconVerticalSolidList"/>
    <dgm:cxn modelId="{9EEAD1DB-6DD2-4FB7-B08D-98CD3A35815F}" type="presOf" srcId="{9D4C412A-79BD-46DF-9625-80E6695751D0}" destId="{80A0CFAF-7ECD-4BB2-A218-22A34E695066}" srcOrd="0" destOrd="0" presId="urn:microsoft.com/office/officeart/2018/2/layout/IconVerticalSolidList"/>
    <dgm:cxn modelId="{47829BE0-8C35-4578-894F-E4CB3DEA6668}" type="presOf" srcId="{351762AD-DFA0-49CD-A104-2D140CD649FF}" destId="{2F7620D3-BC7B-43F3-BF3F-49B5861E8806}" srcOrd="0" destOrd="0" presId="urn:microsoft.com/office/officeart/2018/2/layout/IconVerticalSolidList"/>
    <dgm:cxn modelId="{D1C27055-B001-4162-939C-CE2AE90A099F}" type="presParOf" srcId="{24DA95EE-6099-4AE8-BAE3-41AEAEFF4A43}" destId="{3EB8ADDC-F206-4501-A744-8F8CABF3A1DB}" srcOrd="0" destOrd="0" presId="urn:microsoft.com/office/officeart/2018/2/layout/IconVerticalSolidList"/>
    <dgm:cxn modelId="{91281284-6EB7-4DA4-8FDB-A13303139265}" type="presParOf" srcId="{3EB8ADDC-F206-4501-A744-8F8CABF3A1DB}" destId="{B2F6962A-F614-489F-B0CE-A349017CB95D}" srcOrd="0" destOrd="0" presId="urn:microsoft.com/office/officeart/2018/2/layout/IconVerticalSolidList"/>
    <dgm:cxn modelId="{3A3D3FFD-A94A-4319-8043-495C5EDF31C7}" type="presParOf" srcId="{3EB8ADDC-F206-4501-A744-8F8CABF3A1DB}" destId="{6787328E-2D45-4A28-8147-256B8A0130DE}" srcOrd="1" destOrd="0" presId="urn:microsoft.com/office/officeart/2018/2/layout/IconVerticalSolidList"/>
    <dgm:cxn modelId="{42F17E36-F36E-46EC-87D1-D17E82147E5A}" type="presParOf" srcId="{3EB8ADDC-F206-4501-A744-8F8CABF3A1DB}" destId="{EFB4D521-9DD9-41EC-B5FF-3F57EB223744}" srcOrd="2" destOrd="0" presId="urn:microsoft.com/office/officeart/2018/2/layout/IconVerticalSolidList"/>
    <dgm:cxn modelId="{C9636235-2335-4687-886A-B3A0479708ED}" type="presParOf" srcId="{3EB8ADDC-F206-4501-A744-8F8CABF3A1DB}" destId="{80A0CFAF-7ECD-4BB2-A218-22A34E695066}" srcOrd="3" destOrd="0" presId="urn:microsoft.com/office/officeart/2018/2/layout/IconVerticalSolidList"/>
    <dgm:cxn modelId="{8C60F9E5-876E-46FE-9205-8758DEDD73CA}" type="presParOf" srcId="{24DA95EE-6099-4AE8-BAE3-41AEAEFF4A43}" destId="{1EB83C49-41D8-4C5A-91AA-3ABDC3A9C326}" srcOrd="1" destOrd="0" presId="urn:microsoft.com/office/officeart/2018/2/layout/IconVerticalSolidList"/>
    <dgm:cxn modelId="{A541B438-9325-474C-A13A-C72A3BAEF5C0}" type="presParOf" srcId="{24DA95EE-6099-4AE8-BAE3-41AEAEFF4A43}" destId="{5166E93E-096E-43FA-BF18-08BC6CB5D472}" srcOrd="2" destOrd="0" presId="urn:microsoft.com/office/officeart/2018/2/layout/IconVerticalSolidList"/>
    <dgm:cxn modelId="{B4D43104-6BBD-40B6-8929-3E973D84165C}" type="presParOf" srcId="{5166E93E-096E-43FA-BF18-08BC6CB5D472}" destId="{CD81349C-0F1A-4103-ABE2-FBE875D208EF}" srcOrd="0" destOrd="0" presId="urn:microsoft.com/office/officeart/2018/2/layout/IconVerticalSolidList"/>
    <dgm:cxn modelId="{3B23D71D-2B91-405C-A570-592A01BF0CC3}" type="presParOf" srcId="{5166E93E-096E-43FA-BF18-08BC6CB5D472}" destId="{CE43F4E0-F3E6-475A-9CD2-13DFBD8B944B}" srcOrd="1" destOrd="0" presId="urn:microsoft.com/office/officeart/2018/2/layout/IconVerticalSolidList"/>
    <dgm:cxn modelId="{7B05331C-96ED-4C62-B0A4-181598D80EB8}" type="presParOf" srcId="{5166E93E-096E-43FA-BF18-08BC6CB5D472}" destId="{3DF093E2-9A93-41BB-805B-D486D6625FAF}" srcOrd="2" destOrd="0" presId="urn:microsoft.com/office/officeart/2018/2/layout/IconVerticalSolidList"/>
    <dgm:cxn modelId="{568B9A4F-B69A-4D72-97E5-4C6D8EFB9E2A}" type="presParOf" srcId="{5166E93E-096E-43FA-BF18-08BC6CB5D472}" destId="{69063ECE-0DA1-4CC5-BE30-4BAB1787608F}" srcOrd="3" destOrd="0" presId="urn:microsoft.com/office/officeart/2018/2/layout/IconVerticalSolidList"/>
    <dgm:cxn modelId="{F6859A88-ECA3-469A-A19D-AFD97138B762}" type="presParOf" srcId="{24DA95EE-6099-4AE8-BAE3-41AEAEFF4A43}" destId="{0AE8BEA3-A7E0-4AC1-8088-4DCFCC08BE5E}" srcOrd="3" destOrd="0" presId="urn:microsoft.com/office/officeart/2018/2/layout/IconVerticalSolidList"/>
    <dgm:cxn modelId="{96FDD84B-7550-430A-BD8C-DE22B0F25994}" type="presParOf" srcId="{24DA95EE-6099-4AE8-BAE3-41AEAEFF4A43}" destId="{78455413-C09C-4D10-92A4-6232BDF7E0F1}" srcOrd="4" destOrd="0" presId="urn:microsoft.com/office/officeart/2018/2/layout/IconVerticalSolidList"/>
    <dgm:cxn modelId="{AA6762E2-F603-4B99-B0B4-772CB7EBF6A1}" type="presParOf" srcId="{78455413-C09C-4D10-92A4-6232BDF7E0F1}" destId="{DA8B7519-81E6-4B06-B220-3290D83C6ADA}" srcOrd="0" destOrd="0" presId="urn:microsoft.com/office/officeart/2018/2/layout/IconVerticalSolidList"/>
    <dgm:cxn modelId="{34A972AA-2683-4E26-A014-F8BC570F25D0}" type="presParOf" srcId="{78455413-C09C-4D10-92A4-6232BDF7E0F1}" destId="{3A840010-72D7-4953-818E-3C29A7F68984}" srcOrd="1" destOrd="0" presId="urn:microsoft.com/office/officeart/2018/2/layout/IconVerticalSolidList"/>
    <dgm:cxn modelId="{711F0F2B-C9B1-4994-BEB9-12E01E159E16}" type="presParOf" srcId="{78455413-C09C-4D10-92A4-6232BDF7E0F1}" destId="{407E8218-9205-4DF3-8BD1-6C9E37B0A964}" srcOrd="2" destOrd="0" presId="urn:microsoft.com/office/officeart/2018/2/layout/IconVerticalSolidList"/>
    <dgm:cxn modelId="{B11330EE-FFD3-4817-86CE-22F5CE3CC79A}" type="presParOf" srcId="{78455413-C09C-4D10-92A4-6232BDF7E0F1}" destId="{2F7620D3-BC7B-43F3-BF3F-49B5861E88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93DF741-B27F-46E7-8D1B-9605466F6FF6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2AAD2D9-65E9-438F-9E13-F6846F8B144F}">
      <dgm:prSet/>
      <dgm:spPr/>
      <dgm:t>
        <a:bodyPr/>
        <a:lstStyle/>
        <a:p>
          <a:r>
            <a:rPr lang="en-US"/>
            <a:t>• Pequeños archivos que almacenan información en el navegador.</a:t>
          </a:r>
        </a:p>
      </dgm:t>
    </dgm:pt>
    <dgm:pt modelId="{E3BAC15C-F567-4D28-AA2E-3F33181C8ECB}" type="parTrans" cxnId="{54FA5786-4552-40AE-9FC7-DF2579A02DF6}">
      <dgm:prSet/>
      <dgm:spPr/>
      <dgm:t>
        <a:bodyPr/>
        <a:lstStyle/>
        <a:p>
          <a:endParaRPr lang="en-US"/>
        </a:p>
      </dgm:t>
    </dgm:pt>
    <dgm:pt modelId="{590979B1-D2D4-49D3-AE8B-EE220E80C961}" type="sibTrans" cxnId="{54FA5786-4552-40AE-9FC7-DF2579A02DF6}">
      <dgm:prSet/>
      <dgm:spPr/>
      <dgm:t>
        <a:bodyPr/>
        <a:lstStyle/>
        <a:p>
          <a:endParaRPr lang="en-US"/>
        </a:p>
      </dgm:t>
    </dgm:pt>
    <dgm:pt modelId="{B8B94181-F0AC-424B-AFB1-B380FD1954AB}">
      <dgm:prSet/>
      <dgm:spPr/>
      <dgm:t>
        <a:bodyPr/>
        <a:lstStyle/>
        <a:p>
          <a:r>
            <a:rPr lang="en-US"/>
            <a:t>• Tipos:</a:t>
          </a:r>
        </a:p>
      </dgm:t>
    </dgm:pt>
    <dgm:pt modelId="{BFF4692C-554A-4BFB-A84B-BB8B11FDC342}" type="parTrans" cxnId="{06DD5721-A641-49C7-8F4A-132C4A25902A}">
      <dgm:prSet/>
      <dgm:spPr/>
      <dgm:t>
        <a:bodyPr/>
        <a:lstStyle/>
        <a:p>
          <a:endParaRPr lang="en-US"/>
        </a:p>
      </dgm:t>
    </dgm:pt>
    <dgm:pt modelId="{0D9DB9A9-0BBE-451B-B21E-56ED89467CF7}" type="sibTrans" cxnId="{06DD5721-A641-49C7-8F4A-132C4A25902A}">
      <dgm:prSet/>
      <dgm:spPr/>
      <dgm:t>
        <a:bodyPr/>
        <a:lstStyle/>
        <a:p>
          <a:endParaRPr lang="en-US"/>
        </a:p>
      </dgm:t>
    </dgm:pt>
    <dgm:pt modelId="{2D204F06-5845-4588-A4D1-FF657B61602B}">
      <dgm:prSet/>
      <dgm:spPr/>
      <dgm:t>
        <a:bodyPr/>
        <a:lstStyle/>
        <a:p>
          <a:r>
            <a:rPr lang="en-US"/>
            <a:t>- Técnicas: necesarias para el funcionamiento.</a:t>
          </a:r>
        </a:p>
      </dgm:t>
    </dgm:pt>
    <dgm:pt modelId="{A5A34AA6-7D93-45BD-BB41-912D9B469524}" type="parTrans" cxnId="{1F80D44D-0D8A-4276-9A7A-C6D461D0DA18}">
      <dgm:prSet/>
      <dgm:spPr/>
      <dgm:t>
        <a:bodyPr/>
        <a:lstStyle/>
        <a:p>
          <a:endParaRPr lang="en-US"/>
        </a:p>
      </dgm:t>
    </dgm:pt>
    <dgm:pt modelId="{6936AC3E-443E-4F1C-B4C8-C8D561613D68}" type="sibTrans" cxnId="{1F80D44D-0D8A-4276-9A7A-C6D461D0DA18}">
      <dgm:prSet/>
      <dgm:spPr/>
      <dgm:t>
        <a:bodyPr/>
        <a:lstStyle/>
        <a:p>
          <a:endParaRPr lang="en-US"/>
        </a:p>
      </dgm:t>
    </dgm:pt>
    <dgm:pt modelId="{FBFABC7F-1C0B-48D8-952E-0348E601858B}">
      <dgm:prSet/>
      <dgm:spPr/>
      <dgm:t>
        <a:bodyPr/>
        <a:lstStyle/>
        <a:p>
          <a:r>
            <a:rPr lang="en-US"/>
            <a:t>- Personalización: ajustan la experiencia.</a:t>
          </a:r>
        </a:p>
      </dgm:t>
    </dgm:pt>
    <dgm:pt modelId="{A49534D2-5F8A-4958-8868-450B4FE7D071}" type="parTrans" cxnId="{D1A7B131-C174-4091-9344-FC2B5FBB98A9}">
      <dgm:prSet/>
      <dgm:spPr/>
      <dgm:t>
        <a:bodyPr/>
        <a:lstStyle/>
        <a:p>
          <a:endParaRPr lang="en-US"/>
        </a:p>
      </dgm:t>
    </dgm:pt>
    <dgm:pt modelId="{4BB5B5F2-312F-4996-9F42-F22D5DDEF33D}" type="sibTrans" cxnId="{D1A7B131-C174-4091-9344-FC2B5FBB98A9}">
      <dgm:prSet/>
      <dgm:spPr/>
      <dgm:t>
        <a:bodyPr/>
        <a:lstStyle/>
        <a:p>
          <a:endParaRPr lang="en-US"/>
        </a:p>
      </dgm:t>
    </dgm:pt>
    <dgm:pt modelId="{1847D4B6-5E7E-4DB5-9537-8F5686C84059}">
      <dgm:prSet/>
      <dgm:spPr/>
      <dgm:t>
        <a:bodyPr/>
        <a:lstStyle/>
        <a:p>
          <a:r>
            <a:rPr lang="en-US"/>
            <a:t>- Analíticas: estadísticas y métricas.</a:t>
          </a:r>
        </a:p>
      </dgm:t>
    </dgm:pt>
    <dgm:pt modelId="{4A9A9F9F-B9D9-4BD3-B068-15FE9F62767D}" type="parTrans" cxnId="{4EB25288-7C32-4A0A-A500-944DF4F1F6DB}">
      <dgm:prSet/>
      <dgm:spPr/>
      <dgm:t>
        <a:bodyPr/>
        <a:lstStyle/>
        <a:p>
          <a:endParaRPr lang="en-US"/>
        </a:p>
      </dgm:t>
    </dgm:pt>
    <dgm:pt modelId="{EC2DF206-7E5B-4A84-9312-AEB2B1848143}" type="sibTrans" cxnId="{4EB25288-7C32-4A0A-A500-944DF4F1F6DB}">
      <dgm:prSet/>
      <dgm:spPr/>
      <dgm:t>
        <a:bodyPr/>
        <a:lstStyle/>
        <a:p>
          <a:endParaRPr lang="en-US"/>
        </a:p>
      </dgm:t>
    </dgm:pt>
    <dgm:pt modelId="{36E9EADF-762E-4AC3-898A-128D3131ADBB}">
      <dgm:prSet/>
      <dgm:spPr/>
      <dgm:t>
        <a:bodyPr/>
        <a:lstStyle/>
        <a:p>
          <a:r>
            <a:rPr lang="en-US"/>
            <a:t>- Publicitarias: seguimiento y publicidad.</a:t>
          </a:r>
        </a:p>
      </dgm:t>
    </dgm:pt>
    <dgm:pt modelId="{C5D0E108-D8CD-4EC4-9731-72FD7EC268A4}" type="parTrans" cxnId="{90E5BED9-04C5-40BC-940A-ABFFB1E3BF94}">
      <dgm:prSet/>
      <dgm:spPr/>
      <dgm:t>
        <a:bodyPr/>
        <a:lstStyle/>
        <a:p>
          <a:endParaRPr lang="en-US"/>
        </a:p>
      </dgm:t>
    </dgm:pt>
    <dgm:pt modelId="{4A56F4EC-FB99-4EDD-9D20-04D4CABC4AFF}" type="sibTrans" cxnId="{90E5BED9-04C5-40BC-940A-ABFFB1E3BF94}">
      <dgm:prSet/>
      <dgm:spPr/>
      <dgm:t>
        <a:bodyPr/>
        <a:lstStyle/>
        <a:p>
          <a:endParaRPr lang="en-US"/>
        </a:p>
      </dgm:t>
    </dgm:pt>
    <dgm:pt modelId="{E06FF4D1-29B0-4957-A880-EED8EF730BA9}">
      <dgm:prSet/>
      <dgm:spPr/>
      <dgm:t>
        <a:bodyPr/>
        <a:lstStyle/>
        <a:p>
          <a:r>
            <a:rPr lang="en-US"/>
            <a:t>• Obligaciones legales:</a:t>
          </a:r>
        </a:p>
      </dgm:t>
    </dgm:pt>
    <dgm:pt modelId="{995E8146-D0FB-4E01-8C6F-63D21D015563}" type="parTrans" cxnId="{4496096E-7BE1-4D89-A2A2-2691B4A4EB8B}">
      <dgm:prSet/>
      <dgm:spPr/>
      <dgm:t>
        <a:bodyPr/>
        <a:lstStyle/>
        <a:p>
          <a:endParaRPr lang="en-US"/>
        </a:p>
      </dgm:t>
    </dgm:pt>
    <dgm:pt modelId="{D0C308D1-0A69-4FC3-9D68-E5B2CE8A2340}" type="sibTrans" cxnId="{4496096E-7BE1-4D89-A2A2-2691B4A4EB8B}">
      <dgm:prSet/>
      <dgm:spPr/>
      <dgm:t>
        <a:bodyPr/>
        <a:lstStyle/>
        <a:p>
          <a:endParaRPr lang="en-US"/>
        </a:p>
      </dgm:t>
    </dgm:pt>
    <dgm:pt modelId="{03BEF335-0DC1-41D8-BF2C-2EFE1411FE38}">
      <dgm:prSet/>
      <dgm:spPr/>
      <dgm:t>
        <a:bodyPr/>
        <a:lstStyle/>
        <a:p>
          <a:r>
            <a:rPr lang="en-US"/>
            <a:t>- Consentimiento informado.</a:t>
          </a:r>
        </a:p>
      </dgm:t>
    </dgm:pt>
    <dgm:pt modelId="{8CED9E9C-139C-402E-B1EF-2ED215350ECA}" type="parTrans" cxnId="{9181682F-1B71-460C-8E91-B43D156CA12A}">
      <dgm:prSet/>
      <dgm:spPr/>
      <dgm:t>
        <a:bodyPr/>
        <a:lstStyle/>
        <a:p>
          <a:endParaRPr lang="en-US"/>
        </a:p>
      </dgm:t>
    </dgm:pt>
    <dgm:pt modelId="{3FE7EA3C-EC27-4895-9C14-1BDBFA8D7DF1}" type="sibTrans" cxnId="{9181682F-1B71-460C-8E91-B43D156CA12A}">
      <dgm:prSet/>
      <dgm:spPr/>
      <dgm:t>
        <a:bodyPr/>
        <a:lstStyle/>
        <a:p>
          <a:endParaRPr lang="en-US"/>
        </a:p>
      </dgm:t>
    </dgm:pt>
    <dgm:pt modelId="{72D0CF18-74B2-43C1-9171-048A5F72D476}">
      <dgm:prSet/>
      <dgm:spPr/>
      <dgm:t>
        <a:bodyPr/>
        <a:lstStyle/>
        <a:p>
          <a:r>
            <a:rPr lang="en-US"/>
            <a:t>- Opción de aceptar/rechazar/configurar.</a:t>
          </a:r>
        </a:p>
      </dgm:t>
    </dgm:pt>
    <dgm:pt modelId="{571B46F3-8D1D-4868-A0BB-5731457B9A4E}" type="parTrans" cxnId="{CC3279DC-A972-42B9-AA03-4E7AB85F78A0}">
      <dgm:prSet/>
      <dgm:spPr/>
      <dgm:t>
        <a:bodyPr/>
        <a:lstStyle/>
        <a:p>
          <a:endParaRPr lang="en-US"/>
        </a:p>
      </dgm:t>
    </dgm:pt>
    <dgm:pt modelId="{9F5CD442-C382-4894-A28B-57ECDA587ACE}" type="sibTrans" cxnId="{CC3279DC-A972-42B9-AA03-4E7AB85F78A0}">
      <dgm:prSet/>
      <dgm:spPr/>
      <dgm:t>
        <a:bodyPr/>
        <a:lstStyle/>
        <a:p>
          <a:endParaRPr lang="en-US"/>
        </a:p>
      </dgm:t>
    </dgm:pt>
    <dgm:pt modelId="{3F917893-EB94-4690-8258-7F9A3FE3043C}">
      <dgm:prSet/>
      <dgm:spPr/>
      <dgm:t>
        <a:bodyPr/>
        <a:lstStyle/>
        <a:p>
          <a:r>
            <a:rPr lang="en-US"/>
            <a:t>- Información clara en política de cookies.</a:t>
          </a:r>
        </a:p>
      </dgm:t>
    </dgm:pt>
    <dgm:pt modelId="{20BB9CF6-029F-414B-818C-60569337296E}" type="parTrans" cxnId="{CC65EAB1-863A-4F66-B013-C9C4A7D68D2F}">
      <dgm:prSet/>
      <dgm:spPr/>
      <dgm:t>
        <a:bodyPr/>
        <a:lstStyle/>
        <a:p>
          <a:endParaRPr lang="en-US"/>
        </a:p>
      </dgm:t>
    </dgm:pt>
    <dgm:pt modelId="{DAB599D5-79B2-4560-A0DF-14FB31E7DBE0}" type="sibTrans" cxnId="{CC65EAB1-863A-4F66-B013-C9C4A7D68D2F}">
      <dgm:prSet/>
      <dgm:spPr/>
      <dgm:t>
        <a:bodyPr/>
        <a:lstStyle/>
        <a:p>
          <a:endParaRPr lang="en-US"/>
        </a:p>
      </dgm:t>
    </dgm:pt>
    <dgm:pt modelId="{82CF2408-8417-48B4-B6D1-8323A1AF7432}" type="pres">
      <dgm:prSet presAssocID="{893DF741-B27F-46E7-8D1B-9605466F6FF6}" presName="vert0" presStyleCnt="0">
        <dgm:presLayoutVars>
          <dgm:dir/>
          <dgm:animOne val="branch"/>
          <dgm:animLvl val="lvl"/>
        </dgm:presLayoutVars>
      </dgm:prSet>
      <dgm:spPr/>
    </dgm:pt>
    <dgm:pt modelId="{E891B07E-DD71-4652-83C8-BBEC3AB8ED90}" type="pres">
      <dgm:prSet presAssocID="{52AAD2D9-65E9-438F-9E13-F6846F8B144F}" presName="thickLine" presStyleLbl="alignNode1" presStyleIdx="0" presStyleCnt="10"/>
      <dgm:spPr/>
    </dgm:pt>
    <dgm:pt modelId="{889C3829-D3F4-413C-A61D-C412DB660EA2}" type="pres">
      <dgm:prSet presAssocID="{52AAD2D9-65E9-438F-9E13-F6846F8B144F}" presName="horz1" presStyleCnt="0"/>
      <dgm:spPr/>
    </dgm:pt>
    <dgm:pt modelId="{AB95B212-5AB5-47D6-9FBA-31B430DF2E75}" type="pres">
      <dgm:prSet presAssocID="{52AAD2D9-65E9-438F-9E13-F6846F8B144F}" presName="tx1" presStyleLbl="revTx" presStyleIdx="0" presStyleCnt="10"/>
      <dgm:spPr/>
    </dgm:pt>
    <dgm:pt modelId="{59309FDE-83C2-4475-9456-8B6E279F5361}" type="pres">
      <dgm:prSet presAssocID="{52AAD2D9-65E9-438F-9E13-F6846F8B144F}" presName="vert1" presStyleCnt="0"/>
      <dgm:spPr/>
    </dgm:pt>
    <dgm:pt modelId="{C409A323-05A4-4153-B6E2-B911A037AA30}" type="pres">
      <dgm:prSet presAssocID="{B8B94181-F0AC-424B-AFB1-B380FD1954AB}" presName="thickLine" presStyleLbl="alignNode1" presStyleIdx="1" presStyleCnt="10"/>
      <dgm:spPr/>
    </dgm:pt>
    <dgm:pt modelId="{10987F62-5888-42F4-B594-76830464A3B5}" type="pres">
      <dgm:prSet presAssocID="{B8B94181-F0AC-424B-AFB1-B380FD1954AB}" presName="horz1" presStyleCnt="0"/>
      <dgm:spPr/>
    </dgm:pt>
    <dgm:pt modelId="{3B66584B-3F8E-46D8-B7F3-DC2550AC9AE9}" type="pres">
      <dgm:prSet presAssocID="{B8B94181-F0AC-424B-AFB1-B380FD1954AB}" presName="tx1" presStyleLbl="revTx" presStyleIdx="1" presStyleCnt="10"/>
      <dgm:spPr/>
    </dgm:pt>
    <dgm:pt modelId="{BD80EE0F-B8F5-48AA-A8CE-B0ADDF859942}" type="pres">
      <dgm:prSet presAssocID="{B8B94181-F0AC-424B-AFB1-B380FD1954AB}" presName="vert1" presStyleCnt="0"/>
      <dgm:spPr/>
    </dgm:pt>
    <dgm:pt modelId="{4694985D-E946-4445-9705-6D51F2BC491F}" type="pres">
      <dgm:prSet presAssocID="{2D204F06-5845-4588-A4D1-FF657B61602B}" presName="thickLine" presStyleLbl="alignNode1" presStyleIdx="2" presStyleCnt="10"/>
      <dgm:spPr/>
    </dgm:pt>
    <dgm:pt modelId="{E372D0C6-FA9F-4F89-91E3-B950D4CD0E27}" type="pres">
      <dgm:prSet presAssocID="{2D204F06-5845-4588-A4D1-FF657B61602B}" presName="horz1" presStyleCnt="0"/>
      <dgm:spPr/>
    </dgm:pt>
    <dgm:pt modelId="{74AC5CE8-9D0C-4F34-AE6A-349F8CF42F60}" type="pres">
      <dgm:prSet presAssocID="{2D204F06-5845-4588-A4D1-FF657B61602B}" presName="tx1" presStyleLbl="revTx" presStyleIdx="2" presStyleCnt="10"/>
      <dgm:spPr/>
    </dgm:pt>
    <dgm:pt modelId="{131D56DA-7EE5-4A3E-846B-6052ADEAD9B3}" type="pres">
      <dgm:prSet presAssocID="{2D204F06-5845-4588-A4D1-FF657B61602B}" presName="vert1" presStyleCnt="0"/>
      <dgm:spPr/>
    </dgm:pt>
    <dgm:pt modelId="{CCF6CBA3-FE6E-40C8-A9E9-C3C50256E7FD}" type="pres">
      <dgm:prSet presAssocID="{FBFABC7F-1C0B-48D8-952E-0348E601858B}" presName="thickLine" presStyleLbl="alignNode1" presStyleIdx="3" presStyleCnt="10"/>
      <dgm:spPr/>
    </dgm:pt>
    <dgm:pt modelId="{62F85DAD-3DD5-430A-A036-01BA9748CE6F}" type="pres">
      <dgm:prSet presAssocID="{FBFABC7F-1C0B-48D8-952E-0348E601858B}" presName="horz1" presStyleCnt="0"/>
      <dgm:spPr/>
    </dgm:pt>
    <dgm:pt modelId="{4B6860A5-7C8F-4834-B69B-BBE9E6067788}" type="pres">
      <dgm:prSet presAssocID="{FBFABC7F-1C0B-48D8-952E-0348E601858B}" presName="tx1" presStyleLbl="revTx" presStyleIdx="3" presStyleCnt="10"/>
      <dgm:spPr/>
    </dgm:pt>
    <dgm:pt modelId="{B2938FE0-29DC-40E9-AD29-E2C3183F3AEB}" type="pres">
      <dgm:prSet presAssocID="{FBFABC7F-1C0B-48D8-952E-0348E601858B}" presName="vert1" presStyleCnt="0"/>
      <dgm:spPr/>
    </dgm:pt>
    <dgm:pt modelId="{196DE1AB-7C9E-442F-B154-AB25AB14FFDD}" type="pres">
      <dgm:prSet presAssocID="{1847D4B6-5E7E-4DB5-9537-8F5686C84059}" presName="thickLine" presStyleLbl="alignNode1" presStyleIdx="4" presStyleCnt="10"/>
      <dgm:spPr/>
    </dgm:pt>
    <dgm:pt modelId="{979735BE-7024-4FCF-A018-92540FB002E9}" type="pres">
      <dgm:prSet presAssocID="{1847D4B6-5E7E-4DB5-9537-8F5686C84059}" presName="horz1" presStyleCnt="0"/>
      <dgm:spPr/>
    </dgm:pt>
    <dgm:pt modelId="{4669AC46-C6BC-424B-A0A5-57283CD0470D}" type="pres">
      <dgm:prSet presAssocID="{1847D4B6-5E7E-4DB5-9537-8F5686C84059}" presName="tx1" presStyleLbl="revTx" presStyleIdx="4" presStyleCnt="10"/>
      <dgm:spPr/>
    </dgm:pt>
    <dgm:pt modelId="{1D813813-C7BF-41ED-93E9-926A0B637C8C}" type="pres">
      <dgm:prSet presAssocID="{1847D4B6-5E7E-4DB5-9537-8F5686C84059}" presName="vert1" presStyleCnt="0"/>
      <dgm:spPr/>
    </dgm:pt>
    <dgm:pt modelId="{BA011DFA-C720-4824-9CDC-0353CF448B61}" type="pres">
      <dgm:prSet presAssocID="{36E9EADF-762E-4AC3-898A-128D3131ADBB}" presName="thickLine" presStyleLbl="alignNode1" presStyleIdx="5" presStyleCnt="10"/>
      <dgm:spPr/>
    </dgm:pt>
    <dgm:pt modelId="{98CFD9AD-7C2B-4616-BB24-56CC3E4996A3}" type="pres">
      <dgm:prSet presAssocID="{36E9EADF-762E-4AC3-898A-128D3131ADBB}" presName="horz1" presStyleCnt="0"/>
      <dgm:spPr/>
    </dgm:pt>
    <dgm:pt modelId="{9EB54DB3-1947-4C50-BFED-FC03C860D2A2}" type="pres">
      <dgm:prSet presAssocID="{36E9EADF-762E-4AC3-898A-128D3131ADBB}" presName="tx1" presStyleLbl="revTx" presStyleIdx="5" presStyleCnt="10"/>
      <dgm:spPr/>
    </dgm:pt>
    <dgm:pt modelId="{6AE4D6FE-5AA9-4805-8ECA-9C6A60503458}" type="pres">
      <dgm:prSet presAssocID="{36E9EADF-762E-4AC3-898A-128D3131ADBB}" presName="vert1" presStyleCnt="0"/>
      <dgm:spPr/>
    </dgm:pt>
    <dgm:pt modelId="{A7D8BC1D-F215-47C3-A886-B22DA80A9EB8}" type="pres">
      <dgm:prSet presAssocID="{E06FF4D1-29B0-4957-A880-EED8EF730BA9}" presName="thickLine" presStyleLbl="alignNode1" presStyleIdx="6" presStyleCnt="10"/>
      <dgm:spPr/>
    </dgm:pt>
    <dgm:pt modelId="{BF634AF4-F883-4A25-97DC-2714FEFC4B79}" type="pres">
      <dgm:prSet presAssocID="{E06FF4D1-29B0-4957-A880-EED8EF730BA9}" presName="horz1" presStyleCnt="0"/>
      <dgm:spPr/>
    </dgm:pt>
    <dgm:pt modelId="{45BB82A4-9E22-4821-95C9-4847154A33E3}" type="pres">
      <dgm:prSet presAssocID="{E06FF4D1-29B0-4957-A880-EED8EF730BA9}" presName="tx1" presStyleLbl="revTx" presStyleIdx="6" presStyleCnt="10"/>
      <dgm:spPr/>
    </dgm:pt>
    <dgm:pt modelId="{815B92CB-134E-4347-B497-DD8387769043}" type="pres">
      <dgm:prSet presAssocID="{E06FF4D1-29B0-4957-A880-EED8EF730BA9}" presName="vert1" presStyleCnt="0"/>
      <dgm:spPr/>
    </dgm:pt>
    <dgm:pt modelId="{E105C7B1-6FE2-4174-A968-991CF7D12B13}" type="pres">
      <dgm:prSet presAssocID="{03BEF335-0DC1-41D8-BF2C-2EFE1411FE38}" presName="thickLine" presStyleLbl="alignNode1" presStyleIdx="7" presStyleCnt="10"/>
      <dgm:spPr/>
    </dgm:pt>
    <dgm:pt modelId="{07F5E8BF-F6AE-47FD-BEEB-B032059E9E74}" type="pres">
      <dgm:prSet presAssocID="{03BEF335-0DC1-41D8-BF2C-2EFE1411FE38}" presName="horz1" presStyleCnt="0"/>
      <dgm:spPr/>
    </dgm:pt>
    <dgm:pt modelId="{FA883786-A3BA-416D-B91A-D85AF4F0956A}" type="pres">
      <dgm:prSet presAssocID="{03BEF335-0DC1-41D8-BF2C-2EFE1411FE38}" presName="tx1" presStyleLbl="revTx" presStyleIdx="7" presStyleCnt="10"/>
      <dgm:spPr/>
    </dgm:pt>
    <dgm:pt modelId="{3C179380-FF82-412E-B351-987F8F73523F}" type="pres">
      <dgm:prSet presAssocID="{03BEF335-0DC1-41D8-BF2C-2EFE1411FE38}" presName="vert1" presStyleCnt="0"/>
      <dgm:spPr/>
    </dgm:pt>
    <dgm:pt modelId="{8070EEB0-6741-4713-9F52-DA9E9B3F4320}" type="pres">
      <dgm:prSet presAssocID="{72D0CF18-74B2-43C1-9171-048A5F72D476}" presName="thickLine" presStyleLbl="alignNode1" presStyleIdx="8" presStyleCnt="10"/>
      <dgm:spPr/>
    </dgm:pt>
    <dgm:pt modelId="{977EF283-3A21-427B-B63E-65D31EEE31ED}" type="pres">
      <dgm:prSet presAssocID="{72D0CF18-74B2-43C1-9171-048A5F72D476}" presName="horz1" presStyleCnt="0"/>
      <dgm:spPr/>
    </dgm:pt>
    <dgm:pt modelId="{31EB2645-EE12-47C8-A43D-E32052B6F478}" type="pres">
      <dgm:prSet presAssocID="{72D0CF18-74B2-43C1-9171-048A5F72D476}" presName="tx1" presStyleLbl="revTx" presStyleIdx="8" presStyleCnt="10"/>
      <dgm:spPr/>
    </dgm:pt>
    <dgm:pt modelId="{C85972D9-2D7D-4602-A51F-663DE3B5B798}" type="pres">
      <dgm:prSet presAssocID="{72D0CF18-74B2-43C1-9171-048A5F72D476}" presName="vert1" presStyleCnt="0"/>
      <dgm:spPr/>
    </dgm:pt>
    <dgm:pt modelId="{CEF2CCEB-B88D-4537-B737-705D90F8E139}" type="pres">
      <dgm:prSet presAssocID="{3F917893-EB94-4690-8258-7F9A3FE3043C}" presName="thickLine" presStyleLbl="alignNode1" presStyleIdx="9" presStyleCnt="10"/>
      <dgm:spPr/>
    </dgm:pt>
    <dgm:pt modelId="{0CF33A34-27CA-4A77-ABEF-776BF7C88245}" type="pres">
      <dgm:prSet presAssocID="{3F917893-EB94-4690-8258-7F9A3FE3043C}" presName="horz1" presStyleCnt="0"/>
      <dgm:spPr/>
    </dgm:pt>
    <dgm:pt modelId="{A33F7C08-AB30-4689-9F47-C575034307F8}" type="pres">
      <dgm:prSet presAssocID="{3F917893-EB94-4690-8258-7F9A3FE3043C}" presName="tx1" presStyleLbl="revTx" presStyleIdx="9" presStyleCnt="10"/>
      <dgm:spPr/>
    </dgm:pt>
    <dgm:pt modelId="{7E68DB3E-E4CE-45B1-B59E-DF583551F168}" type="pres">
      <dgm:prSet presAssocID="{3F917893-EB94-4690-8258-7F9A3FE3043C}" presName="vert1" presStyleCnt="0"/>
      <dgm:spPr/>
    </dgm:pt>
  </dgm:ptLst>
  <dgm:cxnLst>
    <dgm:cxn modelId="{46A38C13-2203-43BE-9AAA-A73E0616C2EE}" type="presOf" srcId="{FBFABC7F-1C0B-48D8-952E-0348E601858B}" destId="{4B6860A5-7C8F-4834-B69B-BBE9E6067788}" srcOrd="0" destOrd="0" presId="urn:microsoft.com/office/officeart/2008/layout/LinedList"/>
    <dgm:cxn modelId="{06DD5721-A641-49C7-8F4A-132C4A25902A}" srcId="{893DF741-B27F-46E7-8D1B-9605466F6FF6}" destId="{B8B94181-F0AC-424B-AFB1-B380FD1954AB}" srcOrd="1" destOrd="0" parTransId="{BFF4692C-554A-4BFB-A84B-BB8B11FDC342}" sibTransId="{0D9DB9A9-0BBE-451B-B21E-56ED89467CF7}"/>
    <dgm:cxn modelId="{9181682F-1B71-460C-8E91-B43D156CA12A}" srcId="{893DF741-B27F-46E7-8D1B-9605466F6FF6}" destId="{03BEF335-0DC1-41D8-BF2C-2EFE1411FE38}" srcOrd="7" destOrd="0" parTransId="{8CED9E9C-139C-402E-B1EF-2ED215350ECA}" sibTransId="{3FE7EA3C-EC27-4895-9C14-1BDBFA8D7DF1}"/>
    <dgm:cxn modelId="{D1A7B131-C174-4091-9344-FC2B5FBB98A9}" srcId="{893DF741-B27F-46E7-8D1B-9605466F6FF6}" destId="{FBFABC7F-1C0B-48D8-952E-0348E601858B}" srcOrd="3" destOrd="0" parTransId="{A49534D2-5F8A-4958-8868-450B4FE7D071}" sibTransId="{4BB5B5F2-312F-4996-9F42-F22D5DDEF33D}"/>
    <dgm:cxn modelId="{0AAAF85F-37A7-4D41-A7D9-17A98077C42F}" type="presOf" srcId="{36E9EADF-762E-4AC3-898A-128D3131ADBB}" destId="{9EB54DB3-1947-4C50-BFED-FC03C860D2A2}" srcOrd="0" destOrd="0" presId="urn:microsoft.com/office/officeart/2008/layout/LinedList"/>
    <dgm:cxn modelId="{93CC4463-0188-47F4-AD0D-422E0B8EF867}" type="presOf" srcId="{893DF741-B27F-46E7-8D1B-9605466F6FF6}" destId="{82CF2408-8417-48B4-B6D1-8323A1AF7432}" srcOrd="0" destOrd="0" presId="urn:microsoft.com/office/officeart/2008/layout/LinedList"/>
    <dgm:cxn modelId="{1F80D44D-0D8A-4276-9A7A-C6D461D0DA18}" srcId="{893DF741-B27F-46E7-8D1B-9605466F6FF6}" destId="{2D204F06-5845-4588-A4D1-FF657B61602B}" srcOrd="2" destOrd="0" parTransId="{A5A34AA6-7D93-45BD-BB41-912D9B469524}" sibTransId="{6936AC3E-443E-4F1C-B4C8-C8D561613D68}"/>
    <dgm:cxn modelId="{4496096E-7BE1-4D89-A2A2-2691B4A4EB8B}" srcId="{893DF741-B27F-46E7-8D1B-9605466F6FF6}" destId="{E06FF4D1-29B0-4957-A880-EED8EF730BA9}" srcOrd="6" destOrd="0" parTransId="{995E8146-D0FB-4E01-8C6F-63D21D015563}" sibTransId="{D0C308D1-0A69-4FC3-9D68-E5B2CE8A2340}"/>
    <dgm:cxn modelId="{B41F1573-E483-415E-B7EB-BEFBED59A483}" type="presOf" srcId="{E06FF4D1-29B0-4957-A880-EED8EF730BA9}" destId="{45BB82A4-9E22-4821-95C9-4847154A33E3}" srcOrd="0" destOrd="0" presId="urn:microsoft.com/office/officeart/2008/layout/LinedList"/>
    <dgm:cxn modelId="{A8C37577-BBEB-41A2-9F53-29E56504A15A}" type="presOf" srcId="{3F917893-EB94-4690-8258-7F9A3FE3043C}" destId="{A33F7C08-AB30-4689-9F47-C575034307F8}" srcOrd="0" destOrd="0" presId="urn:microsoft.com/office/officeart/2008/layout/LinedList"/>
    <dgm:cxn modelId="{45D49E5A-4395-4EBF-B10C-E3322398DF29}" type="presOf" srcId="{03BEF335-0DC1-41D8-BF2C-2EFE1411FE38}" destId="{FA883786-A3BA-416D-B91A-D85AF4F0956A}" srcOrd="0" destOrd="0" presId="urn:microsoft.com/office/officeart/2008/layout/LinedList"/>
    <dgm:cxn modelId="{67A25A7B-CC5C-4153-BE3D-A2FD8FE009E9}" type="presOf" srcId="{52AAD2D9-65E9-438F-9E13-F6846F8B144F}" destId="{AB95B212-5AB5-47D6-9FBA-31B430DF2E75}" srcOrd="0" destOrd="0" presId="urn:microsoft.com/office/officeart/2008/layout/LinedList"/>
    <dgm:cxn modelId="{54FA5786-4552-40AE-9FC7-DF2579A02DF6}" srcId="{893DF741-B27F-46E7-8D1B-9605466F6FF6}" destId="{52AAD2D9-65E9-438F-9E13-F6846F8B144F}" srcOrd="0" destOrd="0" parTransId="{E3BAC15C-F567-4D28-AA2E-3F33181C8ECB}" sibTransId="{590979B1-D2D4-49D3-AE8B-EE220E80C961}"/>
    <dgm:cxn modelId="{328BE587-20E0-4647-8D71-EE7A4F9134E5}" type="presOf" srcId="{2D204F06-5845-4588-A4D1-FF657B61602B}" destId="{74AC5CE8-9D0C-4F34-AE6A-349F8CF42F60}" srcOrd="0" destOrd="0" presId="urn:microsoft.com/office/officeart/2008/layout/LinedList"/>
    <dgm:cxn modelId="{4EB25288-7C32-4A0A-A500-944DF4F1F6DB}" srcId="{893DF741-B27F-46E7-8D1B-9605466F6FF6}" destId="{1847D4B6-5E7E-4DB5-9537-8F5686C84059}" srcOrd="4" destOrd="0" parTransId="{4A9A9F9F-B9D9-4BD3-B068-15FE9F62767D}" sibTransId="{EC2DF206-7E5B-4A84-9312-AEB2B1848143}"/>
    <dgm:cxn modelId="{B1C1629F-EBF0-4084-B42C-11AAEEA53D2C}" type="presOf" srcId="{72D0CF18-74B2-43C1-9171-048A5F72D476}" destId="{31EB2645-EE12-47C8-A43D-E32052B6F478}" srcOrd="0" destOrd="0" presId="urn:microsoft.com/office/officeart/2008/layout/LinedList"/>
    <dgm:cxn modelId="{CFD07CA1-E601-4766-9F6E-52B4193E464D}" type="presOf" srcId="{1847D4B6-5E7E-4DB5-9537-8F5686C84059}" destId="{4669AC46-C6BC-424B-A0A5-57283CD0470D}" srcOrd="0" destOrd="0" presId="urn:microsoft.com/office/officeart/2008/layout/LinedList"/>
    <dgm:cxn modelId="{CC65EAB1-863A-4F66-B013-C9C4A7D68D2F}" srcId="{893DF741-B27F-46E7-8D1B-9605466F6FF6}" destId="{3F917893-EB94-4690-8258-7F9A3FE3043C}" srcOrd="9" destOrd="0" parTransId="{20BB9CF6-029F-414B-818C-60569337296E}" sibTransId="{DAB599D5-79B2-4560-A0DF-14FB31E7DBE0}"/>
    <dgm:cxn modelId="{90E5BED9-04C5-40BC-940A-ABFFB1E3BF94}" srcId="{893DF741-B27F-46E7-8D1B-9605466F6FF6}" destId="{36E9EADF-762E-4AC3-898A-128D3131ADBB}" srcOrd="5" destOrd="0" parTransId="{C5D0E108-D8CD-4EC4-9731-72FD7EC268A4}" sibTransId="{4A56F4EC-FB99-4EDD-9D20-04D4CABC4AFF}"/>
    <dgm:cxn modelId="{CC3279DC-A972-42B9-AA03-4E7AB85F78A0}" srcId="{893DF741-B27F-46E7-8D1B-9605466F6FF6}" destId="{72D0CF18-74B2-43C1-9171-048A5F72D476}" srcOrd="8" destOrd="0" parTransId="{571B46F3-8D1D-4868-A0BB-5731457B9A4E}" sibTransId="{9F5CD442-C382-4894-A28B-57ECDA587ACE}"/>
    <dgm:cxn modelId="{A7D9EDFC-8E76-4266-9414-261C702A4B35}" type="presOf" srcId="{B8B94181-F0AC-424B-AFB1-B380FD1954AB}" destId="{3B66584B-3F8E-46D8-B7F3-DC2550AC9AE9}" srcOrd="0" destOrd="0" presId="urn:microsoft.com/office/officeart/2008/layout/LinedList"/>
    <dgm:cxn modelId="{81322596-67B1-4B52-878C-9DFD02F8F2FC}" type="presParOf" srcId="{82CF2408-8417-48B4-B6D1-8323A1AF7432}" destId="{E891B07E-DD71-4652-83C8-BBEC3AB8ED90}" srcOrd="0" destOrd="0" presId="urn:microsoft.com/office/officeart/2008/layout/LinedList"/>
    <dgm:cxn modelId="{CAD2356E-82FB-4477-9259-8741D57068DD}" type="presParOf" srcId="{82CF2408-8417-48B4-B6D1-8323A1AF7432}" destId="{889C3829-D3F4-413C-A61D-C412DB660EA2}" srcOrd="1" destOrd="0" presId="urn:microsoft.com/office/officeart/2008/layout/LinedList"/>
    <dgm:cxn modelId="{D7B87EAC-D277-4F2C-93BC-B38FE6EC0AB5}" type="presParOf" srcId="{889C3829-D3F4-413C-A61D-C412DB660EA2}" destId="{AB95B212-5AB5-47D6-9FBA-31B430DF2E75}" srcOrd="0" destOrd="0" presId="urn:microsoft.com/office/officeart/2008/layout/LinedList"/>
    <dgm:cxn modelId="{D375F6C7-19B3-4597-BD44-1E364694F0F7}" type="presParOf" srcId="{889C3829-D3F4-413C-A61D-C412DB660EA2}" destId="{59309FDE-83C2-4475-9456-8B6E279F5361}" srcOrd="1" destOrd="0" presId="urn:microsoft.com/office/officeart/2008/layout/LinedList"/>
    <dgm:cxn modelId="{794F41CD-C299-43A3-B35B-782D0180F585}" type="presParOf" srcId="{82CF2408-8417-48B4-B6D1-8323A1AF7432}" destId="{C409A323-05A4-4153-B6E2-B911A037AA30}" srcOrd="2" destOrd="0" presId="urn:microsoft.com/office/officeart/2008/layout/LinedList"/>
    <dgm:cxn modelId="{E3C2D26E-7896-49EE-AA77-27470896475E}" type="presParOf" srcId="{82CF2408-8417-48B4-B6D1-8323A1AF7432}" destId="{10987F62-5888-42F4-B594-76830464A3B5}" srcOrd="3" destOrd="0" presId="urn:microsoft.com/office/officeart/2008/layout/LinedList"/>
    <dgm:cxn modelId="{B6FD6D80-450A-4ADD-916F-ACD4ED8AA312}" type="presParOf" srcId="{10987F62-5888-42F4-B594-76830464A3B5}" destId="{3B66584B-3F8E-46D8-B7F3-DC2550AC9AE9}" srcOrd="0" destOrd="0" presId="urn:microsoft.com/office/officeart/2008/layout/LinedList"/>
    <dgm:cxn modelId="{76D02EE7-41FB-4035-863F-BBA512237F72}" type="presParOf" srcId="{10987F62-5888-42F4-B594-76830464A3B5}" destId="{BD80EE0F-B8F5-48AA-A8CE-B0ADDF859942}" srcOrd="1" destOrd="0" presId="urn:microsoft.com/office/officeart/2008/layout/LinedList"/>
    <dgm:cxn modelId="{6067F65A-F497-43C2-A95A-78065B595682}" type="presParOf" srcId="{82CF2408-8417-48B4-B6D1-8323A1AF7432}" destId="{4694985D-E946-4445-9705-6D51F2BC491F}" srcOrd="4" destOrd="0" presId="urn:microsoft.com/office/officeart/2008/layout/LinedList"/>
    <dgm:cxn modelId="{17BC11A0-7E80-4101-AFA6-8FD1F03DF6A5}" type="presParOf" srcId="{82CF2408-8417-48B4-B6D1-8323A1AF7432}" destId="{E372D0C6-FA9F-4F89-91E3-B950D4CD0E27}" srcOrd="5" destOrd="0" presId="urn:microsoft.com/office/officeart/2008/layout/LinedList"/>
    <dgm:cxn modelId="{B48C09F1-ECA4-4ACB-A8D0-9B1F37BB71DF}" type="presParOf" srcId="{E372D0C6-FA9F-4F89-91E3-B950D4CD0E27}" destId="{74AC5CE8-9D0C-4F34-AE6A-349F8CF42F60}" srcOrd="0" destOrd="0" presId="urn:microsoft.com/office/officeart/2008/layout/LinedList"/>
    <dgm:cxn modelId="{35C89BC0-CD44-4A65-94CC-0AA1372D0DFE}" type="presParOf" srcId="{E372D0C6-FA9F-4F89-91E3-B950D4CD0E27}" destId="{131D56DA-7EE5-4A3E-846B-6052ADEAD9B3}" srcOrd="1" destOrd="0" presId="urn:microsoft.com/office/officeart/2008/layout/LinedList"/>
    <dgm:cxn modelId="{9010F06F-A2E6-45C9-A625-54D80C01A7E5}" type="presParOf" srcId="{82CF2408-8417-48B4-B6D1-8323A1AF7432}" destId="{CCF6CBA3-FE6E-40C8-A9E9-C3C50256E7FD}" srcOrd="6" destOrd="0" presId="urn:microsoft.com/office/officeart/2008/layout/LinedList"/>
    <dgm:cxn modelId="{D3D417E6-2879-4861-8B5C-558B0DDEBD02}" type="presParOf" srcId="{82CF2408-8417-48B4-B6D1-8323A1AF7432}" destId="{62F85DAD-3DD5-430A-A036-01BA9748CE6F}" srcOrd="7" destOrd="0" presId="urn:microsoft.com/office/officeart/2008/layout/LinedList"/>
    <dgm:cxn modelId="{DC83DE91-04B8-40F5-A4C9-6997EC771326}" type="presParOf" srcId="{62F85DAD-3DD5-430A-A036-01BA9748CE6F}" destId="{4B6860A5-7C8F-4834-B69B-BBE9E6067788}" srcOrd="0" destOrd="0" presId="urn:microsoft.com/office/officeart/2008/layout/LinedList"/>
    <dgm:cxn modelId="{2CE55996-AA94-4BF6-A836-50129BFEBE0A}" type="presParOf" srcId="{62F85DAD-3DD5-430A-A036-01BA9748CE6F}" destId="{B2938FE0-29DC-40E9-AD29-E2C3183F3AEB}" srcOrd="1" destOrd="0" presId="urn:microsoft.com/office/officeart/2008/layout/LinedList"/>
    <dgm:cxn modelId="{8C494632-A258-4966-902A-ABE3FD950640}" type="presParOf" srcId="{82CF2408-8417-48B4-B6D1-8323A1AF7432}" destId="{196DE1AB-7C9E-442F-B154-AB25AB14FFDD}" srcOrd="8" destOrd="0" presId="urn:microsoft.com/office/officeart/2008/layout/LinedList"/>
    <dgm:cxn modelId="{38F37A30-566B-42AD-BC86-A2FF9F904777}" type="presParOf" srcId="{82CF2408-8417-48B4-B6D1-8323A1AF7432}" destId="{979735BE-7024-4FCF-A018-92540FB002E9}" srcOrd="9" destOrd="0" presId="urn:microsoft.com/office/officeart/2008/layout/LinedList"/>
    <dgm:cxn modelId="{B0EB0986-294C-4A2B-A9E1-F19764EF0BE8}" type="presParOf" srcId="{979735BE-7024-4FCF-A018-92540FB002E9}" destId="{4669AC46-C6BC-424B-A0A5-57283CD0470D}" srcOrd="0" destOrd="0" presId="urn:microsoft.com/office/officeart/2008/layout/LinedList"/>
    <dgm:cxn modelId="{90339164-D378-4233-B969-015CF82547CA}" type="presParOf" srcId="{979735BE-7024-4FCF-A018-92540FB002E9}" destId="{1D813813-C7BF-41ED-93E9-926A0B637C8C}" srcOrd="1" destOrd="0" presId="urn:microsoft.com/office/officeart/2008/layout/LinedList"/>
    <dgm:cxn modelId="{94DE4E1C-B7B2-47F0-85F2-8BF6EF7B0DE4}" type="presParOf" srcId="{82CF2408-8417-48B4-B6D1-8323A1AF7432}" destId="{BA011DFA-C720-4824-9CDC-0353CF448B61}" srcOrd="10" destOrd="0" presId="urn:microsoft.com/office/officeart/2008/layout/LinedList"/>
    <dgm:cxn modelId="{B4B7F373-27A0-4CA6-BE6E-CBA26ED9C992}" type="presParOf" srcId="{82CF2408-8417-48B4-B6D1-8323A1AF7432}" destId="{98CFD9AD-7C2B-4616-BB24-56CC3E4996A3}" srcOrd="11" destOrd="0" presId="urn:microsoft.com/office/officeart/2008/layout/LinedList"/>
    <dgm:cxn modelId="{92AE7F1B-2713-4C36-ABDF-1C4683B5CC45}" type="presParOf" srcId="{98CFD9AD-7C2B-4616-BB24-56CC3E4996A3}" destId="{9EB54DB3-1947-4C50-BFED-FC03C860D2A2}" srcOrd="0" destOrd="0" presId="urn:microsoft.com/office/officeart/2008/layout/LinedList"/>
    <dgm:cxn modelId="{1E60A025-50CA-458B-8BCE-0760BDFC6A99}" type="presParOf" srcId="{98CFD9AD-7C2B-4616-BB24-56CC3E4996A3}" destId="{6AE4D6FE-5AA9-4805-8ECA-9C6A60503458}" srcOrd="1" destOrd="0" presId="urn:microsoft.com/office/officeart/2008/layout/LinedList"/>
    <dgm:cxn modelId="{F4A6F18F-AA8A-4F96-A4DD-05D955FD9232}" type="presParOf" srcId="{82CF2408-8417-48B4-B6D1-8323A1AF7432}" destId="{A7D8BC1D-F215-47C3-A886-B22DA80A9EB8}" srcOrd="12" destOrd="0" presId="urn:microsoft.com/office/officeart/2008/layout/LinedList"/>
    <dgm:cxn modelId="{F3F8A4A1-FC79-452D-8632-B5CC32F908C6}" type="presParOf" srcId="{82CF2408-8417-48B4-B6D1-8323A1AF7432}" destId="{BF634AF4-F883-4A25-97DC-2714FEFC4B79}" srcOrd="13" destOrd="0" presId="urn:microsoft.com/office/officeart/2008/layout/LinedList"/>
    <dgm:cxn modelId="{F33F07F6-4350-4464-93EC-22AAFC7B4783}" type="presParOf" srcId="{BF634AF4-F883-4A25-97DC-2714FEFC4B79}" destId="{45BB82A4-9E22-4821-95C9-4847154A33E3}" srcOrd="0" destOrd="0" presId="urn:microsoft.com/office/officeart/2008/layout/LinedList"/>
    <dgm:cxn modelId="{51F0DE86-F3DB-49C3-9203-D0191D194A2C}" type="presParOf" srcId="{BF634AF4-F883-4A25-97DC-2714FEFC4B79}" destId="{815B92CB-134E-4347-B497-DD8387769043}" srcOrd="1" destOrd="0" presId="urn:microsoft.com/office/officeart/2008/layout/LinedList"/>
    <dgm:cxn modelId="{CECA9A96-7295-4DB8-A76E-266C9EAA6580}" type="presParOf" srcId="{82CF2408-8417-48B4-B6D1-8323A1AF7432}" destId="{E105C7B1-6FE2-4174-A968-991CF7D12B13}" srcOrd="14" destOrd="0" presId="urn:microsoft.com/office/officeart/2008/layout/LinedList"/>
    <dgm:cxn modelId="{B95846D6-B757-41FF-A4AB-4E48684405CD}" type="presParOf" srcId="{82CF2408-8417-48B4-B6D1-8323A1AF7432}" destId="{07F5E8BF-F6AE-47FD-BEEB-B032059E9E74}" srcOrd="15" destOrd="0" presId="urn:microsoft.com/office/officeart/2008/layout/LinedList"/>
    <dgm:cxn modelId="{C201FB26-816B-43EB-8424-5965A9B6DF8C}" type="presParOf" srcId="{07F5E8BF-F6AE-47FD-BEEB-B032059E9E74}" destId="{FA883786-A3BA-416D-B91A-D85AF4F0956A}" srcOrd="0" destOrd="0" presId="urn:microsoft.com/office/officeart/2008/layout/LinedList"/>
    <dgm:cxn modelId="{5C0899C7-50B3-42DB-B805-19B43C4CCB8A}" type="presParOf" srcId="{07F5E8BF-F6AE-47FD-BEEB-B032059E9E74}" destId="{3C179380-FF82-412E-B351-987F8F73523F}" srcOrd="1" destOrd="0" presId="urn:microsoft.com/office/officeart/2008/layout/LinedList"/>
    <dgm:cxn modelId="{5F55C0B9-6ECD-454A-A79C-380595FCC530}" type="presParOf" srcId="{82CF2408-8417-48B4-B6D1-8323A1AF7432}" destId="{8070EEB0-6741-4713-9F52-DA9E9B3F4320}" srcOrd="16" destOrd="0" presId="urn:microsoft.com/office/officeart/2008/layout/LinedList"/>
    <dgm:cxn modelId="{B1F11D56-DAA7-4C0B-A67C-296D4C5A4D86}" type="presParOf" srcId="{82CF2408-8417-48B4-B6D1-8323A1AF7432}" destId="{977EF283-3A21-427B-B63E-65D31EEE31ED}" srcOrd="17" destOrd="0" presId="urn:microsoft.com/office/officeart/2008/layout/LinedList"/>
    <dgm:cxn modelId="{4B1CEA48-C54D-41F9-AC10-0E776346D00F}" type="presParOf" srcId="{977EF283-3A21-427B-B63E-65D31EEE31ED}" destId="{31EB2645-EE12-47C8-A43D-E32052B6F478}" srcOrd="0" destOrd="0" presId="urn:microsoft.com/office/officeart/2008/layout/LinedList"/>
    <dgm:cxn modelId="{902B01FD-162D-4E3F-A822-B408076DD4F5}" type="presParOf" srcId="{977EF283-3A21-427B-B63E-65D31EEE31ED}" destId="{C85972D9-2D7D-4602-A51F-663DE3B5B798}" srcOrd="1" destOrd="0" presId="urn:microsoft.com/office/officeart/2008/layout/LinedList"/>
    <dgm:cxn modelId="{971976A1-87E0-4152-BCBF-962E016FF003}" type="presParOf" srcId="{82CF2408-8417-48B4-B6D1-8323A1AF7432}" destId="{CEF2CCEB-B88D-4537-B737-705D90F8E139}" srcOrd="18" destOrd="0" presId="urn:microsoft.com/office/officeart/2008/layout/LinedList"/>
    <dgm:cxn modelId="{2076B2A7-8F6A-4CF3-A391-3FE6D6A31040}" type="presParOf" srcId="{82CF2408-8417-48B4-B6D1-8323A1AF7432}" destId="{0CF33A34-27CA-4A77-ABEF-776BF7C88245}" srcOrd="19" destOrd="0" presId="urn:microsoft.com/office/officeart/2008/layout/LinedList"/>
    <dgm:cxn modelId="{6892FA61-8AAC-45F6-B67B-1EF8CCDDB258}" type="presParOf" srcId="{0CF33A34-27CA-4A77-ABEF-776BF7C88245}" destId="{A33F7C08-AB30-4689-9F47-C575034307F8}" srcOrd="0" destOrd="0" presId="urn:microsoft.com/office/officeart/2008/layout/LinedList"/>
    <dgm:cxn modelId="{26A19CB7-1161-4F8B-A0FD-F364B2D210C0}" type="presParOf" srcId="{0CF33A34-27CA-4A77-ABEF-776BF7C88245}" destId="{7E68DB3E-E4CE-45B1-B59E-DF583551F1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88E4405-D994-41A1-A50F-661DF198F7D7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539C3F9-5E8B-487B-9AF9-9869975C3269}">
      <dgm:prSet/>
      <dgm:spPr/>
      <dgm:t>
        <a:bodyPr/>
        <a:lstStyle/>
        <a:p>
          <a:r>
            <a:rPr lang="en-US"/>
            <a:t>• Big Data: análisis masivo de datos para patrones.</a:t>
          </a:r>
        </a:p>
      </dgm:t>
    </dgm:pt>
    <dgm:pt modelId="{94DD2161-DA73-4B78-BD3C-CE8455AF72E6}" type="parTrans" cxnId="{D17DA7B4-5184-4D3C-8291-E6E3E6CA3EDA}">
      <dgm:prSet/>
      <dgm:spPr/>
      <dgm:t>
        <a:bodyPr/>
        <a:lstStyle/>
        <a:p>
          <a:endParaRPr lang="en-US"/>
        </a:p>
      </dgm:t>
    </dgm:pt>
    <dgm:pt modelId="{7F91694B-08E7-4686-A298-BA277D7AEEFA}" type="sibTrans" cxnId="{D17DA7B4-5184-4D3C-8291-E6E3E6CA3EDA}">
      <dgm:prSet/>
      <dgm:spPr/>
      <dgm:t>
        <a:bodyPr/>
        <a:lstStyle/>
        <a:p>
          <a:endParaRPr lang="en-US"/>
        </a:p>
      </dgm:t>
    </dgm:pt>
    <dgm:pt modelId="{6C5E86E0-B483-4A03-ADA8-B319CFAD9DE1}">
      <dgm:prSet/>
      <dgm:spPr/>
      <dgm:t>
        <a:bodyPr/>
        <a:lstStyle/>
        <a:p>
          <a:r>
            <a:rPr lang="en-US"/>
            <a:t>• Elaboración de perfiles: clasificar personas y predecir comportamiento.</a:t>
          </a:r>
        </a:p>
      </dgm:t>
    </dgm:pt>
    <dgm:pt modelId="{7AFB1649-F421-4B1A-8AFC-59E77319971F}" type="parTrans" cxnId="{19E4FFC3-9B14-46AC-A9CB-A7EFC822699D}">
      <dgm:prSet/>
      <dgm:spPr/>
      <dgm:t>
        <a:bodyPr/>
        <a:lstStyle/>
        <a:p>
          <a:endParaRPr lang="en-US"/>
        </a:p>
      </dgm:t>
    </dgm:pt>
    <dgm:pt modelId="{9F9765BA-59F0-44B9-9B91-03CA74E47924}" type="sibTrans" cxnId="{19E4FFC3-9B14-46AC-A9CB-A7EFC822699D}">
      <dgm:prSet/>
      <dgm:spPr/>
      <dgm:t>
        <a:bodyPr/>
        <a:lstStyle/>
        <a:p>
          <a:endParaRPr lang="en-US"/>
        </a:p>
      </dgm:t>
    </dgm:pt>
    <dgm:pt modelId="{15D97FBF-B0CB-4542-B359-14A7A25D928E}">
      <dgm:prSet/>
      <dgm:spPr/>
      <dgm:t>
        <a:bodyPr/>
        <a:lstStyle/>
        <a:p>
          <a:r>
            <a:rPr lang="en-US"/>
            <a:t>• Riesgos: discriminación, pérdida de privacidad, decisiones automatizadas.</a:t>
          </a:r>
        </a:p>
      </dgm:t>
    </dgm:pt>
    <dgm:pt modelId="{FF7F0799-85EE-49E1-B308-8AF36D96F7FD}" type="parTrans" cxnId="{2AAF8BD9-3A8A-462E-9CAA-040D47AB1C45}">
      <dgm:prSet/>
      <dgm:spPr/>
      <dgm:t>
        <a:bodyPr/>
        <a:lstStyle/>
        <a:p>
          <a:endParaRPr lang="en-US"/>
        </a:p>
      </dgm:t>
    </dgm:pt>
    <dgm:pt modelId="{DDBBA50D-050A-48E7-A613-70E4DA8ADA1F}" type="sibTrans" cxnId="{2AAF8BD9-3A8A-462E-9CAA-040D47AB1C45}">
      <dgm:prSet/>
      <dgm:spPr/>
      <dgm:t>
        <a:bodyPr/>
        <a:lstStyle/>
        <a:p>
          <a:endParaRPr lang="en-US"/>
        </a:p>
      </dgm:t>
    </dgm:pt>
    <dgm:pt modelId="{07FC4FEC-2441-4D9D-BB1E-B8AC0F767ECC}">
      <dgm:prSet/>
      <dgm:spPr/>
      <dgm:t>
        <a:bodyPr/>
        <a:lstStyle/>
        <a:p>
          <a:r>
            <a:rPr lang="en-US"/>
            <a:t>• RGPD: derecho a no ser objeto de decisiones solo automatizadas.</a:t>
          </a:r>
        </a:p>
      </dgm:t>
    </dgm:pt>
    <dgm:pt modelId="{0762DD3F-0C8B-46D8-AB1D-5C34E02466DA}" type="parTrans" cxnId="{2F58F3C6-D0E7-400E-B402-5CF7B9698CB9}">
      <dgm:prSet/>
      <dgm:spPr/>
      <dgm:t>
        <a:bodyPr/>
        <a:lstStyle/>
        <a:p>
          <a:endParaRPr lang="en-US"/>
        </a:p>
      </dgm:t>
    </dgm:pt>
    <dgm:pt modelId="{8AB83B21-94D7-49B6-9B05-1CCCBAB80606}" type="sibTrans" cxnId="{2F58F3C6-D0E7-400E-B402-5CF7B9698CB9}">
      <dgm:prSet/>
      <dgm:spPr/>
      <dgm:t>
        <a:bodyPr/>
        <a:lstStyle/>
        <a:p>
          <a:endParaRPr lang="en-US"/>
        </a:p>
      </dgm:t>
    </dgm:pt>
    <dgm:pt modelId="{5F903677-59F7-476C-9EF5-9D6B2F101FE4}" type="pres">
      <dgm:prSet presAssocID="{288E4405-D994-41A1-A50F-661DF198F7D7}" presName="linear" presStyleCnt="0">
        <dgm:presLayoutVars>
          <dgm:animLvl val="lvl"/>
          <dgm:resizeHandles val="exact"/>
        </dgm:presLayoutVars>
      </dgm:prSet>
      <dgm:spPr/>
    </dgm:pt>
    <dgm:pt modelId="{AAD84AD2-9908-4697-9735-BB052F4CC574}" type="pres">
      <dgm:prSet presAssocID="{4539C3F9-5E8B-487B-9AF9-9869975C32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B4837DF-EF9E-46F0-812A-1693817F5A46}" type="pres">
      <dgm:prSet presAssocID="{7F91694B-08E7-4686-A298-BA277D7AEEFA}" presName="spacer" presStyleCnt="0"/>
      <dgm:spPr/>
    </dgm:pt>
    <dgm:pt modelId="{12542194-8240-483D-8309-117615F37FCB}" type="pres">
      <dgm:prSet presAssocID="{6C5E86E0-B483-4A03-ADA8-B319CFAD9D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7CAB98-62FD-4919-8DBD-DD22C6FD4DE8}" type="pres">
      <dgm:prSet presAssocID="{9F9765BA-59F0-44B9-9B91-03CA74E47924}" presName="spacer" presStyleCnt="0"/>
      <dgm:spPr/>
    </dgm:pt>
    <dgm:pt modelId="{FB21831A-BD0F-4E71-8ACC-A26A2C2E884E}" type="pres">
      <dgm:prSet presAssocID="{15D97FBF-B0CB-4542-B359-14A7A25D92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1619E7-55FC-4918-806E-E2A768B42675}" type="pres">
      <dgm:prSet presAssocID="{DDBBA50D-050A-48E7-A613-70E4DA8ADA1F}" presName="spacer" presStyleCnt="0"/>
      <dgm:spPr/>
    </dgm:pt>
    <dgm:pt modelId="{C626D471-9E66-4073-9530-8A70C221F951}" type="pres">
      <dgm:prSet presAssocID="{07FC4FEC-2441-4D9D-BB1E-B8AC0F767E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8B6D07-45C4-4B53-8D34-26F8FEEEFD8A}" type="presOf" srcId="{6C5E86E0-B483-4A03-ADA8-B319CFAD9DE1}" destId="{12542194-8240-483D-8309-117615F37FCB}" srcOrd="0" destOrd="0" presId="urn:microsoft.com/office/officeart/2005/8/layout/vList2"/>
    <dgm:cxn modelId="{97701110-6151-48A7-B8B0-795097B467C7}" type="presOf" srcId="{288E4405-D994-41A1-A50F-661DF198F7D7}" destId="{5F903677-59F7-476C-9EF5-9D6B2F101FE4}" srcOrd="0" destOrd="0" presId="urn:microsoft.com/office/officeart/2005/8/layout/vList2"/>
    <dgm:cxn modelId="{D17DA7B4-5184-4D3C-8291-E6E3E6CA3EDA}" srcId="{288E4405-D994-41A1-A50F-661DF198F7D7}" destId="{4539C3F9-5E8B-487B-9AF9-9869975C3269}" srcOrd="0" destOrd="0" parTransId="{94DD2161-DA73-4B78-BD3C-CE8455AF72E6}" sibTransId="{7F91694B-08E7-4686-A298-BA277D7AEEFA}"/>
    <dgm:cxn modelId="{19E4FFC3-9B14-46AC-A9CB-A7EFC822699D}" srcId="{288E4405-D994-41A1-A50F-661DF198F7D7}" destId="{6C5E86E0-B483-4A03-ADA8-B319CFAD9DE1}" srcOrd="1" destOrd="0" parTransId="{7AFB1649-F421-4B1A-8AFC-59E77319971F}" sibTransId="{9F9765BA-59F0-44B9-9B91-03CA74E47924}"/>
    <dgm:cxn modelId="{2F58F3C6-D0E7-400E-B402-5CF7B9698CB9}" srcId="{288E4405-D994-41A1-A50F-661DF198F7D7}" destId="{07FC4FEC-2441-4D9D-BB1E-B8AC0F767ECC}" srcOrd="3" destOrd="0" parTransId="{0762DD3F-0C8B-46D8-AB1D-5C34E02466DA}" sibTransId="{8AB83B21-94D7-49B6-9B05-1CCCBAB80606}"/>
    <dgm:cxn modelId="{2AAF8BD9-3A8A-462E-9CAA-040D47AB1C45}" srcId="{288E4405-D994-41A1-A50F-661DF198F7D7}" destId="{15D97FBF-B0CB-4542-B359-14A7A25D928E}" srcOrd="2" destOrd="0" parTransId="{FF7F0799-85EE-49E1-B308-8AF36D96F7FD}" sibTransId="{DDBBA50D-050A-48E7-A613-70E4DA8ADA1F}"/>
    <dgm:cxn modelId="{8EFC35E9-145C-43EF-911B-0D2B80D6779E}" type="presOf" srcId="{07FC4FEC-2441-4D9D-BB1E-B8AC0F767ECC}" destId="{C626D471-9E66-4073-9530-8A70C221F951}" srcOrd="0" destOrd="0" presId="urn:microsoft.com/office/officeart/2005/8/layout/vList2"/>
    <dgm:cxn modelId="{C24886EE-5B60-42D3-83B3-ABE2EC99E696}" type="presOf" srcId="{4539C3F9-5E8B-487B-9AF9-9869975C3269}" destId="{AAD84AD2-9908-4697-9735-BB052F4CC574}" srcOrd="0" destOrd="0" presId="urn:microsoft.com/office/officeart/2005/8/layout/vList2"/>
    <dgm:cxn modelId="{C0E5A9FA-422E-4833-A741-57281E7826F3}" type="presOf" srcId="{15D97FBF-B0CB-4542-B359-14A7A25D928E}" destId="{FB21831A-BD0F-4E71-8ACC-A26A2C2E884E}" srcOrd="0" destOrd="0" presId="urn:microsoft.com/office/officeart/2005/8/layout/vList2"/>
    <dgm:cxn modelId="{CF16F3A0-BB80-4173-A0AA-92D9173DB3F7}" type="presParOf" srcId="{5F903677-59F7-476C-9EF5-9D6B2F101FE4}" destId="{AAD84AD2-9908-4697-9735-BB052F4CC574}" srcOrd="0" destOrd="0" presId="urn:microsoft.com/office/officeart/2005/8/layout/vList2"/>
    <dgm:cxn modelId="{D32F92F2-4C8E-401E-BBFA-C5EF2A571431}" type="presParOf" srcId="{5F903677-59F7-476C-9EF5-9D6B2F101FE4}" destId="{7B4837DF-EF9E-46F0-812A-1693817F5A46}" srcOrd="1" destOrd="0" presId="urn:microsoft.com/office/officeart/2005/8/layout/vList2"/>
    <dgm:cxn modelId="{F0505B97-B64F-4928-9454-FEB8C2B9D997}" type="presParOf" srcId="{5F903677-59F7-476C-9EF5-9D6B2F101FE4}" destId="{12542194-8240-483D-8309-117615F37FCB}" srcOrd="2" destOrd="0" presId="urn:microsoft.com/office/officeart/2005/8/layout/vList2"/>
    <dgm:cxn modelId="{C2EB05DE-B097-4E63-84FF-5EEBD141990F}" type="presParOf" srcId="{5F903677-59F7-476C-9EF5-9D6B2F101FE4}" destId="{7C7CAB98-62FD-4919-8DBD-DD22C6FD4DE8}" srcOrd="3" destOrd="0" presId="urn:microsoft.com/office/officeart/2005/8/layout/vList2"/>
    <dgm:cxn modelId="{7F7598FA-6B35-497C-B5C1-5263DBEBED0E}" type="presParOf" srcId="{5F903677-59F7-476C-9EF5-9D6B2F101FE4}" destId="{FB21831A-BD0F-4E71-8ACC-A26A2C2E884E}" srcOrd="4" destOrd="0" presId="urn:microsoft.com/office/officeart/2005/8/layout/vList2"/>
    <dgm:cxn modelId="{758C87D3-B6B4-4D06-A511-781EF9718E08}" type="presParOf" srcId="{5F903677-59F7-476C-9EF5-9D6B2F101FE4}" destId="{3A1619E7-55FC-4918-806E-E2A768B42675}" srcOrd="5" destOrd="0" presId="urn:microsoft.com/office/officeart/2005/8/layout/vList2"/>
    <dgm:cxn modelId="{60F16BDB-511D-40F3-8062-436E3E0E6A89}" type="presParOf" srcId="{5F903677-59F7-476C-9EF5-9D6B2F101FE4}" destId="{C626D471-9E66-4073-9530-8A70C221F9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63A0D5E-F719-4EEE-A04F-006CAC9A317C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1E06AE0-2AE8-4A8D-B312-75DB3A43C660}">
      <dgm:prSet/>
      <dgm:spPr/>
      <dgm:t>
        <a:bodyPr/>
        <a:lstStyle/>
        <a:p>
          <a:r>
            <a:rPr lang="en-US"/>
            <a:t>• Uso de servicios y almacenamiento en servidores remotos.</a:t>
          </a:r>
        </a:p>
      </dgm:t>
    </dgm:pt>
    <dgm:pt modelId="{41C18862-E92C-4254-B78F-45CD9E2A6094}" type="parTrans" cxnId="{53DA5262-30AD-413E-819B-14BE2389C0FF}">
      <dgm:prSet/>
      <dgm:spPr/>
      <dgm:t>
        <a:bodyPr/>
        <a:lstStyle/>
        <a:p>
          <a:endParaRPr lang="en-US"/>
        </a:p>
      </dgm:t>
    </dgm:pt>
    <dgm:pt modelId="{A05B746D-0515-4439-9370-66D00862FBFA}" type="sibTrans" cxnId="{53DA5262-30AD-413E-819B-14BE2389C0FF}">
      <dgm:prSet/>
      <dgm:spPr/>
      <dgm:t>
        <a:bodyPr/>
        <a:lstStyle/>
        <a:p>
          <a:endParaRPr lang="en-US"/>
        </a:p>
      </dgm:t>
    </dgm:pt>
    <dgm:pt modelId="{13DBBF02-87F5-4493-A9FC-BE4096BA77F1}">
      <dgm:prSet/>
      <dgm:spPr/>
      <dgm:t>
        <a:bodyPr/>
        <a:lstStyle/>
        <a:p>
          <a:r>
            <a:rPr lang="en-US"/>
            <a:t>• Ventajas: flexibilidad, escalabilidad, costes reducidos.</a:t>
          </a:r>
        </a:p>
      </dgm:t>
    </dgm:pt>
    <dgm:pt modelId="{5682C370-D59B-47B2-A46D-1CBE3B4CBA4A}" type="parTrans" cxnId="{D2C3BDAC-8A91-471D-B7B9-077296F4CBB6}">
      <dgm:prSet/>
      <dgm:spPr/>
      <dgm:t>
        <a:bodyPr/>
        <a:lstStyle/>
        <a:p>
          <a:endParaRPr lang="en-US"/>
        </a:p>
      </dgm:t>
    </dgm:pt>
    <dgm:pt modelId="{636AEFDB-A451-4BE1-AD62-D46D1133EBE1}" type="sibTrans" cxnId="{D2C3BDAC-8A91-471D-B7B9-077296F4CBB6}">
      <dgm:prSet/>
      <dgm:spPr/>
      <dgm:t>
        <a:bodyPr/>
        <a:lstStyle/>
        <a:p>
          <a:endParaRPr lang="en-US"/>
        </a:p>
      </dgm:t>
    </dgm:pt>
    <dgm:pt modelId="{EEB2CE19-3067-4B2A-AFEA-DDA1E5FB384E}">
      <dgm:prSet/>
      <dgm:spPr/>
      <dgm:t>
        <a:bodyPr/>
        <a:lstStyle/>
        <a:p>
          <a:r>
            <a:rPr lang="en-US"/>
            <a:t>• Riesgos: fuga de datos, transferencias internacionales, dependencia.</a:t>
          </a:r>
        </a:p>
      </dgm:t>
    </dgm:pt>
    <dgm:pt modelId="{B3B0351E-5715-4637-9E44-9D83DDD8BA4D}" type="parTrans" cxnId="{DC308B69-0C30-44D4-9802-35FA1B0AB66A}">
      <dgm:prSet/>
      <dgm:spPr/>
      <dgm:t>
        <a:bodyPr/>
        <a:lstStyle/>
        <a:p>
          <a:endParaRPr lang="en-US"/>
        </a:p>
      </dgm:t>
    </dgm:pt>
    <dgm:pt modelId="{7C4A17A9-2D32-4054-96FD-6F2EB58812C8}" type="sibTrans" cxnId="{DC308B69-0C30-44D4-9802-35FA1B0AB66A}">
      <dgm:prSet/>
      <dgm:spPr/>
      <dgm:t>
        <a:bodyPr/>
        <a:lstStyle/>
        <a:p>
          <a:endParaRPr lang="en-US"/>
        </a:p>
      </dgm:t>
    </dgm:pt>
    <dgm:pt modelId="{1873DA08-F7B8-4620-A37D-944C63C67D09}">
      <dgm:prSet/>
      <dgm:spPr/>
      <dgm:t>
        <a:bodyPr/>
        <a:lstStyle/>
        <a:p>
          <a:r>
            <a:rPr lang="en-US"/>
            <a:t>• Obligaciones:</a:t>
          </a:r>
        </a:p>
      </dgm:t>
    </dgm:pt>
    <dgm:pt modelId="{7B5E2674-2659-42C0-B1B6-6992D71BBDEC}" type="parTrans" cxnId="{78A8F46E-C430-4789-903D-8BB9D2758854}">
      <dgm:prSet/>
      <dgm:spPr/>
      <dgm:t>
        <a:bodyPr/>
        <a:lstStyle/>
        <a:p>
          <a:endParaRPr lang="en-US"/>
        </a:p>
      </dgm:t>
    </dgm:pt>
    <dgm:pt modelId="{940ADBF1-DDF4-4888-95E5-7ED3D1250386}" type="sibTrans" cxnId="{78A8F46E-C430-4789-903D-8BB9D2758854}">
      <dgm:prSet/>
      <dgm:spPr/>
      <dgm:t>
        <a:bodyPr/>
        <a:lstStyle/>
        <a:p>
          <a:endParaRPr lang="en-US"/>
        </a:p>
      </dgm:t>
    </dgm:pt>
    <dgm:pt modelId="{B2955B89-974B-4EBF-8948-FEB908DB4DB2}">
      <dgm:prSet/>
      <dgm:spPr/>
      <dgm:t>
        <a:bodyPr/>
        <a:lstStyle/>
        <a:p>
          <a:r>
            <a:rPr lang="en-US"/>
            <a:t>- Contratos claros con proveedores.</a:t>
          </a:r>
        </a:p>
      </dgm:t>
    </dgm:pt>
    <dgm:pt modelId="{0FCA09DF-243B-48F5-B8D8-05A629A38DA2}" type="parTrans" cxnId="{E57C67EE-FBC6-45DA-A984-EA26709C2871}">
      <dgm:prSet/>
      <dgm:spPr/>
      <dgm:t>
        <a:bodyPr/>
        <a:lstStyle/>
        <a:p>
          <a:endParaRPr lang="en-US"/>
        </a:p>
      </dgm:t>
    </dgm:pt>
    <dgm:pt modelId="{F51E7B77-2F28-4491-A686-6F634F822EB5}" type="sibTrans" cxnId="{E57C67EE-FBC6-45DA-A984-EA26709C2871}">
      <dgm:prSet/>
      <dgm:spPr/>
      <dgm:t>
        <a:bodyPr/>
        <a:lstStyle/>
        <a:p>
          <a:endParaRPr lang="en-US"/>
        </a:p>
      </dgm:t>
    </dgm:pt>
    <dgm:pt modelId="{FCA1C52A-C505-4B0F-974B-55399F11C7B6}">
      <dgm:prSet/>
      <dgm:spPr/>
      <dgm:t>
        <a:bodyPr/>
        <a:lstStyle/>
        <a:p>
          <a:r>
            <a:rPr lang="en-US"/>
            <a:t>- Seguridad (cifrado, copias de seguridad).</a:t>
          </a:r>
        </a:p>
      </dgm:t>
    </dgm:pt>
    <dgm:pt modelId="{4F0CB21C-FB89-4839-85C1-3DE59BAB3C52}" type="parTrans" cxnId="{BF055FE3-5687-41BB-B9FA-EE9A10758CC8}">
      <dgm:prSet/>
      <dgm:spPr/>
      <dgm:t>
        <a:bodyPr/>
        <a:lstStyle/>
        <a:p>
          <a:endParaRPr lang="en-US"/>
        </a:p>
      </dgm:t>
    </dgm:pt>
    <dgm:pt modelId="{9742E37A-5AFE-4016-9AEB-B6AF0ABBF56A}" type="sibTrans" cxnId="{BF055FE3-5687-41BB-B9FA-EE9A10758CC8}">
      <dgm:prSet/>
      <dgm:spPr/>
      <dgm:t>
        <a:bodyPr/>
        <a:lstStyle/>
        <a:p>
          <a:endParaRPr lang="en-US"/>
        </a:p>
      </dgm:t>
    </dgm:pt>
    <dgm:pt modelId="{0107F2E2-696F-4844-9CA0-20F9C77A12BA}">
      <dgm:prSet/>
      <dgm:spPr/>
      <dgm:t>
        <a:bodyPr/>
        <a:lstStyle/>
        <a:p>
          <a:r>
            <a:rPr lang="en-US"/>
            <a:t>- Cumplimiento RGPD (acuerdo de tratamiento de datos).</a:t>
          </a:r>
        </a:p>
      </dgm:t>
    </dgm:pt>
    <dgm:pt modelId="{00EF5DDD-E281-4D87-AAD2-3B3DBEF2ADB3}" type="parTrans" cxnId="{21B3D8C0-50F2-4C0C-A7DF-CBCA612D0313}">
      <dgm:prSet/>
      <dgm:spPr/>
      <dgm:t>
        <a:bodyPr/>
        <a:lstStyle/>
        <a:p>
          <a:endParaRPr lang="en-US"/>
        </a:p>
      </dgm:t>
    </dgm:pt>
    <dgm:pt modelId="{FD11E940-604D-4017-BBB4-E5561D3CBEEA}" type="sibTrans" cxnId="{21B3D8C0-50F2-4C0C-A7DF-CBCA612D0313}">
      <dgm:prSet/>
      <dgm:spPr/>
      <dgm:t>
        <a:bodyPr/>
        <a:lstStyle/>
        <a:p>
          <a:endParaRPr lang="en-US"/>
        </a:p>
      </dgm:t>
    </dgm:pt>
    <dgm:pt modelId="{56F5C6B0-9F95-46DA-ACAB-24A5D7252E2E}" type="pres">
      <dgm:prSet presAssocID="{C63A0D5E-F719-4EEE-A04F-006CAC9A317C}" presName="vert0" presStyleCnt="0">
        <dgm:presLayoutVars>
          <dgm:dir/>
          <dgm:animOne val="branch"/>
          <dgm:animLvl val="lvl"/>
        </dgm:presLayoutVars>
      </dgm:prSet>
      <dgm:spPr/>
    </dgm:pt>
    <dgm:pt modelId="{F8287E1E-83C7-4485-A332-E1FA85669253}" type="pres">
      <dgm:prSet presAssocID="{B1E06AE0-2AE8-4A8D-B312-75DB3A43C660}" presName="thickLine" presStyleLbl="alignNode1" presStyleIdx="0" presStyleCnt="7"/>
      <dgm:spPr/>
    </dgm:pt>
    <dgm:pt modelId="{57C5213D-A4A2-42C2-8FFF-A68376483DB3}" type="pres">
      <dgm:prSet presAssocID="{B1E06AE0-2AE8-4A8D-B312-75DB3A43C660}" presName="horz1" presStyleCnt="0"/>
      <dgm:spPr/>
    </dgm:pt>
    <dgm:pt modelId="{B6350AA8-D03E-4DB0-A0B3-71714D24BD6B}" type="pres">
      <dgm:prSet presAssocID="{B1E06AE0-2AE8-4A8D-B312-75DB3A43C660}" presName="tx1" presStyleLbl="revTx" presStyleIdx="0" presStyleCnt="7"/>
      <dgm:spPr/>
    </dgm:pt>
    <dgm:pt modelId="{6621985B-8C44-4DE5-BBEF-C592390E796A}" type="pres">
      <dgm:prSet presAssocID="{B1E06AE0-2AE8-4A8D-B312-75DB3A43C660}" presName="vert1" presStyleCnt="0"/>
      <dgm:spPr/>
    </dgm:pt>
    <dgm:pt modelId="{2AFCA46C-FF7E-42A7-B349-701535B1AF7F}" type="pres">
      <dgm:prSet presAssocID="{13DBBF02-87F5-4493-A9FC-BE4096BA77F1}" presName="thickLine" presStyleLbl="alignNode1" presStyleIdx="1" presStyleCnt="7"/>
      <dgm:spPr/>
    </dgm:pt>
    <dgm:pt modelId="{89B3C2EE-6A50-42AE-B415-38444BE67837}" type="pres">
      <dgm:prSet presAssocID="{13DBBF02-87F5-4493-A9FC-BE4096BA77F1}" presName="horz1" presStyleCnt="0"/>
      <dgm:spPr/>
    </dgm:pt>
    <dgm:pt modelId="{AE83813E-6AC8-48FE-A5EE-D9C866224A73}" type="pres">
      <dgm:prSet presAssocID="{13DBBF02-87F5-4493-A9FC-BE4096BA77F1}" presName="tx1" presStyleLbl="revTx" presStyleIdx="1" presStyleCnt="7"/>
      <dgm:spPr/>
    </dgm:pt>
    <dgm:pt modelId="{1A01167D-01D1-4F36-8CAD-DD96878E05D8}" type="pres">
      <dgm:prSet presAssocID="{13DBBF02-87F5-4493-A9FC-BE4096BA77F1}" presName="vert1" presStyleCnt="0"/>
      <dgm:spPr/>
    </dgm:pt>
    <dgm:pt modelId="{590B27BD-17CD-4A22-8F21-6CA7238AFD55}" type="pres">
      <dgm:prSet presAssocID="{EEB2CE19-3067-4B2A-AFEA-DDA1E5FB384E}" presName="thickLine" presStyleLbl="alignNode1" presStyleIdx="2" presStyleCnt="7"/>
      <dgm:spPr/>
    </dgm:pt>
    <dgm:pt modelId="{9EDFDB52-BE8C-4728-B4D2-A165B5EF7979}" type="pres">
      <dgm:prSet presAssocID="{EEB2CE19-3067-4B2A-AFEA-DDA1E5FB384E}" presName="horz1" presStyleCnt="0"/>
      <dgm:spPr/>
    </dgm:pt>
    <dgm:pt modelId="{0E880791-E8C9-4B4F-863F-5AC311356B3F}" type="pres">
      <dgm:prSet presAssocID="{EEB2CE19-3067-4B2A-AFEA-DDA1E5FB384E}" presName="tx1" presStyleLbl="revTx" presStyleIdx="2" presStyleCnt="7"/>
      <dgm:spPr/>
    </dgm:pt>
    <dgm:pt modelId="{D99FCC6F-9DD4-4C64-B8DF-CE661C3179BC}" type="pres">
      <dgm:prSet presAssocID="{EEB2CE19-3067-4B2A-AFEA-DDA1E5FB384E}" presName="vert1" presStyleCnt="0"/>
      <dgm:spPr/>
    </dgm:pt>
    <dgm:pt modelId="{244F2136-3B8B-4A08-B8D0-BEDA54A219F3}" type="pres">
      <dgm:prSet presAssocID="{1873DA08-F7B8-4620-A37D-944C63C67D09}" presName="thickLine" presStyleLbl="alignNode1" presStyleIdx="3" presStyleCnt="7"/>
      <dgm:spPr/>
    </dgm:pt>
    <dgm:pt modelId="{34E44DB7-D219-4F88-AA79-9459D0C62C02}" type="pres">
      <dgm:prSet presAssocID="{1873DA08-F7B8-4620-A37D-944C63C67D09}" presName="horz1" presStyleCnt="0"/>
      <dgm:spPr/>
    </dgm:pt>
    <dgm:pt modelId="{5B9E8B3D-FFEB-41AD-A580-8C1B2459D0D6}" type="pres">
      <dgm:prSet presAssocID="{1873DA08-F7B8-4620-A37D-944C63C67D09}" presName="tx1" presStyleLbl="revTx" presStyleIdx="3" presStyleCnt="7"/>
      <dgm:spPr/>
    </dgm:pt>
    <dgm:pt modelId="{ECBA2427-3126-44F7-9238-61D9E813202D}" type="pres">
      <dgm:prSet presAssocID="{1873DA08-F7B8-4620-A37D-944C63C67D09}" presName="vert1" presStyleCnt="0"/>
      <dgm:spPr/>
    </dgm:pt>
    <dgm:pt modelId="{6E080536-5B92-4AFF-93E0-1A3F1C8C731A}" type="pres">
      <dgm:prSet presAssocID="{B2955B89-974B-4EBF-8948-FEB908DB4DB2}" presName="thickLine" presStyleLbl="alignNode1" presStyleIdx="4" presStyleCnt="7"/>
      <dgm:spPr/>
    </dgm:pt>
    <dgm:pt modelId="{5EFFB00F-0518-4338-B2D4-9F628B7FD720}" type="pres">
      <dgm:prSet presAssocID="{B2955B89-974B-4EBF-8948-FEB908DB4DB2}" presName="horz1" presStyleCnt="0"/>
      <dgm:spPr/>
    </dgm:pt>
    <dgm:pt modelId="{FF6DFC12-909B-41D7-98E8-E56F15ECA221}" type="pres">
      <dgm:prSet presAssocID="{B2955B89-974B-4EBF-8948-FEB908DB4DB2}" presName="tx1" presStyleLbl="revTx" presStyleIdx="4" presStyleCnt="7"/>
      <dgm:spPr/>
    </dgm:pt>
    <dgm:pt modelId="{433EE91E-C3F2-426A-833B-BC97CAF19D92}" type="pres">
      <dgm:prSet presAssocID="{B2955B89-974B-4EBF-8948-FEB908DB4DB2}" presName="vert1" presStyleCnt="0"/>
      <dgm:spPr/>
    </dgm:pt>
    <dgm:pt modelId="{50C76D81-6D2B-4E08-9B31-B95A89F714C4}" type="pres">
      <dgm:prSet presAssocID="{FCA1C52A-C505-4B0F-974B-55399F11C7B6}" presName="thickLine" presStyleLbl="alignNode1" presStyleIdx="5" presStyleCnt="7"/>
      <dgm:spPr/>
    </dgm:pt>
    <dgm:pt modelId="{CCBAAE61-9BF1-4B0F-A4DC-A87A7FCDA252}" type="pres">
      <dgm:prSet presAssocID="{FCA1C52A-C505-4B0F-974B-55399F11C7B6}" presName="horz1" presStyleCnt="0"/>
      <dgm:spPr/>
    </dgm:pt>
    <dgm:pt modelId="{E15A5663-44ED-40A8-BB6A-8F50B2CAB915}" type="pres">
      <dgm:prSet presAssocID="{FCA1C52A-C505-4B0F-974B-55399F11C7B6}" presName="tx1" presStyleLbl="revTx" presStyleIdx="5" presStyleCnt="7"/>
      <dgm:spPr/>
    </dgm:pt>
    <dgm:pt modelId="{B0C7E36E-EB52-4304-BDD1-D0D3B7DF38B7}" type="pres">
      <dgm:prSet presAssocID="{FCA1C52A-C505-4B0F-974B-55399F11C7B6}" presName="vert1" presStyleCnt="0"/>
      <dgm:spPr/>
    </dgm:pt>
    <dgm:pt modelId="{7078B2FE-E00D-4D2A-900E-15ED1000D514}" type="pres">
      <dgm:prSet presAssocID="{0107F2E2-696F-4844-9CA0-20F9C77A12BA}" presName="thickLine" presStyleLbl="alignNode1" presStyleIdx="6" presStyleCnt="7"/>
      <dgm:spPr/>
    </dgm:pt>
    <dgm:pt modelId="{6B05DC57-C284-4233-B02F-628B60F61748}" type="pres">
      <dgm:prSet presAssocID="{0107F2E2-696F-4844-9CA0-20F9C77A12BA}" presName="horz1" presStyleCnt="0"/>
      <dgm:spPr/>
    </dgm:pt>
    <dgm:pt modelId="{24BA871D-93DD-4AFE-8439-9DF56B84DE9C}" type="pres">
      <dgm:prSet presAssocID="{0107F2E2-696F-4844-9CA0-20F9C77A12BA}" presName="tx1" presStyleLbl="revTx" presStyleIdx="6" presStyleCnt="7"/>
      <dgm:spPr/>
    </dgm:pt>
    <dgm:pt modelId="{4B03F5F7-CDD6-45F4-AE17-8EA47F033685}" type="pres">
      <dgm:prSet presAssocID="{0107F2E2-696F-4844-9CA0-20F9C77A12BA}" presName="vert1" presStyleCnt="0"/>
      <dgm:spPr/>
    </dgm:pt>
  </dgm:ptLst>
  <dgm:cxnLst>
    <dgm:cxn modelId="{C5045D18-2D1C-4891-A627-1CCD701CCC27}" type="presOf" srcId="{B2955B89-974B-4EBF-8948-FEB908DB4DB2}" destId="{FF6DFC12-909B-41D7-98E8-E56F15ECA221}" srcOrd="0" destOrd="0" presId="urn:microsoft.com/office/officeart/2008/layout/LinedList"/>
    <dgm:cxn modelId="{53DA5262-30AD-413E-819B-14BE2389C0FF}" srcId="{C63A0D5E-F719-4EEE-A04F-006CAC9A317C}" destId="{B1E06AE0-2AE8-4A8D-B312-75DB3A43C660}" srcOrd="0" destOrd="0" parTransId="{41C18862-E92C-4254-B78F-45CD9E2A6094}" sibTransId="{A05B746D-0515-4439-9370-66D00862FBFA}"/>
    <dgm:cxn modelId="{DC308B69-0C30-44D4-9802-35FA1B0AB66A}" srcId="{C63A0D5E-F719-4EEE-A04F-006CAC9A317C}" destId="{EEB2CE19-3067-4B2A-AFEA-DDA1E5FB384E}" srcOrd="2" destOrd="0" parTransId="{B3B0351E-5715-4637-9E44-9D83DDD8BA4D}" sibTransId="{7C4A17A9-2D32-4054-96FD-6F2EB58812C8}"/>
    <dgm:cxn modelId="{78A8F46E-C430-4789-903D-8BB9D2758854}" srcId="{C63A0D5E-F719-4EEE-A04F-006CAC9A317C}" destId="{1873DA08-F7B8-4620-A37D-944C63C67D09}" srcOrd="3" destOrd="0" parTransId="{7B5E2674-2659-42C0-B1B6-6992D71BBDEC}" sibTransId="{940ADBF1-DDF4-4888-95E5-7ED3D1250386}"/>
    <dgm:cxn modelId="{27B08F7B-2157-466F-9556-13437EBB6AEA}" type="presOf" srcId="{1873DA08-F7B8-4620-A37D-944C63C67D09}" destId="{5B9E8B3D-FFEB-41AD-A580-8C1B2459D0D6}" srcOrd="0" destOrd="0" presId="urn:microsoft.com/office/officeart/2008/layout/LinedList"/>
    <dgm:cxn modelId="{22E7A183-A01C-4A8C-A17A-1B8656302E0D}" type="presOf" srcId="{B1E06AE0-2AE8-4A8D-B312-75DB3A43C660}" destId="{B6350AA8-D03E-4DB0-A0B3-71714D24BD6B}" srcOrd="0" destOrd="0" presId="urn:microsoft.com/office/officeart/2008/layout/LinedList"/>
    <dgm:cxn modelId="{F4B16399-ABE7-47D5-8AD8-0D7977E4E668}" type="presOf" srcId="{0107F2E2-696F-4844-9CA0-20F9C77A12BA}" destId="{24BA871D-93DD-4AFE-8439-9DF56B84DE9C}" srcOrd="0" destOrd="0" presId="urn:microsoft.com/office/officeart/2008/layout/LinedList"/>
    <dgm:cxn modelId="{D2C3BDAC-8A91-471D-B7B9-077296F4CBB6}" srcId="{C63A0D5E-F719-4EEE-A04F-006CAC9A317C}" destId="{13DBBF02-87F5-4493-A9FC-BE4096BA77F1}" srcOrd="1" destOrd="0" parTransId="{5682C370-D59B-47B2-A46D-1CBE3B4CBA4A}" sibTransId="{636AEFDB-A451-4BE1-AD62-D46D1133EBE1}"/>
    <dgm:cxn modelId="{21B3D8C0-50F2-4C0C-A7DF-CBCA612D0313}" srcId="{C63A0D5E-F719-4EEE-A04F-006CAC9A317C}" destId="{0107F2E2-696F-4844-9CA0-20F9C77A12BA}" srcOrd="6" destOrd="0" parTransId="{00EF5DDD-E281-4D87-AAD2-3B3DBEF2ADB3}" sibTransId="{FD11E940-604D-4017-BBB4-E5561D3CBEEA}"/>
    <dgm:cxn modelId="{E6B793C3-0646-478B-AA45-025B2D6B0354}" type="presOf" srcId="{FCA1C52A-C505-4B0F-974B-55399F11C7B6}" destId="{E15A5663-44ED-40A8-BB6A-8F50B2CAB915}" srcOrd="0" destOrd="0" presId="urn:microsoft.com/office/officeart/2008/layout/LinedList"/>
    <dgm:cxn modelId="{A12E9AE2-87C0-4CB7-A312-B4AE7428EBE7}" type="presOf" srcId="{C63A0D5E-F719-4EEE-A04F-006CAC9A317C}" destId="{56F5C6B0-9F95-46DA-ACAB-24A5D7252E2E}" srcOrd="0" destOrd="0" presId="urn:microsoft.com/office/officeart/2008/layout/LinedList"/>
    <dgm:cxn modelId="{BF055FE3-5687-41BB-B9FA-EE9A10758CC8}" srcId="{C63A0D5E-F719-4EEE-A04F-006CAC9A317C}" destId="{FCA1C52A-C505-4B0F-974B-55399F11C7B6}" srcOrd="5" destOrd="0" parTransId="{4F0CB21C-FB89-4839-85C1-3DE59BAB3C52}" sibTransId="{9742E37A-5AFE-4016-9AEB-B6AF0ABBF56A}"/>
    <dgm:cxn modelId="{03E43EEE-B34A-45A1-B2B1-1E7E996E8D8E}" type="presOf" srcId="{EEB2CE19-3067-4B2A-AFEA-DDA1E5FB384E}" destId="{0E880791-E8C9-4B4F-863F-5AC311356B3F}" srcOrd="0" destOrd="0" presId="urn:microsoft.com/office/officeart/2008/layout/LinedList"/>
    <dgm:cxn modelId="{E57C67EE-FBC6-45DA-A984-EA26709C2871}" srcId="{C63A0D5E-F719-4EEE-A04F-006CAC9A317C}" destId="{B2955B89-974B-4EBF-8948-FEB908DB4DB2}" srcOrd="4" destOrd="0" parTransId="{0FCA09DF-243B-48F5-B8D8-05A629A38DA2}" sibTransId="{F51E7B77-2F28-4491-A686-6F634F822EB5}"/>
    <dgm:cxn modelId="{A8A78AFE-7D88-4E38-B4E5-7DDB7C19BD1A}" type="presOf" srcId="{13DBBF02-87F5-4493-A9FC-BE4096BA77F1}" destId="{AE83813E-6AC8-48FE-A5EE-D9C866224A73}" srcOrd="0" destOrd="0" presId="urn:microsoft.com/office/officeart/2008/layout/LinedList"/>
    <dgm:cxn modelId="{4AC63A9B-B9E3-424F-B8B5-BA1A6A9D1859}" type="presParOf" srcId="{56F5C6B0-9F95-46DA-ACAB-24A5D7252E2E}" destId="{F8287E1E-83C7-4485-A332-E1FA85669253}" srcOrd="0" destOrd="0" presId="urn:microsoft.com/office/officeart/2008/layout/LinedList"/>
    <dgm:cxn modelId="{8C9C9740-37E8-429A-A3E5-275E5BAC4E41}" type="presParOf" srcId="{56F5C6B0-9F95-46DA-ACAB-24A5D7252E2E}" destId="{57C5213D-A4A2-42C2-8FFF-A68376483DB3}" srcOrd="1" destOrd="0" presId="urn:microsoft.com/office/officeart/2008/layout/LinedList"/>
    <dgm:cxn modelId="{A1C64324-1B20-4CE3-A727-2919569A85AC}" type="presParOf" srcId="{57C5213D-A4A2-42C2-8FFF-A68376483DB3}" destId="{B6350AA8-D03E-4DB0-A0B3-71714D24BD6B}" srcOrd="0" destOrd="0" presId="urn:microsoft.com/office/officeart/2008/layout/LinedList"/>
    <dgm:cxn modelId="{94E3AC08-2A49-461A-9490-184AC20E36FA}" type="presParOf" srcId="{57C5213D-A4A2-42C2-8FFF-A68376483DB3}" destId="{6621985B-8C44-4DE5-BBEF-C592390E796A}" srcOrd="1" destOrd="0" presId="urn:microsoft.com/office/officeart/2008/layout/LinedList"/>
    <dgm:cxn modelId="{7F17DAB0-C09E-49DA-8170-CE9BCD6112A6}" type="presParOf" srcId="{56F5C6B0-9F95-46DA-ACAB-24A5D7252E2E}" destId="{2AFCA46C-FF7E-42A7-B349-701535B1AF7F}" srcOrd="2" destOrd="0" presId="urn:microsoft.com/office/officeart/2008/layout/LinedList"/>
    <dgm:cxn modelId="{E5C5CC25-B3AC-4B78-B32A-D837553522A5}" type="presParOf" srcId="{56F5C6B0-9F95-46DA-ACAB-24A5D7252E2E}" destId="{89B3C2EE-6A50-42AE-B415-38444BE67837}" srcOrd="3" destOrd="0" presId="urn:microsoft.com/office/officeart/2008/layout/LinedList"/>
    <dgm:cxn modelId="{115559B4-36B8-4A84-85DA-B0FBA532B077}" type="presParOf" srcId="{89B3C2EE-6A50-42AE-B415-38444BE67837}" destId="{AE83813E-6AC8-48FE-A5EE-D9C866224A73}" srcOrd="0" destOrd="0" presId="urn:microsoft.com/office/officeart/2008/layout/LinedList"/>
    <dgm:cxn modelId="{43EC90B4-7506-4EBC-AE23-07B52F1BD3E6}" type="presParOf" srcId="{89B3C2EE-6A50-42AE-B415-38444BE67837}" destId="{1A01167D-01D1-4F36-8CAD-DD96878E05D8}" srcOrd="1" destOrd="0" presId="urn:microsoft.com/office/officeart/2008/layout/LinedList"/>
    <dgm:cxn modelId="{E09EE122-34C3-4BDF-9318-270C9B430294}" type="presParOf" srcId="{56F5C6B0-9F95-46DA-ACAB-24A5D7252E2E}" destId="{590B27BD-17CD-4A22-8F21-6CA7238AFD55}" srcOrd="4" destOrd="0" presId="urn:microsoft.com/office/officeart/2008/layout/LinedList"/>
    <dgm:cxn modelId="{7CEE9993-7893-48DE-99CB-EF78686A442B}" type="presParOf" srcId="{56F5C6B0-9F95-46DA-ACAB-24A5D7252E2E}" destId="{9EDFDB52-BE8C-4728-B4D2-A165B5EF7979}" srcOrd="5" destOrd="0" presId="urn:microsoft.com/office/officeart/2008/layout/LinedList"/>
    <dgm:cxn modelId="{266BBFE1-0517-47B6-AFB3-1B5A5ED32FFE}" type="presParOf" srcId="{9EDFDB52-BE8C-4728-B4D2-A165B5EF7979}" destId="{0E880791-E8C9-4B4F-863F-5AC311356B3F}" srcOrd="0" destOrd="0" presId="urn:microsoft.com/office/officeart/2008/layout/LinedList"/>
    <dgm:cxn modelId="{C38BBDD8-6D52-4ADA-90BE-6AD4EA8766FE}" type="presParOf" srcId="{9EDFDB52-BE8C-4728-B4D2-A165B5EF7979}" destId="{D99FCC6F-9DD4-4C64-B8DF-CE661C3179BC}" srcOrd="1" destOrd="0" presId="urn:microsoft.com/office/officeart/2008/layout/LinedList"/>
    <dgm:cxn modelId="{0CAB8096-A1F3-4FDE-A330-8EF20FD94FD3}" type="presParOf" srcId="{56F5C6B0-9F95-46DA-ACAB-24A5D7252E2E}" destId="{244F2136-3B8B-4A08-B8D0-BEDA54A219F3}" srcOrd="6" destOrd="0" presId="urn:microsoft.com/office/officeart/2008/layout/LinedList"/>
    <dgm:cxn modelId="{AB8C04FA-22C4-44E8-9DB3-C937A00BF2FD}" type="presParOf" srcId="{56F5C6B0-9F95-46DA-ACAB-24A5D7252E2E}" destId="{34E44DB7-D219-4F88-AA79-9459D0C62C02}" srcOrd="7" destOrd="0" presId="urn:microsoft.com/office/officeart/2008/layout/LinedList"/>
    <dgm:cxn modelId="{005FBC48-4CDC-4BE8-9D34-75C0B00D94A5}" type="presParOf" srcId="{34E44DB7-D219-4F88-AA79-9459D0C62C02}" destId="{5B9E8B3D-FFEB-41AD-A580-8C1B2459D0D6}" srcOrd="0" destOrd="0" presId="urn:microsoft.com/office/officeart/2008/layout/LinedList"/>
    <dgm:cxn modelId="{8B328B2E-7BCF-4A06-ACDF-0BB1577B71EC}" type="presParOf" srcId="{34E44DB7-D219-4F88-AA79-9459D0C62C02}" destId="{ECBA2427-3126-44F7-9238-61D9E813202D}" srcOrd="1" destOrd="0" presId="urn:microsoft.com/office/officeart/2008/layout/LinedList"/>
    <dgm:cxn modelId="{DB40EB5A-8C31-4B88-98CD-660D111A036E}" type="presParOf" srcId="{56F5C6B0-9F95-46DA-ACAB-24A5D7252E2E}" destId="{6E080536-5B92-4AFF-93E0-1A3F1C8C731A}" srcOrd="8" destOrd="0" presId="urn:microsoft.com/office/officeart/2008/layout/LinedList"/>
    <dgm:cxn modelId="{A52E6D54-0524-43BB-9FFA-CC2E8E757DD3}" type="presParOf" srcId="{56F5C6B0-9F95-46DA-ACAB-24A5D7252E2E}" destId="{5EFFB00F-0518-4338-B2D4-9F628B7FD720}" srcOrd="9" destOrd="0" presId="urn:microsoft.com/office/officeart/2008/layout/LinedList"/>
    <dgm:cxn modelId="{3FB07ED5-4928-4D8F-B703-61745B54B09D}" type="presParOf" srcId="{5EFFB00F-0518-4338-B2D4-9F628B7FD720}" destId="{FF6DFC12-909B-41D7-98E8-E56F15ECA221}" srcOrd="0" destOrd="0" presId="urn:microsoft.com/office/officeart/2008/layout/LinedList"/>
    <dgm:cxn modelId="{22946692-022C-4588-9287-8CC06269EEBB}" type="presParOf" srcId="{5EFFB00F-0518-4338-B2D4-9F628B7FD720}" destId="{433EE91E-C3F2-426A-833B-BC97CAF19D92}" srcOrd="1" destOrd="0" presId="urn:microsoft.com/office/officeart/2008/layout/LinedList"/>
    <dgm:cxn modelId="{BEB08E11-A375-433C-93C4-E90A24DDAEDB}" type="presParOf" srcId="{56F5C6B0-9F95-46DA-ACAB-24A5D7252E2E}" destId="{50C76D81-6D2B-4E08-9B31-B95A89F714C4}" srcOrd="10" destOrd="0" presId="urn:microsoft.com/office/officeart/2008/layout/LinedList"/>
    <dgm:cxn modelId="{7DFEDFE9-B561-4A7D-90EF-3DF1D068FCC1}" type="presParOf" srcId="{56F5C6B0-9F95-46DA-ACAB-24A5D7252E2E}" destId="{CCBAAE61-9BF1-4B0F-A4DC-A87A7FCDA252}" srcOrd="11" destOrd="0" presId="urn:microsoft.com/office/officeart/2008/layout/LinedList"/>
    <dgm:cxn modelId="{EFBCBF96-3DDA-4677-8471-5B2F36756F4A}" type="presParOf" srcId="{CCBAAE61-9BF1-4B0F-A4DC-A87A7FCDA252}" destId="{E15A5663-44ED-40A8-BB6A-8F50B2CAB915}" srcOrd="0" destOrd="0" presId="urn:microsoft.com/office/officeart/2008/layout/LinedList"/>
    <dgm:cxn modelId="{E5E3F60C-C579-4143-9217-3110687BD907}" type="presParOf" srcId="{CCBAAE61-9BF1-4B0F-A4DC-A87A7FCDA252}" destId="{B0C7E36E-EB52-4304-BDD1-D0D3B7DF38B7}" srcOrd="1" destOrd="0" presId="urn:microsoft.com/office/officeart/2008/layout/LinedList"/>
    <dgm:cxn modelId="{EEEBA854-D75C-4DD2-89E6-7DD7EF73BBA9}" type="presParOf" srcId="{56F5C6B0-9F95-46DA-ACAB-24A5D7252E2E}" destId="{7078B2FE-E00D-4D2A-900E-15ED1000D514}" srcOrd="12" destOrd="0" presId="urn:microsoft.com/office/officeart/2008/layout/LinedList"/>
    <dgm:cxn modelId="{BAFA791C-4536-4DCF-832D-E078E4EAAFA4}" type="presParOf" srcId="{56F5C6B0-9F95-46DA-ACAB-24A5D7252E2E}" destId="{6B05DC57-C284-4233-B02F-628B60F61748}" srcOrd="13" destOrd="0" presId="urn:microsoft.com/office/officeart/2008/layout/LinedList"/>
    <dgm:cxn modelId="{B6787FD0-F994-4C32-86C0-1A082B8965BD}" type="presParOf" srcId="{6B05DC57-C284-4233-B02F-628B60F61748}" destId="{24BA871D-93DD-4AFE-8439-9DF56B84DE9C}" srcOrd="0" destOrd="0" presId="urn:microsoft.com/office/officeart/2008/layout/LinedList"/>
    <dgm:cxn modelId="{0FB9BE0C-D3B1-4BE6-9C6F-B1C1378B121C}" type="presParOf" srcId="{6B05DC57-C284-4233-B02F-628B60F61748}" destId="{4B03F5F7-CDD6-45F4-AE17-8EA47F0336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55CBD16-AD06-45E2-A824-8E3A6E75C84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3DEAB3F-C618-45B0-A684-FF980E2F8F62}">
      <dgm:prSet/>
      <dgm:spPr/>
      <dgm:t>
        <a:bodyPr/>
        <a:lstStyle/>
        <a:p>
          <a:r>
            <a:rPr lang="en-US"/>
            <a:t>• Definidos en la Ley 34/2002 (LSSI-CE).</a:t>
          </a:r>
        </a:p>
      </dgm:t>
    </dgm:pt>
    <dgm:pt modelId="{E92305EC-DB87-44B5-BC60-D8CEACFBF360}" type="parTrans" cxnId="{E83A9342-A3CC-4D6C-A2EA-DE9313CEF732}">
      <dgm:prSet/>
      <dgm:spPr/>
      <dgm:t>
        <a:bodyPr/>
        <a:lstStyle/>
        <a:p>
          <a:endParaRPr lang="en-US"/>
        </a:p>
      </dgm:t>
    </dgm:pt>
    <dgm:pt modelId="{64BEC961-0A69-4F7F-8AE1-0C2CBF5AE1D8}" type="sibTrans" cxnId="{E83A9342-A3CC-4D6C-A2EA-DE9313CEF732}">
      <dgm:prSet/>
      <dgm:spPr/>
      <dgm:t>
        <a:bodyPr/>
        <a:lstStyle/>
        <a:p>
          <a:endParaRPr lang="en-US"/>
        </a:p>
      </dgm:t>
    </dgm:pt>
    <dgm:pt modelId="{23654760-2B63-4199-AE61-B710C24E4AF5}">
      <dgm:prSet/>
      <dgm:spPr/>
      <dgm:t>
        <a:bodyPr/>
        <a:lstStyle/>
        <a:p>
          <a:r>
            <a:rPr lang="en-US"/>
            <a:t>• Incluyen:</a:t>
          </a:r>
        </a:p>
      </dgm:t>
    </dgm:pt>
    <dgm:pt modelId="{06D361C6-F150-4468-88F6-436E13E6D656}" type="parTrans" cxnId="{3D1EA355-00AB-4D6F-B48F-70F22DE0A704}">
      <dgm:prSet/>
      <dgm:spPr/>
      <dgm:t>
        <a:bodyPr/>
        <a:lstStyle/>
        <a:p>
          <a:endParaRPr lang="en-US"/>
        </a:p>
      </dgm:t>
    </dgm:pt>
    <dgm:pt modelId="{67D5D26A-57B9-448D-8C21-01ED12FCA897}" type="sibTrans" cxnId="{3D1EA355-00AB-4D6F-B48F-70F22DE0A704}">
      <dgm:prSet/>
      <dgm:spPr/>
      <dgm:t>
        <a:bodyPr/>
        <a:lstStyle/>
        <a:p>
          <a:endParaRPr lang="en-US"/>
        </a:p>
      </dgm:t>
    </dgm:pt>
    <dgm:pt modelId="{0B6F8574-9496-4617-980B-D59A118ED36D}">
      <dgm:prSet/>
      <dgm:spPr/>
      <dgm:t>
        <a:bodyPr/>
        <a:lstStyle/>
        <a:p>
          <a:r>
            <a:rPr lang="en-US"/>
            <a:t>- Comercio electrónico.</a:t>
          </a:r>
        </a:p>
      </dgm:t>
    </dgm:pt>
    <dgm:pt modelId="{CAEFAFC5-A851-4902-820D-925C95CEECB1}" type="parTrans" cxnId="{06012BE0-6897-470A-B2C1-61192E65D632}">
      <dgm:prSet/>
      <dgm:spPr/>
      <dgm:t>
        <a:bodyPr/>
        <a:lstStyle/>
        <a:p>
          <a:endParaRPr lang="en-US"/>
        </a:p>
      </dgm:t>
    </dgm:pt>
    <dgm:pt modelId="{17EFA16A-B576-4783-8DE7-375538871914}" type="sibTrans" cxnId="{06012BE0-6897-470A-B2C1-61192E65D632}">
      <dgm:prSet/>
      <dgm:spPr/>
      <dgm:t>
        <a:bodyPr/>
        <a:lstStyle/>
        <a:p>
          <a:endParaRPr lang="en-US"/>
        </a:p>
      </dgm:t>
    </dgm:pt>
    <dgm:pt modelId="{D2CB4702-98C9-4DE2-8A90-BABC1195286E}">
      <dgm:prSet/>
      <dgm:spPr/>
      <dgm:t>
        <a:bodyPr/>
        <a:lstStyle/>
        <a:p>
          <a:r>
            <a:rPr lang="en-US"/>
            <a:t>- Prestación de información online.</a:t>
          </a:r>
        </a:p>
      </dgm:t>
    </dgm:pt>
    <dgm:pt modelId="{FFDD2BC8-E8BF-4BE1-971D-88147D061522}" type="parTrans" cxnId="{609473B6-5C60-4BEA-845D-B1EE9B1AE73A}">
      <dgm:prSet/>
      <dgm:spPr/>
      <dgm:t>
        <a:bodyPr/>
        <a:lstStyle/>
        <a:p>
          <a:endParaRPr lang="en-US"/>
        </a:p>
      </dgm:t>
    </dgm:pt>
    <dgm:pt modelId="{522F702B-CC0E-4EE8-AB0A-7A07A3245327}" type="sibTrans" cxnId="{609473B6-5C60-4BEA-845D-B1EE9B1AE73A}">
      <dgm:prSet/>
      <dgm:spPr/>
      <dgm:t>
        <a:bodyPr/>
        <a:lstStyle/>
        <a:p>
          <a:endParaRPr lang="en-US"/>
        </a:p>
      </dgm:t>
    </dgm:pt>
    <dgm:pt modelId="{B51F7614-B802-4FBA-B66A-08B0AE8EE06E}">
      <dgm:prSet/>
      <dgm:spPr/>
      <dgm:t>
        <a:bodyPr/>
        <a:lstStyle/>
        <a:p>
          <a:r>
            <a:rPr lang="en-US"/>
            <a:t>- Contratación electrónica de servicios.</a:t>
          </a:r>
        </a:p>
      </dgm:t>
    </dgm:pt>
    <dgm:pt modelId="{D0FB2791-4055-4946-8DEB-4BF347406D1B}" type="parTrans" cxnId="{C34FADE9-0800-41D7-B602-9F7C20B50E94}">
      <dgm:prSet/>
      <dgm:spPr/>
      <dgm:t>
        <a:bodyPr/>
        <a:lstStyle/>
        <a:p>
          <a:endParaRPr lang="en-US"/>
        </a:p>
      </dgm:t>
    </dgm:pt>
    <dgm:pt modelId="{E7B280A4-F9B8-45AF-B781-CE99E96EC100}" type="sibTrans" cxnId="{C34FADE9-0800-41D7-B602-9F7C20B50E94}">
      <dgm:prSet/>
      <dgm:spPr/>
      <dgm:t>
        <a:bodyPr/>
        <a:lstStyle/>
        <a:p>
          <a:endParaRPr lang="en-US"/>
        </a:p>
      </dgm:t>
    </dgm:pt>
    <dgm:pt modelId="{9C6EF40D-6768-4B03-8C88-B73B4971633A}">
      <dgm:prSet/>
      <dgm:spPr/>
      <dgm:t>
        <a:bodyPr/>
        <a:lstStyle/>
        <a:p>
          <a:r>
            <a:rPr lang="en-US"/>
            <a:t>- Servicios de intermediación (hosting, buscadores, redes sociales).</a:t>
          </a:r>
        </a:p>
      </dgm:t>
    </dgm:pt>
    <dgm:pt modelId="{C4612622-AC7C-4A65-A5DA-FE246986C091}" type="parTrans" cxnId="{301997FA-472C-4600-A8E0-1B68637BE1AC}">
      <dgm:prSet/>
      <dgm:spPr/>
      <dgm:t>
        <a:bodyPr/>
        <a:lstStyle/>
        <a:p>
          <a:endParaRPr lang="en-US"/>
        </a:p>
      </dgm:t>
    </dgm:pt>
    <dgm:pt modelId="{9B64F4BC-B2D3-48F0-A984-4BC62947D7FE}" type="sibTrans" cxnId="{301997FA-472C-4600-A8E0-1B68637BE1AC}">
      <dgm:prSet/>
      <dgm:spPr/>
      <dgm:t>
        <a:bodyPr/>
        <a:lstStyle/>
        <a:p>
          <a:endParaRPr lang="en-US"/>
        </a:p>
      </dgm:t>
    </dgm:pt>
    <dgm:pt modelId="{F04EC865-9919-414C-A64C-900646C47BF1}" type="pres">
      <dgm:prSet presAssocID="{755CBD16-AD06-45E2-A824-8E3A6E75C840}" presName="vert0" presStyleCnt="0">
        <dgm:presLayoutVars>
          <dgm:dir/>
          <dgm:animOne val="branch"/>
          <dgm:animLvl val="lvl"/>
        </dgm:presLayoutVars>
      </dgm:prSet>
      <dgm:spPr/>
    </dgm:pt>
    <dgm:pt modelId="{9AC1E6CF-144C-44E7-A2CD-B08D2AC6AC51}" type="pres">
      <dgm:prSet presAssocID="{03DEAB3F-C618-45B0-A684-FF980E2F8F62}" presName="thickLine" presStyleLbl="alignNode1" presStyleIdx="0" presStyleCnt="6"/>
      <dgm:spPr/>
    </dgm:pt>
    <dgm:pt modelId="{CCC6FFDB-C674-42FA-94A4-3E59828286CB}" type="pres">
      <dgm:prSet presAssocID="{03DEAB3F-C618-45B0-A684-FF980E2F8F62}" presName="horz1" presStyleCnt="0"/>
      <dgm:spPr/>
    </dgm:pt>
    <dgm:pt modelId="{AFC2A4F2-78E9-4429-A540-6308599C9DA3}" type="pres">
      <dgm:prSet presAssocID="{03DEAB3F-C618-45B0-A684-FF980E2F8F62}" presName="tx1" presStyleLbl="revTx" presStyleIdx="0" presStyleCnt="6"/>
      <dgm:spPr/>
    </dgm:pt>
    <dgm:pt modelId="{3FD08C30-72AB-4BD5-88F5-BAE05526D644}" type="pres">
      <dgm:prSet presAssocID="{03DEAB3F-C618-45B0-A684-FF980E2F8F62}" presName="vert1" presStyleCnt="0"/>
      <dgm:spPr/>
    </dgm:pt>
    <dgm:pt modelId="{6B6CBD4E-ABB0-4A72-968C-3B9E8243F8FA}" type="pres">
      <dgm:prSet presAssocID="{23654760-2B63-4199-AE61-B710C24E4AF5}" presName="thickLine" presStyleLbl="alignNode1" presStyleIdx="1" presStyleCnt="6"/>
      <dgm:spPr/>
    </dgm:pt>
    <dgm:pt modelId="{C71B32F9-E5D2-41E5-A0C3-8CA97D36D2C8}" type="pres">
      <dgm:prSet presAssocID="{23654760-2B63-4199-AE61-B710C24E4AF5}" presName="horz1" presStyleCnt="0"/>
      <dgm:spPr/>
    </dgm:pt>
    <dgm:pt modelId="{8B90969E-C259-4563-8EDA-5C90FB9FAA39}" type="pres">
      <dgm:prSet presAssocID="{23654760-2B63-4199-AE61-B710C24E4AF5}" presName="tx1" presStyleLbl="revTx" presStyleIdx="1" presStyleCnt="6"/>
      <dgm:spPr/>
    </dgm:pt>
    <dgm:pt modelId="{F35F70AD-9D0A-466A-8684-C5C47CE36FD2}" type="pres">
      <dgm:prSet presAssocID="{23654760-2B63-4199-AE61-B710C24E4AF5}" presName="vert1" presStyleCnt="0"/>
      <dgm:spPr/>
    </dgm:pt>
    <dgm:pt modelId="{5A95B92A-936D-42BE-82F1-8E5234B1788F}" type="pres">
      <dgm:prSet presAssocID="{0B6F8574-9496-4617-980B-D59A118ED36D}" presName="thickLine" presStyleLbl="alignNode1" presStyleIdx="2" presStyleCnt="6"/>
      <dgm:spPr/>
    </dgm:pt>
    <dgm:pt modelId="{5997FC54-5AC5-4F2C-AE15-01E9045DB8A2}" type="pres">
      <dgm:prSet presAssocID="{0B6F8574-9496-4617-980B-D59A118ED36D}" presName="horz1" presStyleCnt="0"/>
      <dgm:spPr/>
    </dgm:pt>
    <dgm:pt modelId="{D9E411CF-C6BE-42C6-A224-6B15C6835801}" type="pres">
      <dgm:prSet presAssocID="{0B6F8574-9496-4617-980B-D59A118ED36D}" presName="tx1" presStyleLbl="revTx" presStyleIdx="2" presStyleCnt="6"/>
      <dgm:spPr/>
    </dgm:pt>
    <dgm:pt modelId="{3FE3D4C1-CC63-4E50-A445-0468BE78B2BC}" type="pres">
      <dgm:prSet presAssocID="{0B6F8574-9496-4617-980B-D59A118ED36D}" presName="vert1" presStyleCnt="0"/>
      <dgm:spPr/>
    </dgm:pt>
    <dgm:pt modelId="{A2786AB7-C820-4874-8A68-A69235F31B4A}" type="pres">
      <dgm:prSet presAssocID="{D2CB4702-98C9-4DE2-8A90-BABC1195286E}" presName="thickLine" presStyleLbl="alignNode1" presStyleIdx="3" presStyleCnt="6"/>
      <dgm:spPr/>
    </dgm:pt>
    <dgm:pt modelId="{0AA48B07-A49D-42D7-ABC1-4B9323275B71}" type="pres">
      <dgm:prSet presAssocID="{D2CB4702-98C9-4DE2-8A90-BABC1195286E}" presName="horz1" presStyleCnt="0"/>
      <dgm:spPr/>
    </dgm:pt>
    <dgm:pt modelId="{DCE1311D-E26C-4142-B9D5-1D1D2DBD3E6B}" type="pres">
      <dgm:prSet presAssocID="{D2CB4702-98C9-4DE2-8A90-BABC1195286E}" presName="tx1" presStyleLbl="revTx" presStyleIdx="3" presStyleCnt="6"/>
      <dgm:spPr/>
    </dgm:pt>
    <dgm:pt modelId="{B1101E2B-D506-4FBF-881F-98E4300BA511}" type="pres">
      <dgm:prSet presAssocID="{D2CB4702-98C9-4DE2-8A90-BABC1195286E}" presName="vert1" presStyleCnt="0"/>
      <dgm:spPr/>
    </dgm:pt>
    <dgm:pt modelId="{7B4FD468-BEC3-47FC-9D14-5D647A27B394}" type="pres">
      <dgm:prSet presAssocID="{B51F7614-B802-4FBA-B66A-08B0AE8EE06E}" presName="thickLine" presStyleLbl="alignNode1" presStyleIdx="4" presStyleCnt="6"/>
      <dgm:spPr/>
    </dgm:pt>
    <dgm:pt modelId="{7899EF14-90DA-4304-9CCE-E6A18117279C}" type="pres">
      <dgm:prSet presAssocID="{B51F7614-B802-4FBA-B66A-08B0AE8EE06E}" presName="horz1" presStyleCnt="0"/>
      <dgm:spPr/>
    </dgm:pt>
    <dgm:pt modelId="{8E5D6F05-E086-44CF-A9AD-32C929672B22}" type="pres">
      <dgm:prSet presAssocID="{B51F7614-B802-4FBA-B66A-08B0AE8EE06E}" presName="tx1" presStyleLbl="revTx" presStyleIdx="4" presStyleCnt="6"/>
      <dgm:spPr/>
    </dgm:pt>
    <dgm:pt modelId="{E7A5ABA9-BEA2-437F-A329-8E2B420179D1}" type="pres">
      <dgm:prSet presAssocID="{B51F7614-B802-4FBA-B66A-08B0AE8EE06E}" presName="vert1" presStyleCnt="0"/>
      <dgm:spPr/>
    </dgm:pt>
    <dgm:pt modelId="{E8DA9F2A-595A-499E-81B5-EDD18445B386}" type="pres">
      <dgm:prSet presAssocID="{9C6EF40D-6768-4B03-8C88-B73B4971633A}" presName="thickLine" presStyleLbl="alignNode1" presStyleIdx="5" presStyleCnt="6"/>
      <dgm:spPr/>
    </dgm:pt>
    <dgm:pt modelId="{94678E46-D204-4253-8EFA-4DA89CEAC050}" type="pres">
      <dgm:prSet presAssocID="{9C6EF40D-6768-4B03-8C88-B73B4971633A}" presName="horz1" presStyleCnt="0"/>
      <dgm:spPr/>
    </dgm:pt>
    <dgm:pt modelId="{04C7B450-8E47-42F9-9B7C-3A0273426480}" type="pres">
      <dgm:prSet presAssocID="{9C6EF40D-6768-4B03-8C88-B73B4971633A}" presName="tx1" presStyleLbl="revTx" presStyleIdx="5" presStyleCnt="6"/>
      <dgm:spPr/>
    </dgm:pt>
    <dgm:pt modelId="{A0732D9F-070B-4BFE-B8CB-9C2DEB8B3FA2}" type="pres">
      <dgm:prSet presAssocID="{9C6EF40D-6768-4B03-8C88-B73B4971633A}" presName="vert1" presStyleCnt="0"/>
      <dgm:spPr/>
    </dgm:pt>
  </dgm:ptLst>
  <dgm:cxnLst>
    <dgm:cxn modelId="{B69A1A0C-3A19-453B-92E6-11FE6578D0DF}" type="presOf" srcId="{03DEAB3F-C618-45B0-A684-FF980E2F8F62}" destId="{AFC2A4F2-78E9-4429-A540-6308599C9DA3}" srcOrd="0" destOrd="0" presId="urn:microsoft.com/office/officeart/2008/layout/LinedList"/>
    <dgm:cxn modelId="{BD1E2F1A-851C-4B00-8479-AFB5306987FB}" type="presOf" srcId="{B51F7614-B802-4FBA-B66A-08B0AE8EE06E}" destId="{8E5D6F05-E086-44CF-A9AD-32C929672B22}" srcOrd="0" destOrd="0" presId="urn:microsoft.com/office/officeart/2008/layout/LinedList"/>
    <dgm:cxn modelId="{53CC811A-6F2B-4A16-B420-C8DFAFFDF104}" type="presOf" srcId="{755CBD16-AD06-45E2-A824-8E3A6E75C840}" destId="{F04EC865-9919-414C-A64C-900646C47BF1}" srcOrd="0" destOrd="0" presId="urn:microsoft.com/office/officeart/2008/layout/LinedList"/>
    <dgm:cxn modelId="{E83A9342-A3CC-4D6C-A2EA-DE9313CEF732}" srcId="{755CBD16-AD06-45E2-A824-8E3A6E75C840}" destId="{03DEAB3F-C618-45B0-A684-FF980E2F8F62}" srcOrd="0" destOrd="0" parTransId="{E92305EC-DB87-44B5-BC60-D8CEACFBF360}" sibTransId="{64BEC961-0A69-4F7F-8AE1-0C2CBF5AE1D8}"/>
    <dgm:cxn modelId="{0351AD6B-A63E-4FC0-BB65-E17F4AE1E215}" type="presOf" srcId="{9C6EF40D-6768-4B03-8C88-B73B4971633A}" destId="{04C7B450-8E47-42F9-9B7C-3A0273426480}" srcOrd="0" destOrd="0" presId="urn:microsoft.com/office/officeart/2008/layout/LinedList"/>
    <dgm:cxn modelId="{3D1EA355-00AB-4D6F-B48F-70F22DE0A704}" srcId="{755CBD16-AD06-45E2-A824-8E3A6E75C840}" destId="{23654760-2B63-4199-AE61-B710C24E4AF5}" srcOrd="1" destOrd="0" parTransId="{06D361C6-F150-4468-88F6-436E13E6D656}" sibTransId="{67D5D26A-57B9-448D-8C21-01ED12FCA897}"/>
    <dgm:cxn modelId="{7006A095-B2B0-401D-9000-171754AF3CAE}" type="presOf" srcId="{D2CB4702-98C9-4DE2-8A90-BABC1195286E}" destId="{DCE1311D-E26C-4142-B9D5-1D1D2DBD3E6B}" srcOrd="0" destOrd="0" presId="urn:microsoft.com/office/officeart/2008/layout/LinedList"/>
    <dgm:cxn modelId="{2EF75D96-6517-460C-AC31-879628F10AB7}" type="presOf" srcId="{23654760-2B63-4199-AE61-B710C24E4AF5}" destId="{8B90969E-C259-4563-8EDA-5C90FB9FAA39}" srcOrd="0" destOrd="0" presId="urn:microsoft.com/office/officeart/2008/layout/LinedList"/>
    <dgm:cxn modelId="{609473B6-5C60-4BEA-845D-B1EE9B1AE73A}" srcId="{755CBD16-AD06-45E2-A824-8E3A6E75C840}" destId="{D2CB4702-98C9-4DE2-8A90-BABC1195286E}" srcOrd="3" destOrd="0" parTransId="{FFDD2BC8-E8BF-4BE1-971D-88147D061522}" sibTransId="{522F702B-CC0E-4EE8-AB0A-7A07A3245327}"/>
    <dgm:cxn modelId="{06012BE0-6897-470A-B2C1-61192E65D632}" srcId="{755CBD16-AD06-45E2-A824-8E3A6E75C840}" destId="{0B6F8574-9496-4617-980B-D59A118ED36D}" srcOrd="2" destOrd="0" parTransId="{CAEFAFC5-A851-4902-820D-925C95CEECB1}" sibTransId="{17EFA16A-B576-4783-8DE7-375538871914}"/>
    <dgm:cxn modelId="{C34FADE9-0800-41D7-B602-9F7C20B50E94}" srcId="{755CBD16-AD06-45E2-A824-8E3A6E75C840}" destId="{B51F7614-B802-4FBA-B66A-08B0AE8EE06E}" srcOrd="4" destOrd="0" parTransId="{D0FB2791-4055-4946-8DEB-4BF347406D1B}" sibTransId="{E7B280A4-F9B8-45AF-B781-CE99E96EC100}"/>
    <dgm:cxn modelId="{5FDC10F8-5E5B-4FAB-AED3-128C1CB8BDAE}" type="presOf" srcId="{0B6F8574-9496-4617-980B-D59A118ED36D}" destId="{D9E411CF-C6BE-42C6-A224-6B15C6835801}" srcOrd="0" destOrd="0" presId="urn:microsoft.com/office/officeart/2008/layout/LinedList"/>
    <dgm:cxn modelId="{301997FA-472C-4600-A8E0-1B68637BE1AC}" srcId="{755CBD16-AD06-45E2-A824-8E3A6E75C840}" destId="{9C6EF40D-6768-4B03-8C88-B73B4971633A}" srcOrd="5" destOrd="0" parTransId="{C4612622-AC7C-4A65-A5DA-FE246986C091}" sibTransId="{9B64F4BC-B2D3-48F0-A984-4BC62947D7FE}"/>
    <dgm:cxn modelId="{7832EFAD-B9F6-4172-B007-2C5374749B5F}" type="presParOf" srcId="{F04EC865-9919-414C-A64C-900646C47BF1}" destId="{9AC1E6CF-144C-44E7-A2CD-B08D2AC6AC51}" srcOrd="0" destOrd="0" presId="urn:microsoft.com/office/officeart/2008/layout/LinedList"/>
    <dgm:cxn modelId="{53351E0E-8AD6-4463-8A18-89531C410FEF}" type="presParOf" srcId="{F04EC865-9919-414C-A64C-900646C47BF1}" destId="{CCC6FFDB-C674-42FA-94A4-3E59828286CB}" srcOrd="1" destOrd="0" presId="urn:microsoft.com/office/officeart/2008/layout/LinedList"/>
    <dgm:cxn modelId="{78ACF35E-EE7C-4367-B449-18148A0544C7}" type="presParOf" srcId="{CCC6FFDB-C674-42FA-94A4-3E59828286CB}" destId="{AFC2A4F2-78E9-4429-A540-6308599C9DA3}" srcOrd="0" destOrd="0" presId="urn:microsoft.com/office/officeart/2008/layout/LinedList"/>
    <dgm:cxn modelId="{7607DD90-746E-40F0-B960-26439C8F50D4}" type="presParOf" srcId="{CCC6FFDB-C674-42FA-94A4-3E59828286CB}" destId="{3FD08C30-72AB-4BD5-88F5-BAE05526D644}" srcOrd="1" destOrd="0" presId="urn:microsoft.com/office/officeart/2008/layout/LinedList"/>
    <dgm:cxn modelId="{4EF1DCCE-DCEE-4ED2-A310-BF181F5173BF}" type="presParOf" srcId="{F04EC865-9919-414C-A64C-900646C47BF1}" destId="{6B6CBD4E-ABB0-4A72-968C-3B9E8243F8FA}" srcOrd="2" destOrd="0" presId="urn:microsoft.com/office/officeart/2008/layout/LinedList"/>
    <dgm:cxn modelId="{EB9F4BBF-4497-4F15-A9A2-6C25CFFBE4A2}" type="presParOf" srcId="{F04EC865-9919-414C-A64C-900646C47BF1}" destId="{C71B32F9-E5D2-41E5-A0C3-8CA97D36D2C8}" srcOrd="3" destOrd="0" presId="urn:microsoft.com/office/officeart/2008/layout/LinedList"/>
    <dgm:cxn modelId="{CDC534BC-F429-415A-963C-5233E28BAB19}" type="presParOf" srcId="{C71B32F9-E5D2-41E5-A0C3-8CA97D36D2C8}" destId="{8B90969E-C259-4563-8EDA-5C90FB9FAA39}" srcOrd="0" destOrd="0" presId="urn:microsoft.com/office/officeart/2008/layout/LinedList"/>
    <dgm:cxn modelId="{D3A58393-6250-42E6-BFF4-609FD7132521}" type="presParOf" srcId="{C71B32F9-E5D2-41E5-A0C3-8CA97D36D2C8}" destId="{F35F70AD-9D0A-466A-8684-C5C47CE36FD2}" srcOrd="1" destOrd="0" presId="urn:microsoft.com/office/officeart/2008/layout/LinedList"/>
    <dgm:cxn modelId="{14C32321-F8F8-4D1C-B62F-76DE51220D86}" type="presParOf" srcId="{F04EC865-9919-414C-A64C-900646C47BF1}" destId="{5A95B92A-936D-42BE-82F1-8E5234B1788F}" srcOrd="4" destOrd="0" presId="urn:microsoft.com/office/officeart/2008/layout/LinedList"/>
    <dgm:cxn modelId="{6650E516-012B-4622-A9DE-5BBA1D8D7E18}" type="presParOf" srcId="{F04EC865-9919-414C-A64C-900646C47BF1}" destId="{5997FC54-5AC5-4F2C-AE15-01E9045DB8A2}" srcOrd="5" destOrd="0" presId="urn:microsoft.com/office/officeart/2008/layout/LinedList"/>
    <dgm:cxn modelId="{DC915E07-B958-46B7-9E6B-930BC4F2EDE7}" type="presParOf" srcId="{5997FC54-5AC5-4F2C-AE15-01E9045DB8A2}" destId="{D9E411CF-C6BE-42C6-A224-6B15C6835801}" srcOrd="0" destOrd="0" presId="urn:microsoft.com/office/officeart/2008/layout/LinedList"/>
    <dgm:cxn modelId="{54CB06BF-7268-42E8-9844-F17DB8EF847A}" type="presParOf" srcId="{5997FC54-5AC5-4F2C-AE15-01E9045DB8A2}" destId="{3FE3D4C1-CC63-4E50-A445-0468BE78B2BC}" srcOrd="1" destOrd="0" presId="urn:microsoft.com/office/officeart/2008/layout/LinedList"/>
    <dgm:cxn modelId="{6783A4D3-1606-428F-AABF-40BDE4B48BFC}" type="presParOf" srcId="{F04EC865-9919-414C-A64C-900646C47BF1}" destId="{A2786AB7-C820-4874-8A68-A69235F31B4A}" srcOrd="6" destOrd="0" presId="urn:microsoft.com/office/officeart/2008/layout/LinedList"/>
    <dgm:cxn modelId="{6F65B95A-4404-4DDA-ADF9-97B15C52C8CD}" type="presParOf" srcId="{F04EC865-9919-414C-A64C-900646C47BF1}" destId="{0AA48B07-A49D-42D7-ABC1-4B9323275B71}" srcOrd="7" destOrd="0" presId="urn:microsoft.com/office/officeart/2008/layout/LinedList"/>
    <dgm:cxn modelId="{6D8C317C-0753-4F28-A478-D6769BB003CB}" type="presParOf" srcId="{0AA48B07-A49D-42D7-ABC1-4B9323275B71}" destId="{DCE1311D-E26C-4142-B9D5-1D1D2DBD3E6B}" srcOrd="0" destOrd="0" presId="urn:microsoft.com/office/officeart/2008/layout/LinedList"/>
    <dgm:cxn modelId="{0E3921D3-190B-498C-BF70-157A414EDAEF}" type="presParOf" srcId="{0AA48B07-A49D-42D7-ABC1-4B9323275B71}" destId="{B1101E2B-D506-4FBF-881F-98E4300BA511}" srcOrd="1" destOrd="0" presId="urn:microsoft.com/office/officeart/2008/layout/LinedList"/>
    <dgm:cxn modelId="{5237D6BF-4808-4975-8CEB-CB5A15BCAFB3}" type="presParOf" srcId="{F04EC865-9919-414C-A64C-900646C47BF1}" destId="{7B4FD468-BEC3-47FC-9D14-5D647A27B394}" srcOrd="8" destOrd="0" presId="urn:microsoft.com/office/officeart/2008/layout/LinedList"/>
    <dgm:cxn modelId="{E4056162-E5DA-4EC3-9FC3-CE07CFF41DA0}" type="presParOf" srcId="{F04EC865-9919-414C-A64C-900646C47BF1}" destId="{7899EF14-90DA-4304-9CCE-E6A18117279C}" srcOrd="9" destOrd="0" presId="urn:microsoft.com/office/officeart/2008/layout/LinedList"/>
    <dgm:cxn modelId="{37B9FF8E-2C36-4233-9496-887F3D4EF381}" type="presParOf" srcId="{7899EF14-90DA-4304-9CCE-E6A18117279C}" destId="{8E5D6F05-E086-44CF-A9AD-32C929672B22}" srcOrd="0" destOrd="0" presId="urn:microsoft.com/office/officeart/2008/layout/LinedList"/>
    <dgm:cxn modelId="{62CEDDA6-D2B0-45B5-94EF-356F22AFF5A2}" type="presParOf" srcId="{7899EF14-90DA-4304-9CCE-E6A18117279C}" destId="{E7A5ABA9-BEA2-437F-A329-8E2B420179D1}" srcOrd="1" destOrd="0" presId="urn:microsoft.com/office/officeart/2008/layout/LinedList"/>
    <dgm:cxn modelId="{85E3921C-81A0-481B-BD65-C0FAFA98579C}" type="presParOf" srcId="{F04EC865-9919-414C-A64C-900646C47BF1}" destId="{E8DA9F2A-595A-499E-81B5-EDD18445B386}" srcOrd="10" destOrd="0" presId="urn:microsoft.com/office/officeart/2008/layout/LinedList"/>
    <dgm:cxn modelId="{84E4745C-3062-48F1-87EB-F4AF8CF1254E}" type="presParOf" srcId="{F04EC865-9919-414C-A64C-900646C47BF1}" destId="{94678E46-D204-4253-8EFA-4DA89CEAC050}" srcOrd="11" destOrd="0" presId="urn:microsoft.com/office/officeart/2008/layout/LinedList"/>
    <dgm:cxn modelId="{2A4E070C-459A-4470-A0B0-EC2DF956B7C7}" type="presParOf" srcId="{94678E46-D204-4253-8EFA-4DA89CEAC050}" destId="{04C7B450-8E47-42F9-9B7C-3A0273426480}" srcOrd="0" destOrd="0" presId="urn:microsoft.com/office/officeart/2008/layout/LinedList"/>
    <dgm:cxn modelId="{2118B1BE-B02C-4186-A48B-9BEAAA581DB9}" type="presParOf" srcId="{94678E46-D204-4253-8EFA-4DA89CEAC050}" destId="{A0732D9F-070B-4BFE-B8CB-9C2DEB8B3FA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722E58D-B06F-4C7C-A449-416ED5B25562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15BC63B-C091-49B1-968C-98DC9FBCCF9E}">
      <dgm:prSet/>
      <dgm:spPr/>
      <dgm:t>
        <a:bodyPr/>
        <a:lstStyle/>
        <a:p>
          <a:r>
            <a:rPr lang="en-US"/>
            <a:t>• Prestadores de servicios responden de lo que ofrecen.</a:t>
          </a:r>
        </a:p>
      </dgm:t>
    </dgm:pt>
    <dgm:pt modelId="{BD4274C6-9815-4B15-925E-AE7AD370364B}" type="parTrans" cxnId="{96E27FE2-7408-4213-A8C2-A7E6116A293E}">
      <dgm:prSet/>
      <dgm:spPr/>
      <dgm:t>
        <a:bodyPr/>
        <a:lstStyle/>
        <a:p>
          <a:endParaRPr lang="en-US"/>
        </a:p>
      </dgm:t>
    </dgm:pt>
    <dgm:pt modelId="{82662F59-7CA0-401E-BD10-AA7F5395F8CE}" type="sibTrans" cxnId="{96E27FE2-7408-4213-A8C2-A7E6116A293E}">
      <dgm:prSet/>
      <dgm:spPr/>
      <dgm:t>
        <a:bodyPr/>
        <a:lstStyle/>
        <a:p>
          <a:endParaRPr lang="en-US"/>
        </a:p>
      </dgm:t>
    </dgm:pt>
    <dgm:pt modelId="{32C3CA37-976A-4F38-A1E9-5CE3E46F4773}">
      <dgm:prSet/>
      <dgm:spPr/>
      <dgm:t>
        <a:bodyPr/>
        <a:lstStyle/>
        <a:p>
          <a:r>
            <a:rPr lang="en-US"/>
            <a:t>• Intermediación:</a:t>
          </a:r>
        </a:p>
      </dgm:t>
    </dgm:pt>
    <dgm:pt modelId="{8FF6493C-64F5-4A74-ADE6-7266460E0A63}" type="parTrans" cxnId="{321EEF51-62D5-445C-B52D-E4CF5F4447F7}">
      <dgm:prSet/>
      <dgm:spPr/>
      <dgm:t>
        <a:bodyPr/>
        <a:lstStyle/>
        <a:p>
          <a:endParaRPr lang="en-US"/>
        </a:p>
      </dgm:t>
    </dgm:pt>
    <dgm:pt modelId="{A44747C0-AC8A-41BD-86DC-3E1342B93425}" type="sibTrans" cxnId="{321EEF51-62D5-445C-B52D-E4CF5F4447F7}">
      <dgm:prSet/>
      <dgm:spPr/>
      <dgm:t>
        <a:bodyPr/>
        <a:lstStyle/>
        <a:p>
          <a:endParaRPr lang="en-US"/>
        </a:p>
      </dgm:t>
    </dgm:pt>
    <dgm:pt modelId="{3BCCEEDF-CDD1-44AC-A433-B3E12BAE5838}">
      <dgm:prSet/>
      <dgm:spPr/>
      <dgm:t>
        <a:bodyPr/>
        <a:lstStyle/>
        <a:p>
          <a:r>
            <a:rPr lang="en-US"/>
            <a:t>- Proveedores de acceso → no responsables del contenido.</a:t>
          </a:r>
        </a:p>
      </dgm:t>
    </dgm:pt>
    <dgm:pt modelId="{86D4BE44-1F6D-43D5-959E-43B244D0EE79}" type="parTrans" cxnId="{F9930CA8-9A44-4155-A375-D90AF7EF161A}">
      <dgm:prSet/>
      <dgm:spPr/>
      <dgm:t>
        <a:bodyPr/>
        <a:lstStyle/>
        <a:p>
          <a:endParaRPr lang="en-US"/>
        </a:p>
      </dgm:t>
    </dgm:pt>
    <dgm:pt modelId="{685A0007-D6FA-4EE0-9B2C-5D0E8BBB9E1B}" type="sibTrans" cxnId="{F9930CA8-9A44-4155-A375-D90AF7EF161A}">
      <dgm:prSet/>
      <dgm:spPr/>
      <dgm:t>
        <a:bodyPr/>
        <a:lstStyle/>
        <a:p>
          <a:endParaRPr lang="en-US"/>
        </a:p>
      </dgm:t>
    </dgm:pt>
    <dgm:pt modelId="{0FDF0722-C7D6-4869-B8B8-F22CBD43B502}">
      <dgm:prSet/>
      <dgm:spPr/>
      <dgm:t>
        <a:bodyPr/>
        <a:lstStyle/>
        <a:p>
          <a:r>
            <a:rPr lang="en-US"/>
            <a:t>- Hosting → no responsables si actúan al ser avisados.</a:t>
          </a:r>
        </a:p>
      </dgm:t>
    </dgm:pt>
    <dgm:pt modelId="{2D23437E-0A0B-4FA4-8B3A-AE60FA19677F}" type="parTrans" cxnId="{BB36F09E-B61D-46D0-BD04-A3ACACA4DA8C}">
      <dgm:prSet/>
      <dgm:spPr/>
      <dgm:t>
        <a:bodyPr/>
        <a:lstStyle/>
        <a:p>
          <a:endParaRPr lang="en-US"/>
        </a:p>
      </dgm:t>
    </dgm:pt>
    <dgm:pt modelId="{5CF85B7E-F6B1-494C-BD35-0BB453B6773E}" type="sibTrans" cxnId="{BB36F09E-B61D-46D0-BD04-A3ACACA4DA8C}">
      <dgm:prSet/>
      <dgm:spPr/>
      <dgm:t>
        <a:bodyPr/>
        <a:lstStyle/>
        <a:p>
          <a:endParaRPr lang="en-US"/>
        </a:p>
      </dgm:t>
    </dgm:pt>
    <dgm:pt modelId="{7DFB9930-D991-4215-B613-1E788EB689E5}">
      <dgm:prSet/>
      <dgm:spPr/>
      <dgm:t>
        <a:bodyPr/>
        <a:lstStyle/>
        <a:p>
          <a:r>
            <a:rPr lang="en-US"/>
            <a:t>- Motores de búsqueda/enlaces → deben retirar enlaces ilícitos.</a:t>
          </a:r>
        </a:p>
      </dgm:t>
    </dgm:pt>
    <dgm:pt modelId="{4F815314-A125-498B-A456-3343268BFEA8}" type="parTrans" cxnId="{D87F0368-4128-41C1-8466-17ABEF4630D1}">
      <dgm:prSet/>
      <dgm:spPr/>
      <dgm:t>
        <a:bodyPr/>
        <a:lstStyle/>
        <a:p>
          <a:endParaRPr lang="en-US"/>
        </a:p>
      </dgm:t>
    </dgm:pt>
    <dgm:pt modelId="{B3008CEE-3B52-4704-9492-7B5B1D4CE7C8}" type="sibTrans" cxnId="{D87F0368-4128-41C1-8466-17ABEF4630D1}">
      <dgm:prSet/>
      <dgm:spPr/>
      <dgm:t>
        <a:bodyPr/>
        <a:lstStyle/>
        <a:p>
          <a:endParaRPr lang="en-US"/>
        </a:p>
      </dgm:t>
    </dgm:pt>
    <dgm:pt modelId="{C6A6783F-879E-4107-B744-31169A241E69}" type="pres">
      <dgm:prSet presAssocID="{F722E58D-B06F-4C7C-A449-416ED5B25562}" presName="vert0" presStyleCnt="0">
        <dgm:presLayoutVars>
          <dgm:dir/>
          <dgm:animOne val="branch"/>
          <dgm:animLvl val="lvl"/>
        </dgm:presLayoutVars>
      </dgm:prSet>
      <dgm:spPr/>
    </dgm:pt>
    <dgm:pt modelId="{B958093A-8FA6-416C-B613-5DB2EEC7EF8A}" type="pres">
      <dgm:prSet presAssocID="{E15BC63B-C091-49B1-968C-98DC9FBCCF9E}" presName="thickLine" presStyleLbl="alignNode1" presStyleIdx="0" presStyleCnt="5"/>
      <dgm:spPr/>
    </dgm:pt>
    <dgm:pt modelId="{F0A4818B-BC1D-4F0A-9D4C-DC5B4C05CE5D}" type="pres">
      <dgm:prSet presAssocID="{E15BC63B-C091-49B1-968C-98DC9FBCCF9E}" presName="horz1" presStyleCnt="0"/>
      <dgm:spPr/>
    </dgm:pt>
    <dgm:pt modelId="{84F9912F-C26A-4873-839A-66EC075DDBCC}" type="pres">
      <dgm:prSet presAssocID="{E15BC63B-C091-49B1-968C-98DC9FBCCF9E}" presName="tx1" presStyleLbl="revTx" presStyleIdx="0" presStyleCnt="5"/>
      <dgm:spPr/>
    </dgm:pt>
    <dgm:pt modelId="{F192A3B5-D4AC-4FFF-A43C-6ECAD231F6F0}" type="pres">
      <dgm:prSet presAssocID="{E15BC63B-C091-49B1-968C-98DC9FBCCF9E}" presName="vert1" presStyleCnt="0"/>
      <dgm:spPr/>
    </dgm:pt>
    <dgm:pt modelId="{6E2F0A75-5FB8-487B-B6ED-77E900E46A69}" type="pres">
      <dgm:prSet presAssocID="{32C3CA37-976A-4F38-A1E9-5CE3E46F4773}" presName="thickLine" presStyleLbl="alignNode1" presStyleIdx="1" presStyleCnt="5"/>
      <dgm:spPr/>
    </dgm:pt>
    <dgm:pt modelId="{670B128F-11B3-4909-90B0-3FAF6822F19A}" type="pres">
      <dgm:prSet presAssocID="{32C3CA37-976A-4F38-A1E9-5CE3E46F4773}" presName="horz1" presStyleCnt="0"/>
      <dgm:spPr/>
    </dgm:pt>
    <dgm:pt modelId="{14C730FA-09E3-437A-BEB9-5AE267E7CA4C}" type="pres">
      <dgm:prSet presAssocID="{32C3CA37-976A-4F38-A1E9-5CE3E46F4773}" presName="tx1" presStyleLbl="revTx" presStyleIdx="1" presStyleCnt="5"/>
      <dgm:spPr/>
    </dgm:pt>
    <dgm:pt modelId="{68FE6D08-67FA-4314-B61C-B29ADF82FE54}" type="pres">
      <dgm:prSet presAssocID="{32C3CA37-976A-4F38-A1E9-5CE3E46F4773}" presName="vert1" presStyleCnt="0"/>
      <dgm:spPr/>
    </dgm:pt>
    <dgm:pt modelId="{D16AD6EB-6A94-48F3-A41A-3A23C3CECBAF}" type="pres">
      <dgm:prSet presAssocID="{3BCCEEDF-CDD1-44AC-A433-B3E12BAE5838}" presName="thickLine" presStyleLbl="alignNode1" presStyleIdx="2" presStyleCnt="5"/>
      <dgm:spPr/>
    </dgm:pt>
    <dgm:pt modelId="{5A7CAD3F-5AFC-41AC-B02C-EA8C7D6DFC4A}" type="pres">
      <dgm:prSet presAssocID="{3BCCEEDF-CDD1-44AC-A433-B3E12BAE5838}" presName="horz1" presStyleCnt="0"/>
      <dgm:spPr/>
    </dgm:pt>
    <dgm:pt modelId="{74581912-F7F2-4B3E-8B12-5D6F04285DF4}" type="pres">
      <dgm:prSet presAssocID="{3BCCEEDF-CDD1-44AC-A433-B3E12BAE5838}" presName="tx1" presStyleLbl="revTx" presStyleIdx="2" presStyleCnt="5"/>
      <dgm:spPr/>
    </dgm:pt>
    <dgm:pt modelId="{51C17261-AF78-4E47-86F7-168427D25234}" type="pres">
      <dgm:prSet presAssocID="{3BCCEEDF-CDD1-44AC-A433-B3E12BAE5838}" presName="vert1" presStyleCnt="0"/>
      <dgm:spPr/>
    </dgm:pt>
    <dgm:pt modelId="{991EAC6E-CCA2-4ADF-8E29-F380BDE81831}" type="pres">
      <dgm:prSet presAssocID="{0FDF0722-C7D6-4869-B8B8-F22CBD43B502}" presName="thickLine" presStyleLbl="alignNode1" presStyleIdx="3" presStyleCnt="5"/>
      <dgm:spPr/>
    </dgm:pt>
    <dgm:pt modelId="{B87802C2-6A88-42E4-84EC-ADF983EC62FD}" type="pres">
      <dgm:prSet presAssocID="{0FDF0722-C7D6-4869-B8B8-F22CBD43B502}" presName="horz1" presStyleCnt="0"/>
      <dgm:spPr/>
    </dgm:pt>
    <dgm:pt modelId="{DF132CFF-AEB5-4B83-A974-291EEB860024}" type="pres">
      <dgm:prSet presAssocID="{0FDF0722-C7D6-4869-B8B8-F22CBD43B502}" presName="tx1" presStyleLbl="revTx" presStyleIdx="3" presStyleCnt="5"/>
      <dgm:spPr/>
    </dgm:pt>
    <dgm:pt modelId="{0BD7174A-ADDE-4DA9-A7FA-E1929EAFE78A}" type="pres">
      <dgm:prSet presAssocID="{0FDF0722-C7D6-4869-B8B8-F22CBD43B502}" presName="vert1" presStyleCnt="0"/>
      <dgm:spPr/>
    </dgm:pt>
    <dgm:pt modelId="{AF0EDD85-7CB6-4020-A208-CAF1C325D9DE}" type="pres">
      <dgm:prSet presAssocID="{7DFB9930-D991-4215-B613-1E788EB689E5}" presName="thickLine" presStyleLbl="alignNode1" presStyleIdx="4" presStyleCnt="5"/>
      <dgm:spPr/>
    </dgm:pt>
    <dgm:pt modelId="{C044C974-C45D-4A3F-A4A6-A82ED04AF74F}" type="pres">
      <dgm:prSet presAssocID="{7DFB9930-D991-4215-B613-1E788EB689E5}" presName="horz1" presStyleCnt="0"/>
      <dgm:spPr/>
    </dgm:pt>
    <dgm:pt modelId="{32E29D72-7E42-43DA-8839-E4102ED26439}" type="pres">
      <dgm:prSet presAssocID="{7DFB9930-D991-4215-B613-1E788EB689E5}" presName="tx1" presStyleLbl="revTx" presStyleIdx="4" presStyleCnt="5"/>
      <dgm:spPr/>
    </dgm:pt>
    <dgm:pt modelId="{C78B6758-C85D-4590-AD6B-AA8E52A75090}" type="pres">
      <dgm:prSet presAssocID="{7DFB9930-D991-4215-B613-1E788EB689E5}" presName="vert1" presStyleCnt="0"/>
      <dgm:spPr/>
    </dgm:pt>
  </dgm:ptLst>
  <dgm:cxnLst>
    <dgm:cxn modelId="{F39F6C13-761E-4D51-AA36-67E181D181ED}" type="presOf" srcId="{0FDF0722-C7D6-4869-B8B8-F22CBD43B502}" destId="{DF132CFF-AEB5-4B83-A974-291EEB860024}" srcOrd="0" destOrd="0" presId="urn:microsoft.com/office/officeart/2008/layout/LinedList"/>
    <dgm:cxn modelId="{FC6B4729-A8E1-48B5-9193-4A1E906E6496}" type="presOf" srcId="{F722E58D-B06F-4C7C-A449-416ED5B25562}" destId="{C6A6783F-879E-4107-B744-31169A241E69}" srcOrd="0" destOrd="0" presId="urn:microsoft.com/office/officeart/2008/layout/LinedList"/>
    <dgm:cxn modelId="{D87F0368-4128-41C1-8466-17ABEF4630D1}" srcId="{F722E58D-B06F-4C7C-A449-416ED5B25562}" destId="{7DFB9930-D991-4215-B613-1E788EB689E5}" srcOrd="4" destOrd="0" parTransId="{4F815314-A125-498B-A456-3343268BFEA8}" sibTransId="{B3008CEE-3B52-4704-9492-7B5B1D4CE7C8}"/>
    <dgm:cxn modelId="{321EEF51-62D5-445C-B52D-E4CF5F4447F7}" srcId="{F722E58D-B06F-4C7C-A449-416ED5B25562}" destId="{32C3CA37-976A-4F38-A1E9-5CE3E46F4773}" srcOrd="1" destOrd="0" parTransId="{8FF6493C-64F5-4A74-ADE6-7266460E0A63}" sibTransId="{A44747C0-AC8A-41BD-86DC-3E1342B93425}"/>
    <dgm:cxn modelId="{D5774C8F-C7C6-49AE-9A66-9EC9F7060E69}" type="presOf" srcId="{3BCCEEDF-CDD1-44AC-A433-B3E12BAE5838}" destId="{74581912-F7F2-4B3E-8B12-5D6F04285DF4}" srcOrd="0" destOrd="0" presId="urn:microsoft.com/office/officeart/2008/layout/LinedList"/>
    <dgm:cxn modelId="{58246693-142D-40E2-93D0-4E1923881D93}" type="presOf" srcId="{7DFB9930-D991-4215-B613-1E788EB689E5}" destId="{32E29D72-7E42-43DA-8839-E4102ED26439}" srcOrd="0" destOrd="0" presId="urn:microsoft.com/office/officeart/2008/layout/LinedList"/>
    <dgm:cxn modelId="{BB36F09E-B61D-46D0-BD04-A3ACACA4DA8C}" srcId="{F722E58D-B06F-4C7C-A449-416ED5B25562}" destId="{0FDF0722-C7D6-4869-B8B8-F22CBD43B502}" srcOrd="3" destOrd="0" parTransId="{2D23437E-0A0B-4FA4-8B3A-AE60FA19677F}" sibTransId="{5CF85B7E-F6B1-494C-BD35-0BB453B6773E}"/>
    <dgm:cxn modelId="{77FB0D9F-37FB-41F6-B727-47F691E4F59A}" type="presOf" srcId="{E15BC63B-C091-49B1-968C-98DC9FBCCF9E}" destId="{84F9912F-C26A-4873-839A-66EC075DDBCC}" srcOrd="0" destOrd="0" presId="urn:microsoft.com/office/officeart/2008/layout/LinedList"/>
    <dgm:cxn modelId="{F9930CA8-9A44-4155-A375-D90AF7EF161A}" srcId="{F722E58D-B06F-4C7C-A449-416ED5B25562}" destId="{3BCCEEDF-CDD1-44AC-A433-B3E12BAE5838}" srcOrd="2" destOrd="0" parTransId="{86D4BE44-1F6D-43D5-959E-43B244D0EE79}" sibTransId="{685A0007-D6FA-4EE0-9B2C-5D0E8BBB9E1B}"/>
    <dgm:cxn modelId="{E86DE9B9-51FE-4E4A-AE2A-6E1C25032CB2}" type="presOf" srcId="{32C3CA37-976A-4F38-A1E9-5CE3E46F4773}" destId="{14C730FA-09E3-437A-BEB9-5AE267E7CA4C}" srcOrd="0" destOrd="0" presId="urn:microsoft.com/office/officeart/2008/layout/LinedList"/>
    <dgm:cxn modelId="{96E27FE2-7408-4213-A8C2-A7E6116A293E}" srcId="{F722E58D-B06F-4C7C-A449-416ED5B25562}" destId="{E15BC63B-C091-49B1-968C-98DC9FBCCF9E}" srcOrd="0" destOrd="0" parTransId="{BD4274C6-9815-4B15-925E-AE7AD370364B}" sibTransId="{82662F59-7CA0-401E-BD10-AA7F5395F8CE}"/>
    <dgm:cxn modelId="{AB46AF79-3B34-4470-AC7F-6A992C2B6DD6}" type="presParOf" srcId="{C6A6783F-879E-4107-B744-31169A241E69}" destId="{B958093A-8FA6-416C-B613-5DB2EEC7EF8A}" srcOrd="0" destOrd="0" presId="urn:microsoft.com/office/officeart/2008/layout/LinedList"/>
    <dgm:cxn modelId="{CB351BA7-696C-484C-A872-E554D6FFE2B3}" type="presParOf" srcId="{C6A6783F-879E-4107-B744-31169A241E69}" destId="{F0A4818B-BC1D-4F0A-9D4C-DC5B4C05CE5D}" srcOrd="1" destOrd="0" presId="urn:microsoft.com/office/officeart/2008/layout/LinedList"/>
    <dgm:cxn modelId="{00D40251-ADC5-4721-ABC5-9BA9678022BD}" type="presParOf" srcId="{F0A4818B-BC1D-4F0A-9D4C-DC5B4C05CE5D}" destId="{84F9912F-C26A-4873-839A-66EC075DDBCC}" srcOrd="0" destOrd="0" presId="urn:microsoft.com/office/officeart/2008/layout/LinedList"/>
    <dgm:cxn modelId="{A3F0B226-06F0-43B1-9607-87FB728FCA79}" type="presParOf" srcId="{F0A4818B-BC1D-4F0A-9D4C-DC5B4C05CE5D}" destId="{F192A3B5-D4AC-4FFF-A43C-6ECAD231F6F0}" srcOrd="1" destOrd="0" presId="urn:microsoft.com/office/officeart/2008/layout/LinedList"/>
    <dgm:cxn modelId="{B1A707A9-1B71-45B8-B820-9B786DFDBAD3}" type="presParOf" srcId="{C6A6783F-879E-4107-B744-31169A241E69}" destId="{6E2F0A75-5FB8-487B-B6ED-77E900E46A69}" srcOrd="2" destOrd="0" presId="urn:microsoft.com/office/officeart/2008/layout/LinedList"/>
    <dgm:cxn modelId="{F73E0503-F71C-434B-AD41-CDD9A25C0E92}" type="presParOf" srcId="{C6A6783F-879E-4107-B744-31169A241E69}" destId="{670B128F-11B3-4909-90B0-3FAF6822F19A}" srcOrd="3" destOrd="0" presId="urn:microsoft.com/office/officeart/2008/layout/LinedList"/>
    <dgm:cxn modelId="{7218C038-A94C-44F4-A9DD-FCC86D78D8DB}" type="presParOf" srcId="{670B128F-11B3-4909-90B0-3FAF6822F19A}" destId="{14C730FA-09E3-437A-BEB9-5AE267E7CA4C}" srcOrd="0" destOrd="0" presId="urn:microsoft.com/office/officeart/2008/layout/LinedList"/>
    <dgm:cxn modelId="{759DD80A-6C39-487D-B97C-0E9556EBD460}" type="presParOf" srcId="{670B128F-11B3-4909-90B0-3FAF6822F19A}" destId="{68FE6D08-67FA-4314-B61C-B29ADF82FE54}" srcOrd="1" destOrd="0" presId="urn:microsoft.com/office/officeart/2008/layout/LinedList"/>
    <dgm:cxn modelId="{5453ED15-B9D8-47DF-8B4B-815E47CC79AB}" type="presParOf" srcId="{C6A6783F-879E-4107-B744-31169A241E69}" destId="{D16AD6EB-6A94-48F3-A41A-3A23C3CECBAF}" srcOrd="4" destOrd="0" presId="urn:microsoft.com/office/officeart/2008/layout/LinedList"/>
    <dgm:cxn modelId="{5E979574-490A-4EDB-BA0D-1BAEA8D87663}" type="presParOf" srcId="{C6A6783F-879E-4107-B744-31169A241E69}" destId="{5A7CAD3F-5AFC-41AC-B02C-EA8C7D6DFC4A}" srcOrd="5" destOrd="0" presId="urn:microsoft.com/office/officeart/2008/layout/LinedList"/>
    <dgm:cxn modelId="{9522805A-5E21-4665-A27D-2C1D94EDA5A1}" type="presParOf" srcId="{5A7CAD3F-5AFC-41AC-B02C-EA8C7D6DFC4A}" destId="{74581912-F7F2-4B3E-8B12-5D6F04285DF4}" srcOrd="0" destOrd="0" presId="urn:microsoft.com/office/officeart/2008/layout/LinedList"/>
    <dgm:cxn modelId="{7B2356CE-735D-41FE-BF59-E22274BBDF69}" type="presParOf" srcId="{5A7CAD3F-5AFC-41AC-B02C-EA8C7D6DFC4A}" destId="{51C17261-AF78-4E47-86F7-168427D25234}" srcOrd="1" destOrd="0" presId="urn:microsoft.com/office/officeart/2008/layout/LinedList"/>
    <dgm:cxn modelId="{D2A4F7BE-10BA-454C-941B-B50DFF5DB076}" type="presParOf" srcId="{C6A6783F-879E-4107-B744-31169A241E69}" destId="{991EAC6E-CCA2-4ADF-8E29-F380BDE81831}" srcOrd="6" destOrd="0" presId="urn:microsoft.com/office/officeart/2008/layout/LinedList"/>
    <dgm:cxn modelId="{CD062619-0835-46FF-9A88-178F705E2A5E}" type="presParOf" srcId="{C6A6783F-879E-4107-B744-31169A241E69}" destId="{B87802C2-6A88-42E4-84EC-ADF983EC62FD}" srcOrd="7" destOrd="0" presId="urn:microsoft.com/office/officeart/2008/layout/LinedList"/>
    <dgm:cxn modelId="{AE6E618C-548F-4F0E-A48A-BDB2919B41B1}" type="presParOf" srcId="{B87802C2-6A88-42E4-84EC-ADF983EC62FD}" destId="{DF132CFF-AEB5-4B83-A974-291EEB860024}" srcOrd="0" destOrd="0" presId="urn:microsoft.com/office/officeart/2008/layout/LinedList"/>
    <dgm:cxn modelId="{6E798496-478B-4E3B-9201-70A9B2A9D6F9}" type="presParOf" srcId="{B87802C2-6A88-42E4-84EC-ADF983EC62FD}" destId="{0BD7174A-ADDE-4DA9-A7FA-E1929EAFE78A}" srcOrd="1" destOrd="0" presId="urn:microsoft.com/office/officeart/2008/layout/LinedList"/>
    <dgm:cxn modelId="{81702FCC-4E31-4EF1-BD5F-157D340B812C}" type="presParOf" srcId="{C6A6783F-879E-4107-B744-31169A241E69}" destId="{AF0EDD85-7CB6-4020-A208-CAF1C325D9DE}" srcOrd="8" destOrd="0" presId="urn:microsoft.com/office/officeart/2008/layout/LinedList"/>
    <dgm:cxn modelId="{0BE45791-EFD3-4F79-89E8-C1672BB19D74}" type="presParOf" srcId="{C6A6783F-879E-4107-B744-31169A241E69}" destId="{C044C974-C45D-4A3F-A4A6-A82ED04AF74F}" srcOrd="9" destOrd="0" presId="urn:microsoft.com/office/officeart/2008/layout/LinedList"/>
    <dgm:cxn modelId="{7D1CB82F-3831-4315-8A1D-0F68AB88FA14}" type="presParOf" srcId="{C044C974-C45D-4A3F-A4A6-A82ED04AF74F}" destId="{32E29D72-7E42-43DA-8839-E4102ED26439}" srcOrd="0" destOrd="0" presId="urn:microsoft.com/office/officeart/2008/layout/LinedList"/>
    <dgm:cxn modelId="{79BD58E5-1665-4D3A-B738-5E1FCA9F13EA}" type="presParOf" srcId="{C044C974-C45D-4A3F-A4A6-A82ED04AF74F}" destId="{C78B6758-C85D-4590-AD6B-AA8E52A750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CE89E4B-5DB4-4DE6-A75F-A75068856B69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2422B4F-EFEB-4E8D-97B2-14D7D378DCC6}">
      <dgm:prSet/>
      <dgm:spPr/>
      <dgm:t>
        <a:bodyPr/>
        <a:lstStyle/>
        <a:p>
          <a:r>
            <a:rPr lang="en-US"/>
            <a:t>• Deben estar claramente identificadas como publicidad.</a:t>
          </a:r>
        </a:p>
      </dgm:t>
    </dgm:pt>
    <dgm:pt modelId="{AD686BF4-3267-4A46-8BD4-D760D4A46642}" type="parTrans" cxnId="{F64B100A-01E5-4DF5-A13E-11266AFE28DD}">
      <dgm:prSet/>
      <dgm:spPr/>
      <dgm:t>
        <a:bodyPr/>
        <a:lstStyle/>
        <a:p>
          <a:endParaRPr lang="en-US"/>
        </a:p>
      </dgm:t>
    </dgm:pt>
    <dgm:pt modelId="{72F367B1-624D-4C59-8C26-A2D2AE933A95}" type="sibTrans" cxnId="{F64B100A-01E5-4DF5-A13E-11266AFE28DD}">
      <dgm:prSet/>
      <dgm:spPr/>
      <dgm:t>
        <a:bodyPr/>
        <a:lstStyle/>
        <a:p>
          <a:endParaRPr lang="en-US"/>
        </a:p>
      </dgm:t>
    </dgm:pt>
    <dgm:pt modelId="{8E0B3DCA-8C39-417E-B0D6-C8DD5F09C76C}">
      <dgm:prSet/>
      <dgm:spPr/>
      <dgm:t>
        <a:bodyPr/>
        <a:lstStyle/>
        <a:p>
          <a:r>
            <a:rPr lang="en-US"/>
            <a:t>• Requieren consentimiento previo del destinatario (opt-in).</a:t>
          </a:r>
        </a:p>
      </dgm:t>
    </dgm:pt>
    <dgm:pt modelId="{42A8A987-7A26-4624-83BA-C7E5217C3133}" type="parTrans" cxnId="{5CD4435B-DFB2-4A18-BDDA-8BFBDB606CD1}">
      <dgm:prSet/>
      <dgm:spPr/>
      <dgm:t>
        <a:bodyPr/>
        <a:lstStyle/>
        <a:p>
          <a:endParaRPr lang="en-US"/>
        </a:p>
      </dgm:t>
    </dgm:pt>
    <dgm:pt modelId="{2C8169F4-3CF0-47C9-B96C-BB593AC70A07}" type="sibTrans" cxnId="{5CD4435B-DFB2-4A18-BDDA-8BFBDB606CD1}">
      <dgm:prSet/>
      <dgm:spPr/>
      <dgm:t>
        <a:bodyPr/>
        <a:lstStyle/>
        <a:p>
          <a:endParaRPr lang="en-US"/>
        </a:p>
      </dgm:t>
    </dgm:pt>
    <dgm:pt modelId="{CE832E98-A0BB-4877-83BE-45C68323E661}">
      <dgm:prSet/>
      <dgm:spPr/>
      <dgm:t>
        <a:bodyPr/>
        <a:lstStyle/>
        <a:p>
          <a:r>
            <a:rPr lang="en-US"/>
            <a:t>• Excepción: clientes con relación previa (opt-out posible).</a:t>
          </a:r>
        </a:p>
      </dgm:t>
    </dgm:pt>
    <dgm:pt modelId="{1ED89C83-381F-4673-B5C0-8BCB7F9D584C}" type="parTrans" cxnId="{307D68BD-AE46-425D-B76A-8102A54E554D}">
      <dgm:prSet/>
      <dgm:spPr/>
      <dgm:t>
        <a:bodyPr/>
        <a:lstStyle/>
        <a:p>
          <a:endParaRPr lang="en-US"/>
        </a:p>
      </dgm:t>
    </dgm:pt>
    <dgm:pt modelId="{CA16AFE2-1989-4CE1-BDF5-A7D63154FF93}" type="sibTrans" cxnId="{307D68BD-AE46-425D-B76A-8102A54E554D}">
      <dgm:prSet/>
      <dgm:spPr/>
      <dgm:t>
        <a:bodyPr/>
        <a:lstStyle/>
        <a:p>
          <a:endParaRPr lang="en-US"/>
        </a:p>
      </dgm:t>
    </dgm:pt>
    <dgm:pt modelId="{44146EF8-3D7E-4639-B003-9D910003956A}">
      <dgm:prSet/>
      <dgm:spPr/>
      <dgm:t>
        <a:bodyPr/>
        <a:lstStyle/>
        <a:p>
          <a:r>
            <a:rPr lang="en-US"/>
            <a:t>• Identificación clara del remitente y baja sencilla obligatoria.</a:t>
          </a:r>
        </a:p>
      </dgm:t>
    </dgm:pt>
    <dgm:pt modelId="{B816D707-A298-4CED-9C03-01D26EE4CA1C}" type="parTrans" cxnId="{492F8562-74CB-4403-A0D4-4B44FCB7D424}">
      <dgm:prSet/>
      <dgm:spPr/>
      <dgm:t>
        <a:bodyPr/>
        <a:lstStyle/>
        <a:p>
          <a:endParaRPr lang="en-US"/>
        </a:p>
      </dgm:t>
    </dgm:pt>
    <dgm:pt modelId="{398685B9-3ACE-441E-B976-363071AA88D5}" type="sibTrans" cxnId="{492F8562-74CB-4403-A0D4-4B44FCB7D424}">
      <dgm:prSet/>
      <dgm:spPr/>
      <dgm:t>
        <a:bodyPr/>
        <a:lstStyle/>
        <a:p>
          <a:endParaRPr lang="en-US"/>
        </a:p>
      </dgm:t>
    </dgm:pt>
    <dgm:pt modelId="{AA06E585-EBDA-41B2-9433-7F5B3B2F9A13}" type="pres">
      <dgm:prSet presAssocID="{8CE89E4B-5DB4-4DE6-A75F-A75068856B69}" presName="vert0" presStyleCnt="0">
        <dgm:presLayoutVars>
          <dgm:dir/>
          <dgm:animOne val="branch"/>
          <dgm:animLvl val="lvl"/>
        </dgm:presLayoutVars>
      </dgm:prSet>
      <dgm:spPr/>
    </dgm:pt>
    <dgm:pt modelId="{DDB4D4E4-84E4-4A69-BFE2-15587845D99C}" type="pres">
      <dgm:prSet presAssocID="{42422B4F-EFEB-4E8D-97B2-14D7D378DCC6}" presName="thickLine" presStyleLbl="alignNode1" presStyleIdx="0" presStyleCnt="4"/>
      <dgm:spPr/>
    </dgm:pt>
    <dgm:pt modelId="{A18C9353-1BB3-43F8-95B4-C4CD082B87AB}" type="pres">
      <dgm:prSet presAssocID="{42422B4F-EFEB-4E8D-97B2-14D7D378DCC6}" presName="horz1" presStyleCnt="0"/>
      <dgm:spPr/>
    </dgm:pt>
    <dgm:pt modelId="{9A12D42C-81F2-4916-8946-1C48C5FFFFCC}" type="pres">
      <dgm:prSet presAssocID="{42422B4F-EFEB-4E8D-97B2-14D7D378DCC6}" presName="tx1" presStyleLbl="revTx" presStyleIdx="0" presStyleCnt="4"/>
      <dgm:spPr/>
    </dgm:pt>
    <dgm:pt modelId="{B134755D-A1F7-47BB-ABCB-4269BA8735D9}" type="pres">
      <dgm:prSet presAssocID="{42422B4F-EFEB-4E8D-97B2-14D7D378DCC6}" presName="vert1" presStyleCnt="0"/>
      <dgm:spPr/>
    </dgm:pt>
    <dgm:pt modelId="{25EC2CE5-FCAA-4350-96D8-942F80AD4368}" type="pres">
      <dgm:prSet presAssocID="{8E0B3DCA-8C39-417E-B0D6-C8DD5F09C76C}" presName="thickLine" presStyleLbl="alignNode1" presStyleIdx="1" presStyleCnt="4"/>
      <dgm:spPr/>
    </dgm:pt>
    <dgm:pt modelId="{C273D700-C440-41AE-9A68-9EA147D3F8E3}" type="pres">
      <dgm:prSet presAssocID="{8E0B3DCA-8C39-417E-B0D6-C8DD5F09C76C}" presName="horz1" presStyleCnt="0"/>
      <dgm:spPr/>
    </dgm:pt>
    <dgm:pt modelId="{4D0C6839-2767-4992-A722-C89AF65C4271}" type="pres">
      <dgm:prSet presAssocID="{8E0B3DCA-8C39-417E-B0D6-C8DD5F09C76C}" presName="tx1" presStyleLbl="revTx" presStyleIdx="1" presStyleCnt="4"/>
      <dgm:spPr/>
    </dgm:pt>
    <dgm:pt modelId="{4F0CEA44-8F8C-466B-9829-4CDF9EC79BF5}" type="pres">
      <dgm:prSet presAssocID="{8E0B3DCA-8C39-417E-B0D6-C8DD5F09C76C}" presName="vert1" presStyleCnt="0"/>
      <dgm:spPr/>
    </dgm:pt>
    <dgm:pt modelId="{D1B967F0-04B6-42F9-9DFE-B7AD46A8D077}" type="pres">
      <dgm:prSet presAssocID="{CE832E98-A0BB-4877-83BE-45C68323E661}" presName="thickLine" presStyleLbl="alignNode1" presStyleIdx="2" presStyleCnt="4"/>
      <dgm:spPr/>
    </dgm:pt>
    <dgm:pt modelId="{1EEB9765-6955-4C31-9EF7-727EE43E017D}" type="pres">
      <dgm:prSet presAssocID="{CE832E98-A0BB-4877-83BE-45C68323E661}" presName="horz1" presStyleCnt="0"/>
      <dgm:spPr/>
    </dgm:pt>
    <dgm:pt modelId="{EEC6B827-5BB3-4CD8-B867-545692426F0B}" type="pres">
      <dgm:prSet presAssocID="{CE832E98-A0BB-4877-83BE-45C68323E661}" presName="tx1" presStyleLbl="revTx" presStyleIdx="2" presStyleCnt="4"/>
      <dgm:spPr/>
    </dgm:pt>
    <dgm:pt modelId="{255EEBA2-52A4-4CC4-A850-62C2F4825818}" type="pres">
      <dgm:prSet presAssocID="{CE832E98-A0BB-4877-83BE-45C68323E661}" presName="vert1" presStyleCnt="0"/>
      <dgm:spPr/>
    </dgm:pt>
    <dgm:pt modelId="{F3D13521-C6FC-43FC-AC30-1BC5928F7291}" type="pres">
      <dgm:prSet presAssocID="{44146EF8-3D7E-4639-B003-9D910003956A}" presName="thickLine" presStyleLbl="alignNode1" presStyleIdx="3" presStyleCnt="4"/>
      <dgm:spPr/>
    </dgm:pt>
    <dgm:pt modelId="{6307A6CA-47F3-4E39-84AB-6528FB96498F}" type="pres">
      <dgm:prSet presAssocID="{44146EF8-3D7E-4639-B003-9D910003956A}" presName="horz1" presStyleCnt="0"/>
      <dgm:spPr/>
    </dgm:pt>
    <dgm:pt modelId="{D7C26959-8FE4-41B6-8368-98BC55E50A0F}" type="pres">
      <dgm:prSet presAssocID="{44146EF8-3D7E-4639-B003-9D910003956A}" presName="tx1" presStyleLbl="revTx" presStyleIdx="3" presStyleCnt="4"/>
      <dgm:spPr/>
    </dgm:pt>
    <dgm:pt modelId="{BBB57D8E-C090-4876-8269-F901E03B96F0}" type="pres">
      <dgm:prSet presAssocID="{44146EF8-3D7E-4639-B003-9D910003956A}" presName="vert1" presStyleCnt="0"/>
      <dgm:spPr/>
    </dgm:pt>
  </dgm:ptLst>
  <dgm:cxnLst>
    <dgm:cxn modelId="{F64B100A-01E5-4DF5-A13E-11266AFE28DD}" srcId="{8CE89E4B-5DB4-4DE6-A75F-A75068856B69}" destId="{42422B4F-EFEB-4E8D-97B2-14D7D378DCC6}" srcOrd="0" destOrd="0" parTransId="{AD686BF4-3267-4A46-8BD4-D760D4A46642}" sibTransId="{72F367B1-624D-4C59-8C26-A2D2AE933A95}"/>
    <dgm:cxn modelId="{97C0A91E-39A3-4175-A53F-B23ED2161C9D}" type="presOf" srcId="{8E0B3DCA-8C39-417E-B0D6-C8DD5F09C76C}" destId="{4D0C6839-2767-4992-A722-C89AF65C4271}" srcOrd="0" destOrd="0" presId="urn:microsoft.com/office/officeart/2008/layout/LinedList"/>
    <dgm:cxn modelId="{29E76B33-4DEC-49BC-982E-B47F6C376232}" type="presOf" srcId="{8CE89E4B-5DB4-4DE6-A75F-A75068856B69}" destId="{AA06E585-EBDA-41B2-9433-7F5B3B2F9A13}" srcOrd="0" destOrd="0" presId="urn:microsoft.com/office/officeart/2008/layout/LinedList"/>
    <dgm:cxn modelId="{5CD4435B-DFB2-4A18-BDDA-8BFBDB606CD1}" srcId="{8CE89E4B-5DB4-4DE6-A75F-A75068856B69}" destId="{8E0B3DCA-8C39-417E-B0D6-C8DD5F09C76C}" srcOrd="1" destOrd="0" parTransId="{42A8A987-7A26-4624-83BA-C7E5217C3133}" sibTransId="{2C8169F4-3CF0-47C9-B96C-BB593AC70A07}"/>
    <dgm:cxn modelId="{492F8562-74CB-4403-A0D4-4B44FCB7D424}" srcId="{8CE89E4B-5DB4-4DE6-A75F-A75068856B69}" destId="{44146EF8-3D7E-4639-B003-9D910003956A}" srcOrd="3" destOrd="0" parTransId="{B816D707-A298-4CED-9C03-01D26EE4CA1C}" sibTransId="{398685B9-3ACE-441E-B976-363071AA88D5}"/>
    <dgm:cxn modelId="{307D68BD-AE46-425D-B76A-8102A54E554D}" srcId="{8CE89E4B-5DB4-4DE6-A75F-A75068856B69}" destId="{CE832E98-A0BB-4877-83BE-45C68323E661}" srcOrd="2" destOrd="0" parTransId="{1ED89C83-381F-4673-B5C0-8BCB7F9D584C}" sibTransId="{CA16AFE2-1989-4CE1-BDF5-A7D63154FF93}"/>
    <dgm:cxn modelId="{5FE0F1C0-03A8-47A0-8D75-577E673C3CCC}" type="presOf" srcId="{44146EF8-3D7E-4639-B003-9D910003956A}" destId="{D7C26959-8FE4-41B6-8368-98BC55E50A0F}" srcOrd="0" destOrd="0" presId="urn:microsoft.com/office/officeart/2008/layout/LinedList"/>
    <dgm:cxn modelId="{613AF5DB-027D-4282-86D5-803EA90B0ED8}" type="presOf" srcId="{42422B4F-EFEB-4E8D-97B2-14D7D378DCC6}" destId="{9A12D42C-81F2-4916-8946-1C48C5FFFFCC}" srcOrd="0" destOrd="0" presId="urn:microsoft.com/office/officeart/2008/layout/LinedList"/>
    <dgm:cxn modelId="{4040DCDE-575A-4874-B609-B5AECB6E7C33}" type="presOf" srcId="{CE832E98-A0BB-4877-83BE-45C68323E661}" destId="{EEC6B827-5BB3-4CD8-B867-545692426F0B}" srcOrd="0" destOrd="0" presId="urn:microsoft.com/office/officeart/2008/layout/LinedList"/>
    <dgm:cxn modelId="{A1F99C27-67E5-471F-99AC-F5019800AACF}" type="presParOf" srcId="{AA06E585-EBDA-41B2-9433-7F5B3B2F9A13}" destId="{DDB4D4E4-84E4-4A69-BFE2-15587845D99C}" srcOrd="0" destOrd="0" presId="urn:microsoft.com/office/officeart/2008/layout/LinedList"/>
    <dgm:cxn modelId="{A6C81777-FD20-4A9C-92E2-E0E4DCD94830}" type="presParOf" srcId="{AA06E585-EBDA-41B2-9433-7F5B3B2F9A13}" destId="{A18C9353-1BB3-43F8-95B4-C4CD082B87AB}" srcOrd="1" destOrd="0" presId="urn:microsoft.com/office/officeart/2008/layout/LinedList"/>
    <dgm:cxn modelId="{C1945516-7829-4684-89B0-F2B1042F6BFC}" type="presParOf" srcId="{A18C9353-1BB3-43F8-95B4-C4CD082B87AB}" destId="{9A12D42C-81F2-4916-8946-1C48C5FFFFCC}" srcOrd="0" destOrd="0" presId="urn:microsoft.com/office/officeart/2008/layout/LinedList"/>
    <dgm:cxn modelId="{DDC2854C-1F6D-46CC-A7BE-617E6E25C531}" type="presParOf" srcId="{A18C9353-1BB3-43F8-95B4-C4CD082B87AB}" destId="{B134755D-A1F7-47BB-ABCB-4269BA8735D9}" srcOrd="1" destOrd="0" presId="urn:microsoft.com/office/officeart/2008/layout/LinedList"/>
    <dgm:cxn modelId="{49F38ABD-0037-465E-BE30-A9B4CECE6C6B}" type="presParOf" srcId="{AA06E585-EBDA-41B2-9433-7F5B3B2F9A13}" destId="{25EC2CE5-FCAA-4350-96D8-942F80AD4368}" srcOrd="2" destOrd="0" presId="urn:microsoft.com/office/officeart/2008/layout/LinedList"/>
    <dgm:cxn modelId="{B3BC4B83-E45F-4F32-9173-BFC977C0CCC8}" type="presParOf" srcId="{AA06E585-EBDA-41B2-9433-7F5B3B2F9A13}" destId="{C273D700-C440-41AE-9A68-9EA147D3F8E3}" srcOrd="3" destOrd="0" presId="urn:microsoft.com/office/officeart/2008/layout/LinedList"/>
    <dgm:cxn modelId="{B17F0DA3-6766-495E-91C9-0F655FE64A72}" type="presParOf" srcId="{C273D700-C440-41AE-9A68-9EA147D3F8E3}" destId="{4D0C6839-2767-4992-A722-C89AF65C4271}" srcOrd="0" destOrd="0" presId="urn:microsoft.com/office/officeart/2008/layout/LinedList"/>
    <dgm:cxn modelId="{10C6E838-4BA6-4FF0-932E-EBD89A5ED0BF}" type="presParOf" srcId="{C273D700-C440-41AE-9A68-9EA147D3F8E3}" destId="{4F0CEA44-8F8C-466B-9829-4CDF9EC79BF5}" srcOrd="1" destOrd="0" presId="urn:microsoft.com/office/officeart/2008/layout/LinedList"/>
    <dgm:cxn modelId="{E4A43207-EC19-42F3-96F8-F0B4028E07E9}" type="presParOf" srcId="{AA06E585-EBDA-41B2-9433-7F5B3B2F9A13}" destId="{D1B967F0-04B6-42F9-9DFE-B7AD46A8D077}" srcOrd="4" destOrd="0" presId="urn:microsoft.com/office/officeart/2008/layout/LinedList"/>
    <dgm:cxn modelId="{B8C5C266-1878-42BD-BB69-D012FA655A14}" type="presParOf" srcId="{AA06E585-EBDA-41B2-9433-7F5B3B2F9A13}" destId="{1EEB9765-6955-4C31-9EF7-727EE43E017D}" srcOrd="5" destOrd="0" presId="urn:microsoft.com/office/officeart/2008/layout/LinedList"/>
    <dgm:cxn modelId="{1D689551-3156-4228-B3D9-C73B8F5638FE}" type="presParOf" srcId="{1EEB9765-6955-4C31-9EF7-727EE43E017D}" destId="{EEC6B827-5BB3-4CD8-B867-545692426F0B}" srcOrd="0" destOrd="0" presId="urn:microsoft.com/office/officeart/2008/layout/LinedList"/>
    <dgm:cxn modelId="{A8E4A163-5E2F-4728-9451-B1C5CC27DB6E}" type="presParOf" srcId="{1EEB9765-6955-4C31-9EF7-727EE43E017D}" destId="{255EEBA2-52A4-4CC4-A850-62C2F4825818}" srcOrd="1" destOrd="0" presId="urn:microsoft.com/office/officeart/2008/layout/LinedList"/>
    <dgm:cxn modelId="{7A2A1747-A8B9-4E42-A0D2-9E644D8C147D}" type="presParOf" srcId="{AA06E585-EBDA-41B2-9433-7F5B3B2F9A13}" destId="{F3D13521-C6FC-43FC-AC30-1BC5928F7291}" srcOrd="6" destOrd="0" presId="urn:microsoft.com/office/officeart/2008/layout/LinedList"/>
    <dgm:cxn modelId="{A55CBA4E-835E-42C5-8F88-213126CE4599}" type="presParOf" srcId="{AA06E585-EBDA-41B2-9433-7F5B3B2F9A13}" destId="{6307A6CA-47F3-4E39-84AB-6528FB96498F}" srcOrd="7" destOrd="0" presId="urn:microsoft.com/office/officeart/2008/layout/LinedList"/>
    <dgm:cxn modelId="{EAFCE5F6-0E82-4B73-95A8-A4DB193A1FD9}" type="presParOf" srcId="{6307A6CA-47F3-4E39-84AB-6528FB96498F}" destId="{D7C26959-8FE4-41B6-8368-98BC55E50A0F}" srcOrd="0" destOrd="0" presId="urn:microsoft.com/office/officeart/2008/layout/LinedList"/>
    <dgm:cxn modelId="{8894B31C-7084-42AB-9F71-0F8047E03333}" type="presParOf" srcId="{6307A6CA-47F3-4E39-84AB-6528FB96498F}" destId="{BBB57D8E-C090-4876-8269-F901E03B96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33B2DF6-B07D-4314-8BEF-4BF08BDF759A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74BD6D3-C153-4DAA-9B5C-6C9D098EEDD3}">
      <dgm:prSet/>
      <dgm:spPr/>
      <dgm:t>
        <a:bodyPr/>
        <a:lstStyle/>
        <a:p>
          <a:r>
            <a:rPr lang="en-US"/>
            <a:t>• Contratos electrónicos tienen la misma validez que los físicos.</a:t>
          </a:r>
        </a:p>
      </dgm:t>
    </dgm:pt>
    <dgm:pt modelId="{FAE3407A-39CD-4950-8749-23978B8F19D8}" type="parTrans" cxnId="{2070593E-176C-4853-B4C5-791E7DB992A4}">
      <dgm:prSet/>
      <dgm:spPr/>
      <dgm:t>
        <a:bodyPr/>
        <a:lstStyle/>
        <a:p>
          <a:endParaRPr lang="en-US"/>
        </a:p>
      </dgm:t>
    </dgm:pt>
    <dgm:pt modelId="{D5C40AE0-5208-4F32-B7FE-ADB7ED9461DB}" type="sibTrans" cxnId="{2070593E-176C-4853-B4C5-791E7DB992A4}">
      <dgm:prSet/>
      <dgm:spPr/>
      <dgm:t>
        <a:bodyPr/>
        <a:lstStyle/>
        <a:p>
          <a:endParaRPr lang="en-US"/>
        </a:p>
      </dgm:t>
    </dgm:pt>
    <dgm:pt modelId="{183BFC06-BA51-4725-85CD-281588B04195}">
      <dgm:prSet/>
      <dgm:spPr/>
      <dgm:t>
        <a:bodyPr/>
        <a:lstStyle/>
        <a:p>
          <a:r>
            <a:rPr lang="en-US"/>
            <a:t>• Obligaciones del prestador:</a:t>
          </a:r>
        </a:p>
      </dgm:t>
    </dgm:pt>
    <dgm:pt modelId="{65FB8EB0-7FB7-44D7-936E-68ED1EA6D695}" type="parTrans" cxnId="{48A969BE-4D60-4CDD-BE6F-29AE4ACC6E97}">
      <dgm:prSet/>
      <dgm:spPr/>
      <dgm:t>
        <a:bodyPr/>
        <a:lstStyle/>
        <a:p>
          <a:endParaRPr lang="en-US"/>
        </a:p>
      </dgm:t>
    </dgm:pt>
    <dgm:pt modelId="{28AFBD73-3FFD-4BC4-BEB1-E6F3C09BDB98}" type="sibTrans" cxnId="{48A969BE-4D60-4CDD-BE6F-29AE4ACC6E97}">
      <dgm:prSet/>
      <dgm:spPr/>
      <dgm:t>
        <a:bodyPr/>
        <a:lstStyle/>
        <a:p>
          <a:endParaRPr lang="en-US"/>
        </a:p>
      </dgm:t>
    </dgm:pt>
    <dgm:pt modelId="{2B146742-C521-4440-9507-1189CD8F29A1}">
      <dgm:prSet/>
      <dgm:spPr/>
      <dgm:t>
        <a:bodyPr/>
        <a:lstStyle/>
        <a:p>
          <a:r>
            <a:rPr lang="en-US"/>
            <a:t>- Información previa clara de condiciones.</a:t>
          </a:r>
        </a:p>
      </dgm:t>
    </dgm:pt>
    <dgm:pt modelId="{DECCDF06-5F02-4DB9-8AB8-B19B833E3BCE}" type="parTrans" cxnId="{21F7D24F-6260-416B-A8C2-CF73176A47C0}">
      <dgm:prSet/>
      <dgm:spPr/>
      <dgm:t>
        <a:bodyPr/>
        <a:lstStyle/>
        <a:p>
          <a:endParaRPr lang="en-US"/>
        </a:p>
      </dgm:t>
    </dgm:pt>
    <dgm:pt modelId="{D603B55D-6742-497E-9BA5-42C8D1029FC7}" type="sibTrans" cxnId="{21F7D24F-6260-416B-A8C2-CF73176A47C0}">
      <dgm:prSet/>
      <dgm:spPr/>
      <dgm:t>
        <a:bodyPr/>
        <a:lstStyle/>
        <a:p>
          <a:endParaRPr lang="en-US"/>
        </a:p>
      </dgm:t>
    </dgm:pt>
    <dgm:pt modelId="{71405A42-2A70-43CF-B1A2-D8A65399C8C0}">
      <dgm:prSet/>
      <dgm:spPr/>
      <dgm:t>
        <a:bodyPr/>
        <a:lstStyle/>
        <a:p>
          <a:r>
            <a:rPr lang="en-US"/>
            <a:t>- Confirmación de recepción del pedido.</a:t>
          </a:r>
        </a:p>
      </dgm:t>
    </dgm:pt>
    <dgm:pt modelId="{D124D2B4-36F6-4318-8336-BEC600190E05}" type="parTrans" cxnId="{F978F0FF-6E4C-4E1E-A67E-5295BD2B5772}">
      <dgm:prSet/>
      <dgm:spPr/>
      <dgm:t>
        <a:bodyPr/>
        <a:lstStyle/>
        <a:p>
          <a:endParaRPr lang="en-US"/>
        </a:p>
      </dgm:t>
    </dgm:pt>
    <dgm:pt modelId="{3B626CF8-E63D-4F36-AA27-B8FFC378E5E9}" type="sibTrans" cxnId="{F978F0FF-6E4C-4E1E-A67E-5295BD2B5772}">
      <dgm:prSet/>
      <dgm:spPr/>
      <dgm:t>
        <a:bodyPr/>
        <a:lstStyle/>
        <a:p>
          <a:endParaRPr lang="en-US"/>
        </a:p>
      </dgm:t>
    </dgm:pt>
    <dgm:pt modelId="{882B6C44-61FB-452D-982F-803923D5CBAF}">
      <dgm:prSet/>
      <dgm:spPr/>
      <dgm:t>
        <a:bodyPr/>
        <a:lstStyle/>
        <a:p>
          <a:r>
            <a:rPr lang="en-US"/>
            <a:t>- Derecho de desistimiento mínimo de 14 días.</a:t>
          </a:r>
        </a:p>
      </dgm:t>
    </dgm:pt>
    <dgm:pt modelId="{7042690C-0293-4A54-B53C-8866BE384E80}" type="parTrans" cxnId="{37C06304-6B62-44D3-B016-E875E567ECDF}">
      <dgm:prSet/>
      <dgm:spPr/>
      <dgm:t>
        <a:bodyPr/>
        <a:lstStyle/>
        <a:p>
          <a:endParaRPr lang="en-US"/>
        </a:p>
      </dgm:t>
    </dgm:pt>
    <dgm:pt modelId="{A6F4112B-1970-4140-8B8B-6FA9DA0B6DB0}" type="sibTrans" cxnId="{37C06304-6B62-44D3-B016-E875E567ECDF}">
      <dgm:prSet/>
      <dgm:spPr/>
      <dgm:t>
        <a:bodyPr/>
        <a:lstStyle/>
        <a:p>
          <a:endParaRPr lang="en-US"/>
        </a:p>
      </dgm:t>
    </dgm:pt>
    <dgm:pt modelId="{17D51E6B-90EC-4F57-8331-0AC08FC43512}">
      <dgm:prSet/>
      <dgm:spPr/>
      <dgm:t>
        <a:bodyPr/>
        <a:lstStyle/>
        <a:p>
          <a:r>
            <a:rPr lang="en-US"/>
            <a:t>- Seguridad en medios de pago.</a:t>
          </a:r>
        </a:p>
      </dgm:t>
    </dgm:pt>
    <dgm:pt modelId="{697FEDF1-4D02-47D4-AA3A-F93C00D3788F}" type="parTrans" cxnId="{B93E3C57-0165-43CE-981C-04C4D13DB45A}">
      <dgm:prSet/>
      <dgm:spPr/>
      <dgm:t>
        <a:bodyPr/>
        <a:lstStyle/>
        <a:p>
          <a:endParaRPr lang="en-US"/>
        </a:p>
      </dgm:t>
    </dgm:pt>
    <dgm:pt modelId="{EB388236-0313-46DD-9C25-8A4F29B1EC62}" type="sibTrans" cxnId="{B93E3C57-0165-43CE-981C-04C4D13DB45A}">
      <dgm:prSet/>
      <dgm:spPr/>
      <dgm:t>
        <a:bodyPr/>
        <a:lstStyle/>
        <a:p>
          <a:endParaRPr lang="en-US"/>
        </a:p>
      </dgm:t>
    </dgm:pt>
    <dgm:pt modelId="{E2DDC4F6-3121-4570-99E2-A3FD5ABFECB0}">
      <dgm:prSet/>
      <dgm:spPr/>
      <dgm:t>
        <a:bodyPr/>
        <a:lstStyle/>
        <a:p>
          <a:r>
            <a:rPr lang="en-US"/>
            <a:t>• Principios: transparencia, información y protección al consumidor.</a:t>
          </a:r>
        </a:p>
      </dgm:t>
    </dgm:pt>
    <dgm:pt modelId="{B841B82A-35AE-45AA-828E-67FC884D246D}" type="parTrans" cxnId="{E7973A9A-D7AD-4A32-8EF3-A0EA46E5DA08}">
      <dgm:prSet/>
      <dgm:spPr/>
      <dgm:t>
        <a:bodyPr/>
        <a:lstStyle/>
        <a:p>
          <a:endParaRPr lang="en-US"/>
        </a:p>
      </dgm:t>
    </dgm:pt>
    <dgm:pt modelId="{8ACE1259-8A29-40B1-BE07-6708A60B5748}" type="sibTrans" cxnId="{E7973A9A-D7AD-4A32-8EF3-A0EA46E5DA08}">
      <dgm:prSet/>
      <dgm:spPr/>
      <dgm:t>
        <a:bodyPr/>
        <a:lstStyle/>
        <a:p>
          <a:endParaRPr lang="en-US"/>
        </a:p>
      </dgm:t>
    </dgm:pt>
    <dgm:pt modelId="{A1E521F3-F95B-4360-958F-BC8E38709BC6}" type="pres">
      <dgm:prSet presAssocID="{333B2DF6-B07D-4314-8BEF-4BF08BDF759A}" presName="vert0" presStyleCnt="0">
        <dgm:presLayoutVars>
          <dgm:dir/>
          <dgm:animOne val="branch"/>
          <dgm:animLvl val="lvl"/>
        </dgm:presLayoutVars>
      </dgm:prSet>
      <dgm:spPr/>
    </dgm:pt>
    <dgm:pt modelId="{10FB020C-25AE-45A5-8AAF-3C667A930C38}" type="pres">
      <dgm:prSet presAssocID="{474BD6D3-C153-4DAA-9B5C-6C9D098EEDD3}" presName="thickLine" presStyleLbl="alignNode1" presStyleIdx="0" presStyleCnt="7"/>
      <dgm:spPr/>
    </dgm:pt>
    <dgm:pt modelId="{A1D67ADC-89F4-41BC-928A-25F90DD781D8}" type="pres">
      <dgm:prSet presAssocID="{474BD6D3-C153-4DAA-9B5C-6C9D098EEDD3}" presName="horz1" presStyleCnt="0"/>
      <dgm:spPr/>
    </dgm:pt>
    <dgm:pt modelId="{AE374835-06DA-446F-A9B4-5FF7351266C2}" type="pres">
      <dgm:prSet presAssocID="{474BD6D3-C153-4DAA-9B5C-6C9D098EEDD3}" presName="tx1" presStyleLbl="revTx" presStyleIdx="0" presStyleCnt="7"/>
      <dgm:spPr/>
    </dgm:pt>
    <dgm:pt modelId="{AD1C2054-76D1-4E0C-8F6F-459E26E69A55}" type="pres">
      <dgm:prSet presAssocID="{474BD6D3-C153-4DAA-9B5C-6C9D098EEDD3}" presName="vert1" presStyleCnt="0"/>
      <dgm:spPr/>
    </dgm:pt>
    <dgm:pt modelId="{66027FDA-916A-453E-B5E3-9427A417CD36}" type="pres">
      <dgm:prSet presAssocID="{183BFC06-BA51-4725-85CD-281588B04195}" presName="thickLine" presStyleLbl="alignNode1" presStyleIdx="1" presStyleCnt="7"/>
      <dgm:spPr/>
    </dgm:pt>
    <dgm:pt modelId="{65EA0A6D-340D-4124-86A2-1A0F59CB7CEC}" type="pres">
      <dgm:prSet presAssocID="{183BFC06-BA51-4725-85CD-281588B04195}" presName="horz1" presStyleCnt="0"/>
      <dgm:spPr/>
    </dgm:pt>
    <dgm:pt modelId="{B6151C00-C02E-4798-B032-5A80A0B842EF}" type="pres">
      <dgm:prSet presAssocID="{183BFC06-BA51-4725-85CD-281588B04195}" presName="tx1" presStyleLbl="revTx" presStyleIdx="1" presStyleCnt="7"/>
      <dgm:spPr/>
    </dgm:pt>
    <dgm:pt modelId="{E81D99D5-32CF-4B08-9BFC-64901A30395A}" type="pres">
      <dgm:prSet presAssocID="{183BFC06-BA51-4725-85CD-281588B04195}" presName="vert1" presStyleCnt="0"/>
      <dgm:spPr/>
    </dgm:pt>
    <dgm:pt modelId="{3A92B296-AE79-4874-B814-85CA7B7FFF7A}" type="pres">
      <dgm:prSet presAssocID="{2B146742-C521-4440-9507-1189CD8F29A1}" presName="thickLine" presStyleLbl="alignNode1" presStyleIdx="2" presStyleCnt="7"/>
      <dgm:spPr/>
    </dgm:pt>
    <dgm:pt modelId="{69DB15DA-2238-4B2E-A9BA-EA3151A3BE02}" type="pres">
      <dgm:prSet presAssocID="{2B146742-C521-4440-9507-1189CD8F29A1}" presName="horz1" presStyleCnt="0"/>
      <dgm:spPr/>
    </dgm:pt>
    <dgm:pt modelId="{B98D34EA-B52D-4502-8A2F-128EC83823D2}" type="pres">
      <dgm:prSet presAssocID="{2B146742-C521-4440-9507-1189CD8F29A1}" presName="tx1" presStyleLbl="revTx" presStyleIdx="2" presStyleCnt="7"/>
      <dgm:spPr/>
    </dgm:pt>
    <dgm:pt modelId="{34015EF3-7E2C-470B-999F-9E34612FA610}" type="pres">
      <dgm:prSet presAssocID="{2B146742-C521-4440-9507-1189CD8F29A1}" presName="vert1" presStyleCnt="0"/>
      <dgm:spPr/>
    </dgm:pt>
    <dgm:pt modelId="{E5FF8422-CAC8-47EB-AFB7-2B62006DD470}" type="pres">
      <dgm:prSet presAssocID="{71405A42-2A70-43CF-B1A2-D8A65399C8C0}" presName="thickLine" presStyleLbl="alignNode1" presStyleIdx="3" presStyleCnt="7"/>
      <dgm:spPr/>
    </dgm:pt>
    <dgm:pt modelId="{BF36CF20-6619-44D1-A7D9-7A5B7A834BDC}" type="pres">
      <dgm:prSet presAssocID="{71405A42-2A70-43CF-B1A2-D8A65399C8C0}" presName="horz1" presStyleCnt="0"/>
      <dgm:spPr/>
    </dgm:pt>
    <dgm:pt modelId="{61C57658-B9D1-4D41-AD3F-0DEB1E90E7A2}" type="pres">
      <dgm:prSet presAssocID="{71405A42-2A70-43CF-B1A2-D8A65399C8C0}" presName="tx1" presStyleLbl="revTx" presStyleIdx="3" presStyleCnt="7"/>
      <dgm:spPr/>
    </dgm:pt>
    <dgm:pt modelId="{34181B48-3717-4253-991D-F3EA514F5CDA}" type="pres">
      <dgm:prSet presAssocID="{71405A42-2A70-43CF-B1A2-D8A65399C8C0}" presName="vert1" presStyleCnt="0"/>
      <dgm:spPr/>
    </dgm:pt>
    <dgm:pt modelId="{6DC4D694-B564-4C35-91F2-92BF7382B31E}" type="pres">
      <dgm:prSet presAssocID="{882B6C44-61FB-452D-982F-803923D5CBAF}" presName="thickLine" presStyleLbl="alignNode1" presStyleIdx="4" presStyleCnt="7"/>
      <dgm:spPr/>
    </dgm:pt>
    <dgm:pt modelId="{6D1EF66F-AD20-4C0E-8381-980BEBCC60BB}" type="pres">
      <dgm:prSet presAssocID="{882B6C44-61FB-452D-982F-803923D5CBAF}" presName="horz1" presStyleCnt="0"/>
      <dgm:spPr/>
    </dgm:pt>
    <dgm:pt modelId="{43991450-D43A-41E8-B3A0-22B63D2BF829}" type="pres">
      <dgm:prSet presAssocID="{882B6C44-61FB-452D-982F-803923D5CBAF}" presName="tx1" presStyleLbl="revTx" presStyleIdx="4" presStyleCnt="7"/>
      <dgm:spPr/>
    </dgm:pt>
    <dgm:pt modelId="{B71D93BA-B234-42A6-8531-F59E3793E497}" type="pres">
      <dgm:prSet presAssocID="{882B6C44-61FB-452D-982F-803923D5CBAF}" presName="vert1" presStyleCnt="0"/>
      <dgm:spPr/>
    </dgm:pt>
    <dgm:pt modelId="{A96754C5-F7E0-4DE7-94E0-56DB44D3B3E1}" type="pres">
      <dgm:prSet presAssocID="{17D51E6B-90EC-4F57-8331-0AC08FC43512}" presName="thickLine" presStyleLbl="alignNode1" presStyleIdx="5" presStyleCnt="7"/>
      <dgm:spPr/>
    </dgm:pt>
    <dgm:pt modelId="{76B15F08-3893-4AF7-B74F-E4FE154D8743}" type="pres">
      <dgm:prSet presAssocID="{17D51E6B-90EC-4F57-8331-0AC08FC43512}" presName="horz1" presStyleCnt="0"/>
      <dgm:spPr/>
    </dgm:pt>
    <dgm:pt modelId="{E10C8FC9-1383-4639-843F-69B8C365DFE6}" type="pres">
      <dgm:prSet presAssocID="{17D51E6B-90EC-4F57-8331-0AC08FC43512}" presName="tx1" presStyleLbl="revTx" presStyleIdx="5" presStyleCnt="7"/>
      <dgm:spPr/>
    </dgm:pt>
    <dgm:pt modelId="{5AD6CAEC-220C-4064-BD46-6A03C2DD0281}" type="pres">
      <dgm:prSet presAssocID="{17D51E6B-90EC-4F57-8331-0AC08FC43512}" presName="vert1" presStyleCnt="0"/>
      <dgm:spPr/>
    </dgm:pt>
    <dgm:pt modelId="{CD9F72C2-6C2A-47C2-B203-8EA650567DEA}" type="pres">
      <dgm:prSet presAssocID="{E2DDC4F6-3121-4570-99E2-A3FD5ABFECB0}" presName="thickLine" presStyleLbl="alignNode1" presStyleIdx="6" presStyleCnt="7"/>
      <dgm:spPr/>
    </dgm:pt>
    <dgm:pt modelId="{EA8574B5-D2D2-4FFA-A3AC-A067C69BC2F4}" type="pres">
      <dgm:prSet presAssocID="{E2DDC4F6-3121-4570-99E2-A3FD5ABFECB0}" presName="horz1" presStyleCnt="0"/>
      <dgm:spPr/>
    </dgm:pt>
    <dgm:pt modelId="{91483F1E-E16D-4468-BD56-D3F5498F8FAC}" type="pres">
      <dgm:prSet presAssocID="{E2DDC4F6-3121-4570-99E2-A3FD5ABFECB0}" presName="tx1" presStyleLbl="revTx" presStyleIdx="6" presStyleCnt="7"/>
      <dgm:spPr/>
    </dgm:pt>
    <dgm:pt modelId="{8F6A0C82-1DFC-49AD-AD41-CEA1F16D43A3}" type="pres">
      <dgm:prSet presAssocID="{E2DDC4F6-3121-4570-99E2-A3FD5ABFECB0}" presName="vert1" presStyleCnt="0"/>
      <dgm:spPr/>
    </dgm:pt>
  </dgm:ptLst>
  <dgm:cxnLst>
    <dgm:cxn modelId="{37C06304-6B62-44D3-B016-E875E567ECDF}" srcId="{333B2DF6-B07D-4314-8BEF-4BF08BDF759A}" destId="{882B6C44-61FB-452D-982F-803923D5CBAF}" srcOrd="4" destOrd="0" parTransId="{7042690C-0293-4A54-B53C-8866BE384E80}" sibTransId="{A6F4112B-1970-4140-8B8B-6FA9DA0B6DB0}"/>
    <dgm:cxn modelId="{6F09622A-E0A3-4D63-A6BB-54E9FE1A28EA}" type="presOf" srcId="{333B2DF6-B07D-4314-8BEF-4BF08BDF759A}" destId="{A1E521F3-F95B-4360-958F-BC8E38709BC6}" srcOrd="0" destOrd="0" presId="urn:microsoft.com/office/officeart/2008/layout/LinedList"/>
    <dgm:cxn modelId="{A092502A-78A3-491D-B01D-1CF2D66B09D3}" type="presOf" srcId="{17D51E6B-90EC-4F57-8331-0AC08FC43512}" destId="{E10C8FC9-1383-4639-843F-69B8C365DFE6}" srcOrd="0" destOrd="0" presId="urn:microsoft.com/office/officeart/2008/layout/LinedList"/>
    <dgm:cxn modelId="{A742F23C-0262-4B7E-9807-9BFA31FA04C4}" type="presOf" srcId="{882B6C44-61FB-452D-982F-803923D5CBAF}" destId="{43991450-D43A-41E8-B3A0-22B63D2BF829}" srcOrd="0" destOrd="0" presId="urn:microsoft.com/office/officeart/2008/layout/LinedList"/>
    <dgm:cxn modelId="{2070593E-176C-4853-B4C5-791E7DB992A4}" srcId="{333B2DF6-B07D-4314-8BEF-4BF08BDF759A}" destId="{474BD6D3-C153-4DAA-9B5C-6C9D098EEDD3}" srcOrd="0" destOrd="0" parTransId="{FAE3407A-39CD-4950-8749-23978B8F19D8}" sibTransId="{D5C40AE0-5208-4F32-B7FE-ADB7ED9461DB}"/>
    <dgm:cxn modelId="{C9D07B5E-7C8A-4E2D-80FC-E8FCB1413674}" type="presOf" srcId="{E2DDC4F6-3121-4570-99E2-A3FD5ABFECB0}" destId="{91483F1E-E16D-4468-BD56-D3F5498F8FAC}" srcOrd="0" destOrd="0" presId="urn:microsoft.com/office/officeart/2008/layout/LinedList"/>
    <dgm:cxn modelId="{001EF346-3E0D-4FFC-BD70-05CEF4869703}" type="presOf" srcId="{2B146742-C521-4440-9507-1189CD8F29A1}" destId="{B98D34EA-B52D-4502-8A2F-128EC83823D2}" srcOrd="0" destOrd="0" presId="urn:microsoft.com/office/officeart/2008/layout/LinedList"/>
    <dgm:cxn modelId="{21F7D24F-6260-416B-A8C2-CF73176A47C0}" srcId="{333B2DF6-B07D-4314-8BEF-4BF08BDF759A}" destId="{2B146742-C521-4440-9507-1189CD8F29A1}" srcOrd="2" destOrd="0" parTransId="{DECCDF06-5F02-4DB9-8AB8-B19B833E3BCE}" sibTransId="{D603B55D-6742-497E-9BA5-42C8D1029FC7}"/>
    <dgm:cxn modelId="{B93E3C57-0165-43CE-981C-04C4D13DB45A}" srcId="{333B2DF6-B07D-4314-8BEF-4BF08BDF759A}" destId="{17D51E6B-90EC-4F57-8331-0AC08FC43512}" srcOrd="5" destOrd="0" parTransId="{697FEDF1-4D02-47D4-AA3A-F93C00D3788F}" sibTransId="{EB388236-0313-46DD-9C25-8A4F29B1EC62}"/>
    <dgm:cxn modelId="{F857EF81-0302-466B-9BE6-038F6DA32426}" type="presOf" srcId="{71405A42-2A70-43CF-B1A2-D8A65399C8C0}" destId="{61C57658-B9D1-4D41-AD3F-0DEB1E90E7A2}" srcOrd="0" destOrd="0" presId="urn:microsoft.com/office/officeart/2008/layout/LinedList"/>
    <dgm:cxn modelId="{A9E0588F-C979-4605-9C1E-8160690F57D7}" type="presOf" srcId="{183BFC06-BA51-4725-85CD-281588B04195}" destId="{B6151C00-C02E-4798-B032-5A80A0B842EF}" srcOrd="0" destOrd="0" presId="urn:microsoft.com/office/officeart/2008/layout/LinedList"/>
    <dgm:cxn modelId="{E7973A9A-D7AD-4A32-8EF3-A0EA46E5DA08}" srcId="{333B2DF6-B07D-4314-8BEF-4BF08BDF759A}" destId="{E2DDC4F6-3121-4570-99E2-A3FD5ABFECB0}" srcOrd="6" destOrd="0" parTransId="{B841B82A-35AE-45AA-828E-67FC884D246D}" sibTransId="{8ACE1259-8A29-40B1-BE07-6708A60B5748}"/>
    <dgm:cxn modelId="{D2510EAA-5590-49D7-B5EA-8AA60895BCD4}" type="presOf" srcId="{474BD6D3-C153-4DAA-9B5C-6C9D098EEDD3}" destId="{AE374835-06DA-446F-A9B4-5FF7351266C2}" srcOrd="0" destOrd="0" presId="urn:microsoft.com/office/officeart/2008/layout/LinedList"/>
    <dgm:cxn modelId="{48A969BE-4D60-4CDD-BE6F-29AE4ACC6E97}" srcId="{333B2DF6-B07D-4314-8BEF-4BF08BDF759A}" destId="{183BFC06-BA51-4725-85CD-281588B04195}" srcOrd="1" destOrd="0" parTransId="{65FB8EB0-7FB7-44D7-936E-68ED1EA6D695}" sibTransId="{28AFBD73-3FFD-4BC4-BEB1-E6F3C09BDB98}"/>
    <dgm:cxn modelId="{F978F0FF-6E4C-4E1E-A67E-5295BD2B5772}" srcId="{333B2DF6-B07D-4314-8BEF-4BF08BDF759A}" destId="{71405A42-2A70-43CF-B1A2-D8A65399C8C0}" srcOrd="3" destOrd="0" parTransId="{D124D2B4-36F6-4318-8336-BEC600190E05}" sibTransId="{3B626CF8-E63D-4F36-AA27-B8FFC378E5E9}"/>
    <dgm:cxn modelId="{0E4451D1-7469-48DF-B42C-AC5E9D92B340}" type="presParOf" srcId="{A1E521F3-F95B-4360-958F-BC8E38709BC6}" destId="{10FB020C-25AE-45A5-8AAF-3C667A930C38}" srcOrd="0" destOrd="0" presId="urn:microsoft.com/office/officeart/2008/layout/LinedList"/>
    <dgm:cxn modelId="{10AC1ABB-DF91-4ADD-BC76-D05CAAEB3C3E}" type="presParOf" srcId="{A1E521F3-F95B-4360-958F-BC8E38709BC6}" destId="{A1D67ADC-89F4-41BC-928A-25F90DD781D8}" srcOrd="1" destOrd="0" presId="urn:microsoft.com/office/officeart/2008/layout/LinedList"/>
    <dgm:cxn modelId="{15E221B9-FB87-4100-A756-D51FC36825BB}" type="presParOf" srcId="{A1D67ADC-89F4-41BC-928A-25F90DD781D8}" destId="{AE374835-06DA-446F-A9B4-5FF7351266C2}" srcOrd="0" destOrd="0" presId="urn:microsoft.com/office/officeart/2008/layout/LinedList"/>
    <dgm:cxn modelId="{A7B6CCD6-6AA3-4C1C-8D1F-E51AAA404CA4}" type="presParOf" srcId="{A1D67ADC-89F4-41BC-928A-25F90DD781D8}" destId="{AD1C2054-76D1-4E0C-8F6F-459E26E69A55}" srcOrd="1" destOrd="0" presId="urn:microsoft.com/office/officeart/2008/layout/LinedList"/>
    <dgm:cxn modelId="{CE806527-DA77-4555-B0CD-E7CF33100DCC}" type="presParOf" srcId="{A1E521F3-F95B-4360-958F-BC8E38709BC6}" destId="{66027FDA-916A-453E-B5E3-9427A417CD36}" srcOrd="2" destOrd="0" presId="urn:microsoft.com/office/officeart/2008/layout/LinedList"/>
    <dgm:cxn modelId="{81513643-8C87-4345-9B7D-BC7CBA6032B5}" type="presParOf" srcId="{A1E521F3-F95B-4360-958F-BC8E38709BC6}" destId="{65EA0A6D-340D-4124-86A2-1A0F59CB7CEC}" srcOrd="3" destOrd="0" presId="urn:microsoft.com/office/officeart/2008/layout/LinedList"/>
    <dgm:cxn modelId="{05F8F57E-839D-458D-810D-7FBDA99C4FD5}" type="presParOf" srcId="{65EA0A6D-340D-4124-86A2-1A0F59CB7CEC}" destId="{B6151C00-C02E-4798-B032-5A80A0B842EF}" srcOrd="0" destOrd="0" presId="urn:microsoft.com/office/officeart/2008/layout/LinedList"/>
    <dgm:cxn modelId="{A20B8C19-D2D0-44DC-8C00-74BFBAB65AD8}" type="presParOf" srcId="{65EA0A6D-340D-4124-86A2-1A0F59CB7CEC}" destId="{E81D99D5-32CF-4B08-9BFC-64901A30395A}" srcOrd="1" destOrd="0" presId="urn:microsoft.com/office/officeart/2008/layout/LinedList"/>
    <dgm:cxn modelId="{5EB1396E-2EF8-42FA-BBA2-578A6AA0A81B}" type="presParOf" srcId="{A1E521F3-F95B-4360-958F-BC8E38709BC6}" destId="{3A92B296-AE79-4874-B814-85CA7B7FFF7A}" srcOrd="4" destOrd="0" presId="urn:microsoft.com/office/officeart/2008/layout/LinedList"/>
    <dgm:cxn modelId="{55959683-B02F-4A5C-98C3-6AD0AA3BD354}" type="presParOf" srcId="{A1E521F3-F95B-4360-958F-BC8E38709BC6}" destId="{69DB15DA-2238-4B2E-A9BA-EA3151A3BE02}" srcOrd="5" destOrd="0" presId="urn:microsoft.com/office/officeart/2008/layout/LinedList"/>
    <dgm:cxn modelId="{11EDED94-D378-4EA0-8ABF-2CCDD68FFE68}" type="presParOf" srcId="{69DB15DA-2238-4B2E-A9BA-EA3151A3BE02}" destId="{B98D34EA-B52D-4502-8A2F-128EC83823D2}" srcOrd="0" destOrd="0" presId="urn:microsoft.com/office/officeart/2008/layout/LinedList"/>
    <dgm:cxn modelId="{C010B8DA-2FBC-404C-ADEE-8BD08A8F6621}" type="presParOf" srcId="{69DB15DA-2238-4B2E-A9BA-EA3151A3BE02}" destId="{34015EF3-7E2C-470B-999F-9E34612FA610}" srcOrd="1" destOrd="0" presId="urn:microsoft.com/office/officeart/2008/layout/LinedList"/>
    <dgm:cxn modelId="{8EB7B964-3D94-4329-A051-A131F8944255}" type="presParOf" srcId="{A1E521F3-F95B-4360-958F-BC8E38709BC6}" destId="{E5FF8422-CAC8-47EB-AFB7-2B62006DD470}" srcOrd="6" destOrd="0" presId="urn:microsoft.com/office/officeart/2008/layout/LinedList"/>
    <dgm:cxn modelId="{515BC364-E709-4DB5-B9DB-F08B940D5F94}" type="presParOf" srcId="{A1E521F3-F95B-4360-958F-BC8E38709BC6}" destId="{BF36CF20-6619-44D1-A7D9-7A5B7A834BDC}" srcOrd="7" destOrd="0" presId="urn:microsoft.com/office/officeart/2008/layout/LinedList"/>
    <dgm:cxn modelId="{195C7A43-40CF-4F77-BA91-C99FC1F88179}" type="presParOf" srcId="{BF36CF20-6619-44D1-A7D9-7A5B7A834BDC}" destId="{61C57658-B9D1-4D41-AD3F-0DEB1E90E7A2}" srcOrd="0" destOrd="0" presId="urn:microsoft.com/office/officeart/2008/layout/LinedList"/>
    <dgm:cxn modelId="{E3AF47EF-E9F0-491C-AECE-A6D0B74DD818}" type="presParOf" srcId="{BF36CF20-6619-44D1-A7D9-7A5B7A834BDC}" destId="{34181B48-3717-4253-991D-F3EA514F5CDA}" srcOrd="1" destOrd="0" presId="urn:microsoft.com/office/officeart/2008/layout/LinedList"/>
    <dgm:cxn modelId="{628C4906-702C-4B6F-8450-38540533E948}" type="presParOf" srcId="{A1E521F3-F95B-4360-958F-BC8E38709BC6}" destId="{6DC4D694-B564-4C35-91F2-92BF7382B31E}" srcOrd="8" destOrd="0" presId="urn:microsoft.com/office/officeart/2008/layout/LinedList"/>
    <dgm:cxn modelId="{BF2C9599-07C9-4DF7-8F3D-E7420E73D26D}" type="presParOf" srcId="{A1E521F3-F95B-4360-958F-BC8E38709BC6}" destId="{6D1EF66F-AD20-4C0E-8381-980BEBCC60BB}" srcOrd="9" destOrd="0" presId="urn:microsoft.com/office/officeart/2008/layout/LinedList"/>
    <dgm:cxn modelId="{FA76EB29-53D4-41CF-85F6-E9C0EACE5726}" type="presParOf" srcId="{6D1EF66F-AD20-4C0E-8381-980BEBCC60BB}" destId="{43991450-D43A-41E8-B3A0-22B63D2BF829}" srcOrd="0" destOrd="0" presId="urn:microsoft.com/office/officeart/2008/layout/LinedList"/>
    <dgm:cxn modelId="{C719D2E1-E414-41AD-AD41-070061B62A12}" type="presParOf" srcId="{6D1EF66F-AD20-4C0E-8381-980BEBCC60BB}" destId="{B71D93BA-B234-42A6-8531-F59E3793E497}" srcOrd="1" destOrd="0" presId="urn:microsoft.com/office/officeart/2008/layout/LinedList"/>
    <dgm:cxn modelId="{11FD9C3C-0032-49B7-870A-4B954C14AD81}" type="presParOf" srcId="{A1E521F3-F95B-4360-958F-BC8E38709BC6}" destId="{A96754C5-F7E0-4DE7-94E0-56DB44D3B3E1}" srcOrd="10" destOrd="0" presId="urn:microsoft.com/office/officeart/2008/layout/LinedList"/>
    <dgm:cxn modelId="{FB8D6210-1BAF-49F5-8F39-94963FAA43AA}" type="presParOf" srcId="{A1E521F3-F95B-4360-958F-BC8E38709BC6}" destId="{76B15F08-3893-4AF7-B74F-E4FE154D8743}" srcOrd="11" destOrd="0" presId="urn:microsoft.com/office/officeart/2008/layout/LinedList"/>
    <dgm:cxn modelId="{F910F605-32C3-40C2-8D3D-421D8876F404}" type="presParOf" srcId="{76B15F08-3893-4AF7-B74F-E4FE154D8743}" destId="{E10C8FC9-1383-4639-843F-69B8C365DFE6}" srcOrd="0" destOrd="0" presId="urn:microsoft.com/office/officeart/2008/layout/LinedList"/>
    <dgm:cxn modelId="{D3E8194C-4711-4D45-B2EE-A74C6BA26014}" type="presParOf" srcId="{76B15F08-3893-4AF7-B74F-E4FE154D8743}" destId="{5AD6CAEC-220C-4064-BD46-6A03C2DD0281}" srcOrd="1" destOrd="0" presId="urn:microsoft.com/office/officeart/2008/layout/LinedList"/>
    <dgm:cxn modelId="{FD23B99B-29AC-44D2-951E-FA28C890A933}" type="presParOf" srcId="{A1E521F3-F95B-4360-958F-BC8E38709BC6}" destId="{CD9F72C2-6C2A-47C2-B203-8EA650567DEA}" srcOrd="12" destOrd="0" presId="urn:microsoft.com/office/officeart/2008/layout/LinedList"/>
    <dgm:cxn modelId="{360420AE-8D0B-433E-8FB6-0582C39A51A9}" type="presParOf" srcId="{A1E521F3-F95B-4360-958F-BC8E38709BC6}" destId="{EA8574B5-D2D2-4FFA-A3AC-A067C69BC2F4}" srcOrd="13" destOrd="0" presId="urn:microsoft.com/office/officeart/2008/layout/LinedList"/>
    <dgm:cxn modelId="{C806915D-BFFC-49E2-A953-2451A68A0DC0}" type="presParOf" srcId="{EA8574B5-D2D2-4FFA-A3AC-A067C69BC2F4}" destId="{91483F1E-E16D-4468-BD56-D3F5498F8FAC}" srcOrd="0" destOrd="0" presId="urn:microsoft.com/office/officeart/2008/layout/LinedList"/>
    <dgm:cxn modelId="{40B3E32B-FBF2-4180-B863-0B3CE1FF22CA}" type="presParOf" srcId="{EA8574B5-D2D2-4FFA-A3AC-A067C69BC2F4}" destId="{8F6A0C82-1DFC-49AD-AD41-CEA1F16D43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8E15985-CFC6-492A-87AA-DC5268E9E9E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D2C9222-3F98-41D1-B2AD-F17E9A579FC4}">
      <dgm:prSet/>
      <dgm:spPr/>
      <dgm:t>
        <a:bodyPr/>
        <a:lstStyle/>
        <a:p>
          <a:pPr>
            <a:defRPr cap="all"/>
          </a:pPr>
          <a:r>
            <a:rPr lang="en-US"/>
            <a:t>• Conjunto de datos electrónicos que identifican al firmante.</a:t>
          </a:r>
        </a:p>
      </dgm:t>
    </dgm:pt>
    <dgm:pt modelId="{FADE7371-C59E-4C84-AA26-654EA35C5360}" type="parTrans" cxnId="{DED5A7E2-F893-46A2-A9FB-00201BC39BCF}">
      <dgm:prSet/>
      <dgm:spPr/>
      <dgm:t>
        <a:bodyPr/>
        <a:lstStyle/>
        <a:p>
          <a:endParaRPr lang="en-US"/>
        </a:p>
      </dgm:t>
    </dgm:pt>
    <dgm:pt modelId="{0B329D8E-4708-4928-8CE4-2BAB6E3A0E0D}" type="sibTrans" cxnId="{DED5A7E2-F893-46A2-A9FB-00201BC39BCF}">
      <dgm:prSet/>
      <dgm:spPr/>
      <dgm:t>
        <a:bodyPr/>
        <a:lstStyle/>
        <a:p>
          <a:endParaRPr lang="en-US"/>
        </a:p>
      </dgm:t>
    </dgm:pt>
    <dgm:pt modelId="{6B21C153-FE29-420B-8E84-3F777ABF5641}">
      <dgm:prSet/>
      <dgm:spPr/>
      <dgm:t>
        <a:bodyPr/>
        <a:lstStyle/>
        <a:p>
          <a:pPr>
            <a:defRPr cap="all"/>
          </a:pPr>
          <a:r>
            <a:rPr lang="en-US"/>
            <a:t>• Garantiza la integridad del documento.</a:t>
          </a:r>
        </a:p>
      </dgm:t>
    </dgm:pt>
    <dgm:pt modelId="{C9B67555-0EC4-467E-958D-1F705412AA99}" type="parTrans" cxnId="{17184684-8A80-4988-86E7-BDACC7129721}">
      <dgm:prSet/>
      <dgm:spPr/>
      <dgm:t>
        <a:bodyPr/>
        <a:lstStyle/>
        <a:p>
          <a:endParaRPr lang="en-US"/>
        </a:p>
      </dgm:t>
    </dgm:pt>
    <dgm:pt modelId="{EC397D88-CFD8-4661-AC9B-1F6C49435E85}" type="sibTrans" cxnId="{17184684-8A80-4988-86E7-BDACC7129721}">
      <dgm:prSet/>
      <dgm:spPr/>
      <dgm:t>
        <a:bodyPr/>
        <a:lstStyle/>
        <a:p>
          <a:endParaRPr lang="en-US"/>
        </a:p>
      </dgm:t>
    </dgm:pt>
    <dgm:pt modelId="{09CD58E8-85FC-4AE8-BC35-8E9C8989F52D}">
      <dgm:prSet/>
      <dgm:spPr/>
      <dgm:t>
        <a:bodyPr/>
        <a:lstStyle/>
        <a:p>
          <a:pPr>
            <a:defRPr cap="all"/>
          </a:pPr>
          <a:r>
            <a:rPr lang="en-US"/>
            <a:t>• Regulada en la UE por el Reglamento eIDAS (UE 910/2014).</a:t>
          </a:r>
        </a:p>
      </dgm:t>
    </dgm:pt>
    <dgm:pt modelId="{DCF81788-B6CC-4B0E-A1D1-CA83D393EEE1}" type="parTrans" cxnId="{7E1F6305-94FE-48BE-BB92-0EA0267DFA30}">
      <dgm:prSet/>
      <dgm:spPr/>
      <dgm:t>
        <a:bodyPr/>
        <a:lstStyle/>
        <a:p>
          <a:endParaRPr lang="en-US"/>
        </a:p>
      </dgm:t>
    </dgm:pt>
    <dgm:pt modelId="{F336219B-730F-4B5A-9F8C-355CDF17854C}" type="sibTrans" cxnId="{7E1F6305-94FE-48BE-BB92-0EA0267DFA30}">
      <dgm:prSet/>
      <dgm:spPr/>
      <dgm:t>
        <a:bodyPr/>
        <a:lstStyle/>
        <a:p>
          <a:endParaRPr lang="en-US"/>
        </a:p>
      </dgm:t>
    </dgm:pt>
    <dgm:pt modelId="{E48D8046-0255-443D-90F5-6C9D6B567963}" type="pres">
      <dgm:prSet presAssocID="{28E15985-CFC6-492A-87AA-DC5268E9E9E4}" presName="root" presStyleCnt="0">
        <dgm:presLayoutVars>
          <dgm:dir/>
          <dgm:resizeHandles val="exact"/>
        </dgm:presLayoutVars>
      </dgm:prSet>
      <dgm:spPr/>
    </dgm:pt>
    <dgm:pt modelId="{DE4A61EA-30F8-42BA-A2BE-05B4469948B4}" type="pres">
      <dgm:prSet presAssocID="{2D2C9222-3F98-41D1-B2AD-F17E9A579FC4}" presName="compNode" presStyleCnt="0"/>
      <dgm:spPr/>
    </dgm:pt>
    <dgm:pt modelId="{CB2F150D-378C-40B1-B02F-BF62694B9A29}" type="pres">
      <dgm:prSet presAssocID="{2D2C9222-3F98-41D1-B2AD-F17E9A579FC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5F80928-A503-4E0C-BF6F-54D0A9223CFA}" type="pres">
      <dgm:prSet presAssocID="{2D2C9222-3F98-41D1-B2AD-F17E9A579F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04C125C7-58F6-48FF-8B0B-64179401CA48}" type="pres">
      <dgm:prSet presAssocID="{2D2C9222-3F98-41D1-B2AD-F17E9A579FC4}" presName="spaceRect" presStyleCnt="0"/>
      <dgm:spPr/>
    </dgm:pt>
    <dgm:pt modelId="{2C95C5AD-ECCB-480D-8181-B21F68747210}" type="pres">
      <dgm:prSet presAssocID="{2D2C9222-3F98-41D1-B2AD-F17E9A579FC4}" presName="textRect" presStyleLbl="revTx" presStyleIdx="0" presStyleCnt="3">
        <dgm:presLayoutVars>
          <dgm:chMax val="1"/>
          <dgm:chPref val="1"/>
        </dgm:presLayoutVars>
      </dgm:prSet>
      <dgm:spPr/>
    </dgm:pt>
    <dgm:pt modelId="{4D551EC2-DF6B-4280-BA8D-F4607E540CFF}" type="pres">
      <dgm:prSet presAssocID="{0B329D8E-4708-4928-8CE4-2BAB6E3A0E0D}" presName="sibTrans" presStyleCnt="0"/>
      <dgm:spPr/>
    </dgm:pt>
    <dgm:pt modelId="{7699571A-D6AA-471F-9FBC-7070F4738490}" type="pres">
      <dgm:prSet presAssocID="{6B21C153-FE29-420B-8E84-3F777ABF5641}" presName="compNode" presStyleCnt="0"/>
      <dgm:spPr/>
    </dgm:pt>
    <dgm:pt modelId="{4059307C-1706-4757-BD2B-2161094CFA60}" type="pres">
      <dgm:prSet presAssocID="{6B21C153-FE29-420B-8E84-3F777ABF564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17E9F34-7DCC-4825-A678-9AFF4D9F640F}" type="pres">
      <dgm:prSet presAssocID="{6B21C153-FE29-420B-8E84-3F777ABF56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613EDEFF-2014-4FEE-9438-D822E032D340}" type="pres">
      <dgm:prSet presAssocID="{6B21C153-FE29-420B-8E84-3F777ABF5641}" presName="spaceRect" presStyleCnt="0"/>
      <dgm:spPr/>
    </dgm:pt>
    <dgm:pt modelId="{28A4D55D-2813-4A5B-BD71-E2AFDF4920F8}" type="pres">
      <dgm:prSet presAssocID="{6B21C153-FE29-420B-8E84-3F777ABF5641}" presName="textRect" presStyleLbl="revTx" presStyleIdx="1" presStyleCnt="3">
        <dgm:presLayoutVars>
          <dgm:chMax val="1"/>
          <dgm:chPref val="1"/>
        </dgm:presLayoutVars>
      </dgm:prSet>
      <dgm:spPr/>
    </dgm:pt>
    <dgm:pt modelId="{3DDAD022-E3BC-4B75-9AA0-7348104A1295}" type="pres">
      <dgm:prSet presAssocID="{EC397D88-CFD8-4661-AC9B-1F6C49435E85}" presName="sibTrans" presStyleCnt="0"/>
      <dgm:spPr/>
    </dgm:pt>
    <dgm:pt modelId="{BC09AF5B-CCF8-438C-9B8E-DEC6AC9F9661}" type="pres">
      <dgm:prSet presAssocID="{09CD58E8-85FC-4AE8-BC35-8E9C8989F52D}" presName="compNode" presStyleCnt="0"/>
      <dgm:spPr/>
    </dgm:pt>
    <dgm:pt modelId="{790961A8-1051-4488-82D0-D08E8ED0EAAB}" type="pres">
      <dgm:prSet presAssocID="{09CD58E8-85FC-4AE8-BC35-8E9C8989F52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00F7221-9BCA-4D0E-9ED9-7C03DE8200DE}" type="pres">
      <dgm:prSet presAssocID="{09CD58E8-85FC-4AE8-BC35-8E9C8989F5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5F926C5E-B86F-46B7-BDE0-CE1FA10ABA69}" type="pres">
      <dgm:prSet presAssocID="{09CD58E8-85FC-4AE8-BC35-8E9C8989F52D}" presName="spaceRect" presStyleCnt="0"/>
      <dgm:spPr/>
    </dgm:pt>
    <dgm:pt modelId="{D1C3C74C-47D9-459F-B08B-7382E624C8F2}" type="pres">
      <dgm:prSet presAssocID="{09CD58E8-85FC-4AE8-BC35-8E9C8989F5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E1F6305-94FE-48BE-BB92-0EA0267DFA30}" srcId="{28E15985-CFC6-492A-87AA-DC5268E9E9E4}" destId="{09CD58E8-85FC-4AE8-BC35-8E9C8989F52D}" srcOrd="2" destOrd="0" parTransId="{DCF81788-B6CC-4B0E-A1D1-CA83D393EEE1}" sibTransId="{F336219B-730F-4B5A-9F8C-355CDF17854C}"/>
    <dgm:cxn modelId="{FB4A5038-BFCD-4571-899F-9C6D0E48F17B}" type="presOf" srcId="{09CD58E8-85FC-4AE8-BC35-8E9C8989F52D}" destId="{D1C3C74C-47D9-459F-B08B-7382E624C8F2}" srcOrd="0" destOrd="0" presId="urn:microsoft.com/office/officeart/2018/5/layout/IconLeafLabelList"/>
    <dgm:cxn modelId="{17184684-8A80-4988-86E7-BDACC7129721}" srcId="{28E15985-CFC6-492A-87AA-DC5268E9E9E4}" destId="{6B21C153-FE29-420B-8E84-3F777ABF5641}" srcOrd="1" destOrd="0" parTransId="{C9B67555-0EC4-467E-958D-1F705412AA99}" sibTransId="{EC397D88-CFD8-4661-AC9B-1F6C49435E85}"/>
    <dgm:cxn modelId="{C4E3BC86-43B8-42B4-B682-DF7F662145EF}" type="presOf" srcId="{6B21C153-FE29-420B-8E84-3F777ABF5641}" destId="{28A4D55D-2813-4A5B-BD71-E2AFDF4920F8}" srcOrd="0" destOrd="0" presId="urn:microsoft.com/office/officeart/2018/5/layout/IconLeafLabelList"/>
    <dgm:cxn modelId="{91EC4F93-2D98-47CB-9DA0-B41408409461}" type="presOf" srcId="{28E15985-CFC6-492A-87AA-DC5268E9E9E4}" destId="{E48D8046-0255-443D-90F5-6C9D6B567963}" srcOrd="0" destOrd="0" presId="urn:microsoft.com/office/officeart/2018/5/layout/IconLeafLabelList"/>
    <dgm:cxn modelId="{AC2494DC-4CA0-4E28-BC5F-076DF3F30D89}" type="presOf" srcId="{2D2C9222-3F98-41D1-B2AD-F17E9A579FC4}" destId="{2C95C5AD-ECCB-480D-8181-B21F68747210}" srcOrd="0" destOrd="0" presId="urn:microsoft.com/office/officeart/2018/5/layout/IconLeafLabelList"/>
    <dgm:cxn modelId="{DED5A7E2-F893-46A2-A9FB-00201BC39BCF}" srcId="{28E15985-CFC6-492A-87AA-DC5268E9E9E4}" destId="{2D2C9222-3F98-41D1-B2AD-F17E9A579FC4}" srcOrd="0" destOrd="0" parTransId="{FADE7371-C59E-4C84-AA26-654EA35C5360}" sibTransId="{0B329D8E-4708-4928-8CE4-2BAB6E3A0E0D}"/>
    <dgm:cxn modelId="{ECDEF093-AAF4-4099-A9FF-BC06A8BB3F45}" type="presParOf" srcId="{E48D8046-0255-443D-90F5-6C9D6B567963}" destId="{DE4A61EA-30F8-42BA-A2BE-05B4469948B4}" srcOrd="0" destOrd="0" presId="urn:microsoft.com/office/officeart/2018/5/layout/IconLeafLabelList"/>
    <dgm:cxn modelId="{543E2A88-2D1D-469A-A030-64C7A7111AB3}" type="presParOf" srcId="{DE4A61EA-30F8-42BA-A2BE-05B4469948B4}" destId="{CB2F150D-378C-40B1-B02F-BF62694B9A29}" srcOrd="0" destOrd="0" presId="urn:microsoft.com/office/officeart/2018/5/layout/IconLeafLabelList"/>
    <dgm:cxn modelId="{C395D535-700B-4ABA-87E9-158D4C740888}" type="presParOf" srcId="{DE4A61EA-30F8-42BA-A2BE-05B4469948B4}" destId="{95F80928-A503-4E0C-BF6F-54D0A9223CFA}" srcOrd="1" destOrd="0" presId="urn:microsoft.com/office/officeart/2018/5/layout/IconLeafLabelList"/>
    <dgm:cxn modelId="{CB7A7B41-417C-479C-8C90-C82F5DB2DA34}" type="presParOf" srcId="{DE4A61EA-30F8-42BA-A2BE-05B4469948B4}" destId="{04C125C7-58F6-48FF-8B0B-64179401CA48}" srcOrd="2" destOrd="0" presId="urn:microsoft.com/office/officeart/2018/5/layout/IconLeafLabelList"/>
    <dgm:cxn modelId="{9AD96E24-B234-43E8-A0DB-368D537816F8}" type="presParOf" srcId="{DE4A61EA-30F8-42BA-A2BE-05B4469948B4}" destId="{2C95C5AD-ECCB-480D-8181-B21F68747210}" srcOrd="3" destOrd="0" presId="urn:microsoft.com/office/officeart/2018/5/layout/IconLeafLabelList"/>
    <dgm:cxn modelId="{22674F51-71BB-4D05-B922-55E89FB9DC8F}" type="presParOf" srcId="{E48D8046-0255-443D-90F5-6C9D6B567963}" destId="{4D551EC2-DF6B-4280-BA8D-F4607E540CFF}" srcOrd="1" destOrd="0" presId="urn:microsoft.com/office/officeart/2018/5/layout/IconLeafLabelList"/>
    <dgm:cxn modelId="{37071336-F183-4E85-B6C8-C60D69972E39}" type="presParOf" srcId="{E48D8046-0255-443D-90F5-6C9D6B567963}" destId="{7699571A-D6AA-471F-9FBC-7070F4738490}" srcOrd="2" destOrd="0" presId="urn:microsoft.com/office/officeart/2018/5/layout/IconLeafLabelList"/>
    <dgm:cxn modelId="{4F5CBEC8-AE6B-46DB-9162-2BCB241CBE9F}" type="presParOf" srcId="{7699571A-D6AA-471F-9FBC-7070F4738490}" destId="{4059307C-1706-4757-BD2B-2161094CFA60}" srcOrd="0" destOrd="0" presId="urn:microsoft.com/office/officeart/2018/5/layout/IconLeafLabelList"/>
    <dgm:cxn modelId="{5746DBF2-A26E-4D5D-A943-0A5CDEAB0F7D}" type="presParOf" srcId="{7699571A-D6AA-471F-9FBC-7070F4738490}" destId="{E17E9F34-7DCC-4825-A678-9AFF4D9F640F}" srcOrd="1" destOrd="0" presId="urn:microsoft.com/office/officeart/2018/5/layout/IconLeafLabelList"/>
    <dgm:cxn modelId="{9B49CAD1-D358-4248-BC0B-64842DC6DFEB}" type="presParOf" srcId="{7699571A-D6AA-471F-9FBC-7070F4738490}" destId="{613EDEFF-2014-4FEE-9438-D822E032D340}" srcOrd="2" destOrd="0" presId="urn:microsoft.com/office/officeart/2018/5/layout/IconLeafLabelList"/>
    <dgm:cxn modelId="{9D7E296F-6B5D-4E18-B889-9FD1C58A0D41}" type="presParOf" srcId="{7699571A-D6AA-471F-9FBC-7070F4738490}" destId="{28A4D55D-2813-4A5B-BD71-E2AFDF4920F8}" srcOrd="3" destOrd="0" presId="urn:microsoft.com/office/officeart/2018/5/layout/IconLeafLabelList"/>
    <dgm:cxn modelId="{9D275E64-4B68-443C-99E6-31065B86B5A3}" type="presParOf" srcId="{E48D8046-0255-443D-90F5-6C9D6B567963}" destId="{3DDAD022-E3BC-4B75-9AA0-7348104A1295}" srcOrd="3" destOrd="0" presId="urn:microsoft.com/office/officeart/2018/5/layout/IconLeafLabelList"/>
    <dgm:cxn modelId="{D95AAF85-8EB9-4567-B45C-F38E2FC84140}" type="presParOf" srcId="{E48D8046-0255-443D-90F5-6C9D6B567963}" destId="{BC09AF5B-CCF8-438C-9B8E-DEC6AC9F9661}" srcOrd="4" destOrd="0" presId="urn:microsoft.com/office/officeart/2018/5/layout/IconLeafLabelList"/>
    <dgm:cxn modelId="{1D147776-373C-403D-9320-4D797E8FBAF2}" type="presParOf" srcId="{BC09AF5B-CCF8-438C-9B8E-DEC6AC9F9661}" destId="{790961A8-1051-4488-82D0-D08E8ED0EAAB}" srcOrd="0" destOrd="0" presId="urn:microsoft.com/office/officeart/2018/5/layout/IconLeafLabelList"/>
    <dgm:cxn modelId="{5DCC553A-2417-414B-94DB-6AC401DEF2AC}" type="presParOf" srcId="{BC09AF5B-CCF8-438C-9B8E-DEC6AC9F9661}" destId="{900F7221-9BCA-4D0E-9ED9-7C03DE8200DE}" srcOrd="1" destOrd="0" presId="urn:microsoft.com/office/officeart/2018/5/layout/IconLeafLabelList"/>
    <dgm:cxn modelId="{E566A1AD-9036-4FBB-8229-AE88E57A8A0B}" type="presParOf" srcId="{BC09AF5B-CCF8-438C-9B8E-DEC6AC9F9661}" destId="{5F926C5E-B86F-46B7-BDE0-CE1FA10ABA69}" srcOrd="2" destOrd="0" presId="urn:microsoft.com/office/officeart/2018/5/layout/IconLeafLabelList"/>
    <dgm:cxn modelId="{24602E32-F9EE-4C82-8597-E7088B429CE9}" type="presParOf" srcId="{BC09AF5B-CCF8-438C-9B8E-DEC6AC9F9661}" destId="{D1C3C74C-47D9-459F-B08B-7382E624C8F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E2E467C8-A90F-4A6A-B77C-7A06D55E186E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84600D9-83FB-47C2-9AEB-2FF5A75A3218}">
      <dgm:prSet/>
      <dgm:spPr/>
      <dgm:t>
        <a:bodyPr/>
        <a:lstStyle/>
        <a:p>
          <a:r>
            <a:rPr lang="en-US"/>
            <a:t>• Entidades autorizadas a emitir certificados electrónicos.</a:t>
          </a:r>
        </a:p>
      </dgm:t>
    </dgm:pt>
    <dgm:pt modelId="{AF541DAD-F0F2-418D-B25A-AB4CB6BB87F1}" type="parTrans" cxnId="{B3252942-3502-4FF9-8105-41F73B984B01}">
      <dgm:prSet/>
      <dgm:spPr/>
      <dgm:t>
        <a:bodyPr/>
        <a:lstStyle/>
        <a:p>
          <a:endParaRPr lang="en-US"/>
        </a:p>
      </dgm:t>
    </dgm:pt>
    <dgm:pt modelId="{92CEFA41-3728-4480-919B-9B3343CC38C9}" type="sibTrans" cxnId="{B3252942-3502-4FF9-8105-41F73B984B01}">
      <dgm:prSet/>
      <dgm:spPr/>
      <dgm:t>
        <a:bodyPr/>
        <a:lstStyle/>
        <a:p>
          <a:endParaRPr lang="en-US"/>
        </a:p>
      </dgm:t>
    </dgm:pt>
    <dgm:pt modelId="{7FBBF8A3-94B2-4DA3-914E-67BFE03CCF9F}">
      <dgm:prSet/>
      <dgm:spPr/>
      <dgm:t>
        <a:bodyPr/>
        <a:lstStyle/>
        <a:p>
          <a:r>
            <a:rPr lang="en-US"/>
            <a:t>• Ejemplo en España: FNMT (Fábrica Nacional de Moneda y Timbre).</a:t>
          </a:r>
        </a:p>
      </dgm:t>
    </dgm:pt>
    <dgm:pt modelId="{F0119148-6D19-4A3C-9C74-85B00A7C8D3F}" type="parTrans" cxnId="{539CF44E-B63D-41A7-8E2C-E12E2A671E38}">
      <dgm:prSet/>
      <dgm:spPr/>
      <dgm:t>
        <a:bodyPr/>
        <a:lstStyle/>
        <a:p>
          <a:endParaRPr lang="en-US"/>
        </a:p>
      </dgm:t>
    </dgm:pt>
    <dgm:pt modelId="{E8F39FB5-0469-49FA-833A-01CE767D7EFD}" type="sibTrans" cxnId="{539CF44E-B63D-41A7-8E2C-E12E2A671E38}">
      <dgm:prSet/>
      <dgm:spPr/>
      <dgm:t>
        <a:bodyPr/>
        <a:lstStyle/>
        <a:p>
          <a:endParaRPr lang="en-US"/>
        </a:p>
      </dgm:t>
    </dgm:pt>
    <dgm:pt modelId="{38EE2E5B-EAB4-4C2B-AAE1-E342519CEBF2}">
      <dgm:prSet/>
      <dgm:spPr/>
      <dgm:t>
        <a:bodyPr/>
        <a:lstStyle/>
        <a:p>
          <a:r>
            <a:rPr lang="en-US"/>
            <a:t>• Funciones:</a:t>
          </a:r>
        </a:p>
      </dgm:t>
    </dgm:pt>
    <dgm:pt modelId="{05CF3F71-527D-45D3-BD0B-6E8BA9A94246}" type="parTrans" cxnId="{46E2CD3D-101B-4FE5-B50F-A6F819E1E307}">
      <dgm:prSet/>
      <dgm:spPr/>
      <dgm:t>
        <a:bodyPr/>
        <a:lstStyle/>
        <a:p>
          <a:endParaRPr lang="en-US"/>
        </a:p>
      </dgm:t>
    </dgm:pt>
    <dgm:pt modelId="{81F50FDD-0A2E-4C06-B025-F75185FA8EA4}" type="sibTrans" cxnId="{46E2CD3D-101B-4FE5-B50F-A6F819E1E307}">
      <dgm:prSet/>
      <dgm:spPr/>
      <dgm:t>
        <a:bodyPr/>
        <a:lstStyle/>
        <a:p>
          <a:endParaRPr lang="en-US"/>
        </a:p>
      </dgm:t>
    </dgm:pt>
    <dgm:pt modelId="{95BE998C-9A5C-4D8B-88F3-D3709888BBEB}">
      <dgm:prSet/>
      <dgm:spPr/>
      <dgm:t>
        <a:bodyPr/>
        <a:lstStyle/>
        <a:p>
          <a:r>
            <a:rPr lang="en-US"/>
            <a:t>- Verificar identidad.</a:t>
          </a:r>
        </a:p>
      </dgm:t>
    </dgm:pt>
    <dgm:pt modelId="{DC658C73-823F-4588-BA98-49C2BB05E3C9}" type="parTrans" cxnId="{EB61ED6F-42E1-4FB8-AC4A-4D1B090778E4}">
      <dgm:prSet/>
      <dgm:spPr/>
      <dgm:t>
        <a:bodyPr/>
        <a:lstStyle/>
        <a:p>
          <a:endParaRPr lang="en-US"/>
        </a:p>
      </dgm:t>
    </dgm:pt>
    <dgm:pt modelId="{A83EE1B3-E66B-4A54-AD75-02CD36ED0FD9}" type="sibTrans" cxnId="{EB61ED6F-42E1-4FB8-AC4A-4D1B090778E4}">
      <dgm:prSet/>
      <dgm:spPr/>
      <dgm:t>
        <a:bodyPr/>
        <a:lstStyle/>
        <a:p>
          <a:endParaRPr lang="en-US"/>
        </a:p>
      </dgm:t>
    </dgm:pt>
    <dgm:pt modelId="{AC56B892-7F58-48B4-9118-CE0EA1F56DFB}">
      <dgm:prSet/>
      <dgm:spPr/>
      <dgm:t>
        <a:bodyPr/>
        <a:lstStyle/>
        <a:p>
          <a:r>
            <a:rPr lang="en-US"/>
            <a:t>- Emitir, revocar y renovar certificados.</a:t>
          </a:r>
        </a:p>
      </dgm:t>
    </dgm:pt>
    <dgm:pt modelId="{C56AE98B-3297-4687-B022-A478DFF4C942}" type="parTrans" cxnId="{5D968570-31FE-449B-8D6D-284613172921}">
      <dgm:prSet/>
      <dgm:spPr/>
      <dgm:t>
        <a:bodyPr/>
        <a:lstStyle/>
        <a:p>
          <a:endParaRPr lang="en-US"/>
        </a:p>
      </dgm:t>
    </dgm:pt>
    <dgm:pt modelId="{EAC411F0-71F1-4300-8593-03BEF5570352}" type="sibTrans" cxnId="{5D968570-31FE-449B-8D6D-284613172921}">
      <dgm:prSet/>
      <dgm:spPr/>
      <dgm:t>
        <a:bodyPr/>
        <a:lstStyle/>
        <a:p>
          <a:endParaRPr lang="en-US"/>
        </a:p>
      </dgm:t>
    </dgm:pt>
    <dgm:pt modelId="{B8169C89-260B-46AF-9BB7-CD0D793336D2}">
      <dgm:prSet/>
      <dgm:spPr/>
      <dgm:t>
        <a:bodyPr/>
        <a:lstStyle/>
        <a:p>
          <a:r>
            <a:rPr lang="en-US"/>
            <a:t>- Garantizar seguridad jurídica de la firma.</a:t>
          </a:r>
        </a:p>
      </dgm:t>
    </dgm:pt>
    <dgm:pt modelId="{A5F2F96A-1763-48D6-B402-D9607D75CB87}" type="parTrans" cxnId="{D491A852-115C-40EF-9113-5CFB075028C5}">
      <dgm:prSet/>
      <dgm:spPr/>
      <dgm:t>
        <a:bodyPr/>
        <a:lstStyle/>
        <a:p>
          <a:endParaRPr lang="en-US"/>
        </a:p>
      </dgm:t>
    </dgm:pt>
    <dgm:pt modelId="{57C8C268-6C62-48F1-AEC4-D948A221FFAC}" type="sibTrans" cxnId="{D491A852-115C-40EF-9113-5CFB075028C5}">
      <dgm:prSet/>
      <dgm:spPr/>
      <dgm:t>
        <a:bodyPr/>
        <a:lstStyle/>
        <a:p>
          <a:endParaRPr lang="en-US"/>
        </a:p>
      </dgm:t>
    </dgm:pt>
    <dgm:pt modelId="{D0B5ACDC-250B-458E-9F7E-F4F521DE51A5}" type="pres">
      <dgm:prSet presAssocID="{E2E467C8-A90F-4A6A-B77C-7A06D55E186E}" presName="vert0" presStyleCnt="0">
        <dgm:presLayoutVars>
          <dgm:dir/>
          <dgm:animOne val="branch"/>
          <dgm:animLvl val="lvl"/>
        </dgm:presLayoutVars>
      </dgm:prSet>
      <dgm:spPr/>
    </dgm:pt>
    <dgm:pt modelId="{B9591D5D-DFBE-474E-8E95-FC3B6EF8809D}" type="pres">
      <dgm:prSet presAssocID="{684600D9-83FB-47C2-9AEB-2FF5A75A3218}" presName="thickLine" presStyleLbl="alignNode1" presStyleIdx="0" presStyleCnt="6"/>
      <dgm:spPr/>
    </dgm:pt>
    <dgm:pt modelId="{00DE54A0-8A53-46BC-A302-527555E7764E}" type="pres">
      <dgm:prSet presAssocID="{684600D9-83FB-47C2-9AEB-2FF5A75A3218}" presName="horz1" presStyleCnt="0"/>
      <dgm:spPr/>
    </dgm:pt>
    <dgm:pt modelId="{8E3C843C-4133-48B3-AC55-C16F370D19FB}" type="pres">
      <dgm:prSet presAssocID="{684600D9-83FB-47C2-9AEB-2FF5A75A3218}" presName="tx1" presStyleLbl="revTx" presStyleIdx="0" presStyleCnt="6"/>
      <dgm:spPr/>
    </dgm:pt>
    <dgm:pt modelId="{7B6DB20C-F0DF-4428-BE8E-3A25282CD58B}" type="pres">
      <dgm:prSet presAssocID="{684600D9-83FB-47C2-9AEB-2FF5A75A3218}" presName="vert1" presStyleCnt="0"/>
      <dgm:spPr/>
    </dgm:pt>
    <dgm:pt modelId="{3DF421A0-84E5-44BF-8EB6-BCA48F5811B6}" type="pres">
      <dgm:prSet presAssocID="{7FBBF8A3-94B2-4DA3-914E-67BFE03CCF9F}" presName="thickLine" presStyleLbl="alignNode1" presStyleIdx="1" presStyleCnt="6"/>
      <dgm:spPr/>
    </dgm:pt>
    <dgm:pt modelId="{2C2B6C61-A8C0-42D0-9AB3-681E17AB6EDB}" type="pres">
      <dgm:prSet presAssocID="{7FBBF8A3-94B2-4DA3-914E-67BFE03CCF9F}" presName="horz1" presStyleCnt="0"/>
      <dgm:spPr/>
    </dgm:pt>
    <dgm:pt modelId="{9A7C838E-C91C-444B-B9AA-169585E92B64}" type="pres">
      <dgm:prSet presAssocID="{7FBBF8A3-94B2-4DA3-914E-67BFE03CCF9F}" presName="tx1" presStyleLbl="revTx" presStyleIdx="1" presStyleCnt="6"/>
      <dgm:spPr/>
    </dgm:pt>
    <dgm:pt modelId="{1DF3D9D0-8B22-4047-BAD2-D59F2DEF0EFA}" type="pres">
      <dgm:prSet presAssocID="{7FBBF8A3-94B2-4DA3-914E-67BFE03CCF9F}" presName="vert1" presStyleCnt="0"/>
      <dgm:spPr/>
    </dgm:pt>
    <dgm:pt modelId="{8F8FE933-7882-40BD-8849-61CBBA209D3D}" type="pres">
      <dgm:prSet presAssocID="{38EE2E5B-EAB4-4C2B-AAE1-E342519CEBF2}" presName="thickLine" presStyleLbl="alignNode1" presStyleIdx="2" presStyleCnt="6"/>
      <dgm:spPr/>
    </dgm:pt>
    <dgm:pt modelId="{9D83E8B8-9A89-4C8E-BA4A-C01EDFCE894F}" type="pres">
      <dgm:prSet presAssocID="{38EE2E5B-EAB4-4C2B-AAE1-E342519CEBF2}" presName="horz1" presStyleCnt="0"/>
      <dgm:spPr/>
    </dgm:pt>
    <dgm:pt modelId="{36C05F9D-3BF7-485F-A40B-1E76A3F7C702}" type="pres">
      <dgm:prSet presAssocID="{38EE2E5B-EAB4-4C2B-AAE1-E342519CEBF2}" presName="tx1" presStyleLbl="revTx" presStyleIdx="2" presStyleCnt="6"/>
      <dgm:spPr/>
    </dgm:pt>
    <dgm:pt modelId="{74B4F8FA-12A0-488E-B95F-4B2ED9E13F51}" type="pres">
      <dgm:prSet presAssocID="{38EE2E5B-EAB4-4C2B-AAE1-E342519CEBF2}" presName="vert1" presStyleCnt="0"/>
      <dgm:spPr/>
    </dgm:pt>
    <dgm:pt modelId="{4DF8F366-D0AC-4AC7-8D7E-53867D295C50}" type="pres">
      <dgm:prSet presAssocID="{95BE998C-9A5C-4D8B-88F3-D3709888BBEB}" presName="thickLine" presStyleLbl="alignNode1" presStyleIdx="3" presStyleCnt="6"/>
      <dgm:spPr/>
    </dgm:pt>
    <dgm:pt modelId="{5EBFD453-D5CA-4BF0-A115-5F4D5A1A5616}" type="pres">
      <dgm:prSet presAssocID="{95BE998C-9A5C-4D8B-88F3-D3709888BBEB}" presName="horz1" presStyleCnt="0"/>
      <dgm:spPr/>
    </dgm:pt>
    <dgm:pt modelId="{719CB46A-07D1-474E-A26E-EA564E530BB7}" type="pres">
      <dgm:prSet presAssocID="{95BE998C-9A5C-4D8B-88F3-D3709888BBEB}" presName="tx1" presStyleLbl="revTx" presStyleIdx="3" presStyleCnt="6"/>
      <dgm:spPr/>
    </dgm:pt>
    <dgm:pt modelId="{7D9A8377-1603-40F7-A6D0-A87D2B1AC286}" type="pres">
      <dgm:prSet presAssocID="{95BE998C-9A5C-4D8B-88F3-D3709888BBEB}" presName="vert1" presStyleCnt="0"/>
      <dgm:spPr/>
    </dgm:pt>
    <dgm:pt modelId="{4B45F6A7-8722-45E7-ABB6-7BE4F9173E57}" type="pres">
      <dgm:prSet presAssocID="{AC56B892-7F58-48B4-9118-CE0EA1F56DFB}" presName="thickLine" presStyleLbl="alignNode1" presStyleIdx="4" presStyleCnt="6"/>
      <dgm:spPr/>
    </dgm:pt>
    <dgm:pt modelId="{43BA23E9-69B5-4BC5-85EF-2E4BEBDB4CD0}" type="pres">
      <dgm:prSet presAssocID="{AC56B892-7F58-48B4-9118-CE0EA1F56DFB}" presName="horz1" presStyleCnt="0"/>
      <dgm:spPr/>
    </dgm:pt>
    <dgm:pt modelId="{4DE86D76-8562-470B-9F8D-AE7907D7A678}" type="pres">
      <dgm:prSet presAssocID="{AC56B892-7F58-48B4-9118-CE0EA1F56DFB}" presName="tx1" presStyleLbl="revTx" presStyleIdx="4" presStyleCnt="6"/>
      <dgm:spPr/>
    </dgm:pt>
    <dgm:pt modelId="{F1C10334-ACE9-47B2-98D4-D6C185D1A67E}" type="pres">
      <dgm:prSet presAssocID="{AC56B892-7F58-48B4-9118-CE0EA1F56DFB}" presName="vert1" presStyleCnt="0"/>
      <dgm:spPr/>
    </dgm:pt>
    <dgm:pt modelId="{566BCA82-4185-4521-B3F9-58A03A13B162}" type="pres">
      <dgm:prSet presAssocID="{B8169C89-260B-46AF-9BB7-CD0D793336D2}" presName="thickLine" presStyleLbl="alignNode1" presStyleIdx="5" presStyleCnt="6"/>
      <dgm:spPr/>
    </dgm:pt>
    <dgm:pt modelId="{0DD50C73-9408-44D2-9837-4549BC7218A6}" type="pres">
      <dgm:prSet presAssocID="{B8169C89-260B-46AF-9BB7-CD0D793336D2}" presName="horz1" presStyleCnt="0"/>
      <dgm:spPr/>
    </dgm:pt>
    <dgm:pt modelId="{BC955D4D-FE67-4C7B-B5B8-82BA9A2D63ED}" type="pres">
      <dgm:prSet presAssocID="{B8169C89-260B-46AF-9BB7-CD0D793336D2}" presName="tx1" presStyleLbl="revTx" presStyleIdx="5" presStyleCnt="6"/>
      <dgm:spPr/>
    </dgm:pt>
    <dgm:pt modelId="{D956479F-D74B-4BFD-8110-967CBB719B24}" type="pres">
      <dgm:prSet presAssocID="{B8169C89-260B-46AF-9BB7-CD0D793336D2}" presName="vert1" presStyleCnt="0"/>
      <dgm:spPr/>
    </dgm:pt>
  </dgm:ptLst>
  <dgm:cxnLst>
    <dgm:cxn modelId="{46E2CD3D-101B-4FE5-B50F-A6F819E1E307}" srcId="{E2E467C8-A90F-4A6A-B77C-7A06D55E186E}" destId="{38EE2E5B-EAB4-4C2B-AAE1-E342519CEBF2}" srcOrd="2" destOrd="0" parTransId="{05CF3F71-527D-45D3-BD0B-6E8BA9A94246}" sibTransId="{81F50FDD-0A2E-4C06-B025-F75185FA8EA4}"/>
    <dgm:cxn modelId="{8A5E8961-712C-4CF1-A363-9270D2D77E1B}" type="presOf" srcId="{7FBBF8A3-94B2-4DA3-914E-67BFE03CCF9F}" destId="{9A7C838E-C91C-444B-B9AA-169585E92B64}" srcOrd="0" destOrd="0" presId="urn:microsoft.com/office/officeart/2008/layout/LinedList"/>
    <dgm:cxn modelId="{B3252942-3502-4FF9-8105-41F73B984B01}" srcId="{E2E467C8-A90F-4A6A-B77C-7A06D55E186E}" destId="{684600D9-83FB-47C2-9AEB-2FF5A75A3218}" srcOrd="0" destOrd="0" parTransId="{AF541DAD-F0F2-418D-B25A-AB4CB6BB87F1}" sibTransId="{92CEFA41-3728-4480-919B-9B3343CC38C9}"/>
    <dgm:cxn modelId="{E95ECF67-2E46-455C-AD4D-A612ABFBF5CF}" type="presOf" srcId="{684600D9-83FB-47C2-9AEB-2FF5A75A3218}" destId="{8E3C843C-4133-48B3-AC55-C16F370D19FB}" srcOrd="0" destOrd="0" presId="urn:microsoft.com/office/officeart/2008/layout/LinedList"/>
    <dgm:cxn modelId="{C475F149-9315-4EE0-9DA2-7FEA3589D626}" type="presOf" srcId="{38EE2E5B-EAB4-4C2B-AAE1-E342519CEBF2}" destId="{36C05F9D-3BF7-485F-A40B-1E76A3F7C702}" srcOrd="0" destOrd="0" presId="urn:microsoft.com/office/officeart/2008/layout/LinedList"/>
    <dgm:cxn modelId="{539CF44E-B63D-41A7-8E2C-E12E2A671E38}" srcId="{E2E467C8-A90F-4A6A-B77C-7A06D55E186E}" destId="{7FBBF8A3-94B2-4DA3-914E-67BFE03CCF9F}" srcOrd="1" destOrd="0" parTransId="{F0119148-6D19-4A3C-9C74-85B00A7C8D3F}" sibTransId="{E8F39FB5-0469-49FA-833A-01CE767D7EFD}"/>
    <dgm:cxn modelId="{EB61ED6F-42E1-4FB8-AC4A-4D1B090778E4}" srcId="{E2E467C8-A90F-4A6A-B77C-7A06D55E186E}" destId="{95BE998C-9A5C-4D8B-88F3-D3709888BBEB}" srcOrd="3" destOrd="0" parTransId="{DC658C73-823F-4588-BA98-49C2BB05E3C9}" sibTransId="{A83EE1B3-E66B-4A54-AD75-02CD36ED0FD9}"/>
    <dgm:cxn modelId="{5D968570-31FE-449B-8D6D-284613172921}" srcId="{E2E467C8-A90F-4A6A-B77C-7A06D55E186E}" destId="{AC56B892-7F58-48B4-9118-CE0EA1F56DFB}" srcOrd="4" destOrd="0" parTransId="{C56AE98B-3297-4687-B022-A478DFF4C942}" sibTransId="{EAC411F0-71F1-4300-8593-03BEF5570352}"/>
    <dgm:cxn modelId="{D491A852-115C-40EF-9113-5CFB075028C5}" srcId="{E2E467C8-A90F-4A6A-B77C-7A06D55E186E}" destId="{B8169C89-260B-46AF-9BB7-CD0D793336D2}" srcOrd="5" destOrd="0" parTransId="{A5F2F96A-1763-48D6-B402-D9607D75CB87}" sibTransId="{57C8C268-6C62-48F1-AEC4-D948A221FFAC}"/>
    <dgm:cxn modelId="{CE115174-AB13-4FB0-B081-38CE42A2C555}" type="presOf" srcId="{AC56B892-7F58-48B4-9118-CE0EA1F56DFB}" destId="{4DE86D76-8562-470B-9F8D-AE7907D7A678}" srcOrd="0" destOrd="0" presId="urn:microsoft.com/office/officeart/2008/layout/LinedList"/>
    <dgm:cxn modelId="{7B5EB456-3605-43A9-A5C5-9419E911D14E}" type="presOf" srcId="{E2E467C8-A90F-4A6A-B77C-7A06D55E186E}" destId="{D0B5ACDC-250B-458E-9F7E-F4F521DE51A5}" srcOrd="0" destOrd="0" presId="urn:microsoft.com/office/officeart/2008/layout/LinedList"/>
    <dgm:cxn modelId="{3A410897-9BFA-462F-BF33-BD3DA3E73DE1}" type="presOf" srcId="{95BE998C-9A5C-4D8B-88F3-D3709888BBEB}" destId="{719CB46A-07D1-474E-A26E-EA564E530BB7}" srcOrd="0" destOrd="0" presId="urn:microsoft.com/office/officeart/2008/layout/LinedList"/>
    <dgm:cxn modelId="{0B4C17E7-B2CE-4E49-840C-EA5DEA696EAD}" type="presOf" srcId="{B8169C89-260B-46AF-9BB7-CD0D793336D2}" destId="{BC955D4D-FE67-4C7B-B5B8-82BA9A2D63ED}" srcOrd="0" destOrd="0" presId="urn:microsoft.com/office/officeart/2008/layout/LinedList"/>
    <dgm:cxn modelId="{A57E2108-7D12-4194-A01C-470FCA1B13F7}" type="presParOf" srcId="{D0B5ACDC-250B-458E-9F7E-F4F521DE51A5}" destId="{B9591D5D-DFBE-474E-8E95-FC3B6EF8809D}" srcOrd="0" destOrd="0" presId="urn:microsoft.com/office/officeart/2008/layout/LinedList"/>
    <dgm:cxn modelId="{D0F080AA-E056-4C5A-887D-56DE53E51BDA}" type="presParOf" srcId="{D0B5ACDC-250B-458E-9F7E-F4F521DE51A5}" destId="{00DE54A0-8A53-46BC-A302-527555E7764E}" srcOrd="1" destOrd="0" presId="urn:microsoft.com/office/officeart/2008/layout/LinedList"/>
    <dgm:cxn modelId="{2229DC66-C5E6-4E5A-ADB4-3C0526E3A14C}" type="presParOf" srcId="{00DE54A0-8A53-46BC-A302-527555E7764E}" destId="{8E3C843C-4133-48B3-AC55-C16F370D19FB}" srcOrd="0" destOrd="0" presId="urn:microsoft.com/office/officeart/2008/layout/LinedList"/>
    <dgm:cxn modelId="{11A72959-D680-477F-9EFC-204AE3B32C3C}" type="presParOf" srcId="{00DE54A0-8A53-46BC-A302-527555E7764E}" destId="{7B6DB20C-F0DF-4428-BE8E-3A25282CD58B}" srcOrd="1" destOrd="0" presId="urn:microsoft.com/office/officeart/2008/layout/LinedList"/>
    <dgm:cxn modelId="{02D7F28F-1018-45D4-B53E-DDBF27DC8017}" type="presParOf" srcId="{D0B5ACDC-250B-458E-9F7E-F4F521DE51A5}" destId="{3DF421A0-84E5-44BF-8EB6-BCA48F5811B6}" srcOrd="2" destOrd="0" presId="urn:microsoft.com/office/officeart/2008/layout/LinedList"/>
    <dgm:cxn modelId="{BD3F67B3-E6CF-4BEF-961E-7F3893C1917F}" type="presParOf" srcId="{D0B5ACDC-250B-458E-9F7E-F4F521DE51A5}" destId="{2C2B6C61-A8C0-42D0-9AB3-681E17AB6EDB}" srcOrd="3" destOrd="0" presId="urn:microsoft.com/office/officeart/2008/layout/LinedList"/>
    <dgm:cxn modelId="{F33B7209-520C-40B7-80BF-9C3843B56E87}" type="presParOf" srcId="{2C2B6C61-A8C0-42D0-9AB3-681E17AB6EDB}" destId="{9A7C838E-C91C-444B-B9AA-169585E92B64}" srcOrd="0" destOrd="0" presId="urn:microsoft.com/office/officeart/2008/layout/LinedList"/>
    <dgm:cxn modelId="{ACAFD790-5FCF-462E-B31E-0110F8C90DFF}" type="presParOf" srcId="{2C2B6C61-A8C0-42D0-9AB3-681E17AB6EDB}" destId="{1DF3D9D0-8B22-4047-BAD2-D59F2DEF0EFA}" srcOrd="1" destOrd="0" presId="urn:microsoft.com/office/officeart/2008/layout/LinedList"/>
    <dgm:cxn modelId="{F960892E-34EC-4ED8-9305-FAE942225662}" type="presParOf" srcId="{D0B5ACDC-250B-458E-9F7E-F4F521DE51A5}" destId="{8F8FE933-7882-40BD-8849-61CBBA209D3D}" srcOrd="4" destOrd="0" presId="urn:microsoft.com/office/officeart/2008/layout/LinedList"/>
    <dgm:cxn modelId="{7EE894E0-6C11-40CD-B6F2-BA10A3BEED8D}" type="presParOf" srcId="{D0B5ACDC-250B-458E-9F7E-F4F521DE51A5}" destId="{9D83E8B8-9A89-4C8E-BA4A-C01EDFCE894F}" srcOrd="5" destOrd="0" presId="urn:microsoft.com/office/officeart/2008/layout/LinedList"/>
    <dgm:cxn modelId="{5E20E0D2-8F70-4EFB-92FA-16514A0B941C}" type="presParOf" srcId="{9D83E8B8-9A89-4C8E-BA4A-C01EDFCE894F}" destId="{36C05F9D-3BF7-485F-A40B-1E76A3F7C702}" srcOrd="0" destOrd="0" presId="urn:microsoft.com/office/officeart/2008/layout/LinedList"/>
    <dgm:cxn modelId="{D06B6609-7507-4F7F-9D36-B1D2FCAAB6B4}" type="presParOf" srcId="{9D83E8B8-9A89-4C8E-BA4A-C01EDFCE894F}" destId="{74B4F8FA-12A0-488E-B95F-4B2ED9E13F51}" srcOrd="1" destOrd="0" presId="urn:microsoft.com/office/officeart/2008/layout/LinedList"/>
    <dgm:cxn modelId="{BFEBD9DF-1595-4F64-921D-426A0F4D47F2}" type="presParOf" srcId="{D0B5ACDC-250B-458E-9F7E-F4F521DE51A5}" destId="{4DF8F366-D0AC-4AC7-8D7E-53867D295C50}" srcOrd="6" destOrd="0" presId="urn:microsoft.com/office/officeart/2008/layout/LinedList"/>
    <dgm:cxn modelId="{F689998A-09A4-4DBB-B618-1C7FD895DA5D}" type="presParOf" srcId="{D0B5ACDC-250B-458E-9F7E-F4F521DE51A5}" destId="{5EBFD453-D5CA-4BF0-A115-5F4D5A1A5616}" srcOrd="7" destOrd="0" presId="urn:microsoft.com/office/officeart/2008/layout/LinedList"/>
    <dgm:cxn modelId="{9A3DC955-E496-4123-A8BB-E04D6B2206D3}" type="presParOf" srcId="{5EBFD453-D5CA-4BF0-A115-5F4D5A1A5616}" destId="{719CB46A-07D1-474E-A26E-EA564E530BB7}" srcOrd="0" destOrd="0" presId="urn:microsoft.com/office/officeart/2008/layout/LinedList"/>
    <dgm:cxn modelId="{D1D35BFD-D7E8-4E55-9937-D0FEFF8FF027}" type="presParOf" srcId="{5EBFD453-D5CA-4BF0-A115-5F4D5A1A5616}" destId="{7D9A8377-1603-40F7-A6D0-A87D2B1AC286}" srcOrd="1" destOrd="0" presId="urn:microsoft.com/office/officeart/2008/layout/LinedList"/>
    <dgm:cxn modelId="{53AC3CF5-D70D-4D57-9AF3-C546C71DCC3D}" type="presParOf" srcId="{D0B5ACDC-250B-458E-9F7E-F4F521DE51A5}" destId="{4B45F6A7-8722-45E7-ABB6-7BE4F9173E57}" srcOrd="8" destOrd="0" presId="urn:microsoft.com/office/officeart/2008/layout/LinedList"/>
    <dgm:cxn modelId="{C30B6C2A-FB66-4A5F-B589-129130C3EC84}" type="presParOf" srcId="{D0B5ACDC-250B-458E-9F7E-F4F521DE51A5}" destId="{43BA23E9-69B5-4BC5-85EF-2E4BEBDB4CD0}" srcOrd="9" destOrd="0" presId="urn:microsoft.com/office/officeart/2008/layout/LinedList"/>
    <dgm:cxn modelId="{57E0CBB2-5514-4C58-968E-98D786761D04}" type="presParOf" srcId="{43BA23E9-69B5-4BC5-85EF-2E4BEBDB4CD0}" destId="{4DE86D76-8562-470B-9F8D-AE7907D7A678}" srcOrd="0" destOrd="0" presId="urn:microsoft.com/office/officeart/2008/layout/LinedList"/>
    <dgm:cxn modelId="{15194F7C-2DDA-4DBA-AC46-E01B458489C6}" type="presParOf" srcId="{43BA23E9-69B5-4BC5-85EF-2E4BEBDB4CD0}" destId="{F1C10334-ACE9-47B2-98D4-D6C185D1A67E}" srcOrd="1" destOrd="0" presId="urn:microsoft.com/office/officeart/2008/layout/LinedList"/>
    <dgm:cxn modelId="{3177B5C7-22AF-4D98-9348-766F0336DF3E}" type="presParOf" srcId="{D0B5ACDC-250B-458E-9F7E-F4F521DE51A5}" destId="{566BCA82-4185-4521-B3F9-58A03A13B162}" srcOrd="10" destOrd="0" presId="urn:microsoft.com/office/officeart/2008/layout/LinedList"/>
    <dgm:cxn modelId="{59443080-A917-4CCB-9533-A1271C2E0C1F}" type="presParOf" srcId="{D0B5ACDC-250B-458E-9F7E-F4F521DE51A5}" destId="{0DD50C73-9408-44D2-9837-4549BC7218A6}" srcOrd="11" destOrd="0" presId="urn:microsoft.com/office/officeart/2008/layout/LinedList"/>
    <dgm:cxn modelId="{BD4524F5-AB7F-4B8B-9510-F9E1AE0E2D36}" type="presParOf" srcId="{0DD50C73-9408-44D2-9837-4549BC7218A6}" destId="{BC955D4D-FE67-4C7B-B5B8-82BA9A2D63ED}" srcOrd="0" destOrd="0" presId="urn:microsoft.com/office/officeart/2008/layout/LinedList"/>
    <dgm:cxn modelId="{0526FB46-E50D-4B33-B2FB-BFADE814B800}" type="presParOf" srcId="{0DD50C73-9408-44D2-9837-4549BC7218A6}" destId="{D956479F-D74B-4BFD-8110-967CBB719B2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A61CB36-A7A9-458D-81FD-088F1BF87A1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8EE19D-D7C9-4C06-A87C-3EE47D4BC0A2}">
      <dgm:prSet/>
      <dgm:spPr/>
      <dgm:t>
        <a:bodyPr/>
        <a:lstStyle/>
        <a:p>
          <a:r>
            <a:rPr lang="en-US"/>
            <a:t>• Certificado electrónico → vincula identidad a una clave pública.</a:t>
          </a:r>
        </a:p>
      </dgm:t>
    </dgm:pt>
    <dgm:pt modelId="{ED426F28-E019-40CE-8895-9ACDED99C946}" type="parTrans" cxnId="{2CACB45C-C4F0-4955-A51D-2B7313EC0618}">
      <dgm:prSet/>
      <dgm:spPr/>
      <dgm:t>
        <a:bodyPr/>
        <a:lstStyle/>
        <a:p>
          <a:endParaRPr lang="en-US"/>
        </a:p>
      </dgm:t>
    </dgm:pt>
    <dgm:pt modelId="{CBFF2CA4-96DC-4BA1-81BF-7E1B9E3A19AB}" type="sibTrans" cxnId="{2CACB45C-C4F0-4955-A51D-2B7313EC0618}">
      <dgm:prSet/>
      <dgm:spPr/>
      <dgm:t>
        <a:bodyPr/>
        <a:lstStyle/>
        <a:p>
          <a:endParaRPr lang="en-US"/>
        </a:p>
      </dgm:t>
    </dgm:pt>
    <dgm:pt modelId="{AEB298BD-67BA-4007-9D28-0EAEE291DC1E}">
      <dgm:prSet/>
      <dgm:spPr/>
      <dgm:t>
        <a:bodyPr/>
        <a:lstStyle/>
        <a:p>
          <a:r>
            <a:rPr lang="en-US"/>
            <a:t>• Documento electrónico firmado → misma validez legal que un documento en papel firmado.</a:t>
          </a:r>
        </a:p>
      </dgm:t>
    </dgm:pt>
    <dgm:pt modelId="{154C035F-12CB-422D-B62F-B1EF1BFDF792}" type="parTrans" cxnId="{46C7B96F-E924-4D2E-8D73-24EF0A6D520C}">
      <dgm:prSet/>
      <dgm:spPr/>
      <dgm:t>
        <a:bodyPr/>
        <a:lstStyle/>
        <a:p>
          <a:endParaRPr lang="en-US"/>
        </a:p>
      </dgm:t>
    </dgm:pt>
    <dgm:pt modelId="{CDF7B343-BCCD-4F12-A2E4-D1B9B0716948}" type="sibTrans" cxnId="{46C7B96F-E924-4D2E-8D73-24EF0A6D520C}">
      <dgm:prSet/>
      <dgm:spPr/>
      <dgm:t>
        <a:bodyPr/>
        <a:lstStyle/>
        <a:p>
          <a:endParaRPr lang="en-US"/>
        </a:p>
      </dgm:t>
    </dgm:pt>
    <dgm:pt modelId="{98C7E6B0-FD0D-4547-B28E-767757349571}" type="pres">
      <dgm:prSet presAssocID="{AA61CB36-A7A9-458D-81FD-088F1BF87A1E}" presName="vert0" presStyleCnt="0">
        <dgm:presLayoutVars>
          <dgm:dir/>
          <dgm:animOne val="branch"/>
          <dgm:animLvl val="lvl"/>
        </dgm:presLayoutVars>
      </dgm:prSet>
      <dgm:spPr/>
    </dgm:pt>
    <dgm:pt modelId="{6DF365D7-865D-45DB-B150-AECD6BB880D5}" type="pres">
      <dgm:prSet presAssocID="{188EE19D-D7C9-4C06-A87C-3EE47D4BC0A2}" presName="thickLine" presStyleLbl="alignNode1" presStyleIdx="0" presStyleCnt="2"/>
      <dgm:spPr/>
    </dgm:pt>
    <dgm:pt modelId="{683CB2B5-A181-451C-8DD3-5E1A4E7339ED}" type="pres">
      <dgm:prSet presAssocID="{188EE19D-D7C9-4C06-A87C-3EE47D4BC0A2}" presName="horz1" presStyleCnt="0"/>
      <dgm:spPr/>
    </dgm:pt>
    <dgm:pt modelId="{46AE2D43-6955-4DF9-99E3-84D9D1547ED1}" type="pres">
      <dgm:prSet presAssocID="{188EE19D-D7C9-4C06-A87C-3EE47D4BC0A2}" presName="tx1" presStyleLbl="revTx" presStyleIdx="0" presStyleCnt="2"/>
      <dgm:spPr/>
    </dgm:pt>
    <dgm:pt modelId="{10FF4596-7461-4F45-A458-FB3BA9DCF4C2}" type="pres">
      <dgm:prSet presAssocID="{188EE19D-D7C9-4C06-A87C-3EE47D4BC0A2}" presName="vert1" presStyleCnt="0"/>
      <dgm:spPr/>
    </dgm:pt>
    <dgm:pt modelId="{3A6AFD07-C91F-4588-B5B4-BCCF209924DA}" type="pres">
      <dgm:prSet presAssocID="{AEB298BD-67BA-4007-9D28-0EAEE291DC1E}" presName="thickLine" presStyleLbl="alignNode1" presStyleIdx="1" presStyleCnt="2"/>
      <dgm:spPr/>
    </dgm:pt>
    <dgm:pt modelId="{99026692-2DC2-41D4-A1F0-9D6B3078BA5C}" type="pres">
      <dgm:prSet presAssocID="{AEB298BD-67BA-4007-9D28-0EAEE291DC1E}" presName="horz1" presStyleCnt="0"/>
      <dgm:spPr/>
    </dgm:pt>
    <dgm:pt modelId="{3F8E906F-0291-49DA-96D5-7280B7694DAB}" type="pres">
      <dgm:prSet presAssocID="{AEB298BD-67BA-4007-9D28-0EAEE291DC1E}" presName="tx1" presStyleLbl="revTx" presStyleIdx="1" presStyleCnt="2"/>
      <dgm:spPr/>
    </dgm:pt>
    <dgm:pt modelId="{D8F8D848-215B-4B73-A9CE-6A54972267E4}" type="pres">
      <dgm:prSet presAssocID="{AEB298BD-67BA-4007-9D28-0EAEE291DC1E}" presName="vert1" presStyleCnt="0"/>
      <dgm:spPr/>
    </dgm:pt>
  </dgm:ptLst>
  <dgm:cxnLst>
    <dgm:cxn modelId="{6A3A330A-1DF2-4C37-ADE4-3516DEABFA39}" type="presOf" srcId="{AEB298BD-67BA-4007-9D28-0EAEE291DC1E}" destId="{3F8E906F-0291-49DA-96D5-7280B7694DAB}" srcOrd="0" destOrd="0" presId="urn:microsoft.com/office/officeart/2008/layout/LinedList"/>
    <dgm:cxn modelId="{2CACB45C-C4F0-4955-A51D-2B7313EC0618}" srcId="{AA61CB36-A7A9-458D-81FD-088F1BF87A1E}" destId="{188EE19D-D7C9-4C06-A87C-3EE47D4BC0A2}" srcOrd="0" destOrd="0" parTransId="{ED426F28-E019-40CE-8895-9ACDED99C946}" sibTransId="{CBFF2CA4-96DC-4BA1-81BF-7E1B9E3A19AB}"/>
    <dgm:cxn modelId="{46C7B96F-E924-4D2E-8D73-24EF0A6D520C}" srcId="{AA61CB36-A7A9-458D-81FD-088F1BF87A1E}" destId="{AEB298BD-67BA-4007-9D28-0EAEE291DC1E}" srcOrd="1" destOrd="0" parTransId="{154C035F-12CB-422D-B62F-B1EF1BFDF792}" sibTransId="{CDF7B343-BCCD-4F12-A2E4-D1B9B0716948}"/>
    <dgm:cxn modelId="{F8BA5B53-28AB-4D9C-9284-23666C9966FD}" type="presOf" srcId="{AA61CB36-A7A9-458D-81FD-088F1BF87A1E}" destId="{98C7E6B0-FD0D-4547-B28E-767757349571}" srcOrd="0" destOrd="0" presId="urn:microsoft.com/office/officeart/2008/layout/LinedList"/>
    <dgm:cxn modelId="{0114ED7A-6E6F-4433-B48B-EC46823A034F}" type="presOf" srcId="{188EE19D-D7C9-4C06-A87C-3EE47D4BC0A2}" destId="{46AE2D43-6955-4DF9-99E3-84D9D1547ED1}" srcOrd="0" destOrd="0" presId="urn:microsoft.com/office/officeart/2008/layout/LinedList"/>
    <dgm:cxn modelId="{C3DBA045-2CAA-4CB7-B77A-210EC2546DB8}" type="presParOf" srcId="{98C7E6B0-FD0D-4547-B28E-767757349571}" destId="{6DF365D7-865D-45DB-B150-AECD6BB880D5}" srcOrd="0" destOrd="0" presId="urn:microsoft.com/office/officeart/2008/layout/LinedList"/>
    <dgm:cxn modelId="{18CFBFFF-12A1-4CA1-B147-72C01C6DD428}" type="presParOf" srcId="{98C7E6B0-FD0D-4547-B28E-767757349571}" destId="{683CB2B5-A181-451C-8DD3-5E1A4E7339ED}" srcOrd="1" destOrd="0" presId="urn:microsoft.com/office/officeart/2008/layout/LinedList"/>
    <dgm:cxn modelId="{88FFC8AC-653D-409B-8044-B192EE8CF329}" type="presParOf" srcId="{683CB2B5-A181-451C-8DD3-5E1A4E7339ED}" destId="{46AE2D43-6955-4DF9-99E3-84D9D1547ED1}" srcOrd="0" destOrd="0" presId="urn:microsoft.com/office/officeart/2008/layout/LinedList"/>
    <dgm:cxn modelId="{13AC5631-D02E-4973-8803-CDAF473095F5}" type="presParOf" srcId="{683CB2B5-A181-451C-8DD3-5E1A4E7339ED}" destId="{10FF4596-7461-4F45-A458-FB3BA9DCF4C2}" srcOrd="1" destOrd="0" presId="urn:microsoft.com/office/officeart/2008/layout/LinedList"/>
    <dgm:cxn modelId="{7D3B6AC6-CD73-4838-B844-B3E7C5C689C9}" type="presParOf" srcId="{98C7E6B0-FD0D-4547-B28E-767757349571}" destId="{3A6AFD07-C91F-4588-B5B4-BCCF209924DA}" srcOrd="2" destOrd="0" presId="urn:microsoft.com/office/officeart/2008/layout/LinedList"/>
    <dgm:cxn modelId="{A0FC12CE-CFAC-4DB2-9858-3EB26458AB36}" type="presParOf" srcId="{98C7E6B0-FD0D-4547-B28E-767757349571}" destId="{99026692-2DC2-41D4-A1F0-9D6B3078BA5C}" srcOrd="3" destOrd="0" presId="urn:microsoft.com/office/officeart/2008/layout/LinedList"/>
    <dgm:cxn modelId="{68C55EBF-206A-4F8B-8973-494C479DADEC}" type="presParOf" srcId="{99026692-2DC2-41D4-A1F0-9D6B3078BA5C}" destId="{3F8E906F-0291-49DA-96D5-7280B7694DAB}" srcOrd="0" destOrd="0" presId="urn:microsoft.com/office/officeart/2008/layout/LinedList"/>
    <dgm:cxn modelId="{9BF984AD-A36D-435D-8130-48A2D87CC643}" type="presParOf" srcId="{99026692-2DC2-41D4-A1F0-9D6B3078BA5C}" destId="{D8F8D848-215B-4B73-A9CE-6A54972267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D8C4C673-6633-486C-91D0-4EAED784F512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06C89A9-06EB-4714-A9CB-796227573A68}">
      <dgm:prSet/>
      <dgm:spPr/>
      <dgm:t>
        <a:bodyPr/>
        <a:lstStyle/>
        <a:p>
          <a:r>
            <a:rPr lang="en-US"/>
            <a:t>• Documento nacional de identidad con chip criptográfico.</a:t>
          </a:r>
        </a:p>
      </dgm:t>
    </dgm:pt>
    <dgm:pt modelId="{7FF4D444-4F98-49F3-8C09-2CD2E6D7F8C2}" type="parTrans" cxnId="{B9D493F7-FEA9-42D0-BB51-78C547D47D4D}">
      <dgm:prSet/>
      <dgm:spPr/>
      <dgm:t>
        <a:bodyPr/>
        <a:lstStyle/>
        <a:p>
          <a:endParaRPr lang="en-US"/>
        </a:p>
      </dgm:t>
    </dgm:pt>
    <dgm:pt modelId="{D680BBC4-61D1-47A5-8BF6-1D9366B35174}" type="sibTrans" cxnId="{B9D493F7-FEA9-42D0-BB51-78C547D47D4D}">
      <dgm:prSet/>
      <dgm:spPr/>
      <dgm:t>
        <a:bodyPr/>
        <a:lstStyle/>
        <a:p>
          <a:endParaRPr lang="en-US"/>
        </a:p>
      </dgm:t>
    </dgm:pt>
    <dgm:pt modelId="{71F4E0B6-933E-4511-9434-6229F7A9423A}">
      <dgm:prSet/>
      <dgm:spPr/>
      <dgm:t>
        <a:bodyPr/>
        <a:lstStyle/>
        <a:p>
          <a:r>
            <a:rPr lang="en-US"/>
            <a:t>• Permite autenticación segura y firma cualificada.</a:t>
          </a:r>
        </a:p>
      </dgm:t>
    </dgm:pt>
    <dgm:pt modelId="{FD262CF9-814D-4A6F-9DAE-16C9AAE93501}" type="parTrans" cxnId="{C5A280DC-C767-4CF1-930F-B8D673369056}">
      <dgm:prSet/>
      <dgm:spPr/>
      <dgm:t>
        <a:bodyPr/>
        <a:lstStyle/>
        <a:p>
          <a:endParaRPr lang="en-US"/>
        </a:p>
      </dgm:t>
    </dgm:pt>
    <dgm:pt modelId="{C518F997-640B-4D40-BC00-CA8C0B59F5FC}" type="sibTrans" cxnId="{C5A280DC-C767-4CF1-930F-B8D673369056}">
      <dgm:prSet/>
      <dgm:spPr/>
      <dgm:t>
        <a:bodyPr/>
        <a:lstStyle/>
        <a:p>
          <a:endParaRPr lang="en-US"/>
        </a:p>
      </dgm:t>
    </dgm:pt>
    <dgm:pt modelId="{21CFE106-00A3-40EC-908B-851487EB89A8}">
      <dgm:prSet/>
      <dgm:spPr/>
      <dgm:t>
        <a:bodyPr/>
        <a:lstStyle/>
        <a:p>
          <a:r>
            <a:rPr lang="en-US"/>
            <a:t>• Requiere un PIN personal para firmar y autenticar.</a:t>
          </a:r>
        </a:p>
      </dgm:t>
    </dgm:pt>
    <dgm:pt modelId="{83F2EE1E-3C11-407F-91DF-14007C875696}" type="parTrans" cxnId="{6646920C-616D-4022-8F5E-6D2589D8612B}">
      <dgm:prSet/>
      <dgm:spPr/>
      <dgm:t>
        <a:bodyPr/>
        <a:lstStyle/>
        <a:p>
          <a:endParaRPr lang="en-US"/>
        </a:p>
      </dgm:t>
    </dgm:pt>
    <dgm:pt modelId="{8263995F-54C7-4614-8FEB-AF103C4ADFCA}" type="sibTrans" cxnId="{6646920C-616D-4022-8F5E-6D2589D8612B}">
      <dgm:prSet/>
      <dgm:spPr/>
      <dgm:t>
        <a:bodyPr/>
        <a:lstStyle/>
        <a:p>
          <a:endParaRPr lang="en-US"/>
        </a:p>
      </dgm:t>
    </dgm:pt>
    <dgm:pt modelId="{DAFF66B4-C2F3-4079-A3E7-F0001E81F0E2}" type="pres">
      <dgm:prSet presAssocID="{D8C4C673-6633-486C-91D0-4EAED784F512}" presName="vert0" presStyleCnt="0">
        <dgm:presLayoutVars>
          <dgm:dir/>
          <dgm:animOne val="branch"/>
          <dgm:animLvl val="lvl"/>
        </dgm:presLayoutVars>
      </dgm:prSet>
      <dgm:spPr/>
    </dgm:pt>
    <dgm:pt modelId="{58FBCA6F-6127-4606-99EA-D16435833849}" type="pres">
      <dgm:prSet presAssocID="{F06C89A9-06EB-4714-A9CB-796227573A68}" presName="thickLine" presStyleLbl="alignNode1" presStyleIdx="0" presStyleCnt="3"/>
      <dgm:spPr/>
    </dgm:pt>
    <dgm:pt modelId="{32864FBC-E25B-43C7-88DD-AD462A636FC5}" type="pres">
      <dgm:prSet presAssocID="{F06C89A9-06EB-4714-A9CB-796227573A68}" presName="horz1" presStyleCnt="0"/>
      <dgm:spPr/>
    </dgm:pt>
    <dgm:pt modelId="{6DCECA08-EB8E-4CAF-8405-2B2D0169AF03}" type="pres">
      <dgm:prSet presAssocID="{F06C89A9-06EB-4714-A9CB-796227573A68}" presName="tx1" presStyleLbl="revTx" presStyleIdx="0" presStyleCnt="3"/>
      <dgm:spPr/>
    </dgm:pt>
    <dgm:pt modelId="{FD1B8F10-1424-467F-8A41-F1B0D99E1320}" type="pres">
      <dgm:prSet presAssocID="{F06C89A9-06EB-4714-A9CB-796227573A68}" presName="vert1" presStyleCnt="0"/>
      <dgm:spPr/>
    </dgm:pt>
    <dgm:pt modelId="{7348F238-B061-499B-98F4-CA312CEB5E28}" type="pres">
      <dgm:prSet presAssocID="{71F4E0B6-933E-4511-9434-6229F7A9423A}" presName="thickLine" presStyleLbl="alignNode1" presStyleIdx="1" presStyleCnt="3"/>
      <dgm:spPr/>
    </dgm:pt>
    <dgm:pt modelId="{34E2416D-F51D-41D1-825F-CFE89CFA2185}" type="pres">
      <dgm:prSet presAssocID="{71F4E0B6-933E-4511-9434-6229F7A9423A}" presName="horz1" presStyleCnt="0"/>
      <dgm:spPr/>
    </dgm:pt>
    <dgm:pt modelId="{A42ADED5-83CB-44E4-8415-2617A56AD164}" type="pres">
      <dgm:prSet presAssocID="{71F4E0B6-933E-4511-9434-6229F7A9423A}" presName="tx1" presStyleLbl="revTx" presStyleIdx="1" presStyleCnt="3"/>
      <dgm:spPr/>
    </dgm:pt>
    <dgm:pt modelId="{391FDCBB-0A96-419A-A114-05D4B8AB4C1E}" type="pres">
      <dgm:prSet presAssocID="{71F4E0B6-933E-4511-9434-6229F7A9423A}" presName="vert1" presStyleCnt="0"/>
      <dgm:spPr/>
    </dgm:pt>
    <dgm:pt modelId="{194D34CB-5290-4092-BD12-335425AA85F6}" type="pres">
      <dgm:prSet presAssocID="{21CFE106-00A3-40EC-908B-851487EB89A8}" presName="thickLine" presStyleLbl="alignNode1" presStyleIdx="2" presStyleCnt="3"/>
      <dgm:spPr/>
    </dgm:pt>
    <dgm:pt modelId="{4D248E61-F380-4667-AC91-8DE9D24F9148}" type="pres">
      <dgm:prSet presAssocID="{21CFE106-00A3-40EC-908B-851487EB89A8}" presName="horz1" presStyleCnt="0"/>
      <dgm:spPr/>
    </dgm:pt>
    <dgm:pt modelId="{A709CFDE-0AAE-4E52-A0D2-D1D968156468}" type="pres">
      <dgm:prSet presAssocID="{21CFE106-00A3-40EC-908B-851487EB89A8}" presName="tx1" presStyleLbl="revTx" presStyleIdx="2" presStyleCnt="3"/>
      <dgm:spPr/>
    </dgm:pt>
    <dgm:pt modelId="{DCFFB512-64D8-4EFC-AE55-0BE6343B3735}" type="pres">
      <dgm:prSet presAssocID="{21CFE106-00A3-40EC-908B-851487EB89A8}" presName="vert1" presStyleCnt="0"/>
      <dgm:spPr/>
    </dgm:pt>
  </dgm:ptLst>
  <dgm:cxnLst>
    <dgm:cxn modelId="{6646920C-616D-4022-8F5E-6D2589D8612B}" srcId="{D8C4C673-6633-486C-91D0-4EAED784F512}" destId="{21CFE106-00A3-40EC-908B-851487EB89A8}" srcOrd="2" destOrd="0" parTransId="{83F2EE1E-3C11-407F-91DF-14007C875696}" sibTransId="{8263995F-54C7-4614-8FEB-AF103C4ADFCA}"/>
    <dgm:cxn modelId="{2DBF8C1A-5978-4D6A-8A5C-CAE9BA9AE6F8}" type="presOf" srcId="{71F4E0B6-933E-4511-9434-6229F7A9423A}" destId="{A42ADED5-83CB-44E4-8415-2617A56AD164}" srcOrd="0" destOrd="0" presId="urn:microsoft.com/office/officeart/2008/layout/LinedList"/>
    <dgm:cxn modelId="{73A42F68-DC54-42AE-9631-9DAEEF29B906}" type="presOf" srcId="{21CFE106-00A3-40EC-908B-851487EB89A8}" destId="{A709CFDE-0AAE-4E52-A0D2-D1D968156468}" srcOrd="0" destOrd="0" presId="urn:microsoft.com/office/officeart/2008/layout/LinedList"/>
    <dgm:cxn modelId="{83A0407D-FF03-47A6-BA27-873F0D5F444A}" type="presOf" srcId="{D8C4C673-6633-486C-91D0-4EAED784F512}" destId="{DAFF66B4-C2F3-4079-A3E7-F0001E81F0E2}" srcOrd="0" destOrd="0" presId="urn:microsoft.com/office/officeart/2008/layout/LinedList"/>
    <dgm:cxn modelId="{9B91DFC7-72B0-4F77-ADB7-AA7834037BCC}" type="presOf" srcId="{F06C89A9-06EB-4714-A9CB-796227573A68}" destId="{6DCECA08-EB8E-4CAF-8405-2B2D0169AF03}" srcOrd="0" destOrd="0" presId="urn:microsoft.com/office/officeart/2008/layout/LinedList"/>
    <dgm:cxn modelId="{C5A280DC-C767-4CF1-930F-B8D673369056}" srcId="{D8C4C673-6633-486C-91D0-4EAED784F512}" destId="{71F4E0B6-933E-4511-9434-6229F7A9423A}" srcOrd="1" destOrd="0" parTransId="{FD262CF9-814D-4A6F-9DAE-16C9AAE93501}" sibTransId="{C518F997-640B-4D40-BC00-CA8C0B59F5FC}"/>
    <dgm:cxn modelId="{B9D493F7-FEA9-42D0-BB51-78C547D47D4D}" srcId="{D8C4C673-6633-486C-91D0-4EAED784F512}" destId="{F06C89A9-06EB-4714-A9CB-796227573A68}" srcOrd="0" destOrd="0" parTransId="{7FF4D444-4F98-49F3-8C09-2CD2E6D7F8C2}" sibTransId="{D680BBC4-61D1-47A5-8BF6-1D9366B35174}"/>
    <dgm:cxn modelId="{431DC633-A067-4FB4-B847-3578B4BD1E9D}" type="presParOf" srcId="{DAFF66B4-C2F3-4079-A3E7-F0001E81F0E2}" destId="{58FBCA6F-6127-4606-99EA-D16435833849}" srcOrd="0" destOrd="0" presId="urn:microsoft.com/office/officeart/2008/layout/LinedList"/>
    <dgm:cxn modelId="{3010BF36-D203-45E3-95C7-9E89C3A73875}" type="presParOf" srcId="{DAFF66B4-C2F3-4079-A3E7-F0001E81F0E2}" destId="{32864FBC-E25B-43C7-88DD-AD462A636FC5}" srcOrd="1" destOrd="0" presId="urn:microsoft.com/office/officeart/2008/layout/LinedList"/>
    <dgm:cxn modelId="{8B935D73-F8D4-47CD-9E1C-052A5A03FF8F}" type="presParOf" srcId="{32864FBC-E25B-43C7-88DD-AD462A636FC5}" destId="{6DCECA08-EB8E-4CAF-8405-2B2D0169AF03}" srcOrd="0" destOrd="0" presId="urn:microsoft.com/office/officeart/2008/layout/LinedList"/>
    <dgm:cxn modelId="{37DE457A-CFAB-4394-9473-0CBD4C902053}" type="presParOf" srcId="{32864FBC-E25B-43C7-88DD-AD462A636FC5}" destId="{FD1B8F10-1424-467F-8A41-F1B0D99E1320}" srcOrd="1" destOrd="0" presId="urn:microsoft.com/office/officeart/2008/layout/LinedList"/>
    <dgm:cxn modelId="{BD66FEBD-C8A7-4D0F-B831-F9093AB37704}" type="presParOf" srcId="{DAFF66B4-C2F3-4079-A3E7-F0001E81F0E2}" destId="{7348F238-B061-499B-98F4-CA312CEB5E28}" srcOrd="2" destOrd="0" presId="urn:microsoft.com/office/officeart/2008/layout/LinedList"/>
    <dgm:cxn modelId="{397D9C5C-2F8D-4A44-88D7-FE592E9A32B0}" type="presParOf" srcId="{DAFF66B4-C2F3-4079-A3E7-F0001E81F0E2}" destId="{34E2416D-F51D-41D1-825F-CFE89CFA2185}" srcOrd="3" destOrd="0" presId="urn:microsoft.com/office/officeart/2008/layout/LinedList"/>
    <dgm:cxn modelId="{744F00AD-70C2-470B-85BB-B8F4CEFA8EA0}" type="presParOf" srcId="{34E2416D-F51D-41D1-825F-CFE89CFA2185}" destId="{A42ADED5-83CB-44E4-8415-2617A56AD164}" srcOrd="0" destOrd="0" presId="urn:microsoft.com/office/officeart/2008/layout/LinedList"/>
    <dgm:cxn modelId="{4409A3C0-2B2C-40A3-8BAE-A36BB473EF46}" type="presParOf" srcId="{34E2416D-F51D-41D1-825F-CFE89CFA2185}" destId="{391FDCBB-0A96-419A-A114-05D4B8AB4C1E}" srcOrd="1" destOrd="0" presId="urn:microsoft.com/office/officeart/2008/layout/LinedList"/>
    <dgm:cxn modelId="{60E85393-2C77-426D-A0A9-056B9C348A42}" type="presParOf" srcId="{DAFF66B4-C2F3-4079-A3E7-F0001E81F0E2}" destId="{194D34CB-5290-4092-BD12-335425AA85F6}" srcOrd="4" destOrd="0" presId="urn:microsoft.com/office/officeart/2008/layout/LinedList"/>
    <dgm:cxn modelId="{18F25EA5-BA3E-499A-978F-A5CC3DD2730F}" type="presParOf" srcId="{DAFF66B4-C2F3-4079-A3E7-F0001E81F0E2}" destId="{4D248E61-F380-4667-AC91-8DE9D24F9148}" srcOrd="5" destOrd="0" presId="urn:microsoft.com/office/officeart/2008/layout/LinedList"/>
    <dgm:cxn modelId="{5D4BC55B-735B-4FAD-9333-0E1E877E4E0F}" type="presParOf" srcId="{4D248E61-F380-4667-AC91-8DE9D24F9148}" destId="{A709CFDE-0AAE-4E52-A0D2-D1D968156468}" srcOrd="0" destOrd="0" presId="urn:microsoft.com/office/officeart/2008/layout/LinedList"/>
    <dgm:cxn modelId="{42D49CFE-5CCB-4611-A1FE-4FB1D2626D19}" type="presParOf" srcId="{4D248E61-F380-4667-AC91-8DE9D24F9148}" destId="{DCFFB512-64D8-4EFC-AE55-0BE6343B37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8460F1A-3DCA-4725-AAAE-513755F5A6B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3E63ED6-7F7F-4423-A4F6-D125814434FB}">
      <dgm:prSet/>
      <dgm:spPr/>
      <dgm:t>
        <a:bodyPr/>
        <a:lstStyle/>
        <a:p>
          <a:r>
            <a:rPr lang="en-US"/>
            <a:t>• Smartcards (tarjetas con chip, como el DNIe).</a:t>
          </a:r>
        </a:p>
      </dgm:t>
    </dgm:pt>
    <dgm:pt modelId="{31DB87BE-F9ED-465E-AA80-AA09C58BB593}" type="parTrans" cxnId="{CF070521-2A3B-4785-853B-5E7148CD9D7A}">
      <dgm:prSet/>
      <dgm:spPr/>
      <dgm:t>
        <a:bodyPr/>
        <a:lstStyle/>
        <a:p>
          <a:endParaRPr lang="en-US"/>
        </a:p>
      </dgm:t>
    </dgm:pt>
    <dgm:pt modelId="{BCF9A15B-35E6-4B9A-944E-A3C8FAE2435B}" type="sibTrans" cxnId="{CF070521-2A3B-4785-853B-5E7148CD9D7A}">
      <dgm:prSet/>
      <dgm:spPr/>
      <dgm:t>
        <a:bodyPr/>
        <a:lstStyle/>
        <a:p>
          <a:endParaRPr lang="en-US"/>
        </a:p>
      </dgm:t>
    </dgm:pt>
    <dgm:pt modelId="{2F658016-07D2-4591-9800-86E9F9D8A284}">
      <dgm:prSet/>
      <dgm:spPr/>
      <dgm:t>
        <a:bodyPr/>
        <a:lstStyle/>
        <a:p>
          <a:r>
            <a:rPr lang="en-US"/>
            <a:t>• Tokens USB con certificados.</a:t>
          </a:r>
        </a:p>
      </dgm:t>
    </dgm:pt>
    <dgm:pt modelId="{A572B911-B0A4-4454-AAE1-35B4102B918B}" type="parTrans" cxnId="{7950AD2A-D427-4437-9F2D-8D5333E66167}">
      <dgm:prSet/>
      <dgm:spPr/>
      <dgm:t>
        <a:bodyPr/>
        <a:lstStyle/>
        <a:p>
          <a:endParaRPr lang="en-US"/>
        </a:p>
      </dgm:t>
    </dgm:pt>
    <dgm:pt modelId="{71C715D1-15B2-4AA8-96F5-D6FA25A99612}" type="sibTrans" cxnId="{7950AD2A-D427-4437-9F2D-8D5333E66167}">
      <dgm:prSet/>
      <dgm:spPr/>
      <dgm:t>
        <a:bodyPr/>
        <a:lstStyle/>
        <a:p>
          <a:endParaRPr lang="en-US"/>
        </a:p>
      </dgm:t>
    </dgm:pt>
    <dgm:pt modelId="{4D7D0C1B-F412-4BFB-836F-5705003F0E91}">
      <dgm:prSet/>
      <dgm:spPr/>
      <dgm:t>
        <a:bodyPr/>
        <a:lstStyle/>
        <a:p>
          <a:r>
            <a:rPr lang="en-US"/>
            <a:t>• HSM (Hardware Security Module) para empresas.</a:t>
          </a:r>
        </a:p>
      </dgm:t>
    </dgm:pt>
    <dgm:pt modelId="{EF9A6276-6A96-4DF0-AAC3-A7C5EACCEF42}" type="parTrans" cxnId="{A46F7597-9492-4CE4-A7E4-4EA76AA9264F}">
      <dgm:prSet/>
      <dgm:spPr/>
      <dgm:t>
        <a:bodyPr/>
        <a:lstStyle/>
        <a:p>
          <a:endParaRPr lang="en-US"/>
        </a:p>
      </dgm:t>
    </dgm:pt>
    <dgm:pt modelId="{25052F36-F870-4F11-AD71-3296EBE2F598}" type="sibTrans" cxnId="{A46F7597-9492-4CE4-A7E4-4EA76AA9264F}">
      <dgm:prSet/>
      <dgm:spPr/>
      <dgm:t>
        <a:bodyPr/>
        <a:lstStyle/>
        <a:p>
          <a:endParaRPr lang="en-US"/>
        </a:p>
      </dgm:t>
    </dgm:pt>
    <dgm:pt modelId="{098D0CBE-9986-4C61-BA14-D3620D61407B}">
      <dgm:prSet/>
      <dgm:spPr/>
      <dgm:t>
        <a:bodyPr/>
        <a:lstStyle/>
        <a:p>
          <a:r>
            <a:rPr lang="en-US"/>
            <a:t>• Firmas en la nube con claves en servidores autorizados.</a:t>
          </a:r>
        </a:p>
      </dgm:t>
    </dgm:pt>
    <dgm:pt modelId="{0B09891D-9500-47DA-BA3D-D64E75D3349C}" type="parTrans" cxnId="{990C47A3-DBDF-4B12-955C-F36090B52070}">
      <dgm:prSet/>
      <dgm:spPr/>
      <dgm:t>
        <a:bodyPr/>
        <a:lstStyle/>
        <a:p>
          <a:endParaRPr lang="en-US"/>
        </a:p>
      </dgm:t>
    </dgm:pt>
    <dgm:pt modelId="{DC667CC0-39B9-4A59-828F-C8459D11D2C1}" type="sibTrans" cxnId="{990C47A3-DBDF-4B12-955C-F36090B52070}">
      <dgm:prSet/>
      <dgm:spPr/>
      <dgm:t>
        <a:bodyPr/>
        <a:lstStyle/>
        <a:p>
          <a:endParaRPr lang="en-US"/>
        </a:p>
      </dgm:t>
    </dgm:pt>
    <dgm:pt modelId="{86AA5C39-EF13-470B-8ADD-5728390955A2}" type="pres">
      <dgm:prSet presAssocID="{38460F1A-3DCA-4725-AAAE-513755F5A6BD}" presName="linear" presStyleCnt="0">
        <dgm:presLayoutVars>
          <dgm:animLvl val="lvl"/>
          <dgm:resizeHandles val="exact"/>
        </dgm:presLayoutVars>
      </dgm:prSet>
      <dgm:spPr/>
    </dgm:pt>
    <dgm:pt modelId="{6D2BFDB4-1BE3-45D4-9192-D2806F7E13B5}" type="pres">
      <dgm:prSet presAssocID="{13E63ED6-7F7F-4423-A4F6-D125814434F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CCB5DCE-B9C2-4D80-959A-14479A809734}" type="pres">
      <dgm:prSet presAssocID="{BCF9A15B-35E6-4B9A-944E-A3C8FAE2435B}" presName="spacer" presStyleCnt="0"/>
      <dgm:spPr/>
    </dgm:pt>
    <dgm:pt modelId="{D268A43E-84BD-4AF2-9C4E-CD33AE1A7A29}" type="pres">
      <dgm:prSet presAssocID="{2F658016-07D2-4591-9800-86E9F9D8A2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10F86D6-C5E7-45C8-9586-D4F82709BD81}" type="pres">
      <dgm:prSet presAssocID="{71C715D1-15B2-4AA8-96F5-D6FA25A99612}" presName="spacer" presStyleCnt="0"/>
      <dgm:spPr/>
    </dgm:pt>
    <dgm:pt modelId="{948C5F7C-9EFE-4524-B7F8-45AE5C1FADA4}" type="pres">
      <dgm:prSet presAssocID="{4D7D0C1B-F412-4BFB-836F-5705003F0E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92D6D63-6511-4298-86B9-1DFA34775A56}" type="pres">
      <dgm:prSet presAssocID="{25052F36-F870-4F11-AD71-3296EBE2F598}" presName="spacer" presStyleCnt="0"/>
      <dgm:spPr/>
    </dgm:pt>
    <dgm:pt modelId="{703A2B28-3F90-4601-8C3A-3F6EF8DFFD9A}" type="pres">
      <dgm:prSet presAssocID="{098D0CBE-9986-4C61-BA14-D3620D61407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F070521-2A3B-4785-853B-5E7148CD9D7A}" srcId="{38460F1A-3DCA-4725-AAAE-513755F5A6BD}" destId="{13E63ED6-7F7F-4423-A4F6-D125814434FB}" srcOrd="0" destOrd="0" parTransId="{31DB87BE-F9ED-465E-AA80-AA09C58BB593}" sibTransId="{BCF9A15B-35E6-4B9A-944E-A3C8FAE2435B}"/>
    <dgm:cxn modelId="{7950AD2A-D427-4437-9F2D-8D5333E66167}" srcId="{38460F1A-3DCA-4725-AAAE-513755F5A6BD}" destId="{2F658016-07D2-4591-9800-86E9F9D8A284}" srcOrd="1" destOrd="0" parTransId="{A572B911-B0A4-4454-AAE1-35B4102B918B}" sibTransId="{71C715D1-15B2-4AA8-96F5-D6FA25A99612}"/>
    <dgm:cxn modelId="{CB0E6446-27E9-44DF-B2E2-F78F08841B4D}" type="presOf" srcId="{4D7D0C1B-F412-4BFB-836F-5705003F0E91}" destId="{948C5F7C-9EFE-4524-B7F8-45AE5C1FADA4}" srcOrd="0" destOrd="0" presId="urn:microsoft.com/office/officeart/2005/8/layout/vList2"/>
    <dgm:cxn modelId="{94B5CF71-A70B-46AD-A080-3025523298FC}" type="presOf" srcId="{38460F1A-3DCA-4725-AAAE-513755F5A6BD}" destId="{86AA5C39-EF13-470B-8ADD-5728390955A2}" srcOrd="0" destOrd="0" presId="urn:microsoft.com/office/officeart/2005/8/layout/vList2"/>
    <dgm:cxn modelId="{A46F7597-9492-4CE4-A7E4-4EA76AA9264F}" srcId="{38460F1A-3DCA-4725-AAAE-513755F5A6BD}" destId="{4D7D0C1B-F412-4BFB-836F-5705003F0E91}" srcOrd="2" destOrd="0" parTransId="{EF9A6276-6A96-4DF0-AAC3-A7C5EACCEF42}" sibTransId="{25052F36-F870-4F11-AD71-3296EBE2F598}"/>
    <dgm:cxn modelId="{83A62698-7E55-4EFF-926D-3951176E72C1}" type="presOf" srcId="{13E63ED6-7F7F-4423-A4F6-D125814434FB}" destId="{6D2BFDB4-1BE3-45D4-9192-D2806F7E13B5}" srcOrd="0" destOrd="0" presId="urn:microsoft.com/office/officeart/2005/8/layout/vList2"/>
    <dgm:cxn modelId="{990C47A3-DBDF-4B12-955C-F36090B52070}" srcId="{38460F1A-3DCA-4725-AAAE-513755F5A6BD}" destId="{098D0CBE-9986-4C61-BA14-D3620D61407B}" srcOrd="3" destOrd="0" parTransId="{0B09891D-9500-47DA-BA3D-D64E75D3349C}" sibTransId="{DC667CC0-39B9-4A59-828F-C8459D11D2C1}"/>
    <dgm:cxn modelId="{111972BD-41A7-412E-8727-F1518EC8B46B}" type="presOf" srcId="{098D0CBE-9986-4C61-BA14-D3620D61407B}" destId="{703A2B28-3F90-4601-8C3A-3F6EF8DFFD9A}" srcOrd="0" destOrd="0" presId="urn:microsoft.com/office/officeart/2005/8/layout/vList2"/>
    <dgm:cxn modelId="{D07213D1-C586-4B83-94DB-E1D2C84FD7CF}" type="presOf" srcId="{2F658016-07D2-4591-9800-86E9F9D8A284}" destId="{D268A43E-84BD-4AF2-9C4E-CD33AE1A7A29}" srcOrd="0" destOrd="0" presId="urn:microsoft.com/office/officeart/2005/8/layout/vList2"/>
    <dgm:cxn modelId="{AE079204-C7CB-41BF-A595-7205898A742A}" type="presParOf" srcId="{86AA5C39-EF13-470B-8ADD-5728390955A2}" destId="{6D2BFDB4-1BE3-45D4-9192-D2806F7E13B5}" srcOrd="0" destOrd="0" presId="urn:microsoft.com/office/officeart/2005/8/layout/vList2"/>
    <dgm:cxn modelId="{E4F140C4-105A-4F90-B1D1-5803AD425B98}" type="presParOf" srcId="{86AA5C39-EF13-470B-8ADD-5728390955A2}" destId="{ECCB5DCE-B9C2-4D80-959A-14479A809734}" srcOrd="1" destOrd="0" presId="urn:microsoft.com/office/officeart/2005/8/layout/vList2"/>
    <dgm:cxn modelId="{278392F9-8C9A-4023-BFFF-CDED958482F8}" type="presParOf" srcId="{86AA5C39-EF13-470B-8ADD-5728390955A2}" destId="{D268A43E-84BD-4AF2-9C4E-CD33AE1A7A29}" srcOrd="2" destOrd="0" presId="urn:microsoft.com/office/officeart/2005/8/layout/vList2"/>
    <dgm:cxn modelId="{0A997B74-EF9D-4419-BC28-108754DFB3F0}" type="presParOf" srcId="{86AA5C39-EF13-470B-8ADD-5728390955A2}" destId="{E10F86D6-C5E7-45C8-9586-D4F82709BD81}" srcOrd="3" destOrd="0" presId="urn:microsoft.com/office/officeart/2005/8/layout/vList2"/>
    <dgm:cxn modelId="{0A14EE0E-D565-41FB-8BAB-ECCCFED4DE94}" type="presParOf" srcId="{86AA5C39-EF13-470B-8ADD-5728390955A2}" destId="{948C5F7C-9EFE-4524-B7F8-45AE5C1FADA4}" srcOrd="4" destOrd="0" presId="urn:microsoft.com/office/officeart/2005/8/layout/vList2"/>
    <dgm:cxn modelId="{B430911F-57D5-4B93-AF4F-4083A3A1C856}" type="presParOf" srcId="{86AA5C39-EF13-470B-8ADD-5728390955A2}" destId="{F92D6D63-6511-4298-86B9-1DFA34775A56}" srcOrd="5" destOrd="0" presId="urn:microsoft.com/office/officeart/2005/8/layout/vList2"/>
    <dgm:cxn modelId="{B90D5EBF-D500-4577-9034-5AB0D5B8E091}" type="presParOf" srcId="{86AA5C39-EF13-470B-8ADD-5728390955A2}" destId="{703A2B28-3F90-4601-8C3A-3F6EF8DFFD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255B4E1-BE1E-4079-AB17-DF143B35926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A24C941-31A9-400E-9B0A-43C96118A35C}">
      <dgm:prSet/>
      <dgm:spPr/>
      <dgm:t>
        <a:bodyPr/>
        <a:lstStyle/>
        <a:p>
          <a:r>
            <a:rPr lang="en-US"/>
            <a:t>• Primer marco europeo de ciberseguridad.</a:t>
          </a:r>
        </a:p>
      </dgm:t>
    </dgm:pt>
    <dgm:pt modelId="{D30C0FD1-7BD5-4E74-AA7B-914C036917EB}" type="parTrans" cxnId="{DB8F739B-61BE-4A3A-88C1-5A75DA11A8D7}">
      <dgm:prSet/>
      <dgm:spPr/>
      <dgm:t>
        <a:bodyPr/>
        <a:lstStyle/>
        <a:p>
          <a:endParaRPr lang="en-US"/>
        </a:p>
      </dgm:t>
    </dgm:pt>
    <dgm:pt modelId="{7E8BB4AA-95A7-4FB5-821A-F7C10CCDFD81}" type="sibTrans" cxnId="{DB8F739B-61BE-4A3A-88C1-5A75DA11A8D7}">
      <dgm:prSet/>
      <dgm:spPr/>
      <dgm:t>
        <a:bodyPr/>
        <a:lstStyle/>
        <a:p>
          <a:endParaRPr lang="en-US"/>
        </a:p>
      </dgm:t>
    </dgm:pt>
    <dgm:pt modelId="{58507771-D7F9-47AE-99A3-16826F1D3F9D}">
      <dgm:prSet/>
      <dgm:spPr/>
      <dgm:t>
        <a:bodyPr/>
        <a:lstStyle/>
        <a:p>
          <a:r>
            <a:rPr lang="en-US"/>
            <a:t>• Busca un nivel común de seguridad en redes y sistemas.</a:t>
          </a:r>
        </a:p>
      </dgm:t>
    </dgm:pt>
    <dgm:pt modelId="{3E79C9EC-A819-463B-A251-A36B7A40916A}" type="parTrans" cxnId="{3D25F47D-916F-4443-8568-FADFB1806FB0}">
      <dgm:prSet/>
      <dgm:spPr/>
      <dgm:t>
        <a:bodyPr/>
        <a:lstStyle/>
        <a:p>
          <a:endParaRPr lang="en-US"/>
        </a:p>
      </dgm:t>
    </dgm:pt>
    <dgm:pt modelId="{B22096BA-CA40-4A58-BCF4-24830E1F1E45}" type="sibTrans" cxnId="{3D25F47D-916F-4443-8568-FADFB1806FB0}">
      <dgm:prSet/>
      <dgm:spPr/>
      <dgm:t>
        <a:bodyPr/>
        <a:lstStyle/>
        <a:p>
          <a:endParaRPr lang="en-US"/>
        </a:p>
      </dgm:t>
    </dgm:pt>
    <dgm:pt modelId="{BD33A825-D0EC-456D-9AA5-134E575234AD}">
      <dgm:prSet/>
      <dgm:spPr/>
      <dgm:t>
        <a:bodyPr/>
        <a:lstStyle/>
        <a:p>
          <a:r>
            <a:rPr lang="en-US"/>
            <a:t>• Obliga a los Estados miembros a estrategias nacionales.</a:t>
          </a:r>
        </a:p>
      </dgm:t>
    </dgm:pt>
    <dgm:pt modelId="{D9BB8DAD-F3A1-49A6-AE71-D1DB7B8F3359}" type="parTrans" cxnId="{02700D00-EB2B-467A-A3ED-E7EB508932FC}">
      <dgm:prSet/>
      <dgm:spPr/>
      <dgm:t>
        <a:bodyPr/>
        <a:lstStyle/>
        <a:p>
          <a:endParaRPr lang="en-US"/>
        </a:p>
      </dgm:t>
    </dgm:pt>
    <dgm:pt modelId="{3D462DFE-A843-4D7D-BDA5-5538862B0210}" type="sibTrans" cxnId="{02700D00-EB2B-467A-A3ED-E7EB508932FC}">
      <dgm:prSet/>
      <dgm:spPr/>
      <dgm:t>
        <a:bodyPr/>
        <a:lstStyle/>
        <a:p>
          <a:endParaRPr lang="en-US"/>
        </a:p>
      </dgm:t>
    </dgm:pt>
    <dgm:pt modelId="{7B1178AD-9E8B-47E9-9C90-A6FC0AB008CB}">
      <dgm:prSet/>
      <dgm:spPr/>
      <dgm:t>
        <a:bodyPr/>
        <a:lstStyle/>
        <a:p>
          <a:r>
            <a:rPr lang="en-US"/>
            <a:t>• Coordina la Agencia Europea ENISA.</a:t>
          </a:r>
        </a:p>
      </dgm:t>
    </dgm:pt>
    <dgm:pt modelId="{138C4714-BEF1-4296-A5F4-751CCD64A1EE}" type="parTrans" cxnId="{BE104482-11B1-4685-BE97-8E5F267432CD}">
      <dgm:prSet/>
      <dgm:spPr/>
      <dgm:t>
        <a:bodyPr/>
        <a:lstStyle/>
        <a:p>
          <a:endParaRPr lang="en-US"/>
        </a:p>
      </dgm:t>
    </dgm:pt>
    <dgm:pt modelId="{31E33ABE-F747-44E6-BE86-FB5F5D71717A}" type="sibTrans" cxnId="{BE104482-11B1-4685-BE97-8E5F267432CD}">
      <dgm:prSet/>
      <dgm:spPr/>
      <dgm:t>
        <a:bodyPr/>
        <a:lstStyle/>
        <a:p>
          <a:endParaRPr lang="en-US"/>
        </a:p>
      </dgm:t>
    </dgm:pt>
    <dgm:pt modelId="{E44AEC42-ED00-4D56-A85A-892DE1A07858}" type="pres">
      <dgm:prSet presAssocID="{C255B4E1-BE1E-4079-AB17-DF143B35926F}" presName="vert0" presStyleCnt="0">
        <dgm:presLayoutVars>
          <dgm:dir/>
          <dgm:animOne val="branch"/>
          <dgm:animLvl val="lvl"/>
        </dgm:presLayoutVars>
      </dgm:prSet>
      <dgm:spPr/>
    </dgm:pt>
    <dgm:pt modelId="{4AB657D6-D045-427F-B12E-4C252B742B43}" type="pres">
      <dgm:prSet presAssocID="{FA24C941-31A9-400E-9B0A-43C96118A35C}" presName="thickLine" presStyleLbl="alignNode1" presStyleIdx="0" presStyleCnt="4"/>
      <dgm:spPr/>
    </dgm:pt>
    <dgm:pt modelId="{70963FCD-F796-405F-86A6-4B1C5E00867F}" type="pres">
      <dgm:prSet presAssocID="{FA24C941-31A9-400E-9B0A-43C96118A35C}" presName="horz1" presStyleCnt="0"/>
      <dgm:spPr/>
    </dgm:pt>
    <dgm:pt modelId="{750AD993-1300-4DA0-AB77-FD63715E22AA}" type="pres">
      <dgm:prSet presAssocID="{FA24C941-31A9-400E-9B0A-43C96118A35C}" presName="tx1" presStyleLbl="revTx" presStyleIdx="0" presStyleCnt="4"/>
      <dgm:spPr/>
    </dgm:pt>
    <dgm:pt modelId="{C3CF2513-71FA-41C2-AE93-D99837C46D10}" type="pres">
      <dgm:prSet presAssocID="{FA24C941-31A9-400E-9B0A-43C96118A35C}" presName="vert1" presStyleCnt="0"/>
      <dgm:spPr/>
    </dgm:pt>
    <dgm:pt modelId="{9D1A6246-ED30-4E20-A3D6-E3BD3EBDFF75}" type="pres">
      <dgm:prSet presAssocID="{58507771-D7F9-47AE-99A3-16826F1D3F9D}" presName="thickLine" presStyleLbl="alignNode1" presStyleIdx="1" presStyleCnt="4"/>
      <dgm:spPr/>
    </dgm:pt>
    <dgm:pt modelId="{37D37C97-7B3B-4CAD-87A6-F857E3EA5423}" type="pres">
      <dgm:prSet presAssocID="{58507771-D7F9-47AE-99A3-16826F1D3F9D}" presName="horz1" presStyleCnt="0"/>
      <dgm:spPr/>
    </dgm:pt>
    <dgm:pt modelId="{2E1B07B7-AC9D-4913-A492-63ED427E06E6}" type="pres">
      <dgm:prSet presAssocID="{58507771-D7F9-47AE-99A3-16826F1D3F9D}" presName="tx1" presStyleLbl="revTx" presStyleIdx="1" presStyleCnt="4"/>
      <dgm:spPr/>
    </dgm:pt>
    <dgm:pt modelId="{67687D14-6234-4591-A057-922F99A8FBD2}" type="pres">
      <dgm:prSet presAssocID="{58507771-D7F9-47AE-99A3-16826F1D3F9D}" presName="vert1" presStyleCnt="0"/>
      <dgm:spPr/>
    </dgm:pt>
    <dgm:pt modelId="{98DE499D-5E0F-4276-9BBB-872D17193109}" type="pres">
      <dgm:prSet presAssocID="{BD33A825-D0EC-456D-9AA5-134E575234AD}" presName="thickLine" presStyleLbl="alignNode1" presStyleIdx="2" presStyleCnt="4"/>
      <dgm:spPr/>
    </dgm:pt>
    <dgm:pt modelId="{58F88AC3-408B-4EB9-8175-ECC363233D1E}" type="pres">
      <dgm:prSet presAssocID="{BD33A825-D0EC-456D-9AA5-134E575234AD}" presName="horz1" presStyleCnt="0"/>
      <dgm:spPr/>
    </dgm:pt>
    <dgm:pt modelId="{4D8C0C94-F084-4E8D-970D-578D3EE62D2F}" type="pres">
      <dgm:prSet presAssocID="{BD33A825-D0EC-456D-9AA5-134E575234AD}" presName="tx1" presStyleLbl="revTx" presStyleIdx="2" presStyleCnt="4"/>
      <dgm:spPr/>
    </dgm:pt>
    <dgm:pt modelId="{8029E0E8-8AD9-4409-B2BA-9225A419230F}" type="pres">
      <dgm:prSet presAssocID="{BD33A825-D0EC-456D-9AA5-134E575234AD}" presName="vert1" presStyleCnt="0"/>
      <dgm:spPr/>
    </dgm:pt>
    <dgm:pt modelId="{38633E85-9FFC-4061-8B80-EAEF8F67F2C0}" type="pres">
      <dgm:prSet presAssocID="{7B1178AD-9E8B-47E9-9C90-A6FC0AB008CB}" presName="thickLine" presStyleLbl="alignNode1" presStyleIdx="3" presStyleCnt="4"/>
      <dgm:spPr/>
    </dgm:pt>
    <dgm:pt modelId="{E2225682-C106-42D9-9A8D-EE1784F1D8E3}" type="pres">
      <dgm:prSet presAssocID="{7B1178AD-9E8B-47E9-9C90-A6FC0AB008CB}" presName="horz1" presStyleCnt="0"/>
      <dgm:spPr/>
    </dgm:pt>
    <dgm:pt modelId="{1AEF2DDF-E5AF-491A-8478-2CADE14A4108}" type="pres">
      <dgm:prSet presAssocID="{7B1178AD-9E8B-47E9-9C90-A6FC0AB008CB}" presName="tx1" presStyleLbl="revTx" presStyleIdx="3" presStyleCnt="4"/>
      <dgm:spPr/>
    </dgm:pt>
    <dgm:pt modelId="{0095A7F8-3A56-4ADA-BBF2-E17969AB697B}" type="pres">
      <dgm:prSet presAssocID="{7B1178AD-9E8B-47E9-9C90-A6FC0AB008CB}" presName="vert1" presStyleCnt="0"/>
      <dgm:spPr/>
    </dgm:pt>
  </dgm:ptLst>
  <dgm:cxnLst>
    <dgm:cxn modelId="{02700D00-EB2B-467A-A3ED-E7EB508932FC}" srcId="{C255B4E1-BE1E-4079-AB17-DF143B35926F}" destId="{BD33A825-D0EC-456D-9AA5-134E575234AD}" srcOrd="2" destOrd="0" parTransId="{D9BB8DAD-F3A1-49A6-AE71-D1DB7B8F3359}" sibTransId="{3D462DFE-A843-4D7D-BDA5-5538862B0210}"/>
    <dgm:cxn modelId="{432FF427-CA11-4B3E-88EC-8B7A36C02C78}" type="presOf" srcId="{7B1178AD-9E8B-47E9-9C90-A6FC0AB008CB}" destId="{1AEF2DDF-E5AF-491A-8478-2CADE14A4108}" srcOrd="0" destOrd="0" presId="urn:microsoft.com/office/officeart/2008/layout/LinedList"/>
    <dgm:cxn modelId="{18789B3E-8882-4B1D-833D-4A0A832A12F0}" type="presOf" srcId="{58507771-D7F9-47AE-99A3-16826F1D3F9D}" destId="{2E1B07B7-AC9D-4913-A492-63ED427E06E6}" srcOrd="0" destOrd="0" presId="urn:microsoft.com/office/officeart/2008/layout/LinedList"/>
    <dgm:cxn modelId="{3D25F47D-916F-4443-8568-FADFB1806FB0}" srcId="{C255B4E1-BE1E-4079-AB17-DF143B35926F}" destId="{58507771-D7F9-47AE-99A3-16826F1D3F9D}" srcOrd="1" destOrd="0" parTransId="{3E79C9EC-A819-463B-A251-A36B7A40916A}" sibTransId="{B22096BA-CA40-4A58-BCF4-24830E1F1E45}"/>
    <dgm:cxn modelId="{BE104482-11B1-4685-BE97-8E5F267432CD}" srcId="{C255B4E1-BE1E-4079-AB17-DF143B35926F}" destId="{7B1178AD-9E8B-47E9-9C90-A6FC0AB008CB}" srcOrd="3" destOrd="0" parTransId="{138C4714-BEF1-4296-A5F4-751CCD64A1EE}" sibTransId="{31E33ABE-F747-44E6-BE86-FB5F5D71717A}"/>
    <dgm:cxn modelId="{D5533F93-DF76-435E-85AF-3742A32D87CF}" type="presOf" srcId="{FA24C941-31A9-400E-9B0A-43C96118A35C}" destId="{750AD993-1300-4DA0-AB77-FD63715E22AA}" srcOrd="0" destOrd="0" presId="urn:microsoft.com/office/officeart/2008/layout/LinedList"/>
    <dgm:cxn modelId="{DB8F739B-61BE-4A3A-88C1-5A75DA11A8D7}" srcId="{C255B4E1-BE1E-4079-AB17-DF143B35926F}" destId="{FA24C941-31A9-400E-9B0A-43C96118A35C}" srcOrd="0" destOrd="0" parTransId="{D30C0FD1-7BD5-4E74-AA7B-914C036917EB}" sibTransId="{7E8BB4AA-95A7-4FB5-821A-F7C10CCDFD81}"/>
    <dgm:cxn modelId="{AEECC3A4-BD48-4D34-9C48-5D5B5F34477B}" type="presOf" srcId="{C255B4E1-BE1E-4079-AB17-DF143B35926F}" destId="{E44AEC42-ED00-4D56-A85A-892DE1A07858}" srcOrd="0" destOrd="0" presId="urn:microsoft.com/office/officeart/2008/layout/LinedList"/>
    <dgm:cxn modelId="{95683CF3-CD4E-4E48-9E80-B0821911F39D}" type="presOf" srcId="{BD33A825-D0EC-456D-9AA5-134E575234AD}" destId="{4D8C0C94-F084-4E8D-970D-578D3EE62D2F}" srcOrd="0" destOrd="0" presId="urn:microsoft.com/office/officeart/2008/layout/LinedList"/>
    <dgm:cxn modelId="{63FDA9D0-6D66-43AF-BD1B-573261664DBB}" type="presParOf" srcId="{E44AEC42-ED00-4D56-A85A-892DE1A07858}" destId="{4AB657D6-D045-427F-B12E-4C252B742B43}" srcOrd="0" destOrd="0" presId="urn:microsoft.com/office/officeart/2008/layout/LinedList"/>
    <dgm:cxn modelId="{134926E9-F64E-4703-B1A4-CB2074AB6AB5}" type="presParOf" srcId="{E44AEC42-ED00-4D56-A85A-892DE1A07858}" destId="{70963FCD-F796-405F-86A6-4B1C5E00867F}" srcOrd="1" destOrd="0" presId="urn:microsoft.com/office/officeart/2008/layout/LinedList"/>
    <dgm:cxn modelId="{A8A58675-F5A0-4144-9A57-E2275C7B54C7}" type="presParOf" srcId="{70963FCD-F796-405F-86A6-4B1C5E00867F}" destId="{750AD993-1300-4DA0-AB77-FD63715E22AA}" srcOrd="0" destOrd="0" presId="urn:microsoft.com/office/officeart/2008/layout/LinedList"/>
    <dgm:cxn modelId="{14AA8A60-93DA-4C41-94CD-C78AC82DF020}" type="presParOf" srcId="{70963FCD-F796-405F-86A6-4B1C5E00867F}" destId="{C3CF2513-71FA-41C2-AE93-D99837C46D10}" srcOrd="1" destOrd="0" presId="urn:microsoft.com/office/officeart/2008/layout/LinedList"/>
    <dgm:cxn modelId="{48CB9C85-EF4B-4D69-BD66-E4F89B46B0DC}" type="presParOf" srcId="{E44AEC42-ED00-4D56-A85A-892DE1A07858}" destId="{9D1A6246-ED30-4E20-A3D6-E3BD3EBDFF75}" srcOrd="2" destOrd="0" presId="urn:microsoft.com/office/officeart/2008/layout/LinedList"/>
    <dgm:cxn modelId="{A5F4C908-514A-459F-B0F1-2A903DD82374}" type="presParOf" srcId="{E44AEC42-ED00-4D56-A85A-892DE1A07858}" destId="{37D37C97-7B3B-4CAD-87A6-F857E3EA5423}" srcOrd="3" destOrd="0" presId="urn:microsoft.com/office/officeart/2008/layout/LinedList"/>
    <dgm:cxn modelId="{A61F7795-BD3B-4CE3-BEE9-7CC97D06EFA3}" type="presParOf" srcId="{37D37C97-7B3B-4CAD-87A6-F857E3EA5423}" destId="{2E1B07B7-AC9D-4913-A492-63ED427E06E6}" srcOrd="0" destOrd="0" presId="urn:microsoft.com/office/officeart/2008/layout/LinedList"/>
    <dgm:cxn modelId="{11E56B42-0670-443E-9A0D-09EDFFD476BB}" type="presParOf" srcId="{37D37C97-7B3B-4CAD-87A6-F857E3EA5423}" destId="{67687D14-6234-4591-A057-922F99A8FBD2}" srcOrd="1" destOrd="0" presId="urn:microsoft.com/office/officeart/2008/layout/LinedList"/>
    <dgm:cxn modelId="{70D58001-DEC0-49D5-8734-9ADFB3D185D0}" type="presParOf" srcId="{E44AEC42-ED00-4D56-A85A-892DE1A07858}" destId="{98DE499D-5E0F-4276-9BBB-872D17193109}" srcOrd="4" destOrd="0" presId="urn:microsoft.com/office/officeart/2008/layout/LinedList"/>
    <dgm:cxn modelId="{B299FABA-D4BD-4945-9951-95A5BB834B35}" type="presParOf" srcId="{E44AEC42-ED00-4D56-A85A-892DE1A07858}" destId="{58F88AC3-408B-4EB9-8175-ECC363233D1E}" srcOrd="5" destOrd="0" presId="urn:microsoft.com/office/officeart/2008/layout/LinedList"/>
    <dgm:cxn modelId="{A9A24ADB-ADF6-4CED-9B42-9C3303609759}" type="presParOf" srcId="{58F88AC3-408B-4EB9-8175-ECC363233D1E}" destId="{4D8C0C94-F084-4E8D-970D-578D3EE62D2F}" srcOrd="0" destOrd="0" presId="urn:microsoft.com/office/officeart/2008/layout/LinedList"/>
    <dgm:cxn modelId="{D79C7F33-5965-4F7C-A40E-F57331E4E63F}" type="presParOf" srcId="{58F88AC3-408B-4EB9-8175-ECC363233D1E}" destId="{8029E0E8-8AD9-4409-B2BA-9225A419230F}" srcOrd="1" destOrd="0" presId="urn:microsoft.com/office/officeart/2008/layout/LinedList"/>
    <dgm:cxn modelId="{22C539CD-E337-44D2-9539-915F77FACFD5}" type="presParOf" srcId="{E44AEC42-ED00-4D56-A85A-892DE1A07858}" destId="{38633E85-9FFC-4061-8B80-EAEF8F67F2C0}" srcOrd="6" destOrd="0" presId="urn:microsoft.com/office/officeart/2008/layout/LinedList"/>
    <dgm:cxn modelId="{8BCBB0F4-806F-4DBF-849E-3EE96E35E50B}" type="presParOf" srcId="{E44AEC42-ED00-4D56-A85A-892DE1A07858}" destId="{E2225682-C106-42D9-9A8D-EE1784F1D8E3}" srcOrd="7" destOrd="0" presId="urn:microsoft.com/office/officeart/2008/layout/LinedList"/>
    <dgm:cxn modelId="{C3829720-DD4F-418C-8699-9A056C37A1C2}" type="presParOf" srcId="{E2225682-C106-42D9-9A8D-EE1784F1D8E3}" destId="{1AEF2DDF-E5AF-491A-8478-2CADE14A4108}" srcOrd="0" destOrd="0" presId="urn:microsoft.com/office/officeart/2008/layout/LinedList"/>
    <dgm:cxn modelId="{D79C3876-10AD-4F43-9D05-C28FFF6FF502}" type="presParOf" srcId="{E2225682-C106-42D9-9A8D-EE1784F1D8E3}" destId="{0095A7F8-3A56-4ADA-BBF2-E17969AB69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5DE7A5C-B709-4371-961B-A93662D2B8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AA35E68-118E-4777-B0EA-A7BEEBC8A244}">
      <dgm:prSet/>
      <dgm:spPr/>
      <dgm:t>
        <a:bodyPr/>
        <a:lstStyle/>
        <a:p>
          <a:r>
            <a:rPr lang="en-US"/>
            <a:t>• Entidades críticas para la sociedad y economía.</a:t>
          </a:r>
        </a:p>
      </dgm:t>
    </dgm:pt>
    <dgm:pt modelId="{8A487C31-3D6D-4E4E-9380-D3F0C9415627}" type="parTrans" cxnId="{5B26FCE0-D295-4FD3-8344-DA3CA32A2EE1}">
      <dgm:prSet/>
      <dgm:spPr/>
      <dgm:t>
        <a:bodyPr/>
        <a:lstStyle/>
        <a:p>
          <a:endParaRPr lang="en-US"/>
        </a:p>
      </dgm:t>
    </dgm:pt>
    <dgm:pt modelId="{FE14755A-F28D-4354-9AE8-A9763C1B2042}" type="sibTrans" cxnId="{5B26FCE0-D295-4FD3-8344-DA3CA32A2EE1}">
      <dgm:prSet/>
      <dgm:spPr/>
      <dgm:t>
        <a:bodyPr/>
        <a:lstStyle/>
        <a:p>
          <a:endParaRPr lang="en-US"/>
        </a:p>
      </dgm:t>
    </dgm:pt>
    <dgm:pt modelId="{7C671C1F-92D6-4336-BE36-CAED47172C66}">
      <dgm:prSet/>
      <dgm:spPr/>
      <dgm:t>
        <a:bodyPr/>
        <a:lstStyle/>
        <a:p>
          <a:r>
            <a:rPr lang="en-US"/>
            <a:t>• Ejemplos: energía, transporte, banca, sanidad, agua, infraestructuras digitales.</a:t>
          </a:r>
        </a:p>
      </dgm:t>
    </dgm:pt>
    <dgm:pt modelId="{AB25EDA8-DE82-4305-9CD4-B78B2DA36140}" type="parTrans" cxnId="{BD16C529-A941-4C5B-85D5-03115BE0E303}">
      <dgm:prSet/>
      <dgm:spPr/>
      <dgm:t>
        <a:bodyPr/>
        <a:lstStyle/>
        <a:p>
          <a:endParaRPr lang="en-US"/>
        </a:p>
      </dgm:t>
    </dgm:pt>
    <dgm:pt modelId="{051FA774-5BBA-4F31-9463-2F94B380A8FC}" type="sibTrans" cxnId="{BD16C529-A941-4C5B-85D5-03115BE0E303}">
      <dgm:prSet/>
      <dgm:spPr/>
      <dgm:t>
        <a:bodyPr/>
        <a:lstStyle/>
        <a:p>
          <a:endParaRPr lang="en-US"/>
        </a:p>
      </dgm:t>
    </dgm:pt>
    <dgm:pt modelId="{B6801821-F716-4415-B46E-619E66107FB4}">
      <dgm:prSet/>
      <dgm:spPr/>
      <dgm:t>
        <a:bodyPr/>
        <a:lstStyle/>
        <a:p>
          <a:r>
            <a:rPr lang="en-US"/>
            <a:t>• Obligaciones:</a:t>
          </a:r>
        </a:p>
      </dgm:t>
    </dgm:pt>
    <dgm:pt modelId="{BDA9CC2B-52A6-4B3E-8CFC-378EDA160812}" type="parTrans" cxnId="{3904D632-42B4-4D5D-95CE-B1FB5CA1E5A7}">
      <dgm:prSet/>
      <dgm:spPr/>
      <dgm:t>
        <a:bodyPr/>
        <a:lstStyle/>
        <a:p>
          <a:endParaRPr lang="en-US"/>
        </a:p>
      </dgm:t>
    </dgm:pt>
    <dgm:pt modelId="{433995D3-7AEB-4592-BB58-24ABC30DC8E9}" type="sibTrans" cxnId="{3904D632-42B4-4D5D-95CE-B1FB5CA1E5A7}">
      <dgm:prSet/>
      <dgm:spPr/>
      <dgm:t>
        <a:bodyPr/>
        <a:lstStyle/>
        <a:p>
          <a:endParaRPr lang="en-US"/>
        </a:p>
      </dgm:t>
    </dgm:pt>
    <dgm:pt modelId="{BC4D8EF8-29BA-422A-B9F0-C4B9363182C0}">
      <dgm:prSet/>
      <dgm:spPr/>
      <dgm:t>
        <a:bodyPr/>
        <a:lstStyle/>
        <a:p>
          <a:r>
            <a:rPr lang="en-US"/>
            <a:t>- Medidas técnicas y organizativas de seguridad.</a:t>
          </a:r>
        </a:p>
      </dgm:t>
    </dgm:pt>
    <dgm:pt modelId="{7911C05C-1B57-406E-BA55-0655DFE771D6}" type="parTrans" cxnId="{C9056196-3987-4C83-B2E0-AC4743A9EB07}">
      <dgm:prSet/>
      <dgm:spPr/>
      <dgm:t>
        <a:bodyPr/>
        <a:lstStyle/>
        <a:p>
          <a:endParaRPr lang="en-US"/>
        </a:p>
      </dgm:t>
    </dgm:pt>
    <dgm:pt modelId="{19F822C8-50E8-45B8-BCDD-928DCB97D569}" type="sibTrans" cxnId="{C9056196-3987-4C83-B2E0-AC4743A9EB07}">
      <dgm:prSet/>
      <dgm:spPr/>
      <dgm:t>
        <a:bodyPr/>
        <a:lstStyle/>
        <a:p>
          <a:endParaRPr lang="en-US"/>
        </a:p>
      </dgm:t>
    </dgm:pt>
    <dgm:pt modelId="{616D9460-80C4-47D2-95C2-5224E00709E5}">
      <dgm:prSet/>
      <dgm:spPr/>
      <dgm:t>
        <a:bodyPr/>
        <a:lstStyle/>
        <a:p>
          <a:r>
            <a:rPr lang="en-US"/>
            <a:t>- Notificación de incidentes.</a:t>
          </a:r>
        </a:p>
      </dgm:t>
    </dgm:pt>
    <dgm:pt modelId="{35B2CBA4-D5E6-483F-B27B-4AA27168EDE5}" type="parTrans" cxnId="{EE41404C-7D37-45F8-85F3-4906ED25EA6B}">
      <dgm:prSet/>
      <dgm:spPr/>
      <dgm:t>
        <a:bodyPr/>
        <a:lstStyle/>
        <a:p>
          <a:endParaRPr lang="en-US"/>
        </a:p>
      </dgm:t>
    </dgm:pt>
    <dgm:pt modelId="{1BB0A29B-514A-4104-AD6D-0E98C8B1F349}" type="sibTrans" cxnId="{EE41404C-7D37-45F8-85F3-4906ED25EA6B}">
      <dgm:prSet/>
      <dgm:spPr/>
      <dgm:t>
        <a:bodyPr/>
        <a:lstStyle/>
        <a:p>
          <a:endParaRPr lang="en-US"/>
        </a:p>
      </dgm:t>
    </dgm:pt>
    <dgm:pt modelId="{27228627-ED7D-4874-B685-A306D7E62339}" type="pres">
      <dgm:prSet presAssocID="{55DE7A5C-B709-4371-961B-A93662D2B883}" presName="root" presStyleCnt="0">
        <dgm:presLayoutVars>
          <dgm:dir/>
          <dgm:resizeHandles val="exact"/>
        </dgm:presLayoutVars>
      </dgm:prSet>
      <dgm:spPr/>
    </dgm:pt>
    <dgm:pt modelId="{425D2415-6ADF-4234-BEA9-5DB1DB697668}" type="pres">
      <dgm:prSet presAssocID="{6AA35E68-118E-4777-B0EA-A7BEEBC8A244}" presName="compNode" presStyleCnt="0"/>
      <dgm:spPr/>
    </dgm:pt>
    <dgm:pt modelId="{AD9F7A67-4ECA-49F3-B59B-D529433FA1F7}" type="pres">
      <dgm:prSet presAssocID="{6AA35E68-118E-4777-B0EA-A7BEEBC8A244}" presName="bgRect" presStyleLbl="bgShp" presStyleIdx="0" presStyleCnt="5"/>
      <dgm:spPr/>
    </dgm:pt>
    <dgm:pt modelId="{F5AB8D17-EA5A-4436-B435-26978189A3C8}" type="pres">
      <dgm:prSet presAssocID="{6AA35E68-118E-4777-B0EA-A7BEEBC8A2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3D9AE13E-E504-47F9-9AD7-1D5CA8208EE7}" type="pres">
      <dgm:prSet presAssocID="{6AA35E68-118E-4777-B0EA-A7BEEBC8A244}" presName="spaceRect" presStyleCnt="0"/>
      <dgm:spPr/>
    </dgm:pt>
    <dgm:pt modelId="{402C6CBC-15E5-4A02-8158-EFC8C1894419}" type="pres">
      <dgm:prSet presAssocID="{6AA35E68-118E-4777-B0EA-A7BEEBC8A244}" presName="parTx" presStyleLbl="revTx" presStyleIdx="0" presStyleCnt="5">
        <dgm:presLayoutVars>
          <dgm:chMax val="0"/>
          <dgm:chPref val="0"/>
        </dgm:presLayoutVars>
      </dgm:prSet>
      <dgm:spPr/>
    </dgm:pt>
    <dgm:pt modelId="{E1E27D06-B0BD-4E22-902A-5D0609096C2D}" type="pres">
      <dgm:prSet presAssocID="{FE14755A-F28D-4354-9AE8-A9763C1B2042}" presName="sibTrans" presStyleCnt="0"/>
      <dgm:spPr/>
    </dgm:pt>
    <dgm:pt modelId="{B8B3569C-01AB-483F-A8A8-425A944852B8}" type="pres">
      <dgm:prSet presAssocID="{7C671C1F-92D6-4336-BE36-CAED47172C66}" presName="compNode" presStyleCnt="0"/>
      <dgm:spPr/>
    </dgm:pt>
    <dgm:pt modelId="{3CBE4197-3B74-4F64-8180-0DDE9631700B}" type="pres">
      <dgm:prSet presAssocID="{7C671C1F-92D6-4336-BE36-CAED47172C66}" presName="bgRect" presStyleLbl="bgShp" presStyleIdx="1" presStyleCnt="5"/>
      <dgm:spPr/>
    </dgm:pt>
    <dgm:pt modelId="{168AA7C2-EB16-4168-865A-2F479E72CDC7}" type="pres">
      <dgm:prSet presAssocID="{7C671C1F-92D6-4336-BE36-CAED47172C6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5E029D5D-CDFF-428D-BC08-1235E0080C10}" type="pres">
      <dgm:prSet presAssocID="{7C671C1F-92D6-4336-BE36-CAED47172C66}" presName="spaceRect" presStyleCnt="0"/>
      <dgm:spPr/>
    </dgm:pt>
    <dgm:pt modelId="{5EBDC4C5-BDD2-4D17-9404-096B15E1A512}" type="pres">
      <dgm:prSet presAssocID="{7C671C1F-92D6-4336-BE36-CAED47172C66}" presName="parTx" presStyleLbl="revTx" presStyleIdx="1" presStyleCnt="5">
        <dgm:presLayoutVars>
          <dgm:chMax val="0"/>
          <dgm:chPref val="0"/>
        </dgm:presLayoutVars>
      </dgm:prSet>
      <dgm:spPr/>
    </dgm:pt>
    <dgm:pt modelId="{990192C7-1653-48E0-9193-8A0B1986ECB8}" type="pres">
      <dgm:prSet presAssocID="{051FA774-5BBA-4F31-9463-2F94B380A8FC}" presName="sibTrans" presStyleCnt="0"/>
      <dgm:spPr/>
    </dgm:pt>
    <dgm:pt modelId="{A5E4D49C-5C8B-487B-BA9B-D3400651197E}" type="pres">
      <dgm:prSet presAssocID="{B6801821-F716-4415-B46E-619E66107FB4}" presName="compNode" presStyleCnt="0"/>
      <dgm:spPr/>
    </dgm:pt>
    <dgm:pt modelId="{B4CAE973-4323-4BDB-A78A-67E044278006}" type="pres">
      <dgm:prSet presAssocID="{B6801821-F716-4415-B46E-619E66107FB4}" presName="bgRect" presStyleLbl="bgShp" presStyleIdx="2" presStyleCnt="5"/>
      <dgm:spPr/>
    </dgm:pt>
    <dgm:pt modelId="{D9198EB6-DA11-43B0-BC53-5D95E0DC6048}" type="pres">
      <dgm:prSet presAssocID="{B6801821-F716-4415-B46E-619E66107F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7B80CF5-FCA4-42FA-9CE8-9F74495F394E}" type="pres">
      <dgm:prSet presAssocID="{B6801821-F716-4415-B46E-619E66107FB4}" presName="spaceRect" presStyleCnt="0"/>
      <dgm:spPr/>
    </dgm:pt>
    <dgm:pt modelId="{E32ADDEF-26A6-4312-87D0-5225DE49B177}" type="pres">
      <dgm:prSet presAssocID="{B6801821-F716-4415-B46E-619E66107FB4}" presName="parTx" presStyleLbl="revTx" presStyleIdx="2" presStyleCnt="5">
        <dgm:presLayoutVars>
          <dgm:chMax val="0"/>
          <dgm:chPref val="0"/>
        </dgm:presLayoutVars>
      </dgm:prSet>
      <dgm:spPr/>
    </dgm:pt>
    <dgm:pt modelId="{B1C72840-7B04-476B-AC6A-1EF24CC49555}" type="pres">
      <dgm:prSet presAssocID="{433995D3-7AEB-4592-BB58-24ABC30DC8E9}" presName="sibTrans" presStyleCnt="0"/>
      <dgm:spPr/>
    </dgm:pt>
    <dgm:pt modelId="{DD432DF8-404D-4C29-A583-ACE2838D1C71}" type="pres">
      <dgm:prSet presAssocID="{BC4D8EF8-29BA-422A-B9F0-C4B9363182C0}" presName="compNode" presStyleCnt="0"/>
      <dgm:spPr/>
    </dgm:pt>
    <dgm:pt modelId="{7A27DE9E-85E2-4F87-8EA2-475E3C3E0E6E}" type="pres">
      <dgm:prSet presAssocID="{BC4D8EF8-29BA-422A-B9F0-C4B9363182C0}" presName="bgRect" presStyleLbl="bgShp" presStyleIdx="3" presStyleCnt="5"/>
      <dgm:spPr/>
    </dgm:pt>
    <dgm:pt modelId="{FBCD07AE-DFA4-44BD-900E-D96C75D0B3B7}" type="pres">
      <dgm:prSet presAssocID="{BC4D8EF8-29BA-422A-B9F0-C4B9363182C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C81DF4DB-8384-434E-9135-0169BD3C28B1}" type="pres">
      <dgm:prSet presAssocID="{BC4D8EF8-29BA-422A-B9F0-C4B9363182C0}" presName="spaceRect" presStyleCnt="0"/>
      <dgm:spPr/>
    </dgm:pt>
    <dgm:pt modelId="{E1F04A59-F7D8-4AFB-A477-E2252B04E656}" type="pres">
      <dgm:prSet presAssocID="{BC4D8EF8-29BA-422A-B9F0-C4B9363182C0}" presName="parTx" presStyleLbl="revTx" presStyleIdx="3" presStyleCnt="5">
        <dgm:presLayoutVars>
          <dgm:chMax val="0"/>
          <dgm:chPref val="0"/>
        </dgm:presLayoutVars>
      </dgm:prSet>
      <dgm:spPr/>
    </dgm:pt>
    <dgm:pt modelId="{7FA09FA6-5374-4551-84D5-5B790BE73621}" type="pres">
      <dgm:prSet presAssocID="{19F822C8-50E8-45B8-BCDD-928DCB97D569}" presName="sibTrans" presStyleCnt="0"/>
      <dgm:spPr/>
    </dgm:pt>
    <dgm:pt modelId="{7FAB48CD-B754-4696-A889-F62299E603B6}" type="pres">
      <dgm:prSet presAssocID="{616D9460-80C4-47D2-95C2-5224E00709E5}" presName="compNode" presStyleCnt="0"/>
      <dgm:spPr/>
    </dgm:pt>
    <dgm:pt modelId="{D558C8F7-B9B9-4B68-80D2-2D98C21900D0}" type="pres">
      <dgm:prSet presAssocID="{616D9460-80C4-47D2-95C2-5224E00709E5}" presName="bgRect" presStyleLbl="bgShp" presStyleIdx="4" presStyleCnt="5"/>
      <dgm:spPr/>
    </dgm:pt>
    <dgm:pt modelId="{DA0DE7AD-541D-4AEC-A0C1-E220872563CB}" type="pres">
      <dgm:prSet presAssocID="{616D9460-80C4-47D2-95C2-5224E00709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ia"/>
        </a:ext>
      </dgm:extLst>
    </dgm:pt>
    <dgm:pt modelId="{B01A8B63-0466-4374-9920-099C93EB15F5}" type="pres">
      <dgm:prSet presAssocID="{616D9460-80C4-47D2-95C2-5224E00709E5}" presName="spaceRect" presStyleCnt="0"/>
      <dgm:spPr/>
    </dgm:pt>
    <dgm:pt modelId="{C6A85876-62F8-4276-87FF-89CF1ACF866C}" type="pres">
      <dgm:prSet presAssocID="{616D9460-80C4-47D2-95C2-5224E00709E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AE7851D-7067-419E-9477-D63247C35FAC}" type="presOf" srcId="{B6801821-F716-4415-B46E-619E66107FB4}" destId="{E32ADDEF-26A6-4312-87D0-5225DE49B177}" srcOrd="0" destOrd="0" presId="urn:microsoft.com/office/officeart/2018/2/layout/IconVerticalSolidList"/>
    <dgm:cxn modelId="{BD16C529-A941-4C5B-85D5-03115BE0E303}" srcId="{55DE7A5C-B709-4371-961B-A93662D2B883}" destId="{7C671C1F-92D6-4336-BE36-CAED47172C66}" srcOrd="1" destOrd="0" parTransId="{AB25EDA8-DE82-4305-9CD4-B78B2DA36140}" sibTransId="{051FA774-5BBA-4F31-9463-2F94B380A8FC}"/>
    <dgm:cxn modelId="{3904D632-42B4-4D5D-95CE-B1FB5CA1E5A7}" srcId="{55DE7A5C-B709-4371-961B-A93662D2B883}" destId="{B6801821-F716-4415-B46E-619E66107FB4}" srcOrd="2" destOrd="0" parTransId="{BDA9CC2B-52A6-4B3E-8CFC-378EDA160812}" sibTransId="{433995D3-7AEB-4592-BB58-24ABC30DC8E9}"/>
    <dgm:cxn modelId="{127C0449-2D82-4D41-A38B-56AD5386777C}" type="presOf" srcId="{BC4D8EF8-29BA-422A-B9F0-C4B9363182C0}" destId="{E1F04A59-F7D8-4AFB-A477-E2252B04E656}" srcOrd="0" destOrd="0" presId="urn:microsoft.com/office/officeart/2018/2/layout/IconVerticalSolidList"/>
    <dgm:cxn modelId="{EE41404C-7D37-45F8-85F3-4906ED25EA6B}" srcId="{55DE7A5C-B709-4371-961B-A93662D2B883}" destId="{616D9460-80C4-47D2-95C2-5224E00709E5}" srcOrd="4" destOrd="0" parTransId="{35B2CBA4-D5E6-483F-B27B-4AA27168EDE5}" sibTransId="{1BB0A29B-514A-4104-AD6D-0E98C8B1F349}"/>
    <dgm:cxn modelId="{DFE64973-F92B-404C-A1E6-41F6287DF0EA}" type="presOf" srcId="{6AA35E68-118E-4777-B0EA-A7BEEBC8A244}" destId="{402C6CBC-15E5-4A02-8158-EFC8C1894419}" srcOrd="0" destOrd="0" presId="urn:microsoft.com/office/officeart/2018/2/layout/IconVerticalSolidList"/>
    <dgm:cxn modelId="{A00FF48E-6FFA-4C53-8AE5-D5D7E200B293}" type="presOf" srcId="{7C671C1F-92D6-4336-BE36-CAED47172C66}" destId="{5EBDC4C5-BDD2-4D17-9404-096B15E1A512}" srcOrd="0" destOrd="0" presId="urn:microsoft.com/office/officeart/2018/2/layout/IconVerticalSolidList"/>
    <dgm:cxn modelId="{C9056196-3987-4C83-B2E0-AC4743A9EB07}" srcId="{55DE7A5C-B709-4371-961B-A93662D2B883}" destId="{BC4D8EF8-29BA-422A-B9F0-C4B9363182C0}" srcOrd="3" destOrd="0" parTransId="{7911C05C-1B57-406E-BA55-0655DFE771D6}" sibTransId="{19F822C8-50E8-45B8-BCDD-928DCB97D569}"/>
    <dgm:cxn modelId="{5B26FCE0-D295-4FD3-8344-DA3CA32A2EE1}" srcId="{55DE7A5C-B709-4371-961B-A93662D2B883}" destId="{6AA35E68-118E-4777-B0EA-A7BEEBC8A244}" srcOrd="0" destOrd="0" parTransId="{8A487C31-3D6D-4E4E-9380-D3F0C9415627}" sibTransId="{FE14755A-F28D-4354-9AE8-A9763C1B2042}"/>
    <dgm:cxn modelId="{96A525E1-7700-4DDC-BBA8-160B1BF80B27}" type="presOf" srcId="{616D9460-80C4-47D2-95C2-5224E00709E5}" destId="{C6A85876-62F8-4276-87FF-89CF1ACF866C}" srcOrd="0" destOrd="0" presId="urn:microsoft.com/office/officeart/2018/2/layout/IconVerticalSolidList"/>
    <dgm:cxn modelId="{059162EE-1460-43BC-BA8C-249FB92C1815}" type="presOf" srcId="{55DE7A5C-B709-4371-961B-A93662D2B883}" destId="{27228627-ED7D-4874-B685-A306D7E62339}" srcOrd="0" destOrd="0" presId="urn:microsoft.com/office/officeart/2018/2/layout/IconVerticalSolidList"/>
    <dgm:cxn modelId="{B7073F35-8B5B-464E-81BB-6568422F7357}" type="presParOf" srcId="{27228627-ED7D-4874-B685-A306D7E62339}" destId="{425D2415-6ADF-4234-BEA9-5DB1DB697668}" srcOrd="0" destOrd="0" presId="urn:microsoft.com/office/officeart/2018/2/layout/IconVerticalSolidList"/>
    <dgm:cxn modelId="{6249855C-8CFE-4863-BB12-9EACD2C6D726}" type="presParOf" srcId="{425D2415-6ADF-4234-BEA9-5DB1DB697668}" destId="{AD9F7A67-4ECA-49F3-B59B-D529433FA1F7}" srcOrd="0" destOrd="0" presId="urn:microsoft.com/office/officeart/2018/2/layout/IconVerticalSolidList"/>
    <dgm:cxn modelId="{324FC0F6-E868-41E3-89C2-6A4198261E65}" type="presParOf" srcId="{425D2415-6ADF-4234-BEA9-5DB1DB697668}" destId="{F5AB8D17-EA5A-4436-B435-26978189A3C8}" srcOrd="1" destOrd="0" presId="urn:microsoft.com/office/officeart/2018/2/layout/IconVerticalSolidList"/>
    <dgm:cxn modelId="{D49CECFA-E98E-450F-A726-D8E780783BA9}" type="presParOf" srcId="{425D2415-6ADF-4234-BEA9-5DB1DB697668}" destId="{3D9AE13E-E504-47F9-9AD7-1D5CA8208EE7}" srcOrd="2" destOrd="0" presId="urn:microsoft.com/office/officeart/2018/2/layout/IconVerticalSolidList"/>
    <dgm:cxn modelId="{0EF42390-D4E5-4510-A228-97F82651DBC2}" type="presParOf" srcId="{425D2415-6ADF-4234-BEA9-5DB1DB697668}" destId="{402C6CBC-15E5-4A02-8158-EFC8C1894419}" srcOrd="3" destOrd="0" presId="urn:microsoft.com/office/officeart/2018/2/layout/IconVerticalSolidList"/>
    <dgm:cxn modelId="{5A5C454E-E2DB-4EED-857F-CB87C31EB52E}" type="presParOf" srcId="{27228627-ED7D-4874-B685-A306D7E62339}" destId="{E1E27D06-B0BD-4E22-902A-5D0609096C2D}" srcOrd="1" destOrd="0" presId="urn:microsoft.com/office/officeart/2018/2/layout/IconVerticalSolidList"/>
    <dgm:cxn modelId="{BAF502A4-03B5-4A52-BBE5-D2F39BADE63A}" type="presParOf" srcId="{27228627-ED7D-4874-B685-A306D7E62339}" destId="{B8B3569C-01AB-483F-A8A8-425A944852B8}" srcOrd="2" destOrd="0" presId="urn:microsoft.com/office/officeart/2018/2/layout/IconVerticalSolidList"/>
    <dgm:cxn modelId="{AD98759A-839A-4ED5-8CFC-E45B7F6EF49C}" type="presParOf" srcId="{B8B3569C-01AB-483F-A8A8-425A944852B8}" destId="{3CBE4197-3B74-4F64-8180-0DDE9631700B}" srcOrd="0" destOrd="0" presId="urn:microsoft.com/office/officeart/2018/2/layout/IconVerticalSolidList"/>
    <dgm:cxn modelId="{5B7C4C93-B5EF-47CD-8E33-04496985FDC4}" type="presParOf" srcId="{B8B3569C-01AB-483F-A8A8-425A944852B8}" destId="{168AA7C2-EB16-4168-865A-2F479E72CDC7}" srcOrd="1" destOrd="0" presId="urn:microsoft.com/office/officeart/2018/2/layout/IconVerticalSolidList"/>
    <dgm:cxn modelId="{EE2CE02F-7273-4F84-BEDF-15F396F6C468}" type="presParOf" srcId="{B8B3569C-01AB-483F-A8A8-425A944852B8}" destId="{5E029D5D-CDFF-428D-BC08-1235E0080C10}" srcOrd="2" destOrd="0" presId="urn:microsoft.com/office/officeart/2018/2/layout/IconVerticalSolidList"/>
    <dgm:cxn modelId="{890CA9C6-D62B-4E9F-B0D6-A4C1EFE53464}" type="presParOf" srcId="{B8B3569C-01AB-483F-A8A8-425A944852B8}" destId="{5EBDC4C5-BDD2-4D17-9404-096B15E1A512}" srcOrd="3" destOrd="0" presId="urn:microsoft.com/office/officeart/2018/2/layout/IconVerticalSolidList"/>
    <dgm:cxn modelId="{F014C036-3D89-436C-A1D4-F6FE4A295DF3}" type="presParOf" srcId="{27228627-ED7D-4874-B685-A306D7E62339}" destId="{990192C7-1653-48E0-9193-8A0B1986ECB8}" srcOrd="3" destOrd="0" presId="urn:microsoft.com/office/officeart/2018/2/layout/IconVerticalSolidList"/>
    <dgm:cxn modelId="{790B86D9-E16E-4F32-AB13-1239D80F93DE}" type="presParOf" srcId="{27228627-ED7D-4874-B685-A306D7E62339}" destId="{A5E4D49C-5C8B-487B-BA9B-D3400651197E}" srcOrd="4" destOrd="0" presId="urn:microsoft.com/office/officeart/2018/2/layout/IconVerticalSolidList"/>
    <dgm:cxn modelId="{E9E45298-C100-4072-9207-C8255A20B7E1}" type="presParOf" srcId="{A5E4D49C-5C8B-487B-BA9B-D3400651197E}" destId="{B4CAE973-4323-4BDB-A78A-67E044278006}" srcOrd="0" destOrd="0" presId="urn:microsoft.com/office/officeart/2018/2/layout/IconVerticalSolidList"/>
    <dgm:cxn modelId="{EC35F120-5D4C-4AB6-AE30-D6A23247E297}" type="presParOf" srcId="{A5E4D49C-5C8B-487B-BA9B-D3400651197E}" destId="{D9198EB6-DA11-43B0-BC53-5D95E0DC6048}" srcOrd="1" destOrd="0" presId="urn:microsoft.com/office/officeart/2018/2/layout/IconVerticalSolidList"/>
    <dgm:cxn modelId="{18678EC7-6E43-4839-8A0F-F25B6D59E9E8}" type="presParOf" srcId="{A5E4D49C-5C8B-487B-BA9B-D3400651197E}" destId="{87B80CF5-FCA4-42FA-9CE8-9F74495F394E}" srcOrd="2" destOrd="0" presId="urn:microsoft.com/office/officeart/2018/2/layout/IconVerticalSolidList"/>
    <dgm:cxn modelId="{CCC5D0AD-A771-40F0-8D84-D418814C6008}" type="presParOf" srcId="{A5E4D49C-5C8B-487B-BA9B-D3400651197E}" destId="{E32ADDEF-26A6-4312-87D0-5225DE49B177}" srcOrd="3" destOrd="0" presId="urn:microsoft.com/office/officeart/2018/2/layout/IconVerticalSolidList"/>
    <dgm:cxn modelId="{BB9B944A-B56D-4CD4-8288-FCE1D1B41ECA}" type="presParOf" srcId="{27228627-ED7D-4874-B685-A306D7E62339}" destId="{B1C72840-7B04-476B-AC6A-1EF24CC49555}" srcOrd="5" destOrd="0" presId="urn:microsoft.com/office/officeart/2018/2/layout/IconVerticalSolidList"/>
    <dgm:cxn modelId="{B404FE51-1FCC-4343-85A5-180B75769849}" type="presParOf" srcId="{27228627-ED7D-4874-B685-A306D7E62339}" destId="{DD432DF8-404D-4C29-A583-ACE2838D1C71}" srcOrd="6" destOrd="0" presId="urn:microsoft.com/office/officeart/2018/2/layout/IconVerticalSolidList"/>
    <dgm:cxn modelId="{71A77896-13A6-4F44-BFBC-C7FFE68B51C6}" type="presParOf" srcId="{DD432DF8-404D-4C29-A583-ACE2838D1C71}" destId="{7A27DE9E-85E2-4F87-8EA2-475E3C3E0E6E}" srcOrd="0" destOrd="0" presId="urn:microsoft.com/office/officeart/2018/2/layout/IconVerticalSolidList"/>
    <dgm:cxn modelId="{83BEBB99-ABA6-4074-8103-6B4A34361E60}" type="presParOf" srcId="{DD432DF8-404D-4C29-A583-ACE2838D1C71}" destId="{FBCD07AE-DFA4-44BD-900E-D96C75D0B3B7}" srcOrd="1" destOrd="0" presId="urn:microsoft.com/office/officeart/2018/2/layout/IconVerticalSolidList"/>
    <dgm:cxn modelId="{2E476802-DBC8-4EDF-9512-F7B0EC0A9902}" type="presParOf" srcId="{DD432DF8-404D-4C29-A583-ACE2838D1C71}" destId="{C81DF4DB-8384-434E-9135-0169BD3C28B1}" srcOrd="2" destOrd="0" presId="urn:microsoft.com/office/officeart/2018/2/layout/IconVerticalSolidList"/>
    <dgm:cxn modelId="{0C91D496-11AA-4448-B400-31DB02C67CB7}" type="presParOf" srcId="{DD432DF8-404D-4C29-A583-ACE2838D1C71}" destId="{E1F04A59-F7D8-4AFB-A477-E2252B04E656}" srcOrd="3" destOrd="0" presId="urn:microsoft.com/office/officeart/2018/2/layout/IconVerticalSolidList"/>
    <dgm:cxn modelId="{4ACC58D4-749E-4C7E-B154-1A390BEC0E42}" type="presParOf" srcId="{27228627-ED7D-4874-B685-A306D7E62339}" destId="{7FA09FA6-5374-4551-84D5-5B790BE73621}" srcOrd="7" destOrd="0" presId="urn:microsoft.com/office/officeart/2018/2/layout/IconVerticalSolidList"/>
    <dgm:cxn modelId="{E24101D8-992F-4A78-971F-E195A1F57B4E}" type="presParOf" srcId="{27228627-ED7D-4874-B685-A306D7E62339}" destId="{7FAB48CD-B754-4696-A889-F62299E603B6}" srcOrd="8" destOrd="0" presId="urn:microsoft.com/office/officeart/2018/2/layout/IconVerticalSolidList"/>
    <dgm:cxn modelId="{47F69A7E-6699-459A-8396-2A3F1EDAA272}" type="presParOf" srcId="{7FAB48CD-B754-4696-A889-F62299E603B6}" destId="{D558C8F7-B9B9-4B68-80D2-2D98C21900D0}" srcOrd="0" destOrd="0" presId="urn:microsoft.com/office/officeart/2018/2/layout/IconVerticalSolidList"/>
    <dgm:cxn modelId="{B212E297-3479-4C35-9204-52EBBD09E25F}" type="presParOf" srcId="{7FAB48CD-B754-4696-A889-F62299E603B6}" destId="{DA0DE7AD-541D-4AEC-A0C1-E220872563CB}" srcOrd="1" destOrd="0" presId="urn:microsoft.com/office/officeart/2018/2/layout/IconVerticalSolidList"/>
    <dgm:cxn modelId="{A4E91794-D8DC-4D6D-9C09-1EE0784A911A}" type="presParOf" srcId="{7FAB48CD-B754-4696-A889-F62299E603B6}" destId="{B01A8B63-0466-4374-9920-099C93EB15F5}" srcOrd="2" destOrd="0" presId="urn:microsoft.com/office/officeart/2018/2/layout/IconVerticalSolidList"/>
    <dgm:cxn modelId="{C3142614-CE78-4074-82BE-B820CD3768D1}" type="presParOf" srcId="{7FAB48CD-B754-4696-A889-F62299E603B6}" destId="{C6A85876-62F8-4276-87FF-89CF1ACF86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1F88198-DC45-491F-8728-B84F5B8DF24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548637A-F038-4733-819D-23EDE2089663}">
      <dgm:prSet/>
      <dgm:spPr/>
      <dgm:t>
        <a:bodyPr/>
        <a:lstStyle/>
        <a:p>
          <a:r>
            <a:rPr lang="en-US"/>
            <a:t>• Cada Estado establece una autoridad nacional.</a:t>
          </a:r>
        </a:p>
      </dgm:t>
    </dgm:pt>
    <dgm:pt modelId="{B9C2B460-8E13-47A1-A749-F0D6480F66E4}" type="parTrans" cxnId="{7F8D8B04-7193-4A82-8D4E-5194AD975968}">
      <dgm:prSet/>
      <dgm:spPr/>
      <dgm:t>
        <a:bodyPr/>
        <a:lstStyle/>
        <a:p>
          <a:endParaRPr lang="en-US"/>
        </a:p>
      </dgm:t>
    </dgm:pt>
    <dgm:pt modelId="{EB79C517-F6CD-422B-87F3-DFDA05445645}" type="sibTrans" cxnId="{7F8D8B04-7193-4A82-8D4E-5194AD975968}">
      <dgm:prSet/>
      <dgm:spPr/>
      <dgm:t>
        <a:bodyPr/>
        <a:lstStyle/>
        <a:p>
          <a:endParaRPr lang="en-US"/>
        </a:p>
      </dgm:t>
    </dgm:pt>
    <dgm:pt modelId="{329A89E9-CD3E-49F0-86A8-98FCA016A7F8}">
      <dgm:prSet/>
      <dgm:spPr/>
      <dgm:t>
        <a:bodyPr/>
        <a:lstStyle/>
        <a:p>
          <a:r>
            <a:rPr lang="en-US"/>
            <a:t>• España: INCIBE y CCN-CERT como organismos de referencia.</a:t>
          </a:r>
        </a:p>
      </dgm:t>
    </dgm:pt>
    <dgm:pt modelId="{55DD1187-F4D3-4BEB-8F76-C89EDAC7281D}" type="parTrans" cxnId="{1F0FBBD6-887E-4107-9C03-99F9E7E2CFA1}">
      <dgm:prSet/>
      <dgm:spPr/>
      <dgm:t>
        <a:bodyPr/>
        <a:lstStyle/>
        <a:p>
          <a:endParaRPr lang="en-US"/>
        </a:p>
      </dgm:t>
    </dgm:pt>
    <dgm:pt modelId="{726ADF86-78DC-4617-B314-7725CBDAF6A4}" type="sibTrans" cxnId="{1F0FBBD6-887E-4107-9C03-99F9E7E2CFA1}">
      <dgm:prSet/>
      <dgm:spPr/>
      <dgm:t>
        <a:bodyPr/>
        <a:lstStyle/>
        <a:p>
          <a:endParaRPr lang="en-US"/>
        </a:p>
      </dgm:t>
    </dgm:pt>
    <dgm:pt modelId="{5FF4C099-F1A0-4892-96C8-CFC13D342643}">
      <dgm:prSet/>
      <dgm:spPr/>
      <dgm:t>
        <a:bodyPr/>
        <a:lstStyle/>
        <a:p>
          <a:r>
            <a:rPr lang="en-US"/>
            <a:t>• Coordinación con ENISA a nivel europeo.</a:t>
          </a:r>
        </a:p>
      </dgm:t>
    </dgm:pt>
    <dgm:pt modelId="{7DE08DB8-9B0A-4E59-A7EF-13F0274EE43D}" type="parTrans" cxnId="{4967D755-431E-40E7-BA71-B1D728FCE0C4}">
      <dgm:prSet/>
      <dgm:spPr/>
      <dgm:t>
        <a:bodyPr/>
        <a:lstStyle/>
        <a:p>
          <a:endParaRPr lang="en-US"/>
        </a:p>
      </dgm:t>
    </dgm:pt>
    <dgm:pt modelId="{4728BB0C-46E2-43C3-9775-FE3EF32DB3CA}" type="sibTrans" cxnId="{4967D755-431E-40E7-BA71-B1D728FCE0C4}">
      <dgm:prSet/>
      <dgm:spPr/>
      <dgm:t>
        <a:bodyPr/>
        <a:lstStyle/>
        <a:p>
          <a:endParaRPr lang="en-US"/>
        </a:p>
      </dgm:t>
    </dgm:pt>
    <dgm:pt modelId="{FEB18227-CFE8-489B-B472-F304AE36CA64}" type="pres">
      <dgm:prSet presAssocID="{61F88198-DC45-491F-8728-B84F5B8DF24D}" presName="vert0" presStyleCnt="0">
        <dgm:presLayoutVars>
          <dgm:dir/>
          <dgm:animOne val="branch"/>
          <dgm:animLvl val="lvl"/>
        </dgm:presLayoutVars>
      </dgm:prSet>
      <dgm:spPr/>
    </dgm:pt>
    <dgm:pt modelId="{8B1D6E21-543C-4B78-B8D8-FECC1EC1AB87}" type="pres">
      <dgm:prSet presAssocID="{2548637A-F038-4733-819D-23EDE2089663}" presName="thickLine" presStyleLbl="alignNode1" presStyleIdx="0" presStyleCnt="3"/>
      <dgm:spPr/>
    </dgm:pt>
    <dgm:pt modelId="{CC1495EA-F7E0-4933-A365-4358A2E32730}" type="pres">
      <dgm:prSet presAssocID="{2548637A-F038-4733-819D-23EDE2089663}" presName="horz1" presStyleCnt="0"/>
      <dgm:spPr/>
    </dgm:pt>
    <dgm:pt modelId="{E562BAB3-A101-49B9-A95A-903CC6D4263B}" type="pres">
      <dgm:prSet presAssocID="{2548637A-F038-4733-819D-23EDE2089663}" presName="tx1" presStyleLbl="revTx" presStyleIdx="0" presStyleCnt="3"/>
      <dgm:spPr/>
    </dgm:pt>
    <dgm:pt modelId="{6D9704E7-52FF-42A4-8691-92FAC83169B0}" type="pres">
      <dgm:prSet presAssocID="{2548637A-F038-4733-819D-23EDE2089663}" presName="vert1" presStyleCnt="0"/>
      <dgm:spPr/>
    </dgm:pt>
    <dgm:pt modelId="{09086132-31BB-492D-9961-98C725DBF42F}" type="pres">
      <dgm:prSet presAssocID="{329A89E9-CD3E-49F0-86A8-98FCA016A7F8}" presName="thickLine" presStyleLbl="alignNode1" presStyleIdx="1" presStyleCnt="3"/>
      <dgm:spPr/>
    </dgm:pt>
    <dgm:pt modelId="{377C2D16-60B6-4DA0-A257-C39562A6BBC5}" type="pres">
      <dgm:prSet presAssocID="{329A89E9-CD3E-49F0-86A8-98FCA016A7F8}" presName="horz1" presStyleCnt="0"/>
      <dgm:spPr/>
    </dgm:pt>
    <dgm:pt modelId="{7F196B21-F498-459A-8F0B-0086999355FB}" type="pres">
      <dgm:prSet presAssocID="{329A89E9-CD3E-49F0-86A8-98FCA016A7F8}" presName="tx1" presStyleLbl="revTx" presStyleIdx="1" presStyleCnt="3"/>
      <dgm:spPr/>
    </dgm:pt>
    <dgm:pt modelId="{14506824-9F84-4E29-9349-FB62983B0D6C}" type="pres">
      <dgm:prSet presAssocID="{329A89E9-CD3E-49F0-86A8-98FCA016A7F8}" presName="vert1" presStyleCnt="0"/>
      <dgm:spPr/>
    </dgm:pt>
    <dgm:pt modelId="{68E6D356-C04C-4876-9292-29292ED5FC87}" type="pres">
      <dgm:prSet presAssocID="{5FF4C099-F1A0-4892-96C8-CFC13D342643}" presName="thickLine" presStyleLbl="alignNode1" presStyleIdx="2" presStyleCnt="3"/>
      <dgm:spPr/>
    </dgm:pt>
    <dgm:pt modelId="{C3C7272B-E8B6-4756-8E7D-F1D393ADAE73}" type="pres">
      <dgm:prSet presAssocID="{5FF4C099-F1A0-4892-96C8-CFC13D342643}" presName="horz1" presStyleCnt="0"/>
      <dgm:spPr/>
    </dgm:pt>
    <dgm:pt modelId="{0F2E0375-C46C-4531-9C49-C02AC546F93F}" type="pres">
      <dgm:prSet presAssocID="{5FF4C099-F1A0-4892-96C8-CFC13D342643}" presName="tx1" presStyleLbl="revTx" presStyleIdx="2" presStyleCnt="3"/>
      <dgm:spPr/>
    </dgm:pt>
    <dgm:pt modelId="{5B6FF088-C867-439D-9DEF-0D269523F8F1}" type="pres">
      <dgm:prSet presAssocID="{5FF4C099-F1A0-4892-96C8-CFC13D342643}" presName="vert1" presStyleCnt="0"/>
      <dgm:spPr/>
    </dgm:pt>
  </dgm:ptLst>
  <dgm:cxnLst>
    <dgm:cxn modelId="{7F8D8B04-7193-4A82-8D4E-5194AD975968}" srcId="{61F88198-DC45-491F-8728-B84F5B8DF24D}" destId="{2548637A-F038-4733-819D-23EDE2089663}" srcOrd="0" destOrd="0" parTransId="{B9C2B460-8E13-47A1-A749-F0D6480F66E4}" sibTransId="{EB79C517-F6CD-422B-87F3-DFDA05445645}"/>
    <dgm:cxn modelId="{04D65727-71FC-421E-B1F3-7E0231A43847}" type="presOf" srcId="{2548637A-F038-4733-819D-23EDE2089663}" destId="{E562BAB3-A101-49B9-A95A-903CC6D4263B}" srcOrd="0" destOrd="0" presId="urn:microsoft.com/office/officeart/2008/layout/LinedList"/>
    <dgm:cxn modelId="{6F7E0732-5EF0-4EB9-84DA-DB236EC2D809}" type="presOf" srcId="{5FF4C099-F1A0-4892-96C8-CFC13D342643}" destId="{0F2E0375-C46C-4531-9C49-C02AC546F93F}" srcOrd="0" destOrd="0" presId="urn:microsoft.com/office/officeart/2008/layout/LinedList"/>
    <dgm:cxn modelId="{4967D755-431E-40E7-BA71-B1D728FCE0C4}" srcId="{61F88198-DC45-491F-8728-B84F5B8DF24D}" destId="{5FF4C099-F1A0-4892-96C8-CFC13D342643}" srcOrd="2" destOrd="0" parTransId="{7DE08DB8-9B0A-4E59-A7EF-13F0274EE43D}" sibTransId="{4728BB0C-46E2-43C3-9775-FE3EF32DB3CA}"/>
    <dgm:cxn modelId="{E6A81E97-CB52-4130-9BD1-176C7E7C4896}" type="presOf" srcId="{61F88198-DC45-491F-8728-B84F5B8DF24D}" destId="{FEB18227-CFE8-489B-B472-F304AE36CA64}" srcOrd="0" destOrd="0" presId="urn:microsoft.com/office/officeart/2008/layout/LinedList"/>
    <dgm:cxn modelId="{A06196D0-0193-44D6-B1B8-F512B18B0906}" type="presOf" srcId="{329A89E9-CD3E-49F0-86A8-98FCA016A7F8}" destId="{7F196B21-F498-459A-8F0B-0086999355FB}" srcOrd="0" destOrd="0" presId="urn:microsoft.com/office/officeart/2008/layout/LinedList"/>
    <dgm:cxn modelId="{1F0FBBD6-887E-4107-9C03-99F9E7E2CFA1}" srcId="{61F88198-DC45-491F-8728-B84F5B8DF24D}" destId="{329A89E9-CD3E-49F0-86A8-98FCA016A7F8}" srcOrd="1" destOrd="0" parTransId="{55DD1187-F4D3-4BEB-8F76-C89EDAC7281D}" sibTransId="{726ADF86-78DC-4617-B314-7725CBDAF6A4}"/>
    <dgm:cxn modelId="{A7624741-5340-4969-AE89-94E7280975CB}" type="presParOf" srcId="{FEB18227-CFE8-489B-B472-F304AE36CA64}" destId="{8B1D6E21-543C-4B78-B8D8-FECC1EC1AB87}" srcOrd="0" destOrd="0" presId="urn:microsoft.com/office/officeart/2008/layout/LinedList"/>
    <dgm:cxn modelId="{FF6575EE-1C80-4078-B646-7D2D5C119BBF}" type="presParOf" srcId="{FEB18227-CFE8-489B-B472-F304AE36CA64}" destId="{CC1495EA-F7E0-4933-A365-4358A2E32730}" srcOrd="1" destOrd="0" presId="urn:microsoft.com/office/officeart/2008/layout/LinedList"/>
    <dgm:cxn modelId="{8D046CE3-ADB3-47F2-9E0A-E62B3221255E}" type="presParOf" srcId="{CC1495EA-F7E0-4933-A365-4358A2E32730}" destId="{E562BAB3-A101-49B9-A95A-903CC6D4263B}" srcOrd="0" destOrd="0" presId="urn:microsoft.com/office/officeart/2008/layout/LinedList"/>
    <dgm:cxn modelId="{0E9910E5-7D30-4B2D-BCB0-997286066C8F}" type="presParOf" srcId="{CC1495EA-F7E0-4933-A365-4358A2E32730}" destId="{6D9704E7-52FF-42A4-8691-92FAC83169B0}" srcOrd="1" destOrd="0" presId="urn:microsoft.com/office/officeart/2008/layout/LinedList"/>
    <dgm:cxn modelId="{20B474BC-B0DB-4D5A-AB46-E5BF9DCBECF9}" type="presParOf" srcId="{FEB18227-CFE8-489B-B472-F304AE36CA64}" destId="{09086132-31BB-492D-9961-98C725DBF42F}" srcOrd="2" destOrd="0" presId="urn:microsoft.com/office/officeart/2008/layout/LinedList"/>
    <dgm:cxn modelId="{C012D15A-3625-4230-9895-74A92845C712}" type="presParOf" srcId="{FEB18227-CFE8-489B-B472-F304AE36CA64}" destId="{377C2D16-60B6-4DA0-A257-C39562A6BBC5}" srcOrd="3" destOrd="0" presId="urn:microsoft.com/office/officeart/2008/layout/LinedList"/>
    <dgm:cxn modelId="{C81D9B5E-DA25-4065-9B3A-001CB357E67D}" type="presParOf" srcId="{377C2D16-60B6-4DA0-A257-C39562A6BBC5}" destId="{7F196B21-F498-459A-8F0B-0086999355FB}" srcOrd="0" destOrd="0" presId="urn:microsoft.com/office/officeart/2008/layout/LinedList"/>
    <dgm:cxn modelId="{303FBD28-E06E-485E-B2F5-A2C48F41CC10}" type="presParOf" srcId="{377C2D16-60B6-4DA0-A257-C39562A6BBC5}" destId="{14506824-9F84-4E29-9349-FB62983B0D6C}" srcOrd="1" destOrd="0" presId="urn:microsoft.com/office/officeart/2008/layout/LinedList"/>
    <dgm:cxn modelId="{3A48600F-4D3C-4B51-9570-ED46B0BE0464}" type="presParOf" srcId="{FEB18227-CFE8-489B-B472-F304AE36CA64}" destId="{68E6D356-C04C-4876-9292-29292ED5FC87}" srcOrd="4" destOrd="0" presId="urn:microsoft.com/office/officeart/2008/layout/LinedList"/>
    <dgm:cxn modelId="{2A6AE836-27C0-4F5F-80E4-B14360603463}" type="presParOf" srcId="{FEB18227-CFE8-489B-B472-F304AE36CA64}" destId="{C3C7272B-E8B6-4756-8E7D-F1D393ADAE73}" srcOrd="5" destOrd="0" presId="urn:microsoft.com/office/officeart/2008/layout/LinedList"/>
    <dgm:cxn modelId="{E25DECD7-73C3-400F-807D-910BA60B6F65}" type="presParOf" srcId="{C3C7272B-E8B6-4756-8E7D-F1D393ADAE73}" destId="{0F2E0375-C46C-4531-9C49-C02AC546F93F}" srcOrd="0" destOrd="0" presId="urn:microsoft.com/office/officeart/2008/layout/LinedList"/>
    <dgm:cxn modelId="{AD6AD501-BEC6-4E7B-89B2-0D2650132045}" type="presParOf" srcId="{C3C7272B-E8B6-4756-8E7D-F1D393ADAE73}" destId="{5B6FF088-C867-439D-9DEF-0D269523F8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92FF805-32F7-45A7-9B32-6C54BC69A9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F89F1A-D9CB-44E0-A260-ABC379A2AC74}">
      <dgm:prSet/>
      <dgm:spPr/>
      <dgm:t>
        <a:bodyPr/>
        <a:lstStyle/>
        <a:p>
          <a:r>
            <a:rPr lang="en-US"/>
            <a:t>• Adoptar medidas técnicas (firewalls, cifrado, monitorización).</a:t>
          </a:r>
        </a:p>
      </dgm:t>
    </dgm:pt>
    <dgm:pt modelId="{014EA236-B671-4BD4-B72C-5F613A57BB5C}" type="parTrans" cxnId="{D5A31E7D-BD65-44C9-95D7-4986CC21D34D}">
      <dgm:prSet/>
      <dgm:spPr/>
      <dgm:t>
        <a:bodyPr/>
        <a:lstStyle/>
        <a:p>
          <a:endParaRPr lang="en-US"/>
        </a:p>
      </dgm:t>
    </dgm:pt>
    <dgm:pt modelId="{131D443E-39FB-422A-B997-1A5C93339757}" type="sibTrans" cxnId="{D5A31E7D-BD65-44C9-95D7-4986CC21D34D}">
      <dgm:prSet/>
      <dgm:spPr/>
      <dgm:t>
        <a:bodyPr/>
        <a:lstStyle/>
        <a:p>
          <a:endParaRPr lang="en-US"/>
        </a:p>
      </dgm:t>
    </dgm:pt>
    <dgm:pt modelId="{B4279743-63BE-4DFB-9AEF-5582D3500F93}">
      <dgm:prSet/>
      <dgm:spPr/>
      <dgm:t>
        <a:bodyPr/>
        <a:lstStyle/>
        <a:p>
          <a:r>
            <a:rPr lang="en-US"/>
            <a:t>• Implementar medidas organizativas (planes de continuidad, gestión de riesgos).</a:t>
          </a:r>
        </a:p>
      </dgm:t>
    </dgm:pt>
    <dgm:pt modelId="{EA22F702-B624-48D9-9BD5-C8B5413ADEE2}" type="parTrans" cxnId="{C30CEDC0-A752-4B41-B7A3-6688B4042059}">
      <dgm:prSet/>
      <dgm:spPr/>
      <dgm:t>
        <a:bodyPr/>
        <a:lstStyle/>
        <a:p>
          <a:endParaRPr lang="en-US"/>
        </a:p>
      </dgm:t>
    </dgm:pt>
    <dgm:pt modelId="{FC422EA2-AFF3-444D-BEEF-932DD4D11974}" type="sibTrans" cxnId="{C30CEDC0-A752-4B41-B7A3-6688B4042059}">
      <dgm:prSet/>
      <dgm:spPr/>
      <dgm:t>
        <a:bodyPr/>
        <a:lstStyle/>
        <a:p>
          <a:endParaRPr lang="en-US"/>
        </a:p>
      </dgm:t>
    </dgm:pt>
    <dgm:pt modelId="{2C2D385C-9696-4C66-B2BD-2E49B6687E01}">
      <dgm:prSet/>
      <dgm:spPr/>
      <dgm:t>
        <a:bodyPr/>
        <a:lstStyle/>
        <a:p>
          <a:r>
            <a:rPr lang="en-US"/>
            <a:t>• Notificar incidentes relevantes de inmediato a la autoridad competente.</a:t>
          </a:r>
        </a:p>
      </dgm:t>
    </dgm:pt>
    <dgm:pt modelId="{EE7F0ECF-2A3C-49F0-8769-909E884D3EC1}" type="parTrans" cxnId="{A8DC42B0-FCED-46AE-BD7A-896D177F019C}">
      <dgm:prSet/>
      <dgm:spPr/>
      <dgm:t>
        <a:bodyPr/>
        <a:lstStyle/>
        <a:p>
          <a:endParaRPr lang="en-US"/>
        </a:p>
      </dgm:t>
    </dgm:pt>
    <dgm:pt modelId="{723AAD7F-33E7-4234-930E-6D58A34F120B}" type="sibTrans" cxnId="{A8DC42B0-FCED-46AE-BD7A-896D177F019C}">
      <dgm:prSet/>
      <dgm:spPr/>
      <dgm:t>
        <a:bodyPr/>
        <a:lstStyle/>
        <a:p>
          <a:endParaRPr lang="en-US"/>
        </a:p>
      </dgm:t>
    </dgm:pt>
    <dgm:pt modelId="{C17E8370-D183-4D64-AC11-4C57F7568CED}" type="pres">
      <dgm:prSet presAssocID="{A92FF805-32F7-45A7-9B32-6C54BC69A9F6}" presName="linear" presStyleCnt="0">
        <dgm:presLayoutVars>
          <dgm:animLvl val="lvl"/>
          <dgm:resizeHandles val="exact"/>
        </dgm:presLayoutVars>
      </dgm:prSet>
      <dgm:spPr/>
    </dgm:pt>
    <dgm:pt modelId="{0F855509-FA5C-4666-B6B8-7FA92A9BACFD}" type="pres">
      <dgm:prSet presAssocID="{68F89F1A-D9CB-44E0-A260-ABC379A2AC7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714864-04A6-4DF7-B577-99B2DACD3C64}" type="pres">
      <dgm:prSet presAssocID="{131D443E-39FB-422A-B997-1A5C93339757}" presName="spacer" presStyleCnt="0"/>
      <dgm:spPr/>
    </dgm:pt>
    <dgm:pt modelId="{9A41C95D-E063-4402-B872-A25D9BDA7872}" type="pres">
      <dgm:prSet presAssocID="{B4279743-63BE-4DFB-9AEF-5582D3500F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7D82E1-0230-4021-B89E-BD99BDD45A1A}" type="pres">
      <dgm:prSet presAssocID="{FC422EA2-AFF3-444D-BEEF-932DD4D11974}" presName="spacer" presStyleCnt="0"/>
      <dgm:spPr/>
    </dgm:pt>
    <dgm:pt modelId="{1959F399-C372-462C-A52B-936C23DA0913}" type="pres">
      <dgm:prSet presAssocID="{2C2D385C-9696-4C66-B2BD-2E49B6687E0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9081C2F-CA55-4A3E-B8FE-456696C04C62}" type="presOf" srcId="{68F89F1A-D9CB-44E0-A260-ABC379A2AC74}" destId="{0F855509-FA5C-4666-B6B8-7FA92A9BACFD}" srcOrd="0" destOrd="0" presId="urn:microsoft.com/office/officeart/2005/8/layout/vList2"/>
    <dgm:cxn modelId="{A736C038-45BD-407A-A9BF-2402CBFD8A12}" type="presOf" srcId="{2C2D385C-9696-4C66-B2BD-2E49B6687E01}" destId="{1959F399-C372-462C-A52B-936C23DA0913}" srcOrd="0" destOrd="0" presId="urn:microsoft.com/office/officeart/2005/8/layout/vList2"/>
    <dgm:cxn modelId="{D5A31E7D-BD65-44C9-95D7-4986CC21D34D}" srcId="{A92FF805-32F7-45A7-9B32-6C54BC69A9F6}" destId="{68F89F1A-D9CB-44E0-A260-ABC379A2AC74}" srcOrd="0" destOrd="0" parTransId="{014EA236-B671-4BD4-B72C-5F613A57BB5C}" sibTransId="{131D443E-39FB-422A-B997-1A5C93339757}"/>
    <dgm:cxn modelId="{B149AD8B-BD34-41C1-80C2-20A05A8F03E7}" type="presOf" srcId="{A92FF805-32F7-45A7-9B32-6C54BC69A9F6}" destId="{C17E8370-D183-4D64-AC11-4C57F7568CED}" srcOrd="0" destOrd="0" presId="urn:microsoft.com/office/officeart/2005/8/layout/vList2"/>
    <dgm:cxn modelId="{A8DC42B0-FCED-46AE-BD7A-896D177F019C}" srcId="{A92FF805-32F7-45A7-9B32-6C54BC69A9F6}" destId="{2C2D385C-9696-4C66-B2BD-2E49B6687E01}" srcOrd="2" destOrd="0" parTransId="{EE7F0ECF-2A3C-49F0-8769-909E884D3EC1}" sibTransId="{723AAD7F-33E7-4234-930E-6D58A34F120B}"/>
    <dgm:cxn modelId="{C30CEDC0-A752-4B41-B7A3-6688B4042059}" srcId="{A92FF805-32F7-45A7-9B32-6C54BC69A9F6}" destId="{B4279743-63BE-4DFB-9AEF-5582D3500F93}" srcOrd="1" destOrd="0" parTransId="{EA22F702-B624-48D9-9BD5-C8B5413ADEE2}" sibTransId="{FC422EA2-AFF3-444D-BEEF-932DD4D11974}"/>
    <dgm:cxn modelId="{78259ADA-969A-41AE-8BBA-7A2B6A6658ED}" type="presOf" srcId="{B4279743-63BE-4DFB-9AEF-5582D3500F93}" destId="{9A41C95D-E063-4402-B872-A25D9BDA7872}" srcOrd="0" destOrd="0" presId="urn:microsoft.com/office/officeart/2005/8/layout/vList2"/>
    <dgm:cxn modelId="{07A530FD-E5D1-48C7-B611-E4C4EF827692}" type="presParOf" srcId="{C17E8370-D183-4D64-AC11-4C57F7568CED}" destId="{0F855509-FA5C-4666-B6B8-7FA92A9BACFD}" srcOrd="0" destOrd="0" presId="urn:microsoft.com/office/officeart/2005/8/layout/vList2"/>
    <dgm:cxn modelId="{CEE0E3BA-B5E4-4014-9841-D09B1B1AA349}" type="presParOf" srcId="{C17E8370-D183-4D64-AC11-4C57F7568CED}" destId="{2B714864-04A6-4DF7-B577-99B2DACD3C64}" srcOrd="1" destOrd="0" presId="urn:microsoft.com/office/officeart/2005/8/layout/vList2"/>
    <dgm:cxn modelId="{BACB361B-E20B-4D9D-B6D9-C552B06F9387}" type="presParOf" srcId="{C17E8370-D183-4D64-AC11-4C57F7568CED}" destId="{9A41C95D-E063-4402-B872-A25D9BDA7872}" srcOrd="2" destOrd="0" presId="urn:microsoft.com/office/officeart/2005/8/layout/vList2"/>
    <dgm:cxn modelId="{202B13B0-AA66-4413-8292-86E799B6FC2B}" type="presParOf" srcId="{C17E8370-D183-4D64-AC11-4C57F7568CED}" destId="{C07D82E1-0230-4021-B89E-BD99BDD45A1A}" srcOrd="3" destOrd="0" presId="urn:microsoft.com/office/officeart/2005/8/layout/vList2"/>
    <dgm:cxn modelId="{6CA29E36-27AD-442D-9202-FC05449E3EEA}" type="presParOf" srcId="{C17E8370-D183-4D64-AC11-4C57F7568CED}" destId="{1959F399-C372-462C-A52B-936C23DA09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C76B744C-C5DB-4B5F-B3E6-C15D30207A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4798D7-ECE7-4422-8028-8900C8E9F531}">
      <dgm:prSet/>
      <dgm:spPr/>
      <dgm:t>
        <a:bodyPr/>
        <a:lstStyle/>
        <a:p>
          <a:r>
            <a:rPr lang="en-US"/>
            <a:t>• Incluyen: comercio electrónico, buscadores, servicios cloud.</a:t>
          </a:r>
        </a:p>
      </dgm:t>
    </dgm:pt>
    <dgm:pt modelId="{EE502D5C-25B5-410A-BD3C-A5D56D17AE39}" type="parTrans" cxnId="{25A6D4A8-73C5-4663-82F8-ADAD7C237F0A}">
      <dgm:prSet/>
      <dgm:spPr/>
      <dgm:t>
        <a:bodyPr/>
        <a:lstStyle/>
        <a:p>
          <a:endParaRPr lang="en-US"/>
        </a:p>
      </dgm:t>
    </dgm:pt>
    <dgm:pt modelId="{5D94DBA2-A26F-4156-8551-40416B3B36EE}" type="sibTrans" cxnId="{25A6D4A8-73C5-4663-82F8-ADAD7C237F0A}">
      <dgm:prSet/>
      <dgm:spPr/>
      <dgm:t>
        <a:bodyPr/>
        <a:lstStyle/>
        <a:p>
          <a:endParaRPr lang="en-US"/>
        </a:p>
      </dgm:t>
    </dgm:pt>
    <dgm:pt modelId="{AF41A2A5-8454-4BAF-A131-105CDE266ED1}">
      <dgm:prSet/>
      <dgm:spPr/>
      <dgm:t>
        <a:bodyPr/>
        <a:lstStyle/>
        <a:p>
          <a:r>
            <a:rPr lang="en-US"/>
            <a:t>• Obligaciones de seguridad y notificación de incidentes.</a:t>
          </a:r>
        </a:p>
      </dgm:t>
    </dgm:pt>
    <dgm:pt modelId="{29DB0F11-3C59-4B79-AC9F-908E1030B7F9}" type="parTrans" cxnId="{CB3F1D59-682C-4B33-B801-99F3EA693D40}">
      <dgm:prSet/>
      <dgm:spPr/>
      <dgm:t>
        <a:bodyPr/>
        <a:lstStyle/>
        <a:p>
          <a:endParaRPr lang="en-US"/>
        </a:p>
      </dgm:t>
    </dgm:pt>
    <dgm:pt modelId="{A9FF56E6-DB16-43DF-930E-F1818B106D39}" type="sibTrans" cxnId="{CB3F1D59-682C-4B33-B801-99F3EA693D40}">
      <dgm:prSet/>
      <dgm:spPr/>
      <dgm:t>
        <a:bodyPr/>
        <a:lstStyle/>
        <a:p>
          <a:endParaRPr lang="en-US"/>
        </a:p>
      </dgm:t>
    </dgm:pt>
    <dgm:pt modelId="{1B45EBA8-DEDD-490A-9094-D1307B185D7C}">
      <dgm:prSet/>
      <dgm:spPr/>
      <dgm:t>
        <a:bodyPr/>
        <a:lstStyle/>
        <a:p>
          <a:r>
            <a:rPr lang="en-US"/>
            <a:t>• Requisitos menos estrictos que los OSE.</a:t>
          </a:r>
        </a:p>
      </dgm:t>
    </dgm:pt>
    <dgm:pt modelId="{F6434B91-0244-4B29-8B68-A067D7CD3F87}" type="parTrans" cxnId="{57CE47C6-0B00-4DDA-AEAD-A4E18C7BA8C7}">
      <dgm:prSet/>
      <dgm:spPr/>
      <dgm:t>
        <a:bodyPr/>
        <a:lstStyle/>
        <a:p>
          <a:endParaRPr lang="en-US"/>
        </a:p>
      </dgm:t>
    </dgm:pt>
    <dgm:pt modelId="{EB80EBD9-19D9-465D-98F5-F2D87E1F8FFA}" type="sibTrans" cxnId="{57CE47C6-0B00-4DDA-AEAD-A4E18C7BA8C7}">
      <dgm:prSet/>
      <dgm:spPr/>
      <dgm:t>
        <a:bodyPr/>
        <a:lstStyle/>
        <a:p>
          <a:endParaRPr lang="en-US"/>
        </a:p>
      </dgm:t>
    </dgm:pt>
    <dgm:pt modelId="{A27067B7-0F1C-49A3-98FD-1105139621B2}" type="pres">
      <dgm:prSet presAssocID="{C76B744C-C5DB-4B5F-B3E6-C15D30207A34}" presName="linear" presStyleCnt="0">
        <dgm:presLayoutVars>
          <dgm:animLvl val="lvl"/>
          <dgm:resizeHandles val="exact"/>
        </dgm:presLayoutVars>
      </dgm:prSet>
      <dgm:spPr/>
    </dgm:pt>
    <dgm:pt modelId="{1D5C7CFB-DA51-47C9-A5DE-FCCE924DD7DB}" type="pres">
      <dgm:prSet presAssocID="{F74798D7-ECE7-4422-8028-8900C8E9F5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5940144-7D29-4A28-B938-D3CFF9E15349}" type="pres">
      <dgm:prSet presAssocID="{5D94DBA2-A26F-4156-8551-40416B3B36EE}" presName="spacer" presStyleCnt="0"/>
      <dgm:spPr/>
    </dgm:pt>
    <dgm:pt modelId="{487BFC91-BB33-4DC8-BD0D-8B94D4C65C33}" type="pres">
      <dgm:prSet presAssocID="{AF41A2A5-8454-4BAF-A131-105CDE266ED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4B6F367-FE62-4541-939B-90CA9F11480B}" type="pres">
      <dgm:prSet presAssocID="{A9FF56E6-DB16-43DF-930E-F1818B106D39}" presName="spacer" presStyleCnt="0"/>
      <dgm:spPr/>
    </dgm:pt>
    <dgm:pt modelId="{218AA6DE-1912-4F19-A274-915E154444D1}" type="pres">
      <dgm:prSet presAssocID="{1B45EBA8-DEDD-490A-9094-D1307B185D7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28EA475-8830-46EF-B592-5235F1FED95B}" type="presOf" srcId="{C76B744C-C5DB-4B5F-B3E6-C15D30207A34}" destId="{A27067B7-0F1C-49A3-98FD-1105139621B2}" srcOrd="0" destOrd="0" presId="urn:microsoft.com/office/officeart/2005/8/layout/vList2"/>
    <dgm:cxn modelId="{CB3F1D59-682C-4B33-B801-99F3EA693D40}" srcId="{C76B744C-C5DB-4B5F-B3E6-C15D30207A34}" destId="{AF41A2A5-8454-4BAF-A131-105CDE266ED1}" srcOrd="1" destOrd="0" parTransId="{29DB0F11-3C59-4B79-AC9F-908E1030B7F9}" sibTransId="{A9FF56E6-DB16-43DF-930E-F1818B106D39}"/>
    <dgm:cxn modelId="{5943C87F-D3BA-4A96-BFDE-91F00289AEB1}" type="presOf" srcId="{AF41A2A5-8454-4BAF-A131-105CDE266ED1}" destId="{487BFC91-BB33-4DC8-BD0D-8B94D4C65C33}" srcOrd="0" destOrd="0" presId="urn:microsoft.com/office/officeart/2005/8/layout/vList2"/>
    <dgm:cxn modelId="{BEE7628C-4902-48DD-AA7E-5BBFA0CD1412}" type="presOf" srcId="{F74798D7-ECE7-4422-8028-8900C8E9F531}" destId="{1D5C7CFB-DA51-47C9-A5DE-FCCE924DD7DB}" srcOrd="0" destOrd="0" presId="urn:microsoft.com/office/officeart/2005/8/layout/vList2"/>
    <dgm:cxn modelId="{25A6D4A8-73C5-4663-82F8-ADAD7C237F0A}" srcId="{C76B744C-C5DB-4B5F-B3E6-C15D30207A34}" destId="{F74798D7-ECE7-4422-8028-8900C8E9F531}" srcOrd="0" destOrd="0" parTransId="{EE502D5C-25B5-410A-BD3C-A5D56D17AE39}" sibTransId="{5D94DBA2-A26F-4156-8551-40416B3B36EE}"/>
    <dgm:cxn modelId="{7945BAB2-1ACD-468F-A51C-9159C9128D5E}" type="presOf" srcId="{1B45EBA8-DEDD-490A-9094-D1307B185D7C}" destId="{218AA6DE-1912-4F19-A274-915E154444D1}" srcOrd="0" destOrd="0" presId="urn:microsoft.com/office/officeart/2005/8/layout/vList2"/>
    <dgm:cxn modelId="{57CE47C6-0B00-4DDA-AEAD-A4E18C7BA8C7}" srcId="{C76B744C-C5DB-4B5F-B3E6-C15D30207A34}" destId="{1B45EBA8-DEDD-490A-9094-D1307B185D7C}" srcOrd="2" destOrd="0" parTransId="{F6434B91-0244-4B29-8B68-A067D7CD3F87}" sibTransId="{EB80EBD9-19D9-465D-98F5-F2D87E1F8FFA}"/>
    <dgm:cxn modelId="{902B91D7-66AA-41F9-8A9B-369F6DD9E59F}" type="presParOf" srcId="{A27067B7-0F1C-49A3-98FD-1105139621B2}" destId="{1D5C7CFB-DA51-47C9-A5DE-FCCE924DD7DB}" srcOrd="0" destOrd="0" presId="urn:microsoft.com/office/officeart/2005/8/layout/vList2"/>
    <dgm:cxn modelId="{B9F12C1E-7532-436F-84EF-C338EA70230C}" type="presParOf" srcId="{A27067B7-0F1C-49A3-98FD-1105139621B2}" destId="{45940144-7D29-4A28-B938-D3CFF9E15349}" srcOrd="1" destOrd="0" presId="urn:microsoft.com/office/officeart/2005/8/layout/vList2"/>
    <dgm:cxn modelId="{1632DC30-78A8-4991-820F-29F2F03B3AF1}" type="presParOf" srcId="{A27067B7-0F1C-49A3-98FD-1105139621B2}" destId="{487BFC91-BB33-4DC8-BD0D-8B94D4C65C33}" srcOrd="2" destOrd="0" presId="urn:microsoft.com/office/officeart/2005/8/layout/vList2"/>
    <dgm:cxn modelId="{ABB459FE-4CBC-41DC-A561-5900C67D4F79}" type="presParOf" srcId="{A27067B7-0F1C-49A3-98FD-1105139621B2}" destId="{64B6F367-FE62-4541-939B-90CA9F11480B}" srcOrd="3" destOrd="0" presId="urn:microsoft.com/office/officeart/2005/8/layout/vList2"/>
    <dgm:cxn modelId="{77F99AF1-EE1B-4A0D-A850-2866A88B6766}" type="presParOf" srcId="{A27067B7-0F1C-49A3-98FD-1105139621B2}" destId="{218AA6DE-1912-4F19-A274-915E154444D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869EB23-A9BC-4824-9349-DF199EECC5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C33F6A-2744-4DC1-9036-9B779A4C2330}">
      <dgm:prSet/>
      <dgm:spPr/>
      <dgm:t>
        <a:bodyPr/>
        <a:lstStyle/>
        <a:p>
          <a:r>
            <a:rPr lang="en-US"/>
            <a:t>• Norma internacional de gestión de la seguridad de la información (SGSI).</a:t>
          </a:r>
        </a:p>
      </dgm:t>
    </dgm:pt>
    <dgm:pt modelId="{6AA99437-6E9F-4A33-A729-7FA91C78BB54}" type="parTrans" cxnId="{0A954E10-49AD-4E71-AF5C-16ECCCA7B95A}">
      <dgm:prSet/>
      <dgm:spPr/>
      <dgm:t>
        <a:bodyPr/>
        <a:lstStyle/>
        <a:p>
          <a:endParaRPr lang="en-US"/>
        </a:p>
      </dgm:t>
    </dgm:pt>
    <dgm:pt modelId="{8D638A0D-4BF2-4B90-916D-4FD0D64A63B7}" type="sibTrans" cxnId="{0A954E10-49AD-4E71-AF5C-16ECCCA7B95A}">
      <dgm:prSet/>
      <dgm:spPr/>
      <dgm:t>
        <a:bodyPr/>
        <a:lstStyle/>
        <a:p>
          <a:endParaRPr lang="en-US"/>
        </a:p>
      </dgm:t>
    </dgm:pt>
    <dgm:pt modelId="{6A0FECE1-0C9B-4B72-AE89-7409B2DB8E31}">
      <dgm:prSet/>
      <dgm:spPr/>
      <dgm:t>
        <a:bodyPr/>
        <a:lstStyle/>
        <a:p>
          <a:r>
            <a:rPr lang="en-US"/>
            <a:t>• Protege confidencialidad, integridad y disponibilidad de la información.</a:t>
          </a:r>
        </a:p>
      </dgm:t>
    </dgm:pt>
    <dgm:pt modelId="{869A9196-7E9C-46BE-AC29-7EDB377E917E}" type="parTrans" cxnId="{9BCEAD44-77FF-44C1-B84E-FF40DC876B1B}">
      <dgm:prSet/>
      <dgm:spPr/>
      <dgm:t>
        <a:bodyPr/>
        <a:lstStyle/>
        <a:p>
          <a:endParaRPr lang="en-US"/>
        </a:p>
      </dgm:t>
    </dgm:pt>
    <dgm:pt modelId="{3AF75CF0-495C-43F0-B150-C2D271A88842}" type="sibTrans" cxnId="{9BCEAD44-77FF-44C1-B84E-FF40DC876B1B}">
      <dgm:prSet/>
      <dgm:spPr/>
      <dgm:t>
        <a:bodyPr/>
        <a:lstStyle/>
        <a:p>
          <a:endParaRPr lang="en-US"/>
        </a:p>
      </dgm:t>
    </dgm:pt>
    <dgm:pt modelId="{715FC926-7819-4B03-A245-1A6E66FEEE3F}">
      <dgm:prSet/>
      <dgm:spPr/>
      <dgm:t>
        <a:bodyPr/>
        <a:lstStyle/>
        <a:p>
          <a:r>
            <a:rPr lang="en-US"/>
            <a:t>• Basada en el ciclo PDCA (Plan-Do-Check-Act).</a:t>
          </a:r>
        </a:p>
      </dgm:t>
    </dgm:pt>
    <dgm:pt modelId="{EE6291C2-3FA0-408A-8AFD-17625A1BF596}" type="parTrans" cxnId="{174A1ED3-01B4-4D1F-9344-7CCC5B847041}">
      <dgm:prSet/>
      <dgm:spPr/>
      <dgm:t>
        <a:bodyPr/>
        <a:lstStyle/>
        <a:p>
          <a:endParaRPr lang="en-US"/>
        </a:p>
      </dgm:t>
    </dgm:pt>
    <dgm:pt modelId="{B678CB64-53E8-4AA6-8311-2368B56B57FF}" type="sibTrans" cxnId="{174A1ED3-01B4-4D1F-9344-7CCC5B847041}">
      <dgm:prSet/>
      <dgm:spPr/>
      <dgm:t>
        <a:bodyPr/>
        <a:lstStyle/>
        <a:p>
          <a:endParaRPr lang="en-US"/>
        </a:p>
      </dgm:t>
    </dgm:pt>
    <dgm:pt modelId="{A19F92C4-1AAF-40B2-AB00-9232B0990FD0}">
      <dgm:prSet/>
      <dgm:spPr/>
      <dgm:t>
        <a:bodyPr/>
        <a:lstStyle/>
        <a:p>
          <a:r>
            <a:rPr lang="en-US"/>
            <a:t>• Certificación reconocida que aporta confianza y cumplimiento.</a:t>
          </a:r>
        </a:p>
      </dgm:t>
    </dgm:pt>
    <dgm:pt modelId="{DC162BEB-13F6-479F-BC6E-74C317BFF1F7}" type="parTrans" cxnId="{4BB3F991-A32A-47BC-AFCF-F103E3F377F3}">
      <dgm:prSet/>
      <dgm:spPr/>
      <dgm:t>
        <a:bodyPr/>
        <a:lstStyle/>
        <a:p>
          <a:endParaRPr lang="en-US"/>
        </a:p>
      </dgm:t>
    </dgm:pt>
    <dgm:pt modelId="{28ECEA4A-B0A3-41BA-8C2F-AD605F2E9E26}" type="sibTrans" cxnId="{4BB3F991-A32A-47BC-AFCF-F103E3F377F3}">
      <dgm:prSet/>
      <dgm:spPr/>
      <dgm:t>
        <a:bodyPr/>
        <a:lstStyle/>
        <a:p>
          <a:endParaRPr lang="en-US"/>
        </a:p>
      </dgm:t>
    </dgm:pt>
    <dgm:pt modelId="{FE4EC56C-9E2D-44DC-8493-43BBCCC707E5}" type="pres">
      <dgm:prSet presAssocID="{1869EB23-A9BC-4824-9349-DF199EECC56E}" presName="root" presStyleCnt="0">
        <dgm:presLayoutVars>
          <dgm:dir/>
          <dgm:resizeHandles val="exact"/>
        </dgm:presLayoutVars>
      </dgm:prSet>
      <dgm:spPr/>
    </dgm:pt>
    <dgm:pt modelId="{B50A660D-C587-4241-8196-4E7E1978B8F9}" type="pres">
      <dgm:prSet presAssocID="{D4C33F6A-2744-4DC1-9036-9B779A4C2330}" presName="compNode" presStyleCnt="0"/>
      <dgm:spPr/>
    </dgm:pt>
    <dgm:pt modelId="{F48816E7-7935-4728-B901-6C353BFD28F8}" type="pres">
      <dgm:prSet presAssocID="{D4C33F6A-2744-4DC1-9036-9B779A4C2330}" presName="bgRect" presStyleLbl="bgShp" presStyleIdx="0" presStyleCnt="4"/>
      <dgm:spPr/>
    </dgm:pt>
    <dgm:pt modelId="{3D0464D4-9E8C-426D-A074-C7E585463CE9}" type="pres">
      <dgm:prSet presAssocID="{D4C33F6A-2744-4DC1-9036-9B779A4C23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8577119-1B7C-47E0-8277-E2FCDCEC699F}" type="pres">
      <dgm:prSet presAssocID="{D4C33F6A-2744-4DC1-9036-9B779A4C2330}" presName="spaceRect" presStyleCnt="0"/>
      <dgm:spPr/>
    </dgm:pt>
    <dgm:pt modelId="{A89E361A-2583-4CAA-B2BF-F82C14A24D46}" type="pres">
      <dgm:prSet presAssocID="{D4C33F6A-2744-4DC1-9036-9B779A4C2330}" presName="parTx" presStyleLbl="revTx" presStyleIdx="0" presStyleCnt="4">
        <dgm:presLayoutVars>
          <dgm:chMax val="0"/>
          <dgm:chPref val="0"/>
        </dgm:presLayoutVars>
      </dgm:prSet>
      <dgm:spPr/>
    </dgm:pt>
    <dgm:pt modelId="{DE3832A7-9EA0-4E31-BED6-2BCBDBAA3780}" type="pres">
      <dgm:prSet presAssocID="{8D638A0D-4BF2-4B90-916D-4FD0D64A63B7}" presName="sibTrans" presStyleCnt="0"/>
      <dgm:spPr/>
    </dgm:pt>
    <dgm:pt modelId="{64BD4404-DCC6-4EC1-B23A-9E093646E0E2}" type="pres">
      <dgm:prSet presAssocID="{6A0FECE1-0C9B-4B72-AE89-7409B2DB8E31}" presName="compNode" presStyleCnt="0"/>
      <dgm:spPr/>
    </dgm:pt>
    <dgm:pt modelId="{A13A74E2-A9E4-40FE-ABFE-91FA970BB476}" type="pres">
      <dgm:prSet presAssocID="{6A0FECE1-0C9B-4B72-AE89-7409B2DB8E31}" presName="bgRect" presStyleLbl="bgShp" presStyleIdx="1" presStyleCnt="4"/>
      <dgm:spPr/>
    </dgm:pt>
    <dgm:pt modelId="{355FA139-D6E5-4B0E-89D7-3E0C09B7F234}" type="pres">
      <dgm:prSet presAssocID="{6A0FECE1-0C9B-4B72-AE89-7409B2DB8E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9401FD2-0DB8-4123-8BB5-97F001FCEFCB}" type="pres">
      <dgm:prSet presAssocID="{6A0FECE1-0C9B-4B72-AE89-7409B2DB8E31}" presName="spaceRect" presStyleCnt="0"/>
      <dgm:spPr/>
    </dgm:pt>
    <dgm:pt modelId="{BA8A7E35-EC23-4732-9418-7E0D69169354}" type="pres">
      <dgm:prSet presAssocID="{6A0FECE1-0C9B-4B72-AE89-7409B2DB8E31}" presName="parTx" presStyleLbl="revTx" presStyleIdx="1" presStyleCnt="4">
        <dgm:presLayoutVars>
          <dgm:chMax val="0"/>
          <dgm:chPref val="0"/>
        </dgm:presLayoutVars>
      </dgm:prSet>
      <dgm:spPr/>
    </dgm:pt>
    <dgm:pt modelId="{8AC8F3A2-140A-4C81-9CFB-BDF1A3743EA7}" type="pres">
      <dgm:prSet presAssocID="{3AF75CF0-495C-43F0-B150-C2D271A88842}" presName="sibTrans" presStyleCnt="0"/>
      <dgm:spPr/>
    </dgm:pt>
    <dgm:pt modelId="{E5A74AC6-21C9-4D4D-AE7B-CE4DC4A8A790}" type="pres">
      <dgm:prSet presAssocID="{715FC926-7819-4B03-A245-1A6E66FEEE3F}" presName="compNode" presStyleCnt="0"/>
      <dgm:spPr/>
    </dgm:pt>
    <dgm:pt modelId="{C8ABAAA2-B765-4446-8DC2-C08C3B8D39E6}" type="pres">
      <dgm:prSet presAssocID="{715FC926-7819-4B03-A245-1A6E66FEEE3F}" presName="bgRect" presStyleLbl="bgShp" presStyleIdx="2" presStyleCnt="4"/>
      <dgm:spPr/>
    </dgm:pt>
    <dgm:pt modelId="{07EE282C-0358-4201-9221-96F351658C66}" type="pres">
      <dgm:prSet presAssocID="{715FC926-7819-4B03-A245-1A6E66FEEE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2CA9896E-00B2-4A1C-B3DC-64D0855810DA}" type="pres">
      <dgm:prSet presAssocID="{715FC926-7819-4B03-A245-1A6E66FEEE3F}" presName="spaceRect" presStyleCnt="0"/>
      <dgm:spPr/>
    </dgm:pt>
    <dgm:pt modelId="{43ABC68C-EAA9-41F8-9C50-53CE96D4B181}" type="pres">
      <dgm:prSet presAssocID="{715FC926-7819-4B03-A245-1A6E66FEEE3F}" presName="parTx" presStyleLbl="revTx" presStyleIdx="2" presStyleCnt="4">
        <dgm:presLayoutVars>
          <dgm:chMax val="0"/>
          <dgm:chPref val="0"/>
        </dgm:presLayoutVars>
      </dgm:prSet>
      <dgm:spPr/>
    </dgm:pt>
    <dgm:pt modelId="{D5E3E73B-6815-4E2F-8579-78226714AEC3}" type="pres">
      <dgm:prSet presAssocID="{B678CB64-53E8-4AA6-8311-2368B56B57FF}" presName="sibTrans" presStyleCnt="0"/>
      <dgm:spPr/>
    </dgm:pt>
    <dgm:pt modelId="{6ECB94FD-21DD-4F85-A3CD-3C37B2754076}" type="pres">
      <dgm:prSet presAssocID="{A19F92C4-1AAF-40B2-AB00-9232B0990FD0}" presName="compNode" presStyleCnt="0"/>
      <dgm:spPr/>
    </dgm:pt>
    <dgm:pt modelId="{EC1B499E-4B06-46D5-955A-3D0CE832B082}" type="pres">
      <dgm:prSet presAssocID="{A19F92C4-1AAF-40B2-AB00-9232B0990FD0}" presName="bgRect" presStyleLbl="bgShp" presStyleIdx="3" presStyleCnt="4"/>
      <dgm:spPr/>
    </dgm:pt>
    <dgm:pt modelId="{8BC2635E-B49B-4960-B17A-C06CEA1E2E2B}" type="pres">
      <dgm:prSet presAssocID="{A19F92C4-1AAF-40B2-AB00-9232B0990F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E21ABB4B-ED0E-4CBC-8DFF-DF02EA6E0997}" type="pres">
      <dgm:prSet presAssocID="{A19F92C4-1AAF-40B2-AB00-9232B0990FD0}" presName="spaceRect" presStyleCnt="0"/>
      <dgm:spPr/>
    </dgm:pt>
    <dgm:pt modelId="{C7C290D4-BCC4-4CE9-AE39-A8561D459365}" type="pres">
      <dgm:prSet presAssocID="{A19F92C4-1AAF-40B2-AB00-9232B0990FD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23F702-67D4-49EF-9801-9875445A355D}" type="presOf" srcId="{1869EB23-A9BC-4824-9349-DF199EECC56E}" destId="{FE4EC56C-9E2D-44DC-8493-43BBCCC707E5}" srcOrd="0" destOrd="0" presId="urn:microsoft.com/office/officeart/2018/2/layout/IconVerticalSolidList"/>
    <dgm:cxn modelId="{0A954E10-49AD-4E71-AF5C-16ECCCA7B95A}" srcId="{1869EB23-A9BC-4824-9349-DF199EECC56E}" destId="{D4C33F6A-2744-4DC1-9036-9B779A4C2330}" srcOrd="0" destOrd="0" parTransId="{6AA99437-6E9F-4A33-A729-7FA91C78BB54}" sibTransId="{8D638A0D-4BF2-4B90-916D-4FD0D64A63B7}"/>
    <dgm:cxn modelId="{E6DEB33B-A455-4E67-924C-FCE9E3622C6E}" type="presOf" srcId="{715FC926-7819-4B03-A245-1A6E66FEEE3F}" destId="{43ABC68C-EAA9-41F8-9C50-53CE96D4B181}" srcOrd="0" destOrd="0" presId="urn:microsoft.com/office/officeart/2018/2/layout/IconVerticalSolidList"/>
    <dgm:cxn modelId="{C28BFF42-801E-44DC-B8E6-4CFBD06658E0}" type="presOf" srcId="{6A0FECE1-0C9B-4B72-AE89-7409B2DB8E31}" destId="{BA8A7E35-EC23-4732-9418-7E0D69169354}" srcOrd="0" destOrd="0" presId="urn:microsoft.com/office/officeart/2018/2/layout/IconVerticalSolidList"/>
    <dgm:cxn modelId="{9BCEAD44-77FF-44C1-B84E-FF40DC876B1B}" srcId="{1869EB23-A9BC-4824-9349-DF199EECC56E}" destId="{6A0FECE1-0C9B-4B72-AE89-7409B2DB8E31}" srcOrd="1" destOrd="0" parTransId="{869A9196-7E9C-46BE-AC29-7EDB377E917E}" sibTransId="{3AF75CF0-495C-43F0-B150-C2D271A88842}"/>
    <dgm:cxn modelId="{4BB3F991-A32A-47BC-AFCF-F103E3F377F3}" srcId="{1869EB23-A9BC-4824-9349-DF199EECC56E}" destId="{A19F92C4-1AAF-40B2-AB00-9232B0990FD0}" srcOrd="3" destOrd="0" parTransId="{DC162BEB-13F6-479F-BC6E-74C317BFF1F7}" sibTransId="{28ECEA4A-B0A3-41BA-8C2F-AD605F2E9E26}"/>
    <dgm:cxn modelId="{B77EF5AF-F9C3-4A01-8825-413B47FA58C4}" type="presOf" srcId="{A19F92C4-1AAF-40B2-AB00-9232B0990FD0}" destId="{C7C290D4-BCC4-4CE9-AE39-A8561D459365}" srcOrd="0" destOrd="0" presId="urn:microsoft.com/office/officeart/2018/2/layout/IconVerticalSolidList"/>
    <dgm:cxn modelId="{0F1084C6-08D7-43FD-8C32-957E2EB1B601}" type="presOf" srcId="{D4C33F6A-2744-4DC1-9036-9B779A4C2330}" destId="{A89E361A-2583-4CAA-B2BF-F82C14A24D46}" srcOrd="0" destOrd="0" presId="urn:microsoft.com/office/officeart/2018/2/layout/IconVerticalSolidList"/>
    <dgm:cxn modelId="{174A1ED3-01B4-4D1F-9344-7CCC5B847041}" srcId="{1869EB23-A9BC-4824-9349-DF199EECC56E}" destId="{715FC926-7819-4B03-A245-1A6E66FEEE3F}" srcOrd="2" destOrd="0" parTransId="{EE6291C2-3FA0-408A-8AFD-17625A1BF596}" sibTransId="{B678CB64-53E8-4AA6-8311-2368B56B57FF}"/>
    <dgm:cxn modelId="{7A8DF4FC-DF69-49C0-B0F4-B725A3B6E540}" type="presParOf" srcId="{FE4EC56C-9E2D-44DC-8493-43BBCCC707E5}" destId="{B50A660D-C587-4241-8196-4E7E1978B8F9}" srcOrd="0" destOrd="0" presId="urn:microsoft.com/office/officeart/2018/2/layout/IconVerticalSolidList"/>
    <dgm:cxn modelId="{94EC44B9-8F40-40BE-B1D3-965B991794BC}" type="presParOf" srcId="{B50A660D-C587-4241-8196-4E7E1978B8F9}" destId="{F48816E7-7935-4728-B901-6C353BFD28F8}" srcOrd="0" destOrd="0" presId="urn:microsoft.com/office/officeart/2018/2/layout/IconVerticalSolidList"/>
    <dgm:cxn modelId="{4E2BAF05-168A-45FF-9560-8AA611BB8444}" type="presParOf" srcId="{B50A660D-C587-4241-8196-4E7E1978B8F9}" destId="{3D0464D4-9E8C-426D-A074-C7E585463CE9}" srcOrd="1" destOrd="0" presId="urn:microsoft.com/office/officeart/2018/2/layout/IconVerticalSolidList"/>
    <dgm:cxn modelId="{561F975D-44E1-4CD9-8E60-143D4DF690EB}" type="presParOf" srcId="{B50A660D-C587-4241-8196-4E7E1978B8F9}" destId="{88577119-1B7C-47E0-8277-E2FCDCEC699F}" srcOrd="2" destOrd="0" presId="urn:microsoft.com/office/officeart/2018/2/layout/IconVerticalSolidList"/>
    <dgm:cxn modelId="{DF6095A1-DB64-4A1B-9B6F-496B2A1D6531}" type="presParOf" srcId="{B50A660D-C587-4241-8196-4E7E1978B8F9}" destId="{A89E361A-2583-4CAA-B2BF-F82C14A24D46}" srcOrd="3" destOrd="0" presId="urn:microsoft.com/office/officeart/2018/2/layout/IconVerticalSolidList"/>
    <dgm:cxn modelId="{A818AC0F-2888-49AF-8754-26B10067C075}" type="presParOf" srcId="{FE4EC56C-9E2D-44DC-8493-43BBCCC707E5}" destId="{DE3832A7-9EA0-4E31-BED6-2BCBDBAA3780}" srcOrd="1" destOrd="0" presId="urn:microsoft.com/office/officeart/2018/2/layout/IconVerticalSolidList"/>
    <dgm:cxn modelId="{6C1CADD6-5B6D-45BC-AB6F-B93C40A11E90}" type="presParOf" srcId="{FE4EC56C-9E2D-44DC-8493-43BBCCC707E5}" destId="{64BD4404-DCC6-4EC1-B23A-9E093646E0E2}" srcOrd="2" destOrd="0" presId="urn:microsoft.com/office/officeart/2018/2/layout/IconVerticalSolidList"/>
    <dgm:cxn modelId="{779E7AA9-D70C-4307-9719-822F1B6E122F}" type="presParOf" srcId="{64BD4404-DCC6-4EC1-B23A-9E093646E0E2}" destId="{A13A74E2-A9E4-40FE-ABFE-91FA970BB476}" srcOrd="0" destOrd="0" presId="urn:microsoft.com/office/officeart/2018/2/layout/IconVerticalSolidList"/>
    <dgm:cxn modelId="{DC1EC64C-974B-44D7-B658-47BF9C276F0D}" type="presParOf" srcId="{64BD4404-DCC6-4EC1-B23A-9E093646E0E2}" destId="{355FA139-D6E5-4B0E-89D7-3E0C09B7F234}" srcOrd="1" destOrd="0" presId="urn:microsoft.com/office/officeart/2018/2/layout/IconVerticalSolidList"/>
    <dgm:cxn modelId="{D8BE984A-DEC7-4480-A0CB-DAA547F08E3C}" type="presParOf" srcId="{64BD4404-DCC6-4EC1-B23A-9E093646E0E2}" destId="{A9401FD2-0DB8-4123-8BB5-97F001FCEFCB}" srcOrd="2" destOrd="0" presId="urn:microsoft.com/office/officeart/2018/2/layout/IconVerticalSolidList"/>
    <dgm:cxn modelId="{EFD1B88B-8E46-4821-B266-1015FC2E9BCB}" type="presParOf" srcId="{64BD4404-DCC6-4EC1-B23A-9E093646E0E2}" destId="{BA8A7E35-EC23-4732-9418-7E0D69169354}" srcOrd="3" destOrd="0" presId="urn:microsoft.com/office/officeart/2018/2/layout/IconVerticalSolidList"/>
    <dgm:cxn modelId="{97802AC7-6064-4EA0-A8F9-0A498DEBFE72}" type="presParOf" srcId="{FE4EC56C-9E2D-44DC-8493-43BBCCC707E5}" destId="{8AC8F3A2-140A-4C81-9CFB-BDF1A3743EA7}" srcOrd="3" destOrd="0" presId="urn:microsoft.com/office/officeart/2018/2/layout/IconVerticalSolidList"/>
    <dgm:cxn modelId="{0CB09AF8-3EA4-483D-98AA-90E2E25ABCDD}" type="presParOf" srcId="{FE4EC56C-9E2D-44DC-8493-43BBCCC707E5}" destId="{E5A74AC6-21C9-4D4D-AE7B-CE4DC4A8A790}" srcOrd="4" destOrd="0" presId="urn:microsoft.com/office/officeart/2018/2/layout/IconVerticalSolidList"/>
    <dgm:cxn modelId="{9F6808C9-8883-42D2-9AF0-519255D1B53A}" type="presParOf" srcId="{E5A74AC6-21C9-4D4D-AE7B-CE4DC4A8A790}" destId="{C8ABAAA2-B765-4446-8DC2-C08C3B8D39E6}" srcOrd="0" destOrd="0" presId="urn:microsoft.com/office/officeart/2018/2/layout/IconVerticalSolidList"/>
    <dgm:cxn modelId="{1C28D86F-9960-4022-BF2F-60CF70A20475}" type="presParOf" srcId="{E5A74AC6-21C9-4D4D-AE7B-CE4DC4A8A790}" destId="{07EE282C-0358-4201-9221-96F351658C66}" srcOrd="1" destOrd="0" presId="urn:microsoft.com/office/officeart/2018/2/layout/IconVerticalSolidList"/>
    <dgm:cxn modelId="{C7E5BB84-76C9-4C30-BCC0-6B0AACC0B024}" type="presParOf" srcId="{E5A74AC6-21C9-4D4D-AE7B-CE4DC4A8A790}" destId="{2CA9896E-00B2-4A1C-B3DC-64D0855810DA}" srcOrd="2" destOrd="0" presId="urn:microsoft.com/office/officeart/2018/2/layout/IconVerticalSolidList"/>
    <dgm:cxn modelId="{F0CF3105-88B6-4944-BD3B-4A9AB04377C0}" type="presParOf" srcId="{E5A74AC6-21C9-4D4D-AE7B-CE4DC4A8A790}" destId="{43ABC68C-EAA9-41F8-9C50-53CE96D4B181}" srcOrd="3" destOrd="0" presId="urn:microsoft.com/office/officeart/2018/2/layout/IconVerticalSolidList"/>
    <dgm:cxn modelId="{7E21D943-1A9D-4E43-BA96-36FE8AECA3E5}" type="presParOf" srcId="{FE4EC56C-9E2D-44DC-8493-43BBCCC707E5}" destId="{D5E3E73B-6815-4E2F-8579-78226714AEC3}" srcOrd="5" destOrd="0" presId="urn:microsoft.com/office/officeart/2018/2/layout/IconVerticalSolidList"/>
    <dgm:cxn modelId="{1464EC3C-5BF9-499C-BF52-026E8281B6BC}" type="presParOf" srcId="{FE4EC56C-9E2D-44DC-8493-43BBCCC707E5}" destId="{6ECB94FD-21DD-4F85-A3CD-3C37B2754076}" srcOrd="6" destOrd="0" presId="urn:microsoft.com/office/officeart/2018/2/layout/IconVerticalSolidList"/>
    <dgm:cxn modelId="{FF4C0BCC-42CC-4D25-9D78-5EDE572C093E}" type="presParOf" srcId="{6ECB94FD-21DD-4F85-A3CD-3C37B2754076}" destId="{EC1B499E-4B06-46D5-955A-3D0CE832B082}" srcOrd="0" destOrd="0" presId="urn:microsoft.com/office/officeart/2018/2/layout/IconVerticalSolidList"/>
    <dgm:cxn modelId="{5D3B4108-7E69-4195-90D7-7E7AF5E814D7}" type="presParOf" srcId="{6ECB94FD-21DD-4F85-A3CD-3C37B2754076}" destId="{8BC2635E-B49B-4960-B17A-C06CEA1E2E2B}" srcOrd="1" destOrd="0" presId="urn:microsoft.com/office/officeart/2018/2/layout/IconVerticalSolidList"/>
    <dgm:cxn modelId="{4BFADB9A-8660-48DB-9822-DC207203BDFC}" type="presParOf" srcId="{6ECB94FD-21DD-4F85-A3CD-3C37B2754076}" destId="{E21ABB4B-ED0E-4CBC-8DFF-DF02EA6E0997}" srcOrd="2" destOrd="0" presId="urn:microsoft.com/office/officeart/2018/2/layout/IconVerticalSolidList"/>
    <dgm:cxn modelId="{246A74E1-64B4-4D4A-8594-6A565267C46B}" type="presParOf" srcId="{6ECB94FD-21DD-4F85-A3CD-3C37B2754076}" destId="{C7C290D4-BCC4-4CE9-AE39-A8561D4593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034F7-68F2-4584-9093-B27AE5CEC7C5}">
      <dsp:nvSpPr>
        <dsp:cNvPr id="0" name=""/>
        <dsp:cNvSpPr/>
      </dsp:nvSpPr>
      <dsp:spPr>
        <a:xfrm>
          <a:off x="3367512" y="0"/>
          <a:ext cx="4192805" cy="419280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94E20-8904-407E-B1C7-6B78C1DF399E}">
      <dsp:nvSpPr>
        <dsp:cNvPr id="0" name=""/>
        <dsp:cNvSpPr/>
      </dsp:nvSpPr>
      <dsp:spPr>
        <a:xfrm>
          <a:off x="3640044" y="272532"/>
          <a:ext cx="1677122" cy="167712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Reglamento (UE) 2016/679, en vigor desde 2018.</a:t>
          </a:r>
        </a:p>
      </dsp:txBody>
      <dsp:txXfrm>
        <a:off x="3721914" y="354402"/>
        <a:ext cx="1513382" cy="1513382"/>
      </dsp:txXfrm>
    </dsp:sp>
    <dsp:sp modelId="{CF9092E6-ADF8-4FAF-80F0-B8C2AD2A39FF}">
      <dsp:nvSpPr>
        <dsp:cNvPr id="0" name=""/>
        <dsp:cNvSpPr/>
      </dsp:nvSpPr>
      <dsp:spPr>
        <a:xfrm>
          <a:off x="5610662" y="272532"/>
          <a:ext cx="1677122" cy="1677122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Norma básica de protección de datos personales en la UE.</a:t>
          </a:r>
        </a:p>
      </dsp:txBody>
      <dsp:txXfrm>
        <a:off x="5692532" y="354402"/>
        <a:ext cx="1513382" cy="1513382"/>
      </dsp:txXfrm>
    </dsp:sp>
    <dsp:sp modelId="{45284C80-26D5-49E1-B145-8E23B4A9C02F}">
      <dsp:nvSpPr>
        <dsp:cNvPr id="0" name=""/>
        <dsp:cNvSpPr/>
      </dsp:nvSpPr>
      <dsp:spPr>
        <a:xfrm>
          <a:off x="3640044" y="2243150"/>
          <a:ext cx="1677122" cy="1677122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Objetivo: proteger los derechos y libertades de las personas.</a:t>
          </a:r>
        </a:p>
      </dsp:txBody>
      <dsp:txXfrm>
        <a:off x="3721914" y="2325020"/>
        <a:ext cx="1513382" cy="1513382"/>
      </dsp:txXfrm>
    </dsp:sp>
    <dsp:sp modelId="{39C07E1F-F382-4D0D-BFC0-B376FB9EC7CC}">
      <dsp:nvSpPr>
        <dsp:cNvPr id="0" name=""/>
        <dsp:cNvSpPr/>
      </dsp:nvSpPr>
      <dsp:spPr>
        <a:xfrm>
          <a:off x="5610662" y="2243150"/>
          <a:ext cx="1677122" cy="167712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Se aplica a responsables y encargados que traten datos de ciudadanos europeos.</a:t>
          </a:r>
        </a:p>
      </dsp:txBody>
      <dsp:txXfrm>
        <a:off x="5692532" y="2325020"/>
        <a:ext cx="1513382" cy="15133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CB96E-0E9C-47ED-9E4E-7F53D7B8BD3D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834AC-2496-4BB7-9B81-1102AECE983B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B1C57-A683-4BD4-BA22-6568E7FE4CD5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Dato personal → información que identifica a una persona.</a:t>
          </a:r>
        </a:p>
      </dsp:txBody>
      <dsp:txXfrm>
        <a:off x="100682" y="2684598"/>
        <a:ext cx="2370489" cy="720000"/>
      </dsp:txXfrm>
    </dsp:sp>
    <dsp:sp modelId="{0C81539A-9551-4E92-AF0F-D0C08D99CD77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22A48-FD39-4A08-9031-66607A8ED22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9DFD3-E61F-4B28-B041-DF86F1C98117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Tratamiento → cualquier operación sobre datos.</a:t>
          </a:r>
        </a:p>
      </dsp:txBody>
      <dsp:txXfrm>
        <a:off x="2886007" y="2684598"/>
        <a:ext cx="2370489" cy="720000"/>
      </dsp:txXfrm>
    </dsp:sp>
    <dsp:sp modelId="{BD9307DF-9075-4237-891D-157463E9E7C0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D8A97-8286-4004-BCAF-E4B39E9371E1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943BE-2A86-44AB-9804-D610BAD9A22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Responsable del tratamiento → decide cómo y para qué se tratan los datos.</a:t>
          </a:r>
        </a:p>
      </dsp:txBody>
      <dsp:txXfrm>
        <a:off x="5671332" y="2684598"/>
        <a:ext cx="2370489" cy="720000"/>
      </dsp:txXfrm>
    </dsp:sp>
    <dsp:sp modelId="{6679D342-4F44-4D5C-A367-96714AC63259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8689D-E2F9-4329-9E83-44DC06CE92EE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96911-54AF-4F4C-88BE-00CD136E46CC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Encargado del tratamiento → procesa datos por cuenta del responsable.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6CC8B-A2E7-4DE3-A3A9-A3DF1BF03748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FA88C6-86EA-47C7-95AB-CB8EA86F17BF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Interesado → persona cuyos datos son tratados.</a:t>
          </a:r>
        </a:p>
      </dsp:txBody>
      <dsp:txXfrm>
        <a:off x="1228411" y="621955"/>
        <a:ext cx="1919362" cy="1919362"/>
      </dsp:txXfrm>
    </dsp:sp>
    <dsp:sp modelId="{844ADC76-31E7-4CFD-A66E-B2582A575197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Responsable del tratamiento.</a:t>
          </a:r>
        </a:p>
      </dsp:txBody>
      <dsp:txXfrm>
        <a:off x="3519058" y="621955"/>
        <a:ext cx="1919362" cy="1919362"/>
      </dsp:txXfrm>
    </dsp:sp>
    <dsp:sp modelId="{7C8514C3-800C-4AD6-A1CC-67B7CFFAEDC4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Encargado del tratamiento.</a:t>
          </a:r>
        </a:p>
      </dsp:txBody>
      <dsp:txXfrm>
        <a:off x="1228411" y="2912601"/>
        <a:ext cx="1919362" cy="1919362"/>
      </dsp:txXfrm>
    </dsp:sp>
    <dsp:sp modelId="{AADA79A3-64E4-49D5-B8B0-B2F2FEB298CE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Autoridad de control → en España, la AEPD.</a:t>
          </a:r>
        </a:p>
      </dsp:txBody>
      <dsp:txXfrm>
        <a:off x="3519058" y="2912601"/>
        <a:ext cx="1919362" cy="19193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5461B-5A54-424F-A841-F34A48FAF940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89017A-3D7F-4C08-BE3D-0908234850C6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Debe ser explícito, informado y revocable.</a:t>
          </a:r>
        </a:p>
      </dsp:txBody>
      <dsp:txXfrm>
        <a:off x="0" y="2663"/>
        <a:ext cx="6666833" cy="1816197"/>
      </dsp:txXfrm>
    </dsp:sp>
    <dsp:sp modelId="{0EF220C3-4F1A-40C7-ACD7-8BCEED4318A5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E1E968-F55B-433F-A121-0DCE47880D74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No se permite consentimiento tácito o por omisión.</a:t>
          </a:r>
        </a:p>
      </dsp:txBody>
      <dsp:txXfrm>
        <a:off x="0" y="1818861"/>
        <a:ext cx="6666833" cy="1816197"/>
      </dsp:txXfrm>
    </dsp:sp>
    <dsp:sp modelId="{9A25D02F-0DCA-4211-8D32-F8ED37626B39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F5CE90-EDD7-400F-8647-505039D67C42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El interesado puede retirar su consentimiento en cualquier momento.</a:t>
          </a:r>
        </a:p>
      </dsp:txBody>
      <dsp:txXfrm>
        <a:off x="0" y="3635058"/>
        <a:ext cx="6666833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766F4-741E-471C-A4CA-F11BA8378D66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5A14A6-1FB9-45F1-BE59-C2E3F1435076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• Salud, orientación sexual, religión, ideología, biométricos.</a:t>
          </a:r>
        </a:p>
      </dsp:txBody>
      <dsp:txXfrm>
        <a:off x="0" y="0"/>
        <a:ext cx="6666833" cy="2726960"/>
      </dsp:txXfrm>
    </dsp:sp>
    <dsp:sp modelId="{C286AD6E-28A7-4D43-B4B6-79D15FB943ED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C8270C-1CFD-44A2-93BC-E51B38998D68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• Tratamiento prohibido salvo excepciones con garantías adicionales.</a:t>
          </a:r>
        </a:p>
      </dsp:txBody>
      <dsp:txXfrm>
        <a:off x="0" y="2726960"/>
        <a:ext cx="6666833" cy="27269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98504-0E51-4697-AD98-5C0F5E3517DF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Acceso.</a:t>
          </a:r>
        </a:p>
      </dsp:txBody>
      <dsp:txXfrm>
        <a:off x="0" y="39687"/>
        <a:ext cx="3286125" cy="1971675"/>
      </dsp:txXfrm>
    </dsp:sp>
    <dsp:sp modelId="{58F814EA-229F-4E07-90DE-18E85942D944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Rectificación.</a:t>
          </a:r>
        </a:p>
      </dsp:txBody>
      <dsp:txXfrm>
        <a:off x="3614737" y="39687"/>
        <a:ext cx="3286125" cy="1971675"/>
      </dsp:txXfrm>
    </dsp:sp>
    <dsp:sp modelId="{EC8C05A8-402F-44E4-9C38-30E2FE30A1D7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Cancelación / Supresión (Olvido).</a:t>
          </a:r>
        </a:p>
      </dsp:txBody>
      <dsp:txXfrm>
        <a:off x="7229475" y="39687"/>
        <a:ext cx="3286125" cy="1971675"/>
      </dsp:txXfrm>
    </dsp:sp>
    <dsp:sp modelId="{571F306F-FDE3-4784-8DE8-267363F4B2C4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Oposición.</a:t>
          </a:r>
        </a:p>
      </dsp:txBody>
      <dsp:txXfrm>
        <a:off x="0" y="2339975"/>
        <a:ext cx="3286125" cy="1971675"/>
      </dsp:txXfrm>
    </dsp:sp>
    <dsp:sp modelId="{384F78DC-72B1-4F16-8BD8-48D9E400638A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Portabilidad.</a:t>
          </a:r>
        </a:p>
      </dsp:txBody>
      <dsp:txXfrm>
        <a:off x="3614737" y="2339975"/>
        <a:ext cx="3286125" cy="1971675"/>
      </dsp:txXfrm>
    </dsp:sp>
    <dsp:sp modelId="{0FB27320-987B-4B19-BF57-CE539F3F10AF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Limitación del tratamiento.</a:t>
          </a:r>
        </a:p>
      </dsp:txBody>
      <dsp:txXfrm>
        <a:off x="7229475" y="2339975"/>
        <a:ext cx="3286125" cy="1971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C8E05-3524-4575-BA9E-29644A37F167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BA152D23-02AE-4C4B-8EE3-EBE17E4988F3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Neutralidad de la red.</a:t>
          </a:r>
        </a:p>
      </dsp:txBody>
      <dsp:txXfrm>
        <a:off x="748607" y="2795"/>
        <a:ext cx="1922896" cy="1153737"/>
      </dsp:txXfrm>
    </dsp:sp>
    <dsp:sp modelId="{ECDC2082-1A81-4411-A93C-12E84D34606F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5FAD7D13-8E68-4685-BDA1-5D52F481309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Acceso universal a Internet.</a:t>
          </a:r>
        </a:p>
      </dsp:txBody>
      <dsp:txXfrm>
        <a:off x="3113770" y="2795"/>
        <a:ext cx="1922896" cy="1153737"/>
      </dsp:txXfrm>
    </dsp:sp>
    <dsp:sp modelId="{FBDCF90C-B4E6-4C12-8843-3CCAC5827A6A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B49B3394-9FFA-45DC-A597-7C6AF475274F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Seguridad digital.</a:t>
          </a:r>
        </a:p>
      </dsp:txBody>
      <dsp:txXfrm>
        <a:off x="5478933" y="2795"/>
        <a:ext cx="1922896" cy="1153737"/>
      </dsp:txXfrm>
    </dsp:sp>
    <dsp:sp modelId="{5DA69159-106F-4F41-8CDD-D926F50AD1C0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629E7058-6721-4954-9449-8B990F89B439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Educación digital.</a:t>
          </a:r>
        </a:p>
      </dsp:txBody>
      <dsp:txXfrm>
        <a:off x="7844095" y="2795"/>
        <a:ext cx="1922896" cy="1153737"/>
      </dsp:txXfrm>
    </dsp:sp>
    <dsp:sp modelId="{BB3DDA16-F56F-45F9-9D59-D9DE22CA3F63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B6BBD91A-9D2A-482C-A2E3-BFF269E39456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Derecho al olvido (buscadores y plataformas).</a:t>
          </a:r>
        </a:p>
      </dsp:txBody>
      <dsp:txXfrm>
        <a:off x="748607" y="1598800"/>
        <a:ext cx="1922896" cy="1153737"/>
      </dsp:txXfrm>
    </dsp:sp>
    <dsp:sp modelId="{5F04ABD8-3F01-4414-A009-CAD5B7175B09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1F19D8C9-ED73-4FC9-9C50-4E750CF3B13A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Portabilidad de datos digitales.</a:t>
          </a:r>
        </a:p>
      </dsp:txBody>
      <dsp:txXfrm>
        <a:off x="3113770" y="1598800"/>
        <a:ext cx="1922896" cy="1153737"/>
      </dsp:txXfrm>
    </dsp:sp>
    <dsp:sp modelId="{F120A47C-24F3-4C70-8420-5CB82EC2B667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634ED358-10D1-41EC-AFB0-948BC29D045E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Testamento digital.</a:t>
          </a:r>
        </a:p>
      </dsp:txBody>
      <dsp:txXfrm>
        <a:off x="5478933" y="1598800"/>
        <a:ext cx="1922896" cy="1153737"/>
      </dsp:txXfrm>
    </dsp:sp>
    <dsp:sp modelId="{C8AC0E14-C451-4688-A222-3EA36DA0CE9A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169761D2-17B0-405F-8B35-B1B21555518A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Desconexión digital en el trabajo.</a:t>
          </a:r>
        </a:p>
      </dsp:txBody>
      <dsp:txXfrm>
        <a:off x="7844095" y="1598800"/>
        <a:ext cx="1922896" cy="1153737"/>
      </dsp:txXfrm>
    </dsp:sp>
    <dsp:sp modelId="{245727D5-6E38-4183-8F3D-27BB97B51E1C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A40C3E23-C08D-4159-8F68-913E58984A78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Intimidad y protección de datos en entorno digital.</a:t>
          </a:r>
        </a:p>
      </dsp:txBody>
      <dsp:txXfrm>
        <a:off x="748607" y="3194804"/>
        <a:ext cx="1922896" cy="1153737"/>
      </dsp:txXfrm>
    </dsp:sp>
    <dsp:sp modelId="{E4BB08A3-AC99-4E2F-8428-0D2110D05953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19CF2A69-1BC2-4DAE-A4EA-C196F49B84D8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Protección e integridad digital de menores.</a:t>
          </a:r>
        </a:p>
      </dsp:txBody>
      <dsp:txXfrm>
        <a:off x="3113770" y="3194804"/>
        <a:ext cx="1922896" cy="1153737"/>
      </dsp:txXfrm>
    </dsp:sp>
    <dsp:sp modelId="{C8FA1B6F-D587-4F6F-96C6-FDD17F8B6163}">
      <dsp:nvSpPr>
        <dsp:cNvPr id="0" name=""/>
        <dsp:cNvSpPr/>
      </dsp:nvSpPr>
      <dsp:spPr>
        <a:xfrm>
          <a:off x="7400029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3769461"/>
        <a:ext cx="22113" cy="4422"/>
      </dsp:txXfrm>
    </dsp:sp>
    <dsp:sp modelId="{70F389EC-1008-4B82-A71C-C4AE3A553EFC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Compensación de daños por vulneración de derechos.</a:t>
          </a:r>
        </a:p>
      </dsp:txBody>
      <dsp:txXfrm>
        <a:off x="5478933" y="3194804"/>
        <a:ext cx="1922896" cy="1153737"/>
      </dsp:txXfrm>
    </dsp:sp>
    <dsp:sp modelId="{53B9EDA4-38C2-4129-8207-40E013F40ECE}">
      <dsp:nvSpPr>
        <dsp:cNvPr id="0" name=""/>
        <dsp:cNvSpPr/>
      </dsp:nvSpPr>
      <dsp:spPr>
        <a:xfrm>
          <a:off x="7844095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Derecho de aclaración en medios digitales.</a:t>
          </a:r>
        </a:p>
      </dsp:txBody>
      <dsp:txXfrm>
        <a:off x="7844095" y="3194804"/>
        <a:ext cx="1922896" cy="11537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3073C-AE4E-4760-91C4-AEB0E2ACED55}">
      <dsp:nvSpPr>
        <dsp:cNvPr id="0" name=""/>
        <dsp:cNvSpPr/>
      </dsp:nvSpPr>
      <dsp:spPr>
        <a:xfrm>
          <a:off x="0" y="72535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Obligatorio en administraciones públicas.</a:t>
          </a:r>
        </a:p>
      </dsp:txBody>
      <dsp:txXfrm>
        <a:off x="62141" y="787500"/>
        <a:ext cx="6542551" cy="1148678"/>
      </dsp:txXfrm>
    </dsp:sp>
    <dsp:sp modelId="{0613BCA9-1B5A-44E9-BD74-7735E0188FF1}">
      <dsp:nvSpPr>
        <dsp:cNvPr id="0" name=""/>
        <dsp:cNvSpPr/>
      </dsp:nvSpPr>
      <dsp:spPr>
        <a:xfrm>
          <a:off x="0" y="209048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También en empresas que traten datos sensibles.</a:t>
          </a:r>
        </a:p>
      </dsp:txBody>
      <dsp:txXfrm>
        <a:off x="62141" y="2152621"/>
        <a:ext cx="6542551" cy="1148678"/>
      </dsp:txXfrm>
    </dsp:sp>
    <dsp:sp modelId="{8D51A2B0-1786-4472-B745-AF0A826CEE25}">
      <dsp:nvSpPr>
        <dsp:cNvPr id="0" name=""/>
        <dsp:cNvSpPr/>
      </dsp:nvSpPr>
      <dsp:spPr>
        <a:xfrm>
          <a:off x="0" y="345560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Funciones: asesorar, supervisar y garantizar cumplimiento del RGPD.</a:t>
          </a:r>
        </a:p>
      </dsp:txBody>
      <dsp:txXfrm>
        <a:off x="62141" y="3517741"/>
        <a:ext cx="6542551" cy="1148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936D9-F1BD-4798-80C1-B2880D882C86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7C1F2F-4916-42CC-8D33-7D682F515869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Requieren garantías adecuadas (cláusulas tipo, normas corporativas vinculantes).</a:t>
          </a:r>
        </a:p>
      </dsp:txBody>
      <dsp:txXfrm>
        <a:off x="0" y="0"/>
        <a:ext cx="6666833" cy="2726960"/>
      </dsp:txXfrm>
    </dsp:sp>
    <dsp:sp modelId="{9EDD55D4-C34C-42C3-A6C9-59C787636D41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E9D174-485E-4AE5-8AFD-3C784DAD8189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Solo a países con nivel adecuado de protección reconocido por la UE.</a:t>
          </a:r>
        </a:p>
      </dsp:txBody>
      <dsp:txXfrm>
        <a:off x="0" y="2726960"/>
        <a:ext cx="6666833" cy="27269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74D48-9D14-47E8-A1CA-0D35782AABE6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35F5C9-E30C-40E9-8E8F-A2CD89A8C707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Cada país de la UE tiene una autoridad de control.</a:t>
          </a:r>
        </a:p>
      </dsp:txBody>
      <dsp:txXfrm>
        <a:off x="0" y="2663"/>
        <a:ext cx="6666833" cy="1816197"/>
      </dsp:txXfrm>
    </dsp:sp>
    <dsp:sp modelId="{28299033-62AF-4BA8-AEEC-3DE2BA21C5A0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B497E0-2824-4CCA-92A4-86507C70F7FB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En España: Agencia Española de Protección de Datos (AEPD).</a:t>
          </a:r>
        </a:p>
      </dsp:txBody>
      <dsp:txXfrm>
        <a:off x="0" y="1818861"/>
        <a:ext cx="6666833" cy="1816197"/>
      </dsp:txXfrm>
    </dsp:sp>
    <dsp:sp modelId="{3601061A-2EE3-4C62-B4BD-5EAD9316F60A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5B0D0D-B1DF-4CD7-AE03-42964E90EB09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Función: supervisar, sancionar y garantizar derechos.</a:t>
          </a:r>
        </a:p>
      </dsp:txBody>
      <dsp:txXfrm>
        <a:off x="0" y="3635058"/>
        <a:ext cx="6666833" cy="181619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18554-88F5-4736-82E6-35067CDF1211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1A25A4-A8E2-46FB-9873-81B36FB4760B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Obligatoria cuando el tratamiento implica alto riesgo.</a:t>
          </a:r>
        </a:p>
      </dsp:txBody>
      <dsp:txXfrm>
        <a:off x="0" y="2663"/>
        <a:ext cx="6666833" cy="1816197"/>
      </dsp:txXfrm>
    </dsp:sp>
    <dsp:sp modelId="{21BD4F94-AC21-4E24-9FC6-12208BAF0BDD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D05CF0-5F51-417D-B1A5-1E4EA6761865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Analiza riesgos para los derechos y libertades.</a:t>
          </a:r>
        </a:p>
      </dsp:txBody>
      <dsp:txXfrm>
        <a:off x="0" y="1818861"/>
        <a:ext cx="6666833" cy="1816197"/>
      </dsp:txXfrm>
    </dsp:sp>
    <dsp:sp modelId="{EF8682EA-4A4E-4CD5-983C-9E8BD452CC4B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16F65D-99C4-429A-A184-E93FFE8454F5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Establece medidas de mitigación.</a:t>
          </a:r>
        </a:p>
      </dsp:txBody>
      <dsp:txXfrm>
        <a:off x="0" y="3635058"/>
        <a:ext cx="6666833" cy="181619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39621-A75A-44A4-BC04-C0806F4CD95F}">
      <dsp:nvSpPr>
        <dsp:cNvPr id="0" name=""/>
        <dsp:cNvSpPr/>
      </dsp:nvSpPr>
      <dsp:spPr>
        <a:xfrm>
          <a:off x="0" y="25784"/>
          <a:ext cx="6422901" cy="16222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Se notifica a la autoridad de control en un máximo de 72 horas.</a:t>
          </a:r>
        </a:p>
      </dsp:txBody>
      <dsp:txXfrm>
        <a:off x="79193" y="104977"/>
        <a:ext cx="6264515" cy="1463892"/>
      </dsp:txXfrm>
    </dsp:sp>
    <dsp:sp modelId="{7D63CEFA-FC2A-4B5F-BCEB-E204836732CE}">
      <dsp:nvSpPr>
        <dsp:cNvPr id="0" name=""/>
        <dsp:cNvSpPr/>
      </dsp:nvSpPr>
      <dsp:spPr>
        <a:xfrm>
          <a:off x="0" y="1731582"/>
          <a:ext cx="6422901" cy="162227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También al interesado si existe alto riesgo para sus derechos.</a:t>
          </a:r>
        </a:p>
      </dsp:txBody>
      <dsp:txXfrm>
        <a:off x="79193" y="1810775"/>
        <a:ext cx="6264515" cy="1463892"/>
      </dsp:txXfrm>
    </dsp:sp>
    <dsp:sp modelId="{AB08EA39-7683-485A-B1E7-D1EAA05AE343}">
      <dsp:nvSpPr>
        <dsp:cNvPr id="0" name=""/>
        <dsp:cNvSpPr/>
      </dsp:nvSpPr>
      <dsp:spPr>
        <a:xfrm>
          <a:off x="0" y="3437381"/>
          <a:ext cx="6422901" cy="162227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Debe incluir: naturaleza de la violación, consecuencias y medidas adoptadas.</a:t>
          </a:r>
        </a:p>
      </dsp:txBody>
      <dsp:txXfrm>
        <a:off x="79193" y="3516574"/>
        <a:ext cx="6264515" cy="146389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4EE6C-82D9-4757-9E0F-1807D526C962}">
      <dsp:nvSpPr>
        <dsp:cNvPr id="0" name=""/>
        <dsp:cNvSpPr/>
      </dsp:nvSpPr>
      <dsp:spPr>
        <a:xfrm>
          <a:off x="0" y="732248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Reglamento (UE) 2016/679 → RGPD.</a:t>
          </a:r>
        </a:p>
      </dsp:txBody>
      <dsp:txXfrm>
        <a:off x="32384" y="764632"/>
        <a:ext cx="10450832" cy="598621"/>
      </dsp:txXfrm>
    </dsp:sp>
    <dsp:sp modelId="{8734DBE7-3E0C-4CC5-8415-F3FF27C27536}">
      <dsp:nvSpPr>
        <dsp:cNvPr id="0" name=""/>
        <dsp:cNvSpPr/>
      </dsp:nvSpPr>
      <dsp:spPr>
        <a:xfrm>
          <a:off x="0" y="1473398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Digital Services Act (DSA) → regula servicios digitales.</a:t>
          </a:r>
        </a:p>
      </dsp:txBody>
      <dsp:txXfrm>
        <a:off x="32384" y="1505782"/>
        <a:ext cx="10450832" cy="598621"/>
      </dsp:txXfrm>
    </dsp:sp>
    <dsp:sp modelId="{F7BB99BC-FE43-4BCF-9368-996901681714}">
      <dsp:nvSpPr>
        <dsp:cNvPr id="0" name=""/>
        <dsp:cNvSpPr/>
      </dsp:nvSpPr>
      <dsp:spPr>
        <a:xfrm>
          <a:off x="0" y="221454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Digital Markets Act (DMA) → regula competencia en plataformas.</a:t>
          </a:r>
        </a:p>
      </dsp:txBody>
      <dsp:txXfrm>
        <a:off x="32384" y="2246933"/>
        <a:ext cx="10450832" cy="598621"/>
      </dsp:txXfrm>
    </dsp:sp>
    <dsp:sp modelId="{BEE77E81-12FE-49FD-BB13-D9CAD663E84F}">
      <dsp:nvSpPr>
        <dsp:cNvPr id="0" name=""/>
        <dsp:cNvSpPr/>
      </dsp:nvSpPr>
      <dsp:spPr>
        <a:xfrm>
          <a:off x="0" y="295569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Otras directivas y reglamentos de privacidad y accesibilidad digital.</a:t>
          </a:r>
        </a:p>
      </dsp:txBody>
      <dsp:txXfrm>
        <a:off x="32384" y="2988083"/>
        <a:ext cx="10450832" cy="59862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6962A-F614-489F-B0CE-A349017CB95D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7328E-2D45-4A28-8147-256B8A0130DE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0CFAF-7ECD-4BB2-A218-22A34E695066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Ley Orgánica 3/2018, de Protección de Datos y garantía de los derechos digitales.</a:t>
          </a:r>
        </a:p>
      </dsp:txBody>
      <dsp:txXfrm>
        <a:off x="1939533" y="717"/>
        <a:ext cx="4362067" cy="1679249"/>
      </dsp:txXfrm>
    </dsp:sp>
    <dsp:sp modelId="{CD81349C-0F1A-4103-ABE2-FBE875D208EF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43F4E0-F3E6-475A-9CD2-13DFBD8B944B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63ECE-0DA1-4CC5-BE30-4BAB1787608F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Constitución Española (artículo 18 y otros derechos fundamentales).</a:t>
          </a:r>
        </a:p>
      </dsp:txBody>
      <dsp:txXfrm>
        <a:off x="1939533" y="2099779"/>
        <a:ext cx="4362067" cy="1679249"/>
      </dsp:txXfrm>
    </dsp:sp>
    <dsp:sp modelId="{DA8B7519-81E6-4B06-B220-3290D83C6ADA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40010-72D7-4953-818E-3C29A7F68984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620D3-BC7B-43F3-BF3F-49B5861E8806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Carta de Derechos Digitales de España (2021).</a:t>
          </a:r>
        </a:p>
      </dsp:txBody>
      <dsp:txXfrm>
        <a:off x="1939533" y="4198841"/>
        <a:ext cx="4362067" cy="16792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1B07E-DD71-4652-83C8-BBEC3AB8ED90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95B212-5AB5-47D6-9FBA-31B430DF2E75}">
      <dsp:nvSpPr>
        <dsp:cNvPr id="0" name=""/>
        <dsp:cNvSpPr/>
      </dsp:nvSpPr>
      <dsp:spPr>
        <a:xfrm>
          <a:off x="0" y="665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Pequeños archivos que almacenan información en el navegador.</a:t>
          </a:r>
        </a:p>
      </dsp:txBody>
      <dsp:txXfrm>
        <a:off x="0" y="665"/>
        <a:ext cx="6666833" cy="545258"/>
      </dsp:txXfrm>
    </dsp:sp>
    <dsp:sp modelId="{C409A323-05A4-4153-B6E2-B911A037AA30}">
      <dsp:nvSpPr>
        <dsp:cNvPr id="0" name=""/>
        <dsp:cNvSpPr/>
      </dsp:nvSpPr>
      <dsp:spPr>
        <a:xfrm>
          <a:off x="0" y="545924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584B-3F8E-46D8-B7F3-DC2550AC9AE9}">
      <dsp:nvSpPr>
        <dsp:cNvPr id="0" name=""/>
        <dsp:cNvSpPr/>
      </dsp:nvSpPr>
      <dsp:spPr>
        <a:xfrm>
          <a:off x="0" y="545924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Tipos:</a:t>
          </a:r>
        </a:p>
      </dsp:txBody>
      <dsp:txXfrm>
        <a:off x="0" y="545924"/>
        <a:ext cx="6666833" cy="545258"/>
      </dsp:txXfrm>
    </dsp:sp>
    <dsp:sp modelId="{4694985D-E946-4445-9705-6D51F2BC491F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AC5CE8-9D0C-4F34-AE6A-349F8CF42F60}">
      <dsp:nvSpPr>
        <dsp:cNvPr id="0" name=""/>
        <dsp:cNvSpPr/>
      </dsp:nvSpPr>
      <dsp:spPr>
        <a:xfrm>
          <a:off x="0" y="1091183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Técnicas: necesarias para el funcionamiento.</a:t>
          </a:r>
        </a:p>
      </dsp:txBody>
      <dsp:txXfrm>
        <a:off x="0" y="1091183"/>
        <a:ext cx="6666833" cy="545258"/>
      </dsp:txXfrm>
    </dsp:sp>
    <dsp:sp modelId="{CCF6CBA3-FE6E-40C8-A9E9-C3C50256E7FD}">
      <dsp:nvSpPr>
        <dsp:cNvPr id="0" name=""/>
        <dsp:cNvSpPr/>
      </dsp:nvSpPr>
      <dsp:spPr>
        <a:xfrm>
          <a:off x="0" y="1636442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6860A5-7C8F-4834-B69B-BBE9E6067788}">
      <dsp:nvSpPr>
        <dsp:cNvPr id="0" name=""/>
        <dsp:cNvSpPr/>
      </dsp:nvSpPr>
      <dsp:spPr>
        <a:xfrm>
          <a:off x="0" y="1636442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Personalización: ajustan la experiencia.</a:t>
          </a:r>
        </a:p>
      </dsp:txBody>
      <dsp:txXfrm>
        <a:off x="0" y="1636442"/>
        <a:ext cx="6666833" cy="545258"/>
      </dsp:txXfrm>
    </dsp:sp>
    <dsp:sp modelId="{196DE1AB-7C9E-442F-B154-AB25AB14FFDD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69AC46-C6BC-424B-A0A5-57283CD0470D}">
      <dsp:nvSpPr>
        <dsp:cNvPr id="0" name=""/>
        <dsp:cNvSpPr/>
      </dsp:nvSpPr>
      <dsp:spPr>
        <a:xfrm>
          <a:off x="0" y="2181701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Analíticas: estadísticas y métricas.</a:t>
          </a:r>
        </a:p>
      </dsp:txBody>
      <dsp:txXfrm>
        <a:off x="0" y="2181701"/>
        <a:ext cx="6666833" cy="545258"/>
      </dsp:txXfrm>
    </dsp:sp>
    <dsp:sp modelId="{BA011DFA-C720-4824-9CDC-0353CF448B61}">
      <dsp:nvSpPr>
        <dsp:cNvPr id="0" name=""/>
        <dsp:cNvSpPr/>
      </dsp:nvSpPr>
      <dsp:spPr>
        <a:xfrm>
          <a:off x="0" y="272695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B54DB3-1947-4C50-BFED-FC03C860D2A2}">
      <dsp:nvSpPr>
        <dsp:cNvPr id="0" name=""/>
        <dsp:cNvSpPr/>
      </dsp:nvSpPr>
      <dsp:spPr>
        <a:xfrm>
          <a:off x="0" y="2726960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Publicitarias: seguimiento y publicidad.</a:t>
          </a:r>
        </a:p>
      </dsp:txBody>
      <dsp:txXfrm>
        <a:off x="0" y="2726960"/>
        <a:ext cx="6666833" cy="545258"/>
      </dsp:txXfrm>
    </dsp:sp>
    <dsp:sp modelId="{A7D8BC1D-F215-47C3-A886-B22DA80A9EB8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BB82A4-9E22-4821-95C9-4847154A33E3}">
      <dsp:nvSpPr>
        <dsp:cNvPr id="0" name=""/>
        <dsp:cNvSpPr/>
      </dsp:nvSpPr>
      <dsp:spPr>
        <a:xfrm>
          <a:off x="0" y="3272218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Obligaciones legales:</a:t>
          </a:r>
        </a:p>
      </dsp:txBody>
      <dsp:txXfrm>
        <a:off x="0" y="3272218"/>
        <a:ext cx="6666833" cy="545258"/>
      </dsp:txXfrm>
    </dsp:sp>
    <dsp:sp modelId="{E105C7B1-6FE2-4174-A968-991CF7D12B13}">
      <dsp:nvSpPr>
        <dsp:cNvPr id="0" name=""/>
        <dsp:cNvSpPr/>
      </dsp:nvSpPr>
      <dsp:spPr>
        <a:xfrm>
          <a:off x="0" y="3817477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883786-A3BA-416D-B91A-D85AF4F0956A}">
      <dsp:nvSpPr>
        <dsp:cNvPr id="0" name=""/>
        <dsp:cNvSpPr/>
      </dsp:nvSpPr>
      <dsp:spPr>
        <a:xfrm>
          <a:off x="0" y="3817477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Consentimiento informado.</a:t>
          </a:r>
        </a:p>
      </dsp:txBody>
      <dsp:txXfrm>
        <a:off x="0" y="3817477"/>
        <a:ext cx="6666833" cy="545258"/>
      </dsp:txXfrm>
    </dsp:sp>
    <dsp:sp modelId="{8070EEB0-6741-4713-9F52-DA9E9B3F4320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EB2645-EE12-47C8-A43D-E32052B6F478}">
      <dsp:nvSpPr>
        <dsp:cNvPr id="0" name=""/>
        <dsp:cNvSpPr/>
      </dsp:nvSpPr>
      <dsp:spPr>
        <a:xfrm>
          <a:off x="0" y="4362736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Opción de aceptar/rechazar/configurar.</a:t>
          </a:r>
        </a:p>
      </dsp:txBody>
      <dsp:txXfrm>
        <a:off x="0" y="4362736"/>
        <a:ext cx="6666833" cy="545258"/>
      </dsp:txXfrm>
    </dsp:sp>
    <dsp:sp modelId="{CEF2CCEB-B88D-4537-B737-705D90F8E139}">
      <dsp:nvSpPr>
        <dsp:cNvPr id="0" name=""/>
        <dsp:cNvSpPr/>
      </dsp:nvSpPr>
      <dsp:spPr>
        <a:xfrm>
          <a:off x="0" y="4907995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3F7C08-AB30-4689-9F47-C575034307F8}">
      <dsp:nvSpPr>
        <dsp:cNvPr id="0" name=""/>
        <dsp:cNvSpPr/>
      </dsp:nvSpPr>
      <dsp:spPr>
        <a:xfrm>
          <a:off x="0" y="4907995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Información clara en política de cookies.</a:t>
          </a:r>
        </a:p>
      </dsp:txBody>
      <dsp:txXfrm>
        <a:off x="0" y="4907995"/>
        <a:ext cx="6666833" cy="5452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84AD2-9908-4697-9735-BB052F4CC574}">
      <dsp:nvSpPr>
        <dsp:cNvPr id="0" name=""/>
        <dsp:cNvSpPr/>
      </dsp:nvSpPr>
      <dsp:spPr>
        <a:xfrm>
          <a:off x="0" y="590764"/>
          <a:ext cx="6301601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Big Data: análisis masivo de datos para patrones.</a:t>
          </a:r>
        </a:p>
      </dsp:txBody>
      <dsp:txXfrm>
        <a:off x="54373" y="645137"/>
        <a:ext cx="6192855" cy="1005094"/>
      </dsp:txXfrm>
    </dsp:sp>
    <dsp:sp modelId="{12542194-8240-483D-8309-117615F37FCB}">
      <dsp:nvSpPr>
        <dsp:cNvPr id="0" name=""/>
        <dsp:cNvSpPr/>
      </dsp:nvSpPr>
      <dsp:spPr>
        <a:xfrm>
          <a:off x="0" y="1785244"/>
          <a:ext cx="6301601" cy="1113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Elaboración de perfiles: clasificar personas y predecir comportamiento.</a:t>
          </a:r>
        </a:p>
      </dsp:txBody>
      <dsp:txXfrm>
        <a:off x="54373" y="1839617"/>
        <a:ext cx="6192855" cy="1005094"/>
      </dsp:txXfrm>
    </dsp:sp>
    <dsp:sp modelId="{FB21831A-BD0F-4E71-8ACC-A26A2C2E884E}">
      <dsp:nvSpPr>
        <dsp:cNvPr id="0" name=""/>
        <dsp:cNvSpPr/>
      </dsp:nvSpPr>
      <dsp:spPr>
        <a:xfrm>
          <a:off x="0" y="2979724"/>
          <a:ext cx="6301601" cy="1113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Riesgos: discriminación, pérdida de privacidad, decisiones automatizadas.</a:t>
          </a:r>
        </a:p>
      </dsp:txBody>
      <dsp:txXfrm>
        <a:off x="54373" y="3034097"/>
        <a:ext cx="6192855" cy="1005094"/>
      </dsp:txXfrm>
    </dsp:sp>
    <dsp:sp modelId="{C626D471-9E66-4073-9530-8A70C221F951}">
      <dsp:nvSpPr>
        <dsp:cNvPr id="0" name=""/>
        <dsp:cNvSpPr/>
      </dsp:nvSpPr>
      <dsp:spPr>
        <a:xfrm>
          <a:off x="0" y="4174204"/>
          <a:ext cx="6301601" cy="111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RGPD: derecho a no ser objeto de decisiones solo automatizadas.</a:t>
          </a:r>
        </a:p>
      </dsp:txBody>
      <dsp:txXfrm>
        <a:off x="54373" y="4228577"/>
        <a:ext cx="6192855" cy="100509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87E1E-83C7-4485-A332-E1FA85669253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350AA8-D03E-4DB0-A0B3-71714D24BD6B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Uso de servicios y almacenamiento en servidores remotos.</a:t>
          </a:r>
        </a:p>
      </dsp:txBody>
      <dsp:txXfrm>
        <a:off x="0" y="665"/>
        <a:ext cx="6666833" cy="778941"/>
      </dsp:txXfrm>
    </dsp:sp>
    <dsp:sp modelId="{2AFCA46C-FF7E-42A7-B349-701535B1AF7F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83813E-6AC8-48FE-A5EE-D9C866224A73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Ventajas: flexibilidad, escalabilidad, costes reducidos.</a:t>
          </a:r>
        </a:p>
      </dsp:txBody>
      <dsp:txXfrm>
        <a:off x="0" y="779606"/>
        <a:ext cx="6666833" cy="778941"/>
      </dsp:txXfrm>
    </dsp:sp>
    <dsp:sp modelId="{590B27BD-17CD-4A22-8F21-6CA7238AFD55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880791-E8C9-4B4F-863F-5AC311356B3F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Riesgos: fuga de datos, transferencias internacionales, dependencia.</a:t>
          </a:r>
        </a:p>
      </dsp:txBody>
      <dsp:txXfrm>
        <a:off x="0" y="1558548"/>
        <a:ext cx="6666833" cy="778941"/>
      </dsp:txXfrm>
    </dsp:sp>
    <dsp:sp modelId="{244F2136-3B8B-4A08-B8D0-BEDA54A219F3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9E8B3D-FFEB-41AD-A580-8C1B2459D0D6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Obligaciones:</a:t>
          </a:r>
        </a:p>
      </dsp:txBody>
      <dsp:txXfrm>
        <a:off x="0" y="2337489"/>
        <a:ext cx="6666833" cy="778941"/>
      </dsp:txXfrm>
    </dsp:sp>
    <dsp:sp modelId="{6E080536-5B92-4AFF-93E0-1A3F1C8C731A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6DFC12-909B-41D7-98E8-E56F15ECA221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Contratos claros con proveedores.</a:t>
          </a:r>
        </a:p>
      </dsp:txBody>
      <dsp:txXfrm>
        <a:off x="0" y="3116430"/>
        <a:ext cx="6666833" cy="778941"/>
      </dsp:txXfrm>
    </dsp:sp>
    <dsp:sp modelId="{50C76D81-6D2B-4E08-9B31-B95A89F714C4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5A5663-44ED-40A8-BB6A-8F50B2CAB915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Seguridad (cifrado, copias de seguridad).</a:t>
          </a:r>
        </a:p>
      </dsp:txBody>
      <dsp:txXfrm>
        <a:off x="0" y="3895371"/>
        <a:ext cx="6666833" cy="778941"/>
      </dsp:txXfrm>
    </dsp:sp>
    <dsp:sp modelId="{7078B2FE-E00D-4D2A-900E-15ED1000D514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BA871D-93DD-4AFE-8439-9DF56B84DE9C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Cumplimiento RGPD (acuerdo de tratamiento de datos).</a:t>
          </a:r>
        </a:p>
      </dsp:txBody>
      <dsp:txXfrm>
        <a:off x="0" y="4674313"/>
        <a:ext cx="6666833" cy="77894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1E6CF-144C-44E7-A2CD-B08D2AC6AC51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C2A4F2-78E9-4429-A540-6308599C9DA3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Definidos en la Ley 34/2002 (LSSI-CE).</a:t>
          </a:r>
        </a:p>
      </dsp:txBody>
      <dsp:txXfrm>
        <a:off x="0" y="2663"/>
        <a:ext cx="6666833" cy="908098"/>
      </dsp:txXfrm>
    </dsp:sp>
    <dsp:sp modelId="{6B6CBD4E-ABB0-4A72-968C-3B9E8243F8FA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90969E-C259-4563-8EDA-5C90FB9FAA39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Incluyen:</a:t>
          </a:r>
        </a:p>
      </dsp:txBody>
      <dsp:txXfrm>
        <a:off x="0" y="910762"/>
        <a:ext cx="6666833" cy="908098"/>
      </dsp:txXfrm>
    </dsp:sp>
    <dsp:sp modelId="{5A95B92A-936D-42BE-82F1-8E5234B1788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E411CF-C6BE-42C6-A224-6B15C6835801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Comercio electrónico.</a:t>
          </a:r>
        </a:p>
      </dsp:txBody>
      <dsp:txXfrm>
        <a:off x="0" y="1818861"/>
        <a:ext cx="6666833" cy="908098"/>
      </dsp:txXfrm>
    </dsp:sp>
    <dsp:sp modelId="{A2786AB7-C820-4874-8A68-A69235F31B4A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E1311D-E26C-4142-B9D5-1D1D2DBD3E6B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Prestación de información online.</a:t>
          </a:r>
        </a:p>
      </dsp:txBody>
      <dsp:txXfrm>
        <a:off x="0" y="2726960"/>
        <a:ext cx="6666833" cy="908098"/>
      </dsp:txXfrm>
    </dsp:sp>
    <dsp:sp modelId="{7B4FD468-BEC3-47FC-9D14-5D647A27B394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5D6F05-E086-44CF-A9AD-32C929672B22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Contratación electrónica de servicios.</a:t>
          </a:r>
        </a:p>
      </dsp:txBody>
      <dsp:txXfrm>
        <a:off x="0" y="3635058"/>
        <a:ext cx="6666833" cy="908098"/>
      </dsp:txXfrm>
    </dsp:sp>
    <dsp:sp modelId="{E8DA9F2A-595A-499E-81B5-EDD18445B386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C7B450-8E47-42F9-9B7C-3A0273426480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Servicios de intermediación (hosting, buscadores, redes sociales).</a:t>
          </a:r>
        </a:p>
      </dsp:txBody>
      <dsp:txXfrm>
        <a:off x="0" y="4543157"/>
        <a:ext cx="6666833" cy="90809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8093A-8FA6-416C-B613-5DB2EEC7EF8A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F9912F-C26A-4873-839A-66EC075DDBCC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Prestadores de servicios responden de lo que ofrecen.</a:t>
          </a:r>
        </a:p>
      </dsp:txBody>
      <dsp:txXfrm>
        <a:off x="0" y="665"/>
        <a:ext cx="6666833" cy="1090517"/>
      </dsp:txXfrm>
    </dsp:sp>
    <dsp:sp modelId="{6E2F0A75-5FB8-487B-B6ED-77E900E46A69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C730FA-09E3-437A-BEB9-5AE267E7CA4C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Intermediación:</a:t>
          </a:r>
        </a:p>
      </dsp:txBody>
      <dsp:txXfrm>
        <a:off x="0" y="1091183"/>
        <a:ext cx="6666833" cy="1090517"/>
      </dsp:txXfrm>
    </dsp:sp>
    <dsp:sp modelId="{D16AD6EB-6A94-48F3-A41A-3A23C3CECBAF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581912-F7F2-4B3E-8B12-5D6F04285DF4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Proveedores de acceso → no responsables del contenido.</a:t>
          </a:r>
        </a:p>
      </dsp:txBody>
      <dsp:txXfrm>
        <a:off x="0" y="2181701"/>
        <a:ext cx="6666833" cy="1090517"/>
      </dsp:txXfrm>
    </dsp:sp>
    <dsp:sp modelId="{991EAC6E-CCA2-4ADF-8E29-F380BDE81831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132CFF-AEB5-4B83-A974-291EEB860024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Hosting → no responsables si actúan al ser avisados.</a:t>
          </a:r>
        </a:p>
      </dsp:txBody>
      <dsp:txXfrm>
        <a:off x="0" y="3272218"/>
        <a:ext cx="6666833" cy="1090517"/>
      </dsp:txXfrm>
    </dsp:sp>
    <dsp:sp modelId="{AF0EDD85-7CB6-4020-A208-CAF1C325D9DE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E29D72-7E42-43DA-8839-E4102ED26439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Motores de búsqueda/enlaces → deben retirar enlaces ilícitos.</a:t>
          </a:r>
        </a:p>
      </dsp:txBody>
      <dsp:txXfrm>
        <a:off x="0" y="4362736"/>
        <a:ext cx="6666833" cy="109051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4D4E4-84E4-4A69-BFE2-15587845D99C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12D42C-81F2-4916-8946-1C48C5FFFFCC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Deben estar claramente identificadas como publicidad.</a:t>
          </a:r>
        </a:p>
      </dsp:txBody>
      <dsp:txXfrm>
        <a:off x="0" y="0"/>
        <a:ext cx="6666833" cy="1363480"/>
      </dsp:txXfrm>
    </dsp:sp>
    <dsp:sp modelId="{25EC2CE5-FCAA-4350-96D8-942F80AD4368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0C6839-2767-4992-A722-C89AF65C4271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Requieren consentimiento previo del destinatario (opt-in).</a:t>
          </a:r>
        </a:p>
      </dsp:txBody>
      <dsp:txXfrm>
        <a:off x="0" y="1363480"/>
        <a:ext cx="6666833" cy="1363480"/>
      </dsp:txXfrm>
    </dsp:sp>
    <dsp:sp modelId="{D1B967F0-04B6-42F9-9DFE-B7AD46A8D077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C6B827-5BB3-4CD8-B867-545692426F0B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Excepción: clientes con relación previa (opt-out posible).</a:t>
          </a:r>
        </a:p>
      </dsp:txBody>
      <dsp:txXfrm>
        <a:off x="0" y="2726960"/>
        <a:ext cx="6666833" cy="1363480"/>
      </dsp:txXfrm>
    </dsp:sp>
    <dsp:sp modelId="{F3D13521-C6FC-43FC-AC30-1BC5928F7291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C26959-8FE4-41B6-8368-98BC55E50A0F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Identificación clara del remitente y baja sencilla obligatoria.</a:t>
          </a:r>
        </a:p>
      </dsp:txBody>
      <dsp:txXfrm>
        <a:off x="0" y="4090440"/>
        <a:ext cx="6666833" cy="136348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B020C-25AE-45A5-8AAF-3C667A930C38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374835-06DA-446F-A9B4-5FF7351266C2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Contratos electrónicos tienen la misma validez que los físicos.</a:t>
          </a:r>
        </a:p>
      </dsp:txBody>
      <dsp:txXfrm>
        <a:off x="0" y="665"/>
        <a:ext cx="6666833" cy="778941"/>
      </dsp:txXfrm>
    </dsp:sp>
    <dsp:sp modelId="{66027FDA-916A-453E-B5E3-9427A417CD36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151C00-C02E-4798-B032-5A80A0B842EF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Obligaciones del prestador:</a:t>
          </a:r>
        </a:p>
      </dsp:txBody>
      <dsp:txXfrm>
        <a:off x="0" y="779606"/>
        <a:ext cx="6666833" cy="778941"/>
      </dsp:txXfrm>
    </dsp:sp>
    <dsp:sp modelId="{3A92B296-AE79-4874-B814-85CA7B7FFF7A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8D34EA-B52D-4502-8A2F-128EC83823D2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Información previa clara de condiciones.</a:t>
          </a:r>
        </a:p>
      </dsp:txBody>
      <dsp:txXfrm>
        <a:off x="0" y="1558548"/>
        <a:ext cx="6666833" cy="778941"/>
      </dsp:txXfrm>
    </dsp:sp>
    <dsp:sp modelId="{E5FF8422-CAC8-47EB-AFB7-2B62006DD470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C57658-B9D1-4D41-AD3F-0DEB1E90E7A2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Confirmación de recepción del pedido.</a:t>
          </a:r>
        </a:p>
      </dsp:txBody>
      <dsp:txXfrm>
        <a:off x="0" y="2337489"/>
        <a:ext cx="6666833" cy="778941"/>
      </dsp:txXfrm>
    </dsp:sp>
    <dsp:sp modelId="{6DC4D694-B564-4C35-91F2-92BF7382B31E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991450-D43A-41E8-B3A0-22B63D2BF829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Derecho de desistimiento mínimo de 14 días.</a:t>
          </a:r>
        </a:p>
      </dsp:txBody>
      <dsp:txXfrm>
        <a:off x="0" y="3116430"/>
        <a:ext cx="6666833" cy="778941"/>
      </dsp:txXfrm>
    </dsp:sp>
    <dsp:sp modelId="{A96754C5-F7E0-4DE7-94E0-56DB44D3B3E1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0C8FC9-1383-4639-843F-69B8C365DFE6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Seguridad en medios de pago.</a:t>
          </a:r>
        </a:p>
      </dsp:txBody>
      <dsp:txXfrm>
        <a:off x="0" y="3895371"/>
        <a:ext cx="6666833" cy="778941"/>
      </dsp:txXfrm>
    </dsp:sp>
    <dsp:sp modelId="{CD9F72C2-6C2A-47C2-B203-8EA650567DEA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483F1E-E16D-4468-BD56-D3F5498F8FAC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Principios: transparencia, información y protección al consumidor.</a:t>
          </a:r>
        </a:p>
      </dsp:txBody>
      <dsp:txXfrm>
        <a:off x="0" y="4674313"/>
        <a:ext cx="6666833" cy="77894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F150D-378C-40B1-B02F-BF62694B9A29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80928-A503-4E0C-BF6F-54D0A9223CFA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5C5AD-ECCB-480D-8181-B21F68747210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Conjunto de datos electrónicos que identifican al firmante.</a:t>
          </a:r>
        </a:p>
      </dsp:txBody>
      <dsp:txXfrm>
        <a:off x="93445" y="3018902"/>
        <a:ext cx="3206250" cy="720000"/>
      </dsp:txXfrm>
    </dsp:sp>
    <dsp:sp modelId="{4059307C-1706-4757-BD2B-2161094CFA60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E9F34-7DCC-4825-A678-9AFF4D9F640F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D55D-2813-4A5B-BD71-E2AFDF4920F8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Garantiza la integridad del documento.</a:t>
          </a:r>
        </a:p>
      </dsp:txBody>
      <dsp:txXfrm>
        <a:off x="3860789" y="3018902"/>
        <a:ext cx="3206250" cy="720000"/>
      </dsp:txXfrm>
    </dsp:sp>
    <dsp:sp modelId="{790961A8-1051-4488-82D0-D08E8ED0EAAB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F7221-9BCA-4D0E-9ED9-7C03DE8200DE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3C74C-47D9-459F-B08B-7382E624C8F2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Regulada en la UE por el Reglamento eIDAS (UE 910/2014).</a:t>
          </a:r>
        </a:p>
      </dsp:txBody>
      <dsp:txXfrm>
        <a:off x="7628133" y="3018902"/>
        <a:ext cx="3206250" cy="72000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91D5D-DFBE-474E-8E95-FC3B6EF8809D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3C843C-4133-48B3-AC55-C16F370D19FB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Entidades autorizadas a emitir certificados electrónicos.</a:t>
          </a:r>
        </a:p>
      </dsp:txBody>
      <dsp:txXfrm>
        <a:off x="0" y="2663"/>
        <a:ext cx="6666833" cy="908098"/>
      </dsp:txXfrm>
    </dsp:sp>
    <dsp:sp modelId="{3DF421A0-84E5-44BF-8EB6-BCA48F5811B6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7C838E-C91C-444B-B9AA-169585E92B64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Ejemplo en España: FNMT (Fábrica Nacional de Moneda y Timbre).</a:t>
          </a:r>
        </a:p>
      </dsp:txBody>
      <dsp:txXfrm>
        <a:off x="0" y="910762"/>
        <a:ext cx="6666833" cy="908098"/>
      </dsp:txXfrm>
    </dsp:sp>
    <dsp:sp modelId="{8F8FE933-7882-40BD-8849-61CBBA209D3D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C05F9D-3BF7-485F-A40B-1E76A3F7C702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Funciones:</a:t>
          </a:r>
        </a:p>
      </dsp:txBody>
      <dsp:txXfrm>
        <a:off x="0" y="1818861"/>
        <a:ext cx="6666833" cy="908098"/>
      </dsp:txXfrm>
    </dsp:sp>
    <dsp:sp modelId="{4DF8F366-D0AC-4AC7-8D7E-53867D295C50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9CB46A-07D1-474E-A26E-EA564E530BB7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Verificar identidad.</a:t>
          </a:r>
        </a:p>
      </dsp:txBody>
      <dsp:txXfrm>
        <a:off x="0" y="2726960"/>
        <a:ext cx="6666833" cy="908098"/>
      </dsp:txXfrm>
    </dsp:sp>
    <dsp:sp modelId="{4B45F6A7-8722-45E7-ABB6-7BE4F9173E57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E86D76-8562-470B-9F8D-AE7907D7A678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Emitir, revocar y renovar certificados.</a:t>
          </a:r>
        </a:p>
      </dsp:txBody>
      <dsp:txXfrm>
        <a:off x="0" y="3635058"/>
        <a:ext cx="6666833" cy="908098"/>
      </dsp:txXfrm>
    </dsp:sp>
    <dsp:sp modelId="{566BCA82-4185-4521-B3F9-58A03A13B162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955D4D-FE67-4C7B-B5B8-82BA9A2D63ED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Garantizar seguridad jurídica de la firma.</a:t>
          </a:r>
        </a:p>
      </dsp:txBody>
      <dsp:txXfrm>
        <a:off x="0" y="4543157"/>
        <a:ext cx="6666833" cy="90809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365D7-865D-45DB-B150-AECD6BB880D5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AE2D43-6955-4DF9-99E3-84D9D1547ED1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Certificado electrónico → vincula identidad a una clave pública.</a:t>
          </a:r>
        </a:p>
      </dsp:txBody>
      <dsp:txXfrm>
        <a:off x="0" y="0"/>
        <a:ext cx="6666833" cy="2726960"/>
      </dsp:txXfrm>
    </dsp:sp>
    <dsp:sp modelId="{3A6AFD07-C91F-4588-B5B4-BCCF209924DA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8E906F-0291-49DA-96D5-7280B7694DAB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Documento electrónico firmado → misma validez legal que un documento en papel firmado.</a:t>
          </a:r>
        </a:p>
      </dsp:txBody>
      <dsp:txXfrm>
        <a:off x="0" y="2726960"/>
        <a:ext cx="6666833" cy="272696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FBCA6F-6127-4606-99EA-D16435833849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CECA08-EB8E-4CAF-8405-2B2D0169AF03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Documento nacional de identidad con chip criptográfico.</a:t>
          </a:r>
        </a:p>
      </dsp:txBody>
      <dsp:txXfrm>
        <a:off x="0" y="2663"/>
        <a:ext cx="6666833" cy="1816197"/>
      </dsp:txXfrm>
    </dsp:sp>
    <dsp:sp modelId="{7348F238-B061-499B-98F4-CA312CEB5E28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2ADED5-83CB-44E4-8415-2617A56AD164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Permite autenticación segura y firma cualificada.</a:t>
          </a:r>
        </a:p>
      </dsp:txBody>
      <dsp:txXfrm>
        <a:off x="0" y="1818861"/>
        <a:ext cx="6666833" cy="1816197"/>
      </dsp:txXfrm>
    </dsp:sp>
    <dsp:sp modelId="{194D34CB-5290-4092-BD12-335425AA85F6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09CFDE-0AAE-4E52-A0D2-D1D968156468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Requiere un PIN personal para firmar y autenticar.</a:t>
          </a:r>
        </a:p>
      </dsp:txBody>
      <dsp:txXfrm>
        <a:off x="0" y="3635058"/>
        <a:ext cx="6666833" cy="181619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BFDB4-1BE3-45D4-9192-D2806F7E13B5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Smartcards (tarjetas con chip, como el DNIe).</a:t>
          </a:r>
        </a:p>
      </dsp:txBody>
      <dsp:txXfrm>
        <a:off x="62141" y="104940"/>
        <a:ext cx="6542551" cy="1148678"/>
      </dsp:txXfrm>
    </dsp:sp>
    <dsp:sp modelId="{D268A43E-84BD-4AF2-9C4E-CD33AE1A7A29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Tokens USB con certificados.</a:t>
          </a:r>
        </a:p>
      </dsp:txBody>
      <dsp:txXfrm>
        <a:off x="62141" y="1470060"/>
        <a:ext cx="6542551" cy="1148678"/>
      </dsp:txXfrm>
    </dsp:sp>
    <dsp:sp modelId="{948C5F7C-9EFE-4524-B7F8-45AE5C1FADA4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HSM (Hardware Security Module) para empresas.</a:t>
          </a:r>
        </a:p>
      </dsp:txBody>
      <dsp:txXfrm>
        <a:off x="62141" y="2835181"/>
        <a:ext cx="6542551" cy="1148678"/>
      </dsp:txXfrm>
    </dsp:sp>
    <dsp:sp modelId="{703A2B28-3F90-4601-8C3A-3F6EF8DFFD9A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Firmas en la nube con claves en servidores autorizados.</a:t>
          </a:r>
        </a:p>
      </dsp:txBody>
      <dsp:txXfrm>
        <a:off x="62141" y="4200301"/>
        <a:ext cx="6542551" cy="114867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657D6-D045-427F-B12E-4C252B742B43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0AD993-1300-4DA0-AB77-FD63715E22AA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Primer marco europeo de ciberseguridad.</a:t>
          </a:r>
        </a:p>
      </dsp:txBody>
      <dsp:txXfrm>
        <a:off x="0" y="0"/>
        <a:ext cx="6666833" cy="1363480"/>
      </dsp:txXfrm>
    </dsp:sp>
    <dsp:sp modelId="{9D1A6246-ED30-4E20-A3D6-E3BD3EBDFF75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1B07B7-AC9D-4913-A492-63ED427E06E6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Busca un nivel común de seguridad en redes y sistemas.</a:t>
          </a:r>
        </a:p>
      </dsp:txBody>
      <dsp:txXfrm>
        <a:off x="0" y="1363480"/>
        <a:ext cx="6666833" cy="1363480"/>
      </dsp:txXfrm>
    </dsp:sp>
    <dsp:sp modelId="{98DE499D-5E0F-4276-9BBB-872D17193109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8C0C94-F084-4E8D-970D-578D3EE62D2F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Obliga a los Estados miembros a estrategias nacionales.</a:t>
          </a:r>
        </a:p>
      </dsp:txBody>
      <dsp:txXfrm>
        <a:off x="0" y="2726960"/>
        <a:ext cx="6666833" cy="1363480"/>
      </dsp:txXfrm>
    </dsp:sp>
    <dsp:sp modelId="{38633E85-9FFC-4061-8B80-EAEF8F67F2C0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EF2DDF-E5AF-491A-8478-2CADE14A4108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Coordina la Agencia Europea ENISA.</a:t>
          </a:r>
        </a:p>
      </dsp:txBody>
      <dsp:txXfrm>
        <a:off x="0" y="4090440"/>
        <a:ext cx="6666833" cy="136348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F7A67-4ECA-49F3-B59B-D529433FA1F7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B8D17-EA5A-4436-B435-26978189A3C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C6CBC-15E5-4A02-8158-EFC8C1894419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Entidades críticas para la sociedad y economía.</a:t>
          </a:r>
        </a:p>
      </dsp:txBody>
      <dsp:txXfrm>
        <a:off x="1129902" y="4592"/>
        <a:ext cx="5171698" cy="978270"/>
      </dsp:txXfrm>
    </dsp:sp>
    <dsp:sp modelId="{3CBE4197-3B74-4F64-8180-0DDE9631700B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8AA7C2-EB16-4168-865A-2F479E72CDC7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DC4C5-BDD2-4D17-9404-096B15E1A512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Ejemplos: energía, transporte, banca, sanidad, agua, infraestructuras digitales.</a:t>
          </a:r>
        </a:p>
      </dsp:txBody>
      <dsp:txXfrm>
        <a:off x="1129902" y="1227431"/>
        <a:ext cx="5171698" cy="978270"/>
      </dsp:txXfrm>
    </dsp:sp>
    <dsp:sp modelId="{B4CAE973-4323-4BDB-A78A-67E044278006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98EB6-DA11-43B0-BC53-5D95E0DC6048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ADDEF-26A6-4312-87D0-5225DE49B177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Obligaciones:</a:t>
          </a:r>
        </a:p>
      </dsp:txBody>
      <dsp:txXfrm>
        <a:off x="1129902" y="2450269"/>
        <a:ext cx="5171698" cy="978270"/>
      </dsp:txXfrm>
    </dsp:sp>
    <dsp:sp modelId="{7A27DE9E-85E2-4F87-8EA2-475E3C3E0E6E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D07AE-DFA4-44BD-900E-D96C75D0B3B7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04A59-F7D8-4AFB-A477-E2252B04E656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Medidas técnicas y organizativas de seguridad.</a:t>
          </a:r>
        </a:p>
      </dsp:txBody>
      <dsp:txXfrm>
        <a:off x="1129902" y="3673107"/>
        <a:ext cx="5171698" cy="978270"/>
      </dsp:txXfrm>
    </dsp:sp>
    <dsp:sp modelId="{D558C8F7-B9B9-4B68-80D2-2D98C21900D0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DE7AD-541D-4AEC-A0C1-E220872563CB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85876-62F8-4276-87FF-89CF1ACF866C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Notificación de incidentes.</a:t>
          </a:r>
        </a:p>
      </dsp:txBody>
      <dsp:txXfrm>
        <a:off x="1129902" y="4895945"/>
        <a:ext cx="5171698" cy="97827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D6E21-543C-4B78-B8D8-FECC1EC1AB87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62BAB3-A101-49B9-A95A-903CC6D4263B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Cada Estado establece una autoridad nacional.</a:t>
          </a:r>
        </a:p>
      </dsp:txBody>
      <dsp:txXfrm>
        <a:off x="0" y="2663"/>
        <a:ext cx="6666833" cy="1816197"/>
      </dsp:txXfrm>
    </dsp:sp>
    <dsp:sp modelId="{09086132-31BB-492D-9961-98C725DBF42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196B21-F498-459A-8F0B-0086999355FB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España: INCIBE y CCN-CERT como organismos de referencia.</a:t>
          </a:r>
        </a:p>
      </dsp:txBody>
      <dsp:txXfrm>
        <a:off x="0" y="1818861"/>
        <a:ext cx="6666833" cy="1816197"/>
      </dsp:txXfrm>
    </dsp:sp>
    <dsp:sp modelId="{68E6D356-C04C-4876-9292-29292ED5FC87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2E0375-C46C-4531-9C49-C02AC546F93F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Coordinación con ENISA a nivel europeo.</a:t>
          </a:r>
        </a:p>
      </dsp:txBody>
      <dsp:txXfrm>
        <a:off x="0" y="3635058"/>
        <a:ext cx="6666833" cy="181619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55509-FA5C-4666-B6B8-7FA92A9BACFD}">
      <dsp:nvSpPr>
        <dsp:cNvPr id="0" name=""/>
        <dsp:cNvSpPr/>
      </dsp:nvSpPr>
      <dsp:spPr>
        <a:xfrm>
          <a:off x="0" y="122359"/>
          <a:ext cx="6301601" cy="1814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Adoptar medidas técnicas (firewalls, cifrado, monitorización).</a:t>
          </a:r>
        </a:p>
      </dsp:txBody>
      <dsp:txXfrm>
        <a:off x="88585" y="210944"/>
        <a:ext cx="6124431" cy="1637500"/>
      </dsp:txXfrm>
    </dsp:sp>
    <dsp:sp modelId="{9A41C95D-E063-4402-B872-A25D9BDA7872}">
      <dsp:nvSpPr>
        <dsp:cNvPr id="0" name=""/>
        <dsp:cNvSpPr/>
      </dsp:nvSpPr>
      <dsp:spPr>
        <a:xfrm>
          <a:off x="0" y="2032069"/>
          <a:ext cx="6301601" cy="181467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Implementar medidas organizativas (planes de continuidad, gestión de riesgos).</a:t>
          </a:r>
        </a:p>
      </dsp:txBody>
      <dsp:txXfrm>
        <a:off x="88585" y="2120654"/>
        <a:ext cx="6124431" cy="1637500"/>
      </dsp:txXfrm>
    </dsp:sp>
    <dsp:sp modelId="{1959F399-C372-462C-A52B-936C23DA0913}">
      <dsp:nvSpPr>
        <dsp:cNvPr id="0" name=""/>
        <dsp:cNvSpPr/>
      </dsp:nvSpPr>
      <dsp:spPr>
        <a:xfrm>
          <a:off x="0" y="3941779"/>
          <a:ext cx="6301601" cy="181467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Notificar incidentes relevantes de inmediato a la autoridad competente.</a:t>
          </a:r>
        </a:p>
      </dsp:txBody>
      <dsp:txXfrm>
        <a:off x="88585" y="4030364"/>
        <a:ext cx="6124431" cy="163750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C7CFB-DA51-47C9-A5DE-FCCE924DD7DB}">
      <dsp:nvSpPr>
        <dsp:cNvPr id="0" name=""/>
        <dsp:cNvSpPr/>
      </dsp:nvSpPr>
      <dsp:spPr>
        <a:xfrm>
          <a:off x="0" y="36994"/>
          <a:ext cx="63016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Incluyen: comercio electrónico, buscadores, servicios cloud.</a:t>
          </a:r>
        </a:p>
      </dsp:txBody>
      <dsp:txXfrm>
        <a:off x="91269" y="128263"/>
        <a:ext cx="6119063" cy="1687122"/>
      </dsp:txXfrm>
    </dsp:sp>
    <dsp:sp modelId="{487BFC91-BB33-4DC8-BD0D-8B94D4C65C33}">
      <dsp:nvSpPr>
        <dsp:cNvPr id="0" name=""/>
        <dsp:cNvSpPr/>
      </dsp:nvSpPr>
      <dsp:spPr>
        <a:xfrm>
          <a:off x="0" y="2004574"/>
          <a:ext cx="6301601" cy="18696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Obligaciones de seguridad y notificación de incidentes.</a:t>
          </a:r>
        </a:p>
      </dsp:txBody>
      <dsp:txXfrm>
        <a:off x="91269" y="2095843"/>
        <a:ext cx="6119063" cy="1687122"/>
      </dsp:txXfrm>
    </dsp:sp>
    <dsp:sp modelId="{218AA6DE-1912-4F19-A274-915E154444D1}">
      <dsp:nvSpPr>
        <dsp:cNvPr id="0" name=""/>
        <dsp:cNvSpPr/>
      </dsp:nvSpPr>
      <dsp:spPr>
        <a:xfrm>
          <a:off x="0" y="3972154"/>
          <a:ext cx="6301601" cy="18696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Requisitos menos estrictos que los OSE.</a:t>
          </a:r>
        </a:p>
      </dsp:txBody>
      <dsp:txXfrm>
        <a:off x="91269" y="4063423"/>
        <a:ext cx="6119063" cy="168712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816E7-7935-4728-B901-6C353BFD28F8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464D4-9E8C-426D-A074-C7E585463CE9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E361A-2583-4CAA-B2BF-F82C14A24D46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Norma internacional de gestión de la seguridad de la información (SGSI).</a:t>
          </a:r>
        </a:p>
      </dsp:txBody>
      <dsp:txXfrm>
        <a:off x="1428292" y="2439"/>
        <a:ext cx="4873308" cy="1236616"/>
      </dsp:txXfrm>
    </dsp:sp>
    <dsp:sp modelId="{A13A74E2-A9E4-40FE-ABFE-91FA970BB476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FA139-D6E5-4B0E-89D7-3E0C09B7F23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A7E35-EC23-4732-9418-7E0D69169354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Protege confidencialidad, integridad y disponibilidad de la información.</a:t>
          </a:r>
        </a:p>
      </dsp:txBody>
      <dsp:txXfrm>
        <a:off x="1428292" y="1548210"/>
        <a:ext cx="4873308" cy="1236616"/>
      </dsp:txXfrm>
    </dsp:sp>
    <dsp:sp modelId="{C8ABAAA2-B765-4446-8DC2-C08C3B8D39E6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E282C-0358-4201-9221-96F351658C6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BC68C-EAA9-41F8-9C50-53CE96D4B181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Basada en el ciclo PDCA (Plan-Do-Check-Act).</a:t>
          </a:r>
        </a:p>
      </dsp:txBody>
      <dsp:txXfrm>
        <a:off x="1428292" y="3093981"/>
        <a:ext cx="4873308" cy="1236616"/>
      </dsp:txXfrm>
    </dsp:sp>
    <dsp:sp modelId="{EC1B499E-4B06-46D5-955A-3D0CE832B082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2635E-B49B-4960-B17A-C06CEA1E2E2B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290D4-BCC4-4CE9-AE39-A8561D459365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Certificación reconocida que aporta confianza y cumplimiento.</a:t>
          </a:r>
        </a:p>
      </dsp:txBody>
      <dsp:txXfrm>
        <a:off x="1428292" y="4639752"/>
        <a:ext cx="48733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E3699-2B5E-D8D2-24AB-D7878139E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6D98C-FD8E-DB9D-7C06-074FF6ADB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238F35-D3A3-0E6E-7140-43553164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D1445-A46D-BB99-EF57-F2E2A68D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690ABF-8F5F-7B73-15D8-AA742CA5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2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13D1-B65A-7C34-94E1-E8F035CA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E06A1-F03A-23BF-4D48-9A98F561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9BC34-0E94-AD2E-A9AE-505ACD7B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1AD84-0989-A854-CFFA-7126874D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EF560-C098-A468-D531-E0549EC8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63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B4F04-0F1E-9A9C-12F9-E837657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618FC-4224-2F98-DA3A-6FC8B6C5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71BAA-933F-1AD0-F324-FB95935E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91D4C-B3A0-AC2F-F3FA-99FE20D5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A7F67-67C8-44FA-4E45-0AFA22C9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05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8D26-89E3-8C1A-251F-9BCAE207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2DCB0-52EA-CD3C-2ABB-BAE16F7FD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BCC20B-5A42-5C24-234E-9B5FB1524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92458-0460-1E82-B9FA-0385E710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F8980-74BE-D260-FBEE-E9EF9D2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74F2A-4C34-BB06-5D0C-8C9A50AF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4AB6-122C-D95D-71B8-FFF99E78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0E180-1891-E3F6-0A8D-FD531D43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87A73F-C8CE-67B3-22E0-DACC1BF3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BC7CA7-FE2C-679E-1FE6-3379EBF7A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1EDD20-A6C4-71D8-5847-E0F25A2C8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64340-5DBB-0CEF-73BC-4F2EE71B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1D042-EE0D-E2E4-AC3B-B0A6B00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D2FA34-0A5A-2B3D-13AD-72F91653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046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E3055-3D57-C2BA-7B80-08BD5790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C32614-0045-415E-AB28-CA40E70E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E152E3-B701-219B-50DE-97ECB863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121551-A3F2-F4F9-6367-8BA196D7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E268F8-65B4-8AAD-75FD-51E4DCF8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047F3F-01B7-02BD-1907-C602F0A4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8AF27F-CC40-A4E2-850B-AFED4AC3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2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EC1D-A118-B813-92D5-2CC4EC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289F-B58A-3C51-D984-DF312020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070BB-FE1A-BA52-1B86-2544AFC11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2B16E-378F-EC2C-A224-03FB9C61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049FEB-B7D2-AAFA-3FEA-3833F652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383F8-43A1-4708-A1BD-0D64D32A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47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7FB2B-2239-A2C5-008D-161B4872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E77CA8-5140-0A47-35BD-750FAEF76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48ADAF-712E-25A3-011B-1E4A2C3CD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C62925-D99F-6C6F-6F1C-60071786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AD84A6-6E47-4FDF-3DF8-CB66C143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E5C1DB-C5DE-9F9E-8CA4-9FDBB85D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25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BFDBB-8793-B28D-4D13-B58E5467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7B66DC-17C3-6BF4-A645-B0A64B7BE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3181B-5072-A404-52DA-2E91C938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A52AA-DB7B-01EC-070D-4F3BC83B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6E288-6182-9D67-EC70-451209C5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8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B4F54C-46F8-93AA-937D-FADB9B194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5EA0FE-E0F8-CEE1-1640-B35426B59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ADDFAB-132C-45F4-6A13-E282D81C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AA260-435B-8256-133D-58A0568B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2E227-6845-939E-B7B7-3AC4B66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92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663136-3AA9-C5D6-EA7F-FCF60B17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290F0-95F6-3F68-A38F-8D077EC3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C4B67-316D-5331-B571-0A2D4AD11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37EA8C-7518-F749-3CC7-B3D34E36F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5E4F0-AECE-C33E-1767-B9C56D1F3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9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9B4EC-BE3E-9295-AC58-0CAD13A4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SEGURIDAD INFORMÁTICA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ubtítulo 4">
            <a:extLst>
              <a:ext uri="{FF2B5EF4-FFF2-40B4-BE49-F238E27FC236}">
                <a16:creationId xmlns:a16="http://schemas.microsoft.com/office/drawing/2014/main" id="{BB076771-2AA0-A9C7-C61D-786423133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3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DA3A4-8139-4C4A-2DF6-09A38BB3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C531646-0CFE-DB7F-0BB7-AB6E079EE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B480ED-D3D2-B09C-9EA1-E3D1FF99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D313E2-6B46-66DA-4EF7-02FCD33E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3700" dirty="0"/>
              <a:t>UNIDAD 8: CUMPLIMIENTO DE LA LEGISLACIÓN Y DE LAS NORMAS SOBRE SEGURIDAD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E79F4-1172-A62D-3F73-D6793E20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dirty="0"/>
              <a:t>1. Protección de datos personales</a:t>
            </a:r>
          </a:p>
          <a:p>
            <a:r>
              <a:rPr lang="es-ES" sz="2000" dirty="0"/>
              <a:t>2. Análisis en casos concretos</a:t>
            </a:r>
          </a:p>
          <a:p>
            <a:r>
              <a:rPr lang="es-ES" sz="2000" dirty="0"/>
              <a:t>3. Servicios de la sociedad de la información y del comercio electrónico</a:t>
            </a:r>
          </a:p>
          <a:p>
            <a:r>
              <a:rPr lang="es-ES" sz="2000" dirty="0"/>
              <a:t>4. Firma electrónica</a:t>
            </a:r>
          </a:p>
          <a:p>
            <a:r>
              <a:rPr lang="es-ES" sz="2000" dirty="0"/>
              <a:t>5. Medidas destinadas a garantizar un nivel común de seguridad de las redes y sistemas de información de la unión europea.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0F7BA332-8486-61F7-4A86-6D8A0E65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A744-1378-AD8E-4EC4-BBC1E3B3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28608-DDE5-2F30-BD07-F73F7DE7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1. Protección de datos personales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B0D61F2D-F411-E260-065C-B2FF237BD5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A54FED-BD1B-3971-D70D-7D1B4830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362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Reglamento General de Protección de Datos (RGPD)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F88136-713C-0D31-B79A-C4FB30D5D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3118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Definiciones básicas en el RGPD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67E586-EEB5-3AA9-D87B-1165CBE9C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0653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Sujetos y roles en el RGPD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26AF3C-4419-C81B-CCFB-6C13B476C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62356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400">
                <a:solidFill>
                  <a:srgbClr val="FFFFFF"/>
                </a:solidFill>
              </a:rPr>
              <a:t>Consentimiento de los interesados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8D9C64-688A-7999-6666-1FA32B690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8703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Categorías especiales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87FB91-5DF7-4750-ED38-C57705306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39600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Derechos del interesado (ARCO-POL)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1B7CF7-22BF-9A28-EEA6-90CD58AC57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AE556E-C6AD-AB5E-F06A-0A4BEA8C34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Garantía de derechos digitales (LOPDGDD)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78192F-205A-07DE-506E-9B7B3C814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0151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Delegado de Protección de Datos (DPO)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390136-D65D-EF7E-8C31-F89FC51F7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5551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700">
                <a:solidFill>
                  <a:srgbClr val="FFFFFF"/>
                </a:solidFill>
              </a:rPr>
              <a:t>Transferencias internacionales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A95A9D-114E-B7CB-45AE-3852F0490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15505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Autoridades de control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A17C95-97B7-B4D9-F1B5-813211315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9733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Evaluación de impacto en protección de datos (EIPD)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CD77F9-E8A4-BEFA-C184-01972B36D1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6060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4444163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411" y="767258"/>
            <a:ext cx="3209335" cy="5323484"/>
          </a:xfrm>
        </p:spPr>
        <p:txBody>
          <a:bodyPr>
            <a:normAutofit/>
          </a:bodyPr>
          <a:lstStyle/>
          <a:p>
            <a:pPr algn="ctr"/>
            <a:r>
              <a:rPr lang="es-ES" sz="2800">
                <a:solidFill>
                  <a:schemeClr val="bg1"/>
                </a:solidFill>
              </a:rPr>
              <a:t>Notificación de violaciones de seguridad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83158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FA524B-9351-5936-65A0-094E6338F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637672"/>
              </p:ext>
            </p:extLst>
          </p:nvPr>
        </p:nvGraphicFramePr>
        <p:xfrm>
          <a:off x="5242917" y="1005298"/>
          <a:ext cx="6422901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Legislación europea actualizada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1B4DF-E469-0B26-0E18-28839879BF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Legislación española actualizada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755F72-95A1-938B-905E-B82310B0F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72211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6E525-2A91-A51F-A9B6-88C02FA7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CE3FC-BC41-B775-7D4E-B4C33631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2. Análisis en casos concretos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20E7DBFA-426B-2AEF-5031-642D7C828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1D74E6-D3A1-D908-AEFC-A50C93BF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5904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Cookies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000235-8891-6A12-A688-DBEAD3EF1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77935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Big Data y elaboración de perfiles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D812A8-735F-CD60-2113-99D69A061E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56716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Cloud Computing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D9C932-4404-5F66-32A2-19020D0AE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3189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Apps para dispositivos móviles</a:t>
            </a:r>
          </a:p>
        </p:txBody>
      </p:sp>
      <p:pic>
        <p:nvPicPr>
          <p:cNvPr id="5" name="Picture 4" descr="Símbolos amarillo y azul">
            <a:extLst>
              <a:ext uri="{FF2B5EF4-FFF2-40B4-BE49-F238E27FC236}">
                <a16:creationId xmlns:a16="http://schemas.microsoft.com/office/drawing/2014/main" id="{AF812DE9-865C-8F57-E039-71E9B820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40" r="29956" b="1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s-ES" sz="2000"/>
              <a:t>• Problemas comunes:</a:t>
            </a:r>
          </a:p>
          <a:p>
            <a:r>
              <a:rPr lang="es-ES" sz="2000"/>
              <a:t>   - Permisos excesivos (ubicación, contactos, micrófono).</a:t>
            </a:r>
          </a:p>
          <a:p>
            <a:r>
              <a:rPr lang="es-ES" sz="2000"/>
              <a:t>   - Recopilación de datos sin consentimiento.</a:t>
            </a:r>
          </a:p>
          <a:p>
            <a:r>
              <a:rPr lang="es-ES" sz="2000"/>
              <a:t>   - Envío de datos a terceros sin transparencia.</a:t>
            </a:r>
          </a:p>
          <a:p>
            <a:r>
              <a:rPr lang="es-ES" sz="2000"/>
              <a:t>• Obligaciones:</a:t>
            </a:r>
          </a:p>
          <a:p>
            <a:r>
              <a:rPr lang="es-ES" sz="2000"/>
              <a:t>   - Solicitar solo permisos necesarios.</a:t>
            </a:r>
          </a:p>
          <a:p>
            <a:r>
              <a:rPr lang="es-ES" sz="2000"/>
              <a:t>   - Información clara antes de instalar/usar.</a:t>
            </a:r>
          </a:p>
          <a:p>
            <a:r>
              <a:rPr lang="es-ES" sz="2000"/>
              <a:t>   - Principio de minimización de datos.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7D9A-F5EE-4B71-5B7E-0495F0D2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7F301-B8E7-94A8-5C22-7138E967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4000" dirty="0"/>
              <a:t>3. Servicios de la sociedad de la información y del comercio electrónico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7DAE11AB-2A51-E475-89C2-A349A3B1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F450C4-F2E7-EB99-13B3-8A7E8C8F4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51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Servicios de la sociedad de la información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899DC8-51D1-D31D-B2FC-393A6B496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6538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400">
                <a:solidFill>
                  <a:srgbClr val="FFFFFF"/>
                </a:solidFill>
              </a:rPr>
              <a:t>Responsabilidad de los prestadores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9F6FEC-790B-9624-321E-00FDED379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1140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100">
                <a:solidFill>
                  <a:srgbClr val="FFFFFF"/>
                </a:solidFill>
              </a:rPr>
              <a:t>Comunicaciones comerciales por vía electrónica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81142D-45DC-EA6D-F72D-DF5EACC96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0315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Contratación electrónica y comercio electrónico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848783-C08F-55B9-791C-02977093B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37093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F1F9D-E8CD-FFF7-6A8E-6753D309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3C3C9-9ECD-EE99-FCC6-A402E9B1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4. Firma electrónica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2F106DE7-DDA7-F9E4-B679-AAA6694A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D6685E-3CE5-D627-B38B-692EE79A1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128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Definición de firma electrónica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AC2325-BA76-80C3-C936-1FA324ABE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72950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s-ES" sz="4000"/>
              <a:t>Tipos de firma electrónica</a:t>
            </a:r>
          </a:p>
        </p:txBody>
      </p:sp>
      <p:pic>
        <p:nvPicPr>
          <p:cNvPr id="5" name="Picture 4" descr="Bolígrafo situado en la parte superior de una línea de firma">
            <a:extLst>
              <a:ext uri="{FF2B5EF4-FFF2-40B4-BE49-F238E27FC236}">
                <a16:creationId xmlns:a16="http://schemas.microsoft.com/office/drawing/2014/main" id="{376A09A2-81A9-D7B6-6830-B2FEA49E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24" r="4630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r>
              <a:rPr lang="es-ES" sz="2000"/>
              <a:t>• Firma electrónica simple → datos básicos (PIN, contraseña).</a:t>
            </a:r>
          </a:p>
          <a:p>
            <a:r>
              <a:rPr lang="es-ES" sz="2000"/>
              <a:t>• Firma electrónica avanzada → identifica al firmante y detecta modificaciones.</a:t>
            </a:r>
          </a:p>
          <a:p>
            <a:r>
              <a:rPr lang="es-ES" sz="2000"/>
              <a:t>• Firma cualificada → emitida por un prestador cualificado y con dispositivo seguro.</a:t>
            </a:r>
          </a:p>
          <a:p>
            <a:r>
              <a:rPr lang="es-ES" sz="2000"/>
              <a:t>   → Equivalente legal a la firma manuscrita.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Prestadores de servicios de certificación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54AB83-9567-6BA1-3386-CBFBB73ED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71310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Certificado y documento electrónico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A140E4-119E-E3A1-C2B5-847B53EBD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7783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DNI electrónico (DNIe)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519A43-2754-AC03-BE67-B3C8920E4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69274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Dispositivos de firma electrónica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16B019-21ED-5395-F9B7-0035B45A6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244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3826-6414-F141-59C0-D5A8C587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437C8-2978-BA84-DA19-FCE28460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642" y="1144587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4000" dirty="0"/>
              <a:t>5. Medidas destinadas a garantizar un nivel común de seguridad de las redes y sistemas de información de la unión europea.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A6493AC0-6512-4E58-27A6-A1DBC4063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03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Directiva NIS (Network and Information Security)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9AC160-8912-9DE3-70E0-4D9B2046D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34592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Operadores de Servicios Esenciales (OSE)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1F446D-BE1E-E25E-7A77-5C21F898FB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22571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Marcos nacionales de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0AC973-D83B-DC95-5F49-9E9BEF173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5692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Requisitos de seguridad y notificación de incidentes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FBB28B-3F4C-C3FE-33B7-D9174670A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04394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Proveedores de servicios digitales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63F3A7-E68F-0EC3-0018-6CA6B65004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06710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Estándar ISO/IEC 27001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575B84-EB26-8114-E5FF-BC24BA110D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35686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1647</Words>
  <Application>Microsoft Office PowerPoint</Application>
  <PresentationFormat>Panorámica</PresentationFormat>
  <Paragraphs>197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Tema de Office</vt:lpstr>
      <vt:lpstr>SEGURIDAD INFORMÁTICA</vt:lpstr>
      <vt:lpstr>UNIDAD 8: CUMPLIMIENTO DE LA LEGISLACIÓN Y DE LAS NORMAS SOBRE SEGURIDAD</vt:lpstr>
      <vt:lpstr>1. Protección de datos personales</vt:lpstr>
      <vt:lpstr>Reglamento General de Protección de Datos (RGPD)</vt:lpstr>
      <vt:lpstr>Definiciones básicas en el RGPD</vt:lpstr>
      <vt:lpstr>Sujetos y roles en el RGPD</vt:lpstr>
      <vt:lpstr>Consentimiento de los interesados</vt:lpstr>
      <vt:lpstr>Categorías especiales de datos</vt:lpstr>
      <vt:lpstr>Derechos del interesado (ARCO-POL)</vt:lpstr>
      <vt:lpstr>Garantía de derechos digitales (LOPDGDD)</vt:lpstr>
      <vt:lpstr>Delegado de Protección de Datos (DPO)</vt:lpstr>
      <vt:lpstr>Transferencias internacionales de datos</vt:lpstr>
      <vt:lpstr>Autoridades de control</vt:lpstr>
      <vt:lpstr>Evaluación de impacto en protección de datos (EIPD)</vt:lpstr>
      <vt:lpstr>Notificación de violaciones de seguridad</vt:lpstr>
      <vt:lpstr>Legislación europea actualizada</vt:lpstr>
      <vt:lpstr>Legislación española actualizada</vt:lpstr>
      <vt:lpstr>2. Análisis en casos concretos</vt:lpstr>
      <vt:lpstr>Cookies</vt:lpstr>
      <vt:lpstr>Big Data y elaboración de perfiles</vt:lpstr>
      <vt:lpstr>Cloud Computing</vt:lpstr>
      <vt:lpstr>Apps para dispositivos móviles</vt:lpstr>
      <vt:lpstr>3. Servicios de la sociedad de la información y del comercio electrónico</vt:lpstr>
      <vt:lpstr>Servicios de la sociedad de la información</vt:lpstr>
      <vt:lpstr>Responsabilidad de los prestadores</vt:lpstr>
      <vt:lpstr>Comunicaciones comerciales por vía electrónica</vt:lpstr>
      <vt:lpstr>Contratación electrónica y comercio electrónico</vt:lpstr>
      <vt:lpstr>4. Firma electrónica</vt:lpstr>
      <vt:lpstr>Definición de firma electrónica</vt:lpstr>
      <vt:lpstr>Tipos de firma electrónica</vt:lpstr>
      <vt:lpstr>Prestadores de servicios de certificación</vt:lpstr>
      <vt:lpstr>Certificado y documento electrónico</vt:lpstr>
      <vt:lpstr>DNI electrónico (DNIe)</vt:lpstr>
      <vt:lpstr>Dispositivos de firma electrónica</vt:lpstr>
      <vt:lpstr>5. Medidas destinadas a garantizar un nivel común de seguridad de las redes y sistemas de información de la unión europea.</vt:lpstr>
      <vt:lpstr>Directiva NIS (Network and Information Security)</vt:lpstr>
      <vt:lpstr>Operadores de Servicios Esenciales (OSE)</vt:lpstr>
      <vt:lpstr>Marcos nacionales de seguridad</vt:lpstr>
      <vt:lpstr>Requisitos de seguridad y notificación de incidentes</vt:lpstr>
      <vt:lpstr>Proveedores de servicios digitales</vt:lpstr>
      <vt:lpstr>Estándar ISO/IEC 27001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7</cp:revision>
  <dcterms:created xsi:type="dcterms:W3CDTF">2025-09-17T16:17:53Z</dcterms:created>
  <dcterms:modified xsi:type="dcterms:W3CDTF">2025-09-27T16:46:12Z</dcterms:modified>
</cp:coreProperties>
</file>