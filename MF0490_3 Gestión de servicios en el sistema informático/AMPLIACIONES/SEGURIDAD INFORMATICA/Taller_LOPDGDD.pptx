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22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C18F0C-B095-4B8B-B1FB-F118D9567501}" type="doc">
      <dgm:prSet loTypeId="urn:microsoft.com/office/officeart/2005/8/layout/default" loCatId="list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6B97AD7-7612-4F29-B257-CACC1F22A304}">
      <dgm:prSet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/>
            <a:t>- </a:t>
          </a:r>
          <a:r>
            <a:rPr lang="en-US" dirty="0" err="1"/>
            <a:t>Comprender</a:t>
          </a:r>
          <a:r>
            <a:rPr lang="en-US" dirty="0"/>
            <a:t> </a:t>
          </a:r>
          <a:r>
            <a:rPr lang="en-US" dirty="0" err="1"/>
            <a:t>los</a:t>
          </a:r>
          <a:r>
            <a:rPr lang="en-US" dirty="0"/>
            <a:t> </a:t>
          </a:r>
          <a:r>
            <a:rPr lang="en-US" dirty="0" err="1"/>
            <a:t>fundamentos</a:t>
          </a:r>
          <a:r>
            <a:rPr lang="en-US" dirty="0"/>
            <a:t> de la </a:t>
          </a:r>
          <a:r>
            <a:rPr lang="en-US" dirty="0" err="1"/>
            <a:t>protección</a:t>
          </a:r>
          <a:r>
            <a:rPr lang="en-US" dirty="0"/>
            <a:t> de </a:t>
          </a:r>
          <a:r>
            <a:rPr lang="en-US" dirty="0" err="1"/>
            <a:t>datos</a:t>
          </a:r>
          <a:endParaRPr lang="en-US" dirty="0"/>
        </a:p>
      </dgm:t>
    </dgm:pt>
    <dgm:pt modelId="{A4E3F2C8-0A95-41D3-ADEA-B5EC5D68D0AC}" type="parTrans" cxnId="{8E7EA5F9-8DCC-4370-956E-C7F6B91BA2DC}">
      <dgm:prSet/>
      <dgm:spPr/>
      <dgm:t>
        <a:bodyPr/>
        <a:lstStyle/>
        <a:p>
          <a:endParaRPr lang="en-US"/>
        </a:p>
      </dgm:t>
    </dgm:pt>
    <dgm:pt modelId="{7E516F60-1161-4F11-822A-15069DD0E3E1}" type="sibTrans" cxnId="{8E7EA5F9-8DCC-4370-956E-C7F6B91BA2DC}">
      <dgm:prSet/>
      <dgm:spPr/>
      <dgm:t>
        <a:bodyPr/>
        <a:lstStyle/>
        <a:p>
          <a:endParaRPr lang="en-US"/>
        </a:p>
      </dgm:t>
    </dgm:pt>
    <dgm:pt modelId="{F54A1A79-DEF6-437A-ACC7-1C00CEAAC3E2}">
      <dgm:prSet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US"/>
            <a:t>- Conocer los principios y derechos de la LOPDGDD</a:t>
          </a:r>
        </a:p>
      </dgm:t>
    </dgm:pt>
    <dgm:pt modelId="{77CD8D5A-B891-4D80-A3A2-7E493653EBCB}" type="parTrans" cxnId="{21302443-5432-4A4A-B2CB-2CB22EE7DF40}">
      <dgm:prSet/>
      <dgm:spPr/>
      <dgm:t>
        <a:bodyPr/>
        <a:lstStyle/>
        <a:p>
          <a:endParaRPr lang="en-US"/>
        </a:p>
      </dgm:t>
    </dgm:pt>
    <dgm:pt modelId="{A8A0C4F5-A3A1-499F-B6E5-96487430E5F1}" type="sibTrans" cxnId="{21302443-5432-4A4A-B2CB-2CB22EE7DF40}">
      <dgm:prSet/>
      <dgm:spPr/>
      <dgm:t>
        <a:bodyPr/>
        <a:lstStyle/>
        <a:p>
          <a:endParaRPr lang="en-US"/>
        </a:p>
      </dgm:t>
    </dgm:pt>
    <dgm:pt modelId="{ABCD6A27-2AC9-426A-950A-4D7633BEE19B}">
      <dgm:prSet/>
      <dgm:spPr>
        <a:solidFill>
          <a:srgbClr val="00B0F0"/>
        </a:solidFill>
      </dgm:spPr>
      <dgm:t>
        <a:bodyPr/>
        <a:lstStyle/>
        <a:p>
          <a:r>
            <a:rPr lang="en-US"/>
            <a:t>- Aplicar la normativa en entornos reales</a:t>
          </a:r>
        </a:p>
      </dgm:t>
    </dgm:pt>
    <dgm:pt modelId="{A1429455-4559-484D-BE2B-71D581C7A105}" type="parTrans" cxnId="{3DECAAEB-36CF-4CE4-BD5A-872E92E31B59}">
      <dgm:prSet/>
      <dgm:spPr/>
      <dgm:t>
        <a:bodyPr/>
        <a:lstStyle/>
        <a:p>
          <a:endParaRPr lang="en-US"/>
        </a:p>
      </dgm:t>
    </dgm:pt>
    <dgm:pt modelId="{95B3CD82-3B83-47B8-98FF-7426297DDCC8}" type="sibTrans" cxnId="{3DECAAEB-36CF-4CE4-BD5A-872E92E31B59}">
      <dgm:prSet/>
      <dgm:spPr/>
      <dgm:t>
        <a:bodyPr/>
        <a:lstStyle/>
        <a:p>
          <a:endParaRPr lang="en-US"/>
        </a:p>
      </dgm:t>
    </dgm:pt>
    <dgm:pt modelId="{39D7AB97-FE90-4568-95A2-2EF3BC15F59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/>
            <a:t>- Identificar obligaciones y sanciones</a:t>
          </a:r>
        </a:p>
      </dgm:t>
    </dgm:pt>
    <dgm:pt modelId="{1B503EDB-339E-43CE-A445-6254A398793D}" type="parTrans" cxnId="{491FA4F9-EB22-47C7-97E9-8BEEAAD20BA1}">
      <dgm:prSet/>
      <dgm:spPr/>
      <dgm:t>
        <a:bodyPr/>
        <a:lstStyle/>
        <a:p>
          <a:endParaRPr lang="en-US"/>
        </a:p>
      </dgm:t>
    </dgm:pt>
    <dgm:pt modelId="{84003F64-CBED-46CF-990E-8314A7A61750}" type="sibTrans" cxnId="{491FA4F9-EB22-47C7-97E9-8BEEAAD20BA1}">
      <dgm:prSet/>
      <dgm:spPr/>
      <dgm:t>
        <a:bodyPr/>
        <a:lstStyle/>
        <a:p>
          <a:endParaRPr lang="en-US"/>
        </a:p>
      </dgm:t>
    </dgm:pt>
    <dgm:pt modelId="{9B30A61A-E2E6-4AE9-91A6-12F9A3724C92}" type="pres">
      <dgm:prSet presAssocID="{A5C18F0C-B095-4B8B-B1FB-F118D9567501}" presName="diagram" presStyleCnt="0">
        <dgm:presLayoutVars>
          <dgm:dir/>
          <dgm:resizeHandles val="exact"/>
        </dgm:presLayoutVars>
      </dgm:prSet>
      <dgm:spPr/>
    </dgm:pt>
    <dgm:pt modelId="{DC87E582-042D-41FA-B06A-216196C4897D}" type="pres">
      <dgm:prSet presAssocID="{C6B97AD7-7612-4F29-B257-CACC1F22A304}" presName="node" presStyleLbl="node1" presStyleIdx="0" presStyleCnt="4">
        <dgm:presLayoutVars>
          <dgm:bulletEnabled val="1"/>
        </dgm:presLayoutVars>
      </dgm:prSet>
      <dgm:spPr/>
    </dgm:pt>
    <dgm:pt modelId="{0CB0D787-210B-44BF-BA66-9DD791D79936}" type="pres">
      <dgm:prSet presAssocID="{7E516F60-1161-4F11-822A-15069DD0E3E1}" presName="sibTrans" presStyleCnt="0"/>
      <dgm:spPr/>
    </dgm:pt>
    <dgm:pt modelId="{30A44BFE-6956-4589-9629-B4EE7A6D1824}" type="pres">
      <dgm:prSet presAssocID="{F54A1A79-DEF6-437A-ACC7-1C00CEAAC3E2}" presName="node" presStyleLbl="node1" presStyleIdx="1" presStyleCnt="4">
        <dgm:presLayoutVars>
          <dgm:bulletEnabled val="1"/>
        </dgm:presLayoutVars>
      </dgm:prSet>
      <dgm:spPr/>
    </dgm:pt>
    <dgm:pt modelId="{CFC17A15-E530-4FF7-A56E-D06F467EFB1C}" type="pres">
      <dgm:prSet presAssocID="{A8A0C4F5-A3A1-499F-B6E5-96487430E5F1}" presName="sibTrans" presStyleCnt="0"/>
      <dgm:spPr/>
    </dgm:pt>
    <dgm:pt modelId="{38966F50-86F2-460F-A7C5-29BDD8B4CC51}" type="pres">
      <dgm:prSet presAssocID="{ABCD6A27-2AC9-426A-950A-4D7633BEE19B}" presName="node" presStyleLbl="node1" presStyleIdx="2" presStyleCnt="4">
        <dgm:presLayoutVars>
          <dgm:bulletEnabled val="1"/>
        </dgm:presLayoutVars>
      </dgm:prSet>
      <dgm:spPr/>
    </dgm:pt>
    <dgm:pt modelId="{5F41CDEE-DBFF-43F6-9C45-88B901AC8A32}" type="pres">
      <dgm:prSet presAssocID="{95B3CD82-3B83-47B8-98FF-7426297DDCC8}" presName="sibTrans" presStyleCnt="0"/>
      <dgm:spPr/>
    </dgm:pt>
    <dgm:pt modelId="{AB6229A8-05B8-4838-8AB5-5963CA1B2338}" type="pres">
      <dgm:prSet presAssocID="{39D7AB97-FE90-4568-95A2-2EF3BC15F592}" presName="node" presStyleLbl="node1" presStyleIdx="3" presStyleCnt="4">
        <dgm:presLayoutVars>
          <dgm:bulletEnabled val="1"/>
        </dgm:presLayoutVars>
      </dgm:prSet>
      <dgm:spPr/>
    </dgm:pt>
  </dgm:ptLst>
  <dgm:cxnLst>
    <dgm:cxn modelId="{21302443-5432-4A4A-B2CB-2CB22EE7DF40}" srcId="{A5C18F0C-B095-4B8B-B1FB-F118D9567501}" destId="{F54A1A79-DEF6-437A-ACC7-1C00CEAAC3E2}" srcOrd="1" destOrd="0" parTransId="{77CD8D5A-B891-4D80-A3A2-7E493653EBCB}" sibTransId="{A8A0C4F5-A3A1-499F-B6E5-96487430E5F1}"/>
    <dgm:cxn modelId="{AADDBC55-53D7-40AB-8847-01C475E8C4C3}" type="presOf" srcId="{39D7AB97-FE90-4568-95A2-2EF3BC15F592}" destId="{AB6229A8-05B8-4838-8AB5-5963CA1B2338}" srcOrd="0" destOrd="0" presId="urn:microsoft.com/office/officeart/2005/8/layout/default"/>
    <dgm:cxn modelId="{835BE782-EA22-4D5B-8C1D-5C799A773592}" type="presOf" srcId="{A5C18F0C-B095-4B8B-B1FB-F118D9567501}" destId="{9B30A61A-E2E6-4AE9-91A6-12F9A3724C92}" srcOrd="0" destOrd="0" presId="urn:microsoft.com/office/officeart/2005/8/layout/default"/>
    <dgm:cxn modelId="{2A262ABB-A5B5-4392-AC7F-8E21732D1945}" type="presOf" srcId="{F54A1A79-DEF6-437A-ACC7-1C00CEAAC3E2}" destId="{30A44BFE-6956-4589-9629-B4EE7A6D1824}" srcOrd="0" destOrd="0" presId="urn:microsoft.com/office/officeart/2005/8/layout/default"/>
    <dgm:cxn modelId="{D7F228C7-0273-4E8D-8815-428039B7EFC4}" type="presOf" srcId="{C6B97AD7-7612-4F29-B257-CACC1F22A304}" destId="{DC87E582-042D-41FA-B06A-216196C4897D}" srcOrd="0" destOrd="0" presId="urn:microsoft.com/office/officeart/2005/8/layout/default"/>
    <dgm:cxn modelId="{0C8C99D6-B650-4F38-99C3-CE1C8B662CC2}" type="presOf" srcId="{ABCD6A27-2AC9-426A-950A-4D7633BEE19B}" destId="{38966F50-86F2-460F-A7C5-29BDD8B4CC51}" srcOrd="0" destOrd="0" presId="urn:microsoft.com/office/officeart/2005/8/layout/default"/>
    <dgm:cxn modelId="{3DECAAEB-36CF-4CE4-BD5A-872E92E31B59}" srcId="{A5C18F0C-B095-4B8B-B1FB-F118D9567501}" destId="{ABCD6A27-2AC9-426A-950A-4D7633BEE19B}" srcOrd="2" destOrd="0" parTransId="{A1429455-4559-484D-BE2B-71D581C7A105}" sibTransId="{95B3CD82-3B83-47B8-98FF-7426297DDCC8}"/>
    <dgm:cxn modelId="{491FA4F9-EB22-47C7-97E9-8BEEAAD20BA1}" srcId="{A5C18F0C-B095-4B8B-B1FB-F118D9567501}" destId="{39D7AB97-FE90-4568-95A2-2EF3BC15F592}" srcOrd="3" destOrd="0" parTransId="{1B503EDB-339E-43CE-A445-6254A398793D}" sibTransId="{84003F64-CBED-46CF-990E-8314A7A61750}"/>
    <dgm:cxn modelId="{8E7EA5F9-8DCC-4370-956E-C7F6B91BA2DC}" srcId="{A5C18F0C-B095-4B8B-B1FB-F118D9567501}" destId="{C6B97AD7-7612-4F29-B257-CACC1F22A304}" srcOrd="0" destOrd="0" parTransId="{A4E3F2C8-0A95-41D3-ADEA-B5EC5D68D0AC}" sibTransId="{7E516F60-1161-4F11-822A-15069DD0E3E1}"/>
    <dgm:cxn modelId="{C11315E2-20BD-4644-B329-603C9D5175AB}" type="presParOf" srcId="{9B30A61A-E2E6-4AE9-91A6-12F9A3724C92}" destId="{DC87E582-042D-41FA-B06A-216196C4897D}" srcOrd="0" destOrd="0" presId="urn:microsoft.com/office/officeart/2005/8/layout/default"/>
    <dgm:cxn modelId="{2D8E0A23-5E85-4C2B-B698-322A82AF26FE}" type="presParOf" srcId="{9B30A61A-E2E6-4AE9-91A6-12F9A3724C92}" destId="{0CB0D787-210B-44BF-BA66-9DD791D79936}" srcOrd="1" destOrd="0" presId="urn:microsoft.com/office/officeart/2005/8/layout/default"/>
    <dgm:cxn modelId="{564B4E75-BE49-4847-8270-3B8C01963818}" type="presParOf" srcId="{9B30A61A-E2E6-4AE9-91A6-12F9A3724C92}" destId="{30A44BFE-6956-4589-9629-B4EE7A6D1824}" srcOrd="2" destOrd="0" presId="urn:microsoft.com/office/officeart/2005/8/layout/default"/>
    <dgm:cxn modelId="{665C9127-B35F-4DAB-9EAC-306B88B616C6}" type="presParOf" srcId="{9B30A61A-E2E6-4AE9-91A6-12F9A3724C92}" destId="{CFC17A15-E530-4FF7-A56E-D06F467EFB1C}" srcOrd="3" destOrd="0" presId="urn:microsoft.com/office/officeart/2005/8/layout/default"/>
    <dgm:cxn modelId="{82AA78A5-F1DF-4644-9E82-B4D826556AC6}" type="presParOf" srcId="{9B30A61A-E2E6-4AE9-91A6-12F9A3724C92}" destId="{38966F50-86F2-460F-A7C5-29BDD8B4CC51}" srcOrd="4" destOrd="0" presId="urn:microsoft.com/office/officeart/2005/8/layout/default"/>
    <dgm:cxn modelId="{529C8B59-458E-4BFA-AA6E-C26DF75892EB}" type="presParOf" srcId="{9B30A61A-E2E6-4AE9-91A6-12F9A3724C92}" destId="{5F41CDEE-DBFF-43F6-9C45-88B901AC8A32}" srcOrd="5" destOrd="0" presId="urn:microsoft.com/office/officeart/2005/8/layout/default"/>
    <dgm:cxn modelId="{9FD98CD5-207C-42B9-A91A-FC9D08597BF7}" type="presParOf" srcId="{9B30A61A-E2E6-4AE9-91A6-12F9A3724C92}" destId="{AB6229A8-05B8-4838-8AB5-5963CA1B2338}" srcOrd="6" destOrd="0" presId="urn:microsoft.com/office/officeart/2005/8/layout/default"/>
  </dgm:cxnLst>
  <dgm:bg>
    <a:solidFill>
      <a:schemeClr val="accent4">
        <a:lumMod val="50000"/>
      </a:schemeClr>
    </a:soli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410109-47B2-4544-833E-60CA6AB62A54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47F3872-0458-4383-977D-A8939CFFB4A8}">
      <dgm:prSet/>
      <dgm:spPr/>
      <dgm:t>
        <a:bodyPr/>
        <a:lstStyle/>
        <a:p>
          <a:r>
            <a:rPr lang="en-US"/>
            <a:t>- LOPD 15/1999: primera norma española sobre protección de datos.</a:t>
          </a:r>
        </a:p>
      </dgm:t>
    </dgm:pt>
    <dgm:pt modelId="{C7882A65-222E-4AB6-ADC9-458B68B4654E}" type="parTrans" cxnId="{7BA7CA0B-F19C-42AB-A58E-04F28314E852}">
      <dgm:prSet/>
      <dgm:spPr/>
      <dgm:t>
        <a:bodyPr/>
        <a:lstStyle/>
        <a:p>
          <a:endParaRPr lang="en-US"/>
        </a:p>
      </dgm:t>
    </dgm:pt>
    <dgm:pt modelId="{A6C14518-C630-4BCD-BC3E-AFB3FB3453DD}" type="sibTrans" cxnId="{7BA7CA0B-F19C-42AB-A58E-04F28314E852}">
      <dgm:prSet/>
      <dgm:spPr/>
      <dgm:t>
        <a:bodyPr/>
        <a:lstStyle/>
        <a:p>
          <a:endParaRPr lang="en-US"/>
        </a:p>
      </dgm:t>
    </dgm:pt>
    <dgm:pt modelId="{50CC5FC8-2BD0-4795-8489-1CE272A0214D}">
      <dgm:prSet/>
      <dgm:spPr/>
      <dgm:t>
        <a:bodyPr/>
        <a:lstStyle/>
        <a:p>
          <a:r>
            <a:rPr lang="en-US"/>
            <a:t>- RGPD (UE) 2016/679: norma europea obligatoria desde mayo de 2018.</a:t>
          </a:r>
        </a:p>
      </dgm:t>
    </dgm:pt>
    <dgm:pt modelId="{B795D3C2-03D5-408E-9B4A-0FD87FC2446C}" type="parTrans" cxnId="{11A0C657-8C1C-4EC6-9E7B-FF6DC821857A}">
      <dgm:prSet/>
      <dgm:spPr/>
      <dgm:t>
        <a:bodyPr/>
        <a:lstStyle/>
        <a:p>
          <a:endParaRPr lang="en-US"/>
        </a:p>
      </dgm:t>
    </dgm:pt>
    <dgm:pt modelId="{410A55B9-183B-4528-B5AB-31A83D2B7A65}" type="sibTrans" cxnId="{11A0C657-8C1C-4EC6-9E7B-FF6DC821857A}">
      <dgm:prSet/>
      <dgm:spPr/>
      <dgm:t>
        <a:bodyPr/>
        <a:lstStyle/>
        <a:p>
          <a:endParaRPr lang="en-US"/>
        </a:p>
      </dgm:t>
    </dgm:pt>
    <dgm:pt modelId="{31F7A071-4AD6-48E7-869E-4B79626EA1FD}">
      <dgm:prSet/>
      <dgm:spPr/>
      <dgm:t>
        <a:bodyPr/>
        <a:lstStyle/>
        <a:p>
          <a:r>
            <a:rPr lang="en-US"/>
            <a:t>- LOPDGDD 3/2018: adapta el RGPD al marco español.</a:t>
          </a:r>
        </a:p>
      </dgm:t>
    </dgm:pt>
    <dgm:pt modelId="{303133CF-1056-4EA2-B0CD-B01897C2C9E0}" type="parTrans" cxnId="{9BB801DC-6CD3-43B5-B9C1-E78DBE1AA9D6}">
      <dgm:prSet/>
      <dgm:spPr/>
      <dgm:t>
        <a:bodyPr/>
        <a:lstStyle/>
        <a:p>
          <a:endParaRPr lang="en-US"/>
        </a:p>
      </dgm:t>
    </dgm:pt>
    <dgm:pt modelId="{08AF0D4D-2E55-45A2-8ADE-F5F994C333D6}" type="sibTrans" cxnId="{9BB801DC-6CD3-43B5-B9C1-E78DBE1AA9D6}">
      <dgm:prSet/>
      <dgm:spPr/>
      <dgm:t>
        <a:bodyPr/>
        <a:lstStyle/>
        <a:p>
          <a:endParaRPr lang="en-US"/>
        </a:p>
      </dgm:t>
    </dgm:pt>
    <dgm:pt modelId="{B2805FE1-924A-4331-90AB-506E7EF96182}" type="pres">
      <dgm:prSet presAssocID="{BE410109-47B2-4544-833E-60CA6AB62A54}" presName="diagram" presStyleCnt="0">
        <dgm:presLayoutVars>
          <dgm:dir/>
          <dgm:resizeHandles val="exact"/>
        </dgm:presLayoutVars>
      </dgm:prSet>
      <dgm:spPr/>
    </dgm:pt>
    <dgm:pt modelId="{E34C81CB-8029-4093-8578-6B97579D8B57}" type="pres">
      <dgm:prSet presAssocID="{147F3872-0458-4383-977D-A8939CFFB4A8}" presName="node" presStyleLbl="node1" presStyleIdx="0" presStyleCnt="3">
        <dgm:presLayoutVars>
          <dgm:bulletEnabled val="1"/>
        </dgm:presLayoutVars>
      </dgm:prSet>
      <dgm:spPr/>
    </dgm:pt>
    <dgm:pt modelId="{DDCEB5AC-7F26-4F44-B3AE-ED7D9B7D65C4}" type="pres">
      <dgm:prSet presAssocID="{A6C14518-C630-4BCD-BC3E-AFB3FB3453DD}" presName="sibTrans" presStyleCnt="0"/>
      <dgm:spPr/>
    </dgm:pt>
    <dgm:pt modelId="{6703F03D-EE3C-4851-AD7E-C46436120328}" type="pres">
      <dgm:prSet presAssocID="{50CC5FC8-2BD0-4795-8489-1CE272A0214D}" presName="node" presStyleLbl="node1" presStyleIdx="1" presStyleCnt="3">
        <dgm:presLayoutVars>
          <dgm:bulletEnabled val="1"/>
        </dgm:presLayoutVars>
      </dgm:prSet>
      <dgm:spPr/>
    </dgm:pt>
    <dgm:pt modelId="{BAE73A51-E0ED-485A-8109-BDFFB84ADD30}" type="pres">
      <dgm:prSet presAssocID="{410A55B9-183B-4528-B5AB-31A83D2B7A65}" presName="sibTrans" presStyleCnt="0"/>
      <dgm:spPr/>
    </dgm:pt>
    <dgm:pt modelId="{068762E4-0A24-428A-928D-27BE9015BEC0}" type="pres">
      <dgm:prSet presAssocID="{31F7A071-4AD6-48E7-869E-4B79626EA1FD}" presName="node" presStyleLbl="node1" presStyleIdx="2" presStyleCnt="3">
        <dgm:presLayoutVars>
          <dgm:bulletEnabled val="1"/>
        </dgm:presLayoutVars>
      </dgm:prSet>
      <dgm:spPr/>
    </dgm:pt>
  </dgm:ptLst>
  <dgm:cxnLst>
    <dgm:cxn modelId="{7BA7CA0B-F19C-42AB-A58E-04F28314E852}" srcId="{BE410109-47B2-4544-833E-60CA6AB62A54}" destId="{147F3872-0458-4383-977D-A8939CFFB4A8}" srcOrd="0" destOrd="0" parTransId="{C7882A65-222E-4AB6-ADC9-458B68B4654E}" sibTransId="{A6C14518-C630-4BCD-BC3E-AFB3FB3453DD}"/>
    <dgm:cxn modelId="{FF0E900F-B0B1-429A-B999-CF7A617D06BB}" type="presOf" srcId="{147F3872-0458-4383-977D-A8939CFFB4A8}" destId="{E34C81CB-8029-4093-8578-6B97579D8B57}" srcOrd="0" destOrd="0" presId="urn:microsoft.com/office/officeart/2005/8/layout/default"/>
    <dgm:cxn modelId="{7E78BD15-3F4D-4D67-969C-DE78CD9ADEA9}" type="presOf" srcId="{50CC5FC8-2BD0-4795-8489-1CE272A0214D}" destId="{6703F03D-EE3C-4851-AD7E-C46436120328}" srcOrd="0" destOrd="0" presId="urn:microsoft.com/office/officeart/2005/8/layout/default"/>
    <dgm:cxn modelId="{73F51354-98E5-4ADC-A155-5AA600CE1372}" type="presOf" srcId="{31F7A071-4AD6-48E7-869E-4B79626EA1FD}" destId="{068762E4-0A24-428A-928D-27BE9015BEC0}" srcOrd="0" destOrd="0" presId="urn:microsoft.com/office/officeart/2005/8/layout/default"/>
    <dgm:cxn modelId="{11A0C657-8C1C-4EC6-9E7B-FF6DC821857A}" srcId="{BE410109-47B2-4544-833E-60CA6AB62A54}" destId="{50CC5FC8-2BD0-4795-8489-1CE272A0214D}" srcOrd="1" destOrd="0" parTransId="{B795D3C2-03D5-408E-9B4A-0FD87FC2446C}" sibTransId="{410A55B9-183B-4528-B5AB-31A83D2B7A65}"/>
    <dgm:cxn modelId="{9BB801DC-6CD3-43B5-B9C1-E78DBE1AA9D6}" srcId="{BE410109-47B2-4544-833E-60CA6AB62A54}" destId="{31F7A071-4AD6-48E7-869E-4B79626EA1FD}" srcOrd="2" destOrd="0" parTransId="{303133CF-1056-4EA2-B0CD-B01897C2C9E0}" sibTransId="{08AF0D4D-2E55-45A2-8ADE-F5F994C333D6}"/>
    <dgm:cxn modelId="{733D75F4-B2D2-483D-B622-9265DBD69881}" type="presOf" srcId="{BE410109-47B2-4544-833E-60CA6AB62A54}" destId="{B2805FE1-924A-4331-90AB-506E7EF96182}" srcOrd="0" destOrd="0" presId="urn:microsoft.com/office/officeart/2005/8/layout/default"/>
    <dgm:cxn modelId="{F870EDC2-FA5E-4064-ACB5-DB964BBB4348}" type="presParOf" srcId="{B2805FE1-924A-4331-90AB-506E7EF96182}" destId="{E34C81CB-8029-4093-8578-6B97579D8B57}" srcOrd="0" destOrd="0" presId="urn:microsoft.com/office/officeart/2005/8/layout/default"/>
    <dgm:cxn modelId="{C0486F16-7C01-4169-9F41-9F98EE3D1140}" type="presParOf" srcId="{B2805FE1-924A-4331-90AB-506E7EF96182}" destId="{DDCEB5AC-7F26-4F44-B3AE-ED7D9B7D65C4}" srcOrd="1" destOrd="0" presId="urn:microsoft.com/office/officeart/2005/8/layout/default"/>
    <dgm:cxn modelId="{B9DA75F7-F44E-4814-93BA-B8868F0BE2F8}" type="presParOf" srcId="{B2805FE1-924A-4331-90AB-506E7EF96182}" destId="{6703F03D-EE3C-4851-AD7E-C46436120328}" srcOrd="2" destOrd="0" presId="urn:microsoft.com/office/officeart/2005/8/layout/default"/>
    <dgm:cxn modelId="{FAFA9CF8-670B-4D8A-89B1-4EAAEA96FA8F}" type="presParOf" srcId="{B2805FE1-924A-4331-90AB-506E7EF96182}" destId="{BAE73A51-E0ED-485A-8109-BDFFB84ADD30}" srcOrd="3" destOrd="0" presId="urn:microsoft.com/office/officeart/2005/8/layout/default"/>
    <dgm:cxn modelId="{7591E0F8-A43C-4ACC-82C3-14D3B6F7E937}" type="presParOf" srcId="{B2805FE1-924A-4331-90AB-506E7EF96182}" destId="{068762E4-0A24-428A-928D-27BE9015BEC0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C041944-8E5A-45B9-B8FB-1065735E6504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C73E951-381E-4072-8D2B-A8553C3C66C0}">
      <dgm:prSet/>
      <dgm:spPr/>
      <dgm:t>
        <a:bodyPr/>
        <a:lstStyle/>
        <a:p>
          <a:r>
            <a:rPr lang="en-US"/>
            <a:t>Se aplica a:</a:t>
          </a:r>
        </a:p>
      </dgm:t>
    </dgm:pt>
    <dgm:pt modelId="{CCEF1F62-B0F6-4674-BCD4-D385192F3C8A}" type="parTrans" cxnId="{D6587F5D-870A-4901-91F7-46C4A91D4DE9}">
      <dgm:prSet/>
      <dgm:spPr/>
      <dgm:t>
        <a:bodyPr/>
        <a:lstStyle/>
        <a:p>
          <a:endParaRPr lang="en-US"/>
        </a:p>
      </dgm:t>
    </dgm:pt>
    <dgm:pt modelId="{FAA1DF77-1406-4A1D-97AC-6A99A5CDC739}" type="sibTrans" cxnId="{D6587F5D-870A-4901-91F7-46C4A91D4DE9}">
      <dgm:prSet/>
      <dgm:spPr/>
      <dgm:t>
        <a:bodyPr/>
        <a:lstStyle/>
        <a:p>
          <a:endParaRPr lang="en-US"/>
        </a:p>
      </dgm:t>
    </dgm:pt>
    <dgm:pt modelId="{5053483D-9FAD-483C-8CA8-D2A5FE905F53}">
      <dgm:prSet/>
      <dgm:spPr/>
      <dgm:t>
        <a:bodyPr/>
        <a:lstStyle/>
        <a:p>
          <a:r>
            <a:rPr lang="en-US"/>
            <a:t>- Organismos públicos y privados que traten datos personales.</a:t>
          </a:r>
        </a:p>
      </dgm:t>
    </dgm:pt>
    <dgm:pt modelId="{B405D460-FF02-4B95-9E57-801E8FC3317E}" type="parTrans" cxnId="{A8EA318C-8AC1-4CC8-A28E-FE6E5A60360F}">
      <dgm:prSet/>
      <dgm:spPr/>
      <dgm:t>
        <a:bodyPr/>
        <a:lstStyle/>
        <a:p>
          <a:endParaRPr lang="en-US"/>
        </a:p>
      </dgm:t>
    </dgm:pt>
    <dgm:pt modelId="{E730DCF5-5699-4834-ADCA-9312AD11E645}" type="sibTrans" cxnId="{A8EA318C-8AC1-4CC8-A28E-FE6E5A60360F}">
      <dgm:prSet/>
      <dgm:spPr/>
      <dgm:t>
        <a:bodyPr/>
        <a:lstStyle/>
        <a:p>
          <a:endParaRPr lang="en-US"/>
        </a:p>
      </dgm:t>
    </dgm:pt>
    <dgm:pt modelId="{9F12B3B4-7910-47FB-B062-8416B7089BAF}">
      <dgm:prSet/>
      <dgm:spPr/>
      <dgm:t>
        <a:bodyPr/>
        <a:lstStyle/>
        <a:p>
          <a:r>
            <a:rPr lang="en-US"/>
            <a:t>- Cualquier tratamiento parcial o totalmente automatizado de datos.</a:t>
          </a:r>
        </a:p>
      </dgm:t>
    </dgm:pt>
    <dgm:pt modelId="{C25E00C4-B812-4304-BE23-81EE67EB4D07}" type="parTrans" cxnId="{994B7678-6803-4E99-8FF6-2EC58105BC15}">
      <dgm:prSet/>
      <dgm:spPr/>
      <dgm:t>
        <a:bodyPr/>
        <a:lstStyle/>
        <a:p>
          <a:endParaRPr lang="en-US"/>
        </a:p>
      </dgm:t>
    </dgm:pt>
    <dgm:pt modelId="{F573645A-06A8-4F18-A90E-F05C6DDDF53E}" type="sibTrans" cxnId="{994B7678-6803-4E99-8FF6-2EC58105BC15}">
      <dgm:prSet/>
      <dgm:spPr/>
      <dgm:t>
        <a:bodyPr/>
        <a:lstStyle/>
        <a:p>
          <a:endParaRPr lang="en-US"/>
        </a:p>
      </dgm:t>
    </dgm:pt>
    <dgm:pt modelId="{3EEEAF72-DEC5-43DB-828B-C5AF85ECB9EF}" type="pres">
      <dgm:prSet presAssocID="{EC041944-8E5A-45B9-B8FB-1065735E6504}" presName="vert0" presStyleCnt="0">
        <dgm:presLayoutVars>
          <dgm:dir/>
          <dgm:animOne val="branch"/>
          <dgm:animLvl val="lvl"/>
        </dgm:presLayoutVars>
      </dgm:prSet>
      <dgm:spPr/>
    </dgm:pt>
    <dgm:pt modelId="{C771F7A7-C22B-4A33-BDA1-159D4B900B60}" type="pres">
      <dgm:prSet presAssocID="{9C73E951-381E-4072-8D2B-A8553C3C66C0}" presName="thickLine" presStyleLbl="alignNode1" presStyleIdx="0" presStyleCnt="3"/>
      <dgm:spPr/>
    </dgm:pt>
    <dgm:pt modelId="{7D56437A-75C8-4AB2-82E1-90362354C7AE}" type="pres">
      <dgm:prSet presAssocID="{9C73E951-381E-4072-8D2B-A8553C3C66C0}" presName="horz1" presStyleCnt="0"/>
      <dgm:spPr/>
    </dgm:pt>
    <dgm:pt modelId="{A229659A-0F66-44D4-9782-4DD74E0F8445}" type="pres">
      <dgm:prSet presAssocID="{9C73E951-381E-4072-8D2B-A8553C3C66C0}" presName="tx1" presStyleLbl="revTx" presStyleIdx="0" presStyleCnt="3"/>
      <dgm:spPr/>
    </dgm:pt>
    <dgm:pt modelId="{A6BA1F54-AFA8-432B-A43E-92DDDDE40B62}" type="pres">
      <dgm:prSet presAssocID="{9C73E951-381E-4072-8D2B-A8553C3C66C0}" presName="vert1" presStyleCnt="0"/>
      <dgm:spPr/>
    </dgm:pt>
    <dgm:pt modelId="{B690B4D4-E339-4589-A5A7-AC2B0D86ACEB}" type="pres">
      <dgm:prSet presAssocID="{5053483D-9FAD-483C-8CA8-D2A5FE905F53}" presName="thickLine" presStyleLbl="alignNode1" presStyleIdx="1" presStyleCnt="3"/>
      <dgm:spPr/>
    </dgm:pt>
    <dgm:pt modelId="{7513C311-E035-4EF2-B5DD-3F875633CB5E}" type="pres">
      <dgm:prSet presAssocID="{5053483D-9FAD-483C-8CA8-D2A5FE905F53}" presName="horz1" presStyleCnt="0"/>
      <dgm:spPr/>
    </dgm:pt>
    <dgm:pt modelId="{E63B8704-681F-46E3-89F0-EA66D1B934AD}" type="pres">
      <dgm:prSet presAssocID="{5053483D-9FAD-483C-8CA8-D2A5FE905F53}" presName="tx1" presStyleLbl="revTx" presStyleIdx="1" presStyleCnt="3"/>
      <dgm:spPr/>
    </dgm:pt>
    <dgm:pt modelId="{7F0CE10B-15C9-4B1C-AFE4-F56FEBA2456B}" type="pres">
      <dgm:prSet presAssocID="{5053483D-9FAD-483C-8CA8-D2A5FE905F53}" presName="vert1" presStyleCnt="0"/>
      <dgm:spPr/>
    </dgm:pt>
    <dgm:pt modelId="{6C54BDAD-1722-4CE1-B82B-D622FA554CEC}" type="pres">
      <dgm:prSet presAssocID="{9F12B3B4-7910-47FB-B062-8416B7089BAF}" presName="thickLine" presStyleLbl="alignNode1" presStyleIdx="2" presStyleCnt="3"/>
      <dgm:spPr/>
    </dgm:pt>
    <dgm:pt modelId="{180717DD-F6A0-41EB-90D9-EE71AD641A05}" type="pres">
      <dgm:prSet presAssocID="{9F12B3B4-7910-47FB-B062-8416B7089BAF}" presName="horz1" presStyleCnt="0"/>
      <dgm:spPr/>
    </dgm:pt>
    <dgm:pt modelId="{2D377545-DFF6-494A-B944-64732A07A866}" type="pres">
      <dgm:prSet presAssocID="{9F12B3B4-7910-47FB-B062-8416B7089BAF}" presName="tx1" presStyleLbl="revTx" presStyleIdx="2" presStyleCnt="3"/>
      <dgm:spPr/>
    </dgm:pt>
    <dgm:pt modelId="{67602240-A625-4145-8B07-F08F710533D1}" type="pres">
      <dgm:prSet presAssocID="{9F12B3B4-7910-47FB-B062-8416B7089BAF}" presName="vert1" presStyleCnt="0"/>
      <dgm:spPr/>
    </dgm:pt>
  </dgm:ptLst>
  <dgm:cxnLst>
    <dgm:cxn modelId="{839D0E12-1C52-4834-8572-BBDEB8C633DA}" type="presOf" srcId="{9C73E951-381E-4072-8D2B-A8553C3C66C0}" destId="{A229659A-0F66-44D4-9782-4DD74E0F8445}" srcOrd="0" destOrd="0" presId="urn:microsoft.com/office/officeart/2008/layout/LinedList"/>
    <dgm:cxn modelId="{D6587F5D-870A-4901-91F7-46C4A91D4DE9}" srcId="{EC041944-8E5A-45B9-B8FB-1065735E6504}" destId="{9C73E951-381E-4072-8D2B-A8553C3C66C0}" srcOrd="0" destOrd="0" parTransId="{CCEF1F62-B0F6-4674-BCD4-D385192F3C8A}" sibTransId="{FAA1DF77-1406-4A1D-97AC-6A99A5CDC739}"/>
    <dgm:cxn modelId="{BE6D1061-CA5F-49D6-8962-8D2A5DC6BB8F}" type="presOf" srcId="{EC041944-8E5A-45B9-B8FB-1065735E6504}" destId="{3EEEAF72-DEC5-43DB-828B-C5AF85ECB9EF}" srcOrd="0" destOrd="0" presId="urn:microsoft.com/office/officeart/2008/layout/LinedList"/>
    <dgm:cxn modelId="{994B7678-6803-4E99-8FF6-2EC58105BC15}" srcId="{EC041944-8E5A-45B9-B8FB-1065735E6504}" destId="{9F12B3B4-7910-47FB-B062-8416B7089BAF}" srcOrd="2" destOrd="0" parTransId="{C25E00C4-B812-4304-BE23-81EE67EB4D07}" sibTransId="{F573645A-06A8-4F18-A90E-F05C6DDDF53E}"/>
    <dgm:cxn modelId="{A8EA318C-8AC1-4CC8-A28E-FE6E5A60360F}" srcId="{EC041944-8E5A-45B9-B8FB-1065735E6504}" destId="{5053483D-9FAD-483C-8CA8-D2A5FE905F53}" srcOrd="1" destOrd="0" parTransId="{B405D460-FF02-4B95-9E57-801E8FC3317E}" sibTransId="{E730DCF5-5699-4834-ADCA-9312AD11E645}"/>
    <dgm:cxn modelId="{A49587C4-2DB6-43F8-8FE4-508153068CF0}" type="presOf" srcId="{9F12B3B4-7910-47FB-B062-8416B7089BAF}" destId="{2D377545-DFF6-494A-B944-64732A07A866}" srcOrd="0" destOrd="0" presId="urn:microsoft.com/office/officeart/2008/layout/LinedList"/>
    <dgm:cxn modelId="{BD9B94F3-C5B7-45A5-8931-06126F8D350B}" type="presOf" srcId="{5053483D-9FAD-483C-8CA8-D2A5FE905F53}" destId="{E63B8704-681F-46E3-89F0-EA66D1B934AD}" srcOrd="0" destOrd="0" presId="urn:microsoft.com/office/officeart/2008/layout/LinedList"/>
    <dgm:cxn modelId="{2DE637CA-5676-4847-9526-1EACC35E6E55}" type="presParOf" srcId="{3EEEAF72-DEC5-43DB-828B-C5AF85ECB9EF}" destId="{C771F7A7-C22B-4A33-BDA1-159D4B900B60}" srcOrd="0" destOrd="0" presId="urn:microsoft.com/office/officeart/2008/layout/LinedList"/>
    <dgm:cxn modelId="{1596B8A9-DC64-41AA-AA8A-E7732D36E53F}" type="presParOf" srcId="{3EEEAF72-DEC5-43DB-828B-C5AF85ECB9EF}" destId="{7D56437A-75C8-4AB2-82E1-90362354C7AE}" srcOrd="1" destOrd="0" presId="urn:microsoft.com/office/officeart/2008/layout/LinedList"/>
    <dgm:cxn modelId="{16F0C519-9D0A-418B-8636-CE8D58F31BE3}" type="presParOf" srcId="{7D56437A-75C8-4AB2-82E1-90362354C7AE}" destId="{A229659A-0F66-44D4-9782-4DD74E0F8445}" srcOrd="0" destOrd="0" presId="urn:microsoft.com/office/officeart/2008/layout/LinedList"/>
    <dgm:cxn modelId="{1B792673-C644-40F9-BB45-E37A0226D7A4}" type="presParOf" srcId="{7D56437A-75C8-4AB2-82E1-90362354C7AE}" destId="{A6BA1F54-AFA8-432B-A43E-92DDDDE40B62}" srcOrd="1" destOrd="0" presId="urn:microsoft.com/office/officeart/2008/layout/LinedList"/>
    <dgm:cxn modelId="{B861C7A4-98D8-452F-9FEC-4E912FF8AEE5}" type="presParOf" srcId="{3EEEAF72-DEC5-43DB-828B-C5AF85ECB9EF}" destId="{B690B4D4-E339-4589-A5A7-AC2B0D86ACEB}" srcOrd="2" destOrd="0" presId="urn:microsoft.com/office/officeart/2008/layout/LinedList"/>
    <dgm:cxn modelId="{2849FE34-04E8-4738-88F4-4780DD4B7709}" type="presParOf" srcId="{3EEEAF72-DEC5-43DB-828B-C5AF85ECB9EF}" destId="{7513C311-E035-4EF2-B5DD-3F875633CB5E}" srcOrd="3" destOrd="0" presId="urn:microsoft.com/office/officeart/2008/layout/LinedList"/>
    <dgm:cxn modelId="{85667C6D-FD08-42D3-94A2-9EB92A35D3BA}" type="presParOf" srcId="{7513C311-E035-4EF2-B5DD-3F875633CB5E}" destId="{E63B8704-681F-46E3-89F0-EA66D1B934AD}" srcOrd="0" destOrd="0" presId="urn:microsoft.com/office/officeart/2008/layout/LinedList"/>
    <dgm:cxn modelId="{61EFCCBD-947B-4BD1-84F9-3DDA2AC19554}" type="presParOf" srcId="{7513C311-E035-4EF2-B5DD-3F875633CB5E}" destId="{7F0CE10B-15C9-4B1C-AFE4-F56FEBA2456B}" srcOrd="1" destOrd="0" presId="urn:microsoft.com/office/officeart/2008/layout/LinedList"/>
    <dgm:cxn modelId="{B883D440-0D85-4D58-8043-7C5263C0BE6D}" type="presParOf" srcId="{3EEEAF72-DEC5-43DB-828B-C5AF85ECB9EF}" destId="{6C54BDAD-1722-4CE1-B82B-D622FA554CEC}" srcOrd="4" destOrd="0" presId="urn:microsoft.com/office/officeart/2008/layout/LinedList"/>
    <dgm:cxn modelId="{2E78AAFB-1B12-4428-A857-7BCEA1EDDAD7}" type="presParOf" srcId="{3EEEAF72-DEC5-43DB-828B-C5AF85ECB9EF}" destId="{180717DD-F6A0-41EB-90D9-EE71AD641A05}" srcOrd="5" destOrd="0" presId="urn:microsoft.com/office/officeart/2008/layout/LinedList"/>
    <dgm:cxn modelId="{267A5B9D-BFF5-4460-AE1D-3CA07DBE264A}" type="presParOf" srcId="{180717DD-F6A0-41EB-90D9-EE71AD641A05}" destId="{2D377545-DFF6-494A-B944-64732A07A866}" srcOrd="0" destOrd="0" presId="urn:microsoft.com/office/officeart/2008/layout/LinedList"/>
    <dgm:cxn modelId="{1E2391AC-5B34-4E74-8E53-3A8E6C01EB98}" type="presParOf" srcId="{180717DD-F6A0-41EB-90D9-EE71AD641A05}" destId="{67602240-A625-4145-8B07-F08F710533D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E6E850D-716E-4BF9-AF77-64FD278E13DB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35819A77-4FA9-4A48-80D6-5AD41E8D6601}">
      <dgm:prSet/>
      <dgm:spPr/>
      <dgm:t>
        <a:bodyPr/>
        <a:lstStyle/>
        <a:p>
          <a:r>
            <a:rPr lang="en-US"/>
            <a:t>Cualquier información que identifique o pueda identificar a una persona:</a:t>
          </a:r>
        </a:p>
      </dgm:t>
    </dgm:pt>
    <dgm:pt modelId="{A55F3587-769F-4595-B248-F15D4BD3D08B}" type="parTrans" cxnId="{8BCD15A2-483A-47CC-8F60-D4BD403BDDDD}">
      <dgm:prSet/>
      <dgm:spPr/>
      <dgm:t>
        <a:bodyPr/>
        <a:lstStyle/>
        <a:p>
          <a:endParaRPr lang="en-US"/>
        </a:p>
      </dgm:t>
    </dgm:pt>
    <dgm:pt modelId="{A8DA2965-B7D9-42E9-8B5B-F3C3FFF0B0C5}" type="sibTrans" cxnId="{8BCD15A2-483A-47CC-8F60-D4BD403BDDDD}">
      <dgm:prSet/>
      <dgm:spPr/>
      <dgm:t>
        <a:bodyPr/>
        <a:lstStyle/>
        <a:p>
          <a:endParaRPr lang="en-US"/>
        </a:p>
      </dgm:t>
    </dgm:pt>
    <dgm:pt modelId="{4865CDC3-0674-4D1F-8985-70F3922AE1DA}">
      <dgm:prSet/>
      <dgm:spPr/>
      <dgm:t>
        <a:bodyPr/>
        <a:lstStyle/>
        <a:p>
          <a:r>
            <a:rPr lang="en-US"/>
            <a:t>- Nombre, DNI, dirección, correo, IP, etc.</a:t>
          </a:r>
        </a:p>
      </dgm:t>
    </dgm:pt>
    <dgm:pt modelId="{C8AB119C-6D0C-4A28-BD48-52D54841417D}" type="parTrans" cxnId="{69833B79-0E94-4BBC-B5BE-D57F8C42D80B}">
      <dgm:prSet/>
      <dgm:spPr/>
      <dgm:t>
        <a:bodyPr/>
        <a:lstStyle/>
        <a:p>
          <a:endParaRPr lang="en-US"/>
        </a:p>
      </dgm:t>
    </dgm:pt>
    <dgm:pt modelId="{B24B6072-1C01-4662-BC9E-4008B89B1263}" type="sibTrans" cxnId="{69833B79-0E94-4BBC-B5BE-D57F8C42D80B}">
      <dgm:prSet/>
      <dgm:spPr/>
      <dgm:t>
        <a:bodyPr/>
        <a:lstStyle/>
        <a:p>
          <a:endParaRPr lang="en-US"/>
        </a:p>
      </dgm:t>
    </dgm:pt>
    <dgm:pt modelId="{EE3CE2B5-FFE7-482E-9E36-CE4B1B4C29BC}" type="pres">
      <dgm:prSet presAssocID="{1E6E850D-716E-4BF9-AF77-64FD278E13DB}" presName="vert0" presStyleCnt="0">
        <dgm:presLayoutVars>
          <dgm:dir/>
          <dgm:animOne val="branch"/>
          <dgm:animLvl val="lvl"/>
        </dgm:presLayoutVars>
      </dgm:prSet>
      <dgm:spPr/>
    </dgm:pt>
    <dgm:pt modelId="{E091AA23-2C35-4D8A-9FD4-498AA3EA3CAD}" type="pres">
      <dgm:prSet presAssocID="{35819A77-4FA9-4A48-80D6-5AD41E8D6601}" presName="thickLine" presStyleLbl="alignNode1" presStyleIdx="0" presStyleCnt="2"/>
      <dgm:spPr/>
    </dgm:pt>
    <dgm:pt modelId="{B385D882-23A5-4233-A3B7-5F927E81D917}" type="pres">
      <dgm:prSet presAssocID="{35819A77-4FA9-4A48-80D6-5AD41E8D6601}" presName="horz1" presStyleCnt="0"/>
      <dgm:spPr/>
    </dgm:pt>
    <dgm:pt modelId="{EB98BF6D-61D9-43E3-AC19-E2D8D007FB9D}" type="pres">
      <dgm:prSet presAssocID="{35819A77-4FA9-4A48-80D6-5AD41E8D6601}" presName="tx1" presStyleLbl="revTx" presStyleIdx="0" presStyleCnt="2"/>
      <dgm:spPr/>
    </dgm:pt>
    <dgm:pt modelId="{8FB889EF-E4F0-48B5-88B5-74E2215D6902}" type="pres">
      <dgm:prSet presAssocID="{35819A77-4FA9-4A48-80D6-5AD41E8D6601}" presName="vert1" presStyleCnt="0"/>
      <dgm:spPr/>
    </dgm:pt>
    <dgm:pt modelId="{5474D226-CEEB-4424-833C-6ADBD6A3CDD3}" type="pres">
      <dgm:prSet presAssocID="{4865CDC3-0674-4D1F-8985-70F3922AE1DA}" presName="thickLine" presStyleLbl="alignNode1" presStyleIdx="1" presStyleCnt="2"/>
      <dgm:spPr/>
    </dgm:pt>
    <dgm:pt modelId="{41E3431C-4399-4D0E-91FE-155CE1ED29FC}" type="pres">
      <dgm:prSet presAssocID="{4865CDC3-0674-4D1F-8985-70F3922AE1DA}" presName="horz1" presStyleCnt="0"/>
      <dgm:spPr/>
    </dgm:pt>
    <dgm:pt modelId="{2070E19D-9A6D-4854-B6C7-3397D00715F7}" type="pres">
      <dgm:prSet presAssocID="{4865CDC3-0674-4D1F-8985-70F3922AE1DA}" presName="tx1" presStyleLbl="revTx" presStyleIdx="1" presStyleCnt="2"/>
      <dgm:spPr/>
    </dgm:pt>
    <dgm:pt modelId="{250A656C-F54F-440A-B4B2-38E931BE8FB2}" type="pres">
      <dgm:prSet presAssocID="{4865CDC3-0674-4D1F-8985-70F3922AE1DA}" presName="vert1" presStyleCnt="0"/>
      <dgm:spPr/>
    </dgm:pt>
  </dgm:ptLst>
  <dgm:cxnLst>
    <dgm:cxn modelId="{884F9135-90C8-4522-8B7A-04C6067C9BEA}" type="presOf" srcId="{1E6E850D-716E-4BF9-AF77-64FD278E13DB}" destId="{EE3CE2B5-FFE7-482E-9E36-CE4B1B4C29BC}" srcOrd="0" destOrd="0" presId="urn:microsoft.com/office/officeart/2008/layout/LinedList"/>
    <dgm:cxn modelId="{69833B79-0E94-4BBC-B5BE-D57F8C42D80B}" srcId="{1E6E850D-716E-4BF9-AF77-64FD278E13DB}" destId="{4865CDC3-0674-4D1F-8985-70F3922AE1DA}" srcOrd="1" destOrd="0" parTransId="{C8AB119C-6D0C-4A28-BD48-52D54841417D}" sibTransId="{B24B6072-1C01-4662-BC9E-4008B89B1263}"/>
    <dgm:cxn modelId="{235CCA7F-3377-47F0-A1C3-CD20486864D3}" type="presOf" srcId="{35819A77-4FA9-4A48-80D6-5AD41E8D6601}" destId="{EB98BF6D-61D9-43E3-AC19-E2D8D007FB9D}" srcOrd="0" destOrd="0" presId="urn:microsoft.com/office/officeart/2008/layout/LinedList"/>
    <dgm:cxn modelId="{8BCD15A2-483A-47CC-8F60-D4BD403BDDDD}" srcId="{1E6E850D-716E-4BF9-AF77-64FD278E13DB}" destId="{35819A77-4FA9-4A48-80D6-5AD41E8D6601}" srcOrd="0" destOrd="0" parTransId="{A55F3587-769F-4595-B248-F15D4BD3D08B}" sibTransId="{A8DA2965-B7D9-42E9-8B5B-F3C3FFF0B0C5}"/>
    <dgm:cxn modelId="{A7DFDAAA-0013-46A6-9483-6DD916EF9C64}" type="presOf" srcId="{4865CDC3-0674-4D1F-8985-70F3922AE1DA}" destId="{2070E19D-9A6D-4854-B6C7-3397D00715F7}" srcOrd="0" destOrd="0" presId="urn:microsoft.com/office/officeart/2008/layout/LinedList"/>
    <dgm:cxn modelId="{25CFC33D-2B2E-4AA5-9936-5170B77262CF}" type="presParOf" srcId="{EE3CE2B5-FFE7-482E-9E36-CE4B1B4C29BC}" destId="{E091AA23-2C35-4D8A-9FD4-498AA3EA3CAD}" srcOrd="0" destOrd="0" presId="urn:microsoft.com/office/officeart/2008/layout/LinedList"/>
    <dgm:cxn modelId="{9287C5B3-E84C-4B54-B11B-94F171252874}" type="presParOf" srcId="{EE3CE2B5-FFE7-482E-9E36-CE4B1B4C29BC}" destId="{B385D882-23A5-4233-A3B7-5F927E81D917}" srcOrd="1" destOrd="0" presId="urn:microsoft.com/office/officeart/2008/layout/LinedList"/>
    <dgm:cxn modelId="{BDE87B9D-C46C-4CB6-97F5-C456992D2579}" type="presParOf" srcId="{B385D882-23A5-4233-A3B7-5F927E81D917}" destId="{EB98BF6D-61D9-43E3-AC19-E2D8D007FB9D}" srcOrd="0" destOrd="0" presId="urn:microsoft.com/office/officeart/2008/layout/LinedList"/>
    <dgm:cxn modelId="{B8B78C15-B514-4200-AC72-3F8D35A84D88}" type="presParOf" srcId="{B385D882-23A5-4233-A3B7-5F927E81D917}" destId="{8FB889EF-E4F0-48B5-88B5-74E2215D6902}" srcOrd="1" destOrd="0" presId="urn:microsoft.com/office/officeart/2008/layout/LinedList"/>
    <dgm:cxn modelId="{74152EE3-2C9D-46F1-9B1A-AFCE4C819ED0}" type="presParOf" srcId="{EE3CE2B5-FFE7-482E-9E36-CE4B1B4C29BC}" destId="{5474D226-CEEB-4424-833C-6ADBD6A3CDD3}" srcOrd="2" destOrd="0" presId="urn:microsoft.com/office/officeart/2008/layout/LinedList"/>
    <dgm:cxn modelId="{E81ABCE9-1696-48BD-90A9-EFE6C1ED0C75}" type="presParOf" srcId="{EE3CE2B5-FFE7-482E-9E36-CE4B1B4C29BC}" destId="{41E3431C-4399-4D0E-91FE-155CE1ED29FC}" srcOrd="3" destOrd="0" presId="urn:microsoft.com/office/officeart/2008/layout/LinedList"/>
    <dgm:cxn modelId="{D8F2DA6B-08A6-40D9-9B35-FC589F9527F0}" type="presParOf" srcId="{41E3431C-4399-4D0E-91FE-155CE1ED29FC}" destId="{2070E19D-9A6D-4854-B6C7-3397D00715F7}" srcOrd="0" destOrd="0" presId="urn:microsoft.com/office/officeart/2008/layout/LinedList"/>
    <dgm:cxn modelId="{1C9C4C32-FE71-4034-9B33-5D20EE34D2F8}" type="presParOf" srcId="{41E3431C-4399-4D0E-91FE-155CE1ED29FC}" destId="{250A656C-F54F-440A-B4B2-38E931BE8FB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67DBFBF-97D9-4C1E-8B8D-0E542BA66B5B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AA51E0A2-94BC-46B4-BBD6-7080CD4D41C7}">
      <dgm:prSet/>
      <dgm:spPr/>
      <dgm:t>
        <a:bodyPr/>
        <a:lstStyle/>
        <a:p>
          <a:r>
            <a:rPr lang="en-US"/>
            <a:t>Datos sensibles:</a:t>
          </a:r>
        </a:p>
      </dgm:t>
    </dgm:pt>
    <dgm:pt modelId="{505D193C-D0FB-426C-AD34-81090606C4FD}" type="parTrans" cxnId="{432FF8B5-72DA-475F-A447-D9FC53B63BB2}">
      <dgm:prSet/>
      <dgm:spPr/>
      <dgm:t>
        <a:bodyPr/>
        <a:lstStyle/>
        <a:p>
          <a:endParaRPr lang="en-US"/>
        </a:p>
      </dgm:t>
    </dgm:pt>
    <dgm:pt modelId="{1C823635-12F3-4C4E-AD59-D27671AFF356}" type="sibTrans" cxnId="{432FF8B5-72DA-475F-A447-D9FC53B63BB2}">
      <dgm:prSet/>
      <dgm:spPr/>
      <dgm:t>
        <a:bodyPr/>
        <a:lstStyle/>
        <a:p>
          <a:endParaRPr lang="en-US"/>
        </a:p>
      </dgm:t>
    </dgm:pt>
    <dgm:pt modelId="{53E370F6-6E7E-4C3A-B84C-6F5E06134F2E}">
      <dgm:prSet/>
      <dgm:spPr/>
      <dgm:t>
        <a:bodyPr/>
        <a:lstStyle/>
        <a:p>
          <a:r>
            <a:rPr lang="en-US"/>
            <a:t>- Salud, orientación sexual, opiniones políticas, creencias religiosas, datos biométricos, etc.</a:t>
          </a:r>
        </a:p>
      </dgm:t>
    </dgm:pt>
    <dgm:pt modelId="{D982F1EE-988D-4F4A-AF3E-A5AC0B05DAEE}" type="parTrans" cxnId="{DE8671CD-B43B-42AD-B19B-B7810068DBF3}">
      <dgm:prSet/>
      <dgm:spPr/>
      <dgm:t>
        <a:bodyPr/>
        <a:lstStyle/>
        <a:p>
          <a:endParaRPr lang="en-US"/>
        </a:p>
      </dgm:t>
    </dgm:pt>
    <dgm:pt modelId="{DA8D4AC9-DDB4-451C-9B67-86C63B5DE072}" type="sibTrans" cxnId="{DE8671CD-B43B-42AD-B19B-B7810068DBF3}">
      <dgm:prSet/>
      <dgm:spPr/>
      <dgm:t>
        <a:bodyPr/>
        <a:lstStyle/>
        <a:p>
          <a:endParaRPr lang="en-US"/>
        </a:p>
      </dgm:t>
    </dgm:pt>
    <dgm:pt modelId="{4AB1006C-20F3-4787-A184-9997E0015799}">
      <dgm:prSet/>
      <dgm:spPr/>
      <dgm:t>
        <a:bodyPr/>
        <a:lstStyle/>
        <a:p>
          <a:r>
            <a:rPr lang="en-US"/>
            <a:t>Requieren medidas de protección reforzadas.</a:t>
          </a:r>
        </a:p>
      </dgm:t>
    </dgm:pt>
    <dgm:pt modelId="{2B1A6885-5C91-4BB4-8865-C66B33C3BD59}" type="parTrans" cxnId="{01E032DE-3174-4711-9B55-F66D3B9B5F9F}">
      <dgm:prSet/>
      <dgm:spPr/>
      <dgm:t>
        <a:bodyPr/>
        <a:lstStyle/>
        <a:p>
          <a:endParaRPr lang="en-US"/>
        </a:p>
      </dgm:t>
    </dgm:pt>
    <dgm:pt modelId="{034E7D2B-47B5-4A22-94A6-87C324BF47BC}" type="sibTrans" cxnId="{01E032DE-3174-4711-9B55-F66D3B9B5F9F}">
      <dgm:prSet/>
      <dgm:spPr/>
      <dgm:t>
        <a:bodyPr/>
        <a:lstStyle/>
        <a:p>
          <a:endParaRPr lang="en-US"/>
        </a:p>
      </dgm:t>
    </dgm:pt>
    <dgm:pt modelId="{86B4C444-B7D5-46DD-9722-4AF0955DDD8D}" type="pres">
      <dgm:prSet presAssocID="{267DBFBF-97D9-4C1E-8B8D-0E542BA66B5B}" presName="vert0" presStyleCnt="0">
        <dgm:presLayoutVars>
          <dgm:dir/>
          <dgm:animOne val="branch"/>
          <dgm:animLvl val="lvl"/>
        </dgm:presLayoutVars>
      </dgm:prSet>
      <dgm:spPr/>
    </dgm:pt>
    <dgm:pt modelId="{805CA17C-9720-4EF4-925F-9A9BFA19E5AD}" type="pres">
      <dgm:prSet presAssocID="{AA51E0A2-94BC-46B4-BBD6-7080CD4D41C7}" presName="thickLine" presStyleLbl="alignNode1" presStyleIdx="0" presStyleCnt="3"/>
      <dgm:spPr/>
    </dgm:pt>
    <dgm:pt modelId="{874C6D7E-A811-40A1-B44B-E934D446C4A3}" type="pres">
      <dgm:prSet presAssocID="{AA51E0A2-94BC-46B4-BBD6-7080CD4D41C7}" presName="horz1" presStyleCnt="0"/>
      <dgm:spPr/>
    </dgm:pt>
    <dgm:pt modelId="{A0730D04-959E-4BF1-8DB8-14A5F7CC3483}" type="pres">
      <dgm:prSet presAssocID="{AA51E0A2-94BC-46B4-BBD6-7080CD4D41C7}" presName="tx1" presStyleLbl="revTx" presStyleIdx="0" presStyleCnt="3"/>
      <dgm:spPr/>
    </dgm:pt>
    <dgm:pt modelId="{E54A7691-7E49-424B-A45C-AD099EAFC9FA}" type="pres">
      <dgm:prSet presAssocID="{AA51E0A2-94BC-46B4-BBD6-7080CD4D41C7}" presName="vert1" presStyleCnt="0"/>
      <dgm:spPr/>
    </dgm:pt>
    <dgm:pt modelId="{A0D68978-4ECF-4659-853F-2D0A09C40F25}" type="pres">
      <dgm:prSet presAssocID="{53E370F6-6E7E-4C3A-B84C-6F5E06134F2E}" presName="thickLine" presStyleLbl="alignNode1" presStyleIdx="1" presStyleCnt="3"/>
      <dgm:spPr/>
    </dgm:pt>
    <dgm:pt modelId="{6B83CD37-4447-4E4E-90F1-2EE36DF79378}" type="pres">
      <dgm:prSet presAssocID="{53E370F6-6E7E-4C3A-B84C-6F5E06134F2E}" presName="horz1" presStyleCnt="0"/>
      <dgm:spPr/>
    </dgm:pt>
    <dgm:pt modelId="{211A124E-FAFB-42A5-A08A-8C7915598E41}" type="pres">
      <dgm:prSet presAssocID="{53E370F6-6E7E-4C3A-B84C-6F5E06134F2E}" presName="tx1" presStyleLbl="revTx" presStyleIdx="1" presStyleCnt="3"/>
      <dgm:spPr/>
    </dgm:pt>
    <dgm:pt modelId="{F6FB8676-15CE-45B4-97E0-CDAF19340D84}" type="pres">
      <dgm:prSet presAssocID="{53E370F6-6E7E-4C3A-B84C-6F5E06134F2E}" presName="vert1" presStyleCnt="0"/>
      <dgm:spPr/>
    </dgm:pt>
    <dgm:pt modelId="{9C7CADB2-303B-4878-B7C6-4483E1551F9C}" type="pres">
      <dgm:prSet presAssocID="{4AB1006C-20F3-4787-A184-9997E0015799}" presName="thickLine" presStyleLbl="alignNode1" presStyleIdx="2" presStyleCnt="3"/>
      <dgm:spPr/>
    </dgm:pt>
    <dgm:pt modelId="{7870BFF0-99DA-4B1D-8C16-4C3EC5D42800}" type="pres">
      <dgm:prSet presAssocID="{4AB1006C-20F3-4787-A184-9997E0015799}" presName="horz1" presStyleCnt="0"/>
      <dgm:spPr/>
    </dgm:pt>
    <dgm:pt modelId="{7A3ED0C3-C29A-45F3-B0DE-CECCB99F843D}" type="pres">
      <dgm:prSet presAssocID="{4AB1006C-20F3-4787-A184-9997E0015799}" presName="tx1" presStyleLbl="revTx" presStyleIdx="2" presStyleCnt="3"/>
      <dgm:spPr/>
    </dgm:pt>
    <dgm:pt modelId="{CA14AF4B-0898-47E1-B90B-ED2E57311B66}" type="pres">
      <dgm:prSet presAssocID="{4AB1006C-20F3-4787-A184-9997E0015799}" presName="vert1" presStyleCnt="0"/>
      <dgm:spPr/>
    </dgm:pt>
  </dgm:ptLst>
  <dgm:cxnLst>
    <dgm:cxn modelId="{31CCD21C-F106-4F12-A602-516976F1CF46}" type="presOf" srcId="{53E370F6-6E7E-4C3A-B84C-6F5E06134F2E}" destId="{211A124E-FAFB-42A5-A08A-8C7915598E41}" srcOrd="0" destOrd="0" presId="urn:microsoft.com/office/officeart/2008/layout/LinedList"/>
    <dgm:cxn modelId="{28B99149-B781-4714-B356-C35E81CF009A}" type="presOf" srcId="{4AB1006C-20F3-4787-A184-9997E0015799}" destId="{7A3ED0C3-C29A-45F3-B0DE-CECCB99F843D}" srcOrd="0" destOrd="0" presId="urn:microsoft.com/office/officeart/2008/layout/LinedList"/>
    <dgm:cxn modelId="{E919E150-BE46-4CDA-AC22-A03FFF92B797}" type="presOf" srcId="{267DBFBF-97D9-4C1E-8B8D-0E542BA66B5B}" destId="{86B4C444-B7D5-46DD-9722-4AF0955DDD8D}" srcOrd="0" destOrd="0" presId="urn:microsoft.com/office/officeart/2008/layout/LinedList"/>
    <dgm:cxn modelId="{432FF8B5-72DA-475F-A447-D9FC53B63BB2}" srcId="{267DBFBF-97D9-4C1E-8B8D-0E542BA66B5B}" destId="{AA51E0A2-94BC-46B4-BBD6-7080CD4D41C7}" srcOrd="0" destOrd="0" parTransId="{505D193C-D0FB-426C-AD34-81090606C4FD}" sibTransId="{1C823635-12F3-4C4E-AD59-D27671AFF356}"/>
    <dgm:cxn modelId="{6D75A0BC-D4BE-4EFB-9AB0-CDBF09EE5967}" type="presOf" srcId="{AA51E0A2-94BC-46B4-BBD6-7080CD4D41C7}" destId="{A0730D04-959E-4BF1-8DB8-14A5F7CC3483}" srcOrd="0" destOrd="0" presId="urn:microsoft.com/office/officeart/2008/layout/LinedList"/>
    <dgm:cxn modelId="{DE8671CD-B43B-42AD-B19B-B7810068DBF3}" srcId="{267DBFBF-97D9-4C1E-8B8D-0E542BA66B5B}" destId="{53E370F6-6E7E-4C3A-B84C-6F5E06134F2E}" srcOrd="1" destOrd="0" parTransId="{D982F1EE-988D-4F4A-AF3E-A5AC0B05DAEE}" sibTransId="{DA8D4AC9-DDB4-451C-9B67-86C63B5DE072}"/>
    <dgm:cxn modelId="{01E032DE-3174-4711-9B55-F66D3B9B5F9F}" srcId="{267DBFBF-97D9-4C1E-8B8D-0E542BA66B5B}" destId="{4AB1006C-20F3-4787-A184-9997E0015799}" srcOrd="2" destOrd="0" parTransId="{2B1A6885-5C91-4BB4-8865-C66B33C3BD59}" sibTransId="{034E7D2B-47B5-4A22-94A6-87C324BF47BC}"/>
    <dgm:cxn modelId="{D016EACF-24B5-4242-A36C-FED3DFB93784}" type="presParOf" srcId="{86B4C444-B7D5-46DD-9722-4AF0955DDD8D}" destId="{805CA17C-9720-4EF4-925F-9A9BFA19E5AD}" srcOrd="0" destOrd="0" presId="urn:microsoft.com/office/officeart/2008/layout/LinedList"/>
    <dgm:cxn modelId="{9A0EA568-3822-43EA-97C7-009CFF6DD77D}" type="presParOf" srcId="{86B4C444-B7D5-46DD-9722-4AF0955DDD8D}" destId="{874C6D7E-A811-40A1-B44B-E934D446C4A3}" srcOrd="1" destOrd="0" presId="urn:microsoft.com/office/officeart/2008/layout/LinedList"/>
    <dgm:cxn modelId="{9DFE20F4-57EC-4C11-A049-2321A4F7CC24}" type="presParOf" srcId="{874C6D7E-A811-40A1-B44B-E934D446C4A3}" destId="{A0730D04-959E-4BF1-8DB8-14A5F7CC3483}" srcOrd="0" destOrd="0" presId="urn:microsoft.com/office/officeart/2008/layout/LinedList"/>
    <dgm:cxn modelId="{5AB8E62E-DB95-422A-96A8-FA6CBA4581C7}" type="presParOf" srcId="{874C6D7E-A811-40A1-B44B-E934D446C4A3}" destId="{E54A7691-7E49-424B-A45C-AD099EAFC9FA}" srcOrd="1" destOrd="0" presId="urn:microsoft.com/office/officeart/2008/layout/LinedList"/>
    <dgm:cxn modelId="{C6B9F9CF-B073-4327-91F8-C19A18F60A84}" type="presParOf" srcId="{86B4C444-B7D5-46DD-9722-4AF0955DDD8D}" destId="{A0D68978-4ECF-4659-853F-2D0A09C40F25}" srcOrd="2" destOrd="0" presId="urn:microsoft.com/office/officeart/2008/layout/LinedList"/>
    <dgm:cxn modelId="{C627D369-607A-464B-B9E4-F35408A79CB8}" type="presParOf" srcId="{86B4C444-B7D5-46DD-9722-4AF0955DDD8D}" destId="{6B83CD37-4447-4E4E-90F1-2EE36DF79378}" srcOrd="3" destOrd="0" presId="urn:microsoft.com/office/officeart/2008/layout/LinedList"/>
    <dgm:cxn modelId="{C09C84A4-C794-4274-8EE4-ED584BAA59F8}" type="presParOf" srcId="{6B83CD37-4447-4E4E-90F1-2EE36DF79378}" destId="{211A124E-FAFB-42A5-A08A-8C7915598E41}" srcOrd="0" destOrd="0" presId="urn:microsoft.com/office/officeart/2008/layout/LinedList"/>
    <dgm:cxn modelId="{C159A757-63F7-470F-8302-AB92A0BC6471}" type="presParOf" srcId="{6B83CD37-4447-4E4E-90F1-2EE36DF79378}" destId="{F6FB8676-15CE-45B4-97E0-CDAF19340D84}" srcOrd="1" destOrd="0" presId="urn:microsoft.com/office/officeart/2008/layout/LinedList"/>
    <dgm:cxn modelId="{1C727FB0-0854-4D90-B3ED-8ECDB432CEAF}" type="presParOf" srcId="{86B4C444-B7D5-46DD-9722-4AF0955DDD8D}" destId="{9C7CADB2-303B-4878-B7C6-4483E1551F9C}" srcOrd="4" destOrd="0" presId="urn:microsoft.com/office/officeart/2008/layout/LinedList"/>
    <dgm:cxn modelId="{3BCDF01C-4C51-41F5-9A2F-3321E0F330C5}" type="presParOf" srcId="{86B4C444-B7D5-46DD-9722-4AF0955DDD8D}" destId="{7870BFF0-99DA-4B1D-8C16-4C3EC5D42800}" srcOrd="5" destOrd="0" presId="urn:microsoft.com/office/officeart/2008/layout/LinedList"/>
    <dgm:cxn modelId="{0F52017C-202F-4B8F-A80E-01B8FE9302B6}" type="presParOf" srcId="{7870BFF0-99DA-4B1D-8C16-4C3EC5D42800}" destId="{7A3ED0C3-C29A-45F3-B0DE-CECCB99F843D}" srcOrd="0" destOrd="0" presId="urn:microsoft.com/office/officeart/2008/layout/LinedList"/>
    <dgm:cxn modelId="{FB4CB201-8619-4102-B657-23510752C533}" type="presParOf" srcId="{7870BFF0-99DA-4B1D-8C16-4C3EC5D42800}" destId="{CA14AF4B-0898-47E1-B90B-ED2E57311B6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E72C6F7-7F51-49A3-8553-E74FDE25A950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DFB3DC15-48CF-4D04-B615-C3C7128880F0}">
      <dgm:prSet/>
      <dgm:spPr/>
      <dgm:t>
        <a:bodyPr/>
        <a:lstStyle/>
        <a:p>
          <a:r>
            <a:rPr lang="en-US"/>
            <a:t>- Licitud, lealtad y transparencia</a:t>
          </a:r>
        </a:p>
      </dgm:t>
    </dgm:pt>
    <dgm:pt modelId="{D876D089-21EA-4D52-9B8C-D08B46270F7B}" type="parTrans" cxnId="{515A4646-3C93-4777-8F3F-0EC36CF3E4B5}">
      <dgm:prSet/>
      <dgm:spPr/>
      <dgm:t>
        <a:bodyPr/>
        <a:lstStyle/>
        <a:p>
          <a:endParaRPr lang="en-US"/>
        </a:p>
      </dgm:t>
    </dgm:pt>
    <dgm:pt modelId="{312A81E6-F0FF-4F1F-831F-55C4489C2508}" type="sibTrans" cxnId="{515A4646-3C93-4777-8F3F-0EC36CF3E4B5}">
      <dgm:prSet/>
      <dgm:spPr/>
      <dgm:t>
        <a:bodyPr/>
        <a:lstStyle/>
        <a:p>
          <a:endParaRPr lang="en-US"/>
        </a:p>
      </dgm:t>
    </dgm:pt>
    <dgm:pt modelId="{3B9ADFF6-96DC-4375-8735-6E5F60CF25E5}">
      <dgm:prSet/>
      <dgm:spPr/>
      <dgm:t>
        <a:bodyPr/>
        <a:lstStyle/>
        <a:p>
          <a:r>
            <a:rPr lang="en-US"/>
            <a:t>- Limitación de la finalidad</a:t>
          </a:r>
        </a:p>
      </dgm:t>
    </dgm:pt>
    <dgm:pt modelId="{D1E6AA4A-7092-4F68-97D1-DE395478E975}" type="parTrans" cxnId="{A77887A4-61F6-4A7E-85B7-A45D6CB4F515}">
      <dgm:prSet/>
      <dgm:spPr/>
      <dgm:t>
        <a:bodyPr/>
        <a:lstStyle/>
        <a:p>
          <a:endParaRPr lang="en-US"/>
        </a:p>
      </dgm:t>
    </dgm:pt>
    <dgm:pt modelId="{31222F8E-C953-4566-AB63-C41612D33E89}" type="sibTrans" cxnId="{A77887A4-61F6-4A7E-85B7-A45D6CB4F515}">
      <dgm:prSet/>
      <dgm:spPr/>
      <dgm:t>
        <a:bodyPr/>
        <a:lstStyle/>
        <a:p>
          <a:endParaRPr lang="en-US"/>
        </a:p>
      </dgm:t>
    </dgm:pt>
    <dgm:pt modelId="{FE7C81C5-6594-4E3D-9F0C-C209BA3BA9ED}">
      <dgm:prSet/>
      <dgm:spPr/>
      <dgm:t>
        <a:bodyPr/>
        <a:lstStyle/>
        <a:p>
          <a:r>
            <a:rPr lang="en-US"/>
            <a:t>- Minimización de datos</a:t>
          </a:r>
        </a:p>
      </dgm:t>
    </dgm:pt>
    <dgm:pt modelId="{3E962E35-4B4B-4CDD-A35B-A7E338A42A2B}" type="parTrans" cxnId="{61F3E109-4B4C-4D90-BD12-D8BFB45CE4E1}">
      <dgm:prSet/>
      <dgm:spPr/>
      <dgm:t>
        <a:bodyPr/>
        <a:lstStyle/>
        <a:p>
          <a:endParaRPr lang="en-US"/>
        </a:p>
      </dgm:t>
    </dgm:pt>
    <dgm:pt modelId="{5617A813-3753-4BB5-BF20-BB7153F1D0C6}" type="sibTrans" cxnId="{61F3E109-4B4C-4D90-BD12-D8BFB45CE4E1}">
      <dgm:prSet/>
      <dgm:spPr/>
      <dgm:t>
        <a:bodyPr/>
        <a:lstStyle/>
        <a:p>
          <a:endParaRPr lang="en-US"/>
        </a:p>
      </dgm:t>
    </dgm:pt>
    <dgm:pt modelId="{615AA308-3FA4-4A58-A829-DA6F69C48315}">
      <dgm:prSet/>
      <dgm:spPr/>
      <dgm:t>
        <a:bodyPr/>
        <a:lstStyle/>
        <a:p>
          <a:r>
            <a:rPr lang="en-US"/>
            <a:t>- Exactitud</a:t>
          </a:r>
        </a:p>
      </dgm:t>
    </dgm:pt>
    <dgm:pt modelId="{45C16FA5-2A7C-4B9F-A5F4-8D5E1EB97AB0}" type="parTrans" cxnId="{9BA55883-5C84-48F6-BF33-76496845F147}">
      <dgm:prSet/>
      <dgm:spPr/>
      <dgm:t>
        <a:bodyPr/>
        <a:lstStyle/>
        <a:p>
          <a:endParaRPr lang="en-US"/>
        </a:p>
      </dgm:t>
    </dgm:pt>
    <dgm:pt modelId="{9DE812F3-4AAA-48E6-B626-B8445194FC5F}" type="sibTrans" cxnId="{9BA55883-5C84-48F6-BF33-76496845F147}">
      <dgm:prSet/>
      <dgm:spPr/>
      <dgm:t>
        <a:bodyPr/>
        <a:lstStyle/>
        <a:p>
          <a:endParaRPr lang="en-US"/>
        </a:p>
      </dgm:t>
    </dgm:pt>
    <dgm:pt modelId="{133B4A58-6C69-42E0-9C8A-9D2F0A392881}">
      <dgm:prSet/>
      <dgm:spPr/>
      <dgm:t>
        <a:bodyPr/>
        <a:lstStyle/>
        <a:p>
          <a:r>
            <a:rPr lang="en-US"/>
            <a:t>- Conservación limitada</a:t>
          </a:r>
        </a:p>
      </dgm:t>
    </dgm:pt>
    <dgm:pt modelId="{D302F960-0694-4F43-BEE1-2C10D96AEA7D}" type="parTrans" cxnId="{7D3D03E0-97B6-4EFE-B86B-157C783F3908}">
      <dgm:prSet/>
      <dgm:spPr/>
      <dgm:t>
        <a:bodyPr/>
        <a:lstStyle/>
        <a:p>
          <a:endParaRPr lang="en-US"/>
        </a:p>
      </dgm:t>
    </dgm:pt>
    <dgm:pt modelId="{86C34471-1155-4279-B2FF-4C2F5CF158AE}" type="sibTrans" cxnId="{7D3D03E0-97B6-4EFE-B86B-157C783F3908}">
      <dgm:prSet/>
      <dgm:spPr/>
      <dgm:t>
        <a:bodyPr/>
        <a:lstStyle/>
        <a:p>
          <a:endParaRPr lang="en-US"/>
        </a:p>
      </dgm:t>
    </dgm:pt>
    <dgm:pt modelId="{79294428-D482-458D-B210-B31B6BCB99FB}">
      <dgm:prSet/>
      <dgm:spPr/>
      <dgm:t>
        <a:bodyPr/>
        <a:lstStyle/>
        <a:p>
          <a:r>
            <a:rPr lang="en-US"/>
            <a:t>- Integridad y confidencialidad</a:t>
          </a:r>
        </a:p>
      </dgm:t>
    </dgm:pt>
    <dgm:pt modelId="{F7C12E40-1881-4EDB-A554-CD9A5B20078E}" type="parTrans" cxnId="{7E42E1C1-4B48-4A08-A579-B8C178261E16}">
      <dgm:prSet/>
      <dgm:spPr/>
      <dgm:t>
        <a:bodyPr/>
        <a:lstStyle/>
        <a:p>
          <a:endParaRPr lang="en-US"/>
        </a:p>
      </dgm:t>
    </dgm:pt>
    <dgm:pt modelId="{DA50E412-4F8F-44A3-B40E-FDC617B30D39}" type="sibTrans" cxnId="{7E42E1C1-4B48-4A08-A579-B8C178261E16}">
      <dgm:prSet/>
      <dgm:spPr/>
      <dgm:t>
        <a:bodyPr/>
        <a:lstStyle/>
        <a:p>
          <a:endParaRPr lang="en-US"/>
        </a:p>
      </dgm:t>
    </dgm:pt>
    <dgm:pt modelId="{EE05C8D6-A6F0-4D62-BD8D-E20937DA50CE}">
      <dgm:prSet/>
      <dgm:spPr/>
      <dgm:t>
        <a:bodyPr/>
        <a:lstStyle/>
        <a:p>
          <a:r>
            <a:rPr lang="en-US"/>
            <a:t>- Responsabilidad proactiva</a:t>
          </a:r>
        </a:p>
      </dgm:t>
    </dgm:pt>
    <dgm:pt modelId="{E986F70E-3D40-4142-9B74-B3D405551B9E}" type="parTrans" cxnId="{F80F375D-51EA-478A-9D2A-F353D7AF2FF0}">
      <dgm:prSet/>
      <dgm:spPr/>
      <dgm:t>
        <a:bodyPr/>
        <a:lstStyle/>
        <a:p>
          <a:endParaRPr lang="en-US"/>
        </a:p>
      </dgm:t>
    </dgm:pt>
    <dgm:pt modelId="{6563E3A6-CA5F-43DB-BFBD-A0F69DF28996}" type="sibTrans" cxnId="{F80F375D-51EA-478A-9D2A-F353D7AF2FF0}">
      <dgm:prSet/>
      <dgm:spPr/>
      <dgm:t>
        <a:bodyPr/>
        <a:lstStyle/>
        <a:p>
          <a:endParaRPr lang="en-US"/>
        </a:p>
      </dgm:t>
    </dgm:pt>
    <dgm:pt modelId="{DD457BD3-8CB6-4EE7-B68F-8A5F5EF7659B}" type="pres">
      <dgm:prSet presAssocID="{8E72C6F7-7F51-49A3-8553-E74FDE25A950}" presName="vert0" presStyleCnt="0">
        <dgm:presLayoutVars>
          <dgm:dir/>
          <dgm:animOne val="branch"/>
          <dgm:animLvl val="lvl"/>
        </dgm:presLayoutVars>
      </dgm:prSet>
      <dgm:spPr/>
    </dgm:pt>
    <dgm:pt modelId="{8B80C63F-7946-4465-B8D6-E9C5099CBA21}" type="pres">
      <dgm:prSet presAssocID="{DFB3DC15-48CF-4D04-B615-C3C7128880F0}" presName="thickLine" presStyleLbl="alignNode1" presStyleIdx="0" presStyleCnt="7"/>
      <dgm:spPr/>
    </dgm:pt>
    <dgm:pt modelId="{153D67E7-7A51-4DA6-8EA9-3E74FE611CCC}" type="pres">
      <dgm:prSet presAssocID="{DFB3DC15-48CF-4D04-B615-C3C7128880F0}" presName="horz1" presStyleCnt="0"/>
      <dgm:spPr/>
    </dgm:pt>
    <dgm:pt modelId="{39932159-CB74-408F-95E9-4E40CDD06AF2}" type="pres">
      <dgm:prSet presAssocID="{DFB3DC15-48CF-4D04-B615-C3C7128880F0}" presName="tx1" presStyleLbl="revTx" presStyleIdx="0" presStyleCnt="7"/>
      <dgm:spPr/>
    </dgm:pt>
    <dgm:pt modelId="{07A7AA4E-3291-4E24-B3A2-BFC0D1027EB7}" type="pres">
      <dgm:prSet presAssocID="{DFB3DC15-48CF-4D04-B615-C3C7128880F0}" presName="vert1" presStyleCnt="0"/>
      <dgm:spPr/>
    </dgm:pt>
    <dgm:pt modelId="{E6A770A9-12A6-4C4A-9E96-EECBC417CFCF}" type="pres">
      <dgm:prSet presAssocID="{3B9ADFF6-96DC-4375-8735-6E5F60CF25E5}" presName="thickLine" presStyleLbl="alignNode1" presStyleIdx="1" presStyleCnt="7"/>
      <dgm:spPr/>
    </dgm:pt>
    <dgm:pt modelId="{11FA2F31-35B1-4743-B46E-255B573554B6}" type="pres">
      <dgm:prSet presAssocID="{3B9ADFF6-96DC-4375-8735-6E5F60CF25E5}" presName="horz1" presStyleCnt="0"/>
      <dgm:spPr/>
    </dgm:pt>
    <dgm:pt modelId="{E70AC16B-A276-4563-928D-CD20DBB347A9}" type="pres">
      <dgm:prSet presAssocID="{3B9ADFF6-96DC-4375-8735-6E5F60CF25E5}" presName="tx1" presStyleLbl="revTx" presStyleIdx="1" presStyleCnt="7"/>
      <dgm:spPr/>
    </dgm:pt>
    <dgm:pt modelId="{A5C8FFF5-3D14-4C31-B025-44F166E0E7EF}" type="pres">
      <dgm:prSet presAssocID="{3B9ADFF6-96DC-4375-8735-6E5F60CF25E5}" presName="vert1" presStyleCnt="0"/>
      <dgm:spPr/>
    </dgm:pt>
    <dgm:pt modelId="{2B255D93-6FCF-4860-859F-3EF47C57CAF4}" type="pres">
      <dgm:prSet presAssocID="{FE7C81C5-6594-4E3D-9F0C-C209BA3BA9ED}" presName="thickLine" presStyleLbl="alignNode1" presStyleIdx="2" presStyleCnt="7"/>
      <dgm:spPr/>
    </dgm:pt>
    <dgm:pt modelId="{836D9044-65E6-459F-8A19-9217DF3A62B3}" type="pres">
      <dgm:prSet presAssocID="{FE7C81C5-6594-4E3D-9F0C-C209BA3BA9ED}" presName="horz1" presStyleCnt="0"/>
      <dgm:spPr/>
    </dgm:pt>
    <dgm:pt modelId="{8993E428-7BAC-41D1-AE54-2483CBADD67B}" type="pres">
      <dgm:prSet presAssocID="{FE7C81C5-6594-4E3D-9F0C-C209BA3BA9ED}" presName="tx1" presStyleLbl="revTx" presStyleIdx="2" presStyleCnt="7"/>
      <dgm:spPr/>
    </dgm:pt>
    <dgm:pt modelId="{0F18A1E3-EFAA-49BA-9026-2C75C90726F9}" type="pres">
      <dgm:prSet presAssocID="{FE7C81C5-6594-4E3D-9F0C-C209BA3BA9ED}" presName="vert1" presStyleCnt="0"/>
      <dgm:spPr/>
    </dgm:pt>
    <dgm:pt modelId="{8E10007D-F7F6-481C-A2A2-47CFFD5EA069}" type="pres">
      <dgm:prSet presAssocID="{615AA308-3FA4-4A58-A829-DA6F69C48315}" presName="thickLine" presStyleLbl="alignNode1" presStyleIdx="3" presStyleCnt="7"/>
      <dgm:spPr/>
    </dgm:pt>
    <dgm:pt modelId="{C42D88DC-93B8-4955-AA0F-81F55B8F818F}" type="pres">
      <dgm:prSet presAssocID="{615AA308-3FA4-4A58-A829-DA6F69C48315}" presName="horz1" presStyleCnt="0"/>
      <dgm:spPr/>
    </dgm:pt>
    <dgm:pt modelId="{F7609D06-BD4C-4B6A-9302-485248345A9D}" type="pres">
      <dgm:prSet presAssocID="{615AA308-3FA4-4A58-A829-DA6F69C48315}" presName="tx1" presStyleLbl="revTx" presStyleIdx="3" presStyleCnt="7"/>
      <dgm:spPr/>
    </dgm:pt>
    <dgm:pt modelId="{1D6D3D22-1DA2-4B5F-AE18-35D419363F5B}" type="pres">
      <dgm:prSet presAssocID="{615AA308-3FA4-4A58-A829-DA6F69C48315}" presName="vert1" presStyleCnt="0"/>
      <dgm:spPr/>
    </dgm:pt>
    <dgm:pt modelId="{6E1BC65E-3841-408D-8BAB-36DDF9403241}" type="pres">
      <dgm:prSet presAssocID="{133B4A58-6C69-42E0-9C8A-9D2F0A392881}" presName="thickLine" presStyleLbl="alignNode1" presStyleIdx="4" presStyleCnt="7"/>
      <dgm:spPr/>
    </dgm:pt>
    <dgm:pt modelId="{359131F0-99FE-419A-93DE-9B7E0F4BC0F4}" type="pres">
      <dgm:prSet presAssocID="{133B4A58-6C69-42E0-9C8A-9D2F0A392881}" presName="horz1" presStyleCnt="0"/>
      <dgm:spPr/>
    </dgm:pt>
    <dgm:pt modelId="{93DBD627-46B5-4E36-89E2-55ECE4A20D1E}" type="pres">
      <dgm:prSet presAssocID="{133B4A58-6C69-42E0-9C8A-9D2F0A392881}" presName="tx1" presStyleLbl="revTx" presStyleIdx="4" presStyleCnt="7"/>
      <dgm:spPr/>
    </dgm:pt>
    <dgm:pt modelId="{49DC94BC-8B1B-42F9-B98B-1168650201D6}" type="pres">
      <dgm:prSet presAssocID="{133B4A58-6C69-42E0-9C8A-9D2F0A392881}" presName="vert1" presStyleCnt="0"/>
      <dgm:spPr/>
    </dgm:pt>
    <dgm:pt modelId="{AC5A6EEB-3045-431F-BE22-F22CC94FD70C}" type="pres">
      <dgm:prSet presAssocID="{79294428-D482-458D-B210-B31B6BCB99FB}" presName="thickLine" presStyleLbl="alignNode1" presStyleIdx="5" presStyleCnt="7"/>
      <dgm:spPr/>
    </dgm:pt>
    <dgm:pt modelId="{F1CDAE03-1E90-4CAB-AA74-6C0E51747F24}" type="pres">
      <dgm:prSet presAssocID="{79294428-D482-458D-B210-B31B6BCB99FB}" presName="horz1" presStyleCnt="0"/>
      <dgm:spPr/>
    </dgm:pt>
    <dgm:pt modelId="{398DAD1C-F44E-45C8-99F2-2B700D6DA52B}" type="pres">
      <dgm:prSet presAssocID="{79294428-D482-458D-B210-B31B6BCB99FB}" presName="tx1" presStyleLbl="revTx" presStyleIdx="5" presStyleCnt="7"/>
      <dgm:spPr/>
    </dgm:pt>
    <dgm:pt modelId="{D0A067A2-11B7-407F-807D-73DD7666FBC1}" type="pres">
      <dgm:prSet presAssocID="{79294428-D482-458D-B210-B31B6BCB99FB}" presName="vert1" presStyleCnt="0"/>
      <dgm:spPr/>
    </dgm:pt>
    <dgm:pt modelId="{F7E5303E-E9DD-4C13-BA2C-4B992902CA7F}" type="pres">
      <dgm:prSet presAssocID="{EE05C8D6-A6F0-4D62-BD8D-E20937DA50CE}" presName="thickLine" presStyleLbl="alignNode1" presStyleIdx="6" presStyleCnt="7"/>
      <dgm:spPr/>
    </dgm:pt>
    <dgm:pt modelId="{58547A20-31A0-42CE-975C-AC55070FDE0D}" type="pres">
      <dgm:prSet presAssocID="{EE05C8D6-A6F0-4D62-BD8D-E20937DA50CE}" presName="horz1" presStyleCnt="0"/>
      <dgm:spPr/>
    </dgm:pt>
    <dgm:pt modelId="{04DDD130-B4F9-41E3-98C7-02B11A2D90F3}" type="pres">
      <dgm:prSet presAssocID="{EE05C8D6-A6F0-4D62-BD8D-E20937DA50CE}" presName="tx1" presStyleLbl="revTx" presStyleIdx="6" presStyleCnt="7"/>
      <dgm:spPr/>
    </dgm:pt>
    <dgm:pt modelId="{0603A9F5-471E-4EF6-B598-02EEEE1ACF66}" type="pres">
      <dgm:prSet presAssocID="{EE05C8D6-A6F0-4D62-BD8D-E20937DA50CE}" presName="vert1" presStyleCnt="0"/>
      <dgm:spPr/>
    </dgm:pt>
  </dgm:ptLst>
  <dgm:cxnLst>
    <dgm:cxn modelId="{61F3E109-4B4C-4D90-BD12-D8BFB45CE4E1}" srcId="{8E72C6F7-7F51-49A3-8553-E74FDE25A950}" destId="{FE7C81C5-6594-4E3D-9F0C-C209BA3BA9ED}" srcOrd="2" destOrd="0" parTransId="{3E962E35-4B4B-4CDD-A35B-A7E338A42A2B}" sibTransId="{5617A813-3753-4BB5-BF20-BB7153F1D0C6}"/>
    <dgm:cxn modelId="{B78A3322-127B-4282-B15F-32644C1E7E8A}" type="presOf" srcId="{DFB3DC15-48CF-4D04-B615-C3C7128880F0}" destId="{39932159-CB74-408F-95E9-4E40CDD06AF2}" srcOrd="0" destOrd="0" presId="urn:microsoft.com/office/officeart/2008/layout/LinedList"/>
    <dgm:cxn modelId="{AA92E823-B2E0-4307-A695-A9BB062E4E19}" type="presOf" srcId="{8E72C6F7-7F51-49A3-8553-E74FDE25A950}" destId="{DD457BD3-8CB6-4EE7-B68F-8A5F5EF7659B}" srcOrd="0" destOrd="0" presId="urn:microsoft.com/office/officeart/2008/layout/LinedList"/>
    <dgm:cxn modelId="{74B21D2F-CD87-4A86-A104-393A4A8A5B4F}" type="presOf" srcId="{EE05C8D6-A6F0-4D62-BD8D-E20937DA50CE}" destId="{04DDD130-B4F9-41E3-98C7-02B11A2D90F3}" srcOrd="0" destOrd="0" presId="urn:microsoft.com/office/officeart/2008/layout/LinedList"/>
    <dgm:cxn modelId="{F80F375D-51EA-478A-9D2A-F353D7AF2FF0}" srcId="{8E72C6F7-7F51-49A3-8553-E74FDE25A950}" destId="{EE05C8D6-A6F0-4D62-BD8D-E20937DA50CE}" srcOrd="6" destOrd="0" parTransId="{E986F70E-3D40-4142-9B74-B3D405551B9E}" sibTransId="{6563E3A6-CA5F-43DB-BFBD-A0F69DF28996}"/>
    <dgm:cxn modelId="{F0FBF862-85ED-4365-A5A5-9DFA2B019D46}" type="presOf" srcId="{615AA308-3FA4-4A58-A829-DA6F69C48315}" destId="{F7609D06-BD4C-4B6A-9302-485248345A9D}" srcOrd="0" destOrd="0" presId="urn:microsoft.com/office/officeart/2008/layout/LinedList"/>
    <dgm:cxn modelId="{181F7C43-B227-4E38-A581-C0C045BD1512}" type="presOf" srcId="{133B4A58-6C69-42E0-9C8A-9D2F0A392881}" destId="{93DBD627-46B5-4E36-89E2-55ECE4A20D1E}" srcOrd="0" destOrd="0" presId="urn:microsoft.com/office/officeart/2008/layout/LinedList"/>
    <dgm:cxn modelId="{37E48465-A997-47EF-92F9-A6A32C3363F4}" type="presOf" srcId="{79294428-D482-458D-B210-B31B6BCB99FB}" destId="{398DAD1C-F44E-45C8-99F2-2B700D6DA52B}" srcOrd="0" destOrd="0" presId="urn:microsoft.com/office/officeart/2008/layout/LinedList"/>
    <dgm:cxn modelId="{515A4646-3C93-4777-8F3F-0EC36CF3E4B5}" srcId="{8E72C6F7-7F51-49A3-8553-E74FDE25A950}" destId="{DFB3DC15-48CF-4D04-B615-C3C7128880F0}" srcOrd="0" destOrd="0" parTransId="{D876D089-21EA-4D52-9B8C-D08B46270F7B}" sibTransId="{312A81E6-F0FF-4F1F-831F-55C4489C2508}"/>
    <dgm:cxn modelId="{EC1DA182-80AC-4422-AE20-575B1016E750}" type="presOf" srcId="{FE7C81C5-6594-4E3D-9F0C-C209BA3BA9ED}" destId="{8993E428-7BAC-41D1-AE54-2483CBADD67B}" srcOrd="0" destOrd="0" presId="urn:microsoft.com/office/officeart/2008/layout/LinedList"/>
    <dgm:cxn modelId="{9BA55883-5C84-48F6-BF33-76496845F147}" srcId="{8E72C6F7-7F51-49A3-8553-E74FDE25A950}" destId="{615AA308-3FA4-4A58-A829-DA6F69C48315}" srcOrd="3" destOrd="0" parTransId="{45C16FA5-2A7C-4B9F-A5F4-8D5E1EB97AB0}" sibTransId="{9DE812F3-4AAA-48E6-B626-B8445194FC5F}"/>
    <dgm:cxn modelId="{A77887A4-61F6-4A7E-85B7-A45D6CB4F515}" srcId="{8E72C6F7-7F51-49A3-8553-E74FDE25A950}" destId="{3B9ADFF6-96DC-4375-8735-6E5F60CF25E5}" srcOrd="1" destOrd="0" parTransId="{D1E6AA4A-7092-4F68-97D1-DE395478E975}" sibTransId="{31222F8E-C953-4566-AB63-C41612D33E89}"/>
    <dgm:cxn modelId="{7E42E1C1-4B48-4A08-A579-B8C178261E16}" srcId="{8E72C6F7-7F51-49A3-8553-E74FDE25A950}" destId="{79294428-D482-458D-B210-B31B6BCB99FB}" srcOrd="5" destOrd="0" parTransId="{F7C12E40-1881-4EDB-A554-CD9A5B20078E}" sibTransId="{DA50E412-4F8F-44A3-B40E-FDC617B30D39}"/>
    <dgm:cxn modelId="{7D3D03E0-97B6-4EFE-B86B-157C783F3908}" srcId="{8E72C6F7-7F51-49A3-8553-E74FDE25A950}" destId="{133B4A58-6C69-42E0-9C8A-9D2F0A392881}" srcOrd="4" destOrd="0" parTransId="{D302F960-0694-4F43-BEE1-2C10D96AEA7D}" sibTransId="{86C34471-1155-4279-B2FF-4C2F5CF158AE}"/>
    <dgm:cxn modelId="{8428CDE3-F5FC-4737-B149-AB2FFA5BAA37}" type="presOf" srcId="{3B9ADFF6-96DC-4375-8735-6E5F60CF25E5}" destId="{E70AC16B-A276-4563-928D-CD20DBB347A9}" srcOrd="0" destOrd="0" presId="urn:microsoft.com/office/officeart/2008/layout/LinedList"/>
    <dgm:cxn modelId="{33B46AEA-FDA9-4F9A-B6AB-51EAA7815DC8}" type="presParOf" srcId="{DD457BD3-8CB6-4EE7-B68F-8A5F5EF7659B}" destId="{8B80C63F-7946-4465-B8D6-E9C5099CBA21}" srcOrd="0" destOrd="0" presId="urn:microsoft.com/office/officeart/2008/layout/LinedList"/>
    <dgm:cxn modelId="{1695D00C-B75D-4B0D-AD6E-F416F5D98156}" type="presParOf" srcId="{DD457BD3-8CB6-4EE7-B68F-8A5F5EF7659B}" destId="{153D67E7-7A51-4DA6-8EA9-3E74FE611CCC}" srcOrd="1" destOrd="0" presId="urn:microsoft.com/office/officeart/2008/layout/LinedList"/>
    <dgm:cxn modelId="{55C022F2-1082-41B0-9450-A552E5D5EF57}" type="presParOf" srcId="{153D67E7-7A51-4DA6-8EA9-3E74FE611CCC}" destId="{39932159-CB74-408F-95E9-4E40CDD06AF2}" srcOrd="0" destOrd="0" presId="urn:microsoft.com/office/officeart/2008/layout/LinedList"/>
    <dgm:cxn modelId="{A2BD6125-A669-4562-A1AF-F92D3CD9BF64}" type="presParOf" srcId="{153D67E7-7A51-4DA6-8EA9-3E74FE611CCC}" destId="{07A7AA4E-3291-4E24-B3A2-BFC0D1027EB7}" srcOrd="1" destOrd="0" presId="urn:microsoft.com/office/officeart/2008/layout/LinedList"/>
    <dgm:cxn modelId="{F5B72307-ABA0-49E9-8CBE-9459C483D05C}" type="presParOf" srcId="{DD457BD3-8CB6-4EE7-B68F-8A5F5EF7659B}" destId="{E6A770A9-12A6-4C4A-9E96-EECBC417CFCF}" srcOrd="2" destOrd="0" presId="urn:microsoft.com/office/officeart/2008/layout/LinedList"/>
    <dgm:cxn modelId="{F08B79F3-1896-45D8-9CA2-8EBE9D0653BB}" type="presParOf" srcId="{DD457BD3-8CB6-4EE7-B68F-8A5F5EF7659B}" destId="{11FA2F31-35B1-4743-B46E-255B573554B6}" srcOrd="3" destOrd="0" presId="urn:microsoft.com/office/officeart/2008/layout/LinedList"/>
    <dgm:cxn modelId="{AFA34503-6768-4FE5-BABC-B6189AFAA761}" type="presParOf" srcId="{11FA2F31-35B1-4743-B46E-255B573554B6}" destId="{E70AC16B-A276-4563-928D-CD20DBB347A9}" srcOrd="0" destOrd="0" presId="urn:microsoft.com/office/officeart/2008/layout/LinedList"/>
    <dgm:cxn modelId="{A9ABE6DE-B397-4AD1-BD01-9132E838EB94}" type="presParOf" srcId="{11FA2F31-35B1-4743-B46E-255B573554B6}" destId="{A5C8FFF5-3D14-4C31-B025-44F166E0E7EF}" srcOrd="1" destOrd="0" presId="urn:microsoft.com/office/officeart/2008/layout/LinedList"/>
    <dgm:cxn modelId="{BA63E703-A9D9-46B4-9B03-2570451B5045}" type="presParOf" srcId="{DD457BD3-8CB6-4EE7-B68F-8A5F5EF7659B}" destId="{2B255D93-6FCF-4860-859F-3EF47C57CAF4}" srcOrd="4" destOrd="0" presId="urn:microsoft.com/office/officeart/2008/layout/LinedList"/>
    <dgm:cxn modelId="{5B2AB4F6-D6F8-4AFB-8013-4F8349BF6472}" type="presParOf" srcId="{DD457BD3-8CB6-4EE7-B68F-8A5F5EF7659B}" destId="{836D9044-65E6-459F-8A19-9217DF3A62B3}" srcOrd="5" destOrd="0" presId="urn:microsoft.com/office/officeart/2008/layout/LinedList"/>
    <dgm:cxn modelId="{B349CCD6-F4FA-4CB5-ABDB-28427C03638D}" type="presParOf" srcId="{836D9044-65E6-459F-8A19-9217DF3A62B3}" destId="{8993E428-7BAC-41D1-AE54-2483CBADD67B}" srcOrd="0" destOrd="0" presId="urn:microsoft.com/office/officeart/2008/layout/LinedList"/>
    <dgm:cxn modelId="{715E2AC6-9683-476B-A4F3-652C0CDCF7DA}" type="presParOf" srcId="{836D9044-65E6-459F-8A19-9217DF3A62B3}" destId="{0F18A1E3-EFAA-49BA-9026-2C75C90726F9}" srcOrd="1" destOrd="0" presId="urn:microsoft.com/office/officeart/2008/layout/LinedList"/>
    <dgm:cxn modelId="{73A0A229-8A8B-465D-BF52-34E570D76BFA}" type="presParOf" srcId="{DD457BD3-8CB6-4EE7-B68F-8A5F5EF7659B}" destId="{8E10007D-F7F6-481C-A2A2-47CFFD5EA069}" srcOrd="6" destOrd="0" presId="urn:microsoft.com/office/officeart/2008/layout/LinedList"/>
    <dgm:cxn modelId="{98DB9A2D-ED4F-4186-9DEF-10845C76DCC2}" type="presParOf" srcId="{DD457BD3-8CB6-4EE7-B68F-8A5F5EF7659B}" destId="{C42D88DC-93B8-4955-AA0F-81F55B8F818F}" srcOrd="7" destOrd="0" presId="urn:microsoft.com/office/officeart/2008/layout/LinedList"/>
    <dgm:cxn modelId="{3A7AE89B-7241-47AF-AFA4-359D260E93B9}" type="presParOf" srcId="{C42D88DC-93B8-4955-AA0F-81F55B8F818F}" destId="{F7609D06-BD4C-4B6A-9302-485248345A9D}" srcOrd="0" destOrd="0" presId="urn:microsoft.com/office/officeart/2008/layout/LinedList"/>
    <dgm:cxn modelId="{9BD4C05A-FE3B-40E1-8A3B-EA3D53B39FB4}" type="presParOf" srcId="{C42D88DC-93B8-4955-AA0F-81F55B8F818F}" destId="{1D6D3D22-1DA2-4B5F-AE18-35D419363F5B}" srcOrd="1" destOrd="0" presId="urn:microsoft.com/office/officeart/2008/layout/LinedList"/>
    <dgm:cxn modelId="{91CEA5ED-3259-4A00-9AA6-A1BAD1AD9DE8}" type="presParOf" srcId="{DD457BD3-8CB6-4EE7-B68F-8A5F5EF7659B}" destId="{6E1BC65E-3841-408D-8BAB-36DDF9403241}" srcOrd="8" destOrd="0" presId="urn:microsoft.com/office/officeart/2008/layout/LinedList"/>
    <dgm:cxn modelId="{3F73FA47-5B8C-421B-980A-CC3FDFF8B453}" type="presParOf" srcId="{DD457BD3-8CB6-4EE7-B68F-8A5F5EF7659B}" destId="{359131F0-99FE-419A-93DE-9B7E0F4BC0F4}" srcOrd="9" destOrd="0" presId="urn:microsoft.com/office/officeart/2008/layout/LinedList"/>
    <dgm:cxn modelId="{F477342B-441A-4578-B48A-3F1DB7CD4A15}" type="presParOf" srcId="{359131F0-99FE-419A-93DE-9B7E0F4BC0F4}" destId="{93DBD627-46B5-4E36-89E2-55ECE4A20D1E}" srcOrd="0" destOrd="0" presId="urn:microsoft.com/office/officeart/2008/layout/LinedList"/>
    <dgm:cxn modelId="{8B8086B6-BB8A-4F06-8689-B13CFC351D87}" type="presParOf" srcId="{359131F0-99FE-419A-93DE-9B7E0F4BC0F4}" destId="{49DC94BC-8B1B-42F9-B98B-1168650201D6}" srcOrd="1" destOrd="0" presId="urn:microsoft.com/office/officeart/2008/layout/LinedList"/>
    <dgm:cxn modelId="{F2143810-E3B2-4253-B426-189453FED71A}" type="presParOf" srcId="{DD457BD3-8CB6-4EE7-B68F-8A5F5EF7659B}" destId="{AC5A6EEB-3045-431F-BE22-F22CC94FD70C}" srcOrd="10" destOrd="0" presId="urn:microsoft.com/office/officeart/2008/layout/LinedList"/>
    <dgm:cxn modelId="{C80962B2-0881-4B18-A012-B9AB75303349}" type="presParOf" srcId="{DD457BD3-8CB6-4EE7-B68F-8A5F5EF7659B}" destId="{F1CDAE03-1E90-4CAB-AA74-6C0E51747F24}" srcOrd="11" destOrd="0" presId="urn:microsoft.com/office/officeart/2008/layout/LinedList"/>
    <dgm:cxn modelId="{E7CEC7CF-41DE-4808-8447-C62A9304C38F}" type="presParOf" srcId="{F1CDAE03-1E90-4CAB-AA74-6C0E51747F24}" destId="{398DAD1C-F44E-45C8-99F2-2B700D6DA52B}" srcOrd="0" destOrd="0" presId="urn:microsoft.com/office/officeart/2008/layout/LinedList"/>
    <dgm:cxn modelId="{79D15919-6BA0-41D4-9313-A508663A43E4}" type="presParOf" srcId="{F1CDAE03-1E90-4CAB-AA74-6C0E51747F24}" destId="{D0A067A2-11B7-407F-807D-73DD7666FBC1}" srcOrd="1" destOrd="0" presId="urn:microsoft.com/office/officeart/2008/layout/LinedList"/>
    <dgm:cxn modelId="{6E1DD6C2-F184-49FD-B90D-B25FC8E6B8A4}" type="presParOf" srcId="{DD457BD3-8CB6-4EE7-B68F-8A5F5EF7659B}" destId="{F7E5303E-E9DD-4C13-BA2C-4B992902CA7F}" srcOrd="12" destOrd="0" presId="urn:microsoft.com/office/officeart/2008/layout/LinedList"/>
    <dgm:cxn modelId="{3773D62E-4875-4D56-92BF-DD5DFB67B733}" type="presParOf" srcId="{DD457BD3-8CB6-4EE7-B68F-8A5F5EF7659B}" destId="{58547A20-31A0-42CE-975C-AC55070FDE0D}" srcOrd="13" destOrd="0" presId="urn:microsoft.com/office/officeart/2008/layout/LinedList"/>
    <dgm:cxn modelId="{4B93F01F-2770-41EA-B2F0-E9ECCF93A316}" type="presParOf" srcId="{58547A20-31A0-42CE-975C-AC55070FDE0D}" destId="{04DDD130-B4F9-41E3-98C7-02B11A2D90F3}" srcOrd="0" destOrd="0" presId="urn:microsoft.com/office/officeart/2008/layout/LinedList"/>
    <dgm:cxn modelId="{05536137-167E-4DD3-96B8-796BC2E159D9}" type="presParOf" srcId="{58547A20-31A0-42CE-975C-AC55070FDE0D}" destId="{0603A9F5-471E-4EF6-B598-02EEEE1ACF6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31A4585-1634-4A50-82B8-F837F6D6B4AE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9C5F51-3ABC-4178-949C-50FA2F41D9B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Debe ser:</a:t>
          </a:r>
        </a:p>
      </dgm:t>
    </dgm:pt>
    <dgm:pt modelId="{146A0659-DAF7-4C7D-824E-94B3B9C2BE5C}" type="parTrans" cxnId="{46E9CB11-25A5-44C5-8A9D-F2853E97395A}">
      <dgm:prSet/>
      <dgm:spPr/>
      <dgm:t>
        <a:bodyPr/>
        <a:lstStyle/>
        <a:p>
          <a:endParaRPr lang="en-US"/>
        </a:p>
      </dgm:t>
    </dgm:pt>
    <dgm:pt modelId="{B9F5B0F2-691F-4344-BBCC-8ADB7007D4D7}" type="sibTrans" cxnId="{46E9CB11-25A5-44C5-8A9D-F2853E97395A}">
      <dgm:prSet/>
      <dgm:spPr/>
      <dgm:t>
        <a:bodyPr/>
        <a:lstStyle/>
        <a:p>
          <a:endParaRPr lang="en-US"/>
        </a:p>
      </dgm:t>
    </dgm:pt>
    <dgm:pt modelId="{B8A3C285-C29A-4582-AF70-9423C9240D1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- Libre</a:t>
          </a:r>
        </a:p>
      </dgm:t>
    </dgm:pt>
    <dgm:pt modelId="{D50682FD-6C0F-4125-9D88-1AC81BF7A20B}" type="parTrans" cxnId="{01AEAD35-E1FC-4A2A-8882-98078480AF32}">
      <dgm:prSet/>
      <dgm:spPr/>
      <dgm:t>
        <a:bodyPr/>
        <a:lstStyle/>
        <a:p>
          <a:endParaRPr lang="en-US"/>
        </a:p>
      </dgm:t>
    </dgm:pt>
    <dgm:pt modelId="{E9D48B6E-7231-4ED6-9926-CD58609662FF}" type="sibTrans" cxnId="{01AEAD35-E1FC-4A2A-8882-98078480AF32}">
      <dgm:prSet/>
      <dgm:spPr/>
      <dgm:t>
        <a:bodyPr/>
        <a:lstStyle/>
        <a:p>
          <a:endParaRPr lang="en-US"/>
        </a:p>
      </dgm:t>
    </dgm:pt>
    <dgm:pt modelId="{B0AF65E6-3721-4C29-A70B-048B87B0631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- Específico</a:t>
          </a:r>
        </a:p>
      </dgm:t>
    </dgm:pt>
    <dgm:pt modelId="{9F5AB3D1-C8B3-4342-A9F1-24532BDB26BA}" type="parTrans" cxnId="{4AEBD169-2CD4-4FA9-B6A1-EA0581174F6A}">
      <dgm:prSet/>
      <dgm:spPr/>
      <dgm:t>
        <a:bodyPr/>
        <a:lstStyle/>
        <a:p>
          <a:endParaRPr lang="en-US"/>
        </a:p>
      </dgm:t>
    </dgm:pt>
    <dgm:pt modelId="{2298B10C-C057-4500-A206-76D9A3DADFCD}" type="sibTrans" cxnId="{4AEBD169-2CD4-4FA9-B6A1-EA0581174F6A}">
      <dgm:prSet/>
      <dgm:spPr/>
      <dgm:t>
        <a:bodyPr/>
        <a:lstStyle/>
        <a:p>
          <a:endParaRPr lang="en-US"/>
        </a:p>
      </dgm:t>
    </dgm:pt>
    <dgm:pt modelId="{485E8FA3-75DC-4C54-8E24-85DBCDEDCC9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- Informado</a:t>
          </a:r>
        </a:p>
      </dgm:t>
    </dgm:pt>
    <dgm:pt modelId="{77283EFB-6A0D-4306-93D2-29DE98EE3551}" type="parTrans" cxnId="{63F4CA8C-4BA9-469E-8102-C3888ABD39B6}">
      <dgm:prSet/>
      <dgm:spPr/>
      <dgm:t>
        <a:bodyPr/>
        <a:lstStyle/>
        <a:p>
          <a:endParaRPr lang="en-US"/>
        </a:p>
      </dgm:t>
    </dgm:pt>
    <dgm:pt modelId="{1030D936-80F0-46FF-9854-CBD8E2EB63F6}" type="sibTrans" cxnId="{63F4CA8C-4BA9-469E-8102-C3888ABD39B6}">
      <dgm:prSet/>
      <dgm:spPr/>
      <dgm:t>
        <a:bodyPr/>
        <a:lstStyle/>
        <a:p>
          <a:endParaRPr lang="en-US"/>
        </a:p>
      </dgm:t>
    </dgm:pt>
    <dgm:pt modelId="{AF096E57-70CA-4A91-8AE3-9531FC80FE1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- Inequívoco</a:t>
          </a:r>
        </a:p>
      </dgm:t>
    </dgm:pt>
    <dgm:pt modelId="{24167985-1C41-4702-8C95-8DFB7D5E74EE}" type="parTrans" cxnId="{0C18DD14-B09A-4AB0-A404-18A0367BA932}">
      <dgm:prSet/>
      <dgm:spPr/>
      <dgm:t>
        <a:bodyPr/>
        <a:lstStyle/>
        <a:p>
          <a:endParaRPr lang="en-US"/>
        </a:p>
      </dgm:t>
    </dgm:pt>
    <dgm:pt modelId="{0F3114B5-7906-485B-BCD8-E35DC327706F}" type="sibTrans" cxnId="{0C18DD14-B09A-4AB0-A404-18A0367BA932}">
      <dgm:prSet/>
      <dgm:spPr/>
      <dgm:t>
        <a:bodyPr/>
        <a:lstStyle/>
        <a:p>
          <a:endParaRPr lang="en-US"/>
        </a:p>
      </dgm:t>
    </dgm:pt>
    <dgm:pt modelId="{E4F0A06E-2238-43FF-A1EB-B155056C832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No se admite el consentimiento tácito o por omisión.</a:t>
          </a:r>
        </a:p>
      </dgm:t>
    </dgm:pt>
    <dgm:pt modelId="{650FD3BC-495D-4A4C-B3BF-39CF06925B93}" type="parTrans" cxnId="{8603B913-2C10-449D-B2FD-3EF4FB07E305}">
      <dgm:prSet/>
      <dgm:spPr/>
      <dgm:t>
        <a:bodyPr/>
        <a:lstStyle/>
        <a:p>
          <a:endParaRPr lang="en-US"/>
        </a:p>
      </dgm:t>
    </dgm:pt>
    <dgm:pt modelId="{A9E2D1DA-53B2-4188-8488-EB323053E75D}" type="sibTrans" cxnId="{8603B913-2C10-449D-B2FD-3EF4FB07E305}">
      <dgm:prSet/>
      <dgm:spPr/>
      <dgm:t>
        <a:bodyPr/>
        <a:lstStyle/>
        <a:p>
          <a:endParaRPr lang="en-US"/>
        </a:p>
      </dgm:t>
    </dgm:pt>
    <dgm:pt modelId="{50963DF0-62EC-46D3-ABE4-F42D6D1B95B5}" type="pres">
      <dgm:prSet presAssocID="{231A4585-1634-4A50-82B8-F837F6D6B4AE}" presName="root" presStyleCnt="0">
        <dgm:presLayoutVars>
          <dgm:dir/>
          <dgm:resizeHandles val="exact"/>
        </dgm:presLayoutVars>
      </dgm:prSet>
      <dgm:spPr/>
    </dgm:pt>
    <dgm:pt modelId="{14E82151-60C2-41E0-BF33-AD8521A34796}" type="pres">
      <dgm:prSet presAssocID="{5A9C5F51-3ABC-4178-949C-50FA2F41D9BC}" presName="compNode" presStyleCnt="0"/>
      <dgm:spPr/>
    </dgm:pt>
    <dgm:pt modelId="{85AAEEB8-2D76-4DC4-8F9A-5C4253F018B9}" type="pres">
      <dgm:prSet presAssocID="{5A9C5F51-3ABC-4178-949C-50FA2F41D9BC}" presName="iconBgRect" presStyleLbl="bgShp" presStyleIdx="0" presStyleCnt="6"/>
      <dgm:spPr/>
    </dgm:pt>
    <dgm:pt modelId="{D84A7489-4E93-4782-812E-965AF678EEA8}" type="pres">
      <dgm:prSet presAssocID="{5A9C5F51-3ABC-4178-949C-50FA2F41D9BC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nero"/>
        </a:ext>
      </dgm:extLst>
    </dgm:pt>
    <dgm:pt modelId="{9600F3DB-F68C-4782-8FB7-5D12D730A7C9}" type="pres">
      <dgm:prSet presAssocID="{5A9C5F51-3ABC-4178-949C-50FA2F41D9BC}" presName="spaceRect" presStyleCnt="0"/>
      <dgm:spPr/>
    </dgm:pt>
    <dgm:pt modelId="{483181AE-0C81-4796-862E-CA099BA1EBB1}" type="pres">
      <dgm:prSet presAssocID="{5A9C5F51-3ABC-4178-949C-50FA2F41D9BC}" presName="textRect" presStyleLbl="revTx" presStyleIdx="0" presStyleCnt="6">
        <dgm:presLayoutVars>
          <dgm:chMax val="1"/>
          <dgm:chPref val="1"/>
        </dgm:presLayoutVars>
      </dgm:prSet>
      <dgm:spPr/>
    </dgm:pt>
    <dgm:pt modelId="{6C1FC57A-E1D2-483E-BF1E-BA60229D73A3}" type="pres">
      <dgm:prSet presAssocID="{B9F5B0F2-691F-4344-BBCC-8ADB7007D4D7}" presName="sibTrans" presStyleCnt="0"/>
      <dgm:spPr/>
    </dgm:pt>
    <dgm:pt modelId="{F0531F34-F115-4D7B-847F-3E0C68F48112}" type="pres">
      <dgm:prSet presAssocID="{B8A3C285-C29A-4582-AF70-9423C9240D13}" presName="compNode" presStyleCnt="0"/>
      <dgm:spPr/>
    </dgm:pt>
    <dgm:pt modelId="{868997DD-0105-4218-B52F-9BF091777AD4}" type="pres">
      <dgm:prSet presAssocID="{B8A3C285-C29A-4582-AF70-9423C9240D13}" presName="iconBgRect" presStyleLbl="bgShp" presStyleIdx="1" presStyleCnt="6"/>
      <dgm:spPr/>
    </dgm:pt>
    <dgm:pt modelId="{317F06FC-A438-4BFF-8D3C-D239E9220088}" type="pres">
      <dgm:prSet presAssocID="{B8A3C285-C29A-4582-AF70-9423C9240D13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ólar"/>
        </a:ext>
      </dgm:extLst>
    </dgm:pt>
    <dgm:pt modelId="{D9FCDCF3-5C9D-4668-B4FF-8D73D823E05C}" type="pres">
      <dgm:prSet presAssocID="{B8A3C285-C29A-4582-AF70-9423C9240D13}" presName="spaceRect" presStyleCnt="0"/>
      <dgm:spPr/>
    </dgm:pt>
    <dgm:pt modelId="{089C25BE-AAE7-4EBB-8E2A-4FFEB06A6D0C}" type="pres">
      <dgm:prSet presAssocID="{B8A3C285-C29A-4582-AF70-9423C9240D13}" presName="textRect" presStyleLbl="revTx" presStyleIdx="1" presStyleCnt="6">
        <dgm:presLayoutVars>
          <dgm:chMax val="1"/>
          <dgm:chPref val="1"/>
        </dgm:presLayoutVars>
      </dgm:prSet>
      <dgm:spPr/>
    </dgm:pt>
    <dgm:pt modelId="{1CF76031-EA62-4FC1-B4C0-46E04BBFCF33}" type="pres">
      <dgm:prSet presAssocID="{E9D48B6E-7231-4ED6-9926-CD58609662FF}" presName="sibTrans" presStyleCnt="0"/>
      <dgm:spPr/>
    </dgm:pt>
    <dgm:pt modelId="{35B61E99-CA8D-4EF3-8946-0463B06355FA}" type="pres">
      <dgm:prSet presAssocID="{B0AF65E6-3721-4C29-A70B-048B87B06314}" presName="compNode" presStyleCnt="0"/>
      <dgm:spPr/>
    </dgm:pt>
    <dgm:pt modelId="{91E867E4-B586-41B1-B4A3-F2D3A9782AD8}" type="pres">
      <dgm:prSet presAssocID="{B0AF65E6-3721-4C29-A70B-048B87B06314}" presName="iconBgRect" presStyleLbl="bgShp" presStyleIdx="2" presStyleCnt="6"/>
      <dgm:spPr/>
    </dgm:pt>
    <dgm:pt modelId="{9761CE5E-189B-4397-A6CC-FA4E328741C8}" type="pres">
      <dgm:prSet presAssocID="{B0AF65E6-3721-4C29-A70B-048B87B06314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strella"/>
        </a:ext>
      </dgm:extLst>
    </dgm:pt>
    <dgm:pt modelId="{5A7B97F6-55E2-4B4F-BD33-527CB9FA4171}" type="pres">
      <dgm:prSet presAssocID="{B0AF65E6-3721-4C29-A70B-048B87B06314}" presName="spaceRect" presStyleCnt="0"/>
      <dgm:spPr/>
    </dgm:pt>
    <dgm:pt modelId="{AB45BB9A-55FE-4CDA-81C1-5096F93D32E0}" type="pres">
      <dgm:prSet presAssocID="{B0AF65E6-3721-4C29-A70B-048B87B06314}" presName="textRect" presStyleLbl="revTx" presStyleIdx="2" presStyleCnt="6">
        <dgm:presLayoutVars>
          <dgm:chMax val="1"/>
          <dgm:chPref val="1"/>
        </dgm:presLayoutVars>
      </dgm:prSet>
      <dgm:spPr/>
    </dgm:pt>
    <dgm:pt modelId="{FF698368-AE24-4446-A358-50FC0CE2F7AA}" type="pres">
      <dgm:prSet presAssocID="{2298B10C-C057-4500-A206-76D9A3DADFCD}" presName="sibTrans" presStyleCnt="0"/>
      <dgm:spPr/>
    </dgm:pt>
    <dgm:pt modelId="{FD9AC9CD-C3FB-4342-82A8-67496CAB86BC}" type="pres">
      <dgm:prSet presAssocID="{485E8FA3-75DC-4C54-8E24-85DBCDEDCC91}" presName="compNode" presStyleCnt="0"/>
      <dgm:spPr/>
    </dgm:pt>
    <dgm:pt modelId="{6FBF52C8-3130-4DAE-8359-BD944D348B0B}" type="pres">
      <dgm:prSet presAssocID="{485E8FA3-75DC-4C54-8E24-85DBCDEDCC91}" presName="iconBgRect" presStyleLbl="bgShp" presStyleIdx="3" presStyleCnt="6"/>
      <dgm:spPr/>
    </dgm:pt>
    <dgm:pt modelId="{3DF9D80E-6ADF-456C-B2B9-613A42C58FAF}" type="pres">
      <dgm:prSet presAssocID="{485E8FA3-75DC-4C54-8E24-85DBCDEDCC91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riódico"/>
        </a:ext>
      </dgm:extLst>
    </dgm:pt>
    <dgm:pt modelId="{1328FFA2-4AA5-4EC5-8799-12E109474998}" type="pres">
      <dgm:prSet presAssocID="{485E8FA3-75DC-4C54-8E24-85DBCDEDCC91}" presName="spaceRect" presStyleCnt="0"/>
      <dgm:spPr/>
    </dgm:pt>
    <dgm:pt modelId="{7D3C6F30-BB64-40A3-94BC-530E4B4F4F2E}" type="pres">
      <dgm:prSet presAssocID="{485E8FA3-75DC-4C54-8E24-85DBCDEDCC91}" presName="textRect" presStyleLbl="revTx" presStyleIdx="3" presStyleCnt="6">
        <dgm:presLayoutVars>
          <dgm:chMax val="1"/>
          <dgm:chPref val="1"/>
        </dgm:presLayoutVars>
      </dgm:prSet>
      <dgm:spPr/>
    </dgm:pt>
    <dgm:pt modelId="{791FBA6E-B406-426F-88AC-75FEBD3FC370}" type="pres">
      <dgm:prSet presAssocID="{1030D936-80F0-46FF-9854-CBD8E2EB63F6}" presName="sibTrans" presStyleCnt="0"/>
      <dgm:spPr/>
    </dgm:pt>
    <dgm:pt modelId="{4D637076-AE5C-486E-949E-F72194540985}" type="pres">
      <dgm:prSet presAssocID="{AF096E57-70CA-4A91-8AE3-9531FC80FE1F}" presName="compNode" presStyleCnt="0"/>
      <dgm:spPr/>
    </dgm:pt>
    <dgm:pt modelId="{AC42A186-FED3-4CFE-8202-9AA839C0C095}" type="pres">
      <dgm:prSet presAssocID="{AF096E57-70CA-4A91-8AE3-9531FC80FE1F}" presName="iconBgRect" presStyleLbl="bgShp" presStyleIdx="4" presStyleCnt="6"/>
      <dgm:spPr/>
    </dgm:pt>
    <dgm:pt modelId="{9A666E00-08D1-48F3-AEA6-513AD2E40B39}" type="pres">
      <dgm:prSet presAssocID="{AF096E57-70CA-4A91-8AE3-9531FC80FE1F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B315D072-E5F2-4C66-8B33-AAF4D4C24D58}" type="pres">
      <dgm:prSet presAssocID="{AF096E57-70CA-4A91-8AE3-9531FC80FE1F}" presName="spaceRect" presStyleCnt="0"/>
      <dgm:spPr/>
    </dgm:pt>
    <dgm:pt modelId="{D975E60B-4118-4170-90AA-7EF02A062186}" type="pres">
      <dgm:prSet presAssocID="{AF096E57-70CA-4A91-8AE3-9531FC80FE1F}" presName="textRect" presStyleLbl="revTx" presStyleIdx="4" presStyleCnt="6">
        <dgm:presLayoutVars>
          <dgm:chMax val="1"/>
          <dgm:chPref val="1"/>
        </dgm:presLayoutVars>
      </dgm:prSet>
      <dgm:spPr/>
    </dgm:pt>
    <dgm:pt modelId="{8C547D82-6EC5-4B80-A78F-62D4E11C54A3}" type="pres">
      <dgm:prSet presAssocID="{0F3114B5-7906-485B-BCD8-E35DC327706F}" presName="sibTrans" presStyleCnt="0"/>
      <dgm:spPr/>
    </dgm:pt>
    <dgm:pt modelId="{5B33CB56-B55B-4888-9057-2A44D8AC2549}" type="pres">
      <dgm:prSet presAssocID="{E4F0A06E-2238-43FF-A1EB-B155056C8329}" presName="compNode" presStyleCnt="0"/>
      <dgm:spPr/>
    </dgm:pt>
    <dgm:pt modelId="{4D8A8892-10F7-4DE1-9869-221EE491EA7F}" type="pres">
      <dgm:prSet presAssocID="{E4F0A06E-2238-43FF-A1EB-B155056C8329}" presName="iconBgRect" presStyleLbl="bgShp" presStyleIdx="5" presStyleCnt="6"/>
      <dgm:spPr/>
    </dgm:pt>
    <dgm:pt modelId="{2E45F9BE-9A16-4417-8405-FA7D9CFF4086}" type="pres">
      <dgm:prSet presAssocID="{E4F0A06E-2238-43FF-A1EB-B155056C8329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 Sign"/>
        </a:ext>
      </dgm:extLst>
    </dgm:pt>
    <dgm:pt modelId="{16AA61D4-6C60-4767-9B10-B7CC4DEE6443}" type="pres">
      <dgm:prSet presAssocID="{E4F0A06E-2238-43FF-A1EB-B155056C8329}" presName="spaceRect" presStyleCnt="0"/>
      <dgm:spPr/>
    </dgm:pt>
    <dgm:pt modelId="{330028D8-FD5B-400C-98F7-FDDB445FCD7E}" type="pres">
      <dgm:prSet presAssocID="{E4F0A06E-2238-43FF-A1EB-B155056C8329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ED0EE408-6414-4C33-8C0E-70379BDE0487}" type="presOf" srcId="{AF096E57-70CA-4A91-8AE3-9531FC80FE1F}" destId="{D975E60B-4118-4170-90AA-7EF02A062186}" srcOrd="0" destOrd="0" presId="urn:microsoft.com/office/officeart/2018/5/layout/IconCircleLabelList"/>
    <dgm:cxn modelId="{46E9CB11-25A5-44C5-8A9D-F2853E97395A}" srcId="{231A4585-1634-4A50-82B8-F837F6D6B4AE}" destId="{5A9C5F51-3ABC-4178-949C-50FA2F41D9BC}" srcOrd="0" destOrd="0" parTransId="{146A0659-DAF7-4C7D-824E-94B3B9C2BE5C}" sibTransId="{B9F5B0F2-691F-4344-BBCC-8ADB7007D4D7}"/>
    <dgm:cxn modelId="{8603B913-2C10-449D-B2FD-3EF4FB07E305}" srcId="{231A4585-1634-4A50-82B8-F837F6D6B4AE}" destId="{E4F0A06E-2238-43FF-A1EB-B155056C8329}" srcOrd="5" destOrd="0" parTransId="{650FD3BC-495D-4A4C-B3BF-39CF06925B93}" sibTransId="{A9E2D1DA-53B2-4188-8488-EB323053E75D}"/>
    <dgm:cxn modelId="{0C18DD14-B09A-4AB0-A404-18A0367BA932}" srcId="{231A4585-1634-4A50-82B8-F837F6D6B4AE}" destId="{AF096E57-70CA-4A91-8AE3-9531FC80FE1F}" srcOrd="4" destOrd="0" parTransId="{24167985-1C41-4702-8C95-8DFB7D5E74EE}" sibTransId="{0F3114B5-7906-485B-BCD8-E35DC327706F}"/>
    <dgm:cxn modelId="{47EF8226-BEA5-485B-BBBF-2168F1FE85FE}" type="presOf" srcId="{B8A3C285-C29A-4582-AF70-9423C9240D13}" destId="{089C25BE-AAE7-4EBB-8E2A-4FFEB06A6D0C}" srcOrd="0" destOrd="0" presId="urn:microsoft.com/office/officeart/2018/5/layout/IconCircleLabelList"/>
    <dgm:cxn modelId="{ED0C2E31-2BFF-4569-98A7-2BC1B308D6AB}" type="presOf" srcId="{231A4585-1634-4A50-82B8-F837F6D6B4AE}" destId="{50963DF0-62EC-46D3-ABE4-F42D6D1B95B5}" srcOrd="0" destOrd="0" presId="urn:microsoft.com/office/officeart/2018/5/layout/IconCircleLabelList"/>
    <dgm:cxn modelId="{01AEAD35-E1FC-4A2A-8882-98078480AF32}" srcId="{231A4585-1634-4A50-82B8-F837F6D6B4AE}" destId="{B8A3C285-C29A-4582-AF70-9423C9240D13}" srcOrd="1" destOrd="0" parTransId="{D50682FD-6C0F-4125-9D88-1AC81BF7A20B}" sibTransId="{E9D48B6E-7231-4ED6-9926-CD58609662FF}"/>
    <dgm:cxn modelId="{4AEBD169-2CD4-4FA9-B6A1-EA0581174F6A}" srcId="{231A4585-1634-4A50-82B8-F837F6D6B4AE}" destId="{B0AF65E6-3721-4C29-A70B-048B87B06314}" srcOrd="2" destOrd="0" parTransId="{9F5AB3D1-C8B3-4342-A9F1-24532BDB26BA}" sibTransId="{2298B10C-C057-4500-A206-76D9A3DADFCD}"/>
    <dgm:cxn modelId="{0147418A-1028-4A66-9C3C-49D61E893087}" type="presOf" srcId="{485E8FA3-75DC-4C54-8E24-85DBCDEDCC91}" destId="{7D3C6F30-BB64-40A3-94BC-530E4B4F4F2E}" srcOrd="0" destOrd="0" presId="urn:microsoft.com/office/officeart/2018/5/layout/IconCircleLabelList"/>
    <dgm:cxn modelId="{FB63738C-CDAF-4C44-A037-C708AD1BB4A0}" type="presOf" srcId="{5A9C5F51-3ABC-4178-949C-50FA2F41D9BC}" destId="{483181AE-0C81-4796-862E-CA099BA1EBB1}" srcOrd="0" destOrd="0" presId="urn:microsoft.com/office/officeart/2018/5/layout/IconCircleLabelList"/>
    <dgm:cxn modelId="{63F4CA8C-4BA9-469E-8102-C3888ABD39B6}" srcId="{231A4585-1634-4A50-82B8-F837F6D6B4AE}" destId="{485E8FA3-75DC-4C54-8E24-85DBCDEDCC91}" srcOrd="3" destOrd="0" parTransId="{77283EFB-6A0D-4306-93D2-29DE98EE3551}" sibTransId="{1030D936-80F0-46FF-9854-CBD8E2EB63F6}"/>
    <dgm:cxn modelId="{E9C7DBB1-9D82-438F-BE2F-00597191DF4E}" type="presOf" srcId="{E4F0A06E-2238-43FF-A1EB-B155056C8329}" destId="{330028D8-FD5B-400C-98F7-FDDB445FCD7E}" srcOrd="0" destOrd="0" presId="urn:microsoft.com/office/officeart/2018/5/layout/IconCircleLabelList"/>
    <dgm:cxn modelId="{5A1E43BD-EEFD-4530-93E3-256D17396DAD}" type="presOf" srcId="{B0AF65E6-3721-4C29-A70B-048B87B06314}" destId="{AB45BB9A-55FE-4CDA-81C1-5096F93D32E0}" srcOrd="0" destOrd="0" presId="urn:microsoft.com/office/officeart/2018/5/layout/IconCircleLabelList"/>
    <dgm:cxn modelId="{E2F77BB6-5786-4B27-86BA-5F575AEE863B}" type="presParOf" srcId="{50963DF0-62EC-46D3-ABE4-F42D6D1B95B5}" destId="{14E82151-60C2-41E0-BF33-AD8521A34796}" srcOrd="0" destOrd="0" presId="urn:microsoft.com/office/officeart/2018/5/layout/IconCircleLabelList"/>
    <dgm:cxn modelId="{03BC2473-6067-43BF-8D8A-AC3B378A8D26}" type="presParOf" srcId="{14E82151-60C2-41E0-BF33-AD8521A34796}" destId="{85AAEEB8-2D76-4DC4-8F9A-5C4253F018B9}" srcOrd="0" destOrd="0" presId="urn:microsoft.com/office/officeart/2018/5/layout/IconCircleLabelList"/>
    <dgm:cxn modelId="{1E9AD05D-CC58-4BE6-ADE1-88632A725A2C}" type="presParOf" srcId="{14E82151-60C2-41E0-BF33-AD8521A34796}" destId="{D84A7489-4E93-4782-812E-965AF678EEA8}" srcOrd="1" destOrd="0" presId="urn:microsoft.com/office/officeart/2018/5/layout/IconCircleLabelList"/>
    <dgm:cxn modelId="{DC8B197E-73D0-4293-B46E-8917BEBDF3C1}" type="presParOf" srcId="{14E82151-60C2-41E0-BF33-AD8521A34796}" destId="{9600F3DB-F68C-4782-8FB7-5D12D730A7C9}" srcOrd="2" destOrd="0" presId="urn:microsoft.com/office/officeart/2018/5/layout/IconCircleLabelList"/>
    <dgm:cxn modelId="{A7116131-7AE7-4E9D-956C-A1D5C459E0FE}" type="presParOf" srcId="{14E82151-60C2-41E0-BF33-AD8521A34796}" destId="{483181AE-0C81-4796-862E-CA099BA1EBB1}" srcOrd="3" destOrd="0" presId="urn:microsoft.com/office/officeart/2018/5/layout/IconCircleLabelList"/>
    <dgm:cxn modelId="{7B060A89-6C61-4B30-82F0-70C93E36C654}" type="presParOf" srcId="{50963DF0-62EC-46D3-ABE4-F42D6D1B95B5}" destId="{6C1FC57A-E1D2-483E-BF1E-BA60229D73A3}" srcOrd="1" destOrd="0" presId="urn:microsoft.com/office/officeart/2018/5/layout/IconCircleLabelList"/>
    <dgm:cxn modelId="{2E1870CA-8E2C-4514-93CF-D83A39E8B6DD}" type="presParOf" srcId="{50963DF0-62EC-46D3-ABE4-F42D6D1B95B5}" destId="{F0531F34-F115-4D7B-847F-3E0C68F48112}" srcOrd="2" destOrd="0" presId="urn:microsoft.com/office/officeart/2018/5/layout/IconCircleLabelList"/>
    <dgm:cxn modelId="{953132D2-2B28-4A7F-9AD9-72DAE6C24824}" type="presParOf" srcId="{F0531F34-F115-4D7B-847F-3E0C68F48112}" destId="{868997DD-0105-4218-B52F-9BF091777AD4}" srcOrd="0" destOrd="0" presId="urn:microsoft.com/office/officeart/2018/5/layout/IconCircleLabelList"/>
    <dgm:cxn modelId="{C09859AB-F4E8-41B9-989C-8921682882FF}" type="presParOf" srcId="{F0531F34-F115-4D7B-847F-3E0C68F48112}" destId="{317F06FC-A438-4BFF-8D3C-D239E9220088}" srcOrd="1" destOrd="0" presId="urn:microsoft.com/office/officeart/2018/5/layout/IconCircleLabelList"/>
    <dgm:cxn modelId="{5CCD7CB4-988B-4F36-B810-77A02FA85AB6}" type="presParOf" srcId="{F0531F34-F115-4D7B-847F-3E0C68F48112}" destId="{D9FCDCF3-5C9D-4668-B4FF-8D73D823E05C}" srcOrd="2" destOrd="0" presId="urn:microsoft.com/office/officeart/2018/5/layout/IconCircleLabelList"/>
    <dgm:cxn modelId="{97186E2E-9D3B-40E2-AF04-AD86AC743CAD}" type="presParOf" srcId="{F0531F34-F115-4D7B-847F-3E0C68F48112}" destId="{089C25BE-AAE7-4EBB-8E2A-4FFEB06A6D0C}" srcOrd="3" destOrd="0" presId="urn:microsoft.com/office/officeart/2018/5/layout/IconCircleLabelList"/>
    <dgm:cxn modelId="{49D98990-2AAD-4D8D-97BD-53651039A088}" type="presParOf" srcId="{50963DF0-62EC-46D3-ABE4-F42D6D1B95B5}" destId="{1CF76031-EA62-4FC1-B4C0-46E04BBFCF33}" srcOrd="3" destOrd="0" presId="urn:microsoft.com/office/officeart/2018/5/layout/IconCircleLabelList"/>
    <dgm:cxn modelId="{4261EC16-7D7B-4231-9496-4A4A0D0195C3}" type="presParOf" srcId="{50963DF0-62EC-46D3-ABE4-F42D6D1B95B5}" destId="{35B61E99-CA8D-4EF3-8946-0463B06355FA}" srcOrd="4" destOrd="0" presId="urn:microsoft.com/office/officeart/2018/5/layout/IconCircleLabelList"/>
    <dgm:cxn modelId="{4371F16A-5DA9-4B8A-8795-B79471D437FD}" type="presParOf" srcId="{35B61E99-CA8D-4EF3-8946-0463B06355FA}" destId="{91E867E4-B586-41B1-B4A3-F2D3A9782AD8}" srcOrd="0" destOrd="0" presId="urn:microsoft.com/office/officeart/2018/5/layout/IconCircleLabelList"/>
    <dgm:cxn modelId="{5089E462-B55D-44D0-AFD3-880ACD4FEBC9}" type="presParOf" srcId="{35B61E99-CA8D-4EF3-8946-0463B06355FA}" destId="{9761CE5E-189B-4397-A6CC-FA4E328741C8}" srcOrd="1" destOrd="0" presId="urn:microsoft.com/office/officeart/2018/5/layout/IconCircleLabelList"/>
    <dgm:cxn modelId="{F7979ADB-3F43-4B97-8047-957D147F9949}" type="presParOf" srcId="{35B61E99-CA8D-4EF3-8946-0463B06355FA}" destId="{5A7B97F6-55E2-4B4F-BD33-527CB9FA4171}" srcOrd="2" destOrd="0" presId="urn:microsoft.com/office/officeart/2018/5/layout/IconCircleLabelList"/>
    <dgm:cxn modelId="{88D85F6D-0241-44A3-87F8-F6D1CF93A276}" type="presParOf" srcId="{35B61E99-CA8D-4EF3-8946-0463B06355FA}" destId="{AB45BB9A-55FE-4CDA-81C1-5096F93D32E0}" srcOrd="3" destOrd="0" presId="urn:microsoft.com/office/officeart/2018/5/layout/IconCircleLabelList"/>
    <dgm:cxn modelId="{82D57495-C85B-410D-ABCB-D57A3EE96674}" type="presParOf" srcId="{50963DF0-62EC-46D3-ABE4-F42D6D1B95B5}" destId="{FF698368-AE24-4446-A358-50FC0CE2F7AA}" srcOrd="5" destOrd="0" presId="urn:microsoft.com/office/officeart/2018/5/layout/IconCircleLabelList"/>
    <dgm:cxn modelId="{E56BCDAA-49BC-4AF5-924B-ED1FB560FB45}" type="presParOf" srcId="{50963DF0-62EC-46D3-ABE4-F42D6D1B95B5}" destId="{FD9AC9CD-C3FB-4342-82A8-67496CAB86BC}" srcOrd="6" destOrd="0" presId="urn:microsoft.com/office/officeart/2018/5/layout/IconCircleLabelList"/>
    <dgm:cxn modelId="{FC4D5FEB-7CE9-4831-A531-9B0F62ABE63D}" type="presParOf" srcId="{FD9AC9CD-C3FB-4342-82A8-67496CAB86BC}" destId="{6FBF52C8-3130-4DAE-8359-BD944D348B0B}" srcOrd="0" destOrd="0" presId="urn:microsoft.com/office/officeart/2018/5/layout/IconCircleLabelList"/>
    <dgm:cxn modelId="{61BEE66E-3939-415B-9F45-46496BD7B01D}" type="presParOf" srcId="{FD9AC9CD-C3FB-4342-82A8-67496CAB86BC}" destId="{3DF9D80E-6ADF-456C-B2B9-613A42C58FAF}" srcOrd="1" destOrd="0" presId="urn:microsoft.com/office/officeart/2018/5/layout/IconCircleLabelList"/>
    <dgm:cxn modelId="{61EB4D3A-F219-461C-93AE-BB1FD9A07396}" type="presParOf" srcId="{FD9AC9CD-C3FB-4342-82A8-67496CAB86BC}" destId="{1328FFA2-4AA5-4EC5-8799-12E109474998}" srcOrd="2" destOrd="0" presId="urn:microsoft.com/office/officeart/2018/5/layout/IconCircleLabelList"/>
    <dgm:cxn modelId="{D2417F89-1110-47A8-9F0B-C7D0A42F3796}" type="presParOf" srcId="{FD9AC9CD-C3FB-4342-82A8-67496CAB86BC}" destId="{7D3C6F30-BB64-40A3-94BC-530E4B4F4F2E}" srcOrd="3" destOrd="0" presId="urn:microsoft.com/office/officeart/2018/5/layout/IconCircleLabelList"/>
    <dgm:cxn modelId="{9AC3CB0F-70BE-45A8-A9FD-61331BDCBDE0}" type="presParOf" srcId="{50963DF0-62EC-46D3-ABE4-F42D6D1B95B5}" destId="{791FBA6E-B406-426F-88AC-75FEBD3FC370}" srcOrd="7" destOrd="0" presId="urn:microsoft.com/office/officeart/2018/5/layout/IconCircleLabelList"/>
    <dgm:cxn modelId="{C0171502-BB2C-409B-BE58-1801CD2E94A2}" type="presParOf" srcId="{50963DF0-62EC-46D3-ABE4-F42D6D1B95B5}" destId="{4D637076-AE5C-486E-949E-F72194540985}" srcOrd="8" destOrd="0" presId="urn:microsoft.com/office/officeart/2018/5/layout/IconCircleLabelList"/>
    <dgm:cxn modelId="{37FCE0A6-3FE7-4CAD-A101-4D313B44F7AF}" type="presParOf" srcId="{4D637076-AE5C-486E-949E-F72194540985}" destId="{AC42A186-FED3-4CFE-8202-9AA839C0C095}" srcOrd="0" destOrd="0" presId="urn:microsoft.com/office/officeart/2018/5/layout/IconCircleLabelList"/>
    <dgm:cxn modelId="{E73F1E11-DEC6-4066-A390-43311131C30D}" type="presParOf" srcId="{4D637076-AE5C-486E-949E-F72194540985}" destId="{9A666E00-08D1-48F3-AEA6-513AD2E40B39}" srcOrd="1" destOrd="0" presId="urn:microsoft.com/office/officeart/2018/5/layout/IconCircleLabelList"/>
    <dgm:cxn modelId="{691814AE-4B07-47B0-AB01-D343C07F553D}" type="presParOf" srcId="{4D637076-AE5C-486E-949E-F72194540985}" destId="{B315D072-E5F2-4C66-8B33-AAF4D4C24D58}" srcOrd="2" destOrd="0" presId="urn:microsoft.com/office/officeart/2018/5/layout/IconCircleLabelList"/>
    <dgm:cxn modelId="{AC8B256D-935A-4CD3-A968-805520139262}" type="presParOf" srcId="{4D637076-AE5C-486E-949E-F72194540985}" destId="{D975E60B-4118-4170-90AA-7EF02A062186}" srcOrd="3" destOrd="0" presId="urn:microsoft.com/office/officeart/2018/5/layout/IconCircleLabelList"/>
    <dgm:cxn modelId="{4B6A5F99-96BF-4FE3-9BA1-E5F1C3E17789}" type="presParOf" srcId="{50963DF0-62EC-46D3-ABE4-F42D6D1B95B5}" destId="{8C547D82-6EC5-4B80-A78F-62D4E11C54A3}" srcOrd="9" destOrd="0" presId="urn:microsoft.com/office/officeart/2018/5/layout/IconCircleLabelList"/>
    <dgm:cxn modelId="{E1F0A83F-C8FB-46DA-9114-E7277BD9BAB4}" type="presParOf" srcId="{50963DF0-62EC-46D3-ABE4-F42D6D1B95B5}" destId="{5B33CB56-B55B-4888-9057-2A44D8AC2549}" srcOrd="10" destOrd="0" presId="urn:microsoft.com/office/officeart/2018/5/layout/IconCircleLabelList"/>
    <dgm:cxn modelId="{B73EA50B-5471-4842-BCCD-A41EF606257C}" type="presParOf" srcId="{5B33CB56-B55B-4888-9057-2A44D8AC2549}" destId="{4D8A8892-10F7-4DE1-9869-221EE491EA7F}" srcOrd="0" destOrd="0" presId="urn:microsoft.com/office/officeart/2018/5/layout/IconCircleLabelList"/>
    <dgm:cxn modelId="{EAF9CEF0-A1D9-4A9E-B2C5-4DA1A64398FD}" type="presParOf" srcId="{5B33CB56-B55B-4888-9057-2A44D8AC2549}" destId="{2E45F9BE-9A16-4417-8405-FA7D9CFF4086}" srcOrd="1" destOrd="0" presId="urn:microsoft.com/office/officeart/2018/5/layout/IconCircleLabelList"/>
    <dgm:cxn modelId="{87D631D1-D66C-49C9-8033-9521F44C21A2}" type="presParOf" srcId="{5B33CB56-B55B-4888-9057-2A44D8AC2549}" destId="{16AA61D4-6C60-4767-9B10-B7CC4DEE6443}" srcOrd="2" destOrd="0" presId="urn:microsoft.com/office/officeart/2018/5/layout/IconCircleLabelList"/>
    <dgm:cxn modelId="{C9A2BE85-5B99-4E31-94AA-3CCCA25B158E}" type="presParOf" srcId="{5B33CB56-B55B-4888-9057-2A44D8AC2549}" destId="{330028D8-FD5B-400C-98F7-FDDB445FCD7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E89DC95-EEDD-4F8D-BF00-71FEB451E9A7}" type="doc">
      <dgm:prSet loTypeId="urn:microsoft.com/office/officeart/2005/8/layout/cycle8" loCatId="cycle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BC91648-CFE3-4639-AA0E-BB1863F6AA98}">
      <dgm:prSet custT="1"/>
      <dgm:spPr/>
      <dgm:t>
        <a:bodyPr/>
        <a:lstStyle/>
        <a:p>
          <a:r>
            <a:rPr lang="en-US" sz="1800"/>
            <a:t>- Consentimiento</a:t>
          </a:r>
        </a:p>
      </dgm:t>
    </dgm:pt>
    <dgm:pt modelId="{DD801426-F27A-42B9-9298-4A429377B98D}" type="parTrans" cxnId="{A4D5C2A3-DCCA-44A6-A22B-CE1268BC2FCD}">
      <dgm:prSet/>
      <dgm:spPr/>
      <dgm:t>
        <a:bodyPr/>
        <a:lstStyle/>
        <a:p>
          <a:endParaRPr lang="en-US" sz="2800"/>
        </a:p>
      </dgm:t>
    </dgm:pt>
    <dgm:pt modelId="{5E21A97D-2B15-4D64-B1B4-A0CB711256E0}" type="sibTrans" cxnId="{A4D5C2A3-DCCA-44A6-A22B-CE1268BC2FCD}">
      <dgm:prSet/>
      <dgm:spPr/>
      <dgm:t>
        <a:bodyPr/>
        <a:lstStyle/>
        <a:p>
          <a:endParaRPr lang="en-US" sz="2800"/>
        </a:p>
      </dgm:t>
    </dgm:pt>
    <dgm:pt modelId="{AE4BD46D-1B96-4BD8-8D20-15C67C31054B}">
      <dgm:prSet custT="1"/>
      <dgm:spPr/>
      <dgm:t>
        <a:bodyPr/>
        <a:lstStyle/>
        <a:p>
          <a:r>
            <a:rPr lang="en-US" sz="1800"/>
            <a:t>- Ejecución de un contrato</a:t>
          </a:r>
        </a:p>
      </dgm:t>
    </dgm:pt>
    <dgm:pt modelId="{47EF74CD-1E44-487C-9D1A-9BFD061FC157}" type="parTrans" cxnId="{79343482-EE03-48E1-97E8-2FB4133F50AE}">
      <dgm:prSet/>
      <dgm:spPr/>
      <dgm:t>
        <a:bodyPr/>
        <a:lstStyle/>
        <a:p>
          <a:endParaRPr lang="en-US" sz="2800"/>
        </a:p>
      </dgm:t>
    </dgm:pt>
    <dgm:pt modelId="{8E1065D1-C568-4F3F-B401-09357C6F3366}" type="sibTrans" cxnId="{79343482-EE03-48E1-97E8-2FB4133F50AE}">
      <dgm:prSet/>
      <dgm:spPr/>
      <dgm:t>
        <a:bodyPr/>
        <a:lstStyle/>
        <a:p>
          <a:endParaRPr lang="en-US" sz="2800"/>
        </a:p>
      </dgm:t>
    </dgm:pt>
    <dgm:pt modelId="{CB0C0047-6CA9-4FB7-B009-3D6585156E44}">
      <dgm:prSet custT="1"/>
      <dgm:spPr/>
      <dgm:t>
        <a:bodyPr/>
        <a:lstStyle/>
        <a:p>
          <a:r>
            <a:rPr lang="en-US" sz="1800"/>
            <a:t>- Obligación legal</a:t>
          </a:r>
        </a:p>
      </dgm:t>
    </dgm:pt>
    <dgm:pt modelId="{F52E83FD-292E-431B-BFE5-D4DC7E9170BD}" type="parTrans" cxnId="{8E301F67-E82F-48C3-8B0D-3AA79E6E5881}">
      <dgm:prSet/>
      <dgm:spPr/>
      <dgm:t>
        <a:bodyPr/>
        <a:lstStyle/>
        <a:p>
          <a:endParaRPr lang="en-US" sz="2800"/>
        </a:p>
      </dgm:t>
    </dgm:pt>
    <dgm:pt modelId="{F86F925E-D866-4BAC-8E20-58400F972FC8}" type="sibTrans" cxnId="{8E301F67-E82F-48C3-8B0D-3AA79E6E5881}">
      <dgm:prSet/>
      <dgm:spPr/>
      <dgm:t>
        <a:bodyPr/>
        <a:lstStyle/>
        <a:p>
          <a:endParaRPr lang="en-US" sz="2800"/>
        </a:p>
      </dgm:t>
    </dgm:pt>
    <dgm:pt modelId="{43B1264B-278F-4104-963A-5969D7D107A8}">
      <dgm:prSet custT="1"/>
      <dgm:spPr/>
      <dgm:t>
        <a:bodyPr/>
        <a:lstStyle/>
        <a:p>
          <a:r>
            <a:rPr lang="en-US" sz="1800"/>
            <a:t>- Intereses vitales</a:t>
          </a:r>
        </a:p>
      </dgm:t>
    </dgm:pt>
    <dgm:pt modelId="{0FB5D3A6-9189-44AA-A6D2-9572BBA85CEC}" type="parTrans" cxnId="{F6D0A18A-3ABC-4C5B-A372-4B967831139B}">
      <dgm:prSet/>
      <dgm:spPr/>
      <dgm:t>
        <a:bodyPr/>
        <a:lstStyle/>
        <a:p>
          <a:endParaRPr lang="en-US" sz="2800"/>
        </a:p>
      </dgm:t>
    </dgm:pt>
    <dgm:pt modelId="{B2C1FB4F-DE74-400D-B23A-6872A86309CD}" type="sibTrans" cxnId="{F6D0A18A-3ABC-4C5B-A372-4B967831139B}">
      <dgm:prSet/>
      <dgm:spPr/>
      <dgm:t>
        <a:bodyPr/>
        <a:lstStyle/>
        <a:p>
          <a:endParaRPr lang="en-US" sz="2800"/>
        </a:p>
      </dgm:t>
    </dgm:pt>
    <dgm:pt modelId="{8D2C8E10-0DA2-4AB0-893A-35A3C56584B8}">
      <dgm:prSet custT="1"/>
      <dgm:spPr/>
      <dgm:t>
        <a:bodyPr/>
        <a:lstStyle/>
        <a:p>
          <a:r>
            <a:rPr lang="en-US" sz="1800"/>
            <a:t>- Misión de interés público</a:t>
          </a:r>
        </a:p>
      </dgm:t>
    </dgm:pt>
    <dgm:pt modelId="{FCA8821D-F237-42C5-A858-D9B897B75F84}" type="parTrans" cxnId="{5B7A2BC7-EA43-4744-ACCA-F308F88F062B}">
      <dgm:prSet/>
      <dgm:spPr/>
      <dgm:t>
        <a:bodyPr/>
        <a:lstStyle/>
        <a:p>
          <a:endParaRPr lang="en-US" sz="2800"/>
        </a:p>
      </dgm:t>
    </dgm:pt>
    <dgm:pt modelId="{DEC53F2F-FDDF-444A-9CB4-A23D63CD079B}" type="sibTrans" cxnId="{5B7A2BC7-EA43-4744-ACCA-F308F88F062B}">
      <dgm:prSet/>
      <dgm:spPr/>
      <dgm:t>
        <a:bodyPr/>
        <a:lstStyle/>
        <a:p>
          <a:endParaRPr lang="en-US" sz="2800"/>
        </a:p>
      </dgm:t>
    </dgm:pt>
    <dgm:pt modelId="{E6D088F9-1263-49C6-A170-1E46581022FA}">
      <dgm:prSet custT="1"/>
      <dgm:spPr/>
      <dgm:t>
        <a:bodyPr/>
        <a:lstStyle/>
        <a:p>
          <a:r>
            <a:rPr lang="en-US" sz="1800"/>
            <a:t>- Interés legítimo del responsable</a:t>
          </a:r>
        </a:p>
      </dgm:t>
    </dgm:pt>
    <dgm:pt modelId="{9313EFA5-54B6-4F17-8854-7953BDBCB974}" type="parTrans" cxnId="{AFB982F1-99EB-487A-AE0B-A974D9AE59D0}">
      <dgm:prSet/>
      <dgm:spPr/>
      <dgm:t>
        <a:bodyPr/>
        <a:lstStyle/>
        <a:p>
          <a:endParaRPr lang="en-US" sz="2800"/>
        </a:p>
      </dgm:t>
    </dgm:pt>
    <dgm:pt modelId="{2676376F-EFAB-4DE3-B62E-89BF1A31A9DE}" type="sibTrans" cxnId="{AFB982F1-99EB-487A-AE0B-A974D9AE59D0}">
      <dgm:prSet/>
      <dgm:spPr/>
      <dgm:t>
        <a:bodyPr/>
        <a:lstStyle/>
        <a:p>
          <a:endParaRPr lang="en-US" sz="2800"/>
        </a:p>
      </dgm:t>
    </dgm:pt>
    <dgm:pt modelId="{2F532A84-D159-47BD-9EB2-61FC07F7F3CF}" type="pres">
      <dgm:prSet presAssocID="{BE89DC95-EEDD-4F8D-BF00-71FEB451E9A7}" presName="compositeShape" presStyleCnt="0">
        <dgm:presLayoutVars>
          <dgm:chMax val="7"/>
          <dgm:dir/>
          <dgm:resizeHandles val="exact"/>
        </dgm:presLayoutVars>
      </dgm:prSet>
      <dgm:spPr/>
    </dgm:pt>
    <dgm:pt modelId="{B8857094-3E57-43F4-BE79-F83F24189856}" type="pres">
      <dgm:prSet presAssocID="{BE89DC95-EEDD-4F8D-BF00-71FEB451E9A7}" presName="wedge1" presStyleLbl="node1" presStyleIdx="0" presStyleCnt="6"/>
      <dgm:spPr/>
    </dgm:pt>
    <dgm:pt modelId="{C7EA09C8-DCB6-4079-83EC-CA5C46ABBF95}" type="pres">
      <dgm:prSet presAssocID="{BE89DC95-EEDD-4F8D-BF00-71FEB451E9A7}" presName="dummy1a" presStyleCnt="0"/>
      <dgm:spPr/>
    </dgm:pt>
    <dgm:pt modelId="{D6D4BD96-F3E5-4473-A63C-7144CEE1CEE9}" type="pres">
      <dgm:prSet presAssocID="{BE89DC95-EEDD-4F8D-BF00-71FEB451E9A7}" presName="dummy1b" presStyleCnt="0"/>
      <dgm:spPr/>
    </dgm:pt>
    <dgm:pt modelId="{F492CF87-32C9-439B-8CA2-BC8A5B4CD1E6}" type="pres">
      <dgm:prSet presAssocID="{BE89DC95-EEDD-4F8D-BF00-71FEB451E9A7}" presName="wedge1Tx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8FB0ADB2-146B-4CF5-BB44-2BC8355AA001}" type="pres">
      <dgm:prSet presAssocID="{BE89DC95-EEDD-4F8D-BF00-71FEB451E9A7}" presName="wedge2" presStyleLbl="node1" presStyleIdx="1" presStyleCnt="6"/>
      <dgm:spPr/>
    </dgm:pt>
    <dgm:pt modelId="{B3F2D560-C116-47B2-ACE2-B4595F27F5D7}" type="pres">
      <dgm:prSet presAssocID="{BE89DC95-EEDD-4F8D-BF00-71FEB451E9A7}" presName="dummy2a" presStyleCnt="0"/>
      <dgm:spPr/>
    </dgm:pt>
    <dgm:pt modelId="{25778088-200E-43F7-BCE5-8494DE72122B}" type="pres">
      <dgm:prSet presAssocID="{BE89DC95-EEDD-4F8D-BF00-71FEB451E9A7}" presName="dummy2b" presStyleCnt="0"/>
      <dgm:spPr/>
    </dgm:pt>
    <dgm:pt modelId="{F587658A-1511-436D-9228-D08110B19217}" type="pres">
      <dgm:prSet presAssocID="{BE89DC95-EEDD-4F8D-BF00-71FEB451E9A7}" presName="wedge2Tx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9AF89F83-5874-47BC-B700-AA58490DE982}" type="pres">
      <dgm:prSet presAssocID="{BE89DC95-EEDD-4F8D-BF00-71FEB451E9A7}" presName="wedge3" presStyleLbl="node1" presStyleIdx="2" presStyleCnt="6"/>
      <dgm:spPr/>
    </dgm:pt>
    <dgm:pt modelId="{BA258F47-D3E4-46D6-AE40-991E84C4E64E}" type="pres">
      <dgm:prSet presAssocID="{BE89DC95-EEDD-4F8D-BF00-71FEB451E9A7}" presName="dummy3a" presStyleCnt="0"/>
      <dgm:spPr/>
    </dgm:pt>
    <dgm:pt modelId="{2CE14D92-0071-4B94-AEC7-34372F4455B9}" type="pres">
      <dgm:prSet presAssocID="{BE89DC95-EEDD-4F8D-BF00-71FEB451E9A7}" presName="dummy3b" presStyleCnt="0"/>
      <dgm:spPr/>
    </dgm:pt>
    <dgm:pt modelId="{1848DDF3-B08B-4103-902B-67B53713FF9A}" type="pres">
      <dgm:prSet presAssocID="{BE89DC95-EEDD-4F8D-BF00-71FEB451E9A7}" presName="wedge3Tx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01091C5B-6EA3-42F8-A20B-0D416FFBFB68}" type="pres">
      <dgm:prSet presAssocID="{BE89DC95-EEDD-4F8D-BF00-71FEB451E9A7}" presName="wedge4" presStyleLbl="node1" presStyleIdx="3" presStyleCnt="6"/>
      <dgm:spPr/>
    </dgm:pt>
    <dgm:pt modelId="{C8287D5B-842B-4190-83B3-402C231D803A}" type="pres">
      <dgm:prSet presAssocID="{BE89DC95-EEDD-4F8D-BF00-71FEB451E9A7}" presName="dummy4a" presStyleCnt="0"/>
      <dgm:spPr/>
    </dgm:pt>
    <dgm:pt modelId="{C7E40039-7979-4CA8-8A90-BAD5A81E466D}" type="pres">
      <dgm:prSet presAssocID="{BE89DC95-EEDD-4F8D-BF00-71FEB451E9A7}" presName="dummy4b" presStyleCnt="0"/>
      <dgm:spPr/>
    </dgm:pt>
    <dgm:pt modelId="{8EAD65E9-5BE9-4197-B9D0-30E2EB95EC3E}" type="pres">
      <dgm:prSet presAssocID="{BE89DC95-EEDD-4F8D-BF00-71FEB451E9A7}" presName="wedge4Tx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092A324F-CC71-45F5-9DB4-7E5A0B3C06F3}" type="pres">
      <dgm:prSet presAssocID="{BE89DC95-EEDD-4F8D-BF00-71FEB451E9A7}" presName="wedge5" presStyleLbl="node1" presStyleIdx="4" presStyleCnt="6"/>
      <dgm:spPr/>
    </dgm:pt>
    <dgm:pt modelId="{2822255A-FC88-4873-A86E-02722890AEF0}" type="pres">
      <dgm:prSet presAssocID="{BE89DC95-EEDD-4F8D-BF00-71FEB451E9A7}" presName="dummy5a" presStyleCnt="0"/>
      <dgm:spPr/>
    </dgm:pt>
    <dgm:pt modelId="{B4BAEAA4-AAD8-4404-8362-79CC31783D4E}" type="pres">
      <dgm:prSet presAssocID="{BE89DC95-EEDD-4F8D-BF00-71FEB451E9A7}" presName="dummy5b" presStyleCnt="0"/>
      <dgm:spPr/>
    </dgm:pt>
    <dgm:pt modelId="{C3B08006-AF53-478C-B75A-F62CE47D3DF6}" type="pres">
      <dgm:prSet presAssocID="{BE89DC95-EEDD-4F8D-BF00-71FEB451E9A7}" presName="wedge5Tx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37D1B970-76AE-47F5-B224-27FC5D37F920}" type="pres">
      <dgm:prSet presAssocID="{BE89DC95-EEDD-4F8D-BF00-71FEB451E9A7}" presName="wedge6" presStyleLbl="node1" presStyleIdx="5" presStyleCnt="6"/>
      <dgm:spPr/>
    </dgm:pt>
    <dgm:pt modelId="{5EE64777-E0B4-4353-8FAA-1034D0500A56}" type="pres">
      <dgm:prSet presAssocID="{BE89DC95-EEDD-4F8D-BF00-71FEB451E9A7}" presName="dummy6a" presStyleCnt="0"/>
      <dgm:spPr/>
    </dgm:pt>
    <dgm:pt modelId="{A3A3113C-C985-4C8E-AC01-54EE9EC7032A}" type="pres">
      <dgm:prSet presAssocID="{BE89DC95-EEDD-4F8D-BF00-71FEB451E9A7}" presName="dummy6b" presStyleCnt="0"/>
      <dgm:spPr/>
    </dgm:pt>
    <dgm:pt modelId="{5F9E10D1-0C82-41C0-B20B-FCD5DBD17482}" type="pres">
      <dgm:prSet presAssocID="{BE89DC95-EEDD-4F8D-BF00-71FEB451E9A7}" presName="wedge6Tx" presStyleLbl="node1" presStyleIdx="5" presStyleCnt="6">
        <dgm:presLayoutVars>
          <dgm:chMax val="0"/>
          <dgm:chPref val="0"/>
          <dgm:bulletEnabled val="1"/>
        </dgm:presLayoutVars>
      </dgm:prSet>
      <dgm:spPr/>
    </dgm:pt>
    <dgm:pt modelId="{A63E1F16-EDB9-482D-8DF8-85D925A238A8}" type="pres">
      <dgm:prSet presAssocID="{5E21A97D-2B15-4D64-B1B4-A0CB711256E0}" presName="arrowWedge1" presStyleLbl="fgSibTrans2D1" presStyleIdx="0" presStyleCnt="6"/>
      <dgm:spPr/>
    </dgm:pt>
    <dgm:pt modelId="{AAC39D39-DAF2-473F-B3EB-D838A9F1F9E8}" type="pres">
      <dgm:prSet presAssocID="{8E1065D1-C568-4F3F-B401-09357C6F3366}" presName="arrowWedge2" presStyleLbl="fgSibTrans2D1" presStyleIdx="1" presStyleCnt="6"/>
      <dgm:spPr/>
    </dgm:pt>
    <dgm:pt modelId="{E7327B2F-6777-4BEB-AF29-1FCBBF7CB167}" type="pres">
      <dgm:prSet presAssocID="{F86F925E-D866-4BAC-8E20-58400F972FC8}" presName="arrowWedge3" presStyleLbl="fgSibTrans2D1" presStyleIdx="2" presStyleCnt="6"/>
      <dgm:spPr/>
    </dgm:pt>
    <dgm:pt modelId="{E1F4C0E3-9F59-4043-8380-0A98E539B4B3}" type="pres">
      <dgm:prSet presAssocID="{B2C1FB4F-DE74-400D-B23A-6872A86309CD}" presName="arrowWedge4" presStyleLbl="fgSibTrans2D1" presStyleIdx="3" presStyleCnt="6"/>
      <dgm:spPr/>
    </dgm:pt>
    <dgm:pt modelId="{B066A944-A5EC-4A51-BCC1-E48103D98D1F}" type="pres">
      <dgm:prSet presAssocID="{DEC53F2F-FDDF-444A-9CB4-A23D63CD079B}" presName="arrowWedge5" presStyleLbl="fgSibTrans2D1" presStyleIdx="4" presStyleCnt="6"/>
      <dgm:spPr/>
    </dgm:pt>
    <dgm:pt modelId="{69C3CCB3-D21C-4F6D-8F49-38FC8C63EDAB}" type="pres">
      <dgm:prSet presAssocID="{2676376F-EFAB-4DE3-B62E-89BF1A31A9DE}" presName="arrowWedge6" presStyleLbl="fgSibTrans2D1" presStyleIdx="5" presStyleCnt="6"/>
      <dgm:spPr/>
    </dgm:pt>
  </dgm:ptLst>
  <dgm:cxnLst>
    <dgm:cxn modelId="{BC708710-6D0E-40B5-B4CF-6E08AC55FD0B}" type="presOf" srcId="{43B1264B-278F-4104-963A-5969D7D107A8}" destId="{8EAD65E9-5BE9-4197-B9D0-30E2EB95EC3E}" srcOrd="1" destOrd="0" presId="urn:microsoft.com/office/officeart/2005/8/layout/cycle8"/>
    <dgm:cxn modelId="{D848CE13-F42A-4C3F-AF7A-6FDDA3CD061A}" type="presOf" srcId="{43B1264B-278F-4104-963A-5969D7D107A8}" destId="{01091C5B-6EA3-42F8-A20B-0D416FFBFB68}" srcOrd="0" destOrd="0" presId="urn:microsoft.com/office/officeart/2005/8/layout/cycle8"/>
    <dgm:cxn modelId="{15F17B1B-27E4-4C10-930D-9FDE6F7B1FD3}" type="presOf" srcId="{AE4BD46D-1B96-4BD8-8D20-15C67C31054B}" destId="{F587658A-1511-436D-9228-D08110B19217}" srcOrd="1" destOrd="0" presId="urn:microsoft.com/office/officeart/2005/8/layout/cycle8"/>
    <dgm:cxn modelId="{77C2441C-8728-46FB-BB82-0DB002BA7A7B}" type="presOf" srcId="{AE4BD46D-1B96-4BD8-8D20-15C67C31054B}" destId="{8FB0ADB2-146B-4CF5-BB44-2BC8355AA001}" srcOrd="0" destOrd="0" presId="urn:microsoft.com/office/officeart/2005/8/layout/cycle8"/>
    <dgm:cxn modelId="{3E9A6F65-161E-47B5-A5BC-7D218F3EBF31}" type="presOf" srcId="{BE89DC95-EEDD-4F8D-BF00-71FEB451E9A7}" destId="{2F532A84-D159-47BD-9EB2-61FC07F7F3CF}" srcOrd="0" destOrd="0" presId="urn:microsoft.com/office/officeart/2005/8/layout/cycle8"/>
    <dgm:cxn modelId="{8E301F67-E82F-48C3-8B0D-3AA79E6E5881}" srcId="{BE89DC95-EEDD-4F8D-BF00-71FEB451E9A7}" destId="{CB0C0047-6CA9-4FB7-B009-3D6585156E44}" srcOrd="2" destOrd="0" parTransId="{F52E83FD-292E-431B-BFE5-D4DC7E9170BD}" sibTransId="{F86F925E-D866-4BAC-8E20-58400F972FC8}"/>
    <dgm:cxn modelId="{79343482-EE03-48E1-97E8-2FB4133F50AE}" srcId="{BE89DC95-EEDD-4F8D-BF00-71FEB451E9A7}" destId="{AE4BD46D-1B96-4BD8-8D20-15C67C31054B}" srcOrd="1" destOrd="0" parTransId="{47EF74CD-1E44-487C-9D1A-9BFD061FC157}" sibTransId="{8E1065D1-C568-4F3F-B401-09357C6F3366}"/>
    <dgm:cxn modelId="{F83F1184-A25A-476D-99A8-E6F72B3D9766}" type="presOf" srcId="{2BC91648-CFE3-4639-AA0E-BB1863F6AA98}" destId="{F492CF87-32C9-439B-8CA2-BC8A5B4CD1E6}" srcOrd="1" destOrd="0" presId="urn:microsoft.com/office/officeart/2005/8/layout/cycle8"/>
    <dgm:cxn modelId="{F6D0A18A-3ABC-4C5B-A372-4B967831139B}" srcId="{BE89DC95-EEDD-4F8D-BF00-71FEB451E9A7}" destId="{43B1264B-278F-4104-963A-5969D7D107A8}" srcOrd="3" destOrd="0" parTransId="{0FB5D3A6-9189-44AA-A6D2-9572BBA85CEC}" sibTransId="{B2C1FB4F-DE74-400D-B23A-6872A86309CD}"/>
    <dgm:cxn modelId="{ADB43A8B-884F-468C-9117-06D4BC7A0954}" type="presOf" srcId="{2BC91648-CFE3-4639-AA0E-BB1863F6AA98}" destId="{B8857094-3E57-43F4-BE79-F83F24189856}" srcOrd="0" destOrd="0" presId="urn:microsoft.com/office/officeart/2005/8/layout/cycle8"/>
    <dgm:cxn modelId="{832C4A8E-D3B2-4B06-873A-6E45CA4073AA}" type="presOf" srcId="{E6D088F9-1263-49C6-A170-1E46581022FA}" destId="{37D1B970-76AE-47F5-B224-27FC5D37F920}" srcOrd="0" destOrd="0" presId="urn:microsoft.com/office/officeart/2005/8/layout/cycle8"/>
    <dgm:cxn modelId="{A4D5C2A3-DCCA-44A6-A22B-CE1268BC2FCD}" srcId="{BE89DC95-EEDD-4F8D-BF00-71FEB451E9A7}" destId="{2BC91648-CFE3-4639-AA0E-BB1863F6AA98}" srcOrd="0" destOrd="0" parTransId="{DD801426-F27A-42B9-9298-4A429377B98D}" sibTransId="{5E21A97D-2B15-4D64-B1B4-A0CB711256E0}"/>
    <dgm:cxn modelId="{5B7A2BC7-EA43-4744-ACCA-F308F88F062B}" srcId="{BE89DC95-EEDD-4F8D-BF00-71FEB451E9A7}" destId="{8D2C8E10-0DA2-4AB0-893A-35A3C56584B8}" srcOrd="4" destOrd="0" parTransId="{FCA8821D-F237-42C5-A858-D9B897B75F84}" sibTransId="{DEC53F2F-FDDF-444A-9CB4-A23D63CD079B}"/>
    <dgm:cxn modelId="{AD587ECB-7C29-4FD3-96F1-EA571D78AB47}" type="presOf" srcId="{8D2C8E10-0DA2-4AB0-893A-35A3C56584B8}" destId="{092A324F-CC71-45F5-9DB4-7E5A0B3C06F3}" srcOrd="0" destOrd="0" presId="urn:microsoft.com/office/officeart/2005/8/layout/cycle8"/>
    <dgm:cxn modelId="{E4D9DAD3-DCA5-4731-A4ED-6669F02D4504}" type="presOf" srcId="{CB0C0047-6CA9-4FB7-B009-3D6585156E44}" destId="{9AF89F83-5874-47BC-B700-AA58490DE982}" srcOrd="0" destOrd="0" presId="urn:microsoft.com/office/officeart/2005/8/layout/cycle8"/>
    <dgm:cxn modelId="{D06ED8D6-7391-4876-A357-0E4B9570708A}" type="presOf" srcId="{CB0C0047-6CA9-4FB7-B009-3D6585156E44}" destId="{1848DDF3-B08B-4103-902B-67B53713FF9A}" srcOrd="1" destOrd="0" presId="urn:microsoft.com/office/officeart/2005/8/layout/cycle8"/>
    <dgm:cxn modelId="{8635F5E5-E970-4205-882F-78A553B16F57}" type="presOf" srcId="{8D2C8E10-0DA2-4AB0-893A-35A3C56584B8}" destId="{C3B08006-AF53-478C-B75A-F62CE47D3DF6}" srcOrd="1" destOrd="0" presId="urn:microsoft.com/office/officeart/2005/8/layout/cycle8"/>
    <dgm:cxn modelId="{AFB982F1-99EB-487A-AE0B-A974D9AE59D0}" srcId="{BE89DC95-EEDD-4F8D-BF00-71FEB451E9A7}" destId="{E6D088F9-1263-49C6-A170-1E46581022FA}" srcOrd="5" destOrd="0" parTransId="{9313EFA5-54B6-4F17-8854-7953BDBCB974}" sibTransId="{2676376F-EFAB-4DE3-B62E-89BF1A31A9DE}"/>
    <dgm:cxn modelId="{1F3F7EFD-6C5D-4FBD-8928-F8F878FAA95A}" type="presOf" srcId="{E6D088F9-1263-49C6-A170-1E46581022FA}" destId="{5F9E10D1-0C82-41C0-B20B-FCD5DBD17482}" srcOrd="1" destOrd="0" presId="urn:microsoft.com/office/officeart/2005/8/layout/cycle8"/>
    <dgm:cxn modelId="{1201E9D9-E865-4FDC-B85D-9FC51B036B75}" type="presParOf" srcId="{2F532A84-D159-47BD-9EB2-61FC07F7F3CF}" destId="{B8857094-3E57-43F4-BE79-F83F24189856}" srcOrd="0" destOrd="0" presId="urn:microsoft.com/office/officeart/2005/8/layout/cycle8"/>
    <dgm:cxn modelId="{6005FFD8-6C7A-4D81-9547-1B06DA4BE2C2}" type="presParOf" srcId="{2F532A84-D159-47BD-9EB2-61FC07F7F3CF}" destId="{C7EA09C8-DCB6-4079-83EC-CA5C46ABBF95}" srcOrd="1" destOrd="0" presId="urn:microsoft.com/office/officeart/2005/8/layout/cycle8"/>
    <dgm:cxn modelId="{2E4E1C7E-F29E-4383-9D7B-AD448765976B}" type="presParOf" srcId="{2F532A84-D159-47BD-9EB2-61FC07F7F3CF}" destId="{D6D4BD96-F3E5-4473-A63C-7144CEE1CEE9}" srcOrd="2" destOrd="0" presId="urn:microsoft.com/office/officeart/2005/8/layout/cycle8"/>
    <dgm:cxn modelId="{5FB4AEC8-70A7-4902-80A5-343C7B94CE9A}" type="presParOf" srcId="{2F532A84-D159-47BD-9EB2-61FC07F7F3CF}" destId="{F492CF87-32C9-439B-8CA2-BC8A5B4CD1E6}" srcOrd="3" destOrd="0" presId="urn:microsoft.com/office/officeart/2005/8/layout/cycle8"/>
    <dgm:cxn modelId="{D0488DCC-15CC-4A58-86FC-9806013C1430}" type="presParOf" srcId="{2F532A84-D159-47BD-9EB2-61FC07F7F3CF}" destId="{8FB0ADB2-146B-4CF5-BB44-2BC8355AA001}" srcOrd="4" destOrd="0" presId="urn:microsoft.com/office/officeart/2005/8/layout/cycle8"/>
    <dgm:cxn modelId="{51F9753C-C2B6-410B-8679-2FF5D6439F93}" type="presParOf" srcId="{2F532A84-D159-47BD-9EB2-61FC07F7F3CF}" destId="{B3F2D560-C116-47B2-ACE2-B4595F27F5D7}" srcOrd="5" destOrd="0" presId="urn:microsoft.com/office/officeart/2005/8/layout/cycle8"/>
    <dgm:cxn modelId="{E9757CA9-501C-4877-AEE2-6D3DCF761723}" type="presParOf" srcId="{2F532A84-D159-47BD-9EB2-61FC07F7F3CF}" destId="{25778088-200E-43F7-BCE5-8494DE72122B}" srcOrd="6" destOrd="0" presId="urn:microsoft.com/office/officeart/2005/8/layout/cycle8"/>
    <dgm:cxn modelId="{D388A964-901D-465B-99DC-5715AA8026B7}" type="presParOf" srcId="{2F532A84-D159-47BD-9EB2-61FC07F7F3CF}" destId="{F587658A-1511-436D-9228-D08110B19217}" srcOrd="7" destOrd="0" presId="urn:microsoft.com/office/officeart/2005/8/layout/cycle8"/>
    <dgm:cxn modelId="{A8A0A17D-E14E-4166-99D4-676BF9EDEF68}" type="presParOf" srcId="{2F532A84-D159-47BD-9EB2-61FC07F7F3CF}" destId="{9AF89F83-5874-47BC-B700-AA58490DE982}" srcOrd="8" destOrd="0" presId="urn:microsoft.com/office/officeart/2005/8/layout/cycle8"/>
    <dgm:cxn modelId="{C5058307-3BC5-4B8C-B066-971F7C9327D0}" type="presParOf" srcId="{2F532A84-D159-47BD-9EB2-61FC07F7F3CF}" destId="{BA258F47-D3E4-46D6-AE40-991E84C4E64E}" srcOrd="9" destOrd="0" presId="urn:microsoft.com/office/officeart/2005/8/layout/cycle8"/>
    <dgm:cxn modelId="{5A803F8A-A7D9-4E61-A942-F3FAC60B4855}" type="presParOf" srcId="{2F532A84-D159-47BD-9EB2-61FC07F7F3CF}" destId="{2CE14D92-0071-4B94-AEC7-34372F4455B9}" srcOrd="10" destOrd="0" presId="urn:microsoft.com/office/officeart/2005/8/layout/cycle8"/>
    <dgm:cxn modelId="{077400A6-B55F-43EA-9FD4-671136D22862}" type="presParOf" srcId="{2F532A84-D159-47BD-9EB2-61FC07F7F3CF}" destId="{1848DDF3-B08B-4103-902B-67B53713FF9A}" srcOrd="11" destOrd="0" presId="urn:microsoft.com/office/officeart/2005/8/layout/cycle8"/>
    <dgm:cxn modelId="{FDAE6EDE-81FB-4A7C-8C4E-5D058184E909}" type="presParOf" srcId="{2F532A84-D159-47BD-9EB2-61FC07F7F3CF}" destId="{01091C5B-6EA3-42F8-A20B-0D416FFBFB68}" srcOrd="12" destOrd="0" presId="urn:microsoft.com/office/officeart/2005/8/layout/cycle8"/>
    <dgm:cxn modelId="{08A6094C-B26C-40D6-9493-6EC7881CDA58}" type="presParOf" srcId="{2F532A84-D159-47BD-9EB2-61FC07F7F3CF}" destId="{C8287D5B-842B-4190-83B3-402C231D803A}" srcOrd="13" destOrd="0" presId="urn:microsoft.com/office/officeart/2005/8/layout/cycle8"/>
    <dgm:cxn modelId="{C7107E3C-4B64-4845-9403-93CBCB39A08B}" type="presParOf" srcId="{2F532A84-D159-47BD-9EB2-61FC07F7F3CF}" destId="{C7E40039-7979-4CA8-8A90-BAD5A81E466D}" srcOrd="14" destOrd="0" presId="urn:microsoft.com/office/officeart/2005/8/layout/cycle8"/>
    <dgm:cxn modelId="{5BE0146D-529F-4264-A4B4-F0ADFA531BB8}" type="presParOf" srcId="{2F532A84-D159-47BD-9EB2-61FC07F7F3CF}" destId="{8EAD65E9-5BE9-4197-B9D0-30E2EB95EC3E}" srcOrd="15" destOrd="0" presId="urn:microsoft.com/office/officeart/2005/8/layout/cycle8"/>
    <dgm:cxn modelId="{19D4F73C-E321-4B89-8312-E2DFEB9D63BB}" type="presParOf" srcId="{2F532A84-D159-47BD-9EB2-61FC07F7F3CF}" destId="{092A324F-CC71-45F5-9DB4-7E5A0B3C06F3}" srcOrd="16" destOrd="0" presId="urn:microsoft.com/office/officeart/2005/8/layout/cycle8"/>
    <dgm:cxn modelId="{8AA8302A-3DBE-4FC2-B0F5-22525770D05F}" type="presParOf" srcId="{2F532A84-D159-47BD-9EB2-61FC07F7F3CF}" destId="{2822255A-FC88-4873-A86E-02722890AEF0}" srcOrd="17" destOrd="0" presId="urn:microsoft.com/office/officeart/2005/8/layout/cycle8"/>
    <dgm:cxn modelId="{CC8FE31A-ED0A-4651-9CFF-075B29F332A7}" type="presParOf" srcId="{2F532A84-D159-47BD-9EB2-61FC07F7F3CF}" destId="{B4BAEAA4-AAD8-4404-8362-79CC31783D4E}" srcOrd="18" destOrd="0" presId="urn:microsoft.com/office/officeart/2005/8/layout/cycle8"/>
    <dgm:cxn modelId="{A48A9E27-895E-4680-A993-ED4991D7408F}" type="presParOf" srcId="{2F532A84-D159-47BD-9EB2-61FC07F7F3CF}" destId="{C3B08006-AF53-478C-B75A-F62CE47D3DF6}" srcOrd="19" destOrd="0" presId="urn:microsoft.com/office/officeart/2005/8/layout/cycle8"/>
    <dgm:cxn modelId="{431E8347-EFFD-4BD5-9508-DAEAAA39C2C3}" type="presParOf" srcId="{2F532A84-D159-47BD-9EB2-61FC07F7F3CF}" destId="{37D1B970-76AE-47F5-B224-27FC5D37F920}" srcOrd="20" destOrd="0" presId="urn:microsoft.com/office/officeart/2005/8/layout/cycle8"/>
    <dgm:cxn modelId="{F5AC9D60-DBBF-4EDC-A43B-CC909F4A2D1E}" type="presParOf" srcId="{2F532A84-D159-47BD-9EB2-61FC07F7F3CF}" destId="{5EE64777-E0B4-4353-8FAA-1034D0500A56}" srcOrd="21" destOrd="0" presId="urn:microsoft.com/office/officeart/2005/8/layout/cycle8"/>
    <dgm:cxn modelId="{E02E71B2-4981-4247-8567-B58C229325D1}" type="presParOf" srcId="{2F532A84-D159-47BD-9EB2-61FC07F7F3CF}" destId="{A3A3113C-C985-4C8E-AC01-54EE9EC7032A}" srcOrd="22" destOrd="0" presId="urn:microsoft.com/office/officeart/2005/8/layout/cycle8"/>
    <dgm:cxn modelId="{88809515-57BB-4C5D-989E-6EBB1E936AD2}" type="presParOf" srcId="{2F532A84-D159-47BD-9EB2-61FC07F7F3CF}" destId="{5F9E10D1-0C82-41C0-B20B-FCD5DBD17482}" srcOrd="23" destOrd="0" presId="urn:microsoft.com/office/officeart/2005/8/layout/cycle8"/>
    <dgm:cxn modelId="{D292F594-E072-42B7-B257-207E2722FDC5}" type="presParOf" srcId="{2F532A84-D159-47BD-9EB2-61FC07F7F3CF}" destId="{A63E1F16-EDB9-482D-8DF8-85D925A238A8}" srcOrd="24" destOrd="0" presId="urn:microsoft.com/office/officeart/2005/8/layout/cycle8"/>
    <dgm:cxn modelId="{5C1BF663-4CA5-4CC6-8038-147BA882834C}" type="presParOf" srcId="{2F532A84-D159-47BD-9EB2-61FC07F7F3CF}" destId="{AAC39D39-DAF2-473F-B3EB-D838A9F1F9E8}" srcOrd="25" destOrd="0" presId="urn:microsoft.com/office/officeart/2005/8/layout/cycle8"/>
    <dgm:cxn modelId="{628B3FF7-2CA6-4F82-893D-0DEEF3DC68C1}" type="presParOf" srcId="{2F532A84-D159-47BD-9EB2-61FC07F7F3CF}" destId="{E7327B2F-6777-4BEB-AF29-1FCBBF7CB167}" srcOrd="26" destOrd="0" presId="urn:microsoft.com/office/officeart/2005/8/layout/cycle8"/>
    <dgm:cxn modelId="{86226509-4FB6-4911-8945-F52FDA2CFBE0}" type="presParOf" srcId="{2F532A84-D159-47BD-9EB2-61FC07F7F3CF}" destId="{E1F4C0E3-9F59-4043-8380-0A98E539B4B3}" srcOrd="27" destOrd="0" presId="urn:microsoft.com/office/officeart/2005/8/layout/cycle8"/>
    <dgm:cxn modelId="{D91F4315-FC2B-4481-BDDD-81604B425887}" type="presParOf" srcId="{2F532A84-D159-47BD-9EB2-61FC07F7F3CF}" destId="{B066A944-A5EC-4A51-BCC1-E48103D98D1F}" srcOrd="28" destOrd="0" presId="urn:microsoft.com/office/officeart/2005/8/layout/cycle8"/>
    <dgm:cxn modelId="{1C6BA826-D549-4C82-BB7E-61BCAD7A028F}" type="presParOf" srcId="{2F532A84-D159-47BD-9EB2-61FC07F7F3CF}" destId="{69C3CCB3-D21C-4F6D-8F49-38FC8C63EDAB}" srcOrd="29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6FE5D80-DE57-4A0E-9465-E424625B5EE9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395B09E1-05B3-4C1F-A333-E8CA96F49112}">
      <dgm:prSet/>
      <dgm:spPr/>
      <dgm:t>
        <a:bodyPr/>
        <a:lstStyle/>
        <a:p>
          <a:r>
            <a:rPr lang="en-US"/>
            <a:t>- Acceso</a:t>
          </a:r>
        </a:p>
      </dgm:t>
    </dgm:pt>
    <dgm:pt modelId="{064BE625-3A04-443C-83A1-02C267A549BD}" type="parTrans" cxnId="{C0572CAC-74C2-4718-824F-C8E91DE382D7}">
      <dgm:prSet/>
      <dgm:spPr/>
      <dgm:t>
        <a:bodyPr/>
        <a:lstStyle/>
        <a:p>
          <a:endParaRPr lang="en-US"/>
        </a:p>
      </dgm:t>
    </dgm:pt>
    <dgm:pt modelId="{91D8EFE6-1FE5-4B2B-BF21-FD796B30C9C3}" type="sibTrans" cxnId="{C0572CAC-74C2-4718-824F-C8E91DE382D7}">
      <dgm:prSet/>
      <dgm:spPr/>
      <dgm:t>
        <a:bodyPr/>
        <a:lstStyle/>
        <a:p>
          <a:endParaRPr lang="en-US"/>
        </a:p>
      </dgm:t>
    </dgm:pt>
    <dgm:pt modelId="{416DFF60-6499-4266-89F4-67E383BD4105}">
      <dgm:prSet/>
      <dgm:spPr/>
      <dgm:t>
        <a:bodyPr/>
        <a:lstStyle/>
        <a:p>
          <a:r>
            <a:rPr lang="en-US"/>
            <a:t>- Rectificación</a:t>
          </a:r>
        </a:p>
      </dgm:t>
    </dgm:pt>
    <dgm:pt modelId="{FDCC0976-302F-4685-B8A9-105BC4B25649}" type="parTrans" cxnId="{8F497325-F224-4570-895A-BCAF98EB1A6C}">
      <dgm:prSet/>
      <dgm:spPr/>
      <dgm:t>
        <a:bodyPr/>
        <a:lstStyle/>
        <a:p>
          <a:endParaRPr lang="en-US"/>
        </a:p>
      </dgm:t>
    </dgm:pt>
    <dgm:pt modelId="{2AEF77C7-5572-47C8-A882-A79603696483}" type="sibTrans" cxnId="{8F497325-F224-4570-895A-BCAF98EB1A6C}">
      <dgm:prSet/>
      <dgm:spPr/>
      <dgm:t>
        <a:bodyPr/>
        <a:lstStyle/>
        <a:p>
          <a:endParaRPr lang="en-US"/>
        </a:p>
      </dgm:t>
    </dgm:pt>
    <dgm:pt modelId="{8D0AF39B-0E8D-4D7D-A9AA-103654F81A38}">
      <dgm:prSet/>
      <dgm:spPr/>
      <dgm:t>
        <a:bodyPr/>
        <a:lstStyle/>
        <a:p>
          <a:r>
            <a:rPr lang="en-US"/>
            <a:t>- Supresión</a:t>
          </a:r>
        </a:p>
      </dgm:t>
    </dgm:pt>
    <dgm:pt modelId="{C8E6A6BA-4803-450E-BA80-45A4526C9D64}" type="parTrans" cxnId="{65EC5734-66C4-437F-9403-19EDB37FFE05}">
      <dgm:prSet/>
      <dgm:spPr/>
      <dgm:t>
        <a:bodyPr/>
        <a:lstStyle/>
        <a:p>
          <a:endParaRPr lang="en-US"/>
        </a:p>
      </dgm:t>
    </dgm:pt>
    <dgm:pt modelId="{422C46A2-9572-49D2-AACC-9FEE454872F0}" type="sibTrans" cxnId="{65EC5734-66C4-437F-9403-19EDB37FFE05}">
      <dgm:prSet/>
      <dgm:spPr/>
      <dgm:t>
        <a:bodyPr/>
        <a:lstStyle/>
        <a:p>
          <a:endParaRPr lang="en-US"/>
        </a:p>
      </dgm:t>
    </dgm:pt>
    <dgm:pt modelId="{4293FBAA-3F2E-4BBC-8469-BC2E3C5ACB80}">
      <dgm:prSet/>
      <dgm:spPr/>
      <dgm:t>
        <a:bodyPr/>
        <a:lstStyle/>
        <a:p>
          <a:r>
            <a:rPr lang="en-US"/>
            <a:t>- Limitación</a:t>
          </a:r>
        </a:p>
      </dgm:t>
    </dgm:pt>
    <dgm:pt modelId="{C6A41625-9A6B-488C-869E-FD0E752F15B8}" type="parTrans" cxnId="{FD4C8876-0549-411C-8DD9-D8874BC49B3A}">
      <dgm:prSet/>
      <dgm:spPr/>
      <dgm:t>
        <a:bodyPr/>
        <a:lstStyle/>
        <a:p>
          <a:endParaRPr lang="en-US"/>
        </a:p>
      </dgm:t>
    </dgm:pt>
    <dgm:pt modelId="{7F872DB9-3983-4F82-B024-52DB3F9B7124}" type="sibTrans" cxnId="{FD4C8876-0549-411C-8DD9-D8874BC49B3A}">
      <dgm:prSet/>
      <dgm:spPr/>
      <dgm:t>
        <a:bodyPr/>
        <a:lstStyle/>
        <a:p>
          <a:endParaRPr lang="en-US"/>
        </a:p>
      </dgm:t>
    </dgm:pt>
    <dgm:pt modelId="{739FC65D-399F-49C5-B31E-CE982B8DE7A4}">
      <dgm:prSet/>
      <dgm:spPr/>
      <dgm:t>
        <a:bodyPr/>
        <a:lstStyle/>
        <a:p>
          <a:r>
            <a:rPr lang="en-US"/>
            <a:t>- Portabilidad</a:t>
          </a:r>
        </a:p>
      </dgm:t>
    </dgm:pt>
    <dgm:pt modelId="{24E675E5-60D1-4738-96D3-4432074D6E45}" type="parTrans" cxnId="{6B9E4BED-FACB-4F39-A93F-580E57B44E22}">
      <dgm:prSet/>
      <dgm:spPr/>
      <dgm:t>
        <a:bodyPr/>
        <a:lstStyle/>
        <a:p>
          <a:endParaRPr lang="en-US"/>
        </a:p>
      </dgm:t>
    </dgm:pt>
    <dgm:pt modelId="{00524E8E-FBEC-4F10-A249-FCEDB143613A}" type="sibTrans" cxnId="{6B9E4BED-FACB-4F39-A93F-580E57B44E22}">
      <dgm:prSet/>
      <dgm:spPr/>
      <dgm:t>
        <a:bodyPr/>
        <a:lstStyle/>
        <a:p>
          <a:endParaRPr lang="en-US"/>
        </a:p>
      </dgm:t>
    </dgm:pt>
    <dgm:pt modelId="{F6CD3811-8758-4FC6-926F-6EFC63DF7627}">
      <dgm:prSet/>
      <dgm:spPr/>
      <dgm:t>
        <a:bodyPr/>
        <a:lstStyle/>
        <a:p>
          <a:r>
            <a:rPr lang="en-US"/>
            <a:t>- Oposición</a:t>
          </a:r>
        </a:p>
      </dgm:t>
    </dgm:pt>
    <dgm:pt modelId="{2C54B397-963B-49C6-956D-4326C4CED431}" type="parTrans" cxnId="{2B8F7536-693B-4A33-8A6A-0B9536D08467}">
      <dgm:prSet/>
      <dgm:spPr/>
      <dgm:t>
        <a:bodyPr/>
        <a:lstStyle/>
        <a:p>
          <a:endParaRPr lang="en-US"/>
        </a:p>
      </dgm:t>
    </dgm:pt>
    <dgm:pt modelId="{67DD3436-39EF-432B-9736-D3B62F713F42}" type="sibTrans" cxnId="{2B8F7536-693B-4A33-8A6A-0B9536D08467}">
      <dgm:prSet/>
      <dgm:spPr/>
      <dgm:t>
        <a:bodyPr/>
        <a:lstStyle/>
        <a:p>
          <a:endParaRPr lang="en-US"/>
        </a:p>
      </dgm:t>
    </dgm:pt>
    <dgm:pt modelId="{9B1C0E65-2BBF-4462-AA3D-548D86B5DD7E}">
      <dgm:prSet/>
      <dgm:spPr/>
      <dgm:t>
        <a:bodyPr/>
        <a:lstStyle/>
        <a:p>
          <a:r>
            <a:rPr lang="en-US"/>
            <a:t>El responsable debe responder en 1 mes (ampliable a 2).</a:t>
          </a:r>
        </a:p>
      </dgm:t>
    </dgm:pt>
    <dgm:pt modelId="{6F7A5DE7-8169-4054-9864-545FB058AD38}" type="parTrans" cxnId="{2DDA3947-88A5-4F96-BCED-F5F4C09FD9CA}">
      <dgm:prSet/>
      <dgm:spPr/>
      <dgm:t>
        <a:bodyPr/>
        <a:lstStyle/>
        <a:p>
          <a:endParaRPr lang="en-US"/>
        </a:p>
      </dgm:t>
    </dgm:pt>
    <dgm:pt modelId="{51343A38-C74D-4CF1-9D43-1468EF582E0E}" type="sibTrans" cxnId="{2DDA3947-88A5-4F96-BCED-F5F4C09FD9CA}">
      <dgm:prSet/>
      <dgm:spPr/>
      <dgm:t>
        <a:bodyPr/>
        <a:lstStyle/>
        <a:p>
          <a:endParaRPr lang="en-US"/>
        </a:p>
      </dgm:t>
    </dgm:pt>
    <dgm:pt modelId="{CE6EE06E-149F-4E5A-89E9-009404FE1B41}" type="pres">
      <dgm:prSet presAssocID="{76FE5D80-DE57-4A0E-9465-E424625B5EE9}" presName="vert0" presStyleCnt="0">
        <dgm:presLayoutVars>
          <dgm:dir/>
          <dgm:animOne val="branch"/>
          <dgm:animLvl val="lvl"/>
        </dgm:presLayoutVars>
      </dgm:prSet>
      <dgm:spPr/>
    </dgm:pt>
    <dgm:pt modelId="{1830A813-94C9-4800-83C6-5CED5161C12D}" type="pres">
      <dgm:prSet presAssocID="{395B09E1-05B3-4C1F-A333-E8CA96F49112}" presName="thickLine" presStyleLbl="alignNode1" presStyleIdx="0" presStyleCnt="7"/>
      <dgm:spPr/>
    </dgm:pt>
    <dgm:pt modelId="{901B1AEE-B1A6-4E85-9590-7D24B3A9E46B}" type="pres">
      <dgm:prSet presAssocID="{395B09E1-05B3-4C1F-A333-E8CA96F49112}" presName="horz1" presStyleCnt="0"/>
      <dgm:spPr/>
    </dgm:pt>
    <dgm:pt modelId="{610D3BF7-7BFA-4425-908E-4D0916F0DAF7}" type="pres">
      <dgm:prSet presAssocID="{395B09E1-05B3-4C1F-A333-E8CA96F49112}" presName="tx1" presStyleLbl="revTx" presStyleIdx="0" presStyleCnt="7"/>
      <dgm:spPr/>
    </dgm:pt>
    <dgm:pt modelId="{F32F784C-3B15-4E5F-8188-0E2937484CFD}" type="pres">
      <dgm:prSet presAssocID="{395B09E1-05B3-4C1F-A333-E8CA96F49112}" presName="vert1" presStyleCnt="0"/>
      <dgm:spPr/>
    </dgm:pt>
    <dgm:pt modelId="{14747A38-5BAF-46F9-9815-905FE28EF5A3}" type="pres">
      <dgm:prSet presAssocID="{416DFF60-6499-4266-89F4-67E383BD4105}" presName="thickLine" presStyleLbl="alignNode1" presStyleIdx="1" presStyleCnt="7"/>
      <dgm:spPr/>
    </dgm:pt>
    <dgm:pt modelId="{54472C57-FC54-446A-BC42-2BE93FDE7FE3}" type="pres">
      <dgm:prSet presAssocID="{416DFF60-6499-4266-89F4-67E383BD4105}" presName="horz1" presStyleCnt="0"/>
      <dgm:spPr/>
    </dgm:pt>
    <dgm:pt modelId="{D1F0A5ED-5CE1-4B13-BCD4-9CC07EF75EFD}" type="pres">
      <dgm:prSet presAssocID="{416DFF60-6499-4266-89F4-67E383BD4105}" presName="tx1" presStyleLbl="revTx" presStyleIdx="1" presStyleCnt="7"/>
      <dgm:spPr/>
    </dgm:pt>
    <dgm:pt modelId="{FD5F4E78-42C3-4E4E-BF35-BBD85864CFD6}" type="pres">
      <dgm:prSet presAssocID="{416DFF60-6499-4266-89F4-67E383BD4105}" presName="vert1" presStyleCnt="0"/>
      <dgm:spPr/>
    </dgm:pt>
    <dgm:pt modelId="{2557CBA8-C1D8-4CCB-8888-E73D523B76E2}" type="pres">
      <dgm:prSet presAssocID="{8D0AF39B-0E8D-4D7D-A9AA-103654F81A38}" presName="thickLine" presStyleLbl="alignNode1" presStyleIdx="2" presStyleCnt="7"/>
      <dgm:spPr/>
    </dgm:pt>
    <dgm:pt modelId="{1F14F8B6-18A3-4C3F-A04C-B8334916F8DE}" type="pres">
      <dgm:prSet presAssocID="{8D0AF39B-0E8D-4D7D-A9AA-103654F81A38}" presName="horz1" presStyleCnt="0"/>
      <dgm:spPr/>
    </dgm:pt>
    <dgm:pt modelId="{AFCE5574-6843-426C-8A66-281C351A68CC}" type="pres">
      <dgm:prSet presAssocID="{8D0AF39B-0E8D-4D7D-A9AA-103654F81A38}" presName="tx1" presStyleLbl="revTx" presStyleIdx="2" presStyleCnt="7"/>
      <dgm:spPr/>
    </dgm:pt>
    <dgm:pt modelId="{1104B1E0-6950-49D7-9BA6-51F636285C83}" type="pres">
      <dgm:prSet presAssocID="{8D0AF39B-0E8D-4D7D-A9AA-103654F81A38}" presName="vert1" presStyleCnt="0"/>
      <dgm:spPr/>
    </dgm:pt>
    <dgm:pt modelId="{E5101CCA-1803-4757-9BAD-708BE1B8164B}" type="pres">
      <dgm:prSet presAssocID="{4293FBAA-3F2E-4BBC-8469-BC2E3C5ACB80}" presName="thickLine" presStyleLbl="alignNode1" presStyleIdx="3" presStyleCnt="7"/>
      <dgm:spPr/>
    </dgm:pt>
    <dgm:pt modelId="{8A59480D-5CC7-43EF-918F-9913A25FBB01}" type="pres">
      <dgm:prSet presAssocID="{4293FBAA-3F2E-4BBC-8469-BC2E3C5ACB80}" presName="horz1" presStyleCnt="0"/>
      <dgm:spPr/>
    </dgm:pt>
    <dgm:pt modelId="{C293ED71-62F3-4D70-86B3-073038BB19AE}" type="pres">
      <dgm:prSet presAssocID="{4293FBAA-3F2E-4BBC-8469-BC2E3C5ACB80}" presName="tx1" presStyleLbl="revTx" presStyleIdx="3" presStyleCnt="7"/>
      <dgm:spPr/>
    </dgm:pt>
    <dgm:pt modelId="{66C402E4-26E2-4B69-8084-F8165298EE16}" type="pres">
      <dgm:prSet presAssocID="{4293FBAA-3F2E-4BBC-8469-BC2E3C5ACB80}" presName="vert1" presStyleCnt="0"/>
      <dgm:spPr/>
    </dgm:pt>
    <dgm:pt modelId="{E750FBD7-5258-47E7-809B-4233A5AD6589}" type="pres">
      <dgm:prSet presAssocID="{739FC65D-399F-49C5-B31E-CE982B8DE7A4}" presName="thickLine" presStyleLbl="alignNode1" presStyleIdx="4" presStyleCnt="7"/>
      <dgm:spPr/>
    </dgm:pt>
    <dgm:pt modelId="{95F3FB66-4A1B-4618-9497-EC386A4CE1A4}" type="pres">
      <dgm:prSet presAssocID="{739FC65D-399F-49C5-B31E-CE982B8DE7A4}" presName="horz1" presStyleCnt="0"/>
      <dgm:spPr/>
    </dgm:pt>
    <dgm:pt modelId="{E60CB423-8648-4581-B7FC-33561277081A}" type="pres">
      <dgm:prSet presAssocID="{739FC65D-399F-49C5-B31E-CE982B8DE7A4}" presName="tx1" presStyleLbl="revTx" presStyleIdx="4" presStyleCnt="7"/>
      <dgm:spPr/>
    </dgm:pt>
    <dgm:pt modelId="{4D15A13B-0CCE-4C2A-9DD9-7512B9442803}" type="pres">
      <dgm:prSet presAssocID="{739FC65D-399F-49C5-B31E-CE982B8DE7A4}" presName="vert1" presStyleCnt="0"/>
      <dgm:spPr/>
    </dgm:pt>
    <dgm:pt modelId="{A273997D-1C05-438A-A6C5-D914442725FE}" type="pres">
      <dgm:prSet presAssocID="{F6CD3811-8758-4FC6-926F-6EFC63DF7627}" presName="thickLine" presStyleLbl="alignNode1" presStyleIdx="5" presStyleCnt="7"/>
      <dgm:spPr/>
    </dgm:pt>
    <dgm:pt modelId="{78861A31-C0A3-4784-884C-E7728A419A3D}" type="pres">
      <dgm:prSet presAssocID="{F6CD3811-8758-4FC6-926F-6EFC63DF7627}" presName="horz1" presStyleCnt="0"/>
      <dgm:spPr/>
    </dgm:pt>
    <dgm:pt modelId="{C6517D3E-4368-4C57-8790-AD1F7A197ECB}" type="pres">
      <dgm:prSet presAssocID="{F6CD3811-8758-4FC6-926F-6EFC63DF7627}" presName="tx1" presStyleLbl="revTx" presStyleIdx="5" presStyleCnt="7"/>
      <dgm:spPr/>
    </dgm:pt>
    <dgm:pt modelId="{77F26BCE-528B-484A-BB3D-F0F423724218}" type="pres">
      <dgm:prSet presAssocID="{F6CD3811-8758-4FC6-926F-6EFC63DF7627}" presName="vert1" presStyleCnt="0"/>
      <dgm:spPr/>
    </dgm:pt>
    <dgm:pt modelId="{119E3117-442A-4572-BAC9-4647F22A8CCC}" type="pres">
      <dgm:prSet presAssocID="{9B1C0E65-2BBF-4462-AA3D-548D86B5DD7E}" presName="thickLine" presStyleLbl="alignNode1" presStyleIdx="6" presStyleCnt="7"/>
      <dgm:spPr/>
    </dgm:pt>
    <dgm:pt modelId="{9DAC22E7-D1C7-480E-8F80-E87E66758606}" type="pres">
      <dgm:prSet presAssocID="{9B1C0E65-2BBF-4462-AA3D-548D86B5DD7E}" presName="horz1" presStyleCnt="0"/>
      <dgm:spPr/>
    </dgm:pt>
    <dgm:pt modelId="{C243A9FF-D744-482C-B955-57E12237609B}" type="pres">
      <dgm:prSet presAssocID="{9B1C0E65-2BBF-4462-AA3D-548D86B5DD7E}" presName="tx1" presStyleLbl="revTx" presStyleIdx="6" presStyleCnt="7"/>
      <dgm:spPr/>
    </dgm:pt>
    <dgm:pt modelId="{42B3393B-94A0-4292-85D1-E6D7F3858231}" type="pres">
      <dgm:prSet presAssocID="{9B1C0E65-2BBF-4462-AA3D-548D86B5DD7E}" presName="vert1" presStyleCnt="0"/>
      <dgm:spPr/>
    </dgm:pt>
  </dgm:ptLst>
  <dgm:cxnLst>
    <dgm:cxn modelId="{5528BE06-242C-451D-A9FE-4E96A41AB044}" type="presOf" srcId="{76FE5D80-DE57-4A0E-9465-E424625B5EE9}" destId="{CE6EE06E-149F-4E5A-89E9-009404FE1B41}" srcOrd="0" destOrd="0" presId="urn:microsoft.com/office/officeart/2008/layout/LinedList"/>
    <dgm:cxn modelId="{C997641A-BC73-47C3-BCD9-BC41CBBCEC8A}" type="presOf" srcId="{F6CD3811-8758-4FC6-926F-6EFC63DF7627}" destId="{C6517D3E-4368-4C57-8790-AD1F7A197ECB}" srcOrd="0" destOrd="0" presId="urn:microsoft.com/office/officeart/2008/layout/LinedList"/>
    <dgm:cxn modelId="{8F497325-F224-4570-895A-BCAF98EB1A6C}" srcId="{76FE5D80-DE57-4A0E-9465-E424625B5EE9}" destId="{416DFF60-6499-4266-89F4-67E383BD4105}" srcOrd="1" destOrd="0" parTransId="{FDCC0976-302F-4685-B8A9-105BC4B25649}" sibTransId="{2AEF77C7-5572-47C8-A882-A79603696483}"/>
    <dgm:cxn modelId="{65EC5734-66C4-437F-9403-19EDB37FFE05}" srcId="{76FE5D80-DE57-4A0E-9465-E424625B5EE9}" destId="{8D0AF39B-0E8D-4D7D-A9AA-103654F81A38}" srcOrd="2" destOrd="0" parTransId="{C8E6A6BA-4803-450E-BA80-45A4526C9D64}" sibTransId="{422C46A2-9572-49D2-AACC-9FEE454872F0}"/>
    <dgm:cxn modelId="{2B8F7536-693B-4A33-8A6A-0B9536D08467}" srcId="{76FE5D80-DE57-4A0E-9465-E424625B5EE9}" destId="{F6CD3811-8758-4FC6-926F-6EFC63DF7627}" srcOrd="5" destOrd="0" parTransId="{2C54B397-963B-49C6-956D-4326C4CED431}" sibTransId="{67DD3436-39EF-432B-9736-D3B62F713F42}"/>
    <dgm:cxn modelId="{2DDA3947-88A5-4F96-BCED-F5F4C09FD9CA}" srcId="{76FE5D80-DE57-4A0E-9465-E424625B5EE9}" destId="{9B1C0E65-2BBF-4462-AA3D-548D86B5DD7E}" srcOrd="6" destOrd="0" parTransId="{6F7A5DE7-8169-4054-9864-545FB058AD38}" sibTransId="{51343A38-C74D-4CF1-9D43-1468EF582E0E}"/>
    <dgm:cxn modelId="{4D086156-6225-4972-A5F8-9C4A39F6673D}" type="presOf" srcId="{395B09E1-05B3-4C1F-A333-E8CA96F49112}" destId="{610D3BF7-7BFA-4425-908E-4D0916F0DAF7}" srcOrd="0" destOrd="0" presId="urn:microsoft.com/office/officeart/2008/layout/LinedList"/>
    <dgm:cxn modelId="{FD4C8876-0549-411C-8DD9-D8874BC49B3A}" srcId="{76FE5D80-DE57-4A0E-9465-E424625B5EE9}" destId="{4293FBAA-3F2E-4BBC-8469-BC2E3C5ACB80}" srcOrd="3" destOrd="0" parTransId="{C6A41625-9A6B-488C-869E-FD0E752F15B8}" sibTransId="{7F872DB9-3983-4F82-B024-52DB3F9B7124}"/>
    <dgm:cxn modelId="{9C307E59-2C05-43BA-9161-8592091845E2}" type="presOf" srcId="{9B1C0E65-2BBF-4462-AA3D-548D86B5DD7E}" destId="{C243A9FF-D744-482C-B955-57E12237609B}" srcOrd="0" destOrd="0" presId="urn:microsoft.com/office/officeart/2008/layout/LinedList"/>
    <dgm:cxn modelId="{DEE6F8A5-F9EA-4E05-96BC-A8FA174BADE9}" type="presOf" srcId="{416DFF60-6499-4266-89F4-67E383BD4105}" destId="{D1F0A5ED-5CE1-4B13-BCD4-9CC07EF75EFD}" srcOrd="0" destOrd="0" presId="urn:microsoft.com/office/officeart/2008/layout/LinedList"/>
    <dgm:cxn modelId="{C0572CAC-74C2-4718-824F-C8E91DE382D7}" srcId="{76FE5D80-DE57-4A0E-9465-E424625B5EE9}" destId="{395B09E1-05B3-4C1F-A333-E8CA96F49112}" srcOrd="0" destOrd="0" parTransId="{064BE625-3A04-443C-83A1-02C267A549BD}" sibTransId="{91D8EFE6-1FE5-4B2B-BF21-FD796B30C9C3}"/>
    <dgm:cxn modelId="{6737A3C2-0FAE-4495-8AEA-3889CF53DC62}" type="presOf" srcId="{4293FBAA-3F2E-4BBC-8469-BC2E3C5ACB80}" destId="{C293ED71-62F3-4D70-86B3-073038BB19AE}" srcOrd="0" destOrd="0" presId="urn:microsoft.com/office/officeart/2008/layout/LinedList"/>
    <dgm:cxn modelId="{DC03C3D3-CC67-4B66-A58C-2B63F44A0BB9}" type="presOf" srcId="{739FC65D-399F-49C5-B31E-CE982B8DE7A4}" destId="{E60CB423-8648-4581-B7FC-33561277081A}" srcOrd="0" destOrd="0" presId="urn:microsoft.com/office/officeart/2008/layout/LinedList"/>
    <dgm:cxn modelId="{6B9E4BED-FACB-4F39-A93F-580E57B44E22}" srcId="{76FE5D80-DE57-4A0E-9465-E424625B5EE9}" destId="{739FC65D-399F-49C5-B31E-CE982B8DE7A4}" srcOrd="4" destOrd="0" parTransId="{24E675E5-60D1-4738-96D3-4432074D6E45}" sibTransId="{00524E8E-FBEC-4F10-A249-FCEDB143613A}"/>
    <dgm:cxn modelId="{9BB736FA-D69D-44B6-8C27-3B787D0CD874}" type="presOf" srcId="{8D0AF39B-0E8D-4D7D-A9AA-103654F81A38}" destId="{AFCE5574-6843-426C-8A66-281C351A68CC}" srcOrd="0" destOrd="0" presId="urn:microsoft.com/office/officeart/2008/layout/LinedList"/>
    <dgm:cxn modelId="{77BD943B-2A88-43E9-AEB7-C122B89FB067}" type="presParOf" srcId="{CE6EE06E-149F-4E5A-89E9-009404FE1B41}" destId="{1830A813-94C9-4800-83C6-5CED5161C12D}" srcOrd="0" destOrd="0" presId="urn:microsoft.com/office/officeart/2008/layout/LinedList"/>
    <dgm:cxn modelId="{A1ACEAD9-AAF6-4152-8170-DE53AECD65B5}" type="presParOf" srcId="{CE6EE06E-149F-4E5A-89E9-009404FE1B41}" destId="{901B1AEE-B1A6-4E85-9590-7D24B3A9E46B}" srcOrd="1" destOrd="0" presId="urn:microsoft.com/office/officeart/2008/layout/LinedList"/>
    <dgm:cxn modelId="{391FD27E-914E-4263-84BA-C323F846FD88}" type="presParOf" srcId="{901B1AEE-B1A6-4E85-9590-7D24B3A9E46B}" destId="{610D3BF7-7BFA-4425-908E-4D0916F0DAF7}" srcOrd="0" destOrd="0" presId="urn:microsoft.com/office/officeart/2008/layout/LinedList"/>
    <dgm:cxn modelId="{C6CCFCCB-BE9C-4871-919F-B69F49E61F86}" type="presParOf" srcId="{901B1AEE-B1A6-4E85-9590-7D24B3A9E46B}" destId="{F32F784C-3B15-4E5F-8188-0E2937484CFD}" srcOrd="1" destOrd="0" presId="urn:microsoft.com/office/officeart/2008/layout/LinedList"/>
    <dgm:cxn modelId="{95887FC5-0A76-4C3A-8621-EEBDF4601FE6}" type="presParOf" srcId="{CE6EE06E-149F-4E5A-89E9-009404FE1B41}" destId="{14747A38-5BAF-46F9-9815-905FE28EF5A3}" srcOrd="2" destOrd="0" presId="urn:microsoft.com/office/officeart/2008/layout/LinedList"/>
    <dgm:cxn modelId="{16B08A2A-9D32-4C19-A2A3-15D2A3B15B92}" type="presParOf" srcId="{CE6EE06E-149F-4E5A-89E9-009404FE1B41}" destId="{54472C57-FC54-446A-BC42-2BE93FDE7FE3}" srcOrd="3" destOrd="0" presId="urn:microsoft.com/office/officeart/2008/layout/LinedList"/>
    <dgm:cxn modelId="{A269FB56-5FCE-4E5C-A02A-D8B6C284CA6E}" type="presParOf" srcId="{54472C57-FC54-446A-BC42-2BE93FDE7FE3}" destId="{D1F0A5ED-5CE1-4B13-BCD4-9CC07EF75EFD}" srcOrd="0" destOrd="0" presId="urn:microsoft.com/office/officeart/2008/layout/LinedList"/>
    <dgm:cxn modelId="{C613030E-7F71-404B-8216-8DDEBE777392}" type="presParOf" srcId="{54472C57-FC54-446A-BC42-2BE93FDE7FE3}" destId="{FD5F4E78-42C3-4E4E-BF35-BBD85864CFD6}" srcOrd="1" destOrd="0" presId="urn:microsoft.com/office/officeart/2008/layout/LinedList"/>
    <dgm:cxn modelId="{F8117566-77CD-48D2-AACF-232A4960E9DB}" type="presParOf" srcId="{CE6EE06E-149F-4E5A-89E9-009404FE1B41}" destId="{2557CBA8-C1D8-4CCB-8888-E73D523B76E2}" srcOrd="4" destOrd="0" presId="urn:microsoft.com/office/officeart/2008/layout/LinedList"/>
    <dgm:cxn modelId="{946E6C83-684A-483C-8B8B-16DF83098C70}" type="presParOf" srcId="{CE6EE06E-149F-4E5A-89E9-009404FE1B41}" destId="{1F14F8B6-18A3-4C3F-A04C-B8334916F8DE}" srcOrd="5" destOrd="0" presId="urn:microsoft.com/office/officeart/2008/layout/LinedList"/>
    <dgm:cxn modelId="{2421FFF7-8689-4B9C-9EA3-EFD6E06C2A04}" type="presParOf" srcId="{1F14F8B6-18A3-4C3F-A04C-B8334916F8DE}" destId="{AFCE5574-6843-426C-8A66-281C351A68CC}" srcOrd="0" destOrd="0" presId="urn:microsoft.com/office/officeart/2008/layout/LinedList"/>
    <dgm:cxn modelId="{55056870-968E-4012-A68B-1CE05EFD02AD}" type="presParOf" srcId="{1F14F8B6-18A3-4C3F-A04C-B8334916F8DE}" destId="{1104B1E0-6950-49D7-9BA6-51F636285C83}" srcOrd="1" destOrd="0" presId="urn:microsoft.com/office/officeart/2008/layout/LinedList"/>
    <dgm:cxn modelId="{C3ED4259-6774-4A32-A398-290DA07A95C8}" type="presParOf" srcId="{CE6EE06E-149F-4E5A-89E9-009404FE1B41}" destId="{E5101CCA-1803-4757-9BAD-708BE1B8164B}" srcOrd="6" destOrd="0" presId="urn:microsoft.com/office/officeart/2008/layout/LinedList"/>
    <dgm:cxn modelId="{4C848F9C-BB9A-4B6D-BD4B-0C46518194AB}" type="presParOf" srcId="{CE6EE06E-149F-4E5A-89E9-009404FE1B41}" destId="{8A59480D-5CC7-43EF-918F-9913A25FBB01}" srcOrd="7" destOrd="0" presId="urn:microsoft.com/office/officeart/2008/layout/LinedList"/>
    <dgm:cxn modelId="{9AAA1E64-640D-459E-AE75-F28A31F8CE42}" type="presParOf" srcId="{8A59480D-5CC7-43EF-918F-9913A25FBB01}" destId="{C293ED71-62F3-4D70-86B3-073038BB19AE}" srcOrd="0" destOrd="0" presId="urn:microsoft.com/office/officeart/2008/layout/LinedList"/>
    <dgm:cxn modelId="{F7E4621B-7F11-4183-AE12-17ACFD90BF2C}" type="presParOf" srcId="{8A59480D-5CC7-43EF-918F-9913A25FBB01}" destId="{66C402E4-26E2-4B69-8084-F8165298EE16}" srcOrd="1" destOrd="0" presId="urn:microsoft.com/office/officeart/2008/layout/LinedList"/>
    <dgm:cxn modelId="{554262AC-6445-4F57-82EE-BE9DF5D2BAC9}" type="presParOf" srcId="{CE6EE06E-149F-4E5A-89E9-009404FE1B41}" destId="{E750FBD7-5258-47E7-809B-4233A5AD6589}" srcOrd="8" destOrd="0" presId="urn:microsoft.com/office/officeart/2008/layout/LinedList"/>
    <dgm:cxn modelId="{90ADEDB8-6996-4CF3-8101-81041FB0F948}" type="presParOf" srcId="{CE6EE06E-149F-4E5A-89E9-009404FE1B41}" destId="{95F3FB66-4A1B-4618-9497-EC386A4CE1A4}" srcOrd="9" destOrd="0" presId="urn:microsoft.com/office/officeart/2008/layout/LinedList"/>
    <dgm:cxn modelId="{5803106A-A38A-48CE-80F2-DC647A2E6399}" type="presParOf" srcId="{95F3FB66-4A1B-4618-9497-EC386A4CE1A4}" destId="{E60CB423-8648-4581-B7FC-33561277081A}" srcOrd="0" destOrd="0" presId="urn:microsoft.com/office/officeart/2008/layout/LinedList"/>
    <dgm:cxn modelId="{A94FA9CD-3F17-451D-B5AE-6A13BAB7BE04}" type="presParOf" srcId="{95F3FB66-4A1B-4618-9497-EC386A4CE1A4}" destId="{4D15A13B-0CCE-4C2A-9DD9-7512B9442803}" srcOrd="1" destOrd="0" presId="urn:microsoft.com/office/officeart/2008/layout/LinedList"/>
    <dgm:cxn modelId="{6F1D4B75-300B-438E-96A9-407D2A50CCE2}" type="presParOf" srcId="{CE6EE06E-149F-4E5A-89E9-009404FE1B41}" destId="{A273997D-1C05-438A-A6C5-D914442725FE}" srcOrd="10" destOrd="0" presId="urn:microsoft.com/office/officeart/2008/layout/LinedList"/>
    <dgm:cxn modelId="{FD4C6345-D716-49D7-B430-4723F222B8E7}" type="presParOf" srcId="{CE6EE06E-149F-4E5A-89E9-009404FE1B41}" destId="{78861A31-C0A3-4784-884C-E7728A419A3D}" srcOrd="11" destOrd="0" presId="urn:microsoft.com/office/officeart/2008/layout/LinedList"/>
    <dgm:cxn modelId="{101D569B-0A08-43AC-8202-06BA70C0FF2C}" type="presParOf" srcId="{78861A31-C0A3-4784-884C-E7728A419A3D}" destId="{C6517D3E-4368-4C57-8790-AD1F7A197ECB}" srcOrd="0" destOrd="0" presId="urn:microsoft.com/office/officeart/2008/layout/LinedList"/>
    <dgm:cxn modelId="{E27211C1-5DC6-4F54-8461-A84797793F1B}" type="presParOf" srcId="{78861A31-C0A3-4784-884C-E7728A419A3D}" destId="{77F26BCE-528B-484A-BB3D-F0F423724218}" srcOrd="1" destOrd="0" presId="urn:microsoft.com/office/officeart/2008/layout/LinedList"/>
    <dgm:cxn modelId="{1F5B40BC-59ED-4EED-99C9-5C39A91FD797}" type="presParOf" srcId="{CE6EE06E-149F-4E5A-89E9-009404FE1B41}" destId="{119E3117-442A-4572-BAC9-4647F22A8CCC}" srcOrd="12" destOrd="0" presId="urn:microsoft.com/office/officeart/2008/layout/LinedList"/>
    <dgm:cxn modelId="{7B5FCA46-5C3D-458C-B2F7-1E42F5693DEC}" type="presParOf" srcId="{CE6EE06E-149F-4E5A-89E9-009404FE1B41}" destId="{9DAC22E7-D1C7-480E-8F80-E87E66758606}" srcOrd="13" destOrd="0" presId="urn:microsoft.com/office/officeart/2008/layout/LinedList"/>
    <dgm:cxn modelId="{1A492324-EA47-400F-A9C8-A455760EE5F9}" type="presParOf" srcId="{9DAC22E7-D1C7-480E-8F80-E87E66758606}" destId="{C243A9FF-D744-482C-B955-57E12237609B}" srcOrd="0" destOrd="0" presId="urn:microsoft.com/office/officeart/2008/layout/LinedList"/>
    <dgm:cxn modelId="{E0620C2E-AE0E-44B5-94C1-B125771B451A}" type="presParOf" srcId="{9DAC22E7-D1C7-480E-8F80-E87E66758606}" destId="{42B3393B-94A0-4292-85D1-E6D7F385823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2FC8D4C-8A34-4711-A742-FE25E6027CA7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98E31296-E089-4AD2-B45F-2455F4B0046B}">
      <dgm:prSet/>
      <dgm:spPr/>
      <dgm:t>
        <a:bodyPr/>
        <a:lstStyle/>
        <a:p>
          <a:r>
            <a:rPr lang="en-US"/>
            <a:t>El interesado debe recibir:</a:t>
          </a:r>
        </a:p>
      </dgm:t>
    </dgm:pt>
    <dgm:pt modelId="{8D6BD9E3-0E97-40DE-ABBF-0A2F3A76B338}" type="parTrans" cxnId="{BBAE2E26-96E7-449B-B99D-2E74DC1AE919}">
      <dgm:prSet/>
      <dgm:spPr/>
      <dgm:t>
        <a:bodyPr/>
        <a:lstStyle/>
        <a:p>
          <a:endParaRPr lang="en-US"/>
        </a:p>
      </dgm:t>
    </dgm:pt>
    <dgm:pt modelId="{49054C67-A07B-4372-A63D-802DB2090997}" type="sibTrans" cxnId="{BBAE2E26-96E7-449B-B99D-2E74DC1AE919}">
      <dgm:prSet/>
      <dgm:spPr/>
      <dgm:t>
        <a:bodyPr/>
        <a:lstStyle/>
        <a:p>
          <a:endParaRPr lang="en-US"/>
        </a:p>
      </dgm:t>
    </dgm:pt>
    <dgm:pt modelId="{50A0335E-1526-4F42-A8FF-70F448E188BC}">
      <dgm:prSet/>
      <dgm:spPr/>
      <dgm:t>
        <a:bodyPr/>
        <a:lstStyle/>
        <a:p>
          <a:r>
            <a:rPr lang="en-US"/>
            <a:t>- Identidad del responsable</a:t>
          </a:r>
        </a:p>
      </dgm:t>
    </dgm:pt>
    <dgm:pt modelId="{C07E5AA0-7391-4ED5-8D38-1088D8D8CD90}" type="parTrans" cxnId="{F75F072A-2DC7-45AB-BCCE-0B976F4CD366}">
      <dgm:prSet/>
      <dgm:spPr/>
      <dgm:t>
        <a:bodyPr/>
        <a:lstStyle/>
        <a:p>
          <a:endParaRPr lang="en-US"/>
        </a:p>
      </dgm:t>
    </dgm:pt>
    <dgm:pt modelId="{F2D03B80-0432-467A-9EF1-443EFD6474C3}" type="sibTrans" cxnId="{F75F072A-2DC7-45AB-BCCE-0B976F4CD366}">
      <dgm:prSet/>
      <dgm:spPr/>
      <dgm:t>
        <a:bodyPr/>
        <a:lstStyle/>
        <a:p>
          <a:endParaRPr lang="en-US"/>
        </a:p>
      </dgm:t>
    </dgm:pt>
    <dgm:pt modelId="{48514962-B7F9-44FF-A976-428C36432E2B}">
      <dgm:prSet/>
      <dgm:spPr/>
      <dgm:t>
        <a:bodyPr/>
        <a:lstStyle/>
        <a:p>
          <a:r>
            <a:rPr lang="en-US"/>
            <a:t>- Finalidad y base legal</a:t>
          </a:r>
        </a:p>
      </dgm:t>
    </dgm:pt>
    <dgm:pt modelId="{7E757926-A1E1-43B7-AABE-D791761A7A6B}" type="parTrans" cxnId="{87870AD7-AB82-4D6C-9B89-CA4479244CC9}">
      <dgm:prSet/>
      <dgm:spPr/>
      <dgm:t>
        <a:bodyPr/>
        <a:lstStyle/>
        <a:p>
          <a:endParaRPr lang="en-US"/>
        </a:p>
      </dgm:t>
    </dgm:pt>
    <dgm:pt modelId="{59C338FB-7FEB-4A24-BC6C-28BB33E91889}" type="sibTrans" cxnId="{87870AD7-AB82-4D6C-9B89-CA4479244CC9}">
      <dgm:prSet/>
      <dgm:spPr/>
      <dgm:t>
        <a:bodyPr/>
        <a:lstStyle/>
        <a:p>
          <a:endParaRPr lang="en-US"/>
        </a:p>
      </dgm:t>
    </dgm:pt>
    <dgm:pt modelId="{B791B6D9-6D36-41A8-B83A-8639F7837717}">
      <dgm:prSet/>
      <dgm:spPr/>
      <dgm:t>
        <a:bodyPr/>
        <a:lstStyle/>
        <a:p>
          <a:r>
            <a:rPr lang="en-US"/>
            <a:t>- Destinatarios</a:t>
          </a:r>
        </a:p>
      </dgm:t>
    </dgm:pt>
    <dgm:pt modelId="{F85612F9-D0BB-4082-8212-57A01D3951D6}" type="parTrans" cxnId="{7502A535-D138-4CCE-AD42-676FC5CAB98A}">
      <dgm:prSet/>
      <dgm:spPr/>
      <dgm:t>
        <a:bodyPr/>
        <a:lstStyle/>
        <a:p>
          <a:endParaRPr lang="en-US"/>
        </a:p>
      </dgm:t>
    </dgm:pt>
    <dgm:pt modelId="{5AA7C3A5-8D1D-4A4D-8B28-8B986D5B93D4}" type="sibTrans" cxnId="{7502A535-D138-4CCE-AD42-676FC5CAB98A}">
      <dgm:prSet/>
      <dgm:spPr/>
      <dgm:t>
        <a:bodyPr/>
        <a:lstStyle/>
        <a:p>
          <a:endParaRPr lang="en-US"/>
        </a:p>
      </dgm:t>
    </dgm:pt>
    <dgm:pt modelId="{052567A3-283B-43AB-9D08-8665DA703782}">
      <dgm:prSet/>
      <dgm:spPr/>
      <dgm:t>
        <a:bodyPr/>
        <a:lstStyle/>
        <a:p>
          <a:r>
            <a:rPr lang="en-US"/>
            <a:t>- Plazo de conservación</a:t>
          </a:r>
        </a:p>
      </dgm:t>
    </dgm:pt>
    <dgm:pt modelId="{DA9FE2E1-DB21-4EC5-A412-0E6AA332AD38}" type="parTrans" cxnId="{CEB142D7-BD1F-486A-96AB-09BD6192AAA7}">
      <dgm:prSet/>
      <dgm:spPr/>
      <dgm:t>
        <a:bodyPr/>
        <a:lstStyle/>
        <a:p>
          <a:endParaRPr lang="en-US"/>
        </a:p>
      </dgm:t>
    </dgm:pt>
    <dgm:pt modelId="{4271A3A0-5D5B-456B-A0B2-494538AF32D4}" type="sibTrans" cxnId="{CEB142D7-BD1F-486A-96AB-09BD6192AAA7}">
      <dgm:prSet/>
      <dgm:spPr/>
      <dgm:t>
        <a:bodyPr/>
        <a:lstStyle/>
        <a:p>
          <a:endParaRPr lang="en-US"/>
        </a:p>
      </dgm:t>
    </dgm:pt>
    <dgm:pt modelId="{195ED073-3E67-4681-9064-378372E1FE7B}">
      <dgm:prSet/>
      <dgm:spPr/>
      <dgm:t>
        <a:bodyPr/>
        <a:lstStyle/>
        <a:p>
          <a:r>
            <a:rPr lang="en-US"/>
            <a:t>- Derechos</a:t>
          </a:r>
        </a:p>
      </dgm:t>
    </dgm:pt>
    <dgm:pt modelId="{6C9A7D0D-DD5F-4615-B1B5-EC73E020252B}" type="parTrans" cxnId="{3090C2FF-8654-42D3-9574-49A35A3658F1}">
      <dgm:prSet/>
      <dgm:spPr/>
      <dgm:t>
        <a:bodyPr/>
        <a:lstStyle/>
        <a:p>
          <a:endParaRPr lang="en-US"/>
        </a:p>
      </dgm:t>
    </dgm:pt>
    <dgm:pt modelId="{CEEBCD64-035A-4AC8-847B-272E1C2E6C48}" type="sibTrans" cxnId="{3090C2FF-8654-42D3-9574-49A35A3658F1}">
      <dgm:prSet/>
      <dgm:spPr/>
      <dgm:t>
        <a:bodyPr/>
        <a:lstStyle/>
        <a:p>
          <a:endParaRPr lang="en-US"/>
        </a:p>
      </dgm:t>
    </dgm:pt>
    <dgm:pt modelId="{E3C4F66A-7519-4E0B-B9E6-A334EAE59E65}">
      <dgm:prSet/>
      <dgm:spPr/>
      <dgm:t>
        <a:bodyPr/>
        <a:lstStyle/>
        <a:p>
          <a:r>
            <a:rPr lang="en-US"/>
            <a:t>- Origen de los datos</a:t>
          </a:r>
        </a:p>
      </dgm:t>
    </dgm:pt>
    <dgm:pt modelId="{5F0A2BB6-2EA2-4F49-BAFA-F1E4A5BC389C}" type="parTrans" cxnId="{93962BE4-BCD8-44A4-8995-A1493039E39D}">
      <dgm:prSet/>
      <dgm:spPr/>
      <dgm:t>
        <a:bodyPr/>
        <a:lstStyle/>
        <a:p>
          <a:endParaRPr lang="en-US"/>
        </a:p>
      </dgm:t>
    </dgm:pt>
    <dgm:pt modelId="{E1D394A5-05B0-44CD-9F0A-26D3DA4FF436}" type="sibTrans" cxnId="{93962BE4-BCD8-44A4-8995-A1493039E39D}">
      <dgm:prSet/>
      <dgm:spPr/>
      <dgm:t>
        <a:bodyPr/>
        <a:lstStyle/>
        <a:p>
          <a:endParaRPr lang="en-US"/>
        </a:p>
      </dgm:t>
    </dgm:pt>
    <dgm:pt modelId="{9F4E75D4-E678-4D7A-90D7-5D7CABFD2A27}" type="pres">
      <dgm:prSet presAssocID="{72FC8D4C-8A34-4711-A742-FE25E6027CA7}" presName="vert0" presStyleCnt="0">
        <dgm:presLayoutVars>
          <dgm:dir/>
          <dgm:animOne val="branch"/>
          <dgm:animLvl val="lvl"/>
        </dgm:presLayoutVars>
      </dgm:prSet>
      <dgm:spPr/>
    </dgm:pt>
    <dgm:pt modelId="{E9CB4A76-4A14-4382-AAF5-C6B32CD25B4B}" type="pres">
      <dgm:prSet presAssocID="{98E31296-E089-4AD2-B45F-2455F4B0046B}" presName="thickLine" presStyleLbl="alignNode1" presStyleIdx="0" presStyleCnt="7"/>
      <dgm:spPr/>
    </dgm:pt>
    <dgm:pt modelId="{6B483C8F-0CBC-4686-8BC8-02192CBE1255}" type="pres">
      <dgm:prSet presAssocID="{98E31296-E089-4AD2-B45F-2455F4B0046B}" presName="horz1" presStyleCnt="0"/>
      <dgm:spPr/>
    </dgm:pt>
    <dgm:pt modelId="{C8BD0D52-EA53-4E2E-90F3-B929E87A1422}" type="pres">
      <dgm:prSet presAssocID="{98E31296-E089-4AD2-B45F-2455F4B0046B}" presName="tx1" presStyleLbl="revTx" presStyleIdx="0" presStyleCnt="7"/>
      <dgm:spPr/>
    </dgm:pt>
    <dgm:pt modelId="{6A60680E-EC3B-4442-9C37-FD8404D7500A}" type="pres">
      <dgm:prSet presAssocID="{98E31296-E089-4AD2-B45F-2455F4B0046B}" presName="vert1" presStyleCnt="0"/>
      <dgm:spPr/>
    </dgm:pt>
    <dgm:pt modelId="{096497A6-584C-48EC-A1B5-CA7B19965DCF}" type="pres">
      <dgm:prSet presAssocID="{50A0335E-1526-4F42-A8FF-70F448E188BC}" presName="thickLine" presStyleLbl="alignNode1" presStyleIdx="1" presStyleCnt="7"/>
      <dgm:spPr/>
    </dgm:pt>
    <dgm:pt modelId="{247EE90C-051F-4B16-B03A-88B8F860E4B2}" type="pres">
      <dgm:prSet presAssocID="{50A0335E-1526-4F42-A8FF-70F448E188BC}" presName="horz1" presStyleCnt="0"/>
      <dgm:spPr/>
    </dgm:pt>
    <dgm:pt modelId="{7904EB22-608B-4182-AB0F-C94BA013BAE3}" type="pres">
      <dgm:prSet presAssocID="{50A0335E-1526-4F42-A8FF-70F448E188BC}" presName="tx1" presStyleLbl="revTx" presStyleIdx="1" presStyleCnt="7"/>
      <dgm:spPr/>
    </dgm:pt>
    <dgm:pt modelId="{3BF7301C-7987-477E-A991-AF78DACBA176}" type="pres">
      <dgm:prSet presAssocID="{50A0335E-1526-4F42-A8FF-70F448E188BC}" presName="vert1" presStyleCnt="0"/>
      <dgm:spPr/>
    </dgm:pt>
    <dgm:pt modelId="{D718035F-D1C4-4985-8711-E245A276B2EC}" type="pres">
      <dgm:prSet presAssocID="{48514962-B7F9-44FF-A976-428C36432E2B}" presName="thickLine" presStyleLbl="alignNode1" presStyleIdx="2" presStyleCnt="7"/>
      <dgm:spPr/>
    </dgm:pt>
    <dgm:pt modelId="{A15352C2-05E0-49FA-84F6-9669A94D7A8B}" type="pres">
      <dgm:prSet presAssocID="{48514962-B7F9-44FF-A976-428C36432E2B}" presName="horz1" presStyleCnt="0"/>
      <dgm:spPr/>
    </dgm:pt>
    <dgm:pt modelId="{0924C2C3-6664-43FD-B484-310A06950073}" type="pres">
      <dgm:prSet presAssocID="{48514962-B7F9-44FF-A976-428C36432E2B}" presName="tx1" presStyleLbl="revTx" presStyleIdx="2" presStyleCnt="7"/>
      <dgm:spPr/>
    </dgm:pt>
    <dgm:pt modelId="{07D590CE-EF12-4DD0-BE3A-45F95C40D53E}" type="pres">
      <dgm:prSet presAssocID="{48514962-B7F9-44FF-A976-428C36432E2B}" presName="vert1" presStyleCnt="0"/>
      <dgm:spPr/>
    </dgm:pt>
    <dgm:pt modelId="{AA906E2C-0B57-42AA-A67D-F1C4DAD785FA}" type="pres">
      <dgm:prSet presAssocID="{B791B6D9-6D36-41A8-B83A-8639F7837717}" presName="thickLine" presStyleLbl="alignNode1" presStyleIdx="3" presStyleCnt="7"/>
      <dgm:spPr/>
    </dgm:pt>
    <dgm:pt modelId="{DF4ACA60-BF49-4D84-8AEC-99FAA7737D32}" type="pres">
      <dgm:prSet presAssocID="{B791B6D9-6D36-41A8-B83A-8639F7837717}" presName="horz1" presStyleCnt="0"/>
      <dgm:spPr/>
    </dgm:pt>
    <dgm:pt modelId="{C6E32FEF-74E2-4490-BC72-7B54281D5F8C}" type="pres">
      <dgm:prSet presAssocID="{B791B6D9-6D36-41A8-B83A-8639F7837717}" presName="tx1" presStyleLbl="revTx" presStyleIdx="3" presStyleCnt="7"/>
      <dgm:spPr/>
    </dgm:pt>
    <dgm:pt modelId="{92E63B38-B1E1-4C27-9B1E-101E13E882DB}" type="pres">
      <dgm:prSet presAssocID="{B791B6D9-6D36-41A8-B83A-8639F7837717}" presName="vert1" presStyleCnt="0"/>
      <dgm:spPr/>
    </dgm:pt>
    <dgm:pt modelId="{50C56540-730E-4F5B-A75D-42BCEADFD290}" type="pres">
      <dgm:prSet presAssocID="{052567A3-283B-43AB-9D08-8665DA703782}" presName="thickLine" presStyleLbl="alignNode1" presStyleIdx="4" presStyleCnt="7"/>
      <dgm:spPr/>
    </dgm:pt>
    <dgm:pt modelId="{99D0508F-3025-4979-9BF6-60A9D187C5F2}" type="pres">
      <dgm:prSet presAssocID="{052567A3-283B-43AB-9D08-8665DA703782}" presName="horz1" presStyleCnt="0"/>
      <dgm:spPr/>
    </dgm:pt>
    <dgm:pt modelId="{FA22DBFD-38EA-46EF-A324-2FB006C6ACE7}" type="pres">
      <dgm:prSet presAssocID="{052567A3-283B-43AB-9D08-8665DA703782}" presName="tx1" presStyleLbl="revTx" presStyleIdx="4" presStyleCnt="7"/>
      <dgm:spPr/>
    </dgm:pt>
    <dgm:pt modelId="{660F727F-D067-4DC8-ACF7-56557F78F31F}" type="pres">
      <dgm:prSet presAssocID="{052567A3-283B-43AB-9D08-8665DA703782}" presName="vert1" presStyleCnt="0"/>
      <dgm:spPr/>
    </dgm:pt>
    <dgm:pt modelId="{71A6F3DE-6E05-4D1B-B4A6-5085B27B8711}" type="pres">
      <dgm:prSet presAssocID="{195ED073-3E67-4681-9064-378372E1FE7B}" presName="thickLine" presStyleLbl="alignNode1" presStyleIdx="5" presStyleCnt="7"/>
      <dgm:spPr/>
    </dgm:pt>
    <dgm:pt modelId="{6CD1E296-79FC-4896-B797-6176BF0A70E6}" type="pres">
      <dgm:prSet presAssocID="{195ED073-3E67-4681-9064-378372E1FE7B}" presName="horz1" presStyleCnt="0"/>
      <dgm:spPr/>
    </dgm:pt>
    <dgm:pt modelId="{25B1804F-697E-4196-A7F7-E44DC4755FBC}" type="pres">
      <dgm:prSet presAssocID="{195ED073-3E67-4681-9064-378372E1FE7B}" presName="tx1" presStyleLbl="revTx" presStyleIdx="5" presStyleCnt="7"/>
      <dgm:spPr/>
    </dgm:pt>
    <dgm:pt modelId="{BDC3A05B-08DB-48F1-9910-6382FAD16649}" type="pres">
      <dgm:prSet presAssocID="{195ED073-3E67-4681-9064-378372E1FE7B}" presName="vert1" presStyleCnt="0"/>
      <dgm:spPr/>
    </dgm:pt>
    <dgm:pt modelId="{2FE076A4-939A-44B2-ABFB-61CC0B772432}" type="pres">
      <dgm:prSet presAssocID="{E3C4F66A-7519-4E0B-B9E6-A334EAE59E65}" presName="thickLine" presStyleLbl="alignNode1" presStyleIdx="6" presStyleCnt="7"/>
      <dgm:spPr/>
    </dgm:pt>
    <dgm:pt modelId="{5BEC85DC-EC86-44B8-A2A0-9F8A80BCC2EF}" type="pres">
      <dgm:prSet presAssocID="{E3C4F66A-7519-4E0B-B9E6-A334EAE59E65}" presName="horz1" presStyleCnt="0"/>
      <dgm:spPr/>
    </dgm:pt>
    <dgm:pt modelId="{7AA0D7E9-31FC-44CF-A5E8-CE881F0D5376}" type="pres">
      <dgm:prSet presAssocID="{E3C4F66A-7519-4E0B-B9E6-A334EAE59E65}" presName="tx1" presStyleLbl="revTx" presStyleIdx="6" presStyleCnt="7"/>
      <dgm:spPr/>
    </dgm:pt>
    <dgm:pt modelId="{08D94617-9E21-4956-B3E6-40C8D450408A}" type="pres">
      <dgm:prSet presAssocID="{E3C4F66A-7519-4E0B-B9E6-A334EAE59E65}" presName="vert1" presStyleCnt="0"/>
      <dgm:spPr/>
    </dgm:pt>
  </dgm:ptLst>
  <dgm:cxnLst>
    <dgm:cxn modelId="{BD6E4309-66C1-4B0D-AEED-1AD712E63E6C}" type="presOf" srcId="{195ED073-3E67-4681-9064-378372E1FE7B}" destId="{25B1804F-697E-4196-A7F7-E44DC4755FBC}" srcOrd="0" destOrd="0" presId="urn:microsoft.com/office/officeart/2008/layout/LinedList"/>
    <dgm:cxn modelId="{F7AC850D-4A69-41F6-A3C9-797B83BF91CD}" type="presOf" srcId="{B791B6D9-6D36-41A8-B83A-8639F7837717}" destId="{C6E32FEF-74E2-4490-BC72-7B54281D5F8C}" srcOrd="0" destOrd="0" presId="urn:microsoft.com/office/officeart/2008/layout/LinedList"/>
    <dgm:cxn modelId="{BBAE2E26-96E7-449B-B99D-2E74DC1AE919}" srcId="{72FC8D4C-8A34-4711-A742-FE25E6027CA7}" destId="{98E31296-E089-4AD2-B45F-2455F4B0046B}" srcOrd="0" destOrd="0" parTransId="{8D6BD9E3-0E97-40DE-ABBF-0A2F3A76B338}" sibTransId="{49054C67-A07B-4372-A63D-802DB2090997}"/>
    <dgm:cxn modelId="{F75F072A-2DC7-45AB-BCCE-0B976F4CD366}" srcId="{72FC8D4C-8A34-4711-A742-FE25E6027CA7}" destId="{50A0335E-1526-4F42-A8FF-70F448E188BC}" srcOrd="1" destOrd="0" parTransId="{C07E5AA0-7391-4ED5-8D38-1088D8D8CD90}" sibTransId="{F2D03B80-0432-467A-9EF1-443EFD6474C3}"/>
    <dgm:cxn modelId="{654FD32B-24BF-4E10-A692-62BE2819209A}" type="presOf" srcId="{48514962-B7F9-44FF-A976-428C36432E2B}" destId="{0924C2C3-6664-43FD-B484-310A06950073}" srcOrd="0" destOrd="0" presId="urn:microsoft.com/office/officeart/2008/layout/LinedList"/>
    <dgm:cxn modelId="{7502A535-D138-4CCE-AD42-676FC5CAB98A}" srcId="{72FC8D4C-8A34-4711-A742-FE25E6027CA7}" destId="{B791B6D9-6D36-41A8-B83A-8639F7837717}" srcOrd="3" destOrd="0" parTransId="{F85612F9-D0BB-4082-8212-57A01D3951D6}" sibTransId="{5AA7C3A5-8D1D-4A4D-8B28-8B986D5B93D4}"/>
    <dgm:cxn modelId="{1A562060-5A6C-4192-ABEC-1F3591C8F86E}" type="presOf" srcId="{052567A3-283B-43AB-9D08-8665DA703782}" destId="{FA22DBFD-38EA-46EF-A324-2FB006C6ACE7}" srcOrd="0" destOrd="0" presId="urn:microsoft.com/office/officeart/2008/layout/LinedList"/>
    <dgm:cxn modelId="{93024B73-9690-4704-9650-61EF7F5806E8}" type="presOf" srcId="{50A0335E-1526-4F42-A8FF-70F448E188BC}" destId="{7904EB22-608B-4182-AB0F-C94BA013BAE3}" srcOrd="0" destOrd="0" presId="urn:microsoft.com/office/officeart/2008/layout/LinedList"/>
    <dgm:cxn modelId="{974E3A8E-945A-4ADB-97A5-81A1B4DDBFBE}" type="presOf" srcId="{98E31296-E089-4AD2-B45F-2455F4B0046B}" destId="{C8BD0D52-EA53-4E2E-90F3-B929E87A1422}" srcOrd="0" destOrd="0" presId="urn:microsoft.com/office/officeart/2008/layout/LinedList"/>
    <dgm:cxn modelId="{D27A30BC-D6D2-4299-AAC1-F22BC693A4C2}" type="presOf" srcId="{E3C4F66A-7519-4E0B-B9E6-A334EAE59E65}" destId="{7AA0D7E9-31FC-44CF-A5E8-CE881F0D5376}" srcOrd="0" destOrd="0" presId="urn:microsoft.com/office/officeart/2008/layout/LinedList"/>
    <dgm:cxn modelId="{87870AD7-AB82-4D6C-9B89-CA4479244CC9}" srcId="{72FC8D4C-8A34-4711-A742-FE25E6027CA7}" destId="{48514962-B7F9-44FF-A976-428C36432E2B}" srcOrd="2" destOrd="0" parTransId="{7E757926-A1E1-43B7-AABE-D791761A7A6B}" sibTransId="{59C338FB-7FEB-4A24-BC6C-28BB33E91889}"/>
    <dgm:cxn modelId="{CEB142D7-BD1F-486A-96AB-09BD6192AAA7}" srcId="{72FC8D4C-8A34-4711-A742-FE25E6027CA7}" destId="{052567A3-283B-43AB-9D08-8665DA703782}" srcOrd="4" destOrd="0" parTransId="{DA9FE2E1-DB21-4EC5-A412-0E6AA332AD38}" sibTransId="{4271A3A0-5D5B-456B-A0B2-494538AF32D4}"/>
    <dgm:cxn modelId="{A52F94E3-85EB-45BA-B7B3-99C354C2B61D}" type="presOf" srcId="{72FC8D4C-8A34-4711-A742-FE25E6027CA7}" destId="{9F4E75D4-E678-4D7A-90D7-5D7CABFD2A27}" srcOrd="0" destOrd="0" presId="urn:microsoft.com/office/officeart/2008/layout/LinedList"/>
    <dgm:cxn modelId="{93962BE4-BCD8-44A4-8995-A1493039E39D}" srcId="{72FC8D4C-8A34-4711-A742-FE25E6027CA7}" destId="{E3C4F66A-7519-4E0B-B9E6-A334EAE59E65}" srcOrd="6" destOrd="0" parTransId="{5F0A2BB6-2EA2-4F49-BAFA-F1E4A5BC389C}" sibTransId="{E1D394A5-05B0-44CD-9F0A-26D3DA4FF436}"/>
    <dgm:cxn modelId="{3090C2FF-8654-42D3-9574-49A35A3658F1}" srcId="{72FC8D4C-8A34-4711-A742-FE25E6027CA7}" destId="{195ED073-3E67-4681-9064-378372E1FE7B}" srcOrd="5" destOrd="0" parTransId="{6C9A7D0D-DD5F-4615-B1B5-EC73E020252B}" sibTransId="{CEEBCD64-035A-4AC8-847B-272E1C2E6C48}"/>
    <dgm:cxn modelId="{62A86DEC-EC41-49EB-A46B-223CD4D8A74A}" type="presParOf" srcId="{9F4E75D4-E678-4D7A-90D7-5D7CABFD2A27}" destId="{E9CB4A76-4A14-4382-AAF5-C6B32CD25B4B}" srcOrd="0" destOrd="0" presId="urn:microsoft.com/office/officeart/2008/layout/LinedList"/>
    <dgm:cxn modelId="{9BE80670-DE80-4D77-8FEE-52BCA10C5A40}" type="presParOf" srcId="{9F4E75D4-E678-4D7A-90D7-5D7CABFD2A27}" destId="{6B483C8F-0CBC-4686-8BC8-02192CBE1255}" srcOrd="1" destOrd="0" presId="urn:microsoft.com/office/officeart/2008/layout/LinedList"/>
    <dgm:cxn modelId="{0D3BFCFA-9755-443F-9C2D-C0DF60D50760}" type="presParOf" srcId="{6B483C8F-0CBC-4686-8BC8-02192CBE1255}" destId="{C8BD0D52-EA53-4E2E-90F3-B929E87A1422}" srcOrd="0" destOrd="0" presId="urn:microsoft.com/office/officeart/2008/layout/LinedList"/>
    <dgm:cxn modelId="{20741045-A349-41B9-8B3A-1EF0774857DA}" type="presParOf" srcId="{6B483C8F-0CBC-4686-8BC8-02192CBE1255}" destId="{6A60680E-EC3B-4442-9C37-FD8404D7500A}" srcOrd="1" destOrd="0" presId="urn:microsoft.com/office/officeart/2008/layout/LinedList"/>
    <dgm:cxn modelId="{C0348603-25EA-4F88-86A6-9E660897B1E5}" type="presParOf" srcId="{9F4E75D4-E678-4D7A-90D7-5D7CABFD2A27}" destId="{096497A6-584C-48EC-A1B5-CA7B19965DCF}" srcOrd="2" destOrd="0" presId="urn:microsoft.com/office/officeart/2008/layout/LinedList"/>
    <dgm:cxn modelId="{9AA5C390-1F10-41FB-B5E3-8EE970AF12A8}" type="presParOf" srcId="{9F4E75D4-E678-4D7A-90D7-5D7CABFD2A27}" destId="{247EE90C-051F-4B16-B03A-88B8F860E4B2}" srcOrd="3" destOrd="0" presId="urn:microsoft.com/office/officeart/2008/layout/LinedList"/>
    <dgm:cxn modelId="{1389D1E9-7B79-452C-A9A2-CBFBB2420D20}" type="presParOf" srcId="{247EE90C-051F-4B16-B03A-88B8F860E4B2}" destId="{7904EB22-608B-4182-AB0F-C94BA013BAE3}" srcOrd="0" destOrd="0" presId="urn:microsoft.com/office/officeart/2008/layout/LinedList"/>
    <dgm:cxn modelId="{A372E49C-55C0-4F47-B09D-A00D7B48DD00}" type="presParOf" srcId="{247EE90C-051F-4B16-B03A-88B8F860E4B2}" destId="{3BF7301C-7987-477E-A991-AF78DACBA176}" srcOrd="1" destOrd="0" presId="urn:microsoft.com/office/officeart/2008/layout/LinedList"/>
    <dgm:cxn modelId="{C5393A57-6F50-4000-9F21-90B8803D1D13}" type="presParOf" srcId="{9F4E75D4-E678-4D7A-90D7-5D7CABFD2A27}" destId="{D718035F-D1C4-4985-8711-E245A276B2EC}" srcOrd="4" destOrd="0" presId="urn:microsoft.com/office/officeart/2008/layout/LinedList"/>
    <dgm:cxn modelId="{A3D96733-FEFA-454C-839D-76781072E2A0}" type="presParOf" srcId="{9F4E75D4-E678-4D7A-90D7-5D7CABFD2A27}" destId="{A15352C2-05E0-49FA-84F6-9669A94D7A8B}" srcOrd="5" destOrd="0" presId="urn:microsoft.com/office/officeart/2008/layout/LinedList"/>
    <dgm:cxn modelId="{37E7557C-525C-4DAA-9C30-70CD93741707}" type="presParOf" srcId="{A15352C2-05E0-49FA-84F6-9669A94D7A8B}" destId="{0924C2C3-6664-43FD-B484-310A06950073}" srcOrd="0" destOrd="0" presId="urn:microsoft.com/office/officeart/2008/layout/LinedList"/>
    <dgm:cxn modelId="{42BBA05E-D126-4617-9765-7E2ADA8E173D}" type="presParOf" srcId="{A15352C2-05E0-49FA-84F6-9669A94D7A8B}" destId="{07D590CE-EF12-4DD0-BE3A-45F95C40D53E}" srcOrd="1" destOrd="0" presId="urn:microsoft.com/office/officeart/2008/layout/LinedList"/>
    <dgm:cxn modelId="{B463D31B-70E1-4323-930E-6E8042DD794F}" type="presParOf" srcId="{9F4E75D4-E678-4D7A-90D7-5D7CABFD2A27}" destId="{AA906E2C-0B57-42AA-A67D-F1C4DAD785FA}" srcOrd="6" destOrd="0" presId="urn:microsoft.com/office/officeart/2008/layout/LinedList"/>
    <dgm:cxn modelId="{86B9FD07-98EE-4DE5-BA5F-1CDE36A2E707}" type="presParOf" srcId="{9F4E75D4-E678-4D7A-90D7-5D7CABFD2A27}" destId="{DF4ACA60-BF49-4D84-8AEC-99FAA7737D32}" srcOrd="7" destOrd="0" presId="urn:microsoft.com/office/officeart/2008/layout/LinedList"/>
    <dgm:cxn modelId="{E57F9B36-8D85-41B6-A4B1-A2C846122E9D}" type="presParOf" srcId="{DF4ACA60-BF49-4D84-8AEC-99FAA7737D32}" destId="{C6E32FEF-74E2-4490-BC72-7B54281D5F8C}" srcOrd="0" destOrd="0" presId="urn:microsoft.com/office/officeart/2008/layout/LinedList"/>
    <dgm:cxn modelId="{40F1B49E-0D5A-433A-86DA-3B30F0CA2FD7}" type="presParOf" srcId="{DF4ACA60-BF49-4D84-8AEC-99FAA7737D32}" destId="{92E63B38-B1E1-4C27-9B1E-101E13E882DB}" srcOrd="1" destOrd="0" presId="urn:microsoft.com/office/officeart/2008/layout/LinedList"/>
    <dgm:cxn modelId="{9552C7F3-7A8F-463F-8931-4E9286B10CCE}" type="presParOf" srcId="{9F4E75D4-E678-4D7A-90D7-5D7CABFD2A27}" destId="{50C56540-730E-4F5B-A75D-42BCEADFD290}" srcOrd="8" destOrd="0" presId="urn:microsoft.com/office/officeart/2008/layout/LinedList"/>
    <dgm:cxn modelId="{A33517C2-561D-4A8F-9B2D-404E035EAF4C}" type="presParOf" srcId="{9F4E75D4-E678-4D7A-90D7-5D7CABFD2A27}" destId="{99D0508F-3025-4979-9BF6-60A9D187C5F2}" srcOrd="9" destOrd="0" presId="urn:microsoft.com/office/officeart/2008/layout/LinedList"/>
    <dgm:cxn modelId="{F6133BD1-E330-438C-9F25-B8861F139FFA}" type="presParOf" srcId="{99D0508F-3025-4979-9BF6-60A9D187C5F2}" destId="{FA22DBFD-38EA-46EF-A324-2FB006C6ACE7}" srcOrd="0" destOrd="0" presId="urn:microsoft.com/office/officeart/2008/layout/LinedList"/>
    <dgm:cxn modelId="{13707EF4-D48F-48BC-A745-02465C57C1B8}" type="presParOf" srcId="{99D0508F-3025-4979-9BF6-60A9D187C5F2}" destId="{660F727F-D067-4DC8-ACF7-56557F78F31F}" srcOrd="1" destOrd="0" presId="urn:microsoft.com/office/officeart/2008/layout/LinedList"/>
    <dgm:cxn modelId="{9CBDFB46-E348-453A-A24D-02B991DE75F3}" type="presParOf" srcId="{9F4E75D4-E678-4D7A-90D7-5D7CABFD2A27}" destId="{71A6F3DE-6E05-4D1B-B4A6-5085B27B8711}" srcOrd="10" destOrd="0" presId="urn:microsoft.com/office/officeart/2008/layout/LinedList"/>
    <dgm:cxn modelId="{7BC98827-9EE7-4CC8-8748-F318BFB4EA48}" type="presParOf" srcId="{9F4E75D4-E678-4D7A-90D7-5D7CABFD2A27}" destId="{6CD1E296-79FC-4896-B797-6176BF0A70E6}" srcOrd="11" destOrd="0" presId="urn:microsoft.com/office/officeart/2008/layout/LinedList"/>
    <dgm:cxn modelId="{CFA317E0-04D1-4B6F-9218-E1490216D5CB}" type="presParOf" srcId="{6CD1E296-79FC-4896-B797-6176BF0A70E6}" destId="{25B1804F-697E-4196-A7F7-E44DC4755FBC}" srcOrd="0" destOrd="0" presId="urn:microsoft.com/office/officeart/2008/layout/LinedList"/>
    <dgm:cxn modelId="{8CF52A7E-1B37-48FF-9489-A9D3383F59B8}" type="presParOf" srcId="{6CD1E296-79FC-4896-B797-6176BF0A70E6}" destId="{BDC3A05B-08DB-48F1-9910-6382FAD16649}" srcOrd="1" destOrd="0" presId="urn:microsoft.com/office/officeart/2008/layout/LinedList"/>
    <dgm:cxn modelId="{98716303-93EF-430E-A5FA-C0E1660A36FB}" type="presParOf" srcId="{9F4E75D4-E678-4D7A-90D7-5D7CABFD2A27}" destId="{2FE076A4-939A-44B2-ABFB-61CC0B772432}" srcOrd="12" destOrd="0" presId="urn:microsoft.com/office/officeart/2008/layout/LinedList"/>
    <dgm:cxn modelId="{FC7B613A-A4C8-42FE-B8A7-3FD4F8B1DC08}" type="presParOf" srcId="{9F4E75D4-E678-4D7A-90D7-5D7CABFD2A27}" destId="{5BEC85DC-EC86-44B8-A2A0-9F8A80BCC2EF}" srcOrd="13" destOrd="0" presId="urn:microsoft.com/office/officeart/2008/layout/LinedList"/>
    <dgm:cxn modelId="{5AABBAA4-30F9-4EF5-AB94-F0146D1FBD3A}" type="presParOf" srcId="{5BEC85DC-EC86-44B8-A2A0-9F8A80BCC2EF}" destId="{7AA0D7E9-31FC-44CF-A5E8-CE881F0D5376}" srcOrd="0" destOrd="0" presId="urn:microsoft.com/office/officeart/2008/layout/LinedList"/>
    <dgm:cxn modelId="{BEA8C7B2-272D-478C-8AC0-8CFADF71FD65}" type="presParOf" srcId="{5BEC85DC-EC86-44B8-A2A0-9F8A80BCC2EF}" destId="{08D94617-9E21-4956-B3E6-40C8D450408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6AA7DFF-6AE1-4C93-B86B-A9B976E26384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601F2FE4-FEF9-4184-964B-87B354E71F1D}">
      <dgm:prSet/>
      <dgm:spPr/>
      <dgm:t>
        <a:bodyPr/>
        <a:lstStyle/>
        <a:p>
          <a:r>
            <a:rPr lang="en-US"/>
            <a:t>Las entidades deben:</a:t>
          </a:r>
        </a:p>
      </dgm:t>
    </dgm:pt>
    <dgm:pt modelId="{AE2E5230-2D44-4252-8364-A18A64F5E3D6}" type="parTrans" cxnId="{83999CAC-BB3A-4320-AC48-51E0E301B862}">
      <dgm:prSet/>
      <dgm:spPr/>
      <dgm:t>
        <a:bodyPr/>
        <a:lstStyle/>
        <a:p>
          <a:endParaRPr lang="en-US"/>
        </a:p>
      </dgm:t>
    </dgm:pt>
    <dgm:pt modelId="{7793C89A-BDF6-4817-95B8-5A412E51C350}" type="sibTrans" cxnId="{83999CAC-BB3A-4320-AC48-51E0E301B862}">
      <dgm:prSet/>
      <dgm:spPr/>
      <dgm:t>
        <a:bodyPr/>
        <a:lstStyle/>
        <a:p>
          <a:endParaRPr lang="en-US"/>
        </a:p>
      </dgm:t>
    </dgm:pt>
    <dgm:pt modelId="{5F872891-4D1D-426D-9024-1387CD5DB0F2}">
      <dgm:prSet/>
      <dgm:spPr/>
      <dgm:t>
        <a:bodyPr/>
        <a:lstStyle/>
        <a:p>
          <a:r>
            <a:rPr lang="en-US"/>
            <a:t>- Adoptar medidas técnicas y organizativas adecuadas</a:t>
          </a:r>
        </a:p>
      </dgm:t>
    </dgm:pt>
    <dgm:pt modelId="{AC5D8838-473C-4865-8885-7614CA689493}" type="parTrans" cxnId="{64B06A82-758B-40A3-B3B2-98504D0174BE}">
      <dgm:prSet/>
      <dgm:spPr/>
      <dgm:t>
        <a:bodyPr/>
        <a:lstStyle/>
        <a:p>
          <a:endParaRPr lang="en-US"/>
        </a:p>
      </dgm:t>
    </dgm:pt>
    <dgm:pt modelId="{BF97A33F-90A1-48E2-BC88-356C234A12B8}" type="sibTrans" cxnId="{64B06A82-758B-40A3-B3B2-98504D0174BE}">
      <dgm:prSet/>
      <dgm:spPr/>
      <dgm:t>
        <a:bodyPr/>
        <a:lstStyle/>
        <a:p>
          <a:endParaRPr lang="en-US"/>
        </a:p>
      </dgm:t>
    </dgm:pt>
    <dgm:pt modelId="{52F3D239-4274-4397-B19E-8C3888D84640}">
      <dgm:prSet/>
      <dgm:spPr/>
      <dgm:t>
        <a:bodyPr/>
        <a:lstStyle/>
        <a:p>
          <a:r>
            <a:rPr lang="en-US"/>
            <a:t>- Documentar sus procesos</a:t>
          </a:r>
        </a:p>
      </dgm:t>
    </dgm:pt>
    <dgm:pt modelId="{975E08BB-F1B3-4139-9189-2F16162FE6CF}" type="parTrans" cxnId="{EFD83090-10BE-428C-A3C3-C24BCCC7CF3A}">
      <dgm:prSet/>
      <dgm:spPr/>
      <dgm:t>
        <a:bodyPr/>
        <a:lstStyle/>
        <a:p>
          <a:endParaRPr lang="en-US"/>
        </a:p>
      </dgm:t>
    </dgm:pt>
    <dgm:pt modelId="{F17AAFBC-F5B5-49DD-A200-4D7F8276663F}" type="sibTrans" cxnId="{EFD83090-10BE-428C-A3C3-C24BCCC7CF3A}">
      <dgm:prSet/>
      <dgm:spPr/>
      <dgm:t>
        <a:bodyPr/>
        <a:lstStyle/>
        <a:p>
          <a:endParaRPr lang="en-US"/>
        </a:p>
      </dgm:t>
    </dgm:pt>
    <dgm:pt modelId="{512570F9-B53A-4763-885A-D50C348E4821}">
      <dgm:prSet/>
      <dgm:spPr/>
      <dgm:t>
        <a:bodyPr/>
        <a:lstStyle/>
        <a:p>
          <a:r>
            <a:rPr lang="en-US"/>
            <a:t>- Evaluar riesgos</a:t>
          </a:r>
        </a:p>
      </dgm:t>
    </dgm:pt>
    <dgm:pt modelId="{432D7BAC-7F78-4DF7-8332-5AD1ED002E4B}" type="parTrans" cxnId="{82A7AEFB-8CE1-4804-BF01-41DA13A3A975}">
      <dgm:prSet/>
      <dgm:spPr/>
      <dgm:t>
        <a:bodyPr/>
        <a:lstStyle/>
        <a:p>
          <a:endParaRPr lang="en-US"/>
        </a:p>
      </dgm:t>
    </dgm:pt>
    <dgm:pt modelId="{1FA25EA5-5D1A-49DA-AD51-74167F1EDEB0}" type="sibTrans" cxnId="{82A7AEFB-8CE1-4804-BF01-41DA13A3A975}">
      <dgm:prSet/>
      <dgm:spPr/>
      <dgm:t>
        <a:bodyPr/>
        <a:lstStyle/>
        <a:p>
          <a:endParaRPr lang="en-US"/>
        </a:p>
      </dgm:t>
    </dgm:pt>
    <dgm:pt modelId="{88BE97C3-67E2-4657-A8CB-100BA23FB9CA}">
      <dgm:prSet/>
      <dgm:spPr/>
      <dgm:t>
        <a:bodyPr/>
        <a:lstStyle/>
        <a:p>
          <a:r>
            <a:rPr lang="en-US"/>
            <a:t>- Designar DPD si es necesario</a:t>
          </a:r>
        </a:p>
      </dgm:t>
    </dgm:pt>
    <dgm:pt modelId="{7202885E-4B73-43A7-858B-AA184BA307A6}" type="parTrans" cxnId="{072C5B90-F0EC-44D9-9237-C1A3ACFCD268}">
      <dgm:prSet/>
      <dgm:spPr/>
      <dgm:t>
        <a:bodyPr/>
        <a:lstStyle/>
        <a:p>
          <a:endParaRPr lang="en-US"/>
        </a:p>
      </dgm:t>
    </dgm:pt>
    <dgm:pt modelId="{1A7ED8D7-2743-428D-A0FE-5683092B72D8}" type="sibTrans" cxnId="{072C5B90-F0EC-44D9-9237-C1A3ACFCD268}">
      <dgm:prSet/>
      <dgm:spPr/>
      <dgm:t>
        <a:bodyPr/>
        <a:lstStyle/>
        <a:p>
          <a:endParaRPr lang="en-US"/>
        </a:p>
      </dgm:t>
    </dgm:pt>
    <dgm:pt modelId="{F213082F-7381-4D4F-B990-911DDBDF2787}" type="pres">
      <dgm:prSet presAssocID="{06AA7DFF-6AE1-4C93-B86B-A9B976E26384}" presName="vert0" presStyleCnt="0">
        <dgm:presLayoutVars>
          <dgm:dir/>
          <dgm:animOne val="branch"/>
          <dgm:animLvl val="lvl"/>
        </dgm:presLayoutVars>
      </dgm:prSet>
      <dgm:spPr/>
    </dgm:pt>
    <dgm:pt modelId="{D6EE8885-6213-43A8-A245-BBA1C4D59375}" type="pres">
      <dgm:prSet presAssocID="{601F2FE4-FEF9-4184-964B-87B354E71F1D}" presName="thickLine" presStyleLbl="alignNode1" presStyleIdx="0" presStyleCnt="5"/>
      <dgm:spPr/>
    </dgm:pt>
    <dgm:pt modelId="{8AAE6D4B-5023-4A7D-8545-3F0FEC35FE6C}" type="pres">
      <dgm:prSet presAssocID="{601F2FE4-FEF9-4184-964B-87B354E71F1D}" presName="horz1" presStyleCnt="0"/>
      <dgm:spPr/>
    </dgm:pt>
    <dgm:pt modelId="{3FB07B20-6C4A-4EBC-AC26-5D0B19386B4F}" type="pres">
      <dgm:prSet presAssocID="{601F2FE4-FEF9-4184-964B-87B354E71F1D}" presName="tx1" presStyleLbl="revTx" presStyleIdx="0" presStyleCnt="5"/>
      <dgm:spPr/>
    </dgm:pt>
    <dgm:pt modelId="{1C4D6D94-0F96-48F4-A588-5558AE2CEFBE}" type="pres">
      <dgm:prSet presAssocID="{601F2FE4-FEF9-4184-964B-87B354E71F1D}" presName="vert1" presStyleCnt="0"/>
      <dgm:spPr/>
    </dgm:pt>
    <dgm:pt modelId="{16F39AD5-8AD7-4FAA-9D8D-8631A685D37B}" type="pres">
      <dgm:prSet presAssocID="{5F872891-4D1D-426D-9024-1387CD5DB0F2}" presName="thickLine" presStyleLbl="alignNode1" presStyleIdx="1" presStyleCnt="5"/>
      <dgm:spPr/>
    </dgm:pt>
    <dgm:pt modelId="{4817ED8A-147F-4A8E-8C83-68EDA30DA9C4}" type="pres">
      <dgm:prSet presAssocID="{5F872891-4D1D-426D-9024-1387CD5DB0F2}" presName="horz1" presStyleCnt="0"/>
      <dgm:spPr/>
    </dgm:pt>
    <dgm:pt modelId="{C0785870-31DC-44C2-9567-F8903622321A}" type="pres">
      <dgm:prSet presAssocID="{5F872891-4D1D-426D-9024-1387CD5DB0F2}" presName="tx1" presStyleLbl="revTx" presStyleIdx="1" presStyleCnt="5"/>
      <dgm:spPr/>
    </dgm:pt>
    <dgm:pt modelId="{2649EE52-E1A7-4E95-A656-FCEFB00F7DDE}" type="pres">
      <dgm:prSet presAssocID="{5F872891-4D1D-426D-9024-1387CD5DB0F2}" presName="vert1" presStyleCnt="0"/>
      <dgm:spPr/>
    </dgm:pt>
    <dgm:pt modelId="{6E8B1F6D-E155-4E00-B0AC-1284FA73C884}" type="pres">
      <dgm:prSet presAssocID="{52F3D239-4274-4397-B19E-8C3888D84640}" presName="thickLine" presStyleLbl="alignNode1" presStyleIdx="2" presStyleCnt="5"/>
      <dgm:spPr/>
    </dgm:pt>
    <dgm:pt modelId="{97E5772C-1F04-4D5D-A6A1-1FA527DB9DA0}" type="pres">
      <dgm:prSet presAssocID="{52F3D239-4274-4397-B19E-8C3888D84640}" presName="horz1" presStyleCnt="0"/>
      <dgm:spPr/>
    </dgm:pt>
    <dgm:pt modelId="{5AF9B8F1-38A6-45B6-8876-E2DD7A84A478}" type="pres">
      <dgm:prSet presAssocID="{52F3D239-4274-4397-B19E-8C3888D84640}" presName="tx1" presStyleLbl="revTx" presStyleIdx="2" presStyleCnt="5"/>
      <dgm:spPr/>
    </dgm:pt>
    <dgm:pt modelId="{67F8B748-E5C8-4875-B8F7-7CBF37A8E4C4}" type="pres">
      <dgm:prSet presAssocID="{52F3D239-4274-4397-B19E-8C3888D84640}" presName="vert1" presStyleCnt="0"/>
      <dgm:spPr/>
    </dgm:pt>
    <dgm:pt modelId="{AB5112AA-D3AD-456F-A651-28F6595D4FE1}" type="pres">
      <dgm:prSet presAssocID="{512570F9-B53A-4763-885A-D50C348E4821}" presName="thickLine" presStyleLbl="alignNode1" presStyleIdx="3" presStyleCnt="5"/>
      <dgm:spPr/>
    </dgm:pt>
    <dgm:pt modelId="{0408B389-A277-4E2B-ADCE-DD3F3BC098ED}" type="pres">
      <dgm:prSet presAssocID="{512570F9-B53A-4763-885A-D50C348E4821}" presName="horz1" presStyleCnt="0"/>
      <dgm:spPr/>
    </dgm:pt>
    <dgm:pt modelId="{39B53B46-0C17-4229-B740-829619036063}" type="pres">
      <dgm:prSet presAssocID="{512570F9-B53A-4763-885A-D50C348E4821}" presName="tx1" presStyleLbl="revTx" presStyleIdx="3" presStyleCnt="5"/>
      <dgm:spPr/>
    </dgm:pt>
    <dgm:pt modelId="{323C773B-23DC-46AE-A526-8325E82F41DF}" type="pres">
      <dgm:prSet presAssocID="{512570F9-B53A-4763-885A-D50C348E4821}" presName="vert1" presStyleCnt="0"/>
      <dgm:spPr/>
    </dgm:pt>
    <dgm:pt modelId="{CBDFBC4C-9556-4911-873B-0685237BEC84}" type="pres">
      <dgm:prSet presAssocID="{88BE97C3-67E2-4657-A8CB-100BA23FB9CA}" presName="thickLine" presStyleLbl="alignNode1" presStyleIdx="4" presStyleCnt="5"/>
      <dgm:spPr/>
    </dgm:pt>
    <dgm:pt modelId="{EB32E865-FE57-4412-90DF-4993F566AC93}" type="pres">
      <dgm:prSet presAssocID="{88BE97C3-67E2-4657-A8CB-100BA23FB9CA}" presName="horz1" presStyleCnt="0"/>
      <dgm:spPr/>
    </dgm:pt>
    <dgm:pt modelId="{57272181-1ACB-48D0-9F72-3950372BAE6B}" type="pres">
      <dgm:prSet presAssocID="{88BE97C3-67E2-4657-A8CB-100BA23FB9CA}" presName="tx1" presStyleLbl="revTx" presStyleIdx="4" presStyleCnt="5"/>
      <dgm:spPr/>
    </dgm:pt>
    <dgm:pt modelId="{44F1B625-F71E-419D-B5ED-450B5DD103F4}" type="pres">
      <dgm:prSet presAssocID="{88BE97C3-67E2-4657-A8CB-100BA23FB9CA}" presName="vert1" presStyleCnt="0"/>
      <dgm:spPr/>
    </dgm:pt>
  </dgm:ptLst>
  <dgm:cxnLst>
    <dgm:cxn modelId="{7C6B0A03-E327-440A-81E8-27BBECA0345B}" type="presOf" srcId="{601F2FE4-FEF9-4184-964B-87B354E71F1D}" destId="{3FB07B20-6C4A-4EBC-AC26-5D0B19386B4F}" srcOrd="0" destOrd="0" presId="urn:microsoft.com/office/officeart/2008/layout/LinedList"/>
    <dgm:cxn modelId="{F69D345E-0E5A-40EE-B56C-C25C6CA98E2A}" type="presOf" srcId="{88BE97C3-67E2-4657-A8CB-100BA23FB9CA}" destId="{57272181-1ACB-48D0-9F72-3950372BAE6B}" srcOrd="0" destOrd="0" presId="urn:microsoft.com/office/officeart/2008/layout/LinedList"/>
    <dgm:cxn modelId="{2CCE2466-64CD-4ECC-B435-729565481F30}" type="presOf" srcId="{06AA7DFF-6AE1-4C93-B86B-A9B976E26384}" destId="{F213082F-7381-4D4F-B990-911DDBDF2787}" srcOrd="0" destOrd="0" presId="urn:microsoft.com/office/officeart/2008/layout/LinedList"/>
    <dgm:cxn modelId="{64B06A82-758B-40A3-B3B2-98504D0174BE}" srcId="{06AA7DFF-6AE1-4C93-B86B-A9B976E26384}" destId="{5F872891-4D1D-426D-9024-1387CD5DB0F2}" srcOrd="1" destOrd="0" parTransId="{AC5D8838-473C-4865-8885-7614CA689493}" sibTransId="{BF97A33F-90A1-48E2-BC88-356C234A12B8}"/>
    <dgm:cxn modelId="{EFD83090-10BE-428C-A3C3-C24BCCC7CF3A}" srcId="{06AA7DFF-6AE1-4C93-B86B-A9B976E26384}" destId="{52F3D239-4274-4397-B19E-8C3888D84640}" srcOrd="2" destOrd="0" parTransId="{975E08BB-F1B3-4139-9189-2F16162FE6CF}" sibTransId="{F17AAFBC-F5B5-49DD-A200-4D7F8276663F}"/>
    <dgm:cxn modelId="{072C5B90-F0EC-44D9-9237-C1A3ACFCD268}" srcId="{06AA7DFF-6AE1-4C93-B86B-A9B976E26384}" destId="{88BE97C3-67E2-4657-A8CB-100BA23FB9CA}" srcOrd="4" destOrd="0" parTransId="{7202885E-4B73-43A7-858B-AA184BA307A6}" sibTransId="{1A7ED8D7-2743-428D-A0FE-5683092B72D8}"/>
    <dgm:cxn modelId="{83999CAC-BB3A-4320-AC48-51E0E301B862}" srcId="{06AA7DFF-6AE1-4C93-B86B-A9B976E26384}" destId="{601F2FE4-FEF9-4184-964B-87B354E71F1D}" srcOrd="0" destOrd="0" parTransId="{AE2E5230-2D44-4252-8364-A18A64F5E3D6}" sibTransId="{7793C89A-BDF6-4817-95B8-5A412E51C350}"/>
    <dgm:cxn modelId="{B5B4DDE4-584F-445B-B19C-F7A97D820DA6}" type="presOf" srcId="{512570F9-B53A-4763-885A-D50C348E4821}" destId="{39B53B46-0C17-4229-B740-829619036063}" srcOrd="0" destOrd="0" presId="urn:microsoft.com/office/officeart/2008/layout/LinedList"/>
    <dgm:cxn modelId="{B36E74F2-AB28-4B7A-BEAD-1DB38D0CB523}" type="presOf" srcId="{52F3D239-4274-4397-B19E-8C3888D84640}" destId="{5AF9B8F1-38A6-45B6-8876-E2DD7A84A478}" srcOrd="0" destOrd="0" presId="urn:microsoft.com/office/officeart/2008/layout/LinedList"/>
    <dgm:cxn modelId="{D0B3CAF8-9619-427F-81F0-2069CB82F492}" type="presOf" srcId="{5F872891-4D1D-426D-9024-1387CD5DB0F2}" destId="{C0785870-31DC-44C2-9567-F8903622321A}" srcOrd="0" destOrd="0" presId="urn:microsoft.com/office/officeart/2008/layout/LinedList"/>
    <dgm:cxn modelId="{82A7AEFB-8CE1-4804-BF01-41DA13A3A975}" srcId="{06AA7DFF-6AE1-4C93-B86B-A9B976E26384}" destId="{512570F9-B53A-4763-885A-D50C348E4821}" srcOrd="3" destOrd="0" parTransId="{432D7BAC-7F78-4DF7-8332-5AD1ED002E4B}" sibTransId="{1FA25EA5-5D1A-49DA-AD51-74167F1EDEB0}"/>
    <dgm:cxn modelId="{5FDDE89D-C2E3-41EC-8B05-67F542C83664}" type="presParOf" srcId="{F213082F-7381-4D4F-B990-911DDBDF2787}" destId="{D6EE8885-6213-43A8-A245-BBA1C4D59375}" srcOrd="0" destOrd="0" presId="urn:microsoft.com/office/officeart/2008/layout/LinedList"/>
    <dgm:cxn modelId="{0C86C0FB-953C-4A0E-AA6A-693E42DE1A53}" type="presParOf" srcId="{F213082F-7381-4D4F-B990-911DDBDF2787}" destId="{8AAE6D4B-5023-4A7D-8545-3F0FEC35FE6C}" srcOrd="1" destOrd="0" presId="urn:microsoft.com/office/officeart/2008/layout/LinedList"/>
    <dgm:cxn modelId="{5C2AF90E-4DB8-4389-9059-A3060A3DCD69}" type="presParOf" srcId="{8AAE6D4B-5023-4A7D-8545-3F0FEC35FE6C}" destId="{3FB07B20-6C4A-4EBC-AC26-5D0B19386B4F}" srcOrd="0" destOrd="0" presId="urn:microsoft.com/office/officeart/2008/layout/LinedList"/>
    <dgm:cxn modelId="{24542203-AC25-4352-839B-CB0B8FEE03A4}" type="presParOf" srcId="{8AAE6D4B-5023-4A7D-8545-3F0FEC35FE6C}" destId="{1C4D6D94-0F96-48F4-A588-5558AE2CEFBE}" srcOrd="1" destOrd="0" presId="urn:microsoft.com/office/officeart/2008/layout/LinedList"/>
    <dgm:cxn modelId="{72B5F3C7-873F-42EC-A611-131EAFF36B7D}" type="presParOf" srcId="{F213082F-7381-4D4F-B990-911DDBDF2787}" destId="{16F39AD5-8AD7-4FAA-9D8D-8631A685D37B}" srcOrd="2" destOrd="0" presId="urn:microsoft.com/office/officeart/2008/layout/LinedList"/>
    <dgm:cxn modelId="{C3682042-D205-43F5-99FD-4D13B5706548}" type="presParOf" srcId="{F213082F-7381-4D4F-B990-911DDBDF2787}" destId="{4817ED8A-147F-4A8E-8C83-68EDA30DA9C4}" srcOrd="3" destOrd="0" presId="urn:microsoft.com/office/officeart/2008/layout/LinedList"/>
    <dgm:cxn modelId="{342D64B7-CF2B-47F9-B963-1E16E70F49B0}" type="presParOf" srcId="{4817ED8A-147F-4A8E-8C83-68EDA30DA9C4}" destId="{C0785870-31DC-44C2-9567-F8903622321A}" srcOrd="0" destOrd="0" presId="urn:microsoft.com/office/officeart/2008/layout/LinedList"/>
    <dgm:cxn modelId="{961DCA21-B3FE-4439-AD5F-3E15721B7BE1}" type="presParOf" srcId="{4817ED8A-147F-4A8E-8C83-68EDA30DA9C4}" destId="{2649EE52-E1A7-4E95-A656-FCEFB00F7DDE}" srcOrd="1" destOrd="0" presId="urn:microsoft.com/office/officeart/2008/layout/LinedList"/>
    <dgm:cxn modelId="{AEA78795-4448-4881-A8D0-F6F6F4066FB4}" type="presParOf" srcId="{F213082F-7381-4D4F-B990-911DDBDF2787}" destId="{6E8B1F6D-E155-4E00-B0AC-1284FA73C884}" srcOrd="4" destOrd="0" presId="urn:microsoft.com/office/officeart/2008/layout/LinedList"/>
    <dgm:cxn modelId="{EC745173-8492-4364-B29D-756D79A4EB91}" type="presParOf" srcId="{F213082F-7381-4D4F-B990-911DDBDF2787}" destId="{97E5772C-1F04-4D5D-A6A1-1FA527DB9DA0}" srcOrd="5" destOrd="0" presId="urn:microsoft.com/office/officeart/2008/layout/LinedList"/>
    <dgm:cxn modelId="{55640B99-B851-43CE-B355-7AE46F813955}" type="presParOf" srcId="{97E5772C-1F04-4D5D-A6A1-1FA527DB9DA0}" destId="{5AF9B8F1-38A6-45B6-8876-E2DD7A84A478}" srcOrd="0" destOrd="0" presId="urn:microsoft.com/office/officeart/2008/layout/LinedList"/>
    <dgm:cxn modelId="{59A9759E-9A85-4172-ACDE-A541667B8121}" type="presParOf" srcId="{97E5772C-1F04-4D5D-A6A1-1FA527DB9DA0}" destId="{67F8B748-E5C8-4875-B8F7-7CBF37A8E4C4}" srcOrd="1" destOrd="0" presId="urn:microsoft.com/office/officeart/2008/layout/LinedList"/>
    <dgm:cxn modelId="{AC3EC252-610E-444E-9B76-FE94E59E61E1}" type="presParOf" srcId="{F213082F-7381-4D4F-B990-911DDBDF2787}" destId="{AB5112AA-D3AD-456F-A651-28F6595D4FE1}" srcOrd="6" destOrd="0" presId="urn:microsoft.com/office/officeart/2008/layout/LinedList"/>
    <dgm:cxn modelId="{E358C2E5-A4EF-412D-96A2-2B19B2D0A1A9}" type="presParOf" srcId="{F213082F-7381-4D4F-B990-911DDBDF2787}" destId="{0408B389-A277-4E2B-ADCE-DD3F3BC098ED}" srcOrd="7" destOrd="0" presId="urn:microsoft.com/office/officeart/2008/layout/LinedList"/>
    <dgm:cxn modelId="{DEC768B9-25B9-4322-A0E7-E52681064AB9}" type="presParOf" srcId="{0408B389-A277-4E2B-ADCE-DD3F3BC098ED}" destId="{39B53B46-0C17-4229-B740-829619036063}" srcOrd="0" destOrd="0" presId="urn:microsoft.com/office/officeart/2008/layout/LinedList"/>
    <dgm:cxn modelId="{A3E512B5-D873-4ADD-A374-7DED6E91FA57}" type="presParOf" srcId="{0408B389-A277-4E2B-ADCE-DD3F3BC098ED}" destId="{323C773B-23DC-46AE-A526-8325E82F41DF}" srcOrd="1" destOrd="0" presId="urn:microsoft.com/office/officeart/2008/layout/LinedList"/>
    <dgm:cxn modelId="{C7EF5D57-F21D-47E9-98AE-3AF5C338BE2D}" type="presParOf" srcId="{F213082F-7381-4D4F-B990-911DDBDF2787}" destId="{CBDFBC4C-9556-4911-873B-0685237BEC84}" srcOrd="8" destOrd="0" presId="urn:microsoft.com/office/officeart/2008/layout/LinedList"/>
    <dgm:cxn modelId="{DFBD21F8-1864-41F6-A3F1-B62889D487E8}" type="presParOf" srcId="{F213082F-7381-4D4F-B990-911DDBDF2787}" destId="{EB32E865-FE57-4412-90DF-4993F566AC93}" srcOrd="9" destOrd="0" presId="urn:microsoft.com/office/officeart/2008/layout/LinedList"/>
    <dgm:cxn modelId="{15C0903B-57A8-4972-93E8-4396C2A6451D}" type="presParOf" srcId="{EB32E865-FE57-4412-90DF-4993F566AC93}" destId="{57272181-1ACB-48D0-9F72-3950372BAE6B}" srcOrd="0" destOrd="0" presId="urn:microsoft.com/office/officeart/2008/layout/LinedList"/>
    <dgm:cxn modelId="{099C9F3D-DB61-4A84-9FBE-F6CE714A33BB}" type="presParOf" srcId="{EB32E865-FE57-4412-90DF-4993F566AC93}" destId="{44F1B625-F71E-419D-B5ED-450B5DD103F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507BC7E-59F5-4F33-B310-F6F9BA17884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F9DFCE5-C362-42E2-B4DA-B731438E9445}">
      <dgm:prSet/>
      <dgm:spPr/>
      <dgm:t>
        <a:bodyPr/>
        <a:lstStyle/>
        <a:p>
          <a:r>
            <a:rPr lang="en-US"/>
            <a:t>- Obligatorio en administraciones públicas y entidades que manejen datos a gran escala.</a:t>
          </a:r>
        </a:p>
      </dgm:t>
    </dgm:pt>
    <dgm:pt modelId="{FED5896E-7F4B-448E-BDF7-D77F52938294}" type="parTrans" cxnId="{01B12EC1-1C1C-4ECA-B5C8-2CE1A4F1B017}">
      <dgm:prSet/>
      <dgm:spPr/>
      <dgm:t>
        <a:bodyPr/>
        <a:lstStyle/>
        <a:p>
          <a:endParaRPr lang="en-US"/>
        </a:p>
      </dgm:t>
    </dgm:pt>
    <dgm:pt modelId="{C67A0EE7-8F61-4A3C-9402-4B2C7434939E}" type="sibTrans" cxnId="{01B12EC1-1C1C-4ECA-B5C8-2CE1A4F1B017}">
      <dgm:prSet/>
      <dgm:spPr/>
      <dgm:t>
        <a:bodyPr/>
        <a:lstStyle/>
        <a:p>
          <a:endParaRPr lang="en-US"/>
        </a:p>
      </dgm:t>
    </dgm:pt>
    <dgm:pt modelId="{CB9675E1-D643-49EC-A343-5295881F449E}">
      <dgm:prSet/>
      <dgm:spPr/>
      <dgm:t>
        <a:bodyPr/>
        <a:lstStyle/>
        <a:p>
          <a:r>
            <a:rPr lang="en-US"/>
            <a:t>- Funciones: informar, supervisar, cooperar con la AEPD.</a:t>
          </a:r>
        </a:p>
      </dgm:t>
    </dgm:pt>
    <dgm:pt modelId="{FEB6EC83-1EE4-4901-971A-8134214B8CE2}" type="parTrans" cxnId="{2D37CD30-5C14-4280-B539-EE8325C03EF9}">
      <dgm:prSet/>
      <dgm:spPr/>
      <dgm:t>
        <a:bodyPr/>
        <a:lstStyle/>
        <a:p>
          <a:endParaRPr lang="en-US"/>
        </a:p>
      </dgm:t>
    </dgm:pt>
    <dgm:pt modelId="{7AE2B41C-EE30-43AA-A1BF-E1F6520E9925}" type="sibTrans" cxnId="{2D37CD30-5C14-4280-B539-EE8325C03EF9}">
      <dgm:prSet/>
      <dgm:spPr/>
      <dgm:t>
        <a:bodyPr/>
        <a:lstStyle/>
        <a:p>
          <a:endParaRPr lang="en-US"/>
        </a:p>
      </dgm:t>
    </dgm:pt>
    <dgm:pt modelId="{45B8BBB8-82BD-4F72-BE61-4366DCFCF5A8}" type="pres">
      <dgm:prSet presAssocID="{5507BC7E-59F5-4F33-B310-F6F9BA17884E}" presName="linear" presStyleCnt="0">
        <dgm:presLayoutVars>
          <dgm:animLvl val="lvl"/>
          <dgm:resizeHandles val="exact"/>
        </dgm:presLayoutVars>
      </dgm:prSet>
      <dgm:spPr/>
    </dgm:pt>
    <dgm:pt modelId="{1BD6D2BF-800C-4F5C-A13B-A575508D70ED}" type="pres">
      <dgm:prSet presAssocID="{8F9DFCE5-C362-42E2-B4DA-B731438E944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0559E9E-AD80-4307-8DA3-D9ED480C13D6}" type="pres">
      <dgm:prSet presAssocID="{C67A0EE7-8F61-4A3C-9402-4B2C7434939E}" presName="spacer" presStyleCnt="0"/>
      <dgm:spPr/>
    </dgm:pt>
    <dgm:pt modelId="{EDBC19B1-607E-4F81-804E-86466505CA51}" type="pres">
      <dgm:prSet presAssocID="{CB9675E1-D643-49EC-A343-5295881F449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D37CD30-5C14-4280-B539-EE8325C03EF9}" srcId="{5507BC7E-59F5-4F33-B310-F6F9BA17884E}" destId="{CB9675E1-D643-49EC-A343-5295881F449E}" srcOrd="1" destOrd="0" parTransId="{FEB6EC83-1EE4-4901-971A-8134214B8CE2}" sibTransId="{7AE2B41C-EE30-43AA-A1BF-E1F6520E9925}"/>
    <dgm:cxn modelId="{0AEA773B-81E1-4BC5-AAB5-DD697223B5D6}" type="presOf" srcId="{CB9675E1-D643-49EC-A343-5295881F449E}" destId="{EDBC19B1-607E-4F81-804E-86466505CA51}" srcOrd="0" destOrd="0" presId="urn:microsoft.com/office/officeart/2005/8/layout/vList2"/>
    <dgm:cxn modelId="{27F79EAC-6383-45DB-8AAA-98845E6FF753}" type="presOf" srcId="{5507BC7E-59F5-4F33-B310-F6F9BA17884E}" destId="{45B8BBB8-82BD-4F72-BE61-4366DCFCF5A8}" srcOrd="0" destOrd="0" presId="urn:microsoft.com/office/officeart/2005/8/layout/vList2"/>
    <dgm:cxn modelId="{9542AAAC-C103-4848-ACA4-FC958FD10DF5}" type="presOf" srcId="{8F9DFCE5-C362-42E2-B4DA-B731438E9445}" destId="{1BD6D2BF-800C-4F5C-A13B-A575508D70ED}" srcOrd="0" destOrd="0" presId="urn:microsoft.com/office/officeart/2005/8/layout/vList2"/>
    <dgm:cxn modelId="{01B12EC1-1C1C-4ECA-B5C8-2CE1A4F1B017}" srcId="{5507BC7E-59F5-4F33-B310-F6F9BA17884E}" destId="{8F9DFCE5-C362-42E2-B4DA-B731438E9445}" srcOrd="0" destOrd="0" parTransId="{FED5896E-7F4B-448E-BDF7-D77F52938294}" sibTransId="{C67A0EE7-8F61-4A3C-9402-4B2C7434939E}"/>
    <dgm:cxn modelId="{2CB3C1CC-F8AC-4BA5-8787-5EE92FF82EE0}" type="presParOf" srcId="{45B8BBB8-82BD-4F72-BE61-4366DCFCF5A8}" destId="{1BD6D2BF-800C-4F5C-A13B-A575508D70ED}" srcOrd="0" destOrd="0" presId="urn:microsoft.com/office/officeart/2005/8/layout/vList2"/>
    <dgm:cxn modelId="{474B6292-7D02-4F9A-A943-A0EE3FF2AD9A}" type="presParOf" srcId="{45B8BBB8-82BD-4F72-BE61-4366DCFCF5A8}" destId="{00559E9E-AD80-4307-8DA3-D9ED480C13D6}" srcOrd="1" destOrd="0" presId="urn:microsoft.com/office/officeart/2005/8/layout/vList2"/>
    <dgm:cxn modelId="{94A9ECEB-0153-4370-8026-13EC2E7D46D8}" type="presParOf" srcId="{45B8BBB8-82BD-4F72-BE61-4366DCFCF5A8}" destId="{EDBC19B1-607E-4F81-804E-86466505CA5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956D6E1-2CAF-47BF-B031-809D8684349B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AD522A61-B590-42D2-B49F-40745C49BAE8}">
      <dgm:prSet/>
      <dgm:spPr/>
      <dgm:t>
        <a:bodyPr/>
        <a:lstStyle/>
        <a:p>
          <a:r>
            <a:rPr lang="en-US"/>
            <a:t>Requeridas cuando el tratamiento pueda implicar alto riesgo:</a:t>
          </a:r>
        </a:p>
      </dgm:t>
    </dgm:pt>
    <dgm:pt modelId="{58E421FD-CBB0-4557-BD98-F2CB5ACA7221}" type="parTrans" cxnId="{38F07399-D9D3-4D60-BDE0-B42DF1F8AB1D}">
      <dgm:prSet/>
      <dgm:spPr/>
      <dgm:t>
        <a:bodyPr/>
        <a:lstStyle/>
        <a:p>
          <a:endParaRPr lang="en-US"/>
        </a:p>
      </dgm:t>
    </dgm:pt>
    <dgm:pt modelId="{4192CA74-C786-4831-B221-FD950801C8A6}" type="sibTrans" cxnId="{38F07399-D9D3-4D60-BDE0-B42DF1F8AB1D}">
      <dgm:prSet/>
      <dgm:spPr/>
      <dgm:t>
        <a:bodyPr/>
        <a:lstStyle/>
        <a:p>
          <a:endParaRPr lang="en-US"/>
        </a:p>
      </dgm:t>
    </dgm:pt>
    <dgm:pt modelId="{72C09FDB-2179-4214-BC4E-4C18B49E8622}">
      <dgm:prSet/>
      <dgm:spPr/>
      <dgm:t>
        <a:bodyPr/>
        <a:lstStyle/>
        <a:p>
          <a:r>
            <a:rPr lang="en-US"/>
            <a:t>- Nuevas tecnologías</a:t>
          </a:r>
        </a:p>
      </dgm:t>
    </dgm:pt>
    <dgm:pt modelId="{D62D0E44-4095-4D06-AB0F-28480EC74B68}" type="parTrans" cxnId="{A77F4B6A-D9F9-47C6-B33C-CA56A7DEEA3C}">
      <dgm:prSet/>
      <dgm:spPr/>
      <dgm:t>
        <a:bodyPr/>
        <a:lstStyle/>
        <a:p>
          <a:endParaRPr lang="en-US"/>
        </a:p>
      </dgm:t>
    </dgm:pt>
    <dgm:pt modelId="{37B799C8-C945-43D8-BB1B-9B6C080434B2}" type="sibTrans" cxnId="{A77F4B6A-D9F9-47C6-B33C-CA56A7DEEA3C}">
      <dgm:prSet/>
      <dgm:spPr/>
      <dgm:t>
        <a:bodyPr/>
        <a:lstStyle/>
        <a:p>
          <a:endParaRPr lang="en-US"/>
        </a:p>
      </dgm:t>
    </dgm:pt>
    <dgm:pt modelId="{60B75360-D19F-4F92-9001-E77A9BBFF4AB}">
      <dgm:prSet/>
      <dgm:spPr/>
      <dgm:t>
        <a:bodyPr/>
        <a:lstStyle/>
        <a:p>
          <a:r>
            <a:rPr lang="en-US"/>
            <a:t>- Datos sensibles</a:t>
          </a:r>
        </a:p>
      </dgm:t>
    </dgm:pt>
    <dgm:pt modelId="{9DCF133E-E6DA-4478-A2B9-1098BD5B9F1A}" type="parTrans" cxnId="{3DB99A9B-9322-41A2-ACE9-BFF51D0D47D7}">
      <dgm:prSet/>
      <dgm:spPr/>
      <dgm:t>
        <a:bodyPr/>
        <a:lstStyle/>
        <a:p>
          <a:endParaRPr lang="en-US"/>
        </a:p>
      </dgm:t>
    </dgm:pt>
    <dgm:pt modelId="{FB76CD1C-78E2-4596-A7CB-E8E85DE6FA74}" type="sibTrans" cxnId="{3DB99A9B-9322-41A2-ACE9-BFF51D0D47D7}">
      <dgm:prSet/>
      <dgm:spPr/>
      <dgm:t>
        <a:bodyPr/>
        <a:lstStyle/>
        <a:p>
          <a:endParaRPr lang="en-US"/>
        </a:p>
      </dgm:t>
    </dgm:pt>
    <dgm:pt modelId="{C230FE50-BB48-4F2F-95EC-44DA249984CF}">
      <dgm:prSet/>
      <dgm:spPr/>
      <dgm:t>
        <a:bodyPr/>
        <a:lstStyle/>
        <a:p>
          <a:r>
            <a:rPr lang="en-US"/>
            <a:t>- Observación sistemática de zonas accesibles al público.</a:t>
          </a:r>
        </a:p>
      </dgm:t>
    </dgm:pt>
    <dgm:pt modelId="{12983722-1AEB-4EFC-B4AB-0024A137EE69}" type="parTrans" cxnId="{DF68C5E6-3F31-4F44-A842-7E92A3083975}">
      <dgm:prSet/>
      <dgm:spPr/>
      <dgm:t>
        <a:bodyPr/>
        <a:lstStyle/>
        <a:p>
          <a:endParaRPr lang="en-US"/>
        </a:p>
      </dgm:t>
    </dgm:pt>
    <dgm:pt modelId="{32767816-B4A1-4EB9-964E-616D4EB03655}" type="sibTrans" cxnId="{DF68C5E6-3F31-4F44-A842-7E92A3083975}">
      <dgm:prSet/>
      <dgm:spPr/>
      <dgm:t>
        <a:bodyPr/>
        <a:lstStyle/>
        <a:p>
          <a:endParaRPr lang="en-US"/>
        </a:p>
      </dgm:t>
    </dgm:pt>
    <dgm:pt modelId="{E64C780A-FE7F-49CD-A84B-EE73EA088E32}" type="pres">
      <dgm:prSet presAssocID="{9956D6E1-2CAF-47BF-B031-809D8684349B}" presName="vert0" presStyleCnt="0">
        <dgm:presLayoutVars>
          <dgm:dir/>
          <dgm:animOne val="branch"/>
          <dgm:animLvl val="lvl"/>
        </dgm:presLayoutVars>
      </dgm:prSet>
      <dgm:spPr/>
    </dgm:pt>
    <dgm:pt modelId="{2B05F3F2-6D56-4E53-9F5E-BE58C4DED394}" type="pres">
      <dgm:prSet presAssocID="{AD522A61-B590-42D2-B49F-40745C49BAE8}" presName="thickLine" presStyleLbl="alignNode1" presStyleIdx="0" presStyleCnt="4"/>
      <dgm:spPr/>
    </dgm:pt>
    <dgm:pt modelId="{369E76ED-3800-40F0-B8BC-766E1BAD86CC}" type="pres">
      <dgm:prSet presAssocID="{AD522A61-B590-42D2-B49F-40745C49BAE8}" presName="horz1" presStyleCnt="0"/>
      <dgm:spPr/>
    </dgm:pt>
    <dgm:pt modelId="{257C0823-C5B0-4AED-A350-B545BB13530C}" type="pres">
      <dgm:prSet presAssocID="{AD522A61-B590-42D2-B49F-40745C49BAE8}" presName="tx1" presStyleLbl="revTx" presStyleIdx="0" presStyleCnt="4"/>
      <dgm:spPr/>
    </dgm:pt>
    <dgm:pt modelId="{1F5D8F97-4CCE-49F4-B504-8F55A2E53174}" type="pres">
      <dgm:prSet presAssocID="{AD522A61-B590-42D2-B49F-40745C49BAE8}" presName="vert1" presStyleCnt="0"/>
      <dgm:spPr/>
    </dgm:pt>
    <dgm:pt modelId="{97E5DBE7-095C-4508-80C1-8E2A1A9E46E2}" type="pres">
      <dgm:prSet presAssocID="{72C09FDB-2179-4214-BC4E-4C18B49E8622}" presName="thickLine" presStyleLbl="alignNode1" presStyleIdx="1" presStyleCnt="4"/>
      <dgm:spPr/>
    </dgm:pt>
    <dgm:pt modelId="{2D8F461B-1F4F-4F2B-A254-1253886CED67}" type="pres">
      <dgm:prSet presAssocID="{72C09FDB-2179-4214-BC4E-4C18B49E8622}" presName="horz1" presStyleCnt="0"/>
      <dgm:spPr/>
    </dgm:pt>
    <dgm:pt modelId="{22FDC07C-574A-49A8-B02F-ECBE5CA5A0A6}" type="pres">
      <dgm:prSet presAssocID="{72C09FDB-2179-4214-BC4E-4C18B49E8622}" presName="tx1" presStyleLbl="revTx" presStyleIdx="1" presStyleCnt="4"/>
      <dgm:spPr/>
    </dgm:pt>
    <dgm:pt modelId="{5A3FC691-6E17-4122-8CEF-343B8FEDAB93}" type="pres">
      <dgm:prSet presAssocID="{72C09FDB-2179-4214-BC4E-4C18B49E8622}" presName="vert1" presStyleCnt="0"/>
      <dgm:spPr/>
    </dgm:pt>
    <dgm:pt modelId="{190ECF04-2A31-4CD2-91E1-FA89BF885578}" type="pres">
      <dgm:prSet presAssocID="{60B75360-D19F-4F92-9001-E77A9BBFF4AB}" presName="thickLine" presStyleLbl="alignNode1" presStyleIdx="2" presStyleCnt="4"/>
      <dgm:spPr/>
    </dgm:pt>
    <dgm:pt modelId="{1411936C-5F72-4F0A-88B6-B21086D63936}" type="pres">
      <dgm:prSet presAssocID="{60B75360-D19F-4F92-9001-E77A9BBFF4AB}" presName="horz1" presStyleCnt="0"/>
      <dgm:spPr/>
    </dgm:pt>
    <dgm:pt modelId="{CB9518FC-43D6-4A9C-A7A6-D54BE7348C1F}" type="pres">
      <dgm:prSet presAssocID="{60B75360-D19F-4F92-9001-E77A9BBFF4AB}" presName="tx1" presStyleLbl="revTx" presStyleIdx="2" presStyleCnt="4"/>
      <dgm:spPr/>
    </dgm:pt>
    <dgm:pt modelId="{151E2CEB-0472-4234-B79B-B599224E30D4}" type="pres">
      <dgm:prSet presAssocID="{60B75360-D19F-4F92-9001-E77A9BBFF4AB}" presName="vert1" presStyleCnt="0"/>
      <dgm:spPr/>
    </dgm:pt>
    <dgm:pt modelId="{FD5057C0-3F83-4833-BD20-E4BF0E38DCCA}" type="pres">
      <dgm:prSet presAssocID="{C230FE50-BB48-4F2F-95EC-44DA249984CF}" presName="thickLine" presStyleLbl="alignNode1" presStyleIdx="3" presStyleCnt="4"/>
      <dgm:spPr/>
    </dgm:pt>
    <dgm:pt modelId="{493ED1D2-B4EC-4C16-85FD-D3DC1187514E}" type="pres">
      <dgm:prSet presAssocID="{C230FE50-BB48-4F2F-95EC-44DA249984CF}" presName="horz1" presStyleCnt="0"/>
      <dgm:spPr/>
    </dgm:pt>
    <dgm:pt modelId="{83B4AFEC-3EE4-4BED-B7E7-53A95DE8B541}" type="pres">
      <dgm:prSet presAssocID="{C230FE50-BB48-4F2F-95EC-44DA249984CF}" presName="tx1" presStyleLbl="revTx" presStyleIdx="3" presStyleCnt="4"/>
      <dgm:spPr/>
    </dgm:pt>
    <dgm:pt modelId="{EA7F73C6-CCC3-4E94-8DB5-AB437FCDF64E}" type="pres">
      <dgm:prSet presAssocID="{C230FE50-BB48-4F2F-95EC-44DA249984CF}" presName="vert1" presStyleCnt="0"/>
      <dgm:spPr/>
    </dgm:pt>
  </dgm:ptLst>
  <dgm:cxnLst>
    <dgm:cxn modelId="{72239614-74DA-477E-BC93-0FD82E18B1DB}" type="presOf" srcId="{60B75360-D19F-4F92-9001-E77A9BBFF4AB}" destId="{CB9518FC-43D6-4A9C-A7A6-D54BE7348C1F}" srcOrd="0" destOrd="0" presId="urn:microsoft.com/office/officeart/2008/layout/LinedList"/>
    <dgm:cxn modelId="{A77F4B6A-D9F9-47C6-B33C-CA56A7DEEA3C}" srcId="{9956D6E1-2CAF-47BF-B031-809D8684349B}" destId="{72C09FDB-2179-4214-BC4E-4C18B49E8622}" srcOrd="1" destOrd="0" parTransId="{D62D0E44-4095-4D06-AB0F-28480EC74B68}" sibTransId="{37B799C8-C945-43D8-BB1B-9B6C080434B2}"/>
    <dgm:cxn modelId="{42BF2B76-6CBD-468F-8BF4-EEA0BB7F7FD3}" type="presOf" srcId="{72C09FDB-2179-4214-BC4E-4C18B49E8622}" destId="{22FDC07C-574A-49A8-B02F-ECBE5CA5A0A6}" srcOrd="0" destOrd="0" presId="urn:microsoft.com/office/officeart/2008/layout/LinedList"/>
    <dgm:cxn modelId="{38F07399-D9D3-4D60-BDE0-B42DF1F8AB1D}" srcId="{9956D6E1-2CAF-47BF-B031-809D8684349B}" destId="{AD522A61-B590-42D2-B49F-40745C49BAE8}" srcOrd="0" destOrd="0" parTransId="{58E421FD-CBB0-4557-BD98-F2CB5ACA7221}" sibTransId="{4192CA74-C786-4831-B221-FD950801C8A6}"/>
    <dgm:cxn modelId="{3DB99A9B-9322-41A2-ACE9-BFF51D0D47D7}" srcId="{9956D6E1-2CAF-47BF-B031-809D8684349B}" destId="{60B75360-D19F-4F92-9001-E77A9BBFF4AB}" srcOrd="2" destOrd="0" parTransId="{9DCF133E-E6DA-4478-A2B9-1098BD5B9F1A}" sibTransId="{FB76CD1C-78E2-4596-A7CB-E8E85DE6FA74}"/>
    <dgm:cxn modelId="{E8D9B4B9-E3EE-4DE2-A97F-7E87E317936F}" type="presOf" srcId="{9956D6E1-2CAF-47BF-B031-809D8684349B}" destId="{E64C780A-FE7F-49CD-A84B-EE73EA088E32}" srcOrd="0" destOrd="0" presId="urn:microsoft.com/office/officeart/2008/layout/LinedList"/>
    <dgm:cxn modelId="{1F4647DD-2BEF-408D-82DB-4DA025840A2B}" type="presOf" srcId="{AD522A61-B590-42D2-B49F-40745C49BAE8}" destId="{257C0823-C5B0-4AED-A350-B545BB13530C}" srcOrd="0" destOrd="0" presId="urn:microsoft.com/office/officeart/2008/layout/LinedList"/>
    <dgm:cxn modelId="{DF68C5E6-3F31-4F44-A842-7E92A3083975}" srcId="{9956D6E1-2CAF-47BF-B031-809D8684349B}" destId="{C230FE50-BB48-4F2F-95EC-44DA249984CF}" srcOrd="3" destOrd="0" parTransId="{12983722-1AEB-4EFC-B4AB-0024A137EE69}" sibTransId="{32767816-B4A1-4EB9-964E-616D4EB03655}"/>
    <dgm:cxn modelId="{894110FA-C2DA-4CEE-A094-5FEE51D9DA20}" type="presOf" srcId="{C230FE50-BB48-4F2F-95EC-44DA249984CF}" destId="{83B4AFEC-3EE4-4BED-B7E7-53A95DE8B541}" srcOrd="0" destOrd="0" presId="urn:microsoft.com/office/officeart/2008/layout/LinedList"/>
    <dgm:cxn modelId="{B7F954FE-50EE-4688-ACA7-CF21C559C168}" type="presParOf" srcId="{E64C780A-FE7F-49CD-A84B-EE73EA088E32}" destId="{2B05F3F2-6D56-4E53-9F5E-BE58C4DED394}" srcOrd="0" destOrd="0" presId="urn:microsoft.com/office/officeart/2008/layout/LinedList"/>
    <dgm:cxn modelId="{6C100E6A-D37C-4FDA-BB98-D2D2DD35B7BA}" type="presParOf" srcId="{E64C780A-FE7F-49CD-A84B-EE73EA088E32}" destId="{369E76ED-3800-40F0-B8BC-766E1BAD86CC}" srcOrd="1" destOrd="0" presId="urn:microsoft.com/office/officeart/2008/layout/LinedList"/>
    <dgm:cxn modelId="{1C5DD088-D600-4D62-AB83-15433D990E0B}" type="presParOf" srcId="{369E76ED-3800-40F0-B8BC-766E1BAD86CC}" destId="{257C0823-C5B0-4AED-A350-B545BB13530C}" srcOrd="0" destOrd="0" presId="urn:microsoft.com/office/officeart/2008/layout/LinedList"/>
    <dgm:cxn modelId="{1D12BF4D-5257-47E2-A25C-F23FBAB14974}" type="presParOf" srcId="{369E76ED-3800-40F0-B8BC-766E1BAD86CC}" destId="{1F5D8F97-4CCE-49F4-B504-8F55A2E53174}" srcOrd="1" destOrd="0" presId="urn:microsoft.com/office/officeart/2008/layout/LinedList"/>
    <dgm:cxn modelId="{79074AA3-E646-420D-BE76-842B7F7C4419}" type="presParOf" srcId="{E64C780A-FE7F-49CD-A84B-EE73EA088E32}" destId="{97E5DBE7-095C-4508-80C1-8E2A1A9E46E2}" srcOrd="2" destOrd="0" presId="urn:microsoft.com/office/officeart/2008/layout/LinedList"/>
    <dgm:cxn modelId="{5944C2E0-7949-47EF-817B-CC63E9DE4003}" type="presParOf" srcId="{E64C780A-FE7F-49CD-A84B-EE73EA088E32}" destId="{2D8F461B-1F4F-4F2B-A254-1253886CED67}" srcOrd="3" destOrd="0" presId="urn:microsoft.com/office/officeart/2008/layout/LinedList"/>
    <dgm:cxn modelId="{44C159B6-732A-4030-A6B5-B70857F18C97}" type="presParOf" srcId="{2D8F461B-1F4F-4F2B-A254-1253886CED67}" destId="{22FDC07C-574A-49A8-B02F-ECBE5CA5A0A6}" srcOrd="0" destOrd="0" presId="urn:microsoft.com/office/officeart/2008/layout/LinedList"/>
    <dgm:cxn modelId="{FC5F5034-660C-430B-A3E0-4C29634C7B39}" type="presParOf" srcId="{2D8F461B-1F4F-4F2B-A254-1253886CED67}" destId="{5A3FC691-6E17-4122-8CEF-343B8FEDAB93}" srcOrd="1" destOrd="0" presId="urn:microsoft.com/office/officeart/2008/layout/LinedList"/>
    <dgm:cxn modelId="{9C53CC34-2CE7-4B4E-BB53-6D0CC3F68A99}" type="presParOf" srcId="{E64C780A-FE7F-49CD-A84B-EE73EA088E32}" destId="{190ECF04-2A31-4CD2-91E1-FA89BF885578}" srcOrd="4" destOrd="0" presId="urn:microsoft.com/office/officeart/2008/layout/LinedList"/>
    <dgm:cxn modelId="{65A7BD7E-2273-41DD-8EB1-1DCF9B1AE868}" type="presParOf" srcId="{E64C780A-FE7F-49CD-A84B-EE73EA088E32}" destId="{1411936C-5F72-4F0A-88B6-B21086D63936}" srcOrd="5" destOrd="0" presId="urn:microsoft.com/office/officeart/2008/layout/LinedList"/>
    <dgm:cxn modelId="{AB271379-4429-4B74-950A-2347AD0CA17B}" type="presParOf" srcId="{1411936C-5F72-4F0A-88B6-B21086D63936}" destId="{CB9518FC-43D6-4A9C-A7A6-D54BE7348C1F}" srcOrd="0" destOrd="0" presId="urn:microsoft.com/office/officeart/2008/layout/LinedList"/>
    <dgm:cxn modelId="{C4E25CC2-DFF2-4837-A18C-69E37BDF153A}" type="presParOf" srcId="{1411936C-5F72-4F0A-88B6-B21086D63936}" destId="{151E2CEB-0472-4234-B79B-B599224E30D4}" srcOrd="1" destOrd="0" presId="urn:microsoft.com/office/officeart/2008/layout/LinedList"/>
    <dgm:cxn modelId="{207F57D4-4DCB-47E2-BD81-6E1C1BF5FB6A}" type="presParOf" srcId="{E64C780A-FE7F-49CD-A84B-EE73EA088E32}" destId="{FD5057C0-3F83-4833-BD20-E4BF0E38DCCA}" srcOrd="6" destOrd="0" presId="urn:microsoft.com/office/officeart/2008/layout/LinedList"/>
    <dgm:cxn modelId="{1443A334-48A4-4B32-939A-CFD3C07A816A}" type="presParOf" srcId="{E64C780A-FE7F-49CD-A84B-EE73EA088E32}" destId="{493ED1D2-B4EC-4C16-85FD-D3DC1187514E}" srcOrd="7" destOrd="0" presId="urn:microsoft.com/office/officeart/2008/layout/LinedList"/>
    <dgm:cxn modelId="{662AA4BE-74B5-434C-80AD-44A123451564}" type="presParOf" srcId="{493ED1D2-B4EC-4C16-85FD-D3DC1187514E}" destId="{83B4AFEC-3EE4-4BED-B7E7-53A95DE8B541}" srcOrd="0" destOrd="0" presId="urn:microsoft.com/office/officeart/2008/layout/LinedList"/>
    <dgm:cxn modelId="{9CC358D3-53C1-4A59-ADCA-9E8A1E9E6F71}" type="presParOf" srcId="{493ED1D2-B4EC-4C16-85FD-D3DC1187514E}" destId="{EA7F73C6-CCC3-4E94-8DB5-AB437FCDF64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DD1597E9-7EC8-47D0-A434-0E04B6A2BD4F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79F9D434-B79A-44B0-B772-DC2B8B4403C6}">
      <dgm:prSet/>
      <dgm:spPr/>
      <dgm:t>
        <a:bodyPr/>
        <a:lstStyle/>
        <a:p>
          <a:r>
            <a:rPr lang="en-US"/>
            <a:t>- Obligatorio para responsables y encargados.</a:t>
          </a:r>
        </a:p>
      </dgm:t>
    </dgm:pt>
    <dgm:pt modelId="{5998099B-B748-43B7-9D87-E6EC1F32874F}" type="parTrans" cxnId="{86F1FFDE-4778-45D9-9B2D-C92F485E3085}">
      <dgm:prSet/>
      <dgm:spPr/>
      <dgm:t>
        <a:bodyPr/>
        <a:lstStyle/>
        <a:p>
          <a:endParaRPr lang="en-US"/>
        </a:p>
      </dgm:t>
    </dgm:pt>
    <dgm:pt modelId="{2269B3BE-792A-4890-95DA-206BE31FEC84}" type="sibTrans" cxnId="{86F1FFDE-4778-45D9-9B2D-C92F485E3085}">
      <dgm:prSet/>
      <dgm:spPr/>
      <dgm:t>
        <a:bodyPr/>
        <a:lstStyle/>
        <a:p>
          <a:endParaRPr lang="en-US"/>
        </a:p>
      </dgm:t>
    </dgm:pt>
    <dgm:pt modelId="{D5183A1E-D34A-48E0-862A-E772EDD8BFEA}">
      <dgm:prSet/>
      <dgm:spPr/>
      <dgm:t>
        <a:bodyPr/>
        <a:lstStyle/>
        <a:p>
          <a:r>
            <a:rPr lang="en-US"/>
            <a:t>- Debe incluir: fines, categorías de interesados y datos, destinatarios, transferencias, etc.</a:t>
          </a:r>
        </a:p>
      </dgm:t>
    </dgm:pt>
    <dgm:pt modelId="{9E9D7BE3-F5CB-4FD6-91A1-5367ED72A6E5}" type="parTrans" cxnId="{C20A1B20-2399-4528-8A88-A58715BD2F75}">
      <dgm:prSet/>
      <dgm:spPr/>
      <dgm:t>
        <a:bodyPr/>
        <a:lstStyle/>
        <a:p>
          <a:endParaRPr lang="en-US"/>
        </a:p>
      </dgm:t>
    </dgm:pt>
    <dgm:pt modelId="{A34155B7-D48F-4EB4-AFF5-4318C4F86D0E}" type="sibTrans" cxnId="{C20A1B20-2399-4528-8A88-A58715BD2F75}">
      <dgm:prSet/>
      <dgm:spPr/>
      <dgm:t>
        <a:bodyPr/>
        <a:lstStyle/>
        <a:p>
          <a:endParaRPr lang="en-US"/>
        </a:p>
      </dgm:t>
    </dgm:pt>
    <dgm:pt modelId="{A6AADEBF-4FE2-48D4-A6B4-EFCDABB94F76}" type="pres">
      <dgm:prSet presAssocID="{DD1597E9-7EC8-47D0-A434-0E04B6A2BD4F}" presName="vert0" presStyleCnt="0">
        <dgm:presLayoutVars>
          <dgm:dir/>
          <dgm:animOne val="branch"/>
          <dgm:animLvl val="lvl"/>
        </dgm:presLayoutVars>
      </dgm:prSet>
      <dgm:spPr/>
    </dgm:pt>
    <dgm:pt modelId="{72A3C0BA-DC2B-4DFD-84A0-EF1331BC6554}" type="pres">
      <dgm:prSet presAssocID="{79F9D434-B79A-44B0-B772-DC2B8B4403C6}" presName="thickLine" presStyleLbl="alignNode1" presStyleIdx="0" presStyleCnt="2"/>
      <dgm:spPr/>
    </dgm:pt>
    <dgm:pt modelId="{21CA2B2D-EFC7-4776-97D5-837CC4E7BA28}" type="pres">
      <dgm:prSet presAssocID="{79F9D434-B79A-44B0-B772-DC2B8B4403C6}" presName="horz1" presStyleCnt="0"/>
      <dgm:spPr/>
    </dgm:pt>
    <dgm:pt modelId="{AE2EA3CA-3C25-4582-9C70-36B4715720DB}" type="pres">
      <dgm:prSet presAssocID="{79F9D434-B79A-44B0-B772-DC2B8B4403C6}" presName="tx1" presStyleLbl="revTx" presStyleIdx="0" presStyleCnt="2"/>
      <dgm:spPr/>
    </dgm:pt>
    <dgm:pt modelId="{7810AEEC-82E2-4B83-8117-F2FF813F9C36}" type="pres">
      <dgm:prSet presAssocID="{79F9D434-B79A-44B0-B772-DC2B8B4403C6}" presName="vert1" presStyleCnt="0"/>
      <dgm:spPr/>
    </dgm:pt>
    <dgm:pt modelId="{29EF0CCB-2454-4679-B733-4A66E5C1F564}" type="pres">
      <dgm:prSet presAssocID="{D5183A1E-D34A-48E0-862A-E772EDD8BFEA}" presName="thickLine" presStyleLbl="alignNode1" presStyleIdx="1" presStyleCnt="2"/>
      <dgm:spPr/>
    </dgm:pt>
    <dgm:pt modelId="{0E2BE622-7A09-4973-9533-9EF986EE8BB0}" type="pres">
      <dgm:prSet presAssocID="{D5183A1E-D34A-48E0-862A-E772EDD8BFEA}" presName="horz1" presStyleCnt="0"/>
      <dgm:spPr/>
    </dgm:pt>
    <dgm:pt modelId="{6202C64F-0C5C-41F5-A20A-12535E6684E0}" type="pres">
      <dgm:prSet presAssocID="{D5183A1E-D34A-48E0-862A-E772EDD8BFEA}" presName="tx1" presStyleLbl="revTx" presStyleIdx="1" presStyleCnt="2"/>
      <dgm:spPr/>
    </dgm:pt>
    <dgm:pt modelId="{0A3B9573-D0FD-4A31-8EAE-58D07AD1CA5A}" type="pres">
      <dgm:prSet presAssocID="{D5183A1E-D34A-48E0-862A-E772EDD8BFEA}" presName="vert1" presStyleCnt="0"/>
      <dgm:spPr/>
    </dgm:pt>
  </dgm:ptLst>
  <dgm:cxnLst>
    <dgm:cxn modelId="{29B61418-472D-47F6-B7F3-C92A7522CF2C}" type="presOf" srcId="{DD1597E9-7EC8-47D0-A434-0E04B6A2BD4F}" destId="{A6AADEBF-4FE2-48D4-A6B4-EFCDABB94F76}" srcOrd="0" destOrd="0" presId="urn:microsoft.com/office/officeart/2008/layout/LinedList"/>
    <dgm:cxn modelId="{C20A1B20-2399-4528-8A88-A58715BD2F75}" srcId="{DD1597E9-7EC8-47D0-A434-0E04B6A2BD4F}" destId="{D5183A1E-D34A-48E0-862A-E772EDD8BFEA}" srcOrd="1" destOrd="0" parTransId="{9E9D7BE3-F5CB-4FD6-91A1-5367ED72A6E5}" sibTransId="{A34155B7-D48F-4EB4-AFF5-4318C4F86D0E}"/>
    <dgm:cxn modelId="{CA157879-CA8C-4130-A038-BB260C671E42}" type="presOf" srcId="{79F9D434-B79A-44B0-B772-DC2B8B4403C6}" destId="{AE2EA3CA-3C25-4582-9C70-36B4715720DB}" srcOrd="0" destOrd="0" presId="urn:microsoft.com/office/officeart/2008/layout/LinedList"/>
    <dgm:cxn modelId="{AC256DCD-A962-4E38-921C-23503CE948F3}" type="presOf" srcId="{D5183A1E-D34A-48E0-862A-E772EDD8BFEA}" destId="{6202C64F-0C5C-41F5-A20A-12535E6684E0}" srcOrd="0" destOrd="0" presId="urn:microsoft.com/office/officeart/2008/layout/LinedList"/>
    <dgm:cxn modelId="{86F1FFDE-4778-45D9-9B2D-C92F485E3085}" srcId="{DD1597E9-7EC8-47D0-A434-0E04B6A2BD4F}" destId="{79F9D434-B79A-44B0-B772-DC2B8B4403C6}" srcOrd="0" destOrd="0" parTransId="{5998099B-B748-43B7-9D87-E6EC1F32874F}" sibTransId="{2269B3BE-792A-4890-95DA-206BE31FEC84}"/>
    <dgm:cxn modelId="{AC99DF26-B5B0-4300-AA88-CEC4FCF66F8E}" type="presParOf" srcId="{A6AADEBF-4FE2-48D4-A6B4-EFCDABB94F76}" destId="{72A3C0BA-DC2B-4DFD-84A0-EF1331BC6554}" srcOrd="0" destOrd="0" presId="urn:microsoft.com/office/officeart/2008/layout/LinedList"/>
    <dgm:cxn modelId="{28F54B58-12A7-40C0-AC68-3CEE93A163BD}" type="presParOf" srcId="{A6AADEBF-4FE2-48D4-A6B4-EFCDABB94F76}" destId="{21CA2B2D-EFC7-4776-97D5-837CC4E7BA28}" srcOrd="1" destOrd="0" presId="urn:microsoft.com/office/officeart/2008/layout/LinedList"/>
    <dgm:cxn modelId="{F2D68CEA-0E63-4455-A007-C725C6D46704}" type="presParOf" srcId="{21CA2B2D-EFC7-4776-97D5-837CC4E7BA28}" destId="{AE2EA3CA-3C25-4582-9C70-36B4715720DB}" srcOrd="0" destOrd="0" presId="urn:microsoft.com/office/officeart/2008/layout/LinedList"/>
    <dgm:cxn modelId="{11EC211F-A48B-43DB-BA42-8FD4FCD964FA}" type="presParOf" srcId="{21CA2B2D-EFC7-4776-97D5-837CC4E7BA28}" destId="{7810AEEC-82E2-4B83-8117-F2FF813F9C36}" srcOrd="1" destOrd="0" presId="urn:microsoft.com/office/officeart/2008/layout/LinedList"/>
    <dgm:cxn modelId="{3EDDBF7D-C779-47CD-8B9D-D390925027E2}" type="presParOf" srcId="{A6AADEBF-4FE2-48D4-A6B4-EFCDABB94F76}" destId="{29EF0CCB-2454-4679-B733-4A66E5C1F564}" srcOrd="2" destOrd="0" presId="urn:microsoft.com/office/officeart/2008/layout/LinedList"/>
    <dgm:cxn modelId="{A9AAE259-DD58-4475-BF0C-47159C38BB21}" type="presParOf" srcId="{A6AADEBF-4FE2-48D4-A6B4-EFCDABB94F76}" destId="{0E2BE622-7A09-4973-9533-9EF986EE8BB0}" srcOrd="3" destOrd="0" presId="urn:microsoft.com/office/officeart/2008/layout/LinedList"/>
    <dgm:cxn modelId="{8A7D5453-751F-4154-A141-6A0F61FB4168}" type="presParOf" srcId="{0E2BE622-7A09-4973-9533-9EF986EE8BB0}" destId="{6202C64F-0C5C-41F5-A20A-12535E6684E0}" srcOrd="0" destOrd="0" presId="urn:microsoft.com/office/officeart/2008/layout/LinedList"/>
    <dgm:cxn modelId="{E16831F4-035C-458F-AD35-7EBA1849DC0A}" type="presParOf" srcId="{0E2BE622-7A09-4973-9533-9EF986EE8BB0}" destId="{0A3B9573-D0FD-4A31-8EAE-58D07AD1CA5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1597555D-CFE9-4E78-B709-7E872F3309E8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E0D266E9-8E0F-4774-A849-3B09F8426683}">
      <dgm:prSet/>
      <dgm:spPr/>
      <dgm:t>
        <a:bodyPr/>
        <a:lstStyle/>
        <a:p>
          <a:r>
            <a:rPr lang="en-US"/>
            <a:t>- Pseudonimización y cifrado</a:t>
          </a:r>
        </a:p>
      </dgm:t>
    </dgm:pt>
    <dgm:pt modelId="{53658328-7377-4804-8664-952A1690D8F6}" type="parTrans" cxnId="{E01D7581-CFE7-4200-BD5E-64A26047E852}">
      <dgm:prSet/>
      <dgm:spPr/>
      <dgm:t>
        <a:bodyPr/>
        <a:lstStyle/>
        <a:p>
          <a:endParaRPr lang="en-US"/>
        </a:p>
      </dgm:t>
    </dgm:pt>
    <dgm:pt modelId="{31205CEA-C4F6-4E39-A4CE-A6BDD3D28877}" type="sibTrans" cxnId="{E01D7581-CFE7-4200-BD5E-64A26047E852}">
      <dgm:prSet/>
      <dgm:spPr/>
      <dgm:t>
        <a:bodyPr/>
        <a:lstStyle/>
        <a:p>
          <a:endParaRPr lang="en-US"/>
        </a:p>
      </dgm:t>
    </dgm:pt>
    <dgm:pt modelId="{82F2226A-9936-4DFE-A302-F8B17B9AD172}">
      <dgm:prSet/>
      <dgm:spPr/>
      <dgm:t>
        <a:bodyPr/>
        <a:lstStyle/>
        <a:p>
          <a:r>
            <a:rPr lang="en-US"/>
            <a:t>- Control de acceso</a:t>
          </a:r>
        </a:p>
      </dgm:t>
    </dgm:pt>
    <dgm:pt modelId="{79170B6D-B109-473E-8A95-67D0727306CA}" type="parTrans" cxnId="{7492A1D3-4788-4761-8B98-437334F860BF}">
      <dgm:prSet/>
      <dgm:spPr/>
      <dgm:t>
        <a:bodyPr/>
        <a:lstStyle/>
        <a:p>
          <a:endParaRPr lang="en-US"/>
        </a:p>
      </dgm:t>
    </dgm:pt>
    <dgm:pt modelId="{9A183FA2-7D39-4AAE-ADCC-5279C2C684D2}" type="sibTrans" cxnId="{7492A1D3-4788-4761-8B98-437334F860BF}">
      <dgm:prSet/>
      <dgm:spPr/>
      <dgm:t>
        <a:bodyPr/>
        <a:lstStyle/>
        <a:p>
          <a:endParaRPr lang="en-US"/>
        </a:p>
      </dgm:t>
    </dgm:pt>
    <dgm:pt modelId="{E4572C08-AAF6-4E42-BEDE-F900327A5C7F}">
      <dgm:prSet/>
      <dgm:spPr/>
      <dgm:t>
        <a:bodyPr/>
        <a:lstStyle/>
        <a:p>
          <a:r>
            <a:rPr lang="en-US"/>
            <a:t>- Copias de seguridad</a:t>
          </a:r>
        </a:p>
      </dgm:t>
    </dgm:pt>
    <dgm:pt modelId="{188F5FD4-9C27-4FB5-8F0E-3126C315C64F}" type="parTrans" cxnId="{BBA276AE-5186-4055-8110-4B73FA96F129}">
      <dgm:prSet/>
      <dgm:spPr/>
      <dgm:t>
        <a:bodyPr/>
        <a:lstStyle/>
        <a:p>
          <a:endParaRPr lang="en-US"/>
        </a:p>
      </dgm:t>
    </dgm:pt>
    <dgm:pt modelId="{C8905931-E687-499E-B16F-DB7069728DD8}" type="sibTrans" cxnId="{BBA276AE-5186-4055-8110-4B73FA96F129}">
      <dgm:prSet/>
      <dgm:spPr/>
      <dgm:t>
        <a:bodyPr/>
        <a:lstStyle/>
        <a:p>
          <a:endParaRPr lang="en-US"/>
        </a:p>
      </dgm:t>
    </dgm:pt>
    <dgm:pt modelId="{A9B12FE8-5C26-427D-8267-B3789434BCA2}">
      <dgm:prSet/>
      <dgm:spPr/>
      <dgm:t>
        <a:bodyPr/>
        <a:lstStyle/>
        <a:p>
          <a:r>
            <a:rPr lang="en-US"/>
            <a:t>- Auditorías</a:t>
          </a:r>
        </a:p>
      </dgm:t>
    </dgm:pt>
    <dgm:pt modelId="{FF4D82E5-27AA-4CAD-B943-4F8CED5DDB34}" type="parTrans" cxnId="{A03CF82A-9662-41DD-8B1C-DE4E6993FA2C}">
      <dgm:prSet/>
      <dgm:spPr/>
      <dgm:t>
        <a:bodyPr/>
        <a:lstStyle/>
        <a:p>
          <a:endParaRPr lang="en-US"/>
        </a:p>
      </dgm:t>
    </dgm:pt>
    <dgm:pt modelId="{0703E9C6-DB20-4A85-91DD-25A68BB46733}" type="sibTrans" cxnId="{A03CF82A-9662-41DD-8B1C-DE4E6993FA2C}">
      <dgm:prSet/>
      <dgm:spPr/>
      <dgm:t>
        <a:bodyPr/>
        <a:lstStyle/>
        <a:p>
          <a:endParaRPr lang="en-US"/>
        </a:p>
      </dgm:t>
    </dgm:pt>
    <dgm:pt modelId="{70D51810-27E7-4CB6-A5BB-A2525945F7C2}">
      <dgm:prSet/>
      <dgm:spPr/>
      <dgm:t>
        <a:bodyPr/>
        <a:lstStyle/>
        <a:p>
          <a:r>
            <a:rPr lang="en-US"/>
            <a:t>- Protocolos de respuesta ante incidentes</a:t>
          </a:r>
        </a:p>
      </dgm:t>
    </dgm:pt>
    <dgm:pt modelId="{60F380D9-56FF-42E0-A6D2-B595F137472A}" type="parTrans" cxnId="{13FD38C3-97CE-4FC2-BFBA-4D13A823879D}">
      <dgm:prSet/>
      <dgm:spPr/>
      <dgm:t>
        <a:bodyPr/>
        <a:lstStyle/>
        <a:p>
          <a:endParaRPr lang="en-US"/>
        </a:p>
      </dgm:t>
    </dgm:pt>
    <dgm:pt modelId="{0F842B0F-DF27-45D0-AB38-40ADB7D7986A}" type="sibTrans" cxnId="{13FD38C3-97CE-4FC2-BFBA-4D13A823879D}">
      <dgm:prSet/>
      <dgm:spPr/>
      <dgm:t>
        <a:bodyPr/>
        <a:lstStyle/>
        <a:p>
          <a:endParaRPr lang="en-US"/>
        </a:p>
      </dgm:t>
    </dgm:pt>
    <dgm:pt modelId="{5EEE1FB3-8F00-4BC7-9073-DB2A09DC7051}" type="pres">
      <dgm:prSet presAssocID="{1597555D-CFE9-4E78-B709-7E872F3309E8}" presName="vert0" presStyleCnt="0">
        <dgm:presLayoutVars>
          <dgm:dir/>
          <dgm:animOne val="branch"/>
          <dgm:animLvl val="lvl"/>
        </dgm:presLayoutVars>
      </dgm:prSet>
      <dgm:spPr/>
    </dgm:pt>
    <dgm:pt modelId="{0CDD2A5E-C7A0-4D9B-8CF7-194B371FF3EF}" type="pres">
      <dgm:prSet presAssocID="{E0D266E9-8E0F-4774-A849-3B09F8426683}" presName="thickLine" presStyleLbl="alignNode1" presStyleIdx="0" presStyleCnt="5"/>
      <dgm:spPr/>
    </dgm:pt>
    <dgm:pt modelId="{5C1D96E5-2AC0-4ED6-B24B-BF871E2BB965}" type="pres">
      <dgm:prSet presAssocID="{E0D266E9-8E0F-4774-A849-3B09F8426683}" presName="horz1" presStyleCnt="0"/>
      <dgm:spPr/>
    </dgm:pt>
    <dgm:pt modelId="{32D8A52D-0DCC-4D95-B60E-D69588BB367C}" type="pres">
      <dgm:prSet presAssocID="{E0D266E9-8E0F-4774-A849-3B09F8426683}" presName="tx1" presStyleLbl="revTx" presStyleIdx="0" presStyleCnt="5"/>
      <dgm:spPr/>
    </dgm:pt>
    <dgm:pt modelId="{52BD9881-AFC6-46FB-B06E-CEE013DE79A4}" type="pres">
      <dgm:prSet presAssocID="{E0D266E9-8E0F-4774-A849-3B09F8426683}" presName="vert1" presStyleCnt="0"/>
      <dgm:spPr/>
    </dgm:pt>
    <dgm:pt modelId="{3948D2DE-B9CE-4441-855E-DE2804E850DA}" type="pres">
      <dgm:prSet presAssocID="{82F2226A-9936-4DFE-A302-F8B17B9AD172}" presName="thickLine" presStyleLbl="alignNode1" presStyleIdx="1" presStyleCnt="5"/>
      <dgm:spPr/>
    </dgm:pt>
    <dgm:pt modelId="{A73DD81A-9836-4507-8EF8-657DAFD15252}" type="pres">
      <dgm:prSet presAssocID="{82F2226A-9936-4DFE-A302-F8B17B9AD172}" presName="horz1" presStyleCnt="0"/>
      <dgm:spPr/>
    </dgm:pt>
    <dgm:pt modelId="{083DADE9-0BF5-43D5-B734-B5D1E6602327}" type="pres">
      <dgm:prSet presAssocID="{82F2226A-9936-4DFE-A302-F8B17B9AD172}" presName="tx1" presStyleLbl="revTx" presStyleIdx="1" presStyleCnt="5"/>
      <dgm:spPr/>
    </dgm:pt>
    <dgm:pt modelId="{BD5D7316-596B-46A4-A125-BDB1EB73018C}" type="pres">
      <dgm:prSet presAssocID="{82F2226A-9936-4DFE-A302-F8B17B9AD172}" presName="vert1" presStyleCnt="0"/>
      <dgm:spPr/>
    </dgm:pt>
    <dgm:pt modelId="{8368AE12-5BE8-4A3A-81C9-BEDD62D02C2D}" type="pres">
      <dgm:prSet presAssocID="{E4572C08-AAF6-4E42-BEDE-F900327A5C7F}" presName="thickLine" presStyleLbl="alignNode1" presStyleIdx="2" presStyleCnt="5"/>
      <dgm:spPr/>
    </dgm:pt>
    <dgm:pt modelId="{92C69BE4-8A13-42FF-A340-3C3DA0CCBAAA}" type="pres">
      <dgm:prSet presAssocID="{E4572C08-AAF6-4E42-BEDE-F900327A5C7F}" presName="horz1" presStyleCnt="0"/>
      <dgm:spPr/>
    </dgm:pt>
    <dgm:pt modelId="{4F641EA6-A902-4228-80ED-266817238BB4}" type="pres">
      <dgm:prSet presAssocID="{E4572C08-AAF6-4E42-BEDE-F900327A5C7F}" presName="tx1" presStyleLbl="revTx" presStyleIdx="2" presStyleCnt="5"/>
      <dgm:spPr/>
    </dgm:pt>
    <dgm:pt modelId="{1738E88A-1B42-4D83-86EE-3C3BB6EA9D08}" type="pres">
      <dgm:prSet presAssocID="{E4572C08-AAF6-4E42-BEDE-F900327A5C7F}" presName="vert1" presStyleCnt="0"/>
      <dgm:spPr/>
    </dgm:pt>
    <dgm:pt modelId="{C7EDB961-50F9-4397-870E-4D533DA4A73F}" type="pres">
      <dgm:prSet presAssocID="{A9B12FE8-5C26-427D-8267-B3789434BCA2}" presName="thickLine" presStyleLbl="alignNode1" presStyleIdx="3" presStyleCnt="5"/>
      <dgm:spPr/>
    </dgm:pt>
    <dgm:pt modelId="{2A4E3CBB-030D-4031-813E-A8CD85043D01}" type="pres">
      <dgm:prSet presAssocID="{A9B12FE8-5C26-427D-8267-B3789434BCA2}" presName="horz1" presStyleCnt="0"/>
      <dgm:spPr/>
    </dgm:pt>
    <dgm:pt modelId="{A868D7A5-3B43-4E7D-AC54-B1603E72DA12}" type="pres">
      <dgm:prSet presAssocID="{A9B12FE8-5C26-427D-8267-B3789434BCA2}" presName="tx1" presStyleLbl="revTx" presStyleIdx="3" presStyleCnt="5"/>
      <dgm:spPr/>
    </dgm:pt>
    <dgm:pt modelId="{E3B24778-262B-4819-96B0-69636AB72C42}" type="pres">
      <dgm:prSet presAssocID="{A9B12FE8-5C26-427D-8267-B3789434BCA2}" presName="vert1" presStyleCnt="0"/>
      <dgm:spPr/>
    </dgm:pt>
    <dgm:pt modelId="{7B9D9366-8521-4411-A2D8-78DC0CE858F3}" type="pres">
      <dgm:prSet presAssocID="{70D51810-27E7-4CB6-A5BB-A2525945F7C2}" presName="thickLine" presStyleLbl="alignNode1" presStyleIdx="4" presStyleCnt="5"/>
      <dgm:spPr/>
    </dgm:pt>
    <dgm:pt modelId="{400FB3F9-0172-4B7B-A34A-E535CE4E5D98}" type="pres">
      <dgm:prSet presAssocID="{70D51810-27E7-4CB6-A5BB-A2525945F7C2}" presName="horz1" presStyleCnt="0"/>
      <dgm:spPr/>
    </dgm:pt>
    <dgm:pt modelId="{BE0193BB-9AFF-461D-90EE-0F8732CF2453}" type="pres">
      <dgm:prSet presAssocID="{70D51810-27E7-4CB6-A5BB-A2525945F7C2}" presName="tx1" presStyleLbl="revTx" presStyleIdx="4" presStyleCnt="5"/>
      <dgm:spPr/>
    </dgm:pt>
    <dgm:pt modelId="{2A24EA28-5239-4544-B9E4-E8683B3E502E}" type="pres">
      <dgm:prSet presAssocID="{70D51810-27E7-4CB6-A5BB-A2525945F7C2}" presName="vert1" presStyleCnt="0"/>
      <dgm:spPr/>
    </dgm:pt>
  </dgm:ptLst>
  <dgm:cxnLst>
    <dgm:cxn modelId="{55C5CA00-2BD5-4ADD-A814-C95875B165B0}" type="presOf" srcId="{E0D266E9-8E0F-4774-A849-3B09F8426683}" destId="{32D8A52D-0DCC-4D95-B60E-D69588BB367C}" srcOrd="0" destOrd="0" presId="urn:microsoft.com/office/officeart/2008/layout/LinedList"/>
    <dgm:cxn modelId="{57EBE11E-E82F-4C46-9EE9-D43FDB82EC78}" type="presOf" srcId="{A9B12FE8-5C26-427D-8267-B3789434BCA2}" destId="{A868D7A5-3B43-4E7D-AC54-B1603E72DA12}" srcOrd="0" destOrd="0" presId="urn:microsoft.com/office/officeart/2008/layout/LinedList"/>
    <dgm:cxn modelId="{A03CF82A-9662-41DD-8B1C-DE4E6993FA2C}" srcId="{1597555D-CFE9-4E78-B709-7E872F3309E8}" destId="{A9B12FE8-5C26-427D-8267-B3789434BCA2}" srcOrd="3" destOrd="0" parTransId="{FF4D82E5-27AA-4CAD-B943-4F8CED5DDB34}" sibTransId="{0703E9C6-DB20-4A85-91DD-25A68BB46733}"/>
    <dgm:cxn modelId="{D110FE74-217D-4B09-9898-29A9DC9DDD95}" type="presOf" srcId="{1597555D-CFE9-4E78-B709-7E872F3309E8}" destId="{5EEE1FB3-8F00-4BC7-9073-DB2A09DC7051}" srcOrd="0" destOrd="0" presId="urn:microsoft.com/office/officeart/2008/layout/LinedList"/>
    <dgm:cxn modelId="{81CD0475-ED0C-4BE8-B687-CB66FD936431}" type="presOf" srcId="{70D51810-27E7-4CB6-A5BB-A2525945F7C2}" destId="{BE0193BB-9AFF-461D-90EE-0F8732CF2453}" srcOrd="0" destOrd="0" presId="urn:microsoft.com/office/officeart/2008/layout/LinedList"/>
    <dgm:cxn modelId="{E01D7581-CFE7-4200-BD5E-64A26047E852}" srcId="{1597555D-CFE9-4E78-B709-7E872F3309E8}" destId="{E0D266E9-8E0F-4774-A849-3B09F8426683}" srcOrd="0" destOrd="0" parTransId="{53658328-7377-4804-8664-952A1690D8F6}" sibTransId="{31205CEA-C4F6-4E39-A4CE-A6BDD3D28877}"/>
    <dgm:cxn modelId="{DA54A1A1-FB3F-44D6-B1DE-DD5CC5A692D7}" type="presOf" srcId="{82F2226A-9936-4DFE-A302-F8B17B9AD172}" destId="{083DADE9-0BF5-43D5-B734-B5D1E6602327}" srcOrd="0" destOrd="0" presId="urn:microsoft.com/office/officeart/2008/layout/LinedList"/>
    <dgm:cxn modelId="{BBA276AE-5186-4055-8110-4B73FA96F129}" srcId="{1597555D-CFE9-4E78-B709-7E872F3309E8}" destId="{E4572C08-AAF6-4E42-BEDE-F900327A5C7F}" srcOrd="2" destOrd="0" parTransId="{188F5FD4-9C27-4FB5-8F0E-3126C315C64F}" sibTransId="{C8905931-E687-499E-B16F-DB7069728DD8}"/>
    <dgm:cxn modelId="{13FD38C3-97CE-4FC2-BFBA-4D13A823879D}" srcId="{1597555D-CFE9-4E78-B709-7E872F3309E8}" destId="{70D51810-27E7-4CB6-A5BB-A2525945F7C2}" srcOrd="4" destOrd="0" parTransId="{60F380D9-56FF-42E0-A6D2-B595F137472A}" sibTransId="{0F842B0F-DF27-45D0-AB38-40ADB7D7986A}"/>
    <dgm:cxn modelId="{54C8D7C5-1001-4BB6-BEAB-D548139F3B6B}" type="presOf" srcId="{E4572C08-AAF6-4E42-BEDE-F900327A5C7F}" destId="{4F641EA6-A902-4228-80ED-266817238BB4}" srcOrd="0" destOrd="0" presId="urn:microsoft.com/office/officeart/2008/layout/LinedList"/>
    <dgm:cxn modelId="{7492A1D3-4788-4761-8B98-437334F860BF}" srcId="{1597555D-CFE9-4E78-B709-7E872F3309E8}" destId="{82F2226A-9936-4DFE-A302-F8B17B9AD172}" srcOrd="1" destOrd="0" parTransId="{79170B6D-B109-473E-8A95-67D0727306CA}" sibTransId="{9A183FA2-7D39-4AAE-ADCC-5279C2C684D2}"/>
    <dgm:cxn modelId="{CDE1FDDB-F90C-4FF7-AAF7-09C3E596855B}" type="presParOf" srcId="{5EEE1FB3-8F00-4BC7-9073-DB2A09DC7051}" destId="{0CDD2A5E-C7A0-4D9B-8CF7-194B371FF3EF}" srcOrd="0" destOrd="0" presId="urn:microsoft.com/office/officeart/2008/layout/LinedList"/>
    <dgm:cxn modelId="{0171357C-CB4B-4173-A822-122DAA838868}" type="presParOf" srcId="{5EEE1FB3-8F00-4BC7-9073-DB2A09DC7051}" destId="{5C1D96E5-2AC0-4ED6-B24B-BF871E2BB965}" srcOrd="1" destOrd="0" presId="urn:microsoft.com/office/officeart/2008/layout/LinedList"/>
    <dgm:cxn modelId="{7587FDC4-9C3F-4D8C-88DC-DC4541EC4BA3}" type="presParOf" srcId="{5C1D96E5-2AC0-4ED6-B24B-BF871E2BB965}" destId="{32D8A52D-0DCC-4D95-B60E-D69588BB367C}" srcOrd="0" destOrd="0" presId="urn:microsoft.com/office/officeart/2008/layout/LinedList"/>
    <dgm:cxn modelId="{2774612F-76C8-4240-80FA-859C297743DD}" type="presParOf" srcId="{5C1D96E5-2AC0-4ED6-B24B-BF871E2BB965}" destId="{52BD9881-AFC6-46FB-B06E-CEE013DE79A4}" srcOrd="1" destOrd="0" presId="urn:microsoft.com/office/officeart/2008/layout/LinedList"/>
    <dgm:cxn modelId="{5916F23D-596F-4095-B238-B59B33562C54}" type="presParOf" srcId="{5EEE1FB3-8F00-4BC7-9073-DB2A09DC7051}" destId="{3948D2DE-B9CE-4441-855E-DE2804E850DA}" srcOrd="2" destOrd="0" presId="urn:microsoft.com/office/officeart/2008/layout/LinedList"/>
    <dgm:cxn modelId="{19F170C8-2E74-4B11-B1BC-E7C279DABD92}" type="presParOf" srcId="{5EEE1FB3-8F00-4BC7-9073-DB2A09DC7051}" destId="{A73DD81A-9836-4507-8EF8-657DAFD15252}" srcOrd="3" destOrd="0" presId="urn:microsoft.com/office/officeart/2008/layout/LinedList"/>
    <dgm:cxn modelId="{A18D5150-62A9-46A8-93C6-00A521071485}" type="presParOf" srcId="{A73DD81A-9836-4507-8EF8-657DAFD15252}" destId="{083DADE9-0BF5-43D5-B734-B5D1E6602327}" srcOrd="0" destOrd="0" presId="urn:microsoft.com/office/officeart/2008/layout/LinedList"/>
    <dgm:cxn modelId="{4D9E9951-4FE4-464E-A6FF-E3043490FBC3}" type="presParOf" srcId="{A73DD81A-9836-4507-8EF8-657DAFD15252}" destId="{BD5D7316-596B-46A4-A125-BDB1EB73018C}" srcOrd="1" destOrd="0" presId="urn:microsoft.com/office/officeart/2008/layout/LinedList"/>
    <dgm:cxn modelId="{867F1FF0-8590-47CC-8D98-A6E64BB09C0B}" type="presParOf" srcId="{5EEE1FB3-8F00-4BC7-9073-DB2A09DC7051}" destId="{8368AE12-5BE8-4A3A-81C9-BEDD62D02C2D}" srcOrd="4" destOrd="0" presId="urn:microsoft.com/office/officeart/2008/layout/LinedList"/>
    <dgm:cxn modelId="{2D37689D-1B08-4D0E-9CB6-A394297F95C9}" type="presParOf" srcId="{5EEE1FB3-8F00-4BC7-9073-DB2A09DC7051}" destId="{92C69BE4-8A13-42FF-A340-3C3DA0CCBAAA}" srcOrd="5" destOrd="0" presId="urn:microsoft.com/office/officeart/2008/layout/LinedList"/>
    <dgm:cxn modelId="{CDE866B4-BBB9-4CEE-A6E0-A1BC2EAF833E}" type="presParOf" srcId="{92C69BE4-8A13-42FF-A340-3C3DA0CCBAAA}" destId="{4F641EA6-A902-4228-80ED-266817238BB4}" srcOrd="0" destOrd="0" presId="urn:microsoft.com/office/officeart/2008/layout/LinedList"/>
    <dgm:cxn modelId="{60A0D542-516D-4DF4-A24A-50C86DB080D9}" type="presParOf" srcId="{92C69BE4-8A13-42FF-A340-3C3DA0CCBAAA}" destId="{1738E88A-1B42-4D83-86EE-3C3BB6EA9D08}" srcOrd="1" destOrd="0" presId="urn:microsoft.com/office/officeart/2008/layout/LinedList"/>
    <dgm:cxn modelId="{BCFA9C22-7105-4E3B-BFFD-FB3FFB7E25C3}" type="presParOf" srcId="{5EEE1FB3-8F00-4BC7-9073-DB2A09DC7051}" destId="{C7EDB961-50F9-4397-870E-4D533DA4A73F}" srcOrd="6" destOrd="0" presId="urn:microsoft.com/office/officeart/2008/layout/LinedList"/>
    <dgm:cxn modelId="{C7E36653-7D20-460A-BF6E-E5F8F3E6E242}" type="presParOf" srcId="{5EEE1FB3-8F00-4BC7-9073-DB2A09DC7051}" destId="{2A4E3CBB-030D-4031-813E-A8CD85043D01}" srcOrd="7" destOrd="0" presId="urn:microsoft.com/office/officeart/2008/layout/LinedList"/>
    <dgm:cxn modelId="{25C8836C-8FBB-459F-AAEB-AF15121F4A8B}" type="presParOf" srcId="{2A4E3CBB-030D-4031-813E-A8CD85043D01}" destId="{A868D7A5-3B43-4E7D-AC54-B1603E72DA12}" srcOrd="0" destOrd="0" presId="urn:microsoft.com/office/officeart/2008/layout/LinedList"/>
    <dgm:cxn modelId="{70EDE0F4-EECD-4C1A-A593-CE22B97AA17A}" type="presParOf" srcId="{2A4E3CBB-030D-4031-813E-A8CD85043D01}" destId="{E3B24778-262B-4819-96B0-69636AB72C42}" srcOrd="1" destOrd="0" presId="urn:microsoft.com/office/officeart/2008/layout/LinedList"/>
    <dgm:cxn modelId="{5D00F924-1CC5-4ECD-8873-4E3BF1FD02C7}" type="presParOf" srcId="{5EEE1FB3-8F00-4BC7-9073-DB2A09DC7051}" destId="{7B9D9366-8521-4411-A2D8-78DC0CE858F3}" srcOrd="8" destOrd="0" presId="urn:microsoft.com/office/officeart/2008/layout/LinedList"/>
    <dgm:cxn modelId="{04754E1C-2B86-4699-B115-E88098286AA3}" type="presParOf" srcId="{5EEE1FB3-8F00-4BC7-9073-DB2A09DC7051}" destId="{400FB3F9-0172-4B7B-A34A-E535CE4E5D98}" srcOrd="9" destOrd="0" presId="urn:microsoft.com/office/officeart/2008/layout/LinedList"/>
    <dgm:cxn modelId="{9DC46018-71EF-4390-9530-4AA2D67FE976}" type="presParOf" srcId="{400FB3F9-0172-4B7B-A34A-E535CE4E5D98}" destId="{BE0193BB-9AFF-461D-90EE-0F8732CF2453}" srcOrd="0" destOrd="0" presId="urn:microsoft.com/office/officeart/2008/layout/LinedList"/>
    <dgm:cxn modelId="{2EF9CF85-1157-4A52-A2C5-CF10B1C31D2F}" type="presParOf" srcId="{400FB3F9-0172-4B7B-A34A-E535CE4E5D98}" destId="{2A24EA28-5239-4544-B9E4-E8683B3E502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F9E17AFC-BA4A-4395-9568-6C4447D9AEE2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B4EFD154-5982-474E-9E38-9E6927AAFC5A}">
      <dgm:prSet/>
      <dgm:spPr/>
      <dgm:t>
        <a:bodyPr/>
        <a:lstStyle/>
        <a:p>
          <a:r>
            <a:rPr lang="en-US"/>
            <a:t>Debe notificarse a la AEPD en 72 horas.</a:t>
          </a:r>
        </a:p>
      </dgm:t>
    </dgm:pt>
    <dgm:pt modelId="{4D8758A4-D887-4C2A-A2BF-9B38979E8B6E}" type="parTrans" cxnId="{715CA311-4055-4807-B7FF-0EB108B8F0D9}">
      <dgm:prSet/>
      <dgm:spPr/>
      <dgm:t>
        <a:bodyPr/>
        <a:lstStyle/>
        <a:p>
          <a:endParaRPr lang="en-US"/>
        </a:p>
      </dgm:t>
    </dgm:pt>
    <dgm:pt modelId="{7A92CD91-F5C1-48F4-A12D-C117844878F5}" type="sibTrans" cxnId="{715CA311-4055-4807-B7FF-0EB108B8F0D9}">
      <dgm:prSet/>
      <dgm:spPr/>
      <dgm:t>
        <a:bodyPr/>
        <a:lstStyle/>
        <a:p>
          <a:endParaRPr lang="en-US"/>
        </a:p>
      </dgm:t>
    </dgm:pt>
    <dgm:pt modelId="{BCD8BE77-827E-4534-A453-1F50B42A6243}">
      <dgm:prSet/>
      <dgm:spPr/>
      <dgm:t>
        <a:bodyPr/>
        <a:lstStyle/>
        <a:p>
          <a:r>
            <a:rPr lang="en-US"/>
            <a:t>En algunos casos, también a los interesados.</a:t>
          </a:r>
        </a:p>
      </dgm:t>
    </dgm:pt>
    <dgm:pt modelId="{8233E3E0-4C91-4E20-A84A-A51E7BAA50A0}" type="parTrans" cxnId="{CCC7162D-9698-4C9B-B43B-4ED77491BBCA}">
      <dgm:prSet/>
      <dgm:spPr/>
      <dgm:t>
        <a:bodyPr/>
        <a:lstStyle/>
        <a:p>
          <a:endParaRPr lang="en-US"/>
        </a:p>
      </dgm:t>
    </dgm:pt>
    <dgm:pt modelId="{0209FC12-132E-479B-93D8-739B54BD0357}" type="sibTrans" cxnId="{CCC7162D-9698-4C9B-B43B-4ED77491BBCA}">
      <dgm:prSet/>
      <dgm:spPr/>
      <dgm:t>
        <a:bodyPr/>
        <a:lstStyle/>
        <a:p>
          <a:endParaRPr lang="en-US"/>
        </a:p>
      </dgm:t>
    </dgm:pt>
    <dgm:pt modelId="{5533AA61-4D14-410E-9711-066BFE01D464}" type="pres">
      <dgm:prSet presAssocID="{F9E17AFC-BA4A-4395-9568-6C4447D9AEE2}" presName="vert0" presStyleCnt="0">
        <dgm:presLayoutVars>
          <dgm:dir/>
          <dgm:animOne val="branch"/>
          <dgm:animLvl val="lvl"/>
        </dgm:presLayoutVars>
      </dgm:prSet>
      <dgm:spPr/>
    </dgm:pt>
    <dgm:pt modelId="{60C637C8-8E66-4900-8AAC-8840A56E557F}" type="pres">
      <dgm:prSet presAssocID="{B4EFD154-5982-474E-9E38-9E6927AAFC5A}" presName="thickLine" presStyleLbl="alignNode1" presStyleIdx="0" presStyleCnt="2"/>
      <dgm:spPr/>
    </dgm:pt>
    <dgm:pt modelId="{187FD878-E59C-4BA2-96E9-33C43B8348E4}" type="pres">
      <dgm:prSet presAssocID="{B4EFD154-5982-474E-9E38-9E6927AAFC5A}" presName="horz1" presStyleCnt="0"/>
      <dgm:spPr/>
    </dgm:pt>
    <dgm:pt modelId="{9DED37E1-3CA2-4AE9-BAB0-7CB653DEE161}" type="pres">
      <dgm:prSet presAssocID="{B4EFD154-5982-474E-9E38-9E6927AAFC5A}" presName="tx1" presStyleLbl="revTx" presStyleIdx="0" presStyleCnt="2"/>
      <dgm:spPr/>
    </dgm:pt>
    <dgm:pt modelId="{8E5F479E-1DDB-4734-B1B3-01134AB15F5C}" type="pres">
      <dgm:prSet presAssocID="{B4EFD154-5982-474E-9E38-9E6927AAFC5A}" presName="vert1" presStyleCnt="0"/>
      <dgm:spPr/>
    </dgm:pt>
    <dgm:pt modelId="{D1512729-1EC9-47A5-8FA8-3801495D53CD}" type="pres">
      <dgm:prSet presAssocID="{BCD8BE77-827E-4534-A453-1F50B42A6243}" presName="thickLine" presStyleLbl="alignNode1" presStyleIdx="1" presStyleCnt="2"/>
      <dgm:spPr/>
    </dgm:pt>
    <dgm:pt modelId="{6AEEBB78-22C5-4902-84DA-5E0B6144CB77}" type="pres">
      <dgm:prSet presAssocID="{BCD8BE77-827E-4534-A453-1F50B42A6243}" presName="horz1" presStyleCnt="0"/>
      <dgm:spPr/>
    </dgm:pt>
    <dgm:pt modelId="{ECF46D08-D291-432C-8D59-76B5CF1B6ED8}" type="pres">
      <dgm:prSet presAssocID="{BCD8BE77-827E-4534-A453-1F50B42A6243}" presName="tx1" presStyleLbl="revTx" presStyleIdx="1" presStyleCnt="2"/>
      <dgm:spPr/>
    </dgm:pt>
    <dgm:pt modelId="{63631B5F-60EB-4840-ACD2-54BA4355134D}" type="pres">
      <dgm:prSet presAssocID="{BCD8BE77-827E-4534-A453-1F50B42A6243}" presName="vert1" presStyleCnt="0"/>
      <dgm:spPr/>
    </dgm:pt>
  </dgm:ptLst>
  <dgm:cxnLst>
    <dgm:cxn modelId="{715CA311-4055-4807-B7FF-0EB108B8F0D9}" srcId="{F9E17AFC-BA4A-4395-9568-6C4447D9AEE2}" destId="{B4EFD154-5982-474E-9E38-9E6927AAFC5A}" srcOrd="0" destOrd="0" parTransId="{4D8758A4-D887-4C2A-A2BF-9B38979E8B6E}" sibTransId="{7A92CD91-F5C1-48F4-A12D-C117844878F5}"/>
    <dgm:cxn modelId="{92248F1F-1BF2-4667-ACB3-D051BE1F2C16}" type="presOf" srcId="{B4EFD154-5982-474E-9E38-9E6927AAFC5A}" destId="{9DED37E1-3CA2-4AE9-BAB0-7CB653DEE161}" srcOrd="0" destOrd="0" presId="urn:microsoft.com/office/officeart/2008/layout/LinedList"/>
    <dgm:cxn modelId="{CCC7162D-9698-4C9B-B43B-4ED77491BBCA}" srcId="{F9E17AFC-BA4A-4395-9568-6C4447D9AEE2}" destId="{BCD8BE77-827E-4534-A453-1F50B42A6243}" srcOrd="1" destOrd="0" parTransId="{8233E3E0-4C91-4E20-A84A-A51E7BAA50A0}" sibTransId="{0209FC12-132E-479B-93D8-739B54BD0357}"/>
    <dgm:cxn modelId="{2C567063-7636-434D-B46B-6AF77A7CC3C4}" type="presOf" srcId="{BCD8BE77-827E-4534-A453-1F50B42A6243}" destId="{ECF46D08-D291-432C-8D59-76B5CF1B6ED8}" srcOrd="0" destOrd="0" presId="urn:microsoft.com/office/officeart/2008/layout/LinedList"/>
    <dgm:cxn modelId="{D1EF9583-3437-4412-A84D-0937EDB44F3C}" type="presOf" srcId="{F9E17AFC-BA4A-4395-9568-6C4447D9AEE2}" destId="{5533AA61-4D14-410E-9711-066BFE01D464}" srcOrd="0" destOrd="0" presId="urn:microsoft.com/office/officeart/2008/layout/LinedList"/>
    <dgm:cxn modelId="{86DA981D-206B-4E7F-BF97-085A3A1D3B63}" type="presParOf" srcId="{5533AA61-4D14-410E-9711-066BFE01D464}" destId="{60C637C8-8E66-4900-8AAC-8840A56E557F}" srcOrd="0" destOrd="0" presId="urn:microsoft.com/office/officeart/2008/layout/LinedList"/>
    <dgm:cxn modelId="{D7E24962-702E-4B10-A621-BD6A268081F7}" type="presParOf" srcId="{5533AA61-4D14-410E-9711-066BFE01D464}" destId="{187FD878-E59C-4BA2-96E9-33C43B8348E4}" srcOrd="1" destOrd="0" presId="urn:microsoft.com/office/officeart/2008/layout/LinedList"/>
    <dgm:cxn modelId="{34A04184-D0AB-4178-91E7-BC1B858387E8}" type="presParOf" srcId="{187FD878-E59C-4BA2-96E9-33C43B8348E4}" destId="{9DED37E1-3CA2-4AE9-BAB0-7CB653DEE161}" srcOrd="0" destOrd="0" presId="urn:microsoft.com/office/officeart/2008/layout/LinedList"/>
    <dgm:cxn modelId="{6E2796D4-B0BC-47A6-B5A2-26F44DE12ACF}" type="presParOf" srcId="{187FD878-E59C-4BA2-96E9-33C43B8348E4}" destId="{8E5F479E-1DDB-4734-B1B3-01134AB15F5C}" srcOrd="1" destOrd="0" presId="urn:microsoft.com/office/officeart/2008/layout/LinedList"/>
    <dgm:cxn modelId="{4E7BAD3B-F498-4854-BA34-7D15648577A5}" type="presParOf" srcId="{5533AA61-4D14-410E-9711-066BFE01D464}" destId="{D1512729-1EC9-47A5-8FA8-3801495D53CD}" srcOrd="2" destOrd="0" presId="urn:microsoft.com/office/officeart/2008/layout/LinedList"/>
    <dgm:cxn modelId="{D5CCA42A-7EA7-468F-B9B0-19482CF3A621}" type="presParOf" srcId="{5533AA61-4D14-410E-9711-066BFE01D464}" destId="{6AEEBB78-22C5-4902-84DA-5E0B6144CB77}" srcOrd="3" destOrd="0" presId="urn:microsoft.com/office/officeart/2008/layout/LinedList"/>
    <dgm:cxn modelId="{FAB088E2-A0E4-438E-BB22-94653B5A7FAA}" type="presParOf" srcId="{6AEEBB78-22C5-4902-84DA-5E0B6144CB77}" destId="{ECF46D08-D291-432C-8D59-76B5CF1B6ED8}" srcOrd="0" destOrd="0" presId="urn:microsoft.com/office/officeart/2008/layout/LinedList"/>
    <dgm:cxn modelId="{8D2F2CDF-C1A9-459A-9FCD-9F74D66C42C7}" type="presParOf" srcId="{6AEEBB78-22C5-4902-84DA-5E0B6144CB77}" destId="{63631B5F-60EB-4840-ACD2-54BA4355134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AAC0CA06-C61B-4182-9C07-5906B9C1EE7F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70E6130F-37FF-445E-A042-D8B54F1C273B}">
      <dgm:prSet/>
      <dgm:spPr/>
      <dgm:t>
        <a:bodyPr/>
        <a:lstStyle/>
        <a:p>
          <a:r>
            <a:rPr lang="en-US"/>
            <a:t>- Leves, graves y muy graves</a:t>
          </a:r>
        </a:p>
      </dgm:t>
    </dgm:pt>
    <dgm:pt modelId="{813187B5-E7C5-4140-BF3D-EABCFB24577E}" type="parTrans" cxnId="{250F82B3-73F7-4D98-8159-A5AC8B7D859C}">
      <dgm:prSet/>
      <dgm:spPr/>
      <dgm:t>
        <a:bodyPr/>
        <a:lstStyle/>
        <a:p>
          <a:endParaRPr lang="en-US"/>
        </a:p>
      </dgm:t>
    </dgm:pt>
    <dgm:pt modelId="{6790A75F-0314-4006-8DC8-309EA4371509}" type="sibTrans" cxnId="{250F82B3-73F7-4D98-8159-A5AC8B7D859C}">
      <dgm:prSet/>
      <dgm:spPr/>
      <dgm:t>
        <a:bodyPr/>
        <a:lstStyle/>
        <a:p>
          <a:endParaRPr lang="en-US"/>
        </a:p>
      </dgm:t>
    </dgm:pt>
    <dgm:pt modelId="{DD3971E9-9FAE-44EF-B271-7720E812D283}">
      <dgm:prSet/>
      <dgm:spPr/>
      <dgm:t>
        <a:bodyPr/>
        <a:lstStyle/>
        <a:p>
          <a:r>
            <a:rPr lang="en-US"/>
            <a:t>- Hasta 20 millones de euros o el 4% del volumen de negocio global</a:t>
          </a:r>
        </a:p>
      </dgm:t>
    </dgm:pt>
    <dgm:pt modelId="{E2E78383-E6CB-4ABE-AF34-EB426B364482}" type="parTrans" cxnId="{2E7592E0-5587-4CAE-B9DC-A68E206DC995}">
      <dgm:prSet/>
      <dgm:spPr/>
      <dgm:t>
        <a:bodyPr/>
        <a:lstStyle/>
        <a:p>
          <a:endParaRPr lang="en-US"/>
        </a:p>
      </dgm:t>
    </dgm:pt>
    <dgm:pt modelId="{E3C5C700-AB9C-449A-8CCF-A4EED28B5B60}" type="sibTrans" cxnId="{2E7592E0-5587-4CAE-B9DC-A68E206DC995}">
      <dgm:prSet/>
      <dgm:spPr/>
      <dgm:t>
        <a:bodyPr/>
        <a:lstStyle/>
        <a:p>
          <a:endParaRPr lang="en-US"/>
        </a:p>
      </dgm:t>
    </dgm:pt>
    <dgm:pt modelId="{0B55D555-DA23-4642-BDCB-CA7D18839922}">
      <dgm:prSet/>
      <dgm:spPr/>
      <dgm:t>
        <a:bodyPr/>
        <a:lstStyle/>
        <a:p>
          <a:r>
            <a:rPr lang="en-US"/>
            <a:t>- Ejemplos: falta de consentimiento, brechas de seguridad, etc.</a:t>
          </a:r>
        </a:p>
      </dgm:t>
    </dgm:pt>
    <dgm:pt modelId="{F69A4E5B-26B3-4B23-908C-310E519F2F11}" type="parTrans" cxnId="{1CDAE246-9434-40C4-804A-81687568582E}">
      <dgm:prSet/>
      <dgm:spPr/>
      <dgm:t>
        <a:bodyPr/>
        <a:lstStyle/>
        <a:p>
          <a:endParaRPr lang="en-US"/>
        </a:p>
      </dgm:t>
    </dgm:pt>
    <dgm:pt modelId="{1480811E-9F55-4738-B7E6-090B4FA3DE7A}" type="sibTrans" cxnId="{1CDAE246-9434-40C4-804A-81687568582E}">
      <dgm:prSet/>
      <dgm:spPr/>
      <dgm:t>
        <a:bodyPr/>
        <a:lstStyle/>
        <a:p>
          <a:endParaRPr lang="en-US"/>
        </a:p>
      </dgm:t>
    </dgm:pt>
    <dgm:pt modelId="{66C59AF5-5E6E-4B8F-945D-42EB4914B6EA}" type="pres">
      <dgm:prSet presAssocID="{AAC0CA06-C61B-4182-9C07-5906B9C1EE7F}" presName="vert0" presStyleCnt="0">
        <dgm:presLayoutVars>
          <dgm:dir/>
          <dgm:animOne val="branch"/>
          <dgm:animLvl val="lvl"/>
        </dgm:presLayoutVars>
      </dgm:prSet>
      <dgm:spPr/>
    </dgm:pt>
    <dgm:pt modelId="{90010A02-E37B-41A6-87C8-04FDB41A4628}" type="pres">
      <dgm:prSet presAssocID="{70E6130F-37FF-445E-A042-D8B54F1C273B}" presName="thickLine" presStyleLbl="alignNode1" presStyleIdx="0" presStyleCnt="3"/>
      <dgm:spPr/>
    </dgm:pt>
    <dgm:pt modelId="{1EA35985-A257-4825-B846-D42F2941D1B5}" type="pres">
      <dgm:prSet presAssocID="{70E6130F-37FF-445E-A042-D8B54F1C273B}" presName="horz1" presStyleCnt="0"/>
      <dgm:spPr/>
    </dgm:pt>
    <dgm:pt modelId="{C10792C3-1213-4EF7-AFF3-87C8407BDC36}" type="pres">
      <dgm:prSet presAssocID="{70E6130F-37FF-445E-A042-D8B54F1C273B}" presName="tx1" presStyleLbl="revTx" presStyleIdx="0" presStyleCnt="3"/>
      <dgm:spPr/>
    </dgm:pt>
    <dgm:pt modelId="{579418E8-9BD0-4FAD-B576-C3DAFD03A6C9}" type="pres">
      <dgm:prSet presAssocID="{70E6130F-37FF-445E-A042-D8B54F1C273B}" presName="vert1" presStyleCnt="0"/>
      <dgm:spPr/>
    </dgm:pt>
    <dgm:pt modelId="{EEF049AB-2BEE-4789-A3D2-C413FA62945A}" type="pres">
      <dgm:prSet presAssocID="{DD3971E9-9FAE-44EF-B271-7720E812D283}" presName="thickLine" presStyleLbl="alignNode1" presStyleIdx="1" presStyleCnt="3"/>
      <dgm:spPr/>
    </dgm:pt>
    <dgm:pt modelId="{005374B9-255F-4160-B195-A5FF74D1ECF9}" type="pres">
      <dgm:prSet presAssocID="{DD3971E9-9FAE-44EF-B271-7720E812D283}" presName="horz1" presStyleCnt="0"/>
      <dgm:spPr/>
    </dgm:pt>
    <dgm:pt modelId="{D7D73B1D-FF10-41DA-8448-6C5F7FCF69ED}" type="pres">
      <dgm:prSet presAssocID="{DD3971E9-9FAE-44EF-B271-7720E812D283}" presName="tx1" presStyleLbl="revTx" presStyleIdx="1" presStyleCnt="3"/>
      <dgm:spPr/>
    </dgm:pt>
    <dgm:pt modelId="{316660A5-9411-4E7B-8E0E-58596397753C}" type="pres">
      <dgm:prSet presAssocID="{DD3971E9-9FAE-44EF-B271-7720E812D283}" presName="vert1" presStyleCnt="0"/>
      <dgm:spPr/>
    </dgm:pt>
    <dgm:pt modelId="{7485A096-3152-407A-9AE2-B208BB60E538}" type="pres">
      <dgm:prSet presAssocID="{0B55D555-DA23-4642-BDCB-CA7D18839922}" presName="thickLine" presStyleLbl="alignNode1" presStyleIdx="2" presStyleCnt="3"/>
      <dgm:spPr/>
    </dgm:pt>
    <dgm:pt modelId="{6CBC7285-1681-4DBF-957B-3D5137EFE3AA}" type="pres">
      <dgm:prSet presAssocID="{0B55D555-DA23-4642-BDCB-CA7D18839922}" presName="horz1" presStyleCnt="0"/>
      <dgm:spPr/>
    </dgm:pt>
    <dgm:pt modelId="{44751703-B2EA-4865-9082-D79BC622A4ED}" type="pres">
      <dgm:prSet presAssocID="{0B55D555-DA23-4642-BDCB-CA7D18839922}" presName="tx1" presStyleLbl="revTx" presStyleIdx="2" presStyleCnt="3"/>
      <dgm:spPr/>
    </dgm:pt>
    <dgm:pt modelId="{E44BF7D5-6934-4C4A-A2F0-AB30B579791F}" type="pres">
      <dgm:prSet presAssocID="{0B55D555-DA23-4642-BDCB-CA7D18839922}" presName="vert1" presStyleCnt="0"/>
      <dgm:spPr/>
    </dgm:pt>
  </dgm:ptLst>
  <dgm:cxnLst>
    <dgm:cxn modelId="{B4D4611F-FED9-43ED-AB8D-CF7AEBECC23C}" type="presOf" srcId="{70E6130F-37FF-445E-A042-D8B54F1C273B}" destId="{C10792C3-1213-4EF7-AFF3-87C8407BDC36}" srcOrd="0" destOrd="0" presId="urn:microsoft.com/office/officeart/2008/layout/LinedList"/>
    <dgm:cxn modelId="{C79A7D31-C0E9-4251-9EBF-60CF346F3E98}" type="presOf" srcId="{DD3971E9-9FAE-44EF-B271-7720E812D283}" destId="{D7D73B1D-FF10-41DA-8448-6C5F7FCF69ED}" srcOrd="0" destOrd="0" presId="urn:microsoft.com/office/officeart/2008/layout/LinedList"/>
    <dgm:cxn modelId="{1CDAE246-9434-40C4-804A-81687568582E}" srcId="{AAC0CA06-C61B-4182-9C07-5906B9C1EE7F}" destId="{0B55D555-DA23-4642-BDCB-CA7D18839922}" srcOrd="2" destOrd="0" parTransId="{F69A4E5B-26B3-4B23-908C-310E519F2F11}" sibTransId="{1480811E-9F55-4738-B7E6-090B4FA3DE7A}"/>
    <dgm:cxn modelId="{9E904CAE-E4F6-438C-BC25-4C853E69A954}" type="presOf" srcId="{0B55D555-DA23-4642-BDCB-CA7D18839922}" destId="{44751703-B2EA-4865-9082-D79BC622A4ED}" srcOrd="0" destOrd="0" presId="urn:microsoft.com/office/officeart/2008/layout/LinedList"/>
    <dgm:cxn modelId="{250F82B3-73F7-4D98-8159-A5AC8B7D859C}" srcId="{AAC0CA06-C61B-4182-9C07-5906B9C1EE7F}" destId="{70E6130F-37FF-445E-A042-D8B54F1C273B}" srcOrd="0" destOrd="0" parTransId="{813187B5-E7C5-4140-BF3D-EABCFB24577E}" sibTransId="{6790A75F-0314-4006-8DC8-309EA4371509}"/>
    <dgm:cxn modelId="{2E7592E0-5587-4CAE-B9DC-A68E206DC995}" srcId="{AAC0CA06-C61B-4182-9C07-5906B9C1EE7F}" destId="{DD3971E9-9FAE-44EF-B271-7720E812D283}" srcOrd="1" destOrd="0" parTransId="{E2E78383-E6CB-4ABE-AF34-EB426B364482}" sibTransId="{E3C5C700-AB9C-449A-8CCF-A4EED28B5B60}"/>
    <dgm:cxn modelId="{80BE9FFA-6072-4AF2-A447-7C9A11F1A572}" type="presOf" srcId="{AAC0CA06-C61B-4182-9C07-5906B9C1EE7F}" destId="{66C59AF5-5E6E-4B8F-945D-42EB4914B6EA}" srcOrd="0" destOrd="0" presId="urn:microsoft.com/office/officeart/2008/layout/LinedList"/>
    <dgm:cxn modelId="{2B7A0F25-60A6-4753-830E-71110C410AFD}" type="presParOf" srcId="{66C59AF5-5E6E-4B8F-945D-42EB4914B6EA}" destId="{90010A02-E37B-41A6-87C8-04FDB41A4628}" srcOrd="0" destOrd="0" presId="urn:microsoft.com/office/officeart/2008/layout/LinedList"/>
    <dgm:cxn modelId="{1CB92CF3-927E-4F07-A1A7-AA2062EB324C}" type="presParOf" srcId="{66C59AF5-5E6E-4B8F-945D-42EB4914B6EA}" destId="{1EA35985-A257-4825-B846-D42F2941D1B5}" srcOrd="1" destOrd="0" presId="urn:microsoft.com/office/officeart/2008/layout/LinedList"/>
    <dgm:cxn modelId="{65931F0A-F5CD-4842-AFCB-0440245C69C7}" type="presParOf" srcId="{1EA35985-A257-4825-B846-D42F2941D1B5}" destId="{C10792C3-1213-4EF7-AFF3-87C8407BDC36}" srcOrd="0" destOrd="0" presId="urn:microsoft.com/office/officeart/2008/layout/LinedList"/>
    <dgm:cxn modelId="{51FB7350-9D01-471D-9566-9DB1D4D5B68B}" type="presParOf" srcId="{1EA35985-A257-4825-B846-D42F2941D1B5}" destId="{579418E8-9BD0-4FAD-B576-C3DAFD03A6C9}" srcOrd="1" destOrd="0" presId="urn:microsoft.com/office/officeart/2008/layout/LinedList"/>
    <dgm:cxn modelId="{31BFCF5C-EB23-44D6-B5D9-A365DC6B26E4}" type="presParOf" srcId="{66C59AF5-5E6E-4B8F-945D-42EB4914B6EA}" destId="{EEF049AB-2BEE-4789-A3D2-C413FA62945A}" srcOrd="2" destOrd="0" presId="urn:microsoft.com/office/officeart/2008/layout/LinedList"/>
    <dgm:cxn modelId="{479C82C3-928A-463B-97B3-AE173B730425}" type="presParOf" srcId="{66C59AF5-5E6E-4B8F-945D-42EB4914B6EA}" destId="{005374B9-255F-4160-B195-A5FF74D1ECF9}" srcOrd="3" destOrd="0" presId="urn:microsoft.com/office/officeart/2008/layout/LinedList"/>
    <dgm:cxn modelId="{9B68E56B-62F0-42D2-B61D-B7232A15BD0F}" type="presParOf" srcId="{005374B9-255F-4160-B195-A5FF74D1ECF9}" destId="{D7D73B1D-FF10-41DA-8448-6C5F7FCF69ED}" srcOrd="0" destOrd="0" presId="urn:microsoft.com/office/officeart/2008/layout/LinedList"/>
    <dgm:cxn modelId="{9997DD29-4694-45AD-8C68-4FCA05AB586C}" type="presParOf" srcId="{005374B9-255F-4160-B195-A5FF74D1ECF9}" destId="{316660A5-9411-4E7B-8E0E-58596397753C}" srcOrd="1" destOrd="0" presId="urn:microsoft.com/office/officeart/2008/layout/LinedList"/>
    <dgm:cxn modelId="{85654A44-D804-4E8E-AD27-D67C69E906B7}" type="presParOf" srcId="{66C59AF5-5E6E-4B8F-945D-42EB4914B6EA}" destId="{7485A096-3152-407A-9AE2-B208BB60E538}" srcOrd="4" destOrd="0" presId="urn:microsoft.com/office/officeart/2008/layout/LinedList"/>
    <dgm:cxn modelId="{9CE282E9-0955-4371-B758-93772CAB64F0}" type="presParOf" srcId="{66C59AF5-5E6E-4B8F-945D-42EB4914B6EA}" destId="{6CBC7285-1681-4DBF-957B-3D5137EFE3AA}" srcOrd="5" destOrd="0" presId="urn:microsoft.com/office/officeart/2008/layout/LinedList"/>
    <dgm:cxn modelId="{21F4C58E-7542-43D1-9717-3987659F9EDD}" type="presParOf" srcId="{6CBC7285-1681-4DBF-957B-3D5137EFE3AA}" destId="{44751703-B2EA-4865-9082-D79BC622A4ED}" srcOrd="0" destOrd="0" presId="urn:microsoft.com/office/officeart/2008/layout/LinedList"/>
    <dgm:cxn modelId="{739E960A-C8F0-42BD-8E10-7F1412E588BF}" type="presParOf" srcId="{6CBC7285-1681-4DBF-957B-3D5137EFE3AA}" destId="{E44BF7D5-6934-4C4A-A2F0-AB30B579791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3FE0E964-97B9-4ACE-8ECE-435ECF64E1A7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0B551F31-9FC3-4162-A2A4-A773E3E9F0F0}">
      <dgm:prSet/>
      <dgm:spPr/>
      <dgm:t>
        <a:bodyPr/>
        <a:lstStyle/>
        <a:p>
          <a:r>
            <a:rPr lang="en-US"/>
            <a:t>Incluye:</a:t>
          </a:r>
        </a:p>
      </dgm:t>
    </dgm:pt>
    <dgm:pt modelId="{71A49F3F-332B-47F0-BFEA-06E22D1C3450}" type="parTrans" cxnId="{B61A3055-CDFD-46BC-A1C5-0F8045CB3747}">
      <dgm:prSet/>
      <dgm:spPr/>
      <dgm:t>
        <a:bodyPr/>
        <a:lstStyle/>
        <a:p>
          <a:endParaRPr lang="en-US"/>
        </a:p>
      </dgm:t>
    </dgm:pt>
    <dgm:pt modelId="{2C497484-394B-4F19-89EF-4A66934C42E0}" type="sibTrans" cxnId="{B61A3055-CDFD-46BC-A1C5-0F8045CB3747}">
      <dgm:prSet/>
      <dgm:spPr/>
      <dgm:t>
        <a:bodyPr/>
        <a:lstStyle/>
        <a:p>
          <a:endParaRPr lang="en-US"/>
        </a:p>
      </dgm:t>
    </dgm:pt>
    <dgm:pt modelId="{6DDB9420-4A75-4FDA-90C0-BEC4E4571919}">
      <dgm:prSet/>
      <dgm:spPr/>
      <dgm:t>
        <a:bodyPr/>
        <a:lstStyle/>
        <a:p>
          <a:r>
            <a:rPr lang="en-US"/>
            <a:t>- Derecho a la desconexión digital</a:t>
          </a:r>
        </a:p>
      </dgm:t>
    </dgm:pt>
    <dgm:pt modelId="{11FC8817-0B33-4C52-95F7-59C8F7262AED}" type="parTrans" cxnId="{89EBA321-1572-4D70-9FD2-CAA2306ACE99}">
      <dgm:prSet/>
      <dgm:spPr/>
      <dgm:t>
        <a:bodyPr/>
        <a:lstStyle/>
        <a:p>
          <a:endParaRPr lang="en-US"/>
        </a:p>
      </dgm:t>
    </dgm:pt>
    <dgm:pt modelId="{E93CBE2A-15B8-4EFB-B525-900037A3203C}" type="sibTrans" cxnId="{89EBA321-1572-4D70-9FD2-CAA2306ACE99}">
      <dgm:prSet/>
      <dgm:spPr/>
      <dgm:t>
        <a:bodyPr/>
        <a:lstStyle/>
        <a:p>
          <a:endParaRPr lang="en-US"/>
        </a:p>
      </dgm:t>
    </dgm:pt>
    <dgm:pt modelId="{225EDED1-70A7-4A71-958D-075558E48CA9}">
      <dgm:prSet/>
      <dgm:spPr/>
      <dgm:t>
        <a:bodyPr/>
        <a:lstStyle/>
        <a:p>
          <a:r>
            <a:rPr lang="en-US"/>
            <a:t>- Educación digital</a:t>
          </a:r>
        </a:p>
      </dgm:t>
    </dgm:pt>
    <dgm:pt modelId="{CF94D4CC-D55D-4931-9A49-B6324AA60F2B}" type="parTrans" cxnId="{7B87B904-61CF-4212-AE86-0127F957527F}">
      <dgm:prSet/>
      <dgm:spPr/>
      <dgm:t>
        <a:bodyPr/>
        <a:lstStyle/>
        <a:p>
          <a:endParaRPr lang="en-US"/>
        </a:p>
      </dgm:t>
    </dgm:pt>
    <dgm:pt modelId="{45627A8E-70AF-4CAB-B706-075CDF36A519}" type="sibTrans" cxnId="{7B87B904-61CF-4212-AE86-0127F957527F}">
      <dgm:prSet/>
      <dgm:spPr/>
      <dgm:t>
        <a:bodyPr/>
        <a:lstStyle/>
        <a:p>
          <a:endParaRPr lang="en-US"/>
        </a:p>
      </dgm:t>
    </dgm:pt>
    <dgm:pt modelId="{426648B2-D998-4C63-8740-38F9640B5C45}">
      <dgm:prSet/>
      <dgm:spPr/>
      <dgm:t>
        <a:bodyPr/>
        <a:lstStyle/>
        <a:p>
          <a:r>
            <a:rPr lang="en-US"/>
            <a:t>- Protección de menores</a:t>
          </a:r>
        </a:p>
      </dgm:t>
    </dgm:pt>
    <dgm:pt modelId="{752DBF7D-F22A-4559-88AB-FC8061AD53F2}" type="parTrans" cxnId="{2636BED6-3E6A-4ADC-96F7-9013367E6B2A}">
      <dgm:prSet/>
      <dgm:spPr/>
      <dgm:t>
        <a:bodyPr/>
        <a:lstStyle/>
        <a:p>
          <a:endParaRPr lang="en-US"/>
        </a:p>
      </dgm:t>
    </dgm:pt>
    <dgm:pt modelId="{77B18B69-7658-4940-8D79-E1731CC1DB08}" type="sibTrans" cxnId="{2636BED6-3E6A-4ADC-96F7-9013367E6B2A}">
      <dgm:prSet/>
      <dgm:spPr/>
      <dgm:t>
        <a:bodyPr/>
        <a:lstStyle/>
        <a:p>
          <a:endParaRPr lang="en-US"/>
        </a:p>
      </dgm:t>
    </dgm:pt>
    <dgm:pt modelId="{59B924CD-89E2-47EE-B3CB-9FDF45FFEC10}">
      <dgm:prSet/>
      <dgm:spPr/>
      <dgm:t>
        <a:bodyPr/>
        <a:lstStyle/>
        <a:p>
          <a:r>
            <a:rPr lang="en-US"/>
            <a:t>- Neutralidad de Internet</a:t>
          </a:r>
        </a:p>
      </dgm:t>
    </dgm:pt>
    <dgm:pt modelId="{07A96E26-F172-4BB5-AEFF-AA2175E4BE6C}" type="parTrans" cxnId="{18841AAA-CD1E-475E-9B9A-1CE215F5AE86}">
      <dgm:prSet/>
      <dgm:spPr/>
      <dgm:t>
        <a:bodyPr/>
        <a:lstStyle/>
        <a:p>
          <a:endParaRPr lang="en-US"/>
        </a:p>
      </dgm:t>
    </dgm:pt>
    <dgm:pt modelId="{90ABC2FA-F5C7-4AE5-BC65-642212620878}" type="sibTrans" cxnId="{18841AAA-CD1E-475E-9B9A-1CE215F5AE86}">
      <dgm:prSet/>
      <dgm:spPr/>
      <dgm:t>
        <a:bodyPr/>
        <a:lstStyle/>
        <a:p>
          <a:endParaRPr lang="en-US"/>
        </a:p>
      </dgm:t>
    </dgm:pt>
    <dgm:pt modelId="{CDB25CA8-BA14-468A-953D-FA805ACCB367}">
      <dgm:prSet/>
      <dgm:spPr/>
      <dgm:t>
        <a:bodyPr/>
        <a:lstStyle/>
        <a:p>
          <a:r>
            <a:rPr lang="en-US"/>
            <a:t>- Libertad de expresión y derecho al olvido</a:t>
          </a:r>
        </a:p>
      </dgm:t>
    </dgm:pt>
    <dgm:pt modelId="{BD77261C-1D49-4CC7-9A01-65A84AD183A6}" type="parTrans" cxnId="{E3D5A4D5-19CE-4255-BE90-D692CB31328A}">
      <dgm:prSet/>
      <dgm:spPr/>
      <dgm:t>
        <a:bodyPr/>
        <a:lstStyle/>
        <a:p>
          <a:endParaRPr lang="en-US"/>
        </a:p>
      </dgm:t>
    </dgm:pt>
    <dgm:pt modelId="{D7AA5102-289F-4329-AD72-23B3DA25B939}" type="sibTrans" cxnId="{E3D5A4D5-19CE-4255-BE90-D692CB31328A}">
      <dgm:prSet/>
      <dgm:spPr/>
      <dgm:t>
        <a:bodyPr/>
        <a:lstStyle/>
        <a:p>
          <a:endParaRPr lang="en-US"/>
        </a:p>
      </dgm:t>
    </dgm:pt>
    <dgm:pt modelId="{42116C6A-5B5B-44D3-B118-8D389EE13778}" type="pres">
      <dgm:prSet presAssocID="{3FE0E964-97B9-4ACE-8ECE-435ECF64E1A7}" presName="vert0" presStyleCnt="0">
        <dgm:presLayoutVars>
          <dgm:dir/>
          <dgm:animOne val="branch"/>
          <dgm:animLvl val="lvl"/>
        </dgm:presLayoutVars>
      </dgm:prSet>
      <dgm:spPr/>
    </dgm:pt>
    <dgm:pt modelId="{825F5BBE-080A-4D6B-BA39-68C8F495CF60}" type="pres">
      <dgm:prSet presAssocID="{0B551F31-9FC3-4162-A2A4-A773E3E9F0F0}" presName="thickLine" presStyleLbl="alignNode1" presStyleIdx="0" presStyleCnt="6"/>
      <dgm:spPr/>
    </dgm:pt>
    <dgm:pt modelId="{05A430BD-392E-4364-8852-9E9055D55897}" type="pres">
      <dgm:prSet presAssocID="{0B551F31-9FC3-4162-A2A4-A773E3E9F0F0}" presName="horz1" presStyleCnt="0"/>
      <dgm:spPr/>
    </dgm:pt>
    <dgm:pt modelId="{AC689AA9-C49A-44AB-89C2-2427A84D9D14}" type="pres">
      <dgm:prSet presAssocID="{0B551F31-9FC3-4162-A2A4-A773E3E9F0F0}" presName="tx1" presStyleLbl="revTx" presStyleIdx="0" presStyleCnt="6"/>
      <dgm:spPr/>
    </dgm:pt>
    <dgm:pt modelId="{34F684EE-F1F8-4471-A9E3-12D6C468475E}" type="pres">
      <dgm:prSet presAssocID="{0B551F31-9FC3-4162-A2A4-A773E3E9F0F0}" presName="vert1" presStyleCnt="0"/>
      <dgm:spPr/>
    </dgm:pt>
    <dgm:pt modelId="{76DE85E6-7F01-4157-B908-5F98B509A6AB}" type="pres">
      <dgm:prSet presAssocID="{6DDB9420-4A75-4FDA-90C0-BEC4E4571919}" presName="thickLine" presStyleLbl="alignNode1" presStyleIdx="1" presStyleCnt="6"/>
      <dgm:spPr/>
    </dgm:pt>
    <dgm:pt modelId="{0ED0F1CE-626E-47F2-8498-9A762C53E59F}" type="pres">
      <dgm:prSet presAssocID="{6DDB9420-4A75-4FDA-90C0-BEC4E4571919}" presName="horz1" presStyleCnt="0"/>
      <dgm:spPr/>
    </dgm:pt>
    <dgm:pt modelId="{679C4464-30E7-4190-BB80-E7D55F141BAD}" type="pres">
      <dgm:prSet presAssocID="{6DDB9420-4A75-4FDA-90C0-BEC4E4571919}" presName="tx1" presStyleLbl="revTx" presStyleIdx="1" presStyleCnt="6"/>
      <dgm:spPr/>
    </dgm:pt>
    <dgm:pt modelId="{D417F5CA-2DBA-4878-AF52-751A0DC297B7}" type="pres">
      <dgm:prSet presAssocID="{6DDB9420-4A75-4FDA-90C0-BEC4E4571919}" presName="vert1" presStyleCnt="0"/>
      <dgm:spPr/>
    </dgm:pt>
    <dgm:pt modelId="{48605E33-0B8F-47D8-8E44-08907D9B1593}" type="pres">
      <dgm:prSet presAssocID="{225EDED1-70A7-4A71-958D-075558E48CA9}" presName="thickLine" presStyleLbl="alignNode1" presStyleIdx="2" presStyleCnt="6"/>
      <dgm:spPr/>
    </dgm:pt>
    <dgm:pt modelId="{83F316EC-3EEF-4E54-AE82-548FB7F6C350}" type="pres">
      <dgm:prSet presAssocID="{225EDED1-70A7-4A71-958D-075558E48CA9}" presName="horz1" presStyleCnt="0"/>
      <dgm:spPr/>
    </dgm:pt>
    <dgm:pt modelId="{42411C6E-08C9-4208-B526-FD292E57192F}" type="pres">
      <dgm:prSet presAssocID="{225EDED1-70A7-4A71-958D-075558E48CA9}" presName="tx1" presStyleLbl="revTx" presStyleIdx="2" presStyleCnt="6"/>
      <dgm:spPr/>
    </dgm:pt>
    <dgm:pt modelId="{CF45E7F4-09D0-42EC-BF12-815B16D5EFC6}" type="pres">
      <dgm:prSet presAssocID="{225EDED1-70A7-4A71-958D-075558E48CA9}" presName="vert1" presStyleCnt="0"/>
      <dgm:spPr/>
    </dgm:pt>
    <dgm:pt modelId="{8F89008B-8591-4407-B0AB-689E19B382C0}" type="pres">
      <dgm:prSet presAssocID="{426648B2-D998-4C63-8740-38F9640B5C45}" presName="thickLine" presStyleLbl="alignNode1" presStyleIdx="3" presStyleCnt="6"/>
      <dgm:spPr/>
    </dgm:pt>
    <dgm:pt modelId="{B6F9D552-CEB6-44E4-9A12-03CA554B51F2}" type="pres">
      <dgm:prSet presAssocID="{426648B2-D998-4C63-8740-38F9640B5C45}" presName="horz1" presStyleCnt="0"/>
      <dgm:spPr/>
    </dgm:pt>
    <dgm:pt modelId="{C4588CED-950A-4009-9C59-68D303D6747C}" type="pres">
      <dgm:prSet presAssocID="{426648B2-D998-4C63-8740-38F9640B5C45}" presName="tx1" presStyleLbl="revTx" presStyleIdx="3" presStyleCnt="6"/>
      <dgm:spPr/>
    </dgm:pt>
    <dgm:pt modelId="{C3EB3C08-8D2D-4D52-945F-DCA425B32E73}" type="pres">
      <dgm:prSet presAssocID="{426648B2-D998-4C63-8740-38F9640B5C45}" presName="vert1" presStyleCnt="0"/>
      <dgm:spPr/>
    </dgm:pt>
    <dgm:pt modelId="{64F4E60F-EB98-43BF-BB15-8AF81B68CDF6}" type="pres">
      <dgm:prSet presAssocID="{59B924CD-89E2-47EE-B3CB-9FDF45FFEC10}" presName="thickLine" presStyleLbl="alignNode1" presStyleIdx="4" presStyleCnt="6"/>
      <dgm:spPr/>
    </dgm:pt>
    <dgm:pt modelId="{37371B54-6A9A-41C4-B70F-DCC8CEA07577}" type="pres">
      <dgm:prSet presAssocID="{59B924CD-89E2-47EE-B3CB-9FDF45FFEC10}" presName="horz1" presStyleCnt="0"/>
      <dgm:spPr/>
    </dgm:pt>
    <dgm:pt modelId="{F52E80ED-9B60-47ED-8083-9D447500BFF8}" type="pres">
      <dgm:prSet presAssocID="{59B924CD-89E2-47EE-B3CB-9FDF45FFEC10}" presName="tx1" presStyleLbl="revTx" presStyleIdx="4" presStyleCnt="6"/>
      <dgm:spPr/>
    </dgm:pt>
    <dgm:pt modelId="{833D10B1-0913-4991-B702-0921F109DA7F}" type="pres">
      <dgm:prSet presAssocID="{59B924CD-89E2-47EE-B3CB-9FDF45FFEC10}" presName="vert1" presStyleCnt="0"/>
      <dgm:spPr/>
    </dgm:pt>
    <dgm:pt modelId="{F1ED4E6F-C1B7-43A2-9570-D951F278106C}" type="pres">
      <dgm:prSet presAssocID="{CDB25CA8-BA14-468A-953D-FA805ACCB367}" presName="thickLine" presStyleLbl="alignNode1" presStyleIdx="5" presStyleCnt="6"/>
      <dgm:spPr/>
    </dgm:pt>
    <dgm:pt modelId="{377B1628-6FBB-45D7-972C-66CD8609289C}" type="pres">
      <dgm:prSet presAssocID="{CDB25CA8-BA14-468A-953D-FA805ACCB367}" presName="horz1" presStyleCnt="0"/>
      <dgm:spPr/>
    </dgm:pt>
    <dgm:pt modelId="{82910236-612F-497A-82B7-1F962A59CA92}" type="pres">
      <dgm:prSet presAssocID="{CDB25CA8-BA14-468A-953D-FA805ACCB367}" presName="tx1" presStyleLbl="revTx" presStyleIdx="5" presStyleCnt="6"/>
      <dgm:spPr/>
    </dgm:pt>
    <dgm:pt modelId="{F48A0DF9-D1A2-411C-AE12-81CD07EB1F4B}" type="pres">
      <dgm:prSet presAssocID="{CDB25CA8-BA14-468A-953D-FA805ACCB367}" presName="vert1" presStyleCnt="0"/>
      <dgm:spPr/>
    </dgm:pt>
  </dgm:ptLst>
  <dgm:cxnLst>
    <dgm:cxn modelId="{7B87B904-61CF-4212-AE86-0127F957527F}" srcId="{3FE0E964-97B9-4ACE-8ECE-435ECF64E1A7}" destId="{225EDED1-70A7-4A71-958D-075558E48CA9}" srcOrd="2" destOrd="0" parTransId="{CF94D4CC-D55D-4931-9A49-B6324AA60F2B}" sibTransId="{45627A8E-70AF-4CAB-B706-075CDF36A519}"/>
    <dgm:cxn modelId="{B3517315-09F4-45A8-9350-95683C2FDFC6}" type="presOf" srcId="{6DDB9420-4A75-4FDA-90C0-BEC4E4571919}" destId="{679C4464-30E7-4190-BB80-E7D55F141BAD}" srcOrd="0" destOrd="0" presId="urn:microsoft.com/office/officeart/2008/layout/LinedList"/>
    <dgm:cxn modelId="{89EBA321-1572-4D70-9FD2-CAA2306ACE99}" srcId="{3FE0E964-97B9-4ACE-8ECE-435ECF64E1A7}" destId="{6DDB9420-4A75-4FDA-90C0-BEC4E4571919}" srcOrd="1" destOrd="0" parTransId="{11FC8817-0B33-4C52-95F7-59C8F7262AED}" sibTransId="{E93CBE2A-15B8-4EFB-B525-900037A3203C}"/>
    <dgm:cxn modelId="{68CE4B4E-637C-4E40-9353-9CB81B5E9294}" type="presOf" srcId="{225EDED1-70A7-4A71-958D-075558E48CA9}" destId="{42411C6E-08C9-4208-B526-FD292E57192F}" srcOrd="0" destOrd="0" presId="urn:microsoft.com/office/officeart/2008/layout/LinedList"/>
    <dgm:cxn modelId="{B61A3055-CDFD-46BC-A1C5-0F8045CB3747}" srcId="{3FE0E964-97B9-4ACE-8ECE-435ECF64E1A7}" destId="{0B551F31-9FC3-4162-A2A4-A773E3E9F0F0}" srcOrd="0" destOrd="0" parTransId="{71A49F3F-332B-47F0-BFEA-06E22D1C3450}" sibTransId="{2C497484-394B-4F19-89EF-4A66934C42E0}"/>
    <dgm:cxn modelId="{9F823059-2D16-4673-B848-E9B762D85EB1}" type="presOf" srcId="{3FE0E964-97B9-4ACE-8ECE-435ECF64E1A7}" destId="{42116C6A-5B5B-44D3-B118-8D389EE13778}" srcOrd="0" destOrd="0" presId="urn:microsoft.com/office/officeart/2008/layout/LinedList"/>
    <dgm:cxn modelId="{18841AAA-CD1E-475E-9B9A-1CE215F5AE86}" srcId="{3FE0E964-97B9-4ACE-8ECE-435ECF64E1A7}" destId="{59B924CD-89E2-47EE-B3CB-9FDF45FFEC10}" srcOrd="4" destOrd="0" parTransId="{07A96E26-F172-4BB5-AEFF-AA2175E4BE6C}" sibTransId="{90ABC2FA-F5C7-4AE5-BC65-642212620878}"/>
    <dgm:cxn modelId="{E885BCB9-87AD-4D6E-8944-58AD0F27473E}" type="presOf" srcId="{59B924CD-89E2-47EE-B3CB-9FDF45FFEC10}" destId="{F52E80ED-9B60-47ED-8083-9D447500BFF8}" srcOrd="0" destOrd="0" presId="urn:microsoft.com/office/officeart/2008/layout/LinedList"/>
    <dgm:cxn modelId="{803B3BC7-C29C-452D-A353-0E2E3442A59B}" type="presOf" srcId="{CDB25CA8-BA14-468A-953D-FA805ACCB367}" destId="{82910236-612F-497A-82B7-1F962A59CA92}" srcOrd="0" destOrd="0" presId="urn:microsoft.com/office/officeart/2008/layout/LinedList"/>
    <dgm:cxn modelId="{E3D5A4D5-19CE-4255-BE90-D692CB31328A}" srcId="{3FE0E964-97B9-4ACE-8ECE-435ECF64E1A7}" destId="{CDB25CA8-BA14-468A-953D-FA805ACCB367}" srcOrd="5" destOrd="0" parTransId="{BD77261C-1D49-4CC7-9A01-65A84AD183A6}" sibTransId="{D7AA5102-289F-4329-AD72-23B3DA25B939}"/>
    <dgm:cxn modelId="{2636BED6-3E6A-4ADC-96F7-9013367E6B2A}" srcId="{3FE0E964-97B9-4ACE-8ECE-435ECF64E1A7}" destId="{426648B2-D998-4C63-8740-38F9640B5C45}" srcOrd="3" destOrd="0" parTransId="{752DBF7D-F22A-4559-88AB-FC8061AD53F2}" sibTransId="{77B18B69-7658-4940-8D79-E1731CC1DB08}"/>
    <dgm:cxn modelId="{90E245D7-7E60-463E-875C-A9E7DAC4516C}" type="presOf" srcId="{0B551F31-9FC3-4162-A2A4-A773E3E9F0F0}" destId="{AC689AA9-C49A-44AB-89C2-2427A84D9D14}" srcOrd="0" destOrd="0" presId="urn:microsoft.com/office/officeart/2008/layout/LinedList"/>
    <dgm:cxn modelId="{51F440DF-C0AB-4159-B7A0-E654AA089ED7}" type="presOf" srcId="{426648B2-D998-4C63-8740-38F9640B5C45}" destId="{C4588CED-950A-4009-9C59-68D303D6747C}" srcOrd="0" destOrd="0" presId="urn:microsoft.com/office/officeart/2008/layout/LinedList"/>
    <dgm:cxn modelId="{4EAB6B04-E6FC-4050-A4F3-3F631EA4E0FC}" type="presParOf" srcId="{42116C6A-5B5B-44D3-B118-8D389EE13778}" destId="{825F5BBE-080A-4D6B-BA39-68C8F495CF60}" srcOrd="0" destOrd="0" presId="urn:microsoft.com/office/officeart/2008/layout/LinedList"/>
    <dgm:cxn modelId="{84991E9A-A362-4035-8E82-1441C78568A4}" type="presParOf" srcId="{42116C6A-5B5B-44D3-B118-8D389EE13778}" destId="{05A430BD-392E-4364-8852-9E9055D55897}" srcOrd="1" destOrd="0" presId="urn:microsoft.com/office/officeart/2008/layout/LinedList"/>
    <dgm:cxn modelId="{4E8E5B3F-1971-48EE-80C0-F0CA96E375A8}" type="presParOf" srcId="{05A430BD-392E-4364-8852-9E9055D55897}" destId="{AC689AA9-C49A-44AB-89C2-2427A84D9D14}" srcOrd="0" destOrd="0" presId="urn:microsoft.com/office/officeart/2008/layout/LinedList"/>
    <dgm:cxn modelId="{46A73D4F-B96A-411F-BC7B-0C0355B5D50A}" type="presParOf" srcId="{05A430BD-392E-4364-8852-9E9055D55897}" destId="{34F684EE-F1F8-4471-A9E3-12D6C468475E}" srcOrd="1" destOrd="0" presId="urn:microsoft.com/office/officeart/2008/layout/LinedList"/>
    <dgm:cxn modelId="{64C74C1D-9804-4834-B6DF-CFBD0026799D}" type="presParOf" srcId="{42116C6A-5B5B-44D3-B118-8D389EE13778}" destId="{76DE85E6-7F01-4157-B908-5F98B509A6AB}" srcOrd="2" destOrd="0" presId="urn:microsoft.com/office/officeart/2008/layout/LinedList"/>
    <dgm:cxn modelId="{F9024CF3-530B-463A-8D5B-5249465C1BB1}" type="presParOf" srcId="{42116C6A-5B5B-44D3-B118-8D389EE13778}" destId="{0ED0F1CE-626E-47F2-8498-9A762C53E59F}" srcOrd="3" destOrd="0" presId="urn:microsoft.com/office/officeart/2008/layout/LinedList"/>
    <dgm:cxn modelId="{4D79E14D-650A-41DD-BE93-A7D6496815D8}" type="presParOf" srcId="{0ED0F1CE-626E-47F2-8498-9A762C53E59F}" destId="{679C4464-30E7-4190-BB80-E7D55F141BAD}" srcOrd="0" destOrd="0" presId="urn:microsoft.com/office/officeart/2008/layout/LinedList"/>
    <dgm:cxn modelId="{E310D771-E3AB-4B84-B293-C8785747354D}" type="presParOf" srcId="{0ED0F1CE-626E-47F2-8498-9A762C53E59F}" destId="{D417F5CA-2DBA-4878-AF52-751A0DC297B7}" srcOrd="1" destOrd="0" presId="urn:microsoft.com/office/officeart/2008/layout/LinedList"/>
    <dgm:cxn modelId="{3784670A-53E7-41C5-9AC3-B1B1049AA883}" type="presParOf" srcId="{42116C6A-5B5B-44D3-B118-8D389EE13778}" destId="{48605E33-0B8F-47D8-8E44-08907D9B1593}" srcOrd="4" destOrd="0" presId="urn:microsoft.com/office/officeart/2008/layout/LinedList"/>
    <dgm:cxn modelId="{B94111E2-F967-4F98-B5DC-D1158393B4EC}" type="presParOf" srcId="{42116C6A-5B5B-44D3-B118-8D389EE13778}" destId="{83F316EC-3EEF-4E54-AE82-548FB7F6C350}" srcOrd="5" destOrd="0" presId="urn:microsoft.com/office/officeart/2008/layout/LinedList"/>
    <dgm:cxn modelId="{834112FB-D94D-4D9E-AB0C-0F3AC1F15C19}" type="presParOf" srcId="{83F316EC-3EEF-4E54-AE82-548FB7F6C350}" destId="{42411C6E-08C9-4208-B526-FD292E57192F}" srcOrd="0" destOrd="0" presId="urn:microsoft.com/office/officeart/2008/layout/LinedList"/>
    <dgm:cxn modelId="{FFFEB0C9-0E74-4C16-8268-B6E840272EC4}" type="presParOf" srcId="{83F316EC-3EEF-4E54-AE82-548FB7F6C350}" destId="{CF45E7F4-09D0-42EC-BF12-815B16D5EFC6}" srcOrd="1" destOrd="0" presId="urn:microsoft.com/office/officeart/2008/layout/LinedList"/>
    <dgm:cxn modelId="{8F63DE73-B464-42CE-B3DD-55E6B946CFEB}" type="presParOf" srcId="{42116C6A-5B5B-44D3-B118-8D389EE13778}" destId="{8F89008B-8591-4407-B0AB-689E19B382C0}" srcOrd="6" destOrd="0" presId="urn:microsoft.com/office/officeart/2008/layout/LinedList"/>
    <dgm:cxn modelId="{288AE00A-8BC5-4FE7-B4C9-E0DA29FF71A3}" type="presParOf" srcId="{42116C6A-5B5B-44D3-B118-8D389EE13778}" destId="{B6F9D552-CEB6-44E4-9A12-03CA554B51F2}" srcOrd="7" destOrd="0" presId="urn:microsoft.com/office/officeart/2008/layout/LinedList"/>
    <dgm:cxn modelId="{422267D5-CA58-4A1D-BC4C-3BAE7B5ADCCF}" type="presParOf" srcId="{B6F9D552-CEB6-44E4-9A12-03CA554B51F2}" destId="{C4588CED-950A-4009-9C59-68D303D6747C}" srcOrd="0" destOrd="0" presId="urn:microsoft.com/office/officeart/2008/layout/LinedList"/>
    <dgm:cxn modelId="{13DE195B-5545-457D-B0D9-A8FEB399279A}" type="presParOf" srcId="{B6F9D552-CEB6-44E4-9A12-03CA554B51F2}" destId="{C3EB3C08-8D2D-4D52-945F-DCA425B32E73}" srcOrd="1" destOrd="0" presId="urn:microsoft.com/office/officeart/2008/layout/LinedList"/>
    <dgm:cxn modelId="{177997D1-E8F3-4947-AFFE-6D4ED153A5A7}" type="presParOf" srcId="{42116C6A-5B5B-44D3-B118-8D389EE13778}" destId="{64F4E60F-EB98-43BF-BB15-8AF81B68CDF6}" srcOrd="8" destOrd="0" presId="urn:microsoft.com/office/officeart/2008/layout/LinedList"/>
    <dgm:cxn modelId="{440F98C3-26E5-4867-A093-77DA1B6DA53D}" type="presParOf" srcId="{42116C6A-5B5B-44D3-B118-8D389EE13778}" destId="{37371B54-6A9A-41C4-B70F-DCC8CEA07577}" srcOrd="9" destOrd="0" presId="urn:microsoft.com/office/officeart/2008/layout/LinedList"/>
    <dgm:cxn modelId="{25288908-6C68-42D5-B006-68BCC7155DC9}" type="presParOf" srcId="{37371B54-6A9A-41C4-B70F-DCC8CEA07577}" destId="{F52E80ED-9B60-47ED-8083-9D447500BFF8}" srcOrd="0" destOrd="0" presId="urn:microsoft.com/office/officeart/2008/layout/LinedList"/>
    <dgm:cxn modelId="{DEF4F0F9-E812-466E-AE67-E3B20FFE1A71}" type="presParOf" srcId="{37371B54-6A9A-41C4-B70F-DCC8CEA07577}" destId="{833D10B1-0913-4991-B702-0921F109DA7F}" srcOrd="1" destOrd="0" presId="urn:microsoft.com/office/officeart/2008/layout/LinedList"/>
    <dgm:cxn modelId="{CC963406-5F20-4F3F-8191-5C4E079FFDEF}" type="presParOf" srcId="{42116C6A-5B5B-44D3-B118-8D389EE13778}" destId="{F1ED4E6F-C1B7-43A2-9570-D951F278106C}" srcOrd="10" destOrd="0" presId="urn:microsoft.com/office/officeart/2008/layout/LinedList"/>
    <dgm:cxn modelId="{A0B94EC9-8F62-4239-B536-D212D45AF67C}" type="presParOf" srcId="{42116C6A-5B5B-44D3-B118-8D389EE13778}" destId="{377B1628-6FBB-45D7-972C-66CD8609289C}" srcOrd="11" destOrd="0" presId="urn:microsoft.com/office/officeart/2008/layout/LinedList"/>
    <dgm:cxn modelId="{15915E0F-78C4-4D3F-8D2D-CC4430662278}" type="presParOf" srcId="{377B1628-6FBB-45D7-972C-66CD8609289C}" destId="{82910236-612F-497A-82B7-1F962A59CA92}" srcOrd="0" destOrd="0" presId="urn:microsoft.com/office/officeart/2008/layout/LinedList"/>
    <dgm:cxn modelId="{6123956F-FC0C-4562-9343-22D5C8A82A3E}" type="presParOf" srcId="{377B1628-6FBB-45D7-972C-66CD8609289C}" destId="{F48A0DF9-D1A2-411C-AE12-81CD07EB1F4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44DB7E0C-B86F-4081-8B83-4668050EE839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BF02962-8626-41B0-87B5-1C87994508B1}">
      <dgm:prSet/>
      <dgm:spPr/>
      <dgm:t>
        <a:bodyPr/>
        <a:lstStyle/>
        <a:p>
          <a:r>
            <a:rPr lang="en-US"/>
            <a:t>- Formar al personal</a:t>
          </a:r>
        </a:p>
      </dgm:t>
    </dgm:pt>
    <dgm:pt modelId="{AD50EBE8-76B9-4BF0-819D-9A5919BA191B}" type="parTrans" cxnId="{955E5C49-0511-497B-B2F8-8802FF31D916}">
      <dgm:prSet/>
      <dgm:spPr/>
      <dgm:t>
        <a:bodyPr/>
        <a:lstStyle/>
        <a:p>
          <a:endParaRPr lang="en-US"/>
        </a:p>
      </dgm:t>
    </dgm:pt>
    <dgm:pt modelId="{8785FC6E-9112-44C6-B906-5E7E9F1CE075}" type="sibTrans" cxnId="{955E5C49-0511-497B-B2F8-8802FF31D916}">
      <dgm:prSet/>
      <dgm:spPr/>
      <dgm:t>
        <a:bodyPr/>
        <a:lstStyle/>
        <a:p>
          <a:endParaRPr lang="en-US"/>
        </a:p>
      </dgm:t>
    </dgm:pt>
    <dgm:pt modelId="{1E6B1695-11C0-45F5-8FC8-9AFA2EABC46F}">
      <dgm:prSet/>
      <dgm:spPr/>
      <dgm:t>
        <a:bodyPr/>
        <a:lstStyle/>
        <a:p>
          <a:r>
            <a:rPr lang="en-US"/>
            <a:t>- Usar cláusulas informativas</a:t>
          </a:r>
        </a:p>
      </dgm:t>
    </dgm:pt>
    <dgm:pt modelId="{C723089C-B107-4C1A-A195-98BF33F92B35}" type="parTrans" cxnId="{6DF2E443-F6B9-43E5-88FE-6A6B384A117E}">
      <dgm:prSet/>
      <dgm:spPr/>
      <dgm:t>
        <a:bodyPr/>
        <a:lstStyle/>
        <a:p>
          <a:endParaRPr lang="en-US"/>
        </a:p>
      </dgm:t>
    </dgm:pt>
    <dgm:pt modelId="{AAA6FB60-3EE9-4B53-930E-FFFA3BBE7AB2}" type="sibTrans" cxnId="{6DF2E443-F6B9-43E5-88FE-6A6B384A117E}">
      <dgm:prSet/>
      <dgm:spPr/>
      <dgm:t>
        <a:bodyPr/>
        <a:lstStyle/>
        <a:p>
          <a:endParaRPr lang="en-US"/>
        </a:p>
      </dgm:t>
    </dgm:pt>
    <dgm:pt modelId="{1DF9D2BF-F2D0-4031-BE3A-D9983B60A21A}">
      <dgm:prSet/>
      <dgm:spPr/>
      <dgm:t>
        <a:bodyPr/>
        <a:lstStyle/>
        <a:p>
          <a:r>
            <a:rPr lang="en-US"/>
            <a:t>- Obtener consentimientos claros</a:t>
          </a:r>
        </a:p>
      </dgm:t>
    </dgm:pt>
    <dgm:pt modelId="{95C8B503-1BB3-4F92-B829-46AF7E73256B}" type="parTrans" cxnId="{8A96E1FE-6216-46E9-B070-9E2BA4CFCC42}">
      <dgm:prSet/>
      <dgm:spPr/>
      <dgm:t>
        <a:bodyPr/>
        <a:lstStyle/>
        <a:p>
          <a:endParaRPr lang="en-US"/>
        </a:p>
      </dgm:t>
    </dgm:pt>
    <dgm:pt modelId="{F26A2F5D-1CE6-4044-A118-0222ACDC5671}" type="sibTrans" cxnId="{8A96E1FE-6216-46E9-B070-9E2BA4CFCC42}">
      <dgm:prSet/>
      <dgm:spPr/>
      <dgm:t>
        <a:bodyPr/>
        <a:lstStyle/>
        <a:p>
          <a:endParaRPr lang="en-US"/>
        </a:p>
      </dgm:t>
    </dgm:pt>
    <dgm:pt modelId="{E70AE04C-1B15-4DC0-ABA9-F03E0D728787}">
      <dgm:prSet/>
      <dgm:spPr/>
      <dgm:t>
        <a:bodyPr/>
        <a:lstStyle/>
        <a:p>
          <a:r>
            <a:rPr lang="en-US"/>
            <a:t>- Mantener registros</a:t>
          </a:r>
        </a:p>
      </dgm:t>
    </dgm:pt>
    <dgm:pt modelId="{A4FBCA6D-AE70-409D-BDCB-7DF5B6F508D5}" type="parTrans" cxnId="{A847C8C1-66D5-4910-92D0-55E594B11965}">
      <dgm:prSet/>
      <dgm:spPr/>
      <dgm:t>
        <a:bodyPr/>
        <a:lstStyle/>
        <a:p>
          <a:endParaRPr lang="en-US"/>
        </a:p>
      </dgm:t>
    </dgm:pt>
    <dgm:pt modelId="{19C7D4D1-B44F-4F9B-8C47-9474256B72B0}" type="sibTrans" cxnId="{A847C8C1-66D5-4910-92D0-55E594B11965}">
      <dgm:prSet/>
      <dgm:spPr/>
      <dgm:t>
        <a:bodyPr/>
        <a:lstStyle/>
        <a:p>
          <a:endParaRPr lang="en-US"/>
        </a:p>
      </dgm:t>
    </dgm:pt>
    <dgm:pt modelId="{CE17FC55-9669-4B81-8A24-050F09697974}">
      <dgm:prSet/>
      <dgm:spPr/>
      <dgm:t>
        <a:bodyPr/>
        <a:lstStyle/>
        <a:p>
          <a:r>
            <a:rPr lang="en-US"/>
            <a:t>- Evaluar riesgos</a:t>
          </a:r>
        </a:p>
      </dgm:t>
    </dgm:pt>
    <dgm:pt modelId="{006CDF71-C9CA-4ECD-8E6D-46DCF4A80096}" type="parTrans" cxnId="{67E61B7C-C726-4E46-ABEB-27F15A4F27B2}">
      <dgm:prSet/>
      <dgm:spPr/>
      <dgm:t>
        <a:bodyPr/>
        <a:lstStyle/>
        <a:p>
          <a:endParaRPr lang="en-US"/>
        </a:p>
      </dgm:t>
    </dgm:pt>
    <dgm:pt modelId="{C7F5CDC0-DF1A-44B3-985C-0B8B92E8ECEB}" type="sibTrans" cxnId="{67E61B7C-C726-4E46-ABEB-27F15A4F27B2}">
      <dgm:prSet/>
      <dgm:spPr/>
      <dgm:t>
        <a:bodyPr/>
        <a:lstStyle/>
        <a:p>
          <a:endParaRPr lang="en-US"/>
        </a:p>
      </dgm:t>
    </dgm:pt>
    <dgm:pt modelId="{F679079E-E9D6-45B4-B4F6-448402A06701}">
      <dgm:prSet/>
      <dgm:spPr/>
      <dgm:t>
        <a:bodyPr/>
        <a:lstStyle/>
        <a:p>
          <a:r>
            <a:rPr lang="en-US"/>
            <a:t>- Designar un DPD si aplica</a:t>
          </a:r>
        </a:p>
      </dgm:t>
    </dgm:pt>
    <dgm:pt modelId="{7BFB87DF-D2B5-4A60-9138-5EED983E5BDF}" type="parTrans" cxnId="{16908193-AB09-4E66-A668-FA2B5D86919A}">
      <dgm:prSet/>
      <dgm:spPr/>
      <dgm:t>
        <a:bodyPr/>
        <a:lstStyle/>
        <a:p>
          <a:endParaRPr lang="en-US"/>
        </a:p>
      </dgm:t>
    </dgm:pt>
    <dgm:pt modelId="{E6FF2153-285C-4C81-9430-D445B8E0E034}" type="sibTrans" cxnId="{16908193-AB09-4E66-A668-FA2B5D86919A}">
      <dgm:prSet/>
      <dgm:spPr/>
      <dgm:t>
        <a:bodyPr/>
        <a:lstStyle/>
        <a:p>
          <a:endParaRPr lang="en-US"/>
        </a:p>
      </dgm:t>
    </dgm:pt>
    <dgm:pt modelId="{F9E2F494-AD37-4033-ABEC-D3FDB003DFCC}" type="pres">
      <dgm:prSet presAssocID="{44DB7E0C-B86F-4081-8B83-4668050EE839}" presName="vert0" presStyleCnt="0">
        <dgm:presLayoutVars>
          <dgm:dir/>
          <dgm:animOne val="branch"/>
          <dgm:animLvl val="lvl"/>
        </dgm:presLayoutVars>
      </dgm:prSet>
      <dgm:spPr/>
    </dgm:pt>
    <dgm:pt modelId="{093C019B-9633-4B2D-821C-8BC9F15529E5}" type="pres">
      <dgm:prSet presAssocID="{5BF02962-8626-41B0-87B5-1C87994508B1}" presName="thickLine" presStyleLbl="alignNode1" presStyleIdx="0" presStyleCnt="6"/>
      <dgm:spPr/>
    </dgm:pt>
    <dgm:pt modelId="{FB466BFB-A08E-42FF-8D92-0E223A45AAE8}" type="pres">
      <dgm:prSet presAssocID="{5BF02962-8626-41B0-87B5-1C87994508B1}" presName="horz1" presStyleCnt="0"/>
      <dgm:spPr/>
    </dgm:pt>
    <dgm:pt modelId="{51548015-EFFA-41CB-AAAA-0D2BE799D57C}" type="pres">
      <dgm:prSet presAssocID="{5BF02962-8626-41B0-87B5-1C87994508B1}" presName="tx1" presStyleLbl="revTx" presStyleIdx="0" presStyleCnt="6"/>
      <dgm:spPr/>
    </dgm:pt>
    <dgm:pt modelId="{9560E78D-CB94-4AC1-B4FF-335D16CBAB09}" type="pres">
      <dgm:prSet presAssocID="{5BF02962-8626-41B0-87B5-1C87994508B1}" presName="vert1" presStyleCnt="0"/>
      <dgm:spPr/>
    </dgm:pt>
    <dgm:pt modelId="{531A5436-1E5D-4276-B10B-1363774D5CCC}" type="pres">
      <dgm:prSet presAssocID="{1E6B1695-11C0-45F5-8FC8-9AFA2EABC46F}" presName="thickLine" presStyleLbl="alignNode1" presStyleIdx="1" presStyleCnt="6"/>
      <dgm:spPr/>
    </dgm:pt>
    <dgm:pt modelId="{8CD35595-851A-4B0F-8C0E-52D9AAFA2007}" type="pres">
      <dgm:prSet presAssocID="{1E6B1695-11C0-45F5-8FC8-9AFA2EABC46F}" presName="horz1" presStyleCnt="0"/>
      <dgm:spPr/>
    </dgm:pt>
    <dgm:pt modelId="{7A8138F8-6B66-4B29-9B7C-BD8E9D948683}" type="pres">
      <dgm:prSet presAssocID="{1E6B1695-11C0-45F5-8FC8-9AFA2EABC46F}" presName="tx1" presStyleLbl="revTx" presStyleIdx="1" presStyleCnt="6"/>
      <dgm:spPr/>
    </dgm:pt>
    <dgm:pt modelId="{DC0EE327-1B2E-4F19-A2DA-6E57A36AEAF4}" type="pres">
      <dgm:prSet presAssocID="{1E6B1695-11C0-45F5-8FC8-9AFA2EABC46F}" presName="vert1" presStyleCnt="0"/>
      <dgm:spPr/>
    </dgm:pt>
    <dgm:pt modelId="{3356BA24-8002-4C5D-BC4D-FBD5B56F87C0}" type="pres">
      <dgm:prSet presAssocID="{1DF9D2BF-F2D0-4031-BE3A-D9983B60A21A}" presName="thickLine" presStyleLbl="alignNode1" presStyleIdx="2" presStyleCnt="6"/>
      <dgm:spPr/>
    </dgm:pt>
    <dgm:pt modelId="{6D403498-D97B-4293-B610-0F667191F946}" type="pres">
      <dgm:prSet presAssocID="{1DF9D2BF-F2D0-4031-BE3A-D9983B60A21A}" presName="horz1" presStyleCnt="0"/>
      <dgm:spPr/>
    </dgm:pt>
    <dgm:pt modelId="{E2D23DD8-C2DF-4C5C-8471-145DE5EEE670}" type="pres">
      <dgm:prSet presAssocID="{1DF9D2BF-F2D0-4031-BE3A-D9983B60A21A}" presName="tx1" presStyleLbl="revTx" presStyleIdx="2" presStyleCnt="6"/>
      <dgm:spPr/>
    </dgm:pt>
    <dgm:pt modelId="{50F57D50-04A7-44FB-B642-6B3B8DCA3B76}" type="pres">
      <dgm:prSet presAssocID="{1DF9D2BF-F2D0-4031-BE3A-D9983B60A21A}" presName="vert1" presStyleCnt="0"/>
      <dgm:spPr/>
    </dgm:pt>
    <dgm:pt modelId="{2A5A35A4-0D6B-4E9A-AAF2-A78966D2FF19}" type="pres">
      <dgm:prSet presAssocID="{E70AE04C-1B15-4DC0-ABA9-F03E0D728787}" presName="thickLine" presStyleLbl="alignNode1" presStyleIdx="3" presStyleCnt="6"/>
      <dgm:spPr/>
    </dgm:pt>
    <dgm:pt modelId="{E01E0473-7ECE-43A1-A232-508A1EAD2392}" type="pres">
      <dgm:prSet presAssocID="{E70AE04C-1B15-4DC0-ABA9-F03E0D728787}" presName="horz1" presStyleCnt="0"/>
      <dgm:spPr/>
    </dgm:pt>
    <dgm:pt modelId="{FBD8E86B-2FCB-4129-9A53-DC0C72371898}" type="pres">
      <dgm:prSet presAssocID="{E70AE04C-1B15-4DC0-ABA9-F03E0D728787}" presName="tx1" presStyleLbl="revTx" presStyleIdx="3" presStyleCnt="6"/>
      <dgm:spPr/>
    </dgm:pt>
    <dgm:pt modelId="{1BB2108A-347A-4F0C-9679-816B5BC5CB63}" type="pres">
      <dgm:prSet presAssocID="{E70AE04C-1B15-4DC0-ABA9-F03E0D728787}" presName="vert1" presStyleCnt="0"/>
      <dgm:spPr/>
    </dgm:pt>
    <dgm:pt modelId="{166E024F-585B-4130-99AF-8BE9EA70C4DD}" type="pres">
      <dgm:prSet presAssocID="{CE17FC55-9669-4B81-8A24-050F09697974}" presName="thickLine" presStyleLbl="alignNode1" presStyleIdx="4" presStyleCnt="6"/>
      <dgm:spPr/>
    </dgm:pt>
    <dgm:pt modelId="{03B4521C-DBEF-45C0-9938-E394FBDA6DDE}" type="pres">
      <dgm:prSet presAssocID="{CE17FC55-9669-4B81-8A24-050F09697974}" presName="horz1" presStyleCnt="0"/>
      <dgm:spPr/>
    </dgm:pt>
    <dgm:pt modelId="{6F858951-C047-4413-91AE-22DB8E818016}" type="pres">
      <dgm:prSet presAssocID="{CE17FC55-9669-4B81-8A24-050F09697974}" presName="tx1" presStyleLbl="revTx" presStyleIdx="4" presStyleCnt="6"/>
      <dgm:spPr/>
    </dgm:pt>
    <dgm:pt modelId="{A30B95ED-4865-480B-9060-3D353C70E9FC}" type="pres">
      <dgm:prSet presAssocID="{CE17FC55-9669-4B81-8A24-050F09697974}" presName="vert1" presStyleCnt="0"/>
      <dgm:spPr/>
    </dgm:pt>
    <dgm:pt modelId="{A61FC909-8449-4356-B952-72E91410A1A5}" type="pres">
      <dgm:prSet presAssocID="{F679079E-E9D6-45B4-B4F6-448402A06701}" presName="thickLine" presStyleLbl="alignNode1" presStyleIdx="5" presStyleCnt="6"/>
      <dgm:spPr/>
    </dgm:pt>
    <dgm:pt modelId="{1104BA6F-BCF5-440C-B6ED-E26603897482}" type="pres">
      <dgm:prSet presAssocID="{F679079E-E9D6-45B4-B4F6-448402A06701}" presName="horz1" presStyleCnt="0"/>
      <dgm:spPr/>
    </dgm:pt>
    <dgm:pt modelId="{97128F5B-DBC6-42B0-BBE2-41AFFC562E9B}" type="pres">
      <dgm:prSet presAssocID="{F679079E-E9D6-45B4-B4F6-448402A06701}" presName="tx1" presStyleLbl="revTx" presStyleIdx="5" presStyleCnt="6"/>
      <dgm:spPr/>
    </dgm:pt>
    <dgm:pt modelId="{0012712A-8C86-4AD0-9963-B95D5EF08D73}" type="pres">
      <dgm:prSet presAssocID="{F679079E-E9D6-45B4-B4F6-448402A06701}" presName="vert1" presStyleCnt="0"/>
      <dgm:spPr/>
    </dgm:pt>
  </dgm:ptLst>
  <dgm:cxnLst>
    <dgm:cxn modelId="{2DD27A1C-D819-4B13-BAC8-00C637457480}" type="presOf" srcId="{5BF02962-8626-41B0-87B5-1C87994508B1}" destId="{51548015-EFFA-41CB-AAAA-0D2BE799D57C}" srcOrd="0" destOrd="0" presId="urn:microsoft.com/office/officeart/2008/layout/LinedList"/>
    <dgm:cxn modelId="{BA43E132-6905-4082-967D-B42B6077C098}" type="presOf" srcId="{44DB7E0C-B86F-4081-8B83-4668050EE839}" destId="{F9E2F494-AD37-4033-ABEC-D3FDB003DFCC}" srcOrd="0" destOrd="0" presId="urn:microsoft.com/office/officeart/2008/layout/LinedList"/>
    <dgm:cxn modelId="{BBB0F33E-5957-4C04-B353-9B317E443AF9}" type="presOf" srcId="{F679079E-E9D6-45B4-B4F6-448402A06701}" destId="{97128F5B-DBC6-42B0-BBE2-41AFFC562E9B}" srcOrd="0" destOrd="0" presId="urn:microsoft.com/office/officeart/2008/layout/LinedList"/>
    <dgm:cxn modelId="{47DB975F-971C-40B7-BD4D-00312E59259B}" type="presOf" srcId="{1DF9D2BF-F2D0-4031-BE3A-D9983B60A21A}" destId="{E2D23DD8-C2DF-4C5C-8471-145DE5EEE670}" srcOrd="0" destOrd="0" presId="urn:microsoft.com/office/officeart/2008/layout/LinedList"/>
    <dgm:cxn modelId="{6DF2E443-F6B9-43E5-88FE-6A6B384A117E}" srcId="{44DB7E0C-B86F-4081-8B83-4668050EE839}" destId="{1E6B1695-11C0-45F5-8FC8-9AFA2EABC46F}" srcOrd="1" destOrd="0" parTransId="{C723089C-B107-4C1A-A195-98BF33F92B35}" sibTransId="{AAA6FB60-3EE9-4B53-930E-FFFA3BBE7AB2}"/>
    <dgm:cxn modelId="{01421544-5AA1-4CF1-9A43-F9BE004932BE}" type="presOf" srcId="{E70AE04C-1B15-4DC0-ABA9-F03E0D728787}" destId="{FBD8E86B-2FCB-4129-9A53-DC0C72371898}" srcOrd="0" destOrd="0" presId="urn:microsoft.com/office/officeart/2008/layout/LinedList"/>
    <dgm:cxn modelId="{955E5C49-0511-497B-B2F8-8802FF31D916}" srcId="{44DB7E0C-B86F-4081-8B83-4668050EE839}" destId="{5BF02962-8626-41B0-87B5-1C87994508B1}" srcOrd="0" destOrd="0" parTransId="{AD50EBE8-76B9-4BF0-819D-9A5919BA191B}" sibTransId="{8785FC6E-9112-44C6-B906-5E7E9F1CE075}"/>
    <dgm:cxn modelId="{67E61B7C-C726-4E46-ABEB-27F15A4F27B2}" srcId="{44DB7E0C-B86F-4081-8B83-4668050EE839}" destId="{CE17FC55-9669-4B81-8A24-050F09697974}" srcOrd="4" destOrd="0" parTransId="{006CDF71-C9CA-4ECD-8E6D-46DCF4A80096}" sibTransId="{C7F5CDC0-DF1A-44B3-985C-0B8B92E8ECEB}"/>
    <dgm:cxn modelId="{BD7C2A86-4C64-4770-8C11-C90E162C66AC}" type="presOf" srcId="{CE17FC55-9669-4B81-8A24-050F09697974}" destId="{6F858951-C047-4413-91AE-22DB8E818016}" srcOrd="0" destOrd="0" presId="urn:microsoft.com/office/officeart/2008/layout/LinedList"/>
    <dgm:cxn modelId="{16908193-AB09-4E66-A668-FA2B5D86919A}" srcId="{44DB7E0C-B86F-4081-8B83-4668050EE839}" destId="{F679079E-E9D6-45B4-B4F6-448402A06701}" srcOrd="5" destOrd="0" parTransId="{7BFB87DF-D2B5-4A60-9138-5EED983E5BDF}" sibTransId="{E6FF2153-285C-4C81-9430-D445B8E0E034}"/>
    <dgm:cxn modelId="{EF691795-593D-4DAE-ABE5-97187AB2AF91}" type="presOf" srcId="{1E6B1695-11C0-45F5-8FC8-9AFA2EABC46F}" destId="{7A8138F8-6B66-4B29-9B7C-BD8E9D948683}" srcOrd="0" destOrd="0" presId="urn:microsoft.com/office/officeart/2008/layout/LinedList"/>
    <dgm:cxn modelId="{A847C8C1-66D5-4910-92D0-55E594B11965}" srcId="{44DB7E0C-B86F-4081-8B83-4668050EE839}" destId="{E70AE04C-1B15-4DC0-ABA9-F03E0D728787}" srcOrd="3" destOrd="0" parTransId="{A4FBCA6D-AE70-409D-BDCB-7DF5B6F508D5}" sibTransId="{19C7D4D1-B44F-4F9B-8C47-9474256B72B0}"/>
    <dgm:cxn modelId="{8A96E1FE-6216-46E9-B070-9E2BA4CFCC42}" srcId="{44DB7E0C-B86F-4081-8B83-4668050EE839}" destId="{1DF9D2BF-F2D0-4031-BE3A-D9983B60A21A}" srcOrd="2" destOrd="0" parTransId="{95C8B503-1BB3-4F92-B829-46AF7E73256B}" sibTransId="{F26A2F5D-1CE6-4044-A118-0222ACDC5671}"/>
    <dgm:cxn modelId="{C686EA47-40B8-4A6B-B374-E56619B90A81}" type="presParOf" srcId="{F9E2F494-AD37-4033-ABEC-D3FDB003DFCC}" destId="{093C019B-9633-4B2D-821C-8BC9F15529E5}" srcOrd="0" destOrd="0" presId="urn:microsoft.com/office/officeart/2008/layout/LinedList"/>
    <dgm:cxn modelId="{816DEDC7-3DD3-46BF-89D0-EC730EAAB346}" type="presParOf" srcId="{F9E2F494-AD37-4033-ABEC-D3FDB003DFCC}" destId="{FB466BFB-A08E-42FF-8D92-0E223A45AAE8}" srcOrd="1" destOrd="0" presId="urn:microsoft.com/office/officeart/2008/layout/LinedList"/>
    <dgm:cxn modelId="{3B152AA6-5A80-4283-9810-331F7EE634D7}" type="presParOf" srcId="{FB466BFB-A08E-42FF-8D92-0E223A45AAE8}" destId="{51548015-EFFA-41CB-AAAA-0D2BE799D57C}" srcOrd="0" destOrd="0" presId="urn:microsoft.com/office/officeart/2008/layout/LinedList"/>
    <dgm:cxn modelId="{BB6B3B1D-9D60-47F1-8D2A-28BB8FC7DA86}" type="presParOf" srcId="{FB466BFB-A08E-42FF-8D92-0E223A45AAE8}" destId="{9560E78D-CB94-4AC1-B4FF-335D16CBAB09}" srcOrd="1" destOrd="0" presId="urn:microsoft.com/office/officeart/2008/layout/LinedList"/>
    <dgm:cxn modelId="{D2A916CA-EB9C-4C1F-BAA5-498A7F5BB027}" type="presParOf" srcId="{F9E2F494-AD37-4033-ABEC-D3FDB003DFCC}" destId="{531A5436-1E5D-4276-B10B-1363774D5CCC}" srcOrd="2" destOrd="0" presId="urn:microsoft.com/office/officeart/2008/layout/LinedList"/>
    <dgm:cxn modelId="{3F676DEC-7E34-44CF-BD47-6A8C2E6DF4A3}" type="presParOf" srcId="{F9E2F494-AD37-4033-ABEC-D3FDB003DFCC}" destId="{8CD35595-851A-4B0F-8C0E-52D9AAFA2007}" srcOrd="3" destOrd="0" presId="urn:microsoft.com/office/officeart/2008/layout/LinedList"/>
    <dgm:cxn modelId="{357A2D21-A9FA-423B-85C9-8B75567490D8}" type="presParOf" srcId="{8CD35595-851A-4B0F-8C0E-52D9AAFA2007}" destId="{7A8138F8-6B66-4B29-9B7C-BD8E9D948683}" srcOrd="0" destOrd="0" presId="urn:microsoft.com/office/officeart/2008/layout/LinedList"/>
    <dgm:cxn modelId="{43285FC7-79F8-4059-BB05-33B4262EEDC4}" type="presParOf" srcId="{8CD35595-851A-4B0F-8C0E-52D9AAFA2007}" destId="{DC0EE327-1B2E-4F19-A2DA-6E57A36AEAF4}" srcOrd="1" destOrd="0" presId="urn:microsoft.com/office/officeart/2008/layout/LinedList"/>
    <dgm:cxn modelId="{62B98EA7-094F-4EBB-BCC1-704E86A6B03B}" type="presParOf" srcId="{F9E2F494-AD37-4033-ABEC-D3FDB003DFCC}" destId="{3356BA24-8002-4C5D-BC4D-FBD5B56F87C0}" srcOrd="4" destOrd="0" presId="urn:microsoft.com/office/officeart/2008/layout/LinedList"/>
    <dgm:cxn modelId="{E23F12E3-277F-42ED-ACBB-BD82E3AF8C51}" type="presParOf" srcId="{F9E2F494-AD37-4033-ABEC-D3FDB003DFCC}" destId="{6D403498-D97B-4293-B610-0F667191F946}" srcOrd="5" destOrd="0" presId="urn:microsoft.com/office/officeart/2008/layout/LinedList"/>
    <dgm:cxn modelId="{7B203431-E04B-4AA9-8A85-681C9B72C1C1}" type="presParOf" srcId="{6D403498-D97B-4293-B610-0F667191F946}" destId="{E2D23DD8-C2DF-4C5C-8471-145DE5EEE670}" srcOrd="0" destOrd="0" presId="urn:microsoft.com/office/officeart/2008/layout/LinedList"/>
    <dgm:cxn modelId="{E6458A44-8F5E-4A6C-863D-0F4FF684A9E9}" type="presParOf" srcId="{6D403498-D97B-4293-B610-0F667191F946}" destId="{50F57D50-04A7-44FB-B642-6B3B8DCA3B76}" srcOrd="1" destOrd="0" presId="urn:microsoft.com/office/officeart/2008/layout/LinedList"/>
    <dgm:cxn modelId="{DFCFD05B-ADFA-415B-A27B-96D21DC42EC1}" type="presParOf" srcId="{F9E2F494-AD37-4033-ABEC-D3FDB003DFCC}" destId="{2A5A35A4-0D6B-4E9A-AAF2-A78966D2FF19}" srcOrd="6" destOrd="0" presId="urn:microsoft.com/office/officeart/2008/layout/LinedList"/>
    <dgm:cxn modelId="{B77382D3-E1B5-40D0-B09F-D097121F637E}" type="presParOf" srcId="{F9E2F494-AD37-4033-ABEC-D3FDB003DFCC}" destId="{E01E0473-7ECE-43A1-A232-508A1EAD2392}" srcOrd="7" destOrd="0" presId="urn:microsoft.com/office/officeart/2008/layout/LinedList"/>
    <dgm:cxn modelId="{20C005C1-C34F-467B-AF82-B4587EA8BF32}" type="presParOf" srcId="{E01E0473-7ECE-43A1-A232-508A1EAD2392}" destId="{FBD8E86B-2FCB-4129-9A53-DC0C72371898}" srcOrd="0" destOrd="0" presId="urn:microsoft.com/office/officeart/2008/layout/LinedList"/>
    <dgm:cxn modelId="{4F34E18A-B250-465A-B75F-D1AAB7746CB9}" type="presParOf" srcId="{E01E0473-7ECE-43A1-A232-508A1EAD2392}" destId="{1BB2108A-347A-4F0C-9679-816B5BC5CB63}" srcOrd="1" destOrd="0" presId="urn:microsoft.com/office/officeart/2008/layout/LinedList"/>
    <dgm:cxn modelId="{F0F59E35-3700-4D13-A3E6-238B6447BB25}" type="presParOf" srcId="{F9E2F494-AD37-4033-ABEC-D3FDB003DFCC}" destId="{166E024F-585B-4130-99AF-8BE9EA70C4DD}" srcOrd="8" destOrd="0" presId="urn:microsoft.com/office/officeart/2008/layout/LinedList"/>
    <dgm:cxn modelId="{3C26E805-D0AA-4AC8-87BF-19541615965A}" type="presParOf" srcId="{F9E2F494-AD37-4033-ABEC-D3FDB003DFCC}" destId="{03B4521C-DBEF-45C0-9938-E394FBDA6DDE}" srcOrd="9" destOrd="0" presId="urn:microsoft.com/office/officeart/2008/layout/LinedList"/>
    <dgm:cxn modelId="{D8F9DE63-725D-46F2-935D-0152169AF3BE}" type="presParOf" srcId="{03B4521C-DBEF-45C0-9938-E394FBDA6DDE}" destId="{6F858951-C047-4413-91AE-22DB8E818016}" srcOrd="0" destOrd="0" presId="urn:microsoft.com/office/officeart/2008/layout/LinedList"/>
    <dgm:cxn modelId="{37E6BB6B-9EDB-4D1F-B621-FD81250793D6}" type="presParOf" srcId="{03B4521C-DBEF-45C0-9938-E394FBDA6DDE}" destId="{A30B95ED-4865-480B-9060-3D353C70E9FC}" srcOrd="1" destOrd="0" presId="urn:microsoft.com/office/officeart/2008/layout/LinedList"/>
    <dgm:cxn modelId="{AF9D0F20-07D5-48BA-8002-659E17796344}" type="presParOf" srcId="{F9E2F494-AD37-4033-ABEC-D3FDB003DFCC}" destId="{A61FC909-8449-4356-B952-72E91410A1A5}" srcOrd="10" destOrd="0" presId="urn:microsoft.com/office/officeart/2008/layout/LinedList"/>
    <dgm:cxn modelId="{92037DEF-865C-4BA0-A233-2828FF174050}" type="presParOf" srcId="{F9E2F494-AD37-4033-ABEC-D3FDB003DFCC}" destId="{1104BA6F-BCF5-440C-B6ED-E26603897482}" srcOrd="11" destOrd="0" presId="urn:microsoft.com/office/officeart/2008/layout/LinedList"/>
    <dgm:cxn modelId="{5E046D2C-8272-48D1-95A7-95E6180A1BE6}" type="presParOf" srcId="{1104BA6F-BCF5-440C-B6ED-E26603897482}" destId="{97128F5B-DBC6-42B0-BBE2-41AFFC562E9B}" srcOrd="0" destOrd="0" presId="urn:microsoft.com/office/officeart/2008/layout/LinedList"/>
    <dgm:cxn modelId="{A9617CF5-7846-44F0-8EA5-784EED041628}" type="presParOf" srcId="{1104BA6F-BCF5-440C-B6ED-E26603897482}" destId="{0012712A-8C86-4AD0-9963-B95D5EF08D7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87E582-042D-41FA-B06A-216196C4897D}">
      <dsp:nvSpPr>
        <dsp:cNvPr id="0" name=""/>
        <dsp:cNvSpPr/>
      </dsp:nvSpPr>
      <dsp:spPr>
        <a:xfrm>
          <a:off x="429570" y="472"/>
          <a:ext cx="3346456" cy="2007873"/>
        </a:xfrm>
        <a:prstGeom prst="rect">
          <a:avLst/>
        </a:prstGeom>
        <a:solidFill>
          <a:schemeClr val="tx1">
            <a:lumMod val="95000"/>
            <a:lumOff val="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- </a:t>
          </a:r>
          <a:r>
            <a:rPr lang="en-US" sz="3100" kern="1200" dirty="0" err="1"/>
            <a:t>Comprender</a:t>
          </a:r>
          <a:r>
            <a:rPr lang="en-US" sz="3100" kern="1200" dirty="0"/>
            <a:t> </a:t>
          </a:r>
          <a:r>
            <a:rPr lang="en-US" sz="3100" kern="1200" dirty="0" err="1"/>
            <a:t>los</a:t>
          </a:r>
          <a:r>
            <a:rPr lang="en-US" sz="3100" kern="1200" dirty="0"/>
            <a:t> </a:t>
          </a:r>
          <a:r>
            <a:rPr lang="en-US" sz="3100" kern="1200" dirty="0" err="1"/>
            <a:t>fundamentos</a:t>
          </a:r>
          <a:r>
            <a:rPr lang="en-US" sz="3100" kern="1200" dirty="0"/>
            <a:t> de la </a:t>
          </a:r>
          <a:r>
            <a:rPr lang="en-US" sz="3100" kern="1200" dirty="0" err="1"/>
            <a:t>protección</a:t>
          </a:r>
          <a:r>
            <a:rPr lang="en-US" sz="3100" kern="1200" dirty="0"/>
            <a:t> de </a:t>
          </a:r>
          <a:r>
            <a:rPr lang="en-US" sz="3100" kern="1200" dirty="0" err="1"/>
            <a:t>datos</a:t>
          </a:r>
          <a:endParaRPr lang="en-US" sz="3100" kern="1200" dirty="0"/>
        </a:p>
      </dsp:txBody>
      <dsp:txXfrm>
        <a:off x="429570" y="472"/>
        <a:ext cx="3346456" cy="2007873"/>
      </dsp:txXfrm>
    </dsp:sp>
    <dsp:sp modelId="{30A44BFE-6956-4589-9629-B4EE7A6D1824}">
      <dsp:nvSpPr>
        <dsp:cNvPr id="0" name=""/>
        <dsp:cNvSpPr/>
      </dsp:nvSpPr>
      <dsp:spPr>
        <a:xfrm>
          <a:off x="4110672" y="472"/>
          <a:ext cx="3346456" cy="2007873"/>
        </a:xfrm>
        <a:prstGeom prst="rect">
          <a:avLst/>
        </a:prstGeom>
        <a:solidFill>
          <a:schemeClr val="accent2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Conocer los principios y derechos de la LOPDGDD</a:t>
          </a:r>
        </a:p>
      </dsp:txBody>
      <dsp:txXfrm>
        <a:off x="4110672" y="472"/>
        <a:ext cx="3346456" cy="2007873"/>
      </dsp:txXfrm>
    </dsp:sp>
    <dsp:sp modelId="{38966F50-86F2-460F-A7C5-29BDD8B4CC51}">
      <dsp:nvSpPr>
        <dsp:cNvPr id="0" name=""/>
        <dsp:cNvSpPr/>
      </dsp:nvSpPr>
      <dsp:spPr>
        <a:xfrm>
          <a:off x="429570" y="2342991"/>
          <a:ext cx="3346456" cy="2007873"/>
        </a:xfrm>
        <a:prstGeom prst="rect">
          <a:avLst/>
        </a:prstGeom>
        <a:solidFill>
          <a:srgbClr val="00B0F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Aplicar la normativa en entornos reales</a:t>
          </a:r>
        </a:p>
      </dsp:txBody>
      <dsp:txXfrm>
        <a:off x="429570" y="2342991"/>
        <a:ext cx="3346456" cy="2007873"/>
      </dsp:txXfrm>
    </dsp:sp>
    <dsp:sp modelId="{AB6229A8-05B8-4838-8AB5-5963CA1B2338}">
      <dsp:nvSpPr>
        <dsp:cNvPr id="0" name=""/>
        <dsp:cNvSpPr/>
      </dsp:nvSpPr>
      <dsp:spPr>
        <a:xfrm>
          <a:off x="4110672" y="2342991"/>
          <a:ext cx="3346456" cy="2007873"/>
        </a:xfrm>
        <a:prstGeom prst="rect">
          <a:avLst/>
        </a:prstGeom>
        <a:solidFill>
          <a:schemeClr val="accent6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Identificar obligaciones y sanciones</a:t>
          </a:r>
        </a:p>
      </dsp:txBody>
      <dsp:txXfrm>
        <a:off x="4110672" y="2342991"/>
        <a:ext cx="3346456" cy="20078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4C81CB-8029-4093-8578-6B97579D8B57}">
      <dsp:nvSpPr>
        <dsp:cNvPr id="0" name=""/>
        <dsp:cNvSpPr/>
      </dsp:nvSpPr>
      <dsp:spPr>
        <a:xfrm>
          <a:off x="1045320" y="2124"/>
          <a:ext cx="2868885" cy="17213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LOPD 15/1999: primera norma española sobre protección de datos.</a:t>
          </a:r>
        </a:p>
      </dsp:txBody>
      <dsp:txXfrm>
        <a:off x="1045320" y="2124"/>
        <a:ext cx="2868885" cy="1721331"/>
      </dsp:txXfrm>
    </dsp:sp>
    <dsp:sp modelId="{6703F03D-EE3C-4851-AD7E-C46436120328}">
      <dsp:nvSpPr>
        <dsp:cNvPr id="0" name=""/>
        <dsp:cNvSpPr/>
      </dsp:nvSpPr>
      <dsp:spPr>
        <a:xfrm>
          <a:off x="4201094" y="2124"/>
          <a:ext cx="2868885" cy="1721331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RGPD (UE) 2016/679: norma europea obligatoria desde mayo de 2018.</a:t>
          </a:r>
        </a:p>
      </dsp:txBody>
      <dsp:txXfrm>
        <a:off x="4201094" y="2124"/>
        <a:ext cx="2868885" cy="1721331"/>
      </dsp:txXfrm>
    </dsp:sp>
    <dsp:sp modelId="{068762E4-0A24-428A-928D-27BE9015BEC0}">
      <dsp:nvSpPr>
        <dsp:cNvPr id="0" name=""/>
        <dsp:cNvSpPr/>
      </dsp:nvSpPr>
      <dsp:spPr>
        <a:xfrm>
          <a:off x="2623207" y="2010343"/>
          <a:ext cx="2868885" cy="1721331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LOPDGDD 3/2018: adapta el RGPD al marco español.</a:t>
          </a:r>
        </a:p>
      </dsp:txBody>
      <dsp:txXfrm>
        <a:off x="2623207" y="2010343"/>
        <a:ext cx="2868885" cy="17213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71F7A7-C22B-4A33-BDA1-159D4B900B60}">
      <dsp:nvSpPr>
        <dsp:cNvPr id="0" name=""/>
        <dsp:cNvSpPr/>
      </dsp:nvSpPr>
      <dsp:spPr>
        <a:xfrm>
          <a:off x="0" y="2700"/>
          <a:ext cx="471878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29659A-0F66-44D4-9782-4DD74E0F8445}">
      <dsp:nvSpPr>
        <dsp:cNvPr id="0" name=""/>
        <dsp:cNvSpPr/>
      </dsp:nvSpPr>
      <dsp:spPr>
        <a:xfrm>
          <a:off x="0" y="2700"/>
          <a:ext cx="4718785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Se aplica a:</a:t>
          </a:r>
        </a:p>
      </dsp:txBody>
      <dsp:txXfrm>
        <a:off x="0" y="2700"/>
        <a:ext cx="4718785" cy="1841777"/>
      </dsp:txXfrm>
    </dsp:sp>
    <dsp:sp modelId="{B690B4D4-E339-4589-A5A7-AC2B0D86ACEB}">
      <dsp:nvSpPr>
        <dsp:cNvPr id="0" name=""/>
        <dsp:cNvSpPr/>
      </dsp:nvSpPr>
      <dsp:spPr>
        <a:xfrm>
          <a:off x="0" y="1844478"/>
          <a:ext cx="4718785" cy="0"/>
        </a:xfrm>
        <a:prstGeom prst="line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3B8704-681F-46E3-89F0-EA66D1B934AD}">
      <dsp:nvSpPr>
        <dsp:cNvPr id="0" name=""/>
        <dsp:cNvSpPr/>
      </dsp:nvSpPr>
      <dsp:spPr>
        <a:xfrm>
          <a:off x="0" y="1844478"/>
          <a:ext cx="4718785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- Organismos públicos y privados que traten datos personales.</a:t>
          </a:r>
        </a:p>
      </dsp:txBody>
      <dsp:txXfrm>
        <a:off x="0" y="1844478"/>
        <a:ext cx="4718785" cy="1841777"/>
      </dsp:txXfrm>
    </dsp:sp>
    <dsp:sp modelId="{6C54BDAD-1722-4CE1-B82B-D622FA554CEC}">
      <dsp:nvSpPr>
        <dsp:cNvPr id="0" name=""/>
        <dsp:cNvSpPr/>
      </dsp:nvSpPr>
      <dsp:spPr>
        <a:xfrm>
          <a:off x="0" y="3686256"/>
          <a:ext cx="4718785" cy="0"/>
        </a:xfrm>
        <a:prstGeom prst="lin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377545-DFF6-494A-B944-64732A07A866}">
      <dsp:nvSpPr>
        <dsp:cNvPr id="0" name=""/>
        <dsp:cNvSpPr/>
      </dsp:nvSpPr>
      <dsp:spPr>
        <a:xfrm>
          <a:off x="0" y="3686256"/>
          <a:ext cx="4718785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- Cualquier tratamiento parcial o totalmente automatizado de datos.</a:t>
          </a:r>
        </a:p>
      </dsp:txBody>
      <dsp:txXfrm>
        <a:off x="0" y="3686256"/>
        <a:ext cx="4718785" cy="184177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91AA23-2C35-4D8A-9FD4-498AA3EA3CAD}">
      <dsp:nvSpPr>
        <dsp:cNvPr id="0" name=""/>
        <dsp:cNvSpPr/>
      </dsp:nvSpPr>
      <dsp:spPr>
        <a:xfrm>
          <a:off x="0" y="0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98BF6D-61D9-43E3-AC19-E2D8D007FB9D}">
      <dsp:nvSpPr>
        <dsp:cNvPr id="0" name=""/>
        <dsp:cNvSpPr/>
      </dsp:nvSpPr>
      <dsp:spPr>
        <a:xfrm>
          <a:off x="0" y="0"/>
          <a:ext cx="4718785" cy="2765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Cualquier información que identifique o pueda identificar a una persona:</a:t>
          </a:r>
        </a:p>
      </dsp:txBody>
      <dsp:txXfrm>
        <a:off x="0" y="0"/>
        <a:ext cx="4718785" cy="2765367"/>
      </dsp:txXfrm>
    </dsp:sp>
    <dsp:sp modelId="{5474D226-CEEB-4424-833C-6ADBD6A3CDD3}">
      <dsp:nvSpPr>
        <dsp:cNvPr id="0" name=""/>
        <dsp:cNvSpPr/>
      </dsp:nvSpPr>
      <dsp:spPr>
        <a:xfrm>
          <a:off x="0" y="2765367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70E19D-9A6D-4854-B6C7-3397D00715F7}">
      <dsp:nvSpPr>
        <dsp:cNvPr id="0" name=""/>
        <dsp:cNvSpPr/>
      </dsp:nvSpPr>
      <dsp:spPr>
        <a:xfrm>
          <a:off x="0" y="2765367"/>
          <a:ext cx="4718785" cy="2765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- Nombre, DNI, dirección, correo, IP, etc.</a:t>
          </a:r>
        </a:p>
      </dsp:txBody>
      <dsp:txXfrm>
        <a:off x="0" y="2765367"/>
        <a:ext cx="4718785" cy="276536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5CA17C-9720-4EF4-925F-9A9BFA19E5AD}">
      <dsp:nvSpPr>
        <dsp:cNvPr id="0" name=""/>
        <dsp:cNvSpPr/>
      </dsp:nvSpPr>
      <dsp:spPr>
        <a:xfrm>
          <a:off x="0" y="2717"/>
          <a:ext cx="505158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730D04-959E-4BF1-8DB8-14A5F7CC3483}">
      <dsp:nvSpPr>
        <dsp:cNvPr id="0" name=""/>
        <dsp:cNvSpPr/>
      </dsp:nvSpPr>
      <dsp:spPr>
        <a:xfrm>
          <a:off x="0" y="2717"/>
          <a:ext cx="5051582" cy="1853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Datos sensibles:</a:t>
          </a:r>
        </a:p>
      </dsp:txBody>
      <dsp:txXfrm>
        <a:off x="0" y="2717"/>
        <a:ext cx="5051582" cy="1853055"/>
      </dsp:txXfrm>
    </dsp:sp>
    <dsp:sp modelId="{A0D68978-4ECF-4659-853F-2D0A09C40F25}">
      <dsp:nvSpPr>
        <dsp:cNvPr id="0" name=""/>
        <dsp:cNvSpPr/>
      </dsp:nvSpPr>
      <dsp:spPr>
        <a:xfrm>
          <a:off x="0" y="1855773"/>
          <a:ext cx="505158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1A124E-FAFB-42A5-A08A-8C7915598E41}">
      <dsp:nvSpPr>
        <dsp:cNvPr id="0" name=""/>
        <dsp:cNvSpPr/>
      </dsp:nvSpPr>
      <dsp:spPr>
        <a:xfrm>
          <a:off x="0" y="1855773"/>
          <a:ext cx="5051582" cy="1853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- Salud, orientación sexual, opiniones políticas, creencias religiosas, datos biométricos, etc.</a:t>
          </a:r>
        </a:p>
      </dsp:txBody>
      <dsp:txXfrm>
        <a:off x="0" y="1855773"/>
        <a:ext cx="5051582" cy="1853055"/>
      </dsp:txXfrm>
    </dsp:sp>
    <dsp:sp modelId="{9C7CADB2-303B-4878-B7C6-4483E1551F9C}">
      <dsp:nvSpPr>
        <dsp:cNvPr id="0" name=""/>
        <dsp:cNvSpPr/>
      </dsp:nvSpPr>
      <dsp:spPr>
        <a:xfrm>
          <a:off x="0" y="3708828"/>
          <a:ext cx="505158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3ED0C3-C29A-45F3-B0DE-CECCB99F843D}">
      <dsp:nvSpPr>
        <dsp:cNvPr id="0" name=""/>
        <dsp:cNvSpPr/>
      </dsp:nvSpPr>
      <dsp:spPr>
        <a:xfrm>
          <a:off x="0" y="3708828"/>
          <a:ext cx="5051582" cy="1853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Requieren medidas de protección reforzadas.</a:t>
          </a:r>
        </a:p>
      </dsp:txBody>
      <dsp:txXfrm>
        <a:off x="0" y="3708828"/>
        <a:ext cx="5051582" cy="185305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80C63F-7946-4465-B8D6-E9C5099CBA21}">
      <dsp:nvSpPr>
        <dsp:cNvPr id="0" name=""/>
        <dsp:cNvSpPr/>
      </dsp:nvSpPr>
      <dsp:spPr>
        <a:xfrm>
          <a:off x="0" y="678"/>
          <a:ext cx="472779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932159-CB74-408F-95E9-4E40CDD06AF2}">
      <dsp:nvSpPr>
        <dsp:cNvPr id="0" name=""/>
        <dsp:cNvSpPr/>
      </dsp:nvSpPr>
      <dsp:spPr>
        <a:xfrm>
          <a:off x="0" y="678"/>
          <a:ext cx="4727796" cy="794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- Licitud, lealtad y transparencia</a:t>
          </a:r>
        </a:p>
      </dsp:txBody>
      <dsp:txXfrm>
        <a:off x="0" y="678"/>
        <a:ext cx="4727796" cy="794211"/>
      </dsp:txXfrm>
    </dsp:sp>
    <dsp:sp modelId="{E6A770A9-12A6-4C4A-9E96-EECBC417CFCF}">
      <dsp:nvSpPr>
        <dsp:cNvPr id="0" name=""/>
        <dsp:cNvSpPr/>
      </dsp:nvSpPr>
      <dsp:spPr>
        <a:xfrm>
          <a:off x="0" y="794890"/>
          <a:ext cx="472779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0AC16B-A276-4563-928D-CD20DBB347A9}">
      <dsp:nvSpPr>
        <dsp:cNvPr id="0" name=""/>
        <dsp:cNvSpPr/>
      </dsp:nvSpPr>
      <dsp:spPr>
        <a:xfrm>
          <a:off x="0" y="794890"/>
          <a:ext cx="4727796" cy="794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- Limitación de la finalidad</a:t>
          </a:r>
        </a:p>
      </dsp:txBody>
      <dsp:txXfrm>
        <a:off x="0" y="794890"/>
        <a:ext cx="4727796" cy="794211"/>
      </dsp:txXfrm>
    </dsp:sp>
    <dsp:sp modelId="{2B255D93-6FCF-4860-859F-3EF47C57CAF4}">
      <dsp:nvSpPr>
        <dsp:cNvPr id="0" name=""/>
        <dsp:cNvSpPr/>
      </dsp:nvSpPr>
      <dsp:spPr>
        <a:xfrm>
          <a:off x="0" y="1589102"/>
          <a:ext cx="472779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93E428-7BAC-41D1-AE54-2483CBADD67B}">
      <dsp:nvSpPr>
        <dsp:cNvPr id="0" name=""/>
        <dsp:cNvSpPr/>
      </dsp:nvSpPr>
      <dsp:spPr>
        <a:xfrm>
          <a:off x="0" y="1589102"/>
          <a:ext cx="4727796" cy="794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- Minimización de datos</a:t>
          </a:r>
        </a:p>
      </dsp:txBody>
      <dsp:txXfrm>
        <a:off x="0" y="1589102"/>
        <a:ext cx="4727796" cy="794211"/>
      </dsp:txXfrm>
    </dsp:sp>
    <dsp:sp modelId="{8E10007D-F7F6-481C-A2A2-47CFFD5EA069}">
      <dsp:nvSpPr>
        <dsp:cNvPr id="0" name=""/>
        <dsp:cNvSpPr/>
      </dsp:nvSpPr>
      <dsp:spPr>
        <a:xfrm>
          <a:off x="0" y="2383313"/>
          <a:ext cx="472779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609D06-BD4C-4B6A-9302-485248345A9D}">
      <dsp:nvSpPr>
        <dsp:cNvPr id="0" name=""/>
        <dsp:cNvSpPr/>
      </dsp:nvSpPr>
      <dsp:spPr>
        <a:xfrm>
          <a:off x="0" y="2383313"/>
          <a:ext cx="4727796" cy="794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- Exactitud</a:t>
          </a:r>
        </a:p>
      </dsp:txBody>
      <dsp:txXfrm>
        <a:off x="0" y="2383313"/>
        <a:ext cx="4727796" cy="794211"/>
      </dsp:txXfrm>
    </dsp:sp>
    <dsp:sp modelId="{6E1BC65E-3841-408D-8BAB-36DDF9403241}">
      <dsp:nvSpPr>
        <dsp:cNvPr id="0" name=""/>
        <dsp:cNvSpPr/>
      </dsp:nvSpPr>
      <dsp:spPr>
        <a:xfrm>
          <a:off x="0" y="3177525"/>
          <a:ext cx="472779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DBD627-46B5-4E36-89E2-55ECE4A20D1E}">
      <dsp:nvSpPr>
        <dsp:cNvPr id="0" name=""/>
        <dsp:cNvSpPr/>
      </dsp:nvSpPr>
      <dsp:spPr>
        <a:xfrm>
          <a:off x="0" y="3177525"/>
          <a:ext cx="4727796" cy="794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- Conservación limitada</a:t>
          </a:r>
        </a:p>
      </dsp:txBody>
      <dsp:txXfrm>
        <a:off x="0" y="3177525"/>
        <a:ext cx="4727796" cy="794211"/>
      </dsp:txXfrm>
    </dsp:sp>
    <dsp:sp modelId="{AC5A6EEB-3045-431F-BE22-F22CC94FD70C}">
      <dsp:nvSpPr>
        <dsp:cNvPr id="0" name=""/>
        <dsp:cNvSpPr/>
      </dsp:nvSpPr>
      <dsp:spPr>
        <a:xfrm>
          <a:off x="0" y="3971736"/>
          <a:ext cx="472779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8DAD1C-F44E-45C8-99F2-2B700D6DA52B}">
      <dsp:nvSpPr>
        <dsp:cNvPr id="0" name=""/>
        <dsp:cNvSpPr/>
      </dsp:nvSpPr>
      <dsp:spPr>
        <a:xfrm>
          <a:off x="0" y="3971736"/>
          <a:ext cx="4727796" cy="794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- Integridad y confidencialidad</a:t>
          </a:r>
        </a:p>
      </dsp:txBody>
      <dsp:txXfrm>
        <a:off x="0" y="3971736"/>
        <a:ext cx="4727796" cy="794211"/>
      </dsp:txXfrm>
    </dsp:sp>
    <dsp:sp modelId="{F7E5303E-E9DD-4C13-BA2C-4B992902CA7F}">
      <dsp:nvSpPr>
        <dsp:cNvPr id="0" name=""/>
        <dsp:cNvSpPr/>
      </dsp:nvSpPr>
      <dsp:spPr>
        <a:xfrm>
          <a:off x="0" y="4765948"/>
          <a:ext cx="472779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DDD130-B4F9-41E3-98C7-02B11A2D90F3}">
      <dsp:nvSpPr>
        <dsp:cNvPr id="0" name=""/>
        <dsp:cNvSpPr/>
      </dsp:nvSpPr>
      <dsp:spPr>
        <a:xfrm>
          <a:off x="0" y="4765948"/>
          <a:ext cx="4727796" cy="794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- Responsabilidad proactiva</a:t>
          </a:r>
        </a:p>
      </dsp:txBody>
      <dsp:txXfrm>
        <a:off x="0" y="4765948"/>
        <a:ext cx="4727796" cy="79421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AAEEB8-2D76-4DC4-8F9A-5C4253F018B9}">
      <dsp:nvSpPr>
        <dsp:cNvPr id="0" name=""/>
        <dsp:cNvSpPr/>
      </dsp:nvSpPr>
      <dsp:spPr>
        <a:xfrm>
          <a:off x="585916" y="1423"/>
          <a:ext cx="1041169" cy="10411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4A7489-4E93-4782-812E-965AF678EEA8}">
      <dsp:nvSpPr>
        <dsp:cNvPr id="0" name=""/>
        <dsp:cNvSpPr/>
      </dsp:nvSpPr>
      <dsp:spPr>
        <a:xfrm>
          <a:off x="807805" y="223312"/>
          <a:ext cx="597392" cy="5973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181AE-0C81-4796-862E-CA099BA1EBB1}">
      <dsp:nvSpPr>
        <dsp:cNvPr id="0" name=""/>
        <dsp:cNvSpPr/>
      </dsp:nvSpPr>
      <dsp:spPr>
        <a:xfrm>
          <a:off x="253083" y="1366892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Debe ser:</a:t>
          </a:r>
        </a:p>
      </dsp:txBody>
      <dsp:txXfrm>
        <a:off x="253083" y="1366892"/>
        <a:ext cx="1706835" cy="682734"/>
      </dsp:txXfrm>
    </dsp:sp>
    <dsp:sp modelId="{868997DD-0105-4218-B52F-9BF091777AD4}">
      <dsp:nvSpPr>
        <dsp:cNvPr id="0" name=""/>
        <dsp:cNvSpPr/>
      </dsp:nvSpPr>
      <dsp:spPr>
        <a:xfrm>
          <a:off x="2591448" y="1423"/>
          <a:ext cx="1041169" cy="10411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7F06FC-A438-4BFF-8D3C-D239E9220088}">
      <dsp:nvSpPr>
        <dsp:cNvPr id="0" name=""/>
        <dsp:cNvSpPr/>
      </dsp:nvSpPr>
      <dsp:spPr>
        <a:xfrm>
          <a:off x="2813337" y="223312"/>
          <a:ext cx="597392" cy="5973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9C25BE-AAE7-4EBB-8E2A-4FFEB06A6D0C}">
      <dsp:nvSpPr>
        <dsp:cNvPr id="0" name=""/>
        <dsp:cNvSpPr/>
      </dsp:nvSpPr>
      <dsp:spPr>
        <a:xfrm>
          <a:off x="2258615" y="1366892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- Libre</a:t>
          </a:r>
        </a:p>
      </dsp:txBody>
      <dsp:txXfrm>
        <a:off x="2258615" y="1366892"/>
        <a:ext cx="1706835" cy="682734"/>
      </dsp:txXfrm>
    </dsp:sp>
    <dsp:sp modelId="{91E867E4-B586-41B1-B4A3-F2D3A9782AD8}">
      <dsp:nvSpPr>
        <dsp:cNvPr id="0" name=""/>
        <dsp:cNvSpPr/>
      </dsp:nvSpPr>
      <dsp:spPr>
        <a:xfrm>
          <a:off x="4596981" y="1423"/>
          <a:ext cx="1041169" cy="10411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61CE5E-189B-4397-A6CC-FA4E328741C8}">
      <dsp:nvSpPr>
        <dsp:cNvPr id="0" name=""/>
        <dsp:cNvSpPr/>
      </dsp:nvSpPr>
      <dsp:spPr>
        <a:xfrm>
          <a:off x="4818869" y="223312"/>
          <a:ext cx="597392" cy="5973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45BB9A-55FE-4CDA-81C1-5096F93D32E0}">
      <dsp:nvSpPr>
        <dsp:cNvPr id="0" name=""/>
        <dsp:cNvSpPr/>
      </dsp:nvSpPr>
      <dsp:spPr>
        <a:xfrm>
          <a:off x="4264148" y="1366892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- Específico</a:t>
          </a:r>
        </a:p>
      </dsp:txBody>
      <dsp:txXfrm>
        <a:off x="4264148" y="1366892"/>
        <a:ext cx="1706835" cy="682734"/>
      </dsp:txXfrm>
    </dsp:sp>
    <dsp:sp modelId="{6FBF52C8-3130-4DAE-8359-BD944D348B0B}">
      <dsp:nvSpPr>
        <dsp:cNvPr id="0" name=""/>
        <dsp:cNvSpPr/>
      </dsp:nvSpPr>
      <dsp:spPr>
        <a:xfrm>
          <a:off x="6602513" y="1423"/>
          <a:ext cx="1041169" cy="10411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F9D80E-6ADF-456C-B2B9-613A42C58FAF}">
      <dsp:nvSpPr>
        <dsp:cNvPr id="0" name=""/>
        <dsp:cNvSpPr/>
      </dsp:nvSpPr>
      <dsp:spPr>
        <a:xfrm>
          <a:off x="6824402" y="223312"/>
          <a:ext cx="597392" cy="5973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3C6F30-BB64-40A3-94BC-530E4B4F4F2E}">
      <dsp:nvSpPr>
        <dsp:cNvPr id="0" name=""/>
        <dsp:cNvSpPr/>
      </dsp:nvSpPr>
      <dsp:spPr>
        <a:xfrm>
          <a:off x="6269680" y="1366892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- Informado</a:t>
          </a:r>
        </a:p>
      </dsp:txBody>
      <dsp:txXfrm>
        <a:off x="6269680" y="1366892"/>
        <a:ext cx="1706835" cy="682734"/>
      </dsp:txXfrm>
    </dsp:sp>
    <dsp:sp modelId="{AC42A186-FED3-4CFE-8202-9AA839C0C095}">
      <dsp:nvSpPr>
        <dsp:cNvPr id="0" name=""/>
        <dsp:cNvSpPr/>
      </dsp:nvSpPr>
      <dsp:spPr>
        <a:xfrm>
          <a:off x="2591448" y="2476335"/>
          <a:ext cx="1041169" cy="10411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666E00-08D1-48F3-AEA6-513AD2E40B39}">
      <dsp:nvSpPr>
        <dsp:cNvPr id="0" name=""/>
        <dsp:cNvSpPr/>
      </dsp:nvSpPr>
      <dsp:spPr>
        <a:xfrm>
          <a:off x="2813337" y="2698224"/>
          <a:ext cx="597392" cy="59739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75E60B-4118-4170-90AA-7EF02A062186}">
      <dsp:nvSpPr>
        <dsp:cNvPr id="0" name=""/>
        <dsp:cNvSpPr/>
      </dsp:nvSpPr>
      <dsp:spPr>
        <a:xfrm>
          <a:off x="2258615" y="3841804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- Inequívoco</a:t>
          </a:r>
        </a:p>
      </dsp:txBody>
      <dsp:txXfrm>
        <a:off x="2258615" y="3841804"/>
        <a:ext cx="1706835" cy="682734"/>
      </dsp:txXfrm>
    </dsp:sp>
    <dsp:sp modelId="{4D8A8892-10F7-4DE1-9869-221EE491EA7F}">
      <dsp:nvSpPr>
        <dsp:cNvPr id="0" name=""/>
        <dsp:cNvSpPr/>
      </dsp:nvSpPr>
      <dsp:spPr>
        <a:xfrm>
          <a:off x="4596981" y="2476335"/>
          <a:ext cx="1041169" cy="10411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45F9BE-9A16-4417-8405-FA7D9CFF4086}">
      <dsp:nvSpPr>
        <dsp:cNvPr id="0" name=""/>
        <dsp:cNvSpPr/>
      </dsp:nvSpPr>
      <dsp:spPr>
        <a:xfrm>
          <a:off x="4818869" y="2698224"/>
          <a:ext cx="597392" cy="59739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0028D8-FD5B-400C-98F7-FDDB445FCD7E}">
      <dsp:nvSpPr>
        <dsp:cNvPr id="0" name=""/>
        <dsp:cNvSpPr/>
      </dsp:nvSpPr>
      <dsp:spPr>
        <a:xfrm>
          <a:off x="4264148" y="3841804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No se admite el consentimiento tácito o por omisión.</a:t>
          </a:r>
        </a:p>
      </dsp:txBody>
      <dsp:txXfrm>
        <a:off x="4264148" y="3841804"/>
        <a:ext cx="1706835" cy="68273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857094-3E57-43F4-BE79-F83F24189856}">
      <dsp:nvSpPr>
        <dsp:cNvPr id="0" name=""/>
        <dsp:cNvSpPr/>
      </dsp:nvSpPr>
      <dsp:spPr>
        <a:xfrm>
          <a:off x="464972" y="604487"/>
          <a:ext cx="4339742" cy="4339742"/>
        </a:xfrm>
        <a:prstGeom prst="pie">
          <a:avLst>
            <a:gd name="adj1" fmla="val 16200000"/>
            <a:gd name="adj2" fmla="val 198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Consentimiento</a:t>
          </a:r>
        </a:p>
      </dsp:txBody>
      <dsp:txXfrm>
        <a:off x="2738170" y="1158837"/>
        <a:ext cx="1136599" cy="878281"/>
      </dsp:txXfrm>
    </dsp:sp>
    <dsp:sp modelId="{8FB0ADB2-146B-4CF5-BB44-2BC8355AA001}">
      <dsp:nvSpPr>
        <dsp:cNvPr id="0" name=""/>
        <dsp:cNvSpPr/>
      </dsp:nvSpPr>
      <dsp:spPr>
        <a:xfrm>
          <a:off x="516635" y="693865"/>
          <a:ext cx="4339742" cy="4339742"/>
        </a:xfrm>
        <a:prstGeom prst="pie">
          <a:avLst>
            <a:gd name="adj1" fmla="val 19800000"/>
            <a:gd name="adj2" fmla="val 18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Ejecución de un contrato</a:t>
          </a:r>
        </a:p>
      </dsp:txBody>
      <dsp:txXfrm>
        <a:off x="3461461" y="2450427"/>
        <a:ext cx="1188262" cy="852449"/>
      </dsp:txXfrm>
    </dsp:sp>
    <dsp:sp modelId="{9AF89F83-5874-47BC-B700-AA58490DE982}">
      <dsp:nvSpPr>
        <dsp:cNvPr id="0" name=""/>
        <dsp:cNvSpPr/>
      </dsp:nvSpPr>
      <dsp:spPr>
        <a:xfrm>
          <a:off x="464972" y="783243"/>
          <a:ext cx="4339742" cy="4339742"/>
        </a:xfrm>
        <a:prstGeom prst="pie">
          <a:avLst>
            <a:gd name="adj1" fmla="val 1800000"/>
            <a:gd name="adj2" fmla="val 54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Obligación legal</a:t>
          </a:r>
        </a:p>
      </dsp:txBody>
      <dsp:txXfrm>
        <a:off x="2738170" y="3716185"/>
        <a:ext cx="1136599" cy="878281"/>
      </dsp:txXfrm>
    </dsp:sp>
    <dsp:sp modelId="{01091C5B-6EA3-42F8-A20B-0D416FFBFB68}">
      <dsp:nvSpPr>
        <dsp:cNvPr id="0" name=""/>
        <dsp:cNvSpPr/>
      </dsp:nvSpPr>
      <dsp:spPr>
        <a:xfrm>
          <a:off x="361645" y="783243"/>
          <a:ext cx="4339742" cy="4339742"/>
        </a:xfrm>
        <a:prstGeom prst="pie">
          <a:avLst>
            <a:gd name="adj1" fmla="val 5400000"/>
            <a:gd name="adj2" fmla="val 900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Intereses vitales</a:t>
          </a:r>
        </a:p>
      </dsp:txBody>
      <dsp:txXfrm>
        <a:off x="1291589" y="3716185"/>
        <a:ext cx="1136599" cy="878281"/>
      </dsp:txXfrm>
    </dsp:sp>
    <dsp:sp modelId="{092A324F-CC71-45F5-9DB4-7E5A0B3C06F3}">
      <dsp:nvSpPr>
        <dsp:cNvPr id="0" name=""/>
        <dsp:cNvSpPr/>
      </dsp:nvSpPr>
      <dsp:spPr>
        <a:xfrm>
          <a:off x="309981" y="693865"/>
          <a:ext cx="4339742" cy="4339742"/>
        </a:xfrm>
        <a:prstGeom prst="pie">
          <a:avLst>
            <a:gd name="adj1" fmla="val 9000000"/>
            <a:gd name="adj2" fmla="val 1260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Misión de interés público</a:t>
          </a:r>
        </a:p>
      </dsp:txBody>
      <dsp:txXfrm>
        <a:off x="516635" y="2450427"/>
        <a:ext cx="1188262" cy="852449"/>
      </dsp:txXfrm>
    </dsp:sp>
    <dsp:sp modelId="{37D1B970-76AE-47F5-B224-27FC5D37F920}">
      <dsp:nvSpPr>
        <dsp:cNvPr id="0" name=""/>
        <dsp:cNvSpPr/>
      </dsp:nvSpPr>
      <dsp:spPr>
        <a:xfrm>
          <a:off x="361645" y="604487"/>
          <a:ext cx="4339742" cy="4339742"/>
        </a:xfrm>
        <a:prstGeom prst="pie">
          <a:avLst>
            <a:gd name="adj1" fmla="val 12600000"/>
            <a:gd name="adj2" fmla="val 162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Interés legítimo del responsable</a:t>
          </a:r>
        </a:p>
      </dsp:txBody>
      <dsp:txXfrm>
        <a:off x="1291589" y="1158837"/>
        <a:ext cx="1136599" cy="878281"/>
      </dsp:txXfrm>
    </dsp:sp>
    <dsp:sp modelId="{A63E1F16-EDB9-482D-8DF8-85D925A238A8}">
      <dsp:nvSpPr>
        <dsp:cNvPr id="0" name=""/>
        <dsp:cNvSpPr/>
      </dsp:nvSpPr>
      <dsp:spPr>
        <a:xfrm>
          <a:off x="196163" y="335836"/>
          <a:ext cx="4877043" cy="4877043"/>
        </a:xfrm>
        <a:prstGeom prst="circularArrow">
          <a:avLst>
            <a:gd name="adj1" fmla="val 5085"/>
            <a:gd name="adj2" fmla="val 327528"/>
            <a:gd name="adj3" fmla="val 19472472"/>
            <a:gd name="adj4" fmla="val 16200251"/>
            <a:gd name="adj5" fmla="val 5932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C39D39-DAF2-473F-B3EB-D838A9F1F9E8}">
      <dsp:nvSpPr>
        <dsp:cNvPr id="0" name=""/>
        <dsp:cNvSpPr/>
      </dsp:nvSpPr>
      <dsp:spPr>
        <a:xfrm>
          <a:off x="247826" y="425214"/>
          <a:ext cx="4877043" cy="4877043"/>
        </a:xfrm>
        <a:prstGeom prst="circularArrow">
          <a:avLst>
            <a:gd name="adj1" fmla="val 5085"/>
            <a:gd name="adj2" fmla="val 327528"/>
            <a:gd name="adj3" fmla="val 1472472"/>
            <a:gd name="adj4" fmla="val 19800000"/>
            <a:gd name="adj5" fmla="val 5932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327B2F-6777-4BEB-AF29-1FCBBF7CB167}">
      <dsp:nvSpPr>
        <dsp:cNvPr id="0" name=""/>
        <dsp:cNvSpPr/>
      </dsp:nvSpPr>
      <dsp:spPr>
        <a:xfrm>
          <a:off x="196163" y="514592"/>
          <a:ext cx="4877043" cy="4877043"/>
        </a:xfrm>
        <a:prstGeom prst="circularArrow">
          <a:avLst>
            <a:gd name="adj1" fmla="val 5085"/>
            <a:gd name="adj2" fmla="val 327528"/>
            <a:gd name="adj3" fmla="val 5072221"/>
            <a:gd name="adj4" fmla="val 1800000"/>
            <a:gd name="adj5" fmla="val 5932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F4C0E3-9F59-4043-8380-0A98E539B4B3}">
      <dsp:nvSpPr>
        <dsp:cNvPr id="0" name=""/>
        <dsp:cNvSpPr/>
      </dsp:nvSpPr>
      <dsp:spPr>
        <a:xfrm>
          <a:off x="93152" y="514592"/>
          <a:ext cx="4877043" cy="4877043"/>
        </a:xfrm>
        <a:prstGeom prst="circularArrow">
          <a:avLst>
            <a:gd name="adj1" fmla="val 5085"/>
            <a:gd name="adj2" fmla="val 327528"/>
            <a:gd name="adj3" fmla="val 8672472"/>
            <a:gd name="adj4" fmla="val 5400251"/>
            <a:gd name="adj5" fmla="val 5932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66A944-A5EC-4A51-BCC1-E48103D98D1F}">
      <dsp:nvSpPr>
        <dsp:cNvPr id="0" name=""/>
        <dsp:cNvSpPr/>
      </dsp:nvSpPr>
      <dsp:spPr>
        <a:xfrm>
          <a:off x="41489" y="425214"/>
          <a:ext cx="4877043" cy="4877043"/>
        </a:xfrm>
        <a:prstGeom prst="circularArrow">
          <a:avLst>
            <a:gd name="adj1" fmla="val 5085"/>
            <a:gd name="adj2" fmla="val 327528"/>
            <a:gd name="adj3" fmla="val 12272472"/>
            <a:gd name="adj4" fmla="val 9000000"/>
            <a:gd name="adj5" fmla="val 5932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C3CCB3-D21C-4F6D-8F49-38FC8C63EDAB}">
      <dsp:nvSpPr>
        <dsp:cNvPr id="0" name=""/>
        <dsp:cNvSpPr/>
      </dsp:nvSpPr>
      <dsp:spPr>
        <a:xfrm>
          <a:off x="93152" y="335836"/>
          <a:ext cx="4877043" cy="4877043"/>
        </a:xfrm>
        <a:prstGeom prst="circularArrow">
          <a:avLst>
            <a:gd name="adj1" fmla="val 5085"/>
            <a:gd name="adj2" fmla="val 327528"/>
            <a:gd name="adj3" fmla="val 15872221"/>
            <a:gd name="adj4" fmla="val 12600000"/>
            <a:gd name="adj5" fmla="val 5932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30A813-94C9-4800-83C6-5CED5161C12D}">
      <dsp:nvSpPr>
        <dsp:cNvPr id="0" name=""/>
        <dsp:cNvSpPr/>
      </dsp:nvSpPr>
      <dsp:spPr>
        <a:xfrm>
          <a:off x="0" y="675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0D3BF7-7BFA-4425-908E-4D0916F0DAF7}">
      <dsp:nvSpPr>
        <dsp:cNvPr id="0" name=""/>
        <dsp:cNvSpPr/>
      </dsp:nvSpPr>
      <dsp:spPr>
        <a:xfrm>
          <a:off x="0" y="675"/>
          <a:ext cx="4718785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Acceso</a:t>
          </a:r>
        </a:p>
      </dsp:txBody>
      <dsp:txXfrm>
        <a:off x="0" y="675"/>
        <a:ext cx="4718785" cy="789912"/>
      </dsp:txXfrm>
    </dsp:sp>
    <dsp:sp modelId="{14747A38-5BAF-46F9-9815-905FE28EF5A3}">
      <dsp:nvSpPr>
        <dsp:cNvPr id="0" name=""/>
        <dsp:cNvSpPr/>
      </dsp:nvSpPr>
      <dsp:spPr>
        <a:xfrm>
          <a:off x="0" y="790587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F0A5ED-5CE1-4B13-BCD4-9CC07EF75EFD}">
      <dsp:nvSpPr>
        <dsp:cNvPr id="0" name=""/>
        <dsp:cNvSpPr/>
      </dsp:nvSpPr>
      <dsp:spPr>
        <a:xfrm>
          <a:off x="0" y="790587"/>
          <a:ext cx="4718785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Rectificación</a:t>
          </a:r>
        </a:p>
      </dsp:txBody>
      <dsp:txXfrm>
        <a:off x="0" y="790587"/>
        <a:ext cx="4718785" cy="789912"/>
      </dsp:txXfrm>
    </dsp:sp>
    <dsp:sp modelId="{2557CBA8-C1D8-4CCB-8888-E73D523B76E2}">
      <dsp:nvSpPr>
        <dsp:cNvPr id="0" name=""/>
        <dsp:cNvSpPr/>
      </dsp:nvSpPr>
      <dsp:spPr>
        <a:xfrm>
          <a:off x="0" y="1580499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CE5574-6843-426C-8A66-281C351A68CC}">
      <dsp:nvSpPr>
        <dsp:cNvPr id="0" name=""/>
        <dsp:cNvSpPr/>
      </dsp:nvSpPr>
      <dsp:spPr>
        <a:xfrm>
          <a:off x="0" y="1580499"/>
          <a:ext cx="4718785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Supresión</a:t>
          </a:r>
        </a:p>
      </dsp:txBody>
      <dsp:txXfrm>
        <a:off x="0" y="1580499"/>
        <a:ext cx="4718785" cy="789912"/>
      </dsp:txXfrm>
    </dsp:sp>
    <dsp:sp modelId="{E5101CCA-1803-4757-9BAD-708BE1B8164B}">
      <dsp:nvSpPr>
        <dsp:cNvPr id="0" name=""/>
        <dsp:cNvSpPr/>
      </dsp:nvSpPr>
      <dsp:spPr>
        <a:xfrm>
          <a:off x="0" y="2370411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93ED71-62F3-4D70-86B3-073038BB19AE}">
      <dsp:nvSpPr>
        <dsp:cNvPr id="0" name=""/>
        <dsp:cNvSpPr/>
      </dsp:nvSpPr>
      <dsp:spPr>
        <a:xfrm>
          <a:off x="0" y="2370411"/>
          <a:ext cx="4718785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Limitación</a:t>
          </a:r>
        </a:p>
      </dsp:txBody>
      <dsp:txXfrm>
        <a:off x="0" y="2370411"/>
        <a:ext cx="4718785" cy="789912"/>
      </dsp:txXfrm>
    </dsp:sp>
    <dsp:sp modelId="{E750FBD7-5258-47E7-809B-4233A5AD6589}">
      <dsp:nvSpPr>
        <dsp:cNvPr id="0" name=""/>
        <dsp:cNvSpPr/>
      </dsp:nvSpPr>
      <dsp:spPr>
        <a:xfrm>
          <a:off x="0" y="3160323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0CB423-8648-4581-B7FC-33561277081A}">
      <dsp:nvSpPr>
        <dsp:cNvPr id="0" name=""/>
        <dsp:cNvSpPr/>
      </dsp:nvSpPr>
      <dsp:spPr>
        <a:xfrm>
          <a:off x="0" y="3160323"/>
          <a:ext cx="4718785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Portabilidad</a:t>
          </a:r>
        </a:p>
      </dsp:txBody>
      <dsp:txXfrm>
        <a:off x="0" y="3160323"/>
        <a:ext cx="4718785" cy="789912"/>
      </dsp:txXfrm>
    </dsp:sp>
    <dsp:sp modelId="{A273997D-1C05-438A-A6C5-D914442725FE}">
      <dsp:nvSpPr>
        <dsp:cNvPr id="0" name=""/>
        <dsp:cNvSpPr/>
      </dsp:nvSpPr>
      <dsp:spPr>
        <a:xfrm>
          <a:off x="0" y="3950235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517D3E-4368-4C57-8790-AD1F7A197ECB}">
      <dsp:nvSpPr>
        <dsp:cNvPr id="0" name=""/>
        <dsp:cNvSpPr/>
      </dsp:nvSpPr>
      <dsp:spPr>
        <a:xfrm>
          <a:off x="0" y="3950235"/>
          <a:ext cx="4718785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Oposición</a:t>
          </a:r>
        </a:p>
      </dsp:txBody>
      <dsp:txXfrm>
        <a:off x="0" y="3950235"/>
        <a:ext cx="4718785" cy="789912"/>
      </dsp:txXfrm>
    </dsp:sp>
    <dsp:sp modelId="{119E3117-442A-4572-BAC9-4647F22A8CCC}">
      <dsp:nvSpPr>
        <dsp:cNvPr id="0" name=""/>
        <dsp:cNvSpPr/>
      </dsp:nvSpPr>
      <dsp:spPr>
        <a:xfrm>
          <a:off x="0" y="4740147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43A9FF-D744-482C-B955-57E12237609B}">
      <dsp:nvSpPr>
        <dsp:cNvPr id="0" name=""/>
        <dsp:cNvSpPr/>
      </dsp:nvSpPr>
      <dsp:spPr>
        <a:xfrm>
          <a:off x="0" y="4740147"/>
          <a:ext cx="4718785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El responsable debe responder en 1 mes (ampliable a 2).</a:t>
          </a:r>
        </a:p>
      </dsp:txBody>
      <dsp:txXfrm>
        <a:off x="0" y="4740147"/>
        <a:ext cx="4718785" cy="78991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CB4A76-4A14-4382-AAF5-C6B32CD25B4B}">
      <dsp:nvSpPr>
        <dsp:cNvPr id="0" name=""/>
        <dsp:cNvSpPr/>
      </dsp:nvSpPr>
      <dsp:spPr>
        <a:xfrm>
          <a:off x="0" y="675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BD0D52-EA53-4E2E-90F3-B929E87A1422}">
      <dsp:nvSpPr>
        <dsp:cNvPr id="0" name=""/>
        <dsp:cNvSpPr/>
      </dsp:nvSpPr>
      <dsp:spPr>
        <a:xfrm>
          <a:off x="0" y="675"/>
          <a:ext cx="4718785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El interesado debe recibir:</a:t>
          </a:r>
        </a:p>
      </dsp:txBody>
      <dsp:txXfrm>
        <a:off x="0" y="675"/>
        <a:ext cx="4718785" cy="789912"/>
      </dsp:txXfrm>
    </dsp:sp>
    <dsp:sp modelId="{096497A6-584C-48EC-A1B5-CA7B19965DCF}">
      <dsp:nvSpPr>
        <dsp:cNvPr id="0" name=""/>
        <dsp:cNvSpPr/>
      </dsp:nvSpPr>
      <dsp:spPr>
        <a:xfrm>
          <a:off x="0" y="790587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04EB22-608B-4182-AB0F-C94BA013BAE3}">
      <dsp:nvSpPr>
        <dsp:cNvPr id="0" name=""/>
        <dsp:cNvSpPr/>
      </dsp:nvSpPr>
      <dsp:spPr>
        <a:xfrm>
          <a:off x="0" y="790587"/>
          <a:ext cx="4718785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Identidad del responsable</a:t>
          </a:r>
        </a:p>
      </dsp:txBody>
      <dsp:txXfrm>
        <a:off x="0" y="790587"/>
        <a:ext cx="4718785" cy="789912"/>
      </dsp:txXfrm>
    </dsp:sp>
    <dsp:sp modelId="{D718035F-D1C4-4985-8711-E245A276B2EC}">
      <dsp:nvSpPr>
        <dsp:cNvPr id="0" name=""/>
        <dsp:cNvSpPr/>
      </dsp:nvSpPr>
      <dsp:spPr>
        <a:xfrm>
          <a:off x="0" y="1580499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24C2C3-6664-43FD-B484-310A06950073}">
      <dsp:nvSpPr>
        <dsp:cNvPr id="0" name=""/>
        <dsp:cNvSpPr/>
      </dsp:nvSpPr>
      <dsp:spPr>
        <a:xfrm>
          <a:off x="0" y="1580499"/>
          <a:ext cx="4718785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Finalidad y base legal</a:t>
          </a:r>
        </a:p>
      </dsp:txBody>
      <dsp:txXfrm>
        <a:off x="0" y="1580499"/>
        <a:ext cx="4718785" cy="789912"/>
      </dsp:txXfrm>
    </dsp:sp>
    <dsp:sp modelId="{AA906E2C-0B57-42AA-A67D-F1C4DAD785FA}">
      <dsp:nvSpPr>
        <dsp:cNvPr id="0" name=""/>
        <dsp:cNvSpPr/>
      </dsp:nvSpPr>
      <dsp:spPr>
        <a:xfrm>
          <a:off x="0" y="2370411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E32FEF-74E2-4490-BC72-7B54281D5F8C}">
      <dsp:nvSpPr>
        <dsp:cNvPr id="0" name=""/>
        <dsp:cNvSpPr/>
      </dsp:nvSpPr>
      <dsp:spPr>
        <a:xfrm>
          <a:off x="0" y="2370411"/>
          <a:ext cx="4718785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Destinatarios</a:t>
          </a:r>
        </a:p>
      </dsp:txBody>
      <dsp:txXfrm>
        <a:off x="0" y="2370411"/>
        <a:ext cx="4718785" cy="789912"/>
      </dsp:txXfrm>
    </dsp:sp>
    <dsp:sp modelId="{50C56540-730E-4F5B-A75D-42BCEADFD290}">
      <dsp:nvSpPr>
        <dsp:cNvPr id="0" name=""/>
        <dsp:cNvSpPr/>
      </dsp:nvSpPr>
      <dsp:spPr>
        <a:xfrm>
          <a:off x="0" y="3160323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22DBFD-38EA-46EF-A324-2FB006C6ACE7}">
      <dsp:nvSpPr>
        <dsp:cNvPr id="0" name=""/>
        <dsp:cNvSpPr/>
      </dsp:nvSpPr>
      <dsp:spPr>
        <a:xfrm>
          <a:off x="0" y="3160323"/>
          <a:ext cx="4718785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Plazo de conservación</a:t>
          </a:r>
        </a:p>
      </dsp:txBody>
      <dsp:txXfrm>
        <a:off x="0" y="3160323"/>
        <a:ext cx="4718785" cy="789912"/>
      </dsp:txXfrm>
    </dsp:sp>
    <dsp:sp modelId="{71A6F3DE-6E05-4D1B-B4A6-5085B27B8711}">
      <dsp:nvSpPr>
        <dsp:cNvPr id="0" name=""/>
        <dsp:cNvSpPr/>
      </dsp:nvSpPr>
      <dsp:spPr>
        <a:xfrm>
          <a:off x="0" y="3950235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B1804F-697E-4196-A7F7-E44DC4755FBC}">
      <dsp:nvSpPr>
        <dsp:cNvPr id="0" name=""/>
        <dsp:cNvSpPr/>
      </dsp:nvSpPr>
      <dsp:spPr>
        <a:xfrm>
          <a:off x="0" y="3950235"/>
          <a:ext cx="4718785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Derechos</a:t>
          </a:r>
        </a:p>
      </dsp:txBody>
      <dsp:txXfrm>
        <a:off x="0" y="3950235"/>
        <a:ext cx="4718785" cy="789912"/>
      </dsp:txXfrm>
    </dsp:sp>
    <dsp:sp modelId="{2FE076A4-939A-44B2-ABFB-61CC0B772432}">
      <dsp:nvSpPr>
        <dsp:cNvPr id="0" name=""/>
        <dsp:cNvSpPr/>
      </dsp:nvSpPr>
      <dsp:spPr>
        <a:xfrm>
          <a:off x="0" y="4740147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A0D7E9-31FC-44CF-A5E8-CE881F0D5376}">
      <dsp:nvSpPr>
        <dsp:cNvPr id="0" name=""/>
        <dsp:cNvSpPr/>
      </dsp:nvSpPr>
      <dsp:spPr>
        <a:xfrm>
          <a:off x="0" y="4740147"/>
          <a:ext cx="4718785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Origen de los datos</a:t>
          </a:r>
        </a:p>
      </dsp:txBody>
      <dsp:txXfrm>
        <a:off x="0" y="4740147"/>
        <a:ext cx="4718785" cy="78991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EE8885-6213-43A8-A245-BBA1C4D59375}">
      <dsp:nvSpPr>
        <dsp:cNvPr id="0" name=""/>
        <dsp:cNvSpPr/>
      </dsp:nvSpPr>
      <dsp:spPr>
        <a:xfrm>
          <a:off x="0" y="675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B07B20-6C4A-4EBC-AC26-5D0B19386B4F}">
      <dsp:nvSpPr>
        <dsp:cNvPr id="0" name=""/>
        <dsp:cNvSpPr/>
      </dsp:nvSpPr>
      <dsp:spPr>
        <a:xfrm>
          <a:off x="0" y="675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Las entidades deben:</a:t>
          </a:r>
        </a:p>
      </dsp:txBody>
      <dsp:txXfrm>
        <a:off x="0" y="675"/>
        <a:ext cx="4718785" cy="1105876"/>
      </dsp:txXfrm>
    </dsp:sp>
    <dsp:sp modelId="{16F39AD5-8AD7-4FAA-9D8D-8631A685D37B}">
      <dsp:nvSpPr>
        <dsp:cNvPr id="0" name=""/>
        <dsp:cNvSpPr/>
      </dsp:nvSpPr>
      <dsp:spPr>
        <a:xfrm>
          <a:off x="0" y="1106552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785870-31DC-44C2-9567-F8903622321A}">
      <dsp:nvSpPr>
        <dsp:cNvPr id="0" name=""/>
        <dsp:cNvSpPr/>
      </dsp:nvSpPr>
      <dsp:spPr>
        <a:xfrm>
          <a:off x="0" y="1106552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Adoptar medidas técnicas y organizativas adecuadas</a:t>
          </a:r>
        </a:p>
      </dsp:txBody>
      <dsp:txXfrm>
        <a:off x="0" y="1106552"/>
        <a:ext cx="4718785" cy="1105876"/>
      </dsp:txXfrm>
    </dsp:sp>
    <dsp:sp modelId="{6E8B1F6D-E155-4E00-B0AC-1284FA73C884}">
      <dsp:nvSpPr>
        <dsp:cNvPr id="0" name=""/>
        <dsp:cNvSpPr/>
      </dsp:nvSpPr>
      <dsp:spPr>
        <a:xfrm>
          <a:off x="0" y="2212429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F9B8F1-38A6-45B6-8876-E2DD7A84A478}">
      <dsp:nvSpPr>
        <dsp:cNvPr id="0" name=""/>
        <dsp:cNvSpPr/>
      </dsp:nvSpPr>
      <dsp:spPr>
        <a:xfrm>
          <a:off x="0" y="2212429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Documentar sus procesos</a:t>
          </a:r>
        </a:p>
      </dsp:txBody>
      <dsp:txXfrm>
        <a:off x="0" y="2212429"/>
        <a:ext cx="4718785" cy="1105876"/>
      </dsp:txXfrm>
    </dsp:sp>
    <dsp:sp modelId="{AB5112AA-D3AD-456F-A651-28F6595D4FE1}">
      <dsp:nvSpPr>
        <dsp:cNvPr id="0" name=""/>
        <dsp:cNvSpPr/>
      </dsp:nvSpPr>
      <dsp:spPr>
        <a:xfrm>
          <a:off x="0" y="3318305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B53B46-0C17-4229-B740-829619036063}">
      <dsp:nvSpPr>
        <dsp:cNvPr id="0" name=""/>
        <dsp:cNvSpPr/>
      </dsp:nvSpPr>
      <dsp:spPr>
        <a:xfrm>
          <a:off x="0" y="3318305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Evaluar riesgos</a:t>
          </a:r>
        </a:p>
      </dsp:txBody>
      <dsp:txXfrm>
        <a:off x="0" y="3318305"/>
        <a:ext cx="4718785" cy="1105876"/>
      </dsp:txXfrm>
    </dsp:sp>
    <dsp:sp modelId="{CBDFBC4C-9556-4911-873B-0685237BEC84}">
      <dsp:nvSpPr>
        <dsp:cNvPr id="0" name=""/>
        <dsp:cNvSpPr/>
      </dsp:nvSpPr>
      <dsp:spPr>
        <a:xfrm>
          <a:off x="0" y="4424182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272181-1ACB-48D0-9F72-3950372BAE6B}">
      <dsp:nvSpPr>
        <dsp:cNvPr id="0" name=""/>
        <dsp:cNvSpPr/>
      </dsp:nvSpPr>
      <dsp:spPr>
        <a:xfrm>
          <a:off x="0" y="4424182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Designar DPD si es necesario</a:t>
          </a:r>
        </a:p>
      </dsp:txBody>
      <dsp:txXfrm>
        <a:off x="0" y="4424182"/>
        <a:ext cx="4718785" cy="110587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D6D2BF-800C-4F5C-A13B-A575508D70ED}">
      <dsp:nvSpPr>
        <dsp:cNvPr id="0" name=""/>
        <dsp:cNvSpPr/>
      </dsp:nvSpPr>
      <dsp:spPr>
        <a:xfrm>
          <a:off x="0" y="508257"/>
          <a:ext cx="4718785" cy="221247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Obligatorio en administraciones públicas y entidades que manejen datos a gran escala.</a:t>
          </a:r>
        </a:p>
      </dsp:txBody>
      <dsp:txXfrm>
        <a:off x="108004" y="616261"/>
        <a:ext cx="4502777" cy="1996462"/>
      </dsp:txXfrm>
    </dsp:sp>
    <dsp:sp modelId="{EDBC19B1-607E-4F81-804E-86466505CA51}">
      <dsp:nvSpPr>
        <dsp:cNvPr id="0" name=""/>
        <dsp:cNvSpPr/>
      </dsp:nvSpPr>
      <dsp:spPr>
        <a:xfrm>
          <a:off x="0" y="2810007"/>
          <a:ext cx="4718785" cy="221247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Funciones: informar, supervisar, cooperar con la AEPD.</a:t>
          </a:r>
        </a:p>
      </dsp:txBody>
      <dsp:txXfrm>
        <a:off x="108004" y="2918011"/>
        <a:ext cx="4502777" cy="199646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05F3F2-6D56-4E53-9F5E-BE58C4DED394}">
      <dsp:nvSpPr>
        <dsp:cNvPr id="0" name=""/>
        <dsp:cNvSpPr/>
      </dsp:nvSpPr>
      <dsp:spPr>
        <a:xfrm>
          <a:off x="0" y="0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7C0823-C5B0-4AED-A350-B545BB13530C}">
      <dsp:nvSpPr>
        <dsp:cNvPr id="0" name=""/>
        <dsp:cNvSpPr/>
      </dsp:nvSpPr>
      <dsp:spPr>
        <a:xfrm>
          <a:off x="0" y="0"/>
          <a:ext cx="4718785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Requeridas cuando el tratamiento pueda implicar alto riesgo:</a:t>
          </a:r>
        </a:p>
      </dsp:txBody>
      <dsp:txXfrm>
        <a:off x="0" y="0"/>
        <a:ext cx="4718785" cy="1382683"/>
      </dsp:txXfrm>
    </dsp:sp>
    <dsp:sp modelId="{97E5DBE7-095C-4508-80C1-8E2A1A9E46E2}">
      <dsp:nvSpPr>
        <dsp:cNvPr id="0" name=""/>
        <dsp:cNvSpPr/>
      </dsp:nvSpPr>
      <dsp:spPr>
        <a:xfrm>
          <a:off x="0" y="1382683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FDC07C-574A-49A8-B02F-ECBE5CA5A0A6}">
      <dsp:nvSpPr>
        <dsp:cNvPr id="0" name=""/>
        <dsp:cNvSpPr/>
      </dsp:nvSpPr>
      <dsp:spPr>
        <a:xfrm>
          <a:off x="0" y="1382683"/>
          <a:ext cx="4718785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- Nuevas tecnologías</a:t>
          </a:r>
        </a:p>
      </dsp:txBody>
      <dsp:txXfrm>
        <a:off x="0" y="1382683"/>
        <a:ext cx="4718785" cy="1382683"/>
      </dsp:txXfrm>
    </dsp:sp>
    <dsp:sp modelId="{190ECF04-2A31-4CD2-91E1-FA89BF885578}">
      <dsp:nvSpPr>
        <dsp:cNvPr id="0" name=""/>
        <dsp:cNvSpPr/>
      </dsp:nvSpPr>
      <dsp:spPr>
        <a:xfrm>
          <a:off x="0" y="2765367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9518FC-43D6-4A9C-A7A6-D54BE7348C1F}">
      <dsp:nvSpPr>
        <dsp:cNvPr id="0" name=""/>
        <dsp:cNvSpPr/>
      </dsp:nvSpPr>
      <dsp:spPr>
        <a:xfrm>
          <a:off x="0" y="2765367"/>
          <a:ext cx="4718785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- Datos sensibles</a:t>
          </a:r>
        </a:p>
      </dsp:txBody>
      <dsp:txXfrm>
        <a:off x="0" y="2765367"/>
        <a:ext cx="4718785" cy="1382683"/>
      </dsp:txXfrm>
    </dsp:sp>
    <dsp:sp modelId="{FD5057C0-3F83-4833-BD20-E4BF0E38DCCA}">
      <dsp:nvSpPr>
        <dsp:cNvPr id="0" name=""/>
        <dsp:cNvSpPr/>
      </dsp:nvSpPr>
      <dsp:spPr>
        <a:xfrm>
          <a:off x="0" y="4148051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B4AFEC-3EE4-4BED-B7E7-53A95DE8B541}">
      <dsp:nvSpPr>
        <dsp:cNvPr id="0" name=""/>
        <dsp:cNvSpPr/>
      </dsp:nvSpPr>
      <dsp:spPr>
        <a:xfrm>
          <a:off x="0" y="4148051"/>
          <a:ext cx="4718785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- Observación sistemática de zonas accesibles al público.</a:t>
          </a:r>
        </a:p>
      </dsp:txBody>
      <dsp:txXfrm>
        <a:off x="0" y="4148051"/>
        <a:ext cx="4718785" cy="1382683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A3C0BA-DC2B-4DFD-84A0-EF1331BC6554}">
      <dsp:nvSpPr>
        <dsp:cNvPr id="0" name=""/>
        <dsp:cNvSpPr/>
      </dsp:nvSpPr>
      <dsp:spPr>
        <a:xfrm>
          <a:off x="0" y="0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2EA3CA-3C25-4582-9C70-36B4715720DB}">
      <dsp:nvSpPr>
        <dsp:cNvPr id="0" name=""/>
        <dsp:cNvSpPr/>
      </dsp:nvSpPr>
      <dsp:spPr>
        <a:xfrm>
          <a:off x="0" y="0"/>
          <a:ext cx="4718785" cy="2765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- Obligatorio para responsables y encargados.</a:t>
          </a:r>
        </a:p>
      </dsp:txBody>
      <dsp:txXfrm>
        <a:off x="0" y="0"/>
        <a:ext cx="4718785" cy="2765367"/>
      </dsp:txXfrm>
    </dsp:sp>
    <dsp:sp modelId="{29EF0CCB-2454-4679-B733-4A66E5C1F564}">
      <dsp:nvSpPr>
        <dsp:cNvPr id="0" name=""/>
        <dsp:cNvSpPr/>
      </dsp:nvSpPr>
      <dsp:spPr>
        <a:xfrm>
          <a:off x="0" y="2765367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02C64F-0C5C-41F5-A20A-12535E6684E0}">
      <dsp:nvSpPr>
        <dsp:cNvPr id="0" name=""/>
        <dsp:cNvSpPr/>
      </dsp:nvSpPr>
      <dsp:spPr>
        <a:xfrm>
          <a:off x="0" y="2765367"/>
          <a:ext cx="4718785" cy="2765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- Debe incluir: fines, categorías de interesados y datos, destinatarios, transferencias, etc.</a:t>
          </a:r>
        </a:p>
      </dsp:txBody>
      <dsp:txXfrm>
        <a:off x="0" y="2765367"/>
        <a:ext cx="4718785" cy="2765367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DD2A5E-C7A0-4D9B-8CF7-194B371FF3EF}">
      <dsp:nvSpPr>
        <dsp:cNvPr id="0" name=""/>
        <dsp:cNvSpPr/>
      </dsp:nvSpPr>
      <dsp:spPr>
        <a:xfrm>
          <a:off x="0" y="675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D8A52D-0DCC-4D95-B60E-D69588BB367C}">
      <dsp:nvSpPr>
        <dsp:cNvPr id="0" name=""/>
        <dsp:cNvSpPr/>
      </dsp:nvSpPr>
      <dsp:spPr>
        <a:xfrm>
          <a:off x="0" y="675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Pseudonimización y cifrado</a:t>
          </a:r>
        </a:p>
      </dsp:txBody>
      <dsp:txXfrm>
        <a:off x="0" y="675"/>
        <a:ext cx="4718785" cy="1105876"/>
      </dsp:txXfrm>
    </dsp:sp>
    <dsp:sp modelId="{3948D2DE-B9CE-4441-855E-DE2804E850DA}">
      <dsp:nvSpPr>
        <dsp:cNvPr id="0" name=""/>
        <dsp:cNvSpPr/>
      </dsp:nvSpPr>
      <dsp:spPr>
        <a:xfrm>
          <a:off x="0" y="1106552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3DADE9-0BF5-43D5-B734-B5D1E6602327}">
      <dsp:nvSpPr>
        <dsp:cNvPr id="0" name=""/>
        <dsp:cNvSpPr/>
      </dsp:nvSpPr>
      <dsp:spPr>
        <a:xfrm>
          <a:off x="0" y="1106552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Control de acceso</a:t>
          </a:r>
        </a:p>
      </dsp:txBody>
      <dsp:txXfrm>
        <a:off x="0" y="1106552"/>
        <a:ext cx="4718785" cy="1105876"/>
      </dsp:txXfrm>
    </dsp:sp>
    <dsp:sp modelId="{8368AE12-5BE8-4A3A-81C9-BEDD62D02C2D}">
      <dsp:nvSpPr>
        <dsp:cNvPr id="0" name=""/>
        <dsp:cNvSpPr/>
      </dsp:nvSpPr>
      <dsp:spPr>
        <a:xfrm>
          <a:off x="0" y="2212429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641EA6-A902-4228-80ED-266817238BB4}">
      <dsp:nvSpPr>
        <dsp:cNvPr id="0" name=""/>
        <dsp:cNvSpPr/>
      </dsp:nvSpPr>
      <dsp:spPr>
        <a:xfrm>
          <a:off x="0" y="2212429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Copias de seguridad</a:t>
          </a:r>
        </a:p>
      </dsp:txBody>
      <dsp:txXfrm>
        <a:off x="0" y="2212429"/>
        <a:ext cx="4718785" cy="1105876"/>
      </dsp:txXfrm>
    </dsp:sp>
    <dsp:sp modelId="{C7EDB961-50F9-4397-870E-4D533DA4A73F}">
      <dsp:nvSpPr>
        <dsp:cNvPr id="0" name=""/>
        <dsp:cNvSpPr/>
      </dsp:nvSpPr>
      <dsp:spPr>
        <a:xfrm>
          <a:off x="0" y="3318305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8D7A5-3B43-4E7D-AC54-B1603E72DA12}">
      <dsp:nvSpPr>
        <dsp:cNvPr id="0" name=""/>
        <dsp:cNvSpPr/>
      </dsp:nvSpPr>
      <dsp:spPr>
        <a:xfrm>
          <a:off x="0" y="3318305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Auditorías</a:t>
          </a:r>
        </a:p>
      </dsp:txBody>
      <dsp:txXfrm>
        <a:off x="0" y="3318305"/>
        <a:ext cx="4718785" cy="1105876"/>
      </dsp:txXfrm>
    </dsp:sp>
    <dsp:sp modelId="{7B9D9366-8521-4411-A2D8-78DC0CE858F3}">
      <dsp:nvSpPr>
        <dsp:cNvPr id="0" name=""/>
        <dsp:cNvSpPr/>
      </dsp:nvSpPr>
      <dsp:spPr>
        <a:xfrm>
          <a:off x="0" y="4424182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0193BB-9AFF-461D-90EE-0F8732CF2453}">
      <dsp:nvSpPr>
        <dsp:cNvPr id="0" name=""/>
        <dsp:cNvSpPr/>
      </dsp:nvSpPr>
      <dsp:spPr>
        <a:xfrm>
          <a:off x="0" y="4424182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- Protocolos de respuesta ante incidentes</a:t>
          </a:r>
        </a:p>
      </dsp:txBody>
      <dsp:txXfrm>
        <a:off x="0" y="4424182"/>
        <a:ext cx="4718785" cy="1105876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C637C8-8E66-4900-8AAC-8840A56E557F}">
      <dsp:nvSpPr>
        <dsp:cNvPr id="0" name=""/>
        <dsp:cNvSpPr/>
      </dsp:nvSpPr>
      <dsp:spPr>
        <a:xfrm>
          <a:off x="0" y="0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ED37E1-3CA2-4AE9-BAB0-7CB653DEE161}">
      <dsp:nvSpPr>
        <dsp:cNvPr id="0" name=""/>
        <dsp:cNvSpPr/>
      </dsp:nvSpPr>
      <dsp:spPr>
        <a:xfrm>
          <a:off x="0" y="0"/>
          <a:ext cx="4718785" cy="2765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Debe notificarse a la AEPD en 72 horas.</a:t>
          </a:r>
        </a:p>
      </dsp:txBody>
      <dsp:txXfrm>
        <a:off x="0" y="0"/>
        <a:ext cx="4718785" cy="2765367"/>
      </dsp:txXfrm>
    </dsp:sp>
    <dsp:sp modelId="{D1512729-1EC9-47A5-8FA8-3801495D53CD}">
      <dsp:nvSpPr>
        <dsp:cNvPr id="0" name=""/>
        <dsp:cNvSpPr/>
      </dsp:nvSpPr>
      <dsp:spPr>
        <a:xfrm>
          <a:off x="0" y="2765367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F46D08-D291-432C-8D59-76B5CF1B6ED8}">
      <dsp:nvSpPr>
        <dsp:cNvPr id="0" name=""/>
        <dsp:cNvSpPr/>
      </dsp:nvSpPr>
      <dsp:spPr>
        <a:xfrm>
          <a:off x="0" y="2765367"/>
          <a:ext cx="4718785" cy="2765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En algunos casos, también a los interesados.</a:t>
          </a:r>
        </a:p>
      </dsp:txBody>
      <dsp:txXfrm>
        <a:off x="0" y="2765367"/>
        <a:ext cx="4718785" cy="2765367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010A02-E37B-41A6-87C8-04FDB41A4628}">
      <dsp:nvSpPr>
        <dsp:cNvPr id="0" name=""/>
        <dsp:cNvSpPr/>
      </dsp:nvSpPr>
      <dsp:spPr>
        <a:xfrm>
          <a:off x="0" y="2700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0792C3-1213-4EF7-AFF3-87C8407BDC36}">
      <dsp:nvSpPr>
        <dsp:cNvPr id="0" name=""/>
        <dsp:cNvSpPr/>
      </dsp:nvSpPr>
      <dsp:spPr>
        <a:xfrm>
          <a:off x="0" y="2700"/>
          <a:ext cx="4718785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- Leves, graves y muy graves</a:t>
          </a:r>
        </a:p>
      </dsp:txBody>
      <dsp:txXfrm>
        <a:off x="0" y="2700"/>
        <a:ext cx="4718785" cy="1841777"/>
      </dsp:txXfrm>
    </dsp:sp>
    <dsp:sp modelId="{EEF049AB-2BEE-4789-A3D2-C413FA62945A}">
      <dsp:nvSpPr>
        <dsp:cNvPr id="0" name=""/>
        <dsp:cNvSpPr/>
      </dsp:nvSpPr>
      <dsp:spPr>
        <a:xfrm>
          <a:off x="0" y="1844478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D73B1D-FF10-41DA-8448-6C5F7FCF69ED}">
      <dsp:nvSpPr>
        <dsp:cNvPr id="0" name=""/>
        <dsp:cNvSpPr/>
      </dsp:nvSpPr>
      <dsp:spPr>
        <a:xfrm>
          <a:off x="0" y="1844478"/>
          <a:ext cx="4718785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- Hasta 20 millones de euros o el 4% del volumen de negocio global</a:t>
          </a:r>
        </a:p>
      </dsp:txBody>
      <dsp:txXfrm>
        <a:off x="0" y="1844478"/>
        <a:ext cx="4718785" cy="1841777"/>
      </dsp:txXfrm>
    </dsp:sp>
    <dsp:sp modelId="{7485A096-3152-407A-9AE2-B208BB60E538}">
      <dsp:nvSpPr>
        <dsp:cNvPr id="0" name=""/>
        <dsp:cNvSpPr/>
      </dsp:nvSpPr>
      <dsp:spPr>
        <a:xfrm>
          <a:off x="0" y="3686256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751703-B2EA-4865-9082-D79BC622A4ED}">
      <dsp:nvSpPr>
        <dsp:cNvPr id="0" name=""/>
        <dsp:cNvSpPr/>
      </dsp:nvSpPr>
      <dsp:spPr>
        <a:xfrm>
          <a:off x="0" y="3686256"/>
          <a:ext cx="4718785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- Ejemplos: falta de consentimiento, brechas de seguridad, etc.</a:t>
          </a:r>
        </a:p>
      </dsp:txBody>
      <dsp:txXfrm>
        <a:off x="0" y="3686256"/>
        <a:ext cx="4718785" cy="1841777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5F5BBE-080A-4D6B-BA39-68C8F495CF60}">
      <dsp:nvSpPr>
        <dsp:cNvPr id="0" name=""/>
        <dsp:cNvSpPr/>
      </dsp:nvSpPr>
      <dsp:spPr>
        <a:xfrm>
          <a:off x="0" y="2700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689AA9-C49A-44AB-89C2-2427A84D9D14}">
      <dsp:nvSpPr>
        <dsp:cNvPr id="0" name=""/>
        <dsp:cNvSpPr/>
      </dsp:nvSpPr>
      <dsp:spPr>
        <a:xfrm>
          <a:off x="0" y="2700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Incluye:</a:t>
          </a:r>
        </a:p>
      </dsp:txBody>
      <dsp:txXfrm>
        <a:off x="0" y="2700"/>
        <a:ext cx="4718785" cy="920888"/>
      </dsp:txXfrm>
    </dsp:sp>
    <dsp:sp modelId="{76DE85E6-7F01-4157-B908-5F98B509A6AB}">
      <dsp:nvSpPr>
        <dsp:cNvPr id="0" name=""/>
        <dsp:cNvSpPr/>
      </dsp:nvSpPr>
      <dsp:spPr>
        <a:xfrm>
          <a:off x="0" y="923589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9C4464-30E7-4190-BB80-E7D55F141BAD}">
      <dsp:nvSpPr>
        <dsp:cNvPr id="0" name=""/>
        <dsp:cNvSpPr/>
      </dsp:nvSpPr>
      <dsp:spPr>
        <a:xfrm>
          <a:off x="0" y="923589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Derecho a la desconexión digital</a:t>
          </a:r>
        </a:p>
      </dsp:txBody>
      <dsp:txXfrm>
        <a:off x="0" y="923589"/>
        <a:ext cx="4718785" cy="920888"/>
      </dsp:txXfrm>
    </dsp:sp>
    <dsp:sp modelId="{48605E33-0B8F-47D8-8E44-08907D9B1593}">
      <dsp:nvSpPr>
        <dsp:cNvPr id="0" name=""/>
        <dsp:cNvSpPr/>
      </dsp:nvSpPr>
      <dsp:spPr>
        <a:xfrm>
          <a:off x="0" y="1844478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411C6E-08C9-4208-B526-FD292E57192F}">
      <dsp:nvSpPr>
        <dsp:cNvPr id="0" name=""/>
        <dsp:cNvSpPr/>
      </dsp:nvSpPr>
      <dsp:spPr>
        <a:xfrm>
          <a:off x="0" y="1844478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Educación digital</a:t>
          </a:r>
        </a:p>
      </dsp:txBody>
      <dsp:txXfrm>
        <a:off x="0" y="1844478"/>
        <a:ext cx="4718785" cy="920888"/>
      </dsp:txXfrm>
    </dsp:sp>
    <dsp:sp modelId="{8F89008B-8591-4407-B0AB-689E19B382C0}">
      <dsp:nvSpPr>
        <dsp:cNvPr id="0" name=""/>
        <dsp:cNvSpPr/>
      </dsp:nvSpPr>
      <dsp:spPr>
        <a:xfrm>
          <a:off x="0" y="2765367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588CED-950A-4009-9C59-68D303D6747C}">
      <dsp:nvSpPr>
        <dsp:cNvPr id="0" name=""/>
        <dsp:cNvSpPr/>
      </dsp:nvSpPr>
      <dsp:spPr>
        <a:xfrm>
          <a:off x="0" y="2765367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Protección de menores</a:t>
          </a:r>
        </a:p>
      </dsp:txBody>
      <dsp:txXfrm>
        <a:off x="0" y="2765367"/>
        <a:ext cx="4718785" cy="920888"/>
      </dsp:txXfrm>
    </dsp:sp>
    <dsp:sp modelId="{64F4E60F-EB98-43BF-BB15-8AF81B68CDF6}">
      <dsp:nvSpPr>
        <dsp:cNvPr id="0" name=""/>
        <dsp:cNvSpPr/>
      </dsp:nvSpPr>
      <dsp:spPr>
        <a:xfrm>
          <a:off x="0" y="3686256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2E80ED-9B60-47ED-8083-9D447500BFF8}">
      <dsp:nvSpPr>
        <dsp:cNvPr id="0" name=""/>
        <dsp:cNvSpPr/>
      </dsp:nvSpPr>
      <dsp:spPr>
        <a:xfrm>
          <a:off x="0" y="3686256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Neutralidad de Internet</a:t>
          </a:r>
        </a:p>
      </dsp:txBody>
      <dsp:txXfrm>
        <a:off x="0" y="3686256"/>
        <a:ext cx="4718785" cy="920888"/>
      </dsp:txXfrm>
    </dsp:sp>
    <dsp:sp modelId="{F1ED4E6F-C1B7-43A2-9570-D951F278106C}">
      <dsp:nvSpPr>
        <dsp:cNvPr id="0" name=""/>
        <dsp:cNvSpPr/>
      </dsp:nvSpPr>
      <dsp:spPr>
        <a:xfrm>
          <a:off x="0" y="4607145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910236-612F-497A-82B7-1F962A59CA92}">
      <dsp:nvSpPr>
        <dsp:cNvPr id="0" name=""/>
        <dsp:cNvSpPr/>
      </dsp:nvSpPr>
      <dsp:spPr>
        <a:xfrm>
          <a:off x="0" y="4607145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Libertad de expresión y derecho al olvido</a:t>
          </a:r>
        </a:p>
      </dsp:txBody>
      <dsp:txXfrm>
        <a:off x="0" y="4607145"/>
        <a:ext cx="4718785" cy="920888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3C019B-9633-4B2D-821C-8BC9F15529E5}">
      <dsp:nvSpPr>
        <dsp:cNvPr id="0" name=""/>
        <dsp:cNvSpPr/>
      </dsp:nvSpPr>
      <dsp:spPr>
        <a:xfrm>
          <a:off x="0" y="2700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548015-EFFA-41CB-AAAA-0D2BE799D57C}">
      <dsp:nvSpPr>
        <dsp:cNvPr id="0" name=""/>
        <dsp:cNvSpPr/>
      </dsp:nvSpPr>
      <dsp:spPr>
        <a:xfrm>
          <a:off x="0" y="2700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Formar al personal</a:t>
          </a:r>
        </a:p>
      </dsp:txBody>
      <dsp:txXfrm>
        <a:off x="0" y="2700"/>
        <a:ext cx="4718785" cy="920888"/>
      </dsp:txXfrm>
    </dsp:sp>
    <dsp:sp modelId="{531A5436-1E5D-4276-B10B-1363774D5CCC}">
      <dsp:nvSpPr>
        <dsp:cNvPr id="0" name=""/>
        <dsp:cNvSpPr/>
      </dsp:nvSpPr>
      <dsp:spPr>
        <a:xfrm>
          <a:off x="0" y="923589"/>
          <a:ext cx="471878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8138F8-6B66-4B29-9B7C-BD8E9D948683}">
      <dsp:nvSpPr>
        <dsp:cNvPr id="0" name=""/>
        <dsp:cNvSpPr/>
      </dsp:nvSpPr>
      <dsp:spPr>
        <a:xfrm>
          <a:off x="0" y="923589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Usar cláusulas informativas</a:t>
          </a:r>
        </a:p>
      </dsp:txBody>
      <dsp:txXfrm>
        <a:off x="0" y="923589"/>
        <a:ext cx="4718785" cy="920888"/>
      </dsp:txXfrm>
    </dsp:sp>
    <dsp:sp modelId="{3356BA24-8002-4C5D-BC4D-FBD5B56F87C0}">
      <dsp:nvSpPr>
        <dsp:cNvPr id="0" name=""/>
        <dsp:cNvSpPr/>
      </dsp:nvSpPr>
      <dsp:spPr>
        <a:xfrm>
          <a:off x="0" y="1844478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D23DD8-C2DF-4C5C-8471-145DE5EEE670}">
      <dsp:nvSpPr>
        <dsp:cNvPr id="0" name=""/>
        <dsp:cNvSpPr/>
      </dsp:nvSpPr>
      <dsp:spPr>
        <a:xfrm>
          <a:off x="0" y="1844478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Obtener consentimientos claros</a:t>
          </a:r>
        </a:p>
      </dsp:txBody>
      <dsp:txXfrm>
        <a:off x="0" y="1844478"/>
        <a:ext cx="4718785" cy="920888"/>
      </dsp:txXfrm>
    </dsp:sp>
    <dsp:sp modelId="{2A5A35A4-0D6B-4E9A-AAF2-A78966D2FF19}">
      <dsp:nvSpPr>
        <dsp:cNvPr id="0" name=""/>
        <dsp:cNvSpPr/>
      </dsp:nvSpPr>
      <dsp:spPr>
        <a:xfrm>
          <a:off x="0" y="2765367"/>
          <a:ext cx="471878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D8E86B-2FCB-4129-9A53-DC0C72371898}">
      <dsp:nvSpPr>
        <dsp:cNvPr id="0" name=""/>
        <dsp:cNvSpPr/>
      </dsp:nvSpPr>
      <dsp:spPr>
        <a:xfrm>
          <a:off x="0" y="2765367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Mantener registros</a:t>
          </a:r>
        </a:p>
      </dsp:txBody>
      <dsp:txXfrm>
        <a:off x="0" y="2765367"/>
        <a:ext cx="4718785" cy="920888"/>
      </dsp:txXfrm>
    </dsp:sp>
    <dsp:sp modelId="{166E024F-585B-4130-99AF-8BE9EA70C4DD}">
      <dsp:nvSpPr>
        <dsp:cNvPr id="0" name=""/>
        <dsp:cNvSpPr/>
      </dsp:nvSpPr>
      <dsp:spPr>
        <a:xfrm>
          <a:off x="0" y="3686256"/>
          <a:ext cx="4718785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858951-C047-4413-91AE-22DB8E818016}">
      <dsp:nvSpPr>
        <dsp:cNvPr id="0" name=""/>
        <dsp:cNvSpPr/>
      </dsp:nvSpPr>
      <dsp:spPr>
        <a:xfrm>
          <a:off x="0" y="3686256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Evaluar riesgos</a:t>
          </a:r>
        </a:p>
      </dsp:txBody>
      <dsp:txXfrm>
        <a:off x="0" y="3686256"/>
        <a:ext cx="4718785" cy="920888"/>
      </dsp:txXfrm>
    </dsp:sp>
    <dsp:sp modelId="{A61FC909-8449-4356-B952-72E91410A1A5}">
      <dsp:nvSpPr>
        <dsp:cNvPr id="0" name=""/>
        <dsp:cNvSpPr/>
      </dsp:nvSpPr>
      <dsp:spPr>
        <a:xfrm>
          <a:off x="0" y="4607145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128F5B-DBC6-42B0-BBE2-41AFFC562E9B}">
      <dsp:nvSpPr>
        <dsp:cNvPr id="0" name=""/>
        <dsp:cNvSpPr/>
      </dsp:nvSpPr>
      <dsp:spPr>
        <a:xfrm>
          <a:off x="0" y="4607145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Designar un DPD si aplica</a:t>
          </a:r>
        </a:p>
      </dsp:txBody>
      <dsp:txXfrm>
        <a:off x="0" y="4607145"/>
        <a:ext cx="4718785" cy="9208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2996" y="4267832"/>
            <a:ext cx="3604497" cy="1297115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ES" sz="2700">
                <a:solidFill>
                  <a:schemeClr val="tx2"/>
                </a:solidFill>
              </a:rPr>
              <a:t>Taller: Ley Orgánica de Protección de Datos (LOPDGDD)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43224" y="3428999"/>
            <a:ext cx="3604268" cy="838831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ES" sz="1700">
                <a:solidFill>
                  <a:schemeClr val="tx2"/>
                </a:solidFill>
              </a:rPr>
              <a:t>Basado en la Ley Orgánica 3/2018 y el Reglamento General de Protección de Datos (RGPD)</a:t>
            </a:r>
          </a:p>
        </p:txBody>
      </p:sp>
      <p:pic>
        <p:nvPicPr>
          <p:cNvPr id="7" name="Graphic 6" descr="Juez">
            <a:extLst>
              <a:ext uri="{FF2B5EF4-FFF2-40B4-BE49-F238E27FC236}">
                <a16:creationId xmlns:a16="http://schemas.microsoft.com/office/drawing/2014/main" id="{BB85DCF3-DF47-3F8F-8832-5E777885C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ibujo de una persona&#10;&#10;El contenido generado por IA puede ser incorrecto.">
            <a:extLst>
              <a:ext uri="{FF2B5EF4-FFF2-40B4-BE49-F238E27FC236}">
                <a16:creationId xmlns:a16="http://schemas.microsoft.com/office/drawing/2014/main" id="{1B3B8236-D642-9E0C-6EB0-2C11FA484A2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2324" r="8675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Objetivos del taller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68B6D4-5AF4-E34F-6789-B07BB9C6ED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907366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s-ES" sz="3500"/>
              <a:t>¿Qué es la protección de datos?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s-ES" sz="2400" dirty="0"/>
              <a:t>Es el derecho fundamental que tienen las personas a controlar el uso de sus datos personales. Se garantiza mediante leyes como la LOPDGDD y el RGPD.</a:t>
            </a:r>
          </a:p>
        </p:txBody>
      </p:sp>
      <p:pic>
        <p:nvPicPr>
          <p:cNvPr id="5" name="Picture 4" descr="Candado transparente">
            <a:extLst>
              <a:ext uri="{FF2B5EF4-FFF2-40B4-BE49-F238E27FC236}">
                <a16:creationId xmlns:a16="http://schemas.microsoft.com/office/drawing/2014/main" id="{5CED0D96-37AB-47E9-A84F-A9C437D8F4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99" r="4385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s-ES" sz="3500"/>
              <a:t>Origen y evolución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91576D3-3342-30DC-DCC8-804E519834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5522622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s-ES" sz="3700">
                <a:solidFill>
                  <a:srgbClr val="FFFFFF"/>
                </a:solidFill>
              </a:rPr>
              <a:t>Ámbito de aplicación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890429-239F-9A1F-C384-8CE1C10226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9559276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s-ES" sz="3400">
                <a:solidFill>
                  <a:srgbClr val="FFFFFF"/>
                </a:solidFill>
              </a:rPr>
              <a:t>Definición de datos personales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FD816DD-A51A-E789-5848-096B4C6C10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9709386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5A632B-B15A-489E-8337-BC0F40DB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8946" y="859948"/>
            <a:ext cx="2240924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s-ES" sz="3700">
                <a:solidFill>
                  <a:srgbClr val="FFFFFF"/>
                </a:solidFill>
              </a:rPr>
              <a:t>Categorías especiales de datos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51547D7-AD18-407B-A5F4-F8225B5DC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64089" y="434266"/>
            <a:ext cx="5413275" cy="5922084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1AE874-C27E-DCF5-F4DA-56332886F0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858912"/>
              </p:ext>
            </p:extLst>
          </p:nvPr>
        </p:nvGraphicFramePr>
        <p:xfrm>
          <a:off x="3572933" y="609600"/>
          <a:ext cx="5051582" cy="55646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45D489D-16E1-484D-867B-144368D74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496F5-B01E-4BF8-9D1E-C4E53B6F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919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2180222" y="1348064"/>
            <a:ext cx="2240924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s-ES" sz="3100">
                <a:solidFill>
                  <a:srgbClr val="FFFFFF"/>
                </a:solidFill>
              </a:rPr>
              <a:t>Principios del tratamiento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F2EA7C-7819-BCF9-CF61-6D7D946579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7170619"/>
              </p:ext>
            </p:extLst>
          </p:nvPr>
        </p:nvGraphicFramePr>
        <p:xfrm>
          <a:off x="3927763" y="653693"/>
          <a:ext cx="4727797" cy="55608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Consentimiento del interesado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C6234A-ED6C-74DB-0C5E-AEEFD1F7BBB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s-ES" sz="3500"/>
              <a:t>Legitimación del tratamiento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FD431B-208B-7091-1633-CDC9F6A749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6347657"/>
              </p:ext>
            </p:extLst>
          </p:nvPr>
        </p:nvGraphicFramePr>
        <p:xfrm>
          <a:off x="3977640" y="676655"/>
          <a:ext cx="5166360" cy="57634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s-ES" sz="3400">
                <a:solidFill>
                  <a:srgbClr val="FFFFFF"/>
                </a:solidFill>
              </a:rPr>
              <a:t>Derechos del interesado (ARCO-POL)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711C2C-6BBA-8B28-6CAB-ED653423F5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6380604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s-ES" sz="2800">
                <a:solidFill>
                  <a:srgbClr val="FFFFFF"/>
                </a:solidFill>
              </a:rPr>
              <a:t>Transparencia e información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F9D105-52E5-E7F5-10E7-CEA73A81A6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0814063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s-ES" sz="2400">
                <a:solidFill>
                  <a:srgbClr val="FFFFFF"/>
                </a:solidFill>
              </a:rPr>
              <a:t>Responsabilidad proactiva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BA53E0-8F91-1234-37B4-56F0903F94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6592005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s-ES" sz="3400">
                <a:solidFill>
                  <a:srgbClr val="FFFFFF"/>
                </a:solidFill>
              </a:rPr>
              <a:t>Delegado de Protección de Datos (DPD)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2CFEA8-0902-282F-8C82-F4A28A891C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7784083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s-ES" sz="2800">
                <a:solidFill>
                  <a:srgbClr val="FFFFFF"/>
                </a:solidFill>
              </a:rPr>
              <a:t>Evaluaciones de impacto (EIPD)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97E7B2F-EFE5-4DED-F5C1-34CD599AE1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3131196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s-ES" sz="3100">
                <a:solidFill>
                  <a:srgbClr val="FFFFFF"/>
                </a:solidFill>
              </a:rPr>
              <a:t>Registro de actividades de tratamiento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0291277-C9F5-28F9-6DC0-F2224F70C4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0171369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s-ES" sz="3700">
                <a:solidFill>
                  <a:srgbClr val="FFFFFF"/>
                </a:solidFill>
              </a:rPr>
              <a:t>Medidas de seguridad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FCEABB2-4E40-617D-7FA8-8595942363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0889473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s-ES" sz="3400">
                <a:solidFill>
                  <a:srgbClr val="FFFFFF"/>
                </a:solidFill>
              </a:rPr>
              <a:t>Violaciones de seguridad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2F8F34-6ECD-9AD8-AF2A-AD4D54706E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203203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s-ES" sz="3100">
                <a:solidFill>
                  <a:srgbClr val="FFFFFF"/>
                </a:solidFill>
              </a:rPr>
              <a:t>Sanciones y régimen disciplinario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B7F0F0-A8A0-C99A-3B99-49A3E3FE98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8612593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s-ES" sz="4100">
                <a:solidFill>
                  <a:srgbClr val="FFFFFF"/>
                </a:solidFill>
              </a:rPr>
              <a:t>Garantía de Derechos Digitales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BDC2DEF-7920-09B5-D81F-484549BDD3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9878053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s-ES" sz="4100">
                <a:solidFill>
                  <a:srgbClr val="FFFFFF"/>
                </a:solidFill>
              </a:rPr>
              <a:t>Resumen y buenas prácticas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2F4415-148D-FEA8-98E5-F387487779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0484555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625</Words>
  <Application>Microsoft Office PowerPoint</Application>
  <PresentationFormat>Presentación en pantalla (4:3)</PresentationFormat>
  <Paragraphs>106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Taller: Ley Orgánica de Protección de Datos (LOPDGDD)</vt:lpstr>
      <vt:lpstr>Objetivos del taller</vt:lpstr>
      <vt:lpstr>¿Qué es la protección de datos?</vt:lpstr>
      <vt:lpstr>Origen y evolución</vt:lpstr>
      <vt:lpstr>Ámbito de aplicación</vt:lpstr>
      <vt:lpstr>Definición de datos personales</vt:lpstr>
      <vt:lpstr>Categorías especiales de datos</vt:lpstr>
      <vt:lpstr>Principios del tratamiento</vt:lpstr>
      <vt:lpstr>Consentimiento del interesado</vt:lpstr>
      <vt:lpstr>Legitimación del tratamiento</vt:lpstr>
      <vt:lpstr>Derechos del interesado (ARCO-POL)</vt:lpstr>
      <vt:lpstr>Transparencia e información</vt:lpstr>
      <vt:lpstr>Responsabilidad proactiva</vt:lpstr>
      <vt:lpstr>Delegado de Protección de Datos (DPD)</vt:lpstr>
      <vt:lpstr>Evaluaciones de impacto (EIPD)</vt:lpstr>
      <vt:lpstr>Registro de actividades de tratamiento</vt:lpstr>
      <vt:lpstr>Medidas de seguridad</vt:lpstr>
      <vt:lpstr>Violaciones de seguridad</vt:lpstr>
      <vt:lpstr>Sanciones y régimen disciplinario</vt:lpstr>
      <vt:lpstr>Garantía de Derechos Digitales</vt:lpstr>
      <vt:lpstr>Resumen y buenas prácticas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Alberto Ruiz</cp:lastModifiedBy>
  <cp:revision>2</cp:revision>
  <dcterms:created xsi:type="dcterms:W3CDTF">2013-01-27T09:14:16Z</dcterms:created>
  <dcterms:modified xsi:type="dcterms:W3CDTF">2025-10-01T15:55:51Z</dcterms:modified>
  <cp:category/>
</cp:coreProperties>
</file>