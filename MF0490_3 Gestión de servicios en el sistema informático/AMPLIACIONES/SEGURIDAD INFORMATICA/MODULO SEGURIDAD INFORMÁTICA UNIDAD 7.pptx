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57" r:id="rId5"/>
    <p:sldId id="258" r:id="rId6"/>
    <p:sldId id="259" r:id="rId7"/>
    <p:sldId id="260" r:id="rId8"/>
    <p:sldId id="285" r:id="rId9"/>
    <p:sldId id="298" r:id="rId10"/>
    <p:sldId id="299" r:id="rId11"/>
    <p:sldId id="300" r:id="rId12"/>
    <p:sldId id="286" r:id="rId13"/>
    <p:sldId id="292" r:id="rId14"/>
    <p:sldId id="293" r:id="rId15"/>
    <p:sldId id="294" r:id="rId16"/>
    <p:sldId id="295" r:id="rId17"/>
    <p:sldId id="296" r:id="rId18"/>
    <p:sldId id="297" r:id="rId19"/>
    <p:sldId id="263" r:id="rId20"/>
    <p:sldId id="264" r:id="rId21"/>
    <p:sldId id="265" r:id="rId22"/>
    <p:sldId id="266" r:id="rId23"/>
    <p:sldId id="287" r:id="rId24"/>
    <p:sldId id="288" r:id="rId25"/>
    <p:sldId id="289" r:id="rId26"/>
    <p:sldId id="290" r:id="rId27"/>
    <p:sldId id="291" r:id="rId28"/>
    <p:sldId id="261" r:id="rId29"/>
    <p:sldId id="262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47F33-FCB7-475B-837E-EECA01C4B698}" v="1" dt="2025-09-26T18:46:30.647"/>
    <p1510:client id="{59276865-35C8-4CAB-8C16-F4FD6DBE8EE6}" v="15" dt="2025-09-27T16:20:54.396"/>
    <p1510:client id="{FD047891-7595-4B43-AE52-69B2A3148031}" v="2" dt="2025-09-26T18:00:36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94" d="100"/>
          <a:sy n="94" d="100"/>
        </p:scale>
        <p:origin x="78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undo custSel addSld delSld modSld sldOrd">
      <pc:chgData name="Alberto Ruiz" userId="47fa91d207cfb014" providerId="LiveId" clId="{85FEFC20-368C-4804-AF35-776ECB9C6605}" dt="2025-09-27T16:22:34.601" v="2039" actId="26606"/>
      <pc:docMkLst>
        <pc:docMk/>
      </pc:docMkLst>
      <pc:sldChg chg="addSp modSp add mod setBg">
        <pc:chgData name="Alberto Ruiz" userId="47fa91d207cfb014" providerId="LiveId" clId="{85FEFC20-368C-4804-AF35-776ECB9C6605}" dt="2025-09-27T16:11:00.063" v="2008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5-09-27T16:11:00.063" v="2008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11:00.063" v="2008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11:00.063" v="2008" actId="26606"/>
          <ac:spMkLst>
            <pc:docMk/>
            <pc:sldMk cId="0" sldId="257"/>
            <ac:spMk id="9" creationId="{56688E73-49B9-4052-A836-D248C825D70D}"/>
          </ac:spMkLst>
        </pc:spChg>
        <pc:spChg chg="add">
          <ac:chgData name="Alberto Ruiz" userId="47fa91d207cfb014" providerId="LiveId" clId="{85FEFC20-368C-4804-AF35-776ECB9C6605}" dt="2025-09-27T16:11:00.063" v="2008" actId="26606"/>
          <ac:spMkLst>
            <pc:docMk/>
            <pc:sldMk cId="0" sldId="257"/>
            <ac:spMk id="11" creationId="{5B6AEE0C-07FE-4154-BC7C-2F20530BC556}"/>
          </ac:spMkLst>
        </pc:spChg>
        <pc:picChg chg="add">
          <ac:chgData name="Alberto Ruiz" userId="47fa91d207cfb014" providerId="LiveId" clId="{85FEFC20-368C-4804-AF35-776ECB9C6605}" dt="2025-09-27T16:11:00.063" v="2008" actId="26606"/>
          <ac:picMkLst>
            <pc:docMk/>
            <pc:sldMk cId="0" sldId="257"/>
            <ac:picMk id="5" creationId="{28F91D41-9819-C380-A331-7D27325C7253}"/>
          </ac:picMkLst>
        </pc:picChg>
      </pc:sldChg>
      <pc:sldChg chg="del">
        <pc:chgData name="Alberto Ruiz" userId="47fa91d207cfb014" providerId="LiveId" clId="{85FEFC20-368C-4804-AF35-776ECB9C6605}" dt="2025-09-22T17:25:31.403" v="497" actId="47"/>
        <pc:sldMkLst>
          <pc:docMk/>
          <pc:sldMk cId="1874761014" sldId="257"/>
        </pc:sldMkLst>
      </pc:sldChg>
      <pc:sldChg chg="addSp modSp add mod setBg">
        <pc:chgData name="Alberto Ruiz" userId="47fa91d207cfb014" providerId="LiveId" clId="{85FEFC20-368C-4804-AF35-776ECB9C6605}" dt="2025-09-27T16:11:03.248" v="2009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5-09-27T16:11:03.248" v="2009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11:03.248" v="2009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11:03.248" v="2009" actId="26606"/>
          <ac:spMkLst>
            <pc:docMk/>
            <pc:sldMk cId="0" sldId="258"/>
            <ac:spMk id="8" creationId="{5112AC23-F046-4DC5-9B92-07CA6CC7C580}"/>
          </ac:spMkLst>
        </pc:spChg>
        <pc:spChg chg="add">
          <ac:chgData name="Alberto Ruiz" userId="47fa91d207cfb014" providerId="LiveId" clId="{85FEFC20-368C-4804-AF35-776ECB9C6605}" dt="2025-09-27T16:11:03.248" v="2009" actId="26606"/>
          <ac:spMkLst>
            <pc:docMk/>
            <pc:sldMk cId="0" sldId="258"/>
            <ac:spMk id="10" creationId="{175AAFE7-143D-45AC-B616-09521E0F5597}"/>
          </ac:spMkLst>
        </pc:spChg>
        <pc:spChg chg="add">
          <ac:chgData name="Alberto Ruiz" userId="47fa91d207cfb014" providerId="LiveId" clId="{85FEFC20-368C-4804-AF35-776ECB9C6605}" dt="2025-09-27T16:11:03.248" v="2009" actId="26606"/>
          <ac:spMkLst>
            <pc:docMk/>
            <pc:sldMk cId="0" sldId="258"/>
            <ac:spMk id="12" creationId="{0BA5DB72-E109-4D37-B6DD-C328D539705B}"/>
          </ac:spMkLst>
        </pc:spChg>
        <pc:spChg chg="add">
          <ac:chgData name="Alberto Ruiz" userId="47fa91d207cfb014" providerId="LiveId" clId="{85FEFC20-368C-4804-AF35-776ECB9C6605}" dt="2025-09-27T16:11:03.248" v="2009" actId="26606"/>
          <ac:spMkLst>
            <pc:docMk/>
            <pc:sldMk cId="0" sldId="258"/>
            <ac:spMk id="22" creationId="{EB2D1A1F-B200-4444-AE01-EFC97AF7B51F}"/>
          </ac:spMkLst>
        </pc:spChg>
        <pc:spChg chg="add">
          <ac:chgData name="Alberto Ruiz" userId="47fa91d207cfb014" providerId="LiveId" clId="{85FEFC20-368C-4804-AF35-776ECB9C6605}" dt="2025-09-27T16:11:03.248" v="2009" actId="26606"/>
          <ac:spMkLst>
            <pc:docMk/>
            <pc:sldMk cId="0" sldId="258"/>
            <ac:spMk id="36" creationId="{C8D9C5DD-B8B3-46A0-8FBC-EE462F96C4E5}"/>
          </ac:spMkLst>
        </pc:spChg>
        <pc:grpChg chg="add">
          <ac:chgData name="Alberto Ruiz" userId="47fa91d207cfb014" providerId="LiveId" clId="{85FEFC20-368C-4804-AF35-776ECB9C6605}" dt="2025-09-27T16:11:03.248" v="2009" actId="26606"/>
          <ac:grpSpMkLst>
            <pc:docMk/>
            <pc:sldMk cId="0" sldId="258"/>
            <ac:grpSpMk id="14" creationId="{7C34EE77-74D1-42B4-801B-40B35A68C127}"/>
          </ac:grpSpMkLst>
        </pc:grpChg>
        <pc:grpChg chg="add">
          <ac:chgData name="Alberto Ruiz" userId="47fa91d207cfb014" providerId="LiveId" clId="{85FEFC20-368C-4804-AF35-776ECB9C6605}" dt="2025-09-27T16:11:03.248" v="2009" actId="26606"/>
          <ac:grpSpMkLst>
            <pc:docMk/>
            <pc:sldMk cId="0" sldId="258"/>
            <ac:grpSpMk id="24" creationId="{70E4CB9D-2256-4786-8DDF-ADFBF3533745}"/>
          </ac:grpSpMkLst>
        </pc:grpChg>
        <pc:grpChg chg="add">
          <ac:chgData name="Alberto Ruiz" userId="47fa91d207cfb014" providerId="LiveId" clId="{85FEFC20-368C-4804-AF35-776ECB9C6605}" dt="2025-09-27T16:11:03.248" v="2009" actId="26606"/>
          <ac:grpSpMkLst>
            <pc:docMk/>
            <pc:sldMk cId="0" sldId="258"/>
            <ac:grpSpMk id="30" creationId="{568E6F37-AE05-46BF-A77F-5505926E92C6}"/>
          </ac:grpSpMkLst>
        </pc:grpChg>
      </pc:sldChg>
      <pc:sldChg chg="del">
        <pc:chgData name="Alberto Ruiz" userId="47fa91d207cfb014" providerId="LiveId" clId="{85FEFC20-368C-4804-AF35-776ECB9C6605}" dt="2025-09-22T17:25:32.146" v="498" actId="47"/>
        <pc:sldMkLst>
          <pc:docMk/>
          <pc:sldMk cId="3750738772" sldId="258"/>
        </pc:sldMkLst>
      </pc:sldChg>
      <pc:sldChg chg="addSp modSp add mod setBg">
        <pc:chgData name="Alberto Ruiz" userId="47fa91d207cfb014" providerId="LiveId" clId="{85FEFC20-368C-4804-AF35-776ECB9C6605}" dt="2025-09-27T16:11:07.223" v="2010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5-09-27T16:11:07.223" v="2010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11:07.223" v="2010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11:07.223" v="2010" actId="26606"/>
          <ac:spMkLst>
            <pc:docMk/>
            <pc:sldMk cId="0" sldId="259"/>
            <ac:spMk id="8" creationId="{E38F5530-DA31-4B62-8DF9-56A1A3B6B614}"/>
          </ac:spMkLst>
        </pc:spChg>
        <pc:spChg chg="add">
          <ac:chgData name="Alberto Ruiz" userId="47fa91d207cfb014" providerId="LiveId" clId="{85FEFC20-368C-4804-AF35-776ECB9C6605}" dt="2025-09-27T16:11:07.223" v="2010" actId="26606"/>
          <ac:spMkLst>
            <pc:docMk/>
            <pc:sldMk cId="0" sldId="259"/>
            <ac:spMk id="10" creationId="{4AEFAF95-013F-4375-AAF4-033AC93F5550}"/>
          </ac:spMkLst>
        </pc:spChg>
        <pc:spChg chg="add">
          <ac:chgData name="Alberto Ruiz" userId="47fa91d207cfb014" providerId="LiveId" clId="{85FEFC20-368C-4804-AF35-776ECB9C6605}" dt="2025-09-27T16:11:07.223" v="2010" actId="26606"/>
          <ac:spMkLst>
            <pc:docMk/>
            <pc:sldMk cId="0" sldId="259"/>
            <ac:spMk id="20" creationId="{FBB336D1-2562-4680-B29B-E22C603C0ED9}"/>
          </ac:spMkLst>
        </pc:spChg>
        <pc:spChg chg="add">
          <ac:chgData name="Alberto Ruiz" userId="47fa91d207cfb014" providerId="LiveId" clId="{85FEFC20-368C-4804-AF35-776ECB9C6605}" dt="2025-09-27T16:11:07.223" v="2010" actId="26606"/>
          <ac:spMkLst>
            <pc:docMk/>
            <pc:sldMk cId="0" sldId="259"/>
            <ac:spMk id="28" creationId="{B4806F9C-3233-4FC3-B300-D5AA58A5CD8F}"/>
          </ac:spMkLst>
        </pc:spChg>
        <pc:grpChg chg="add">
          <ac:chgData name="Alberto Ruiz" userId="47fa91d207cfb014" providerId="LiveId" clId="{85FEFC20-368C-4804-AF35-776ECB9C6605}" dt="2025-09-27T16:11:07.223" v="2010" actId="26606"/>
          <ac:grpSpMkLst>
            <pc:docMk/>
            <pc:sldMk cId="0" sldId="259"/>
            <ac:grpSpMk id="12" creationId="{68735E28-7236-42D8-A5E1-A0F302FE879A}"/>
          </ac:grpSpMkLst>
        </pc:grpChg>
        <pc:grpChg chg="add">
          <ac:chgData name="Alberto Ruiz" userId="47fa91d207cfb014" providerId="LiveId" clId="{85FEFC20-368C-4804-AF35-776ECB9C6605}" dt="2025-09-27T16:11:07.223" v="2010" actId="26606"/>
          <ac:grpSpMkLst>
            <pc:docMk/>
            <pc:sldMk cId="0" sldId="259"/>
            <ac:grpSpMk id="22" creationId="{9EED3885-4010-4FBE-A045-DC59CAE78290}"/>
          </ac:grpSpMkLst>
        </pc:grpChg>
        <pc:grpChg chg="add">
          <ac:chgData name="Alberto Ruiz" userId="47fa91d207cfb014" providerId="LiveId" clId="{85FEFC20-368C-4804-AF35-776ECB9C6605}" dt="2025-09-27T16:11:07.223" v="2010" actId="26606"/>
          <ac:grpSpMkLst>
            <pc:docMk/>
            <pc:sldMk cId="0" sldId="259"/>
            <ac:grpSpMk id="30" creationId="{70E3F9FC-BB7B-433D-8A4F-1BCFA582E019}"/>
          </ac:grpSpMkLst>
        </pc:grpChg>
      </pc:sldChg>
      <pc:sldChg chg="del">
        <pc:chgData name="Alberto Ruiz" userId="47fa91d207cfb014" providerId="LiveId" clId="{85FEFC20-368C-4804-AF35-776ECB9C6605}" dt="2025-09-22T17:25:33.020" v="499" actId="47"/>
        <pc:sldMkLst>
          <pc:docMk/>
          <pc:sldMk cId="1268972705" sldId="259"/>
        </pc:sldMkLst>
      </pc:sldChg>
      <pc:sldChg chg="addSp delSp modSp add mod setBg addAnim">
        <pc:chgData name="Alberto Ruiz" userId="47fa91d207cfb014" providerId="LiveId" clId="{85FEFC20-368C-4804-AF35-776ECB9C6605}" dt="2025-09-27T16:11:23.102" v="201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5-09-27T16:11:23.086" v="2015" actId="2660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Alberto Ruiz" userId="47fa91d207cfb014" providerId="LiveId" clId="{85FEFC20-368C-4804-AF35-776ECB9C6605}" dt="2025-09-27T16:11:20.950" v="2014" actId="478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Alberto Ruiz" userId="47fa91d207cfb014" providerId="LiveId" clId="{85FEFC20-368C-4804-AF35-776ECB9C6605}" dt="2025-09-27T16:11:23.086" v="2015" actId="26606"/>
          <ac:spMkLst>
            <pc:docMk/>
            <pc:sldMk cId="0" sldId="260"/>
            <ac:spMk id="9" creationId="{56688E73-49B9-4052-A836-D248C825D70D}"/>
          </ac:spMkLst>
        </pc:spChg>
        <pc:spChg chg="add del">
          <ac:chgData name="Alberto Ruiz" userId="47fa91d207cfb014" providerId="LiveId" clId="{85FEFC20-368C-4804-AF35-776ECB9C6605}" dt="2025-09-27T16:11:23.086" v="2015" actId="26606"/>
          <ac:spMkLst>
            <pc:docMk/>
            <pc:sldMk cId="0" sldId="260"/>
            <ac:spMk id="11" creationId="{5B6AEE0C-07FE-4154-BC7C-2F20530BC556}"/>
          </ac:spMkLst>
        </pc:spChg>
        <pc:spChg chg="add">
          <ac:chgData name="Alberto Ruiz" userId="47fa91d207cfb014" providerId="LiveId" clId="{85FEFC20-368C-4804-AF35-776ECB9C6605}" dt="2025-09-27T16:11:23.086" v="2015" actId="26606"/>
          <ac:spMkLst>
            <pc:docMk/>
            <pc:sldMk cId="0" sldId="260"/>
            <ac:spMk id="16" creationId="{6F828D28-8E09-41CC-8229-3070B5467A96}"/>
          </ac:spMkLst>
        </pc:spChg>
        <pc:spChg chg="add">
          <ac:chgData name="Alberto Ruiz" userId="47fa91d207cfb014" providerId="LiveId" clId="{85FEFC20-368C-4804-AF35-776ECB9C6605}" dt="2025-09-27T16:11:23.086" v="2015" actId="26606"/>
          <ac:spMkLst>
            <pc:docMk/>
            <pc:sldMk cId="0" sldId="260"/>
            <ac:spMk id="18" creationId="{D5B012D8-7F27-4758-9AC6-C889B154BD73}"/>
          </ac:spMkLst>
        </pc:spChg>
        <pc:spChg chg="add">
          <ac:chgData name="Alberto Ruiz" userId="47fa91d207cfb014" providerId="LiveId" clId="{85FEFC20-368C-4804-AF35-776ECB9C6605}" dt="2025-09-27T16:11:23.086" v="2015" actId="26606"/>
          <ac:spMkLst>
            <pc:docMk/>
            <pc:sldMk cId="0" sldId="260"/>
            <ac:spMk id="20" creationId="{4063B759-00FC-46D1-9898-8E8625268FAF}"/>
          </ac:spMkLst>
        </pc:spChg>
        <pc:picChg chg="add del mod ord">
          <ac:chgData name="Alberto Ruiz" userId="47fa91d207cfb014" providerId="LiveId" clId="{85FEFC20-368C-4804-AF35-776ECB9C6605}" dt="2025-09-27T16:11:23.086" v="2015" actId="26606"/>
          <ac:picMkLst>
            <pc:docMk/>
            <pc:sldMk cId="0" sldId="260"/>
            <ac:picMk id="4" creationId="{00000000-0000-0000-0000-000000000000}"/>
          </ac:picMkLst>
        </pc:picChg>
      </pc:sldChg>
      <pc:sldChg chg="del">
        <pc:chgData name="Alberto Ruiz" userId="47fa91d207cfb014" providerId="LiveId" clId="{85FEFC20-368C-4804-AF35-776ECB9C6605}" dt="2025-09-22T17:25:33.852" v="500" actId="47"/>
        <pc:sldMkLst>
          <pc:docMk/>
          <pc:sldMk cId="1452762947" sldId="260"/>
        </pc:sldMkLst>
      </pc:sldChg>
      <pc:sldChg chg="addSp modSp add mod setBg">
        <pc:chgData name="Alberto Ruiz" userId="47fa91d207cfb014" providerId="LiveId" clId="{85FEFC20-368C-4804-AF35-776ECB9C6605}" dt="2025-09-27T16:22:30.929" v="2038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5-09-27T16:22:30.929" v="203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22:30.929" v="2038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2:30.929" v="2038" actId="26606"/>
          <ac:spMkLst>
            <pc:docMk/>
            <pc:sldMk cId="0" sldId="261"/>
            <ac:spMk id="8" creationId="{081EA652-8C6A-4E69-BEB9-170809474553}"/>
          </ac:spMkLst>
        </pc:spChg>
        <pc:spChg chg="add">
          <ac:chgData name="Alberto Ruiz" userId="47fa91d207cfb014" providerId="LiveId" clId="{85FEFC20-368C-4804-AF35-776ECB9C6605}" dt="2025-09-27T16:22:30.929" v="2038" actId="26606"/>
          <ac:spMkLst>
            <pc:docMk/>
            <pc:sldMk cId="0" sldId="261"/>
            <ac:spMk id="10" creationId="{5298780A-33B9-4EA2-8F67-DE68AD62841B}"/>
          </ac:spMkLst>
        </pc:spChg>
        <pc:spChg chg="add">
          <ac:chgData name="Alberto Ruiz" userId="47fa91d207cfb014" providerId="LiveId" clId="{85FEFC20-368C-4804-AF35-776ECB9C6605}" dt="2025-09-27T16:22:30.929" v="2038" actId="26606"/>
          <ac:spMkLst>
            <pc:docMk/>
            <pc:sldMk cId="0" sldId="261"/>
            <ac:spMk id="12" creationId="{7F488E8B-4E1E-4402-8935-D4E6C02615C7}"/>
          </ac:spMkLst>
        </pc:spChg>
        <pc:cxnChg chg="add">
          <ac:chgData name="Alberto Ruiz" userId="47fa91d207cfb014" providerId="LiveId" clId="{85FEFC20-368C-4804-AF35-776ECB9C6605}" dt="2025-09-27T16:22:30.929" v="2038" actId="26606"/>
          <ac:cxnSpMkLst>
            <pc:docMk/>
            <pc:sldMk cId="0" sldId="261"/>
            <ac:cxnSpMk id="14" creationId="{23AAC9B5-8015-485C-ACF9-A750390E9A56}"/>
          </ac:cxnSpMkLst>
        </pc:cxnChg>
      </pc:sldChg>
      <pc:sldChg chg="del">
        <pc:chgData name="Alberto Ruiz" userId="47fa91d207cfb014" providerId="LiveId" clId="{85FEFC20-368C-4804-AF35-776ECB9C6605}" dt="2025-09-22T17:25:34.576" v="501" actId="47"/>
        <pc:sldMkLst>
          <pc:docMk/>
          <pc:sldMk cId="1560757229" sldId="261"/>
        </pc:sldMkLst>
      </pc:sldChg>
      <pc:sldChg chg="addSp modSp add mod setBg">
        <pc:chgData name="Alberto Ruiz" userId="47fa91d207cfb014" providerId="LiveId" clId="{85FEFC20-368C-4804-AF35-776ECB9C6605}" dt="2025-09-27T16:22:34.601" v="2039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5-09-27T16:22:34.601" v="2039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22:34.601" v="2039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2:34.601" v="2039" actId="26606"/>
          <ac:spMkLst>
            <pc:docMk/>
            <pc:sldMk cId="0" sldId="262"/>
            <ac:spMk id="8" creationId="{081EA652-8C6A-4E69-BEB9-170809474553}"/>
          </ac:spMkLst>
        </pc:spChg>
        <pc:spChg chg="add">
          <ac:chgData name="Alberto Ruiz" userId="47fa91d207cfb014" providerId="LiveId" clId="{85FEFC20-368C-4804-AF35-776ECB9C6605}" dt="2025-09-27T16:22:34.601" v="2039" actId="26606"/>
          <ac:spMkLst>
            <pc:docMk/>
            <pc:sldMk cId="0" sldId="262"/>
            <ac:spMk id="10" creationId="{5298780A-33B9-4EA2-8F67-DE68AD62841B}"/>
          </ac:spMkLst>
        </pc:spChg>
        <pc:spChg chg="add">
          <ac:chgData name="Alberto Ruiz" userId="47fa91d207cfb014" providerId="LiveId" clId="{85FEFC20-368C-4804-AF35-776ECB9C6605}" dt="2025-09-27T16:22:34.601" v="2039" actId="26606"/>
          <ac:spMkLst>
            <pc:docMk/>
            <pc:sldMk cId="0" sldId="262"/>
            <ac:spMk id="12" creationId="{7F488E8B-4E1E-4402-8935-D4E6C02615C7}"/>
          </ac:spMkLst>
        </pc:spChg>
      </pc:sldChg>
      <pc:sldChg chg="del">
        <pc:chgData name="Alberto Ruiz" userId="47fa91d207cfb014" providerId="LiveId" clId="{85FEFC20-368C-4804-AF35-776ECB9C6605}" dt="2025-09-22T17:25:35.319" v="502" actId="47"/>
        <pc:sldMkLst>
          <pc:docMk/>
          <pc:sldMk cId="3475719411" sldId="262"/>
        </pc:sldMkLst>
      </pc:sldChg>
      <pc:sldChg chg="addSp delSp modSp add mod setBg">
        <pc:chgData name="Alberto Ruiz" userId="47fa91d207cfb014" providerId="LiveId" clId="{85FEFC20-368C-4804-AF35-776ECB9C6605}" dt="2025-09-27T16:21:57.452" v="2029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5-09-27T16:21:57.452" v="2029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21:57.452" v="2029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1:57.452" v="2029" actId="26606"/>
          <ac:spMkLst>
            <pc:docMk/>
            <pc:sldMk cId="0" sldId="263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5-09-27T16:21:57.452" v="2029" actId="26606"/>
          <ac:graphicFrameMkLst>
            <pc:docMk/>
            <pc:sldMk cId="0" sldId="263"/>
            <ac:graphicFrameMk id="5" creationId="{CD16AD04-4509-AA7B-F267-B80853A52B2F}"/>
          </ac:graphicFrameMkLst>
        </pc:graphicFrameChg>
        <pc:picChg chg="add">
          <ac:chgData name="Alberto Ruiz" userId="47fa91d207cfb014" providerId="LiveId" clId="{85FEFC20-368C-4804-AF35-776ECB9C6605}" dt="2025-09-27T16:21:57.452" v="2029" actId="26606"/>
          <ac:picMkLst>
            <pc:docMk/>
            <pc:sldMk cId="0" sldId="263"/>
            <ac:picMk id="6" creationId="{3AD5DA87-28C6-A898-74CE-61289C2C48B8}"/>
          </ac:picMkLst>
        </pc:picChg>
      </pc:sldChg>
      <pc:sldChg chg="del">
        <pc:chgData name="Alberto Ruiz" userId="47fa91d207cfb014" providerId="LiveId" clId="{85FEFC20-368C-4804-AF35-776ECB9C6605}" dt="2025-09-22T17:25:36.072" v="503" actId="47"/>
        <pc:sldMkLst>
          <pc:docMk/>
          <pc:sldMk cId="1113577399" sldId="263"/>
        </pc:sldMkLst>
      </pc:sldChg>
      <pc:sldChg chg="addSp delSp modSp add mod setBg">
        <pc:chgData name="Alberto Ruiz" userId="47fa91d207cfb014" providerId="LiveId" clId="{85FEFC20-368C-4804-AF35-776ECB9C6605}" dt="2025-09-27T16:22:01.016" v="2030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5-09-27T16:22:01.016" v="2030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22:01.016" v="2030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2:01.016" v="2030" actId="26606"/>
          <ac:spMkLst>
            <pc:docMk/>
            <pc:sldMk cId="0" sldId="264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5-09-27T16:22:01.016" v="2030" actId="26606"/>
          <ac:graphicFrameMkLst>
            <pc:docMk/>
            <pc:sldMk cId="0" sldId="264"/>
            <ac:graphicFrameMk id="5" creationId="{C7E0C8DB-CA83-1DE5-CBD1-E3FFC4AE3E7B}"/>
          </ac:graphicFrameMkLst>
        </pc:graphicFrameChg>
        <pc:picChg chg="add">
          <ac:chgData name="Alberto Ruiz" userId="47fa91d207cfb014" providerId="LiveId" clId="{85FEFC20-368C-4804-AF35-776ECB9C6605}" dt="2025-09-27T16:22:01.016" v="2030" actId="26606"/>
          <ac:picMkLst>
            <pc:docMk/>
            <pc:sldMk cId="0" sldId="264"/>
            <ac:picMk id="6" creationId="{8595774D-CB65-CC25-7422-85AE4DC3EBA8}"/>
          </ac:picMkLst>
        </pc:picChg>
      </pc:sldChg>
      <pc:sldChg chg="del">
        <pc:chgData name="Alberto Ruiz" userId="47fa91d207cfb014" providerId="LiveId" clId="{85FEFC20-368C-4804-AF35-776ECB9C6605}" dt="2025-09-22T17:25:36.778" v="504" actId="47"/>
        <pc:sldMkLst>
          <pc:docMk/>
          <pc:sldMk cId="296029450" sldId="264"/>
        </pc:sldMkLst>
      </pc:sldChg>
      <pc:sldChg chg="addSp delSp modSp add mod setBg">
        <pc:chgData name="Alberto Ruiz" userId="47fa91d207cfb014" providerId="LiveId" clId="{85FEFC20-368C-4804-AF35-776ECB9C6605}" dt="2025-09-27T16:22:04.771" v="2031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5-09-27T16:22:04.771" v="2031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22:04.771" v="2031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2:04.771" v="2031" actId="26606"/>
          <ac:spMkLst>
            <pc:docMk/>
            <pc:sldMk cId="0" sldId="265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5-09-27T16:22:04.771" v="2031" actId="26606"/>
          <ac:graphicFrameMkLst>
            <pc:docMk/>
            <pc:sldMk cId="0" sldId="265"/>
            <ac:graphicFrameMk id="5" creationId="{B8EF7112-749F-330B-A395-DB414214616C}"/>
          </ac:graphicFrameMkLst>
        </pc:graphicFrameChg>
        <pc:picChg chg="add">
          <ac:chgData name="Alberto Ruiz" userId="47fa91d207cfb014" providerId="LiveId" clId="{85FEFC20-368C-4804-AF35-776ECB9C6605}" dt="2025-09-27T16:22:04.771" v="2031" actId="26606"/>
          <ac:picMkLst>
            <pc:docMk/>
            <pc:sldMk cId="0" sldId="265"/>
            <ac:picMk id="6" creationId="{8106E707-DBCC-9611-6EE4-24B9267A6CBD}"/>
          </ac:picMkLst>
        </pc:picChg>
      </pc:sldChg>
      <pc:sldChg chg="del">
        <pc:chgData name="Alberto Ruiz" userId="47fa91d207cfb014" providerId="LiveId" clId="{85FEFC20-368C-4804-AF35-776ECB9C6605}" dt="2025-09-22T17:25:37.569" v="505" actId="47"/>
        <pc:sldMkLst>
          <pc:docMk/>
          <pc:sldMk cId="4135714646" sldId="265"/>
        </pc:sldMkLst>
      </pc:sldChg>
      <pc:sldChg chg="add">
        <pc:chgData name="Alberto Ruiz" userId="47fa91d207cfb014" providerId="LiveId" clId="{85FEFC20-368C-4804-AF35-776ECB9C6605}" dt="2025-09-27T16:18:13.409" v="2018"/>
        <pc:sldMkLst>
          <pc:docMk/>
          <pc:sldMk cId="0" sldId="266"/>
        </pc:sldMkLst>
      </pc:sldChg>
      <pc:sldChg chg="del">
        <pc:chgData name="Alberto Ruiz" userId="47fa91d207cfb014" providerId="LiveId" clId="{85FEFC20-368C-4804-AF35-776ECB9C6605}" dt="2025-09-22T17:25:38.273" v="506" actId="47"/>
        <pc:sldMkLst>
          <pc:docMk/>
          <pc:sldMk cId="514384809" sldId="266"/>
        </pc:sldMkLst>
      </pc:sldChg>
      <pc:sldChg chg="del">
        <pc:chgData name="Alberto Ruiz" userId="47fa91d207cfb014" providerId="LiveId" clId="{85FEFC20-368C-4804-AF35-776ECB9C6605}" dt="2025-09-22T17:25:38.951" v="507" actId="47"/>
        <pc:sldMkLst>
          <pc:docMk/>
          <pc:sldMk cId="3573731633" sldId="267"/>
        </pc:sldMkLst>
      </pc:sldChg>
      <pc:sldChg chg="addSp delSp modSp new del mod setBg">
        <pc:chgData name="Alberto Ruiz" userId="47fa91d207cfb014" providerId="LiveId" clId="{85FEFC20-368C-4804-AF35-776ECB9C6605}" dt="2025-09-22T17:25:39.800" v="508" actId="47"/>
        <pc:sldMkLst>
          <pc:docMk/>
          <pc:sldMk cId="1095080712" sldId="268"/>
        </pc:sldMkLst>
      </pc:sldChg>
      <pc:sldChg chg="addSp delSp modSp new del mod setBg">
        <pc:chgData name="Alberto Ruiz" userId="47fa91d207cfb014" providerId="LiveId" clId="{85FEFC20-368C-4804-AF35-776ECB9C6605}" dt="2025-09-22T17:25:40.504" v="509" actId="47"/>
        <pc:sldMkLst>
          <pc:docMk/>
          <pc:sldMk cId="2535939640" sldId="269"/>
        </pc:sldMkLst>
      </pc:sldChg>
      <pc:sldChg chg="addSp delSp modSp new del mod setBg">
        <pc:chgData name="Alberto Ruiz" userId="47fa91d207cfb014" providerId="LiveId" clId="{85FEFC20-368C-4804-AF35-776ECB9C6605}" dt="2025-09-22T17:25:41.174" v="510" actId="47"/>
        <pc:sldMkLst>
          <pc:docMk/>
          <pc:sldMk cId="1521071263" sldId="270"/>
        </pc:sldMkLst>
      </pc:sldChg>
      <pc:sldChg chg="addSp delSp modSp new del mod setBg">
        <pc:chgData name="Alberto Ruiz" userId="47fa91d207cfb014" providerId="LiveId" clId="{85FEFC20-368C-4804-AF35-776ECB9C6605}" dt="2025-09-22T17:25:41.875" v="511" actId="47"/>
        <pc:sldMkLst>
          <pc:docMk/>
          <pc:sldMk cId="475117557" sldId="271"/>
        </pc:sldMkLst>
      </pc:sldChg>
      <pc:sldChg chg="addSp delSp modSp new del mod setBg">
        <pc:chgData name="Alberto Ruiz" userId="47fa91d207cfb014" providerId="LiveId" clId="{85FEFC20-368C-4804-AF35-776ECB9C6605}" dt="2025-09-22T17:25:42.531" v="512" actId="47"/>
        <pc:sldMkLst>
          <pc:docMk/>
          <pc:sldMk cId="4240907260" sldId="272"/>
        </pc:sldMkLst>
      </pc:sldChg>
      <pc:sldChg chg="addSp delSp modSp new del mod setBg">
        <pc:chgData name="Alberto Ruiz" userId="47fa91d207cfb014" providerId="LiveId" clId="{85FEFC20-368C-4804-AF35-776ECB9C6605}" dt="2025-09-22T17:25:43.219" v="513" actId="47"/>
        <pc:sldMkLst>
          <pc:docMk/>
          <pc:sldMk cId="568486478" sldId="273"/>
        </pc:sldMkLst>
      </pc:sldChg>
      <pc:sldChg chg="addSp delSp modSp new del mod setBg">
        <pc:chgData name="Alberto Ruiz" userId="47fa91d207cfb014" providerId="LiveId" clId="{85FEFC20-368C-4804-AF35-776ECB9C6605}" dt="2025-09-22T17:25:44.544" v="514" actId="47"/>
        <pc:sldMkLst>
          <pc:docMk/>
          <pc:sldMk cId="2369576593" sldId="274"/>
        </pc:sldMkLst>
      </pc:sldChg>
      <pc:sldChg chg="del">
        <pc:chgData name="Alberto Ruiz" userId="47fa91d207cfb014" providerId="LiveId" clId="{85FEFC20-368C-4804-AF35-776ECB9C6605}" dt="2025-09-22T17:25:45.268" v="515" actId="47"/>
        <pc:sldMkLst>
          <pc:docMk/>
          <pc:sldMk cId="96609615" sldId="275"/>
        </pc:sldMkLst>
      </pc:sldChg>
      <pc:sldChg chg="del">
        <pc:chgData name="Alberto Ruiz" userId="47fa91d207cfb014" providerId="LiveId" clId="{85FEFC20-368C-4804-AF35-776ECB9C6605}" dt="2025-09-22T17:26:03.870" v="519" actId="47"/>
        <pc:sldMkLst>
          <pc:docMk/>
          <pc:sldMk cId="3413831629" sldId="276"/>
        </pc:sldMkLst>
      </pc:sldChg>
      <pc:sldChg chg="del">
        <pc:chgData name="Alberto Ruiz" userId="47fa91d207cfb014" providerId="LiveId" clId="{85FEFC20-368C-4804-AF35-776ECB9C6605}" dt="2025-09-22T17:25:51.422" v="516" actId="47"/>
        <pc:sldMkLst>
          <pc:docMk/>
          <pc:sldMk cId="2663837046" sldId="277"/>
        </pc:sldMkLst>
      </pc:sldChg>
      <pc:sldChg chg="del">
        <pc:chgData name="Alberto Ruiz" userId="47fa91d207cfb014" providerId="LiveId" clId="{85FEFC20-368C-4804-AF35-776ECB9C6605}" dt="2025-09-22T17:25:59.985" v="517" actId="47"/>
        <pc:sldMkLst>
          <pc:docMk/>
          <pc:sldMk cId="3743052111" sldId="278"/>
        </pc:sldMkLst>
      </pc:sldChg>
      <pc:sldChg chg="del">
        <pc:chgData name="Alberto Ruiz" userId="47fa91d207cfb014" providerId="LiveId" clId="{85FEFC20-368C-4804-AF35-776ECB9C6605}" dt="2025-09-22T17:26:01.268" v="518" actId="47"/>
        <pc:sldMkLst>
          <pc:docMk/>
          <pc:sldMk cId="1205868725" sldId="279"/>
        </pc:sldMkLst>
      </pc:sldChg>
      <pc:sldChg chg="del">
        <pc:chgData name="Alberto Ruiz" userId="47fa91d207cfb014" providerId="LiveId" clId="{85FEFC20-368C-4804-AF35-776ECB9C6605}" dt="2025-09-22T17:26:05.435" v="520" actId="47"/>
        <pc:sldMkLst>
          <pc:docMk/>
          <pc:sldMk cId="435299905" sldId="280"/>
        </pc:sldMkLst>
      </pc:sldChg>
      <pc:sldChg chg="addSp delSp modSp mod setBg">
        <pc:chgData name="Alberto Ruiz" userId="47fa91d207cfb014" providerId="LiveId" clId="{85FEFC20-368C-4804-AF35-776ECB9C6605}" dt="2025-09-22T17:29:28.698" v="637" actId="26606"/>
        <pc:sldMkLst>
          <pc:docMk/>
          <pc:sldMk cId="2624861979" sldId="282"/>
        </pc:sldMkLst>
      </pc:sldChg>
      <pc:sldChg chg="addSp modSp mod">
        <pc:chgData name="Alberto Ruiz" userId="47fa91d207cfb014" providerId="LiveId" clId="{85FEFC20-368C-4804-AF35-776ECB9C6605}" dt="2025-09-27T16:09:27.785" v="1979"/>
        <pc:sldMkLst>
          <pc:docMk/>
          <pc:sldMk cId="152618039" sldId="283"/>
        </pc:sldMkLst>
        <pc:spChg chg="mod">
          <ac:chgData name="Alberto Ruiz" userId="47fa91d207cfb014" providerId="LiveId" clId="{85FEFC20-368C-4804-AF35-776ECB9C6605}" dt="2025-09-27T16:05:04.412" v="1758" actId="20577"/>
          <ac:spMkLst>
            <pc:docMk/>
            <pc:sldMk cId="152618039" sldId="283"/>
            <ac:spMk id="2" creationId="{28D313E2-6B46-66DA-4EF7-02FCD33E5417}"/>
          </ac:spMkLst>
        </pc:spChg>
        <pc:spChg chg="mod">
          <ac:chgData name="Alberto Ruiz" userId="47fa91d207cfb014" providerId="LiveId" clId="{85FEFC20-368C-4804-AF35-776ECB9C6605}" dt="2025-09-27T16:06:16.379" v="1978" actId="20577"/>
          <ac:spMkLst>
            <pc:docMk/>
            <pc:sldMk cId="152618039" sldId="283"/>
            <ac:spMk id="3" creationId="{755E79F4-1172-A62D-3F73-D6793E20776D}"/>
          </ac:spMkLst>
        </pc:spChg>
        <pc:picChg chg="add">
          <ac:chgData name="Alberto Ruiz" userId="47fa91d207cfb014" providerId="LiveId" clId="{85FEFC20-368C-4804-AF35-776ECB9C6605}" dt="2025-09-27T16:09:27.785" v="1979"/>
          <ac:picMkLst>
            <pc:docMk/>
            <pc:sldMk cId="152618039" sldId="283"/>
            <ac:picMk id="4" creationId="{A9E48FB7-BD44-1E12-22DA-5C2942A7B303}"/>
          </ac:picMkLst>
        </pc:picChg>
      </pc:sldChg>
      <pc:sldChg chg="addSp modSp mod setBg">
        <pc:chgData name="Alberto Ruiz" userId="47fa91d207cfb014" providerId="LiveId" clId="{85FEFC20-368C-4804-AF35-776ECB9C6605}" dt="2025-09-22T17:33:19.287" v="653" actId="26606"/>
        <pc:sldMkLst>
          <pc:docMk/>
          <pc:sldMk cId="1171360924" sldId="284"/>
        </pc:sldMkLst>
      </pc:sldChg>
      <pc:sldChg chg="delSp modSp add mod setBg delDesignElem">
        <pc:chgData name="Alberto Ruiz" userId="47fa91d207cfb014" providerId="LiveId" clId="{85FEFC20-368C-4804-AF35-776ECB9C6605}" dt="2025-09-27T16:10:31.434" v="2002" actId="6549"/>
        <pc:sldMkLst>
          <pc:docMk/>
          <pc:sldMk cId="1651771650" sldId="284"/>
        </pc:sldMkLst>
        <pc:spChg chg="mod">
          <ac:chgData name="Alberto Ruiz" userId="47fa91d207cfb014" providerId="LiveId" clId="{85FEFC20-368C-4804-AF35-776ECB9C6605}" dt="2025-09-27T16:10:10.655" v="1995"/>
          <ac:spMkLst>
            <pc:docMk/>
            <pc:sldMk cId="1651771650" sldId="284"/>
            <ac:spMk id="2" creationId="{0A2F41ED-3D2C-1900-E6F7-35C276C403BA}"/>
          </ac:spMkLst>
        </pc:spChg>
        <pc:spChg chg="mod">
          <ac:chgData name="Alberto Ruiz" userId="47fa91d207cfb014" providerId="LiveId" clId="{85FEFC20-368C-4804-AF35-776ECB9C6605}" dt="2025-09-27T16:10:31.434" v="2002" actId="6549"/>
          <ac:spMkLst>
            <pc:docMk/>
            <pc:sldMk cId="1651771650" sldId="284"/>
            <ac:spMk id="3" creationId="{26356028-9F47-0F7F-A038-B8EC0F54ECAF}"/>
          </ac:spMkLst>
        </pc:spChg>
        <pc:spChg chg="del">
          <ac:chgData name="Alberto Ruiz" userId="47fa91d207cfb014" providerId="LiveId" clId="{85FEFC20-368C-4804-AF35-776ECB9C6605}" dt="2025-09-27T16:09:36.309" v="1982"/>
          <ac:spMkLst>
            <pc:docMk/>
            <pc:sldMk cId="1651771650" sldId="284"/>
            <ac:spMk id="9" creationId="{DC5FFE8A-F455-0048-2EA1-C601BEA8DDC0}"/>
          </ac:spMkLst>
        </pc:spChg>
        <pc:spChg chg="del">
          <ac:chgData name="Alberto Ruiz" userId="47fa91d207cfb014" providerId="LiveId" clId="{85FEFC20-368C-4804-AF35-776ECB9C6605}" dt="2025-09-27T16:09:36.309" v="1982"/>
          <ac:spMkLst>
            <pc:docMk/>
            <pc:sldMk cId="1651771650" sldId="284"/>
            <ac:spMk id="11" creationId="{00A163EF-D6A4-66BE-A92C-0087ABE8F4F4}"/>
          </ac:spMkLst>
        </pc:spChg>
      </pc:sldChg>
      <pc:sldChg chg="del">
        <pc:chgData name="Alberto Ruiz" userId="47fa91d207cfb014" providerId="LiveId" clId="{85FEFC20-368C-4804-AF35-776ECB9C6605}" dt="2025-09-26T18:44:31.702" v="1537" actId="47"/>
        <pc:sldMkLst>
          <pc:docMk/>
          <pc:sldMk cId="2255155287" sldId="284"/>
        </pc:sldMkLst>
      </pc:sldChg>
      <pc:sldChg chg="delSp modSp add mod ord setBg delDesignElem">
        <pc:chgData name="Alberto Ruiz" userId="47fa91d207cfb014" providerId="LiveId" clId="{85FEFC20-368C-4804-AF35-776ECB9C6605}" dt="2025-09-27T16:10:53.274" v="2007"/>
        <pc:sldMkLst>
          <pc:docMk/>
          <pc:sldMk cId="540330666" sldId="285"/>
        </pc:sldMkLst>
        <pc:spChg chg="mod">
          <ac:chgData name="Alberto Ruiz" userId="47fa91d207cfb014" providerId="LiveId" clId="{85FEFC20-368C-4804-AF35-776ECB9C6605}" dt="2025-09-27T16:10:00.634" v="1993" actId="20577"/>
          <ac:spMkLst>
            <pc:docMk/>
            <pc:sldMk cId="540330666" sldId="285"/>
            <ac:spMk id="2" creationId="{B0C96931-C3C7-12D7-905C-1C040D0E530C}"/>
          </ac:spMkLst>
        </pc:spChg>
        <pc:spChg chg="mod">
          <ac:chgData name="Alberto Ruiz" userId="47fa91d207cfb014" providerId="LiveId" clId="{85FEFC20-368C-4804-AF35-776ECB9C6605}" dt="2025-09-27T16:10:35.928" v="2003" actId="6549"/>
          <ac:spMkLst>
            <pc:docMk/>
            <pc:sldMk cId="540330666" sldId="285"/>
            <ac:spMk id="3" creationId="{5F7681EA-4C1C-3ED5-C8A0-226410FA2E63}"/>
          </ac:spMkLst>
        </pc:spChg>
        <pc:spChg chg="del">
          <ac:chgData name="Alberto Ruiz" userId="47fa91d207cfb014" providerId="LiveId" clId="{85FEFC20-368C-4804-AF35-776ECB9C6605}" dt="2025-09-27T16:09:37.403" v="1984"/>
          <ac:spMkLst>
            <pc:docMk/>
            <pc:sldMk cId="540330666" sldId="285"/>
            <ac:spMk id="9" creationId="{46C7213B-2B0E-84B8-CBC6-92E96E05D5F3}"/>
          </ac:spMkLst>
        </pc:spChg>
        <pc:spChg chg="del">
          <ac:chgData name="Alberto Ruiz" userId="47fa91d207cfb014" providerId="LiveId" clId="{85FEFC20-368C-4804-AF35-776ECB9C6605}" dt="2025-09-27T16:09:37.403" v="1984"/>
          <ac:spMkLst>
            <pc:docMk/>
            <pc:sldMk cId="540330666" sldId="285"/>
            <ac:spMk id="11" creationId="{34318557-90AE-B5CD-C176-1110D97BD209}"/>
          </ac:spMkLst>
        </pc:spChg>
      </pc:sldChg>
      <pc:sldChg chg="del">
        <pc:chgData name="Alberto Ruiz" userId="47fa91d207cfb014" providerId="LiveId" clId="{85FEFC20-368C-4804-AF35-776ECB9C6605}" dt="2025-09-26T18:44:33.180" v="1540" actId="47"/>
        <pc:sldMkLst>
          <pc:docMk/>
          <pc:sldMk cId="1212792601" sldId="285"/>
        </pc:sldMkLst>
      </pc:sldChg>
      <pc:sldChg chg="addSp delSp modSp mod setBg">
        <pc:chgData name="Alberto Ruiz" userId="47fa91d207cfb014" providerId="LiveId" clId="{85FEFC20-368C-4804-AF35-776ECB9C6605}" dt="2025-09-22T17:33:22.102" v="654" actId="26606"/>
        <pc:sldMkLst>
          <pc:docMk/>
          <pc:sldMk cId="2191137854" sldId="285"/>
        </pc:sldMkLst>
      </pc:sldChg>
      <pc:sldChg chg="addSp modSp del mod setBg">
        <pc:chgData name="Alberto Ruiz" userId="47fa91d207cfb014" providerId="LiveId" clId="{85FEFC20-368C-4804-AF35-776ECB9C6605}" dt="2025-09-26T18:44:33.414" v="1541" actId="47"/>
        <pc:sldMkLst>
          <pc:docMk/>
          <pc:sldMk cId="1281879479" sldId="286"/>
        </pc:sldMkLst>
        <pc:spChg chg="mo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2" creationId="{0C68D120-7CD1-A849-46D5-525886114C47}"/>
          </ac:spMkLst>
        </pc:spChg>
        <pc:spChg chg="mo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3" creationId="{6E42DCA4-120A-713C-0CCF-FCE7CF6DCAB8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8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10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12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22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36" creationId="{C8D9C5DD-B8B3-46A0-8FBC-EE462F96C4E5}"/>
          </ac:spMkLst>
        </pc:s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14" creationId="{7C34EE77-74D1-42B4-801B-40B35A68C127}"/>
          </ac:grpSpMkLst>
        </pc:gr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24" creationId="{70E4CB9D-2256-4786-8DDF-ADFBF3533745}"/>
          </ac:grpSpMkLst>
        </pc:gr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30" creationId="{568E6F37-AE05-46BF-A77F-5505926E92C6}"/>
          </ac:grpSpMkLst>
        </pc:grpChg>
      </pc:sldChg>
      <pc:sldChg chg="delSp modSp add mod ord setBg delDesignElem">
        <pc:chgData name="Alberto Ruiz" userId="47fa91d207cfb014" providerId="LiveId" clId="{85FEFC20-368C-4804-AF35-776ECB9C6605}" dt="2025-09-27T16:10:53.274" v="2007"/>
        <pc:sldMkLst>
          <pc:docMk/>
          <pc:sldMk cId="1549156695" sldId="286"/>
        </pc:sldMkLst>
        <pc:spChg chg="mod">
          <ac:chgData name="Alberto Ruiz" userId="47fa91d207cfb014" providerId="LiveId" clId="{85FEFC20-368C-4804-AF35-776ECB9C6605}" dt="2025-09-27T16:10:18.739" v="1998" actId="27636"/>
          <ac:spMkLst>
            <pc:docMk/>
            <pc:sldMk cId="1549156695" sldId="286"/>
            <ac:spMk id="2" creationId="{5A72C319-7952-A487-0DC5-3AF4D190C635}"/>
          </ac:spMkLst>
        </pc:spChg>
        <pc:spChg chg="mod">
          <ac:chgData name="Alberto Ruiz" userId="47fa91d207cfb014" providerId="LiveId" clId="{85FEFC20-368C-4804-AF35-776ECB9C6605}" dt="2025-09-27T16:10:40.162" v="2004" actId="6549"/>
          <ac:spMkLst>
            <pc:docMk/>
            <pc:sldMk cId="1549156695" sldId="286"/>
            <ac:spMk id="3" creationId="{16D2DC7C-5B70-EBF7-DECD-035A856EA50F}"/>
          </ac:spMkLst>
        </pc:spChg>
        <pc:spChg chg="del">
          <ac:chgData name="Alberto Ruiz" userId="47fa91d207cfb014" providerId="LiveId" clId="{85FEFC20-368C-4804-AF35-776ECB9C6605}" dt="2025-09-27T16:09:38.644" v="1986"/>
          <ac:spMkLst>
            <pc:docMk/>
            <pc:sldMk cId="1549156695" sldId="286"/>
            <ac:spMk id="9" creationId="{B6CFE40F-04D2-1476-36C6-92C8EC564312}"/>
          </ac:spMkLst>
        </pc:spChg>
        <pc:spChg chg="del">
          <ac:chgData name="Alberto Ruiz" userId="47fa91d207cfb014" providerId="LiveId" clId="{85FEFC20-368C-4804-AF35-776ECB9C6605}" dt="2025-09-27T16:09:38.644" v="1986"/>
          <ac:spMkLst>
            <pc:docMk/>
            <pc:sldMk cId="1549156695" sldId="286"/>
            <ac:spMk id="11" creationId="{D2F4871A-FF76-5D5C-F2EA-28D4D4674D41}"/>
          </ac:spMkLst>
        </pc:spChg>
      </pc:sldChg>
      <pc:sldChg chg="addSp delSp modSp mod setBg">
        <pc:chgData name="Alberto Ruiz" userId="47fa91d207cfb014" providerId="LiveId" clId="{85FEFC20-368C-4804-AF35-776ECB9C6605}" dt="2025-09-22T17:34:23.969" v="823" actId="26606"/>
        <pc:sldMkLst>
          <pc:docMk/>
          <pc:sldMk cId="3517709361" sldId="286"/>
        </pc:sldMkLst>
      </pc:sldChg>
      <pc:sldChg chg="addSp modSp mod setBg">
        <pc:chgData name="Alberto Ruiz" userId="47fa91d207cfb014" providerId="LiveId" clId="{85FEFC20-368C-4804-AF35-776ECB9C6605}" dt="2025-09-24T16:21:18.621" v="1124" actId="26606"/>
        <pc:sldMkLst>
          <pc:docMk/>
          <pc:sldMk cId="1284387177" sldId="287"/>
        </pc:sldMkLst>
      </pc:sldChg>
      <pc:sldChg chg="delSp modSp add mod ord setBg delDesignElem">
        <pc:chgData name="Alberto Ruiz" userId="47fa91d207cfb014" providerId="LiveId" clId="{85FEFC20-368C-4804-AF35-776ECB9C6605}" dt="2025-09-27T16:10:53.274" v="2007"/>
        <pc:sldMkLst>
          <pc:docMk/>
          <pc:sldMk cId="1543821335" sldId="287"/>
        </pc:sldMkLst>
        <pc:spChg chg="mod">
          <ac:chgData name="Alberto Ruiz" userId="47fa91d207cfb014" providerId="LiveId" clId="{85FEFC20-368C-4804-AF35-776ECB9C6605}" dt="2025-09-27T16:10:24.426" v="2001" actId="27636"/>
          <ac:spMkLst>
            <pc:docMk/>
            <pc:sldMk cId="1543821335" sldId="287"/>
            <ac:spMk id="2" creationId="{E9657902-6269-579A-F2EB-364089470708}"/>
          </ac:spMkLst>
        </pc:spChg>
        <pc:spChg chg="mod">
          <ac:chgData name="Alberto Ruiz" userId="47fa91d207cfb014" providerId="LiveId" clId="{85FEFC20-368C-4804-AF35-776ECB9C6605}" dt="2025-09-27T16:10:43.656" v="2005" actId="6549"/>
          <ac:spMkLst>
            <pc:docMk/>
            <pc:sldMk cId="1543821335" sldId="287"/>
            <ac:spMk id="3" creationId="{6F7DB68C-2A67-3C7D-C7B6-9BD7257261C0}"/>
          </ac:spMkLst>
        </pc:spChg>
        <pc:spChg chg="del">
          <ac:chgData name="Alberto Ruiz" userId="47fa91d207cfb014" providerId="LiveId" clId="{85FEFC20-368C-4804-AF35-776ECB9C6605}" dt="2025-09-27T16:09:39.372" v="1988"/>
          <ac:spMkLst>
            <pc:docMk/>
            <pc:sldMk cId="1543821335" sldId="287"/>
            <ac:spMk id="9" creationId="{DDB904BD-F691-FC4F-9DE3-BA3FB9CA7043}"/>
          </ac:spMkLst>
        </pc:spChg>
        <pc:spChg chg="del">
          <ac:chgData name="Alberto Ruiz" userId="47fa91d207cfb014" providerId="LiveId" clId="{85FEFC20-368C-4804-AF35-776ECB9C6605}" dt="2025-09-27T16:09:39.372" v="1988"/>
          <ac:spMkLst>
            <pc:docMk/>
            <pc:sldMk cId="1543821335" sldId="287"/>
            <ac:spMk id="11" creationId="{44F797DE-B8EF-E820-8AC4-46E135D993EA}"/>
          </ac:spMkLst>
        </pc:spChg>
      </pc:sldChg>
      <pc:sldChg chg="addSp delSp modSp mod setBg">
        <pc:chgData name="Alberto Ruiz" userId="47fa91d207cfb014" providerId="LiveId" clId="{85FEFC20-368C-4804-AF35-776ECB9C6605}" dt="2025-09-22T17:43:37.990" v="919" actId="403"/>
        <pc:sldMkLst>
          <pc:docMk/>
          <pc:sldMk cId="1879621574" sldId="287"/>
        </pc:sldMkLst>
      </pc:sldChg>
      <pc:sldChg chg="addSp modSp del mod setBg">
        <pc:chgData name="Alberto Ruiz" userId="47fa91d207cfb014" providerId="LiveId" clId="{85FEFC20-368C-4804-AF35-776ECB9C6605}" dt="2025-09-26T18:44:33.589" v="1542" actId="47"/>
        <pc:sldMkLst>
          <pc:docMk/>
          <pc:sldMk cId="3977133028" sldId="287"/>
        </pc:sldMkLst>
        <pc:spChg chg="mo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" creationId="{6A198C3D-FA54-AC04-0031-C2EBAD056AF6}"/>
          </ac:spMkLst>
        </pc:spChg>
        <pc:spChg chg="mod">
          <ac:chgData name="Alberto Ruiz" userId="47fa91d207cfb014" providerId="LiveId" clId="{85FEFC20-368C-4804-AF35-776ECB9C6605}" dt="2025-09-26T18:02:25.161" v="1492" actId="403"/>
          <ac:spMkLst>
            <pc:docMk/>
            <pc:sldMk cId="3977133028" sldId="287"/>
            <ac:spMk id="3" creationId="{1090504C-9C4A-DC26-3A0F-2D03AB1058F8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8" creationId="{E38F5530-DA31-4B62-8DF9-56A1A3B6B614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10" creationId="{4AEFAF95-013F-4375-AAF4-033AC93F5550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0" creationId="{FBB336D1-2562-4680-B29B-E22C603C0ED9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8" creationId="{B4806F9C-3233-4FC3-B300-D5AA58A5CD8F}"/>
          </ac:spMkLst>
        </pc:s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12" creationId="{68735E28-7236-42D8-A5E1-A0F302FE879A}"/>
          </ac:grpSpMkLst>
        </pc:gr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22" creationId="{9EED3885-4010-4FBE-A045-DC59CAE78290}"/>
          </ac:grpSpMkLst>
        </pc:gr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30" creationId="{70E3F9FC-BB7B-433D-8A4F-1BCFA582E019}"/>
          </ac:grpSpMkLst>
        </pc:grpChg>
      </pc:sldChg>
      <pc:sldChg chg="addSp modSp add mod setBg">
        <pc:chgData name="Alberto Ruiz" userId="47fa91d207cfb014" providerId="LiveId" clId="{85FEFC20-368C-4804-AF35-776ECB9C6605}" dt="2025-09-27T16:22:13.437" v="2032" actId="26606"/>
        <pc:sldMkLst>
          <pc:docMk/>
          <pc:sldMk cId="0" sldId="288"/>
        </pc:sldMkLst>
        <pc:spChg chg="mod">
          <ac:chgData name="Alberto Ruiz" userId="47fa91d207cfb014" providerId="LiveId" clId="{85FEFC20-368C-4804-AF35-776ECB9C6605}" dt="2025-09-27T16:22:13.437" v="2032" actId="26606"/>
          <ac:spMkLst>
            <pc:docMk/>
            <pc:sldMk cId="0" sldId="288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22:13.437" v="2032" actId="26606"/>
          <ac:spMkLst>
            <pc:docMk/>
            <pc:sldMk cId="0" sldId="28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2:13.437" v="2032" actId="26606"/>
          <ac:spMkLst>
            <pc:docMk/>
            <pc:sldMk cId="0" sldId="288"/>
            <ac:spMk id="8" creationId="{081EA652-8C6A-4E69-BEB9-170809474553}"/>
          </ac:spMkLst>
        </pc:spChg>
        <pc:spChg chg="add">
          <ac:chgData name="Alberto Ruiz" userId="47fa91d207cfb014" providerId="LiveId" clId="{85FEFC20-368C-4804-AF35-776ECB9C6605}" dt="2025-09-27T16:22:13.437" v="2032" actId="26606"/>
          <ac:spMkLst>
            <pc:docMk/>
            <pc:sldMk cId="0" sldId="288"/>
            <ac:spMk id="10" creationId="{5298780A-33B9-4EA2-8F67-DE68AD62841B}"/>
          </ac:spMkLst>
        </pc:spChg>
        <pc:spChg chg="add">
          <ac:chgData name="Alberto Ruiz" userId="47fa91d207cfb014" providerId="LiveId" clId="{85FEFC20-368C-4804-AF35-776ECB9C6605}" dt="2025-09-27T16:22:13.437" v="2032" actId="26606"/>
          <ac:spMkLst>
            <pc:docMk/>
            <pc:sldMk cId="0" sldId="288"/>
            <ac:spMk id="12" creationId="{7F488E8B-4E1E-4402-8935-D4E6C02615C7}"/>
          </ac:spMkLst>
        </pc:spChg>
      </pc:sldChg>
      <pc:sldChg chg="del">
        <pc:chgData name="Alberto Ruiz" userId="47fa91d207cfb014" providerId="LiveId" clId="{85FEFC20-368C-4804-AF35-776ECB9C6605}" dt="2025-09-26T18:44:33.773" v="1543" actId="47"/>
        <pc:sldMkLst>
          <pc:docMk/>
          <pc:sldMk cId="919646098" sldId="288"/>
        </pc:sldMkLst>
      </pc:sldChg>
      <pc:sldChg chg="addSp modSp mod setBg">
        <pc:chgData name="Alberto Ruiz" userId="47fa91d207cfb014" providerId="LiveId" clId="{85FEFC20-368C-4804-AF35-776ECB9C6605}" dt="2025-09-24T16:57:03.453" v="1384" actId="403"/>
        <pc:sldMkLst>
          <pc:docMk/>
          <pc:sldMk cId="935927114" sldId="288"/>
        </pc:sldMkLst>
      </pc:sldChg>
      <pc:sldChg chg="addSp delSp modSp mod setBg">
        <pc:chgData name="Alberto Ruiz" userId="47fa91d207cfb014" providerId="LiveId" clId="{85FEFC20-368C-4804-AF35-776ECB9C6605}" dt="2025-09-22T17:37:26.398" v="830" actId="26606"/>
        <pc:sldMkLst>
          <pc:docMk/>
          <pc:sldMk cId="3830168765" sldId="288"/>
        </pc:sldMkLst>
      </pc:sldChg>
      <pc:sldChg chg="addSp delSp modSp add mod setBg">
        <pc:chgData name="Alberto Ruiz" userId="47fa91d207cfb014" providerId="LiveId" clId="{85FEFC20-368C-4804-AF35-776ECB9C6605}" dt="2025-09-27T16:22:21.162" v="2035" actId="26606"/>
        <pc:sldMkLst>
          <pc:docMk/>
          <pc:sldMk cId="0" sldId="289"/>
        </pc:sldMkLst>
        <pc:spChg chg="mod">
          <ac:chgData name="Alberto Ruiz" userId="47fa91d207cfb014" providerId="LiveId" clId="{85FEFC20-368C-4804-AF35-776ECB9C6605}" dt="2025-09-27T16:22:21.151" v="2034" actId="26606"/>
          <ac:spMkLst>
            <pc:docMk/>
            <pc:sldMk cId="0" sldId="289"/>
            <ac:spMk id="2" creationId="{00000000-0000-0000-0000-000000000000}"/>
          </ac:spMkLst>
        </pc:spChg>
        <pc:spChg chg="add del">
          <ac:chgData name="Alberto Ruiz" userId="47fa91d207cfb014" providerId="LiveId" clId="{85FEFC20-368C-4804-AF35-776ECB9C6605}" dt="2025-09-27T16:22:21.162" v="2035" actId="26606"/>
          <ac:spMkLst>
            <pc:docMk/>
            <pc:sldMk cId="0" sldId="289"/>
            <ac:spMk id="3" creationId="{00000000-0000-0000-0000-000000000000}"/>
          </ac:spMkLst>
        </pc:spChg>
        <pc:spChg chg="add del">
          <ac:chgData name="Alberto Ruiz" userId="47fa91d207cfb014" providerId="LiveId" clId="{85FEFC20-368C-4804-AF35-776ECB9C6605}" dt="2025-09-27T16:22:21.151" v="2034" actId="26606"/>
          <ac:spMkLst>
            <pc:docMk/>
            <pc:sldMk cId="0" sldId="289"/>
            <ac:spMk id="10" creationId="{B50AB553-2A96-4A92-96F2-93548E096954}"/>
          </ac:spMkLst>
        </pc:spChg>
        <pc:graphicFrameChg chg="add del">
          <ac:chgData name="Alberto Ruiz" userId="47fa91d207cfb014" providerId="LiveId" clId="{85FEFC20-368C-4804-AF35-776ECB9C6605}" dt="2025-09-27T16:22:21.151" v="2034" actId="26606"/>
          <ac:graphicFrameMkLst>
            <pc:docMk/>
            <pc:sldMk cId="0" sldId="289"/>
            <ac:graphicFrameMk id="5" creationId="{C4CF798F-51B9-1F4D-CA8C-66C551EF4340}"/>
          </ac:graphicFrameMkLst>
        </pc:graphicFrameChg>
        <pc:graphicFrameChg chg="add">
          <ac:chgData name="Alberto Ruiz" userId="47fa91d207cfb014" providerId="LiveId" clId="{85FEFC20-368C-4804-AF35-776ECB9C6605}" dt="2025-09-27T16:22:21.162" v="2035" actId="26606"/>
          <ac:graphicFrameMkLst>
            <pc:docMk/>
            <pc:sldMk cId="0" sldId="289"/>
            <ac:graphicFrameMk id="12" creationId="{3039754C-AB87-05A4-192D-54CD81E2D645}"/>
          </ac:graphicFrameMkLst>
        </pc:graphicFrameChg>
        <pc:picChg chg="add del">
          <ac:chgData name="Alberto Ruiz" userId="47fa91d207cfb014" providerId="LiveId" clId="{85FEFC20-368C-4804-AF35-776ECB9C6605}" dt="2025-09-27T16:22:21.151" v="2034" actId="26606"/>
          <ac:picMkLst>
            <pc:docMk/>
            <pc:sldMk cId="0" sldId="289"/>
            <ac:picMk id="6" creationId="{6449BFDC-CAC2-FB7E-3C31-F3988B7386D2}"/>
          </ac:picMkLst>
        </pc:picChg>
      </pc:sldChg>
      <pc:sldChg chg="del">
        <pc:chgData name="Alberto Ruiz" userId="47fa91d207cfb014" providerId="LiveId" clId="{85FEFC20-368C-4804-AF35-776ECB9C6605}" dt="2025-09-26T18:44:34.264" v="1546" actId="47"/>
        <pc:sldMkLst>
          <pc:docMk/>
          <pc:sldMk cId="3488073568" sldId="289"/>
        </pc:sldMkLst>
      </pc:sldChg>
      <pc:sldChg chg="addSp modSp mod setBg">
        <pc:chgData name="Alberto Ruiz" userId="47fa91d207cfb014" providerId="LiveId" clId="{85FEFC20-368C-4804-AF35-776ECB9C6605}" dt="2025-09-22T17:50:31.496" v="972" actId="26606"/>
        <pc:sldMkLst>
          <pc:docMk/>
          <pc:sldMk cId="4136905644" sldId="289"/>
        </pc:sldMkLst>
      </pc:sldChg>
      <pc:sldChg chg="addSp modSp mod setBg">
        <pc:chgData name="Alberto Ruiz" userId="47fa91d207cfb014" providerId="LiveId" clId="{85FEFC20-368C-4804-AF35-776ECB9C6605}" dt="2025-09-24T17:06:32.499" v="1435" actId="255"/>
        <pc:sldMkLst>
          <pc:docMk/>
          <pc:sldMk cId="4190714582" sldId="289"/>
        </pc:sldMkLst>
      </pc:sldChg>
      <pc:sldChg chg="addSp modSp add mod setBg">
        <pc:chgData name="Alberto Ruiz" userId="47fa91d207cfb014" providerId="LiveId" clId="{85FEFC20-368C-4804-AF35-776ECB9C6605}" dt="2025-09-27T16:22:24.591" v="2036" actId="26606"/>
        <pc:sldMkLst>
          <pc:docMk/>
          <pc:sldMk cId="0" sldId="290"/>
        </pc:sldMkLst>
        <pc:spChg chg="mod">
          <ac:chgData name="Alberto Ruiz" userId="47fa91d207cfb014" providerId="LiveId" clId="{85FEFC20-368C-4804-AF35-776ECB9C6605}" dt="2025-09-27T16:22:24.591" v="2036" actId="26606"/>
          <ac:spMkLst>
            <pc:docMk/>
            <pc:sldMk cId="0" sldId="290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22:24.591" v="2036" actId="26606"/>
          <ac:spMkLst>
            <pc:docMk/>
            <pc:sldMk cId="0" sldId="29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2:24.591" v="2036" actId="26606"/>
          <ac:spMkLst>
            <pc:docMk/>
            <pc:sldMk cId="0" sldId="290"/>
            <ac:spMk id="8" creationId="{081EA652-8C6A-4E69-BEB9-170809474553}"/>
          </ac:spMkLst>
        </pc:spChg>
        <pc:spChg chg="add">
          <ac:chgData name="Alberto Ruiz" userId="47fa91d207cfb014" providerId="LiveId" clId="{85FEFC20-368C-4804-AF35-776ECB9C6605}" dt="2025-09-27T16:22:24.591" v="2036" actId="26606"/>
          <ac:spMkLst>
            <pc:docMk/>
            <pc:sldMk cId="0" sldId="290"/>
            <ac:spMk id="10" creationId="{5298780A-33B9-4EA2-8F67-DE68AD62841B}"/>
          </ac:spMkLst>
        </pc:spChg>
        <pc:spChg chg="add">
          <ac:chgData name="Alberto Ruiz" userId="47fa91d207cfb014" providerId="LiveId" clId="{85FEFC20-368C-4804-AF35-776ECB9C6605}" dt="2025-09-27T16:22:24.591" v="2036" actId="26606"/>
          <ac:spMkLst>
            <pc:docMk/>
            <pc:sldMk cId="0" sldId="290"/>
            <ac:spMk id="12" creationId="{7F488E8B-4E1E-4402-8935-D4E6C02615C7}"/>
          </ac:spMkLst>
        </pc:spChg>
      </pc:sldChg>
      <pc:sldChg chg="addSp modSp new mod">
        <pc:chgData name="Alberto Ruiz" userId="47fa91d207cfb014" providerId="LiveId" clId="{85FEFC20-368C-4804-AF35-776ECB9C6605}" dt="2025-09-22T17:32:08.362" v="651" actId="1076"/>
        <pc:sldMkLst>
          <pc:docMk/>
          <pc:sldMk cId="908033775" sldId="290"/>
        </pc:sldMkLst>
      </pc:sldChg>
      <pc:sldChg chg="del">
        <pc:chgData name="Alberto Ruiz" userId="47fa91d207cfb014" providerId="LiveId" clId="{85FEFC20-368C-4804-AF35-776ECB9C6605}" dt="2025-09-26T18:44:34.785" v="1549" actId="47"/>
        <pc:sldMkLst>
          <pc:docMk/>
          <pc:sldMk cId="1076208217" sldId="290"/>
        </pc:sldMkLst>
      </pc:sldChg>
      <pc:sldChg chg="addSp modSp add mod setBg">
        <pc:chgData name="Alberto Ruiz" userId="47fa91d207cfb014" providerId="LiveId" clId="{85FEFC20-368C-4804-AF35-776ECB9C6605}" dt="2025-09-27T16:22:27.784" v="2037" actId="26606"/>
        <pc:sldMkLst>
          <pc:docMk/>
          <pc:sldMk cId="0" sldId="291"/>
        </pc:sldMkLst>
        <pc:spChg chg="mod">
          <ac:chgData name="Alberto Ruiz" userId="47fa91d207cfb014" providerId="LiveId" clId="{85FEFC20-368C-4804-AF35-776ECB9C6605}" dt="2025-09-27T16:22:27.784" v="2037" actId="26606"/>
          <ac:spMkLst>
            <pc:docMk/>
            <pc:sldMk cId="0" sldId="291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22:27.784" v="2037" actId="26606"/>
          <ac:spMkLst>
            <pc:docMk/>
            <pc:sldMk cId="0" sldId="29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2:27.784" v="2037" actId="26606"/>
          <ac:spMkLst>
            <pc:docMk/>
            <pc:sldMk cId="0" sldId="291"/>
            <ac:spMk id="8" creationId="{081EA652-8C6A-4E69-BEB9-170809474553}"/>
          </ac:spMkLst>
        </pc:spChg>
        <pc:spChg chg="add">
          <ac:chgData name="Alberto Ruiz" userId="47fa91d207cfb014" providerId="LiveId" clId="{85FEFC20-368C-4804-AF35-776ECB9C6605}" dt="2025-09-27T16:22:27.784" v="2037" actId="26606"/>
          <ac:spMkLst>
            <pc:docMk/>
            <pc:sldMk cId="0" sldId="291"/>
            <ac:spMk id="10" creationId="{5298780A-33B9-4EA2-8F67-DE68AD62841B}"/>
          </ac:spMkLst>
        </pc:spChg>
        <pc:spChg chg="add">
          <ac:chgData name="Alberto Ruiz" userId="47fa91d207cfb014" providerId="LiveId" clId="{85FEFC20-368C-4804-AF35-776ECB9C6605}" dt="2025-09-27T16:22:27.784" v="2037" actId="26606"/>
          <ac:spMkLst>
            <pc:docMk/>
            <pc:sldMk cId="0" sldId="291"/>
            <ac:spMk id="12" creationId="{7F488E8B-4E1E-4402-8935-D4E6C02615C7}"/>
          </ac:spMkLst>
        </pc:spChg>
      </pc:sldChg>
      <pc:sldChg chg="del">
        <pc:chgData name="Alberto Ruiz" userId="47fa91d207cfb014" providerId="LiveId" clId="{85FEFC20-368C-4804-AF35-776ECB9C6605}" dt="2025-09-26T18:44:32.910" v="1539" actId="47"/>
        <pc:sldMkLst>
          <pc:docMk/>
          <pc:sldMk cId="717368868" sldId="291"/>
        </pc:sldMkLst>
      </pc:sldChg>
      <pc:sldChg chg="addSp modSp new mod setBg">
        <pc:chgData name="Alberto Ruiz" userId="47fa91d207cfb014" providerId="LiveId" clId="{85FEFC20-368C-4804-AF35-776ECB9C6605}" dt="2025-09-22T17:40:39.585" v="866" actId="26606"/>
        <pc:sldMkLst>
          <pc:docMk/>
          <pc:sldMk cId="1166698697" sldId="291"/>
        </pc:sldMkLst>
      </pc:sldChg>
      <pc:sldChg chg="addSp delSp modSp add mod setBg">
        <pc:chgData name="Alberto Ruiz" userId="47fa91d207cfb014" providerId="LiveId" clId="{85FEFC20-368C-4804-AF35-776ECB9C6605}" dt="2025-09-27T16:21:31.412" v="2023" actId="26606"/>
        <pc:sldMkLst>
          <pc:docMk/>
          <pc:sldMk cId="0" sldId="292"/>
        </pc:sldMkLst>
        <pc:spChg chg="mod">
          <ac:chgData name="Alberto Ruiz" userId="47fa91d207cfb014" providerId="LiveId" clId="{85FEFC20-368C-4804-AF35-776ECB9C6605}" dt="2025-09-27T16:21:31.412" v="2023" actId="26606"/>
          <ac:spMkLst>
            <pc:docMk/>
            <pc:sldMk cId="0" sldId="29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21:31.412" v="2023" actId="26606"/>
          <ac:spMkLst>
            <pc:docMk/>
            <pc:sldMk cId="0" sldId="29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1:31.412" v="2023" actId="26606"/>
          <ac:spMkLst>
            <pc:docMk/>
            <pc:sldMk cId="0" sldId="292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21:31.412" v="2023" actId="26606"/>
          <ac:spMkLst>
            <pc:docMk/>
            <pc:sldMk cId="0" sldId="292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27T16:21:31.412" v="2023" actId="26606"/>
          <ac:spMkLst>
            <pc:docMk/>
            <pc:sldMk cId="0" sldId="292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27T16:21:31.412" v="2023" actId="26606"/>
          <ac:spMkLst>
            <pc:docMk/>
            <pc:sldMk cId="0" sldId="292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27T16:21:31.412" v="2023" actId="26606"/>
          <ac:graphicFrameMkLst>
            <pc:docMk/>
            <pc:sldMk cId="0" sldId="292"/>
            <ac:graphicFrameMk id="5" creationId="{17F48321-A85C-6096-8FA6-02B2D44F2204}"/>
          </ac:graphicFrameMkLst>
        </pc:graphicFrameChg>
      </pc:sldChg>
      <pc:sldChg chg="addSp delSp modSp new mod setBg">
        <pc:chgData name="Alberto Ruiz" userId="47fa91d207cfb014" providerId="LiveId" clId="{85FEFC20-368C-4804-AF35-776ECB9C6605}" dt="2025-09-22T17:40:43.425" v="867" actId="26606"/>
        <pc:sldMkLst>
          <pc:docMk/>
          <pc:sldMk cId="1202599591" sldId="292"/>
        </pc:sldMkLst>
      </pc:sldChg>
      <pc:sldChg chg="addSp delSp modSp del mod">
        <pc:chgData name="Alberto Ruiz" userId="47fa91d207cfb014" providerId="LiveId" clId="{85FEFC20-368C-4804-AF35-776ECB9C6605}" dt="2025-09-26T18:44:32.551" v="1538" actId="47"/>
        <pc:sldMkLst>
          <pc:docMk/>
          <pc:sldMk cId="3549070555" sldId="292"/>
        </pc:sldMkLst>
        <pc:spChg chg="mo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" creationId="{10CDC202-9831-BD49-5B03-756BB1D600D7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17" creationId="{1C799903-48D5-4A31-A1A2-541072D9771E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1" creationId="{E1B96AD6-92A9-4273-A62B-96A1C3E0BA95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3" creationId="{463EEC44-1BA3-44ED-81FC-A644B04B2A44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8" creationId="{8EFFF109-FC58-4FD3-BE05-9775A1310F55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4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6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8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48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62" creationId="{C8D9C5DD-B8B3-46A0-8FBC-EE462F96C4E5}"/>
          </ac:spMkLst>
        </pc:spChg>
      </pc:sldChg>
      <pc:sldChg chg="addSp modSp add mod setBg">
        <pc:chgData name="Alberto Ruiz" userId="47fa91d207cfb014" providerId="LiveId" clId="{85FEFC20-368C-4804-AF35-776ECB9C6605}" dt="2025-09-27T16:21:36.976" v="2024" actId="26606"/>
        <pc:sldMkLst>
          <pc:docMk/>
          <pc:sldMk cId="0" sldId="293"/>
        </pc:sldMkLst>
        <pc:spChg chg="mod">
          <ac:chgData name="Alberto Ruiz" userId="47fa91d207cfb014" providerId="LiveId" clId="{85FEFC20-368C-4804-AF35-776ECB9C6605}" dt="2025-09-27T16:21:36.976" v="2024" actId="26606"/>
          <ac:spMkLst>
            <pc:docMk/>
            <pc:sldMk cId="0" sldId="293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21:36.976" v="2024" actId="26606"/>
          <ac:spMkLst>
            <pc:docMk/>
            <pc:sldMk cId="0" sldId="29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1:36.976" v="2024" actId="26606"/>
          <ac:spMkLst>
            <pc:docMk/>
            <pc:sldMk cId="0" sldId="293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5-09-27T16:21:36.976" v="2024" actId="26606"/>
          <ac:spMkLst>
            <pc:docMk/>
            <pc:sldMk cId="0" sldId="293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5-09-27T16:21:36.976" v="2024" actId="26606"/>
          <ac:picMkLst>
            <pc:docMk/>
            <pc:sldMk cId="0" sldId="293"/>
            <ac:picMk id="5" creationId="{F4CA9F9A-A85B-E199-38CB-876DD3EA0599}"/>
          </ac:picMkLst>
        </pc:picChg>
      </pc:sldChg>
      <pc:sldChg chg="addSp delSp modSp new mod setBg">
        <pc:chgData name="Alberto Ruiz" userId="47fa91d207cfb014" providerId="LiveId" clId="{85FEFC20-368C-4804-AF35-776ECB9C6605}" dt="2025-09-22T17:41:06.240" v="872" actId="26606"/>
        <pc:sldMkLst>
          <pc:docMk/>
          <pc:sldMk cId="1002008813" sldId="293"/>
        </pc:sldMkLst>
      </pc:sldChg>
      <pc:sldChg chg="del">
        <pc:chgData name="Alberto Ruiz" userId="47fa91d207cfb014" providerId="LiveId" clId="{85FEFC20-368C-4804-AF35-776ECB9C6605}" dt="2025-09-26T18:44:33.928" v="1544" actId="47"/>
        <pc:sldMkLst>
          <pc:docMk/>
          <pc:sldMk cId="2026987855" sldId="293"/>
        </pc:sldMkLst>
      </pc:sldChg>
      <pc:sldChg chg="addSp delSp modSp add mod setBg">
        <pc:chgData name="Alberto Ruiz" userId="47fa91d207cfb014" providerId="LiveId" clId="{85FEFC20-368C-4804-AF35-776ECB9C6605}" dt="2025-09-27T16:21:41.471" v="2025" actId="26606"/>
        <pc:sldMkLst>
          <pc:docMk/>
          <pc:sldMk cId="0" sldId="294"/>
        </pc:sldMkLst>
        <pc:spChg chg="mod">
          <ac:chgData name="Alberto Ruiz" userId="47fa91d207cfb014" providerId="LiveId" clId="{85FEFC20-368C-4804-AF35-776ECB9C6605}" dt="2025-09-27T16:21:41.471" v="2025" actId="26606"/>
          <ac:spMkLst>
            <pc:docMk/>
            <pc:sldMk cId="0" sldId="29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21:41.471" v="2025" actId="26606"/>
          <ac:spMkLst>
            <pc:docMk/>
            <pc:sldMk cId="0" sldId="29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1:41.471" v="2025" actId="26606"/>
          <ac:spMkLst>
            <pc:docMk/>
            <pc:sldMk cId="0" sldId="294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21:41.471" v="2025" actId="26606"/>
          <ac:spMkLst>
            <pc:docMk/>
            <pc:sldMk cId="0" sldId="294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27T16:21:41.471" v="2025" actId="26606"/>
          <ac:spMkLst>
            <pc:docMk/>
            <pc:sldMk cId="0" sldId="294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27T16:21:41.471" v="2025" actId="26606"/>
          <ac:spMkLst>
            <pc:docMk/>
            <pc:sldMk cId="0" sldId="294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27T16:21:41.471" v="2025" actId="26606"/>
          <ac:graphicFrameMkLst>
            <pc:docMk/>
            <pc:sldMk cId="0" sldId="294"/>
            <ac:graphicFrameMk id="5" creationId="{522881E7-9A64-5884-389E-C93CE59AD1FB}"/>
          </ac:graphicFrameMkLst>
        </pc:graphicFrameChg>
      </pc:sldChg>
      <pc:sldChg chg="addSp delSp modSp mod setBg">
        <pc:chgData name="Alberto Ruiz" userId="47fa91d207cfb014" providerId="LiveId" clId="{85FEFC20-368C-4804-AF35-776ECB9C6605}" dt="2025-09-24T16:26:24.796" v="1156" actId="20577"/>
        <pc:sldMkLst>
          <pc:docMk/>
          <pc:sldMk cId="542680462" sldId="294"/>
        </pc:sldMkLst>
      </pc:sldChg>
      <pc:sldChg chg="del">
        <pc:chgData name="Alberto Ruiz" userId="47fa91d207cfb014" providerId="LiveId" clId="{85FEFC20-368C-4804-AF35-776ECB9C6605}" dt="2025-09-26T18:44:34.129" v="1545" actId="47"/>
        <pc:sldMkLst>
          <pc:docMk/>
          <pc:sldMk cId="639800024" sldId="294"/>
        </pc:sldMkLst>
      </pc:sldChg>
      <pc:sldChg chg="addSp modSp new mod setBg">
        <pc:chgData name="Alberto Ruiz" userId="47fa91d207cfb014" providerId="LiveId" clId="{85FEFC20-368C-4804-AF35-776ECB9C6605}" dt="2025-09-22T17:41:11.634" v="873" actId="26606"/>
        <pc:sldMkLst>
          <pc:docMk/>
          <pc:sldMk cId="1442277376" sldId="294"/>
        </pc:sldMkLst>
      </pc:sldChg>
      <pc:sldChg chg="addSp delSp modSp add mod setBg">
        <pc:chgData name="Alberto Ruiz" userId="47fa91d207cfb014" providerId="LiveId" clId="{85FEFC20-368C-4804-AF35-776ECB9C6605}" dt="2025-09-27T16:21:44.278" v="2026" actId="26606"/>
        <pc:sldMkLst>
          <pc:docMk/>
          <pc:sldMk cId="0" sldId="295"/>
        </pc:sldMkLst>
        <pc:spChg chg="mod">
          <ac:chgData name="Alberto Ruiz" userId="47fa91d207cfb014" providerId="LiveId" clId="{85FEFC20-368C-4804-AF35-776ECB9C6605}" dt="2025-09-27T16:21:44.278" v="2026" actId="26606"/>
          <ac:spMkLst>
            <pc:docMk/>
            <pc:sldMk cId="0" sldId="29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21:44.278" v="2026" actId="26606"/>
          <ac:spMkLst>
            <pc:docMk/>
            <pc:sldMk cId="0" sldId="29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1:44.278" v="2026" actId="26606"/>
          <ac:spMkLst>
            <pc:docMk/>
            <pc:sldMk cId="0" sldId="295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21:44.278" v="2026" actId="26606"/>
          <ac:spMkLst>
            <pc:docMk/>
            <pc:sldMk cId="0" sldId="295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27T16:21:44.278" v="2026" actId="26606"/>
          <ac:spMkLst>
            <pc:docMk/>
            <pc:sldMk cId="0" sldId="295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27T16:21:44.278" v="2026" actId="26606"/>
          <ac:spMkLst>
            <pc:docMk/>
            <pc:sldMk cId="0" sldId="295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27T16:21:44.278" v="2026" actId="26606"/>
          <ac:graphicFrameMkLst>
            <pc:docMk/>
            <pc:sldMk cId="0" sldId="295"/>
            <ac:graphicFrameMk id="5" creationId="{A8285ECB-57A5-9D9A-A6B5-F8006CFA826B}"/>
          </ac:graphicFrameMkLst>
        </pc:graphicFrameChg>
      </pc:sldChg>
      <pc:sldChg chg="addSp modSp new mod">
        <pc:chgData name="Alberto Ruiz" userId="47fa91d207cfb014" providerId="LiveId" clId="{85FEFC20-368C-4804-AF35-776ECB9C6605}" dt="2025-09-22T17:42:43.750" v="903" actId="1076"/>
        <pc:sldMkLst>
          <pc:docMk/>
          <pc:sldMk cId="77324183" sldId="295"/>
        </pc:sldMkLst>
      </pc:sldChg>
      <pc:sldChg chg="del">
        <pc:chgData name="Alberto Ruiz" userId="47fa91d207cfb014" providerId="LiveId" clId="{85FEFC20-368C-4804-AF35-776ECB9C6605}" dt="2025-09-26T18:44:34.438" v="1547" actId="47"/>
        <pc:sldMkLst>
          <pc:docMk/>
          <pc:sldMk cId="358328665" sldId="295"/>
        </pc:sldMkLst>
      </pc:sldChg>
      <pc:sldChg chg="addSp modSp new mod setBg">
        <pc:chgData name="Alberto Ruiz" userId="47fa91d207cfb014" providerId="LiveId" clId="{85FEFC20-368C-4804-AF35-776ECB9C6605}" dt="2025-09-24T16:18:28.362" v="1093" actId="26606"/>
        <pc:sldMkLst>
          <pc:docMk/>
          <pc:sldMk cId="2686958983" sldId="295"/>
        </pc:sldMkLst>
      </pc:sldChg>
      <pc:sldChg chg="addSp delSp modSp add mod setBg">
        <pc:chgData name="Alberto Ruiz" userId="47fa91d207cfb014" providerId="LiveId" clId="{85FEFC20-368C-4804-AF35-776ECB9C6605}" dt="2025-09-27T16:21:49.773" v="2027" actId="26606"/>
        <pc:sldMkLst>
          <pc:docMk/>
          <pc:sldMk cId="0" sldId="296"/>
        </pc:sldMkLst>
        <pc:spChg chg="mod">
          <ac:chgData name="Alberto Ruiz" userId="47fa91d207cfb014" providerId="LiveId" clId="{85FEFC20-368C-4804-AF35-776ECB9C6605}" dt="2025-09-27T16:21:49.773" v="2027" actId="26606"/>
          <ac:spMkLst>
            <pc:docMk/>
            <pc:sldMk cId="0" sldId="29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21:49.773" v="2027" actId="26606"/>
          <ac:spMkLst>
            <pc:docMk/>
            <pc:sldMk cId="0" sldId="29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1:49.773" v="2027" actId="26606"/>
          <ac:spMkLst>
            <pc:docMk/>
            <pc:sldMk cId="0" sldId="296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21:49.773" v="2027" actId="26606"/>
          <ac:spMkLst>
            <pc:docMk/>
            <pc:sldMk cId="0" sldId="296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27T16:21:49.773" v="2027" actId="26606"/>
          <ac:spMkLst>
            <pc:docMk/>
            <pc:sldMk cId="0" sldId="296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27T16:21:49.773" v="2027" actId="26606"/>
          <ac:spMkLst>
            <pc:docMk/>
            <pc:sldMk cId="0" sldId="296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27T16:21:49.773" v="2027" actId="26606"/>
          <ac:graphicFrameMkLst>
            <pc:docMk/>
            <pc:sldMk cId="0" sldId="296"/>
            <ac:graphicFrameMk id="5" creationId="{53D9E37E-C197-E990-ACC5-26D66D506B60}"/>
          </ac:graphicFrameMkLst>
        </pc:graphicFrameChg>
      </pc:sldChg>
      <pc:sldChg chg="addSp new">
        <pc:chgData name="Alberto Ruiz" userId="47fa91d207cfb014" providerId="LiveId" clId="{85FEFC20-368C-4804-AF35-776ECB9C6605}" dt="2025-09-22T17:46:04.128" v="922"/>
        <pc:sldMkLst>
          <pc:docMk/>
          <pc:sldMk cId="750532084" sldId="296"/>
        </pc:sldMkLst>
      </pc:sldChg>
      <pc:sldChg chg="del">
        <pc:chgData name="Alberto Ruiz" userId="47fa91d207cfb014" providerId="LiveId" clId="{85FEFC20-368C-4804-AF35-776ECB9C6605}" dt="2025-09-26T18:44:34.621" v="1548" actId="47"/>
        <pc:sldMkLst>
          <pc:docMk/>
          <pc:sldMk cId="2346028996" sldId="296"/>
        </pc:sldMkLst>
      </pc:sldChg>
      <pc:sldChg chg="addSp modSp new mod setBg">
        <pc:chgData name="Alberto Ruiz" userId="47fa91d207cfb014" providerId="LiveId" clId="{85FEFC20-368C-4804-AF35-776ECB9C6605}" dt="2025-09-24T16:18:32.566" v="1094" actId="26606"/>
        <pc:sldMkLst>
          <pc:docMk/>
          <pc:sldMk cId="3665212363" sldId="296"/>
        </pc:sldMkLst>
      </pc:sldChg>
      <pc:sldChg chg="addSp delSp modSp add mod setBg">
        <pc:chgData name="Alberto Ruiz" userId="47fa91d207cfb014" providerId="LiveId" clId="{85FEFC20-368C-4804-AF35-776ECB9C6605}" dt="2025-09-27T16:21:54.216" v="2028" actId="26606"/>
        <pc:sldMkLst>
          <pc:docMk/>
          <pc:sldMk cId="0" sldId="297"/>
        </pc:sldMkLst>
        <pc:spChg chg="mod">
          <ac:chgData name="Alberto Ruiz" userId="47fa91d207cfb014" providerId="LiveId" clId="{85FEFC20-368C-4804-AF35-776ECB9C6605}" dt="2025-09-27T16:21:54.216" v="2028" actId="26606"/>
          <ac:spMkLst>
            <pc:docMk/>
            <pc:sldMk cId="0" sldId="29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21:54.216" v="2028" actId="26606"/>
          <ac:spMkLst>
            <pc:docMk/>
            <pc:sldMk cId="0" sldId="29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1:54.216" v="2028" actId="26606"/>
          <ac:spMkLst>
            <pc:docMk/>
            <pc:sldMk cId="0" sldId="29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21:54.216" v="2028" actId="26606"/>
          <ac:spMkLst>
            <pc:docMk/>
            <pc:sldMk cId="0" sldId="297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5-09-27T16:21:54.216" v="2028" actId="26606"/>
          <ac:spMkLst>
            <pc:docMk/>
            <pc:sldMk cId="0" sldId="297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5-09-27T16:21:54.216" v="2028" actId="26606"/>
          <ac:spMkLst>
            <pc:docMk/>
            <pc:sldMk cId="0" sldId="297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5-09-27T16:21:54.216" v="2028" actId="26606"/>
          <ac:graphicFrameMkLst>
            <pc:docMk/>
            <pc:sldMk cId="0" sldId="297"/>
            <ac:graphicFrameMk id="5" creationId="{74B2AAC7-78E2-1A22-FFC6-AAAF522B9895}"/>
          </ac:graphicFrameMkLst>
        </pc:graphicFrameChg>
      </pc:sldChg>
      <pc:sldChg chg="addSp modSp new mod setBg">
        <pc:chgData name="Alberto Ruiz" userId="47fa91d207cfb014" providerId="LiveId" clId="{85FEFC20-368C-4804-AF35-776ECB9C6605}" dt="2025-09-22T17:47:40.036" v="942" actId="26606"/>
        <pc:sldMkLst>
          <pc:docMk/>
          <pc:sldMk cId="77769760" sldId="297"/>
        </pc:sldMkLst>
      </pc:sldChg>
      <pc:sldChg chg="del">
        <pc:chgData name="Alberto Ruiz" userId="47fa91d207cfb014" providerId="LiveId" clId="{85FEFC20-368C-4804-AF35-776ECB9C6605}" dt="2025-09-26T18:44:34.972" v="1550" actId="47"/>
        <pc:sldMkLst>
          <pc:docMk/>
          <pc:sldMk cId="3546312765" sldId="297"/>
        </pc:sldMkLst>
      </pc:sldChg>
      <pc:sldChg chg="addSp modSp add mod setBg">
        <pc:chgData name="Alberto Ruiz" userId="47fa91d207cfb014" providerId="LiveId" clId="{85FEFC20-368C-4804-AF35-776ECB9C6605}" dt="2025-09-24T16:21:23.865" v="1125" actId="26606"/>
        <pc:sldMkLst>
          <pc:docMk/>
          <pc:sldMk cId="3615449401" sldId="297"/>
        </pc:sldMkLst>
      </pc:sldChg>
      <pc:sldChg chg="addSp delSp modSp add mod setBg">
        <pc:chgData name="Alberto Ruiz" userId="47fa91d207cfb014" providerId="LiveId" clId="{85FEFC20-368C-4804-AF35-776ECB9C6605}" dt="2025-09-27T16:21:16.877" v="2020" actId="26606"/>
        <pc:sldMkLst>
          <pc:docMk/>
          <pc:sldMk cId="0" sldId="298"/>
        </pc:sldMkLst>
        <pc:spChg chg="mod">
          <ac:chgData name="Alberto Ruiz" userId="47fa91d207cfb014" providerId="LiveId" clId="{85FEFC20-368C-4804-AF35-776ECB9C6605}" dt="2025-09-27T16:21:16.877" v="2020" actId="26606"/>
          <ac:spMkLst>
            <pc:docMk/>
            <pc:sldMk cId="0" sldId="29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5-09-27T16:21:16.877" v="2020" actId="26606"/>
          <ac:spMkLst>
            <pc:docMk/>
            <pc:sldMk cId="0" sldId="29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1:16.877" v="2020" actId="26606"/>
          <ac:spMkLst>
            <pc:docMk/>
            <pc:sldMk cId="0" sldId="298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5-09-27T16:21:16.877" v="2020" actId="26606"/>
          <ac:spMkLst>
            <pc:docMk/>
            <pc:sldMk cId="0" sldId="298"/>
            <ac:spMk id="11" creationId="{256B2C21-A230-48C0-8DF1-C46611373C44}"/>
          </ac:spMkLst>
        </pc:spChg>
        <pc:spChg chg="add">
          <ac:chgData name="Alberto Ruiz" userId="47fa91d207cfb014" providerId="LiveId" clId="{85FEFC20-368C-4804-AF35-776ECB9C6605}" dt="2025-09-27T16:21:16.877" v="2020" actId="26606"/>
          <ac:spMkLst>
            <pc:docMk/>
            <pc:sldMk cId="0" sldId="298"/>
            <ac:spMk id="13" creationId="{3847E18C-932D-4C95-AABA-FEC7C9499AD7}"/>
          </ac:spMkLst>
        </pc:spChg>
        <pc:spChg chg="add">
          <ac:chgData name="Alberto Ruiz" userId="47fa91d207cfb014" providerId="LiveId" clId="{85FEFC20-368C-4804-AF35-776ECB9C6605}" dt="2025-09-27T16:21:16.877" v="2020" actId="26606"/>
          <ac:spMkLst>
            <pc:docMk/>
            <pc:sldMk cId="0" sldId="298"/>
            <ac:spMk id="15" creationId="{3150CB11-0C61-439E-910F-5787759E72A0}"/>
          </ac:spMkLst>
        </pc:spChg>
        <pc:spChg chg="add">
          <ac:chgData name="Alberto Ruiz" userId="47fa91d207cfb014" providerId="LiveId" clId="{85FEFC20-368C-4804-AF35-776ECB9C6605}" dt="2025-09-27T16:21:16.877" v="2020" actId="26606"/>
          <ac:spMkLst>
            <pc:docMk/>
            <pc:sldMk cId="0" sldId="298"/>
            <ac:spMk id="17" creationId="{43F8A58B-5155-44CE-A5FF-7647B47D0A7A}"/>
          </ac:spMkLst>
        </pc:spChg>
        <pc:spChg chg="add">
          <ac:chgData name="Alberto Ruiz" userId="47fa91d207cfb014" providerId="LiveId" clId="{85FEFC20-368C-4804-AF35-776ECB9C6605}" dt="2025-09-27T16:21:16.877" v="2020" actId="26606"/>
          <ac:spMkLst>
            <pc:docMk/>
            <pc:sldMk cId="0" sldId="298"/>
            <ac:spMk id="19" creationId="{443F2ACA-E6D6-4028-82DD-F03C262D5DE6}"/>
          </ac:spMkLst>
        </pc:spChg>
        <pc:graphicFrameChg chg="add">
          <ac:chgData name="Alberto Ruiz" userId="47fa91d207cfb014" providerId="LiveId" clId="{85FEFC20-368C-4804-AF35-776ECB9C6605}" dt="2025-09-27T16:21:16.877" v="2020" actId="26606"/>
          <ac:graphicFrameMkLst>
            <pc:docMk/>
            <pc:sldMk cId="0" sldId="298"/>
            <ac:graphicFrameMk id="5" creationId="{9926A3EB-73D1-A8B6-23EF-F2F4614B4E58}"/>
          </ac:graphicFrameMkLst>
        </pc:graphicFrameChg>
      </pc:sldChg>
      <pc:sldChg chg="addSp modSp new mod setBg">
        <pc:chgData name="Alberto Ruiz" userId="47fa91d207cfb014" providerId="LiveId" clId="{85FEFC20-368C-4804-AF35-776ECB9C6605}" dt="2025-09-22T17:50:34.819" v="973" actId="26606"/>
        <pc:sldMkLst>
          <pc:docMk/>
          <pc:sldMk cId="91347579" sldId="298"/>
        </pc:sldMkLst>
      </pc:sldChg>
      <pc:sldChg chg="addSp modSp new mod setBg">
        <pc:chgData name="Alberto Ruiz" userId="47fa91d207cfb014" providerId="LiveId" clId="{85FEFC20-368C-4804-AF35-776ECB9C6605}" dt="2025-09-24T16:44:33.355" v="1252" actId="26606"/>
        <pc:sldMkLst>
          <pc:docMk/>
          <pc:sldMk cId="699358039" sldId="298"/>
        </pc:sldMkLst>
      </pc:sldChg>
      <pc:sldChg chg="del">
        <pc:chgData name="Alberto Ruiz" userId="47fa91d207cfb014" providerId="LiveId" clId="{85FEFC20-368C-4804-AF35-776ECB9C6605}" dt="2025-09-26T18:44:35.135" v="1551" actId="47"/>
        <pc:sldMkLst>
          <pc:docMk/>
          <pc:sldMk cId="4248455701" sldId="298"/>
        </pc:sldMkLst>
      </pc:sldChg>
      <pc:sldChg chg="addSp modSp add mod setBg">
        <pc:chgData name="Alberto Ruiz" userId="47fa91d207cfb014" providerId="LiveId" clId="{85FEFC20-368C-4804-AF35-776ECB9C6605}" dt="2025-09-27T16:21:21.886" v="2021" actId="26606"/>
        <pc:sldMkLst>
          <pc:docMk/>
          <pc:sldMk cId="0" sldId="299"/>
        </pc:sldMkLst>
        <pc:spChg chg="mod">
          <ac:chgData name="Alberto Ruiz" userId="47fa91d207cfb014" providerId="LiveId" clId="{85FEFC20-368C-4804-AF35-776ECB9C6605}" dt="2025-09-27T16:21:21.886" v="2021" actId="26606"/>
          <ac:spMkLst>
            <pc:docMk/>
            <pc:sldMk cId="0" sldId="299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21:21.886" v="2021" actId="26606"/>
          <ac:spMkLst>
            <pc:docMk/>
            <pc:sldMk cId="0" sldId="29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1:21.886" v="2021" actId="26606"/>
          <ac:spMkLst>
            <pc:docMk/>
            <pc:sldMk cId="0" sldId="299"/>
            <ac:spMk id="8" creationId="{081EA652-8C6A-4E69-BEB9-170809474553}"/>
          </ac:spMkLst>
        </pc:spChg>
        <pc:spChg chg="add">
          <ac:chgData name="Alberto Ruiz" userId="47fa91d207cfb014" providerId="LiveId" clId="{85FEFC20-368C-4804-AF35-776ECB9C6605}" dt="2025-09-27T16:21:21.886" v="2021" actId="26606"/>
          <ac:spMkLst>
            <pc:docMk/>
            <pc:sldMk cId="0" sldId="299"/>
            <ac:spMk id="10" creationId="{A4026A73-1F7F-49F2-B319-8CA3B3D53269}"/>
          </ac:spMkLst>
        </pc:spChg>
        <pc:spChg chg="add">
          <ac:chgData name="Alberto Ruiz" userId="47fa91d207cfb014" providerId="LiveId" clId="{85FEFC20-368C-4804-AF35-776ECB9C6605}" dt="2025-09-27T16:21:21.886" v="2021" actId="26606"/>
          <ac:spMkLst>
            <pc:docMk/>
            <pc:sldMk cId="0" sldId="299"/>
            <ac:spMk id="12" creationId="{5298780A-33B9-4EA2-8F67-DE68AD62841B}"/>
          </ac:spMkLst>
        </pc:spChg>
        <pc:spChg chg="add">
          <ac:chgData name="Alberto Ruiz" userId="47fa91d207cfb014" providerId="LiveId" clId="{85FEFC20-368C-4804-AF35-776ECB9C6605}" dt="2025-09-27T16:21:21.886" v="2021" actId="26606"/>
          <ac:spMkLst>
            <pc:docMk/>
            <pc:sldMk cId="0" sldId="299"/>
            <ac:spMk id="14" creationId="{7F488E8B-4E1E-4402-8935-D4E6C02615C7}"/>
          </ac:spMkLst>
        </pc:spChg>
        <pc:cxnChg chg="add">
          <ac:chgData name="Alberto Ruiz" userId="47fa91d207cfb014" providerId="LiveId" clId="{85FEFC20-368C-4804-AF35-776ECB9C6605}" dt="2025-09-27T16:21:21.886" v="2021" actId="26606"/>
          <ac:cxnSpMkLst>
            <pc:docMk/>
            <pc:sldMk cId="0" sldId="299"/>
            <ac:cxnSpMk id="16" creationId="{23AAC9B5-8015-485C-ACF9-A750390E9A56}"/>
          </ac:cxnSpMkLst>
        </pc:cxnChg>
      </pc:sldChg>
      <pc:sldChg chg="addSp modSp new mod setBg">
        <pc:chgData name="Alberto Ruiz" userId="47fa91d207cfb014" providerId="LiveId" clId="{85FEFC20-368C-4804-AF35-776ECB9C6605}" dt="2025-09-22T17:50:40.693" v="974" actId="26606"/>
        <pc:sldMkLst>
          <pc:docMk/>
          <pc:sldMk cId="1217792650" sldId="299"/>
        </pc:sldMkLst>
      </pc:sldChg>
      <pc:sldChg chg="addSp delSp modSp new mod setBg">
        <pc:chgData name="Alberto Ruiz" userId="47fa91d207cfb014" providerId="LiveId" clId="{85FEFC20-368C-4804-AF35-776ECB9C6605}" dt="2025-09-24T16:44:36.987" v="1253" actId="26606"/>
        <pc:sldMkLst>
          <pc:docMk/>
          <pc:sldMk cId="1304951473" sldId="299"/>
        </pc:sldMkLst>
      </pc:sldChg>
      <pc:sldChg chg="del">
        <pc:chgData name="Alberto Ruiz" userId="47fa91d207cfb014" providerId="LiveId" clId="{85FEFC20-368C-4804-AF35-776ECB9C6605}" dt="2025-09-26T18:44:35.309" v="1552" actId="47"/>
        <pc:sldMkLst>
          <pc:docMk/>
          <pc:sldMk cId="1389147976" sldId="299"/>
        </pc:sldMkLst>
      </pc:sldChg>
      <pc:sldChg chg="addSp modSp add mod setBg">
        <pc:chgData name="Alberto Ruiz" userId="47fa91d207cfb014" providerId="LiveId" clId="{85FEFC20-368C-4804-AF35-776ECB9C6605}" dt="2025-09-27T16:21:26.669" v="2022" actId="26606"/>
        <pc:sldMkLst>
          <pc:docMk/>
          <pc:sldMk cId="0" sldId="300"/>
        </pc:sldMkLst>
        <pc:spChg chg="mod">
          <ac:chgData name="Alberto Ruiz" userId="47fa91d207cfb014" providerId="LiveId" clId="{85FEFC20-368C-4804-AF35-776ECB9C6605}" dt="2025-09-27T16:21:26.669" v="2022" actId="26606"/>
          <ac:spMkLst>
            <pc:docMk/>
            <pc:sldMk cId="0" sldId="300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5-09-27T16:21:26.669" v="2022" actId="26606"/>
          <ac:spMkLst>
            <pc:docMk/>
            <pc:sldMk cId="0" sldId="30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5-09-27T16:21:26.669" v="2022" actId="26606"/>
          <ac:spMkLst>
            <pc:docMk/>
            <pc:sldMk cId="0" sldId="300"/>
            <ac:spMk id="8" creationId="{081EA652-8C6A-4E69-BEB9-170809474553}"/>
          </ac:spMkLst>
        </pc:spChg>
        <pc:spChg chg="add">
          <ac:chgData name="Alberto Ruiz" userId="47fa91d207cfb014" providerId="LiveId" clId="{85FEFC20-368C-4804-AF35-776ECB9C6605}" dt="2025-09-27T16:21:26.669" v="2022" actId="26606"/>
          <ac:spMkLst>
            <pc:docMk/>
            <pc:sldMk cId="0" sldId="300"/>
            <ac:spMk id="10" creationId="{A4026A73-1F7F-49F2-B319-8CA3B3D53269}"/>
          </ac:spMkLst>
        </pc:spChg>
        <pc:spChg chg="add">
          <ac:chgData name="Alberto Ruiz" userId="47fa91d207cfb014" providerId="LiveId" clId="{85FEFC20-368C-4804-AF35-776ECB9C6605}" dt="2025-09-27T16:21:26.669" v="2022" actId="26606"/>
          <ac:spMkLst>
            <pc:docMk/>
            <pc:sldMk cId="0" sldId="300"/>
            <ac:spMk id="12" creationId="{5298780A-33B9-4EA2-8F67-DE68AD62841B}"/>
          </ac:spMkLst>
        </pc:spChg>
        <pc:spChg chg="add">
          <ac:chgData name="Alberto Ruiz" userId="47fa91d207cfb014" providerId="LiveId" clId="{85FEFC20-368C-4804-AF35-776ECB9C6605}" dt="2025-09-27T16:21:26.669" v="2022" actId="26606"/>
          <ac:spMkLst>
            <pc:docMk/>
            <pc:sldMk cId="0" sldId="300"/>
            <ac:spMk id="14" creationId="{7F488E8B-4E1E-4402-8935-D4E6C02615C7}"/>
          </ac:spMkLst>
        </pc:spChg>
        <pc:cxnChg chg="add">
          <ac:chgData name="Alberto Ruiz" userId="47fa91d207cfb014" providerId="LiveId" clId="{85FEFC20-368C-4804-AF35-776ECB9C6605}" dt="2025-09-27T16:21:26.669" v="2022" actId="26606"/>
          <ac:cxnSpMkLst>
            <pc:docMk/>
            <pc:sldMk cId="0" sldId="300"/>
            <ac:cxnSpMk id="16" creationId="{23AAC9B5-8015-485C-ACF9-A750390E9A56}"/>
          </ac:cxnSpMkLst>
        </pc:cxnChg>
      </pc:sldChg>
      <pc:sldChg chg="addSp delSp modSp new mod setBg">
        <pc:chgData name="Alberto Ruiz" userId="47fa91d207cfb014" providerId="LiveId" clId="{85FEFC20-368C-4804-AF35-776ECB9C6605}" dt="2025-09-24T16:51:29.950" v="1349" actId="26606"/>
        <pc:sldMkLst>
          <pc:docMk/>
          <pc:sldMk cId="2259716126" sldId="300"/>
        </pc:sldMkLst>
      </pc:sldChg>
      <pc:sldChg chg="addSp delSp modSp new mod setBg">
        <pc:chgData name="Alberto Ruiz" userId="47fa91d207cfb014" providerId="LiveId" clId="{85FEFC20-368C-4804-AF35-776ECB9C6605}" dt="2025-09-22T17:50:48.851" v="975" actId="26606"/>
        <pc:sldMkLst>
          <pc:docMk/>
          <pc:sldMk cId="2365938747" sldId="300"/>
        </pc:sldMkLst>
      </pc:sldChg>
      <pc:sldChg chg="modSp del mod">
        <pc:chgData name="Alberto Ruiz" userId="47fa91d207cfb014" providerId="LiveId" clId="{85FEFC20-368C-4804-AF35-776ECB9C6605}" dt="2025-09-26T18:44:35.485" v="1553" actId="47"/>
        <pc:sldMkLst>
          <pc:docMk/>
          <pc:sldMk cId="2376632157" sldId="300"/>
        </pc:sldMkLst>
        <pc:spChg chg="mod">
          <ac:chgData name="Alberto Ruiz" userId="47fa91d207cfb014" providerId="LiveId" clId="{85FEFC20-368C-4804-AF35-776ECB9C6605}" dt="2025-09-26T18:00:51.274" v="1485" actId="27636"/>
          <ac:spMkLst>
            <pc:docMk/>
            <pc:sldMk cId="2376632157" sldId="300"/>
            <ac:spMk id="3" creationId="{5F8A60E6-EC61-7E72-A404-DC03CAB860FF}"/>
          </ac:spMkLst>
        </pc:spChg>
      </pc:sldChg>
      <pc:sldChg chg="addSp modSp new mod setBg">
        <pc:chgData name="Alberto Ruiz" userId="47fa91d207cfb014" providerId="LiveId" clId="{85FEFC20-368C-4804-AF35-776ECB9C6605}" dt="2025-09-24T16:52:03.591" v="1365" actId="14100"/>
        <pc:sldMkLst>
          <pc:docMk/>
          <pc:sldMk cId="972017034" sldId="301"/>
        </pc:sldMkLst>
      </pc:sldChg>
      <pc:sldChg chg="del">
        <pc:chgData name="Alberto Ruiz" userId="47fa91d207cfb014" providerId="LiveId" clId="{85FEFC20-368C-4804-AF35-776ECB9C6605}" dt="2025-09-26T18:44:35.819" v="1555" actId="47"/>
        <pc:sldMkLst>
          <pc:docMk/>
          <pc:sldMk cId="2524489765" sldId="301"/>
        </pc:sldMkLst>
      </pc:sldChg>
      <pc:sldChg chg="modSp add mod">
        <pc:chgData name="Alberto Ruiz" userId="47fa91d207cfb014" providerId="LiveId" clId="{85FEFC20-368C-4804-AF35-776ECB9C6605}" dt="2025-09-24T16:57:28.022" v="1396" actId="403"/>
        <pc:sldMkLst>
          <pc:docMk/>
          <pc:sldMk cId="3291211572" sldId="302"/>
        </pc:sldMkLst>
      </pc:sldChg>
      <pc:sldChg chg="del">
        <pc:chgData name="Alberto Ruiz" userId="47fa91d207cfb014" providerId="LiveId" clId="{85FEFC20-368C-4804-AF35-776ECB9C6605}" dt="2025-09-26T18:44:36.580" v="1556" actId="47"/>
        <pc:sldMkLst>
          <pc:docMk/>
          <pc:sldMk cId="4288825576" sldId="302"/>
        </pc:sldMkLst>
      </pc:sldChg>
      <pc:sldChg chg="addSp modSp new del mod setBg">
        <pc:chgData name="Alberto Ruiz" userId="47fa91d207cfb014" providerId="LiveId" clId="{85FEFC20-368C-4804-AF35-776ECB9C6605}" dt="2025-09-26T18:44:35.655" v="1554" actId="47"/>
        <pc:sldMkLst>
          <pc:docMk/>
          <pc:sldMk cId="313862045" sldId="303"/>
        </pc:sldMkLst>
        <pc:spChg chg="mod">
          <ac:chgData name="Alberto Ruiz" userId="47fa91d207cfb014" providerId="LiveId" clId="{85FEFC20-368C-4804-AF35-776ECB9C6605}" dt="2025-09-26T18:00:36.312" v="1483"/>
          <ac:spMkLst>
            <pc:docMk/>
            <pc:sldMk cId="313862045" sldId="303"/>
            <ac:spMk id="2" creationId="{394CF634-3EFA-F874-BD43-189187A2D466}"/>
          </ac:spMkLst>
        </pc:spChg>
        <pc:spChg chg="mod">
          <ac:chgData name="Alberto Ruiz" userId="47fa91d207cfb014" providerId="LiveId" clId="{85FEFC20-368C-4804-AF35-776ECB9C6605}" dt="2025-09-26T18:00:35.058" v="1482" actId="21"/>
          <ac:spMkLst>
            <pc:docMk/>
            <pc:sldMk cId="313862045" sldId="303"/>
            <ac:spMk id="3" creationId="{EEAA0D6F-0FAE-1EB3-94C3-666F8BBC1974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8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10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12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22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36" creationId="{C8D9C5DD-B8B3-46A0-8FBC-EE462F96C4E5}"/>
          </ac:spMkLst>
        </pc:s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14" creationId="{7C34EE77-74D1-42B4-801B-40B35A68C127}"/>
          </ac:grpSpMkLst>
        </pc:gr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24" creationId="{70E4CB9D-2256-4786-8DDF-ADFBF3533745}"/>
          </ac:grpSpMkLst>
        </pc:gr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30" creationId="{568E6F37-AE05-46BF-A77F-5505926E92C6}"/>
          </ac:grpSpMkLst>
        </pc:grpChg>
      </pc:sldChg>
      <pc:sldChg chg="addSp modSp new mod setBg">
        <pc:chgData name="Alberto Ruiz" userId="47fa91d207cfb014" providerId="LiveId" clId="{85FEFC20-368C-4804-AF35-776ECB9C6605}" dt="2025-09-24T17:06:47.714" v="1439" actId="255"/>
        <pc:sldMkLst>
          <pc:docMk/>
          <pc:sldMk cId="2930059075" sldId="303"/>
        </pc:sldMkLst>
      </pc:sldChg>
      <pc:sldChg chg="addSp modSp new mod setBg">
        <pc:chgData name="Alberto Ruiz" userId="47fa91d207cfb014" providerId="LiveId" clId="{85FEFC20-368C-4804-AF35-776ECB9C6605}" dt="2025-09-24T17:06:50.787" v="1440" actId="26606"/>
        <pc:sldMkLst>
          <pc:docMk/>
          <pc:sldMk cId="4195051442" sldId="304"/>
        </pc:sldMkLst>
      </pc:sldChg>
      <pc:sldChg chg="addSp modSp new mod setBg">
        <pc:chgData name="Alberto Ruiz" userId="47fa91d207cfb014" providerId="LiveId" clId="{85FEFC20-368C-4804-AF35-776ECB9C6605}" dt="2025-09-24T17:07:59.334" v="1475" actId="255"/>
        <pc:sldMkLst>
          <pc:docMk/>
          <pc:sldMk cId="167883628" sldId="305"/>
        </pc:sldMkLst>
      </pc:sldChg>
      <pc:sldChg chg="new">
        <pc:chgData name="Alberto Ruiz" userId="47fa91d207cfb014" providerId="LiveId" clId="{85FEFC20-368C-4804-AF35-776ECB9C6605}" dt="2025-09-24T17:08:02.113" v="1476" actId="680"/>
        <pc:sldMkLst>
          <pc:docMk/>
          <pc:sldMk cId="2722454959" sldId="306"/>
        </pc:sldMkLst>
      </pc:sldChg>
    </pc:docChg>
  </pc:docChgLst>
  <pc:docChgLst>
    <pc:chgData name="Alberto Ruiz" userId="47fa91d207cfb014" providerId="LiveId" clId="{9743E567-337F-4C21-A62A-0C7FCC4B4E77}"/>
    <pc:docChg chg="undo custSel addSld delSld modSld">
      <pc:chgData name="Alberto Ruiz" userId="47fa91d207cfb014" providerId="LiveId" clId="{9743E567-337F-4C21-A62A-0C7FCC4B4E77}" dt="2025-09-24T12:27:04.969" v="1999" actId="680"/>
      <pc:docMkLst>
        <pc:docMk/>
      </pc:docMkLst>
      <pc:sldChg chg="addSp delSp modSp mod">
        <pc:chgData name="Alberto Ruiz" userId="47fa91d207cfb014" providerId="LiveId" clId="{9743E567-337F-4C21-A62A-0C7FCC4B4E77}" dt="2025-09-18T06:31:18.816" v="0" actId="478"/>
        <pc:sldMkLst>
          <pc:docMk/>
          <pc:sldMk cId="4108739217" sldId="256"/>
        </pc:sldMkLst>
        <pc:spChg chg="add mod">
          <ac:chgData name="Alberto Ruiz" userId="47fa91d207cfb014" providerId="LiveId" clId="{9743E567-337F-4C21-A62A-0C7FCC4B4E77}" dt="2025-09-18T06:31:18.816" v="0" actId="478"/>
          <ac:spMkLst>
            <pc:docMk/>
            <pc:sldMk cId="4108739217" sldId="256"/>
            <ac:spMk id="5" creationId="{BB076771-2AA0-A9C7-C61D-786423133F2C}"/>
          </ac:spMkLst>
        </pc:spChg>
      </pc:sldChg>
      <pc:sldChg chg="del">
        <pc:chgData name="Alberto Ruiz" userId="47fa91d207cfb014" providerId="LiveId" clId="{9743E567-337F-4C21-A62A-0C7FCC4B4E77}" dt="2025-09-23T10:52:57.600" v="2" actId="47"/>
        <pc:sldMkLst>
          <pc:docMk/>
          <pc:sldMk cId="2624861979" sldId="282"/>
        </pc:sldMkLst>
      </pc:sldChg>
      <pc:sldChg chg="modSp mod">
        <pc:chgData name="Alberto Ruiz" userId="47fa91d207cfb014" providerId="LiveId" clId="{9743E567-337F-4C21-A62A-0C7FCC4B4E77}" dt="2025-09-23T10:57:00.873" v="348" actId="20577"/>
        <pc:sldMkLst>
          <pc:docMk/>
          <pc:sldMk cId="152618039" sldId="283"/>
        </pc:sldMkLst>
        <pc:spChg chg="mod">
          <ac:chgData name="Alberto Ruiz" userId="47fa91d207cfb014" providerId="LiveId" clId="{9743E567-337F-4C21-A62A-0C7FCC4B4E77}" dt="2025-09-23T10:53:40.793" v="80" actId="20577"/>
          <ac:spMkLst>
            <pc:docMk/>
            <pc:sldMk cId="152618039" sldId="283"/>
            <ac:spMk id="2" creationId="{28D313E2-6B46-66DA-4EF7-02FCD33E5417}"/>
          </ac:spMkLst>
        </pc:spChg>
        <pc:spChg chg="mod">
          <ac:chgData name="Alberto Ruiz" userId="47fa91d207cfb014" providerId="LiveId" clId="{9743E567-337F-4C21-A62A-0C7FCC4B4E77}" dt="2025-09-23T10:57:00.873" v="348" actId="20577"/>
          <ac:spMkLst>
            <pc:docMk/>
            <pc:sldMk cId="152618039" sldId="283"/>
            <ac:spMk id="3" creationId="{755E79F4-1172-A62D-3F73-D6793E20776D}"/>
          </ac:spMkLst>
        </pc:spChg>
      </pc:sldChg>
      <pc:sldChg chg="addSp delSp modSp new mod setBg">
        <pc:chgData name="Alberto Ruiz" userId="47fa91d207cfb014" providerId="LiveId" clId="{9743E567-337F-4C21-A62A-0C7FCC4B4E77}" dt="2025-09-23T11:08:16.375" v="414" actId="26606"/>
        <pc:sldMkLst>
          <pc:docMk/>
          <pc:sldMk cId="144583344" sldId="284"/>
        </pc:sldMkLst>
      </pc:sldChg>
      <pc:sldChg chg="del">
        <pc:chgData name="Alberto Ruiz" userId="47fa91d207cfb014" providerId="LiveId" clId="{9743E567-337F-4C21-A62A-0C7FCC4B4E77}" dt="2025-09-23T10:52:58.044" v="3" actId="47"/>
        <pc:sldMkLst>
          <pc:docMk/>
          <pc:sldMk cId="1171360924" sldId="284"/>
        </pc:sldMkLst>
      </pc:sldChg>
      <pc:sldChg chg="addSp modSp mod setBg">
        <pc:chgData name="Alberto Ruiz" userId="47fa91d207cfb014" providerId="LiveId" clId="{9743E567-337F-4C21-A62A-0C7FCC4B4E77}" dt="2025-09-24T12:03:51.857" v="1649" actId="26606"/>
        <pc:sldMkLst>
          <pc:docMk/>
          <pc:sldMk cId="3781436359" sldId="284"/>
        </pc:sldMkLst>
      </pc:sldChg>
      <pc:sldChg chg="addSp modSp mod setBg">
        <pc:chgData name="Alberto Ruiz" userId="47fa91d207cfb014" providerId="LiveId" clId="{9743E567-337F-4C21-A62A-0C7FCC4B4E77}" dt="2025-09-24T12:18:15.635" v="1761" actId="26606"/>
        <pc:sldMkLst>
          <pc:docMk/>
          <pc:sldMk cId="1632013338" sldId="285"/>
        </pc:sldMkLst>
      </pc:sldChg>
      <pc:sldChg chg="del">
        <pc:chgData name="Alberto Ruiz" userId="47fa91d207cfb014" providerId="LiveId" clId="{9743E567-337F-4C21-A62A-0C7FCC4B4E77}" dt="2025-09-23T10:52:58.423" v="5" actId="47"/>
        <pc:sldMkLst>
          <pc:docMk/>
          <pc:sldMk cId="2191137854" sldId="285"/>
        </pc:sldMkLst>
      </pc:sldChg>
      <pc:sldChg chg="addSp delSp modSp new mod">
        <pc:chgData name="Alberto Ruiz" userId="47fa91d207cfb014" providerId="LiveId" clId="{9743E567-337F-4C21-A62A-0C7FCC4B4E77}" dt="2025-09-23T11:05:50.373" v="411" actId="1076"/>
        <pc:sldMkLst>
          <pc:docMk/>
          <pc:sldMk cId="4177545456" sldId="285"/>
        </pc:sldMkLst>
      </pc:sldChg>
      <pc:sldChg chg="addSp delSp modSp mod setBg">
        <pc:chgData name="Alberto Ruiz" userId="47fa91d207cfb014" providerId="LiveId" clId="{9743E567-337F-4C21-A62A-0C7FCC4B4E77}" dt="2025-09-24T12:26:56.264" v="1998" actId="26606"/>
        <pc:sldMkLst>
          <pc:docMk/>
          <pc:sldMk cId="1101300920" sldId="286"/>
        </pc:sldMkLst>
      </pc:sldChg>
      <pc:sldChg chg="addSp delSp modSp new mod setBg">
        <pc:chgData name="Alberto Ruiz" userId="47fa91d207cfb014" providerId="LiveId" clId="{9743E567-337F-4C21-A62A-0C7FCC4B4E77}" dt="2025-09-23T11:14:09.674" v="860" actId="26606"/>
        <pc:sldMkLst>
          <pc:docMk/>
          <pc:sldMk cId="2177018543" sldId="286"/>
        </pc:sldMkLst>
      </pc:sldChg>
      <pc:sldChg chg="del">
        <pc:chgData name="Alberto Ruiz" userId="47fa91d207cfb014" providerId="LiveId" clId="{9743E567-337F-4C21-A62A-0C7FCC4B4E77}" dt="2025-09-23T10:52:58.595" v="6" actId="47"/>
        <pc:sldMkLst>
          <pc:docMk/>
          <pc:sldMk cId="3517709361" sldId="286"/>
        </pc:sldMkLst>
      </pc:sldChg>
      <pc:sldChg chg="del">
        <pc:chgData name="Alberto Ruiz" userId="47fa91d207cfb014" providerId="LiveId" clId="{9743E567-337F-4C21-A62A-0C7FCC4B4E77}" dt="2025-09-23T10:52:58.768" v="7" actId="47"/>
        <pc:sldMkLst>
          <pc:docMk/>
          <pc:sldMk cId="1879621574" sldId="287"/>
        </pc:sldMkLst>
      </pc:sldChg>
      <pc:sldChg chg="addSp delSp modSp new mod setBg">
        <pc:chgData name="Alberto Ruiz" userId="47fa91d207cfb014" providerId="LiveId" clId="{9743E567-337F-4C21-A62A-0C7FCC4B4E77}" dt="2025-09-23T11:14:13.693" v="861" actId="26606"/>
        <pc:sldMkLst>
          <pc:docMk/>
          <pc:sldMk cId="2927665545" sldId="287"/>
        </pc:sldMkLst>
      </pc:sldChg>
      <pc:sldChg chg="addSp delSp modSp new mod setBg">
        <pc:chgData name="Alberto Ruiz" userId="47fa91d207cfb014" providerId="LiveId" clId="{9743E567-337F-4C21-A62A-0C7FCC4B4E77}" dt="2025-09-23T11:20:03.600" v="986" actId="26606"/>
        <pc:sldMkLst>
          <pc:docMk/>
          <pc:sldMk cId="2222828972" sldId="288"/>
        </pc:sldMkLst>
      </pc:sldChg>
      <pc:sldChg chg="del">
        <pc:chgData name="Alberto Ruiz" userId="47fa91d207cfb014" providerId="LiveId" clId="{9743E567-337F-4C21-A62A-0C7FCC4B4E77}" dt="2025-09-23T10:52:59.129" v="9" actId="47"/>
        <pc:sldMkLst>
          <pc:docMk/>
          <pc:sldMk cId="3830168765" sldId="288"/>
        </pc:sldMkLst>
      </pc:sldChg>
      <pc:sldChg chg="addSp delSp modSp new mod setBg">
        <pc:chgData name="Alberto Ruiz" userId="47fa91d207cfb014" providerId="LiveId" clId="{9743E567-337F-4C21-A62A-0C7FCC4B4E77}" dt="2025-09-23T11:29:50.276" v="1302" actId="26606"/>
        <pc:sldMkLst>
          <pc:docMk/>
          <pc:sldMk cId="3979568687" sldId="289"/>
        </pc:sldMkLst>
      </pc:sldChg>
      <pc:sldChg chg="del">
        <pc:chgData name="Alberto Ruiz" userId="47fa91d207cfb014" providerId="LiveId" clId="{9743E567-337F-4C21-A62A-0C7FCC4B4E77}" dt="2025-09-23T10:53:01.467" v="16" actId="47"/>
        <pc:sldMkLst>
          <pc:docMk/>
          <pc:sldMk cId="4136905644" sldId="289"/>
        </pc:sldMkLst>
      </pc:sldChg>
      <pc:sldChg chg="del">
        <pc:chgData name="Alberto Ruiz" userId="47fa91d207cfb014" providerId="LiveId" clId="{9743E567-337F-4C21-A62A-0C7FCC4B4E77}" dt="2025-09-23T10:52:58.234" v="4" actId="47"/>
        <pc:sldMkLst>
          <pc:docMk/>
          <pc:sldMk cId="908033775" sldId="290"/>
        </pc:sldMkLst>
      </pc:sldChg>
      <pc:sldChg chg="addSp delSp modSp new mod setBg">
        <pc:chgData name="Alberto Ruiz" userId="47fa91d207cfb014" providerId="LiveId" clId="{9743E567-337F-4C21-A62A-0C7FCC4B4E77}" dt="2025-09-23T11:36:16.741" v="1406" actId="26606"/>
        <pc:sldMkLst>
          <pc:docMk/>
          <pc:sldMk cId="2340477628" sldId="290"/>
        </pc:sldMkLst>
      </pc:sldChg>
      <pc:sldChg chg="addSp modSp mod setBg">
        <pc:chgData name="Alberto Ruiz" userId="47fa91d207cfb014" providerId="LiveId" clId="{9743E567-337F-4C21-A62A-0C7FCC4B4E77}" dt="2025-09-24T12:03:57.006" v="1650" actId="26606"/>
        <pc:sldMkLst>
          <pc:docMk/>
          <pc:sldMk cId="4281954436" sldId="290"/>
        </pc:sldMkLst>
      </pc:sldChg>
      <pc:sldChg chg="del">
        <pc:chgData name="Alberto Ruiz" userId="47fa91d207cfb014" providerId="LiveId" clId="{9743E567-337F-4C21-A62A-0C7FCC4B4E77}" dt="2025-09-23T10:52:59.309" v="10" actId="47"/>
        <pc:sldMkLst>
          <pc:docMk/>
          <pc:sldMk cId="1166698697" sldId="291"/>
        </pc:sldMkLst>
      </pc:sldChg>
      <pc:sldChg chg="addSp delSp modSp new mod setBg">
        <pc:chgData name="Alberto Ruiz" userId="47fa91d207cfb014" providerId="LiveId" clId="{9743E567-337F-4C21-A62A-0C7FCC4B4E77}" dt="2025-09-23T12:28:41.862" v="1486" actId="26606"/>
        <pc:sldMkLst>
          <pc:docMk/>
          <pc:sldMk cId="2518525717" sldId="291"/>
        </pc:sldMkLst>
      </pc:sldChg>
      <pc:sldChg chg="addSp delSp modSp mod setBg">
        <pc:chgData name="Alberto Ruiz" userId="47fa91d207cfb014" providerId="LiveId" clId="{9743E567-337F-4C21-A62A-0C7FCC4B4E77}" dt="2025-09-24T12:04:01.381" v="1651" actId="26606"/>
        <pc:sldMkLst>
          <pc:docMk/>
          <pc:sldMk cId="4008434162" sldId="291"/>
        </pc:sldMkLst>
      </pc:sldChg>
      <pc:sldChg chg="del">
        <pc:chgData name="Alberto Ruiz" userId="47fa91d207cfb014" providerId="LiveId" clId="{9743E567-337F-4C21-A62A-0C7FCC4B4E77}" dt="2025-09-23T10:52:59.509" v="11" actId="47"/>
        <pc:sldMkLst>
          <pc:docMk/>
          <pc:sldMk cId="1202599591" sldId="292"/>
        </pc:sldMkLst>
      </pc:sldChg>
      <pc:sldChg chg="addSp delSp modSp new mod setBg">
        <pc:chgData name="Alberto Ruiz" userId="47fa91d207cfb014" providerId="LiveId" clId="{9743E567-337F-4C21-A62A-0C7FCC4B4E77}" dt="2025-09-23T15:15:06.824" v="1550" actId="26606"/>
        <pc:sldMkLst>
          <pc:docMk/>
          <pc:sldMk cId="1537041161" sldId="292"/>
        </pc:sldMkLst>
      </pc:sldChg>
      <pc:sldChg chg="addSp delSp modSp mod setBg">
        <pc:chgData name="Alberto Ruiz" userId="47fa91d207cfb014" providerId="LiveId" clId="{9743E567-337F-4C21-A62A-0C7FCC4B4E77}" dt="2025-09-24T12:04:05.626" v="1652" actId="26606"/>
        <pc:sldMkLst>
          <pc:docMk/>
          <pc:sldMk cId="3465514534" sldId="292"/>
        </pc:sldMkLst>
      </pc:sldChg>
      <pc:sldChg chg="addSp delSp modSp new mod setBg">
        <pc:chgData name="Alberto Ruiz" userId="47fa91d207cfb014" providerId="LiveId" clId="{9743E567-337F-4C21-A62A-0C7FCC4B4E77}" dt="2025-09-23T15:15:57.258" v="1562" actId="1076"/>
        <pc:sldMkLst>
          <pc:docMk/>
          <pc:sldMk cId="201943607" sldId="293"/>
        </pc:sldMkLst>
      </pc:sldChg>
      <pc:sldChg chg="del">
        <pc:chgData name="Alberto Ruiz" userId="47fa91d207cfb014" providerId="LiveId" clId="{9743E567-337F-4C21-A62A-0C7FCC4B4E77}" dt="2025-09-23T10:52:59.702" v="12" actId="47"/>
        <pc:sldMkLst>
          <pc:docMk/>
          <pc:sldMk cId="1002008813" sldId="293"/>
        </pc:sldMkLst>
      </pc:sldChg>
      <pc:sldChg chg="addSp delSp modSp new mod setBg">
        <pc:chgData name="Alberto Ruiz" userId="47fa91d207cfb014" providerId="LiveId" clId="{9743E567-337F-4C21-A62A-0C7FCC4B4E77}" dt="2025-09-24T12:21:28.817" v="1904" actId="26606"/>
        <pc:sldMkLst>
          <pc:docMk/>
          <pc:sldMk cId="4024440558" sldId="293"/>
        </pc:sldMkLst>
      </pc:sldChg>
      <pc:sldChg chg="addSp modSp new mod setBg">
        <pc:chgData name="Alberto Ruiz" userId="47fa91d207cfb014" providerId="LiveId" clId="{9743E567-337F-4C21-A62A-0C7FCC4B4E77}" dt="2025-09-23T15:16:05.747" v="1564" actId="1076"/>
        <pc:sldMkLst>
          <pc:docMk/>
          <pc:sldMk cId="294674519" sldId="294"/>
        </pc:sldMkLst>
      </pc:sldChg>
      <pc:sldChg chg="new">
        <pc:chgData name="Alberto Ruiz" userId="47fa91d207cfb014" providerId="LiveId" clId="{9743E567-337F-4C21-A62A-0C7FCC4B4E77}" dt="2025-09-24T12:27:04.969" v="1999" actId="680"/>
        <pc:sldMkLst>
          <pc:docMk/>
          <pc:sldMk cId="542680462" sldId="294"/>
        </pc:sldMkLst>
      </pc:sldChg>
      <pc:sldChg chg="del">
        <pc:chgData name="Alberto Ruiz" userId="47fa91d207cfb014" providerId="LiveId" clId="{9743E567-337F-4C21-A62A-0C7FCC4B4E77}" dt="2025-09-23T10:53:00.183" v="13" actId="47"/>
        <pc:sldMkLst>
          <pc:docMk/>
          <pc:sldMk cId="1442277376" sldId="294"/>
        </pc:sldMkLst>
      </pc:sldChg>
      <pc:sldChg chg="del">
        <pc:chgData name="Alberto Ruiz" userId="47fa91d207cfb014" providerId="LiveId" clId="{9743E567-337F-4C21-A62A-0C7FCC4B4E77}" dt="2025-09-23T10:53:01.069" v="15" actId="47"/>
        <pc:sldMkLst>
          <pc:docMk/>
          <pc:sldMk cId="77324183" sldId="295"/>
        </pc:sldMkLst>
      </pc:sldChg>
      <pc:sldChg chg="addSp modSp new mod setBg">
        <pc:chgData name="Alberto Ruiz" userId="47fa91d207cfb014" providerId="LiveId" clId="{9743E567-337F-4C21-A62A-0C7FCC4B4E77}" dt="2025-09-23T15:16:14.252" v="1566" actId="1076"/>
        <pc:sldMkLst>
          <pc:docMk/>
          <pc:sldMk cId="4109821813" sldId="295"/>
        </pc:sldMkLst>
      </pc:sldChg>
      <pc:sldChg chg="del">
        <pc:chgData name="Alberto Ruiz" userId="47fa91d207cfb014" providerId="LiveId" clId="{9743E567-337F-4C21-A62A-0C7FCC4B4E77}" dt="2025-09-23T10:52:58.950" v="8" actId="47"/>
        <pc:sldMkLst>
          <pc:docMk/>
          <pc:sldMk cId="750532084" sldId="296"/>
        </pc:sldMkLst>
      </pc:sldChg>
      <pc:sldChg chg="addSp modSp new mod setBg">
        <pc:chgData name="Alberto Ruiz" userId="47fa91d207cfb014" providerId="LiveId" clId="{9743E567-337F-4C21-A62A-0C7FCC4B4E77}" dt="2025-09-23T15:18:44.711" v="1635" actId="27636"/>
        <pc:sldMkLst>
          <pc:docMk/>
          <pc:sldMk cId="3992892498" sldId="296"/>
        </pc:sldMkLst>
      </pc:sldChg>
      <pc:sldChg chg="del">
        <pc:chgData name="Alberto Ruiz" userId="47fa91d207cfb014" providerId="LiveId" clId="{9743E567-337F-4C21-A62A-0C7FCC4B4E77}" dt="2025-09-23T10:53:00.599" v="14" actId="47"/>
        <pc:sldMkLst>
          <pc:docMk/>
          <pc:sldMk cId="77769760" sldId="297"/>
        </pc:sldMkLst>
      </pc:sldChg>
      <pc:sldChg chg="addSp modSp new mod setBg">
        <pc:chgData name="Alberto Ruiz" userId="47fa91d207cfb014" providerId="LiveId" clId="{9743E567-337F-4C21-A62A-0C7FCC4B4E77}" dt="2025-09-23T15:33:55.704" v="1647" actId="26606"/>
        <pc:sldMkLst>
          <pc:docMk/>
          <pc:sldMk cId="1868293708" sldId="297"/>
        </pc:sldMkLst>
      </pc:sldChg>
      <pc:sldChg chg="del">
        <pc:chgData name="Alberto Ruiz" userId="47fa91d207cfb014" providerId="LiveId" clId="{9743E567-337F-4C21-A62A-0C7FCC4B4E77}" dt="2025-09-23T10:53:01.900" v="17" actId="47"/>
        <pc:sldMkLst>
          <pc:docMk/>
          <pc:sldMk cId="91347579" sldId="298"/>
        </pc:sldMkLst>
      </pc:sldChg>
      <pc:sldChg chg="addSp modSp new mod setBg">
        <pc:chgData name="Alberto Ruiz" userId="47fa91d207cfb014" providerId="LiveId" clId="{9743E567-337F-4C21-A62A-0C7FCC4B4E77}" dt="2025-09-23T15:33:58.523" v="1648" actId="26606"/>
        <pc:sldMkLst>
          <pc:docMk/>
          <pc:sldMk cId="3184751279" sldId="298"/>
        </pc:sldMkLst>
      </pc:sldChg>
      <pc:sldChg chg="del">
        <pc:chgData name="Alberto Ruiz" userId="47fa91d207cfb014" providerId="LiveId" clId="{9743E567-337F-4C21-A62A-0C7FCC4B4E77}" dt="2025-09-23T10:53:02.347" v="18" actId="47"/>
        <pc:sldMkLst>
          <pc:docMk/>
          <pc:sldMk cId="1217792650" sldId="299"/>
        </pc:sldMkLst>
      </pc:sldChg>
      <pc:sldChg chg="del">
        <pc:chgData name="Alberto Ruiz" userId="47fa91d207cfb014" providerId="LiveId" clId="{9743E567-337F-4C21-A62A-0C7FCC4B4E77}" dt="2025-09-23T10:53:02.866" v="19" actId="47"/>
        <pc:sldMkLst>
          <pc:docMk/>
          <pc:sldMk cId="2365938747" sldId="300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DCF472-941F-4411-9072-5FB59C91063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634C354-9C16-426D-9CD8-3EE0A0BC8F16}">
      <dgm:prSet/>
      <dgm:spPr/>
      <dgm:t>
        <a:bodyPr/>
        <a:lstStyle/>
        <a:p>
          <a:r>
            <a:rPr lang="en-US"/>
            <a:t>• HTTP Proxy → filtra tráfico web (80/443).</a:t>
          </a:r>
        </a:p>
      </dgm:t>
    </dgm:pt>
    <dgm:pt modelId="{214BCEAE-C295-43AB-8D5D-3416BBDADDEB}" type="parTrans" cxnId="{DDAD173C-36A8-4067-8AB9-708E50C7C645}">
      <dgm:prSet/>
      <dgm:spPr/>
      <dgm:t>
        <a:bodyPr/>
        <a:lstStyle/>
        <a:p>
          <a:endParaRPr lang="en-US"/>
        </a:p>
      </dgm:t>
    </dgm:pt>
    <dgm:pt modelId="{C3397384-A87A-4828-86AC-CBBCD8AF1DDC}" type="sibTrans" cxnId="{DDAD173C-36A8-4067-8AB9-708E50C7C645}">
      <dgm:prSet/>
      <dgm:spPr/>
      <dgm:t>
        <a:bodyPr/>
        <a:lstStyle/>
        <a:p>
          <a:endParaRPr lang="en-US"/>
        </a:p>
      </dgm:t>
    </dgm:pt>
    <dgm:pt modelId="{84820204-B2E6-4B41-B2B8-951A0E41A083}">
      <dgm:prSet/>
      <dgm:spPr/>
      <dgm:t>
        <a:bodyPr/>
        <a:lstStyle/>
        <a:p>
          <a:r>
            <a:rPr lang="en-US"/>
            <a:t>• FTP Proxy → controla transferencias de archivos.</a:t>
          </a:r>
        </a:p>
      </dgm:t>
    </dgm:pt>
    <dgm:pt modelId="{D2B6EA25-D006-4EFD-A771-9B823E13AD6A}" type="parTrans" cxnId="{8D632F15-4D07-4654-90AD-68725703770A}">
      <dgm:prSet/>
      <dgm:spPr/>
      <dgm:t>
        <a:bodyPr/>
        <a:lstStyle/>
        <a:p>
          <a:endParaRPr lang="en-US"/>
        </a:p>
      </dgm:t>
    </dgm:pt>
    <dgm:pt modelId="{7A92EB0C-EA86-4062-820D-C24B46BD3DA3}" type="sibTrans" cxnId="{8D632F15-4D07-4654-90AD-68725703770A}">
      <dgm:prSet/>
      <dgm:spPr/>
      <dgm:t>
        <a:bodyPr/>
        <a:lstStyle/>
        <a:p>
          <a:endParaRPr lang="en-US"/>
        </a:p>
      </dgm:t>
    </dgm:pt>
    <dgm:pt modelId="{70FE3AF9-460B-4EA1-9C87-012DF435F036}">
      <dgm:prSet/>
      <dgm:spPr/>
      <dgm:t>
        <a:bodyPr/>
        <a:lstStyle/>
        <a:p>
          <a:r>
            <a:rPr lang="en-US"/>
            <a:t>• SMTP Proxy → revisa correos electrónicos (antispam/antivirus).</a:t>
          </a:r>
        </a:p>
      </dgm:t>
    </dgm:pt>
    <dgm:pt modelId="{172F9E9B-2CB3-43EA-BF64-94A5EDDA38B3}" type="parTrans" cxnId="{24D6F38A-DAEB-4F79-8A06-D97D78B43CED}">
      <dgm:prSet/>
      <dgm:spPr/>
      <dgm:t>
        <a:bodyPr/>
        <a:lstStyle/>
        <a:p>
          <a:endParaRPr lang="en-US"/>
        </a:p>
      </dgm:t>
    </dgm:pt>
    <dgm:pt modelId="{3DF34CA9-ED11-4028-91C3-0A1F88E8751F}" type="sibTrans" cxnId="{24D6F38A-DAEB-4F79-8A06-D97D78B43CED}">
      <dgm:prSet/>
      <dgm:spPr/>
      <dgm:t>
        <a:bodyPr/>
        <a:lstStyle/>
        <a:p>
          <a:endParaRPr lang="en-US"/>
        </a:p>
      </dgm:t>
    </dgm:pt>
    <dgm:pt modelId="{3535799C-57CE-46AF-B740-A9B543254B5D}">
      <dgm:prSet/>
      <dgm:spPr/>
      <dgm:t>
        <a:bodyPr/>
        <a:lstStyle/>
        <a:p>
          <a:r>
            <a:rPr lang="en-US"/>
            <a:t>• SOCKS Proxy → genérico, soporta múltiples protocolos (TCP/UDP).</a:t>
          </a:r>
        </a:p>
      </dgm:t>
    </dgm:pt>
    <dgm:pt modelId="{C5D13EE9-6878-49A0-9F47-5470BF9214CB}" type="parTrans" cxnId="{3F21D774-D55C-4F6B-9344-696FBB6D1789}">
      <dgm:prSet/>
      <dgm:spPr/>
      <dgm:t>
        <a:bodyPr/>
        <a:lstStyle/>
        <a:p>
          <a:endParaRPr lang="en-US"/>
        </a:p>
      </dgm:t>
    </dgm:pt>
    <dgm:pt modelId="{B5B933B0-FAE6-44A7-A29E-ED996D0142F7}" type="sibTrans" cxnId="{3F21D774-D55C-4F6B-9344-696FBB6D1789}">
      <dgm:prSet/>
      <dgm:spPr/>
      <dgm:t>
        <a:bodyPr/>
        <a:lstStyle/>
        <a:p>
          <a:endParaRPr lang="en-US"/>
        </a:p>
      </dgm:t>
    </dgm:pt>
    <dgm:pt modelId="{E73B422A-267E-4979-8467-D1A8B9382008}" type="pres">
      <dgm:prSet presAssocID="{BDDCF472-941F-4411-9072-5FB59C910633}" presName="linear" presStyleCnt="0">
        <dgm:presLayoutVars>
          <dgm:animLvl val="lvl"/>
          <dgm:resizeHandles val="exact"/>
        </dgm:presLayoutVars>
      </dgm:prSet>
      <dgm:spPr/>
    </dgm:pt>
    <dgm:pt modelId="{FD326DD7-F4B6-419C-A1DD-2BFC61EFE8EB}" type="pres">
      <dgm:prSet presAssocID="{C634C354-9C16-426D-9CD8-3EE0A0BC8F1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85D9DB6-0B44-4EF4-A31D-E9042ACDE345}" type="pres">
      <dgm:prSet presAssocID="{C3397384-A87A-4828-86AC-CBBCD8AF1DDC}" presName="spacer" presStyleCnt="0"/>
      <dgm:spPr/>
    </dgm:pt>
    <dgm:pt modelId="{C7370B7C-859C-4F61-B1E6-C6B20C4B540F}" type="pres">
      <dgm:prSet presAssocID="{84820204-B2E6-4B41-B2B8-951A0E41A0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24FCFE1-0341-4CF6-8D96-EB942E0DBE4F}" type="pres">
      <dgm:prSet presAssocID="{7A92EB0C-EA86-4062-820D-C24B46BD3DA3}" presName="spacer" presStyleCnt="0"/>
      <dgm:spPr/>
    </dgm:pt>
    <dgm:pt modelId="{15792A5D-5EF4-4029-B052-397B558591DF}" type="pres">
      <dgm:prSet presAssocID="{70FE3AF9-460B-4EA1-9C87-012DF435F0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917866-73BB-4B3F-8730-44AC0A7D0355}" type="pres">
      <dgm:prSet presAssocID="{3DF34CA9-ED11-4028-91C3-0A1F88E8751F}" presName="spacer" presStyleCnt="0"/>
      <dgm:spPr/>
    </dgm:pt>
    <dgm:pt modelId="{94550918-A007-46C3-ADAD-068EF56984C1}" type="pres">
      <dgm:prSet presAssocID="{3535799C-57CE-46AF-B740-A9B543254B5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ABD0901-F0A6-43F7-B1A5-180CE9EA9219}" type="presOf" srcId="{70FE3AF9-460B-4EA1-9C87-012DF435F036}" destId="{15792A5D-5EF4-4029-B052-397B558591DF}" srcOrd="0" destOrd="0" presId="urn:microsoft.com/office/officeart/2005/8/layout/vList2"/>
    <dgm:cxn modelId="{8D632F15-4D07-4654-90AD-68725703770A}" srcId="{BDDCF472-941F-4411-9072-5FB59C910633}" destId="{84820204-B2E6-4B41-B2B8-951A0E41A083}" srcOrd="1" destOrd="0" parTransId="{D2B6EA25-D006-4EFD-A771-9B823E13AD6A}" sibTransId="{7A92EB0C-EA86-4062-820D-C24B46BD3DA3}"/>
    <dgm:cxn modelId="{DDAD173C-36A8-4067-8AB9-708E50C7C645}" srcId="{BDDCF472-941F-4411-9072-5FB59C910633}" destId="{C634C354-9C16-426D-9CD8-3EE0A0BC8F16}" srcOrd="0" destOrd="0" parTransId="{214BCEAE-C295-43AB-8D5D-3416BBDADDEB}" sibTransId="{C3397384-A87A-4828-86AC-CBBCD8AF1DDC}"/>
    <dgm:cxn modelId="{3F21D774-D55C-4F6B-9344-696FBB6D1789}" srcId="{BDDCF472-941F-4411-9072-5FB59C910633}" destId="{3535799C-57CE-46AF-B740-A9B543254B5D}" srcOrd="3" destOrd="0" parTransId="{C5D13EE9-6878-49A0-9F47-5470BF9214CB}" sibTransId="{B5B933B0-FAE6-44A7-A29E-ED996D0142F7}"/>
    <dgm:cxn modelId="{24D6F38A-DAEB-4F79-8A06-D97D78B43CED}" srcId="{BDDCF472-941F-4411-9072-5FB59C910633}" destId="{70FE3AF9-460B-4EA1-9C87-012DF435F036}" srcOrd="2" destOrd="0" parTransId="{172F9E9B-2CB3-43EA-BF64-94A5EDDA38B3}" sibTransId="{3DF34CA9-ED11-4028-91C3-0A1F88E8751F}"/>
    <dgm:cxn modelId="{71AF0AA6-586F-4AA5-97F0-788729678FE8}" type="presOf" srcId="{3535799C-57CE-46AF-B740-A9B543254B5D}" destId="{94550918-A007-46C3-ADAD-068EF56984C1}" srcOrd="0" destOrd="0" presId="urn:microsoft.com/office/officeart/2005/8/layout/vList2"/>
    <dgm:cxn modelId="{909216B0-B13F-4686-942C-83FA16308617}" type="presOf" srcId="{84820204-B2E6-4B41-B2B8-951A0E41A083}" destId="{C7370B7C-859C-4F61-B1E6-C6B20C4B540F}" srcOrd="0" destOrd="0" presId="urn:microsoft.com/office/officeart/2005/8/layout/vList2"/>
    <dgm:cxn modelId="{F0A2E1E2-0CB9-4206-A4B7-7570CB72FDFA}" type="presOf" srcId="{BDDCF472-941F-4411-9072-5FB59C910633}" destId="{E73B422A-267E-4979-8467-D1A8B9382008}" srcOrd="0" destOrd="0" presId="urn:microsoft.com/office/officeart/2005/8/layout/vList2"/>
    <dgm:cxn modelId="{75F977F8-794B-48AA-8D1C-EF016BF10B2B}" type="presOf" srcId="{C634C354-9C16-426D-9CD8-3EE0A0BC8F16}" destId="{FD326DD7-F4B6-419C-A1DD-2BFC61EFE8EB}" srcOrd="0" destOrd="0" presId="urn:microsoft.com/office/officeart/2005/8/layout/vList2"/>
    <dgm:cxn modelId="{3EEA9E93-91AD-4386-91E1-2DA1AFBD5E5D}" type="presParOf" srcId="{E73B422A-267E-4979-8467-D1A8B9382008}" destId="{FD326DD7-F4B6-419C-A1DD-2BFC61EFE8EB}" srcOrd="0" destOrd="0" presId="urn:microsoft.com/office/officeart/2005/8/layout/vList2"/>
    <dgm:cxn modelId="{CCAEFD3E-FF0B-4299-8460-4AA99011DD5D}" type="presParOf" srcId="{E73B422A-267E-4979-8467-D1A8B9382008}" destId="{F85D9DB6-0B44-4EF4-A31D-E9042ACDE345}" srcOrd="1" destOrd="0" presId="urn:microsoft.com/office/officeart/2005/8/layout/vList2"/>
    <dgm:cxn modelId="{268F06B2-2A26-45B5-AA13-F90C0A16A51D}" type="presParOf" srcId="{E73B422A-267E-4979-8467-D1A8B9382008}" destId="{C7370B7C-859C-4F61-B1E6-C6B20C4B540F}" srcOrd="2" destOrd="0" presId="urn:microsoft.com/office/officeart/2005/8/layout/vList2"/>
    <dgm:cxn modelId="{47E72FDE-D1D7-45C9-9D74-8E69C8CEFE0B}" type="presParOf" srcId="{E73B422A-267E-4979-8467-D1A8B9382008}" destId="{C24FCFE1-0341-4CF6-8D96-EB942E0DBE4F}" srcOrd="3" destOrd="0" presId="urn:microsoft.com/office/officeart/2005/8/layout/vList2"/>
    <dgm:cxn modelId="{223D289E-924A-4A0A-B414-BE05471EAC48}" type="presParOf" srcId="{E73B422A-267E-4979-8467-D1A8B9382008}" destId="{15792A5D-5EF4-4029-B052-397B558591DF}" srcOrd="4" destOrd="0" presId="urn:microsoft.com/office/officeart/2005/8/layout/vList2"/>
    <dgm:cxn modelId="{94EB6202-3A16-489E-8007-BC912C887E7C}" type="presParOf" srcId="{E73B422A-267E-4979-8467-D1A8B9382008}" destId="{0E917866-73BB-4B3F-8730-44AC0A7D0355}" srcOrd="5" destOrd="0" presId="urn:microsoft.com/office/officeart/2005/8/layout/vList2"/>
    <dgm:cxn modelId="{6C154C1D-283C-4EB7-BEA7-4DC4D889453B}" type="presParOf" srcId="{E73B422A-267E-4979-8467-D1A8B9382008}" destId="{94550918-A007-46C3-ADAD-068EF56984C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4D7DB3-3269-4DDA-A0E7-1086EC7F26F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C424BF9-F63E-445D-A36B-862E34E85D05}">
      <dgm:prSet/>
      <dgm:spPr/>
      <dgm:t>
        <a:bodyPr/>
        <a:lstStyle/>
        <a:p>
          <a:pPr>
            <a:defRPr cap="all"/>
          </a:pPr>
          <a:r>
            <a:rPr lang="en-US"/>
            <a:t>- Servidor proxy caché de código abierto</a:t>
          </a:r>
        </a:p>
      </dgm:t>
    </dgm:pt>
    <dgm:pt modelId="{26480826-D8EF-4453-815B-04F225F99D58}" type="parTrans" cxnId="{084D42ED-F6F9-4F6F-83EE-849A71D33C10}">
      <dgm:prSet/>
      <dgm:spPr/>
      <dgm:t>
        <a:bodyPr/>
        <a:lstStyle/>
        <a:p>
          <a:endParaRPr lang="en-US"/>
        </a:p>
      </dgm:t>
    </dgm:pt>
    <dgm:pt modelId="{5C6E666E-D3CD-4D18-AA06-37BFDC307437}" type="sibTrans" cxnId="{084D42ED-F6F9-4F6F-83EE-849A71D33C10}">
      <dgm:prSet/>
      <dgm:spPr/>
      <dgm:t>
        <a:bodyPr/>
        <a:lstStyle/>
        <a:p>
          <a:endParaRPr lang="en-US"/>
        </a:p>
      </dgm:t>
    </dgm:pt>
    <dgm:pt modelId="{7BA33FFA-A2AE-4894-ACA6-6FB723C95866}">
      <dgm:prSet/>
      <dgm:spPr/>
      <dgm:t>
        <a:bodyPr/>
        <a:lstStyle/>
        <a:p>
          <a:pPr>
            <a:defRPr cap="all"/>
          </a:pPr>
          <a:r>
            <a:rPr lang="en-US"/>
            <a:t>- Controla el acceso a Internet</a:t>
          </a:r>
        </a:p>
      </dgm:t>
    </dgm:pt>
    <dgm:pt modelId="{39934C7E-8011-47B6-8FB3-C0548D95A768}" type="parTrans" cxnId="{432F905F-7136-4A8A-80D3-0382CF94DA79}">
      <dgm:prSet/>
      <dgm:spPr/>
      <dgm:t>
        <a:bodyPr/>
        <a:lstStyle/>
        <a:p>
          <a:endParaRPr lang="en-US"/>
        </a:p>
      </dgm:t>
    </dgm:pt>
    <dgm:pt modelId="{A8910B63-D470-4EF3-B42C-CAB614518537}" type="sibTrans" cxnId="{432F905F-7136-4A8A-80D3-0382CF94DA79}">
      <dgm:prSet/>
      <dgm:spPr/>
      <dgm:t>
        <a:bodyPr/>
        <a:lstStyle/>
        <a:p>
          <a:endParaRPr lang="en-US"/>
        </a:p>
      </dgm:t>
    </dgm:pt>
    <dgm:pt modelId="{1B5215B1-5F26-4E23-A432-105988814B17}">
      <dgm:prSet/>
      <dgm:spPr/>
      <dgm:t>
        <a:bodyPr/>
        <a:lstStyle/>
        <a:p>
          <a:pPr>
            <a:defRPr cap="all"/>
          </a:pPr>
          <a:r>
            <a:rPr lang="en-US"/>
            <a:t>- Ahorra ancho de banda y mejora la seguridad</a:t>
          </a:r>
        </a:p>
      </dgm:t>
    </dgm:pt>
    <dgm:pt modelId="{FC741E8D-FC3C-49D2-8642-C82D320A2BD6}" type="parTrans" cxnId="{70E68E06-AA24-4B38-B44A-4ABFFD6F3A00}">
      <dgm:prSet/>
      <dgm:spPr/>
      <dgm:t>
        <a:bodyPr/>
        <a:lstStyle/>
        <a:p>
          <a:endParaRPr lang="en-US"/>
        </a:p>
      </dgm:t>
    </dgm:pt>
    <dgm:pt modelId="{2A4BC51F-91B8-47BA-BD43-13946B44D7CC}" type="sibTrans" cxnId="{70E68E06-AA24-4B38-B44A-4ABFFD6F3A00}">
      <dgm:prSet/>
      <dgm:spPr/>
      <dgm:t>
        <a:bodyPr/>
        <a:lstStyle/>
        <a:p>
          <a:endParaRPr lang="en-US"/>
        </a:p>
      </dgm:t>
    </dgm:pt>
    <dgm:pt modelId="{576C1A0D-6206-4D1F-9616-78CEC53F74EA}">
      <dgm:prSet/>
      <dgm:spPr/>
      <dgm:t>
        <a:bodyPr/>
        <a:lstStyle/>
        <a:p>
          <a:pPr>
            <a:defRPr cap="all"/>
          </a:pPr>
          <a:r>
            <a:rPr lang="en-US"/>
            <a:t>- Usado en empresas, centros educativos y redes</a:t>
          </a:r>
        </a:p>
      </dgm:t>
    </dgm:pt>
    <dgm:pt modelId="{6C9EBCB8-2611-4151-8956-941A02562D71}" type="parTrans" cxnId="{C937287A-5832-44AE-929C-A3F60B3A060E}">
      <dgm:prSet/>
      <dgm:spPr/>
      <dgm:t>
        <a:bodyPr/>
        <a:lstStyle/>
        <a:p>
          <a:endParaRPr lang="en-US"/>
        </a:p>
      </dgm:t>
    </dgm:pt>
    <dgm:pt modelId="{F27AD07C-4505-48BD-8EC8-C9AFBD5B1FDF}" type="sibTrans" cxnId="{C937287A-5832-44AE-929C-A3F60B3A060E}">
      <dgm:prSet/>
      <dgm:spPr/>
      <dgm:t>
        <a:bodyPr/>
        <a:lstStyle/>
        <a:p>
          <a:endParaRPr lang="en-US"/>
        </a:p>
      </dgm:t>
    </dgm:pt>
    <dgm:pt modelId="{70AC9A71-38D5-4231-9C97-22D6A92BE833}" type="pres">
      <dgm:prSet presAssocID="{3F4D7DB3-3269-4DDA-A0E7-1086EC7F26F6}" presName="root" presStyleCnt="0">
        <dgm:presLayoutVars>
          <dgm:dir/>
          <dgm:resizeHandles val="exact"/>
        </dgm:presLayoutVars>
      </dgm:prSet>
      <dgm:spPr/>
    </dgm:pt>
    <dgm:pt modelId="{45334ACF-412E-4428-A970-54D951E9DF9D}" type="pres">
      <dgm:prSet presAssocID="{AC424BF9-F63E-445D-A36B-862E34E85D05}" presName="compNode" presStyleCnt="0"/>
      <dgm:spPr/>
    </dgm:pt>
    <dgm:pt modelId="{51BFB655-FC81-451D-AC88-74A16A1EA2E7}" type="pres">
      <dgm:prSet presAssocID="{AC424BF9-F63E-445D-A36B-862E34E85D05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C718134-E24F-41B2-BA1F-F856C715BB19}" type="pres">
      <dgm:prSet presAssocID="{AC424BF9-F63E-445D-A36B-862E34E85D0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C3E59768-49B4-43E6-A4BC-7F2FFCAF5799}" type="pres">
      <dgm:prSet presAssocID="{AC424BF9-F63E-445D-A36B-862E34E85D05}" presName="spaceRect" presStyleCnt="0"/>
      <dgm:spPr/>
    </dgm:pt>
    <dgm:pt modelId="{FDF32189-4655-4F10-9197-BA6B55AE3DFC}" type="pres">
      <dgm:prSet presAssocID="{AC424BF9-F63E-445D-A36B-862E34E85D05}" presName="textRect" presStyleLbl="revTx" presStyleIdx="0" presStyleCnt="4">
        <dgm:presLayoutVars>
          <dgm:chMax val="1"/>
          <dgm:chPref val="1"/>
        </dgm:presLayoutVars>
      </dgm:prSet>
      <dgm:spPr/>
    </dgm:pt>
    <dgm:pt modelId="{17462509-B474-4091-9742-26B1413A2277}" type="pres">
      <dgm:prSet presAssocID="{5C6E666E-D3CD-4D18-AA06-37BFDC307437}" presName="sibTrans" presStyleCnt="0"/>
      <dgm:spPr/>
    </dgm:pt>
    <dgm:pt modelId="{F15F61F1-31DF-43FD-AE12-4C4A8DCCAE56}" type="pres">
      <dgm:prSet presAssocID="{7BA33FFA-A2AE-4894-ACA6-6FB723C95866}" presName="compNode" presStyleCnt="0"/>
      <dgm:spPr/>
    </dgm:pt>
    <dgm:pt modelId="{F67B89BD-5912-486E-B64F-F70AB491BA13}" type="pres">
      <dgm:prSet presAssocID="{7BA33FFA-A2AE-4894-ACA6-6FB723C9586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CB90BDC-2DE1-4E72-9E8A-95D1291D8203}" type="pres">
      <dgm:prSet presAssocID="{7BA33FFA-A2AE-4894-ACA6-6FB723C9586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6157CCDA-1084-456F-BB3B-F64302200114}" type="pres">
      <dgm:prSet presAssocID="{7BA33FFA-A2AE-4894-ACA6-6FB723C95866}" presName="spaceRect" presStyleCnt="0"/>
      <dgm:spPr/>
    </dgm:pt>
    <dgm:pt modelId="{836BB8A3-9BB3-46E3-B8F1-CEBAEE1A94D8}" type="pres">
      <dgm:prSet presAssocID="{7BA33FFA-A2AE-4894-ACA6-6FB723C95866}" presName="textRect" presStyleLbl="revTx" presStyleIdx="1" presStyleCnt="4">
        <dgm:presLayoutVars>
          <dgm:chMax val="1"/>
          <dgm:chPref val="1"/>
        </dgm:presLayoutVars>
      </dgm:prSet>
      <dgm:spPr/>
    </dgm:pt>
    <dgm:pt modelId="{0C7EA522-2735-4E87-A70F-FD6721E0536B}" type="pres">
      <dgm:prSet presAssocID="{A8910B63-D470-4EF3-B42C-CAB614518537}" presName="sibTrans" presStyleCnt="0"/>
      <dgm:spPr/>
    </dgm:pt>
    <dgm:pt modelId="{D71D9990-5CFE-4305-8B74-ED8BB31531F6}" type="pres">
      <dgm:prSet presAssocID="{1B5215B1-5F26-4E23-A432-105988814B17}" presName="compNode" presStyleCnt="0"/>
      <dgm:spPr/>
    </dgm:pt>
    <dgm:pt modelId="{CA9B539E-1A87-4649-B8DE-7E6475AB503E}" type="pres">
      <dgm:prSet presAssocID="{1B5215B1-5F26-4E23-A432-105988814B1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56A5189-740F-494B-9582-F0108CC19CFF}" type="pres">
      <dgm:prSet presAssocID="{1B5215B1-5F26-4E23-A432-105988814B1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DDE50B8-4DF2-4757-9087-48228D669CED}" type="pres">
      <dgm:prSet presAssocID="{1B5215B1-5F26-4E23-A432-105988814B17}" presName="spaceRect" presStyleCnt="0"/>
      <dgm:spPr/>
    </dgm:pt>
    <dgm:pt modelId="{61E3C29D-556C-47FE-A21D-6070FABCA48A}" type="pres">
      <dgm:prSet presAssocID="{1B5215B1-5F26-4E23-A432-105988814B17}" presName="textRect" presStyleLbl="revTx" presStyleIdx="2" presStyleCnt="4">
        <dgm:presLayoutVars>
          <dgm:chMax val="1"/>
          <dgm:chPref val="1"/>
        </dgm:presLayoutVars>
      </dgm:prSet>
      <dgm:spPr/>
    </dgm:pt>
    <dgm:pt modelId="{730E3337-AEBC-4F01-822E-573AE3A98FD6}" type="pres">
      <dgm:prSet presAssocID="{2A4BC51F-91B8-47BA-BD43-13946B44D7CC}" presName="sibTrans" presStyleCnt="0"/>
      <dgm:spPr/>
    </dgm:pt>
    <dgm:pt modelId="{08888CD3-8F1B-4D0E-958B-A85562604F60}" type="pres">
      <dgm:prSet presAssocID="{576C1A0D-6206-4D1F-9616-78CEC53F74EA}" presName="compNode" presStyleCnt="0"/>
      <dgm:spPr/>
    </dgm:pt>
    <dgm:pt modelId="{323920F9-B208-49FA-902F-28566C6F85A3}" type="pres">
      <dgm:prSet presAssocID="{576C1A0D-6206-4D1F-9616-78CEC53F74E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AD4FF00-42CC-4321-8E2B-874F28191F00}" type="pres">
      <dgm:prSet presAssocID="{576C1A0D-6206-4D1F-9616-78CEC53F74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alámbrico"/>
        </a:ext>
      </dgm:extLst>
    </dgm:pt>
    <dgm:pt modelId="{E10A9941-2AC5-47DA-8D47-6BDE01637DE2}" type="pres">
      <dgm:prSet presAssocID="{576C1A0D-6206-4D1F-9616-78CEC53F74EA}" presName="spaceRect" presStyleCnt="0"/>
      <dgm:spPr/>
    </dgm:pt>
    <dgm:pt modelId="{FBEB5490-1A59-4B8C-8411-7849D8ED5835}" type="pres">
      <dgm:prSet presAssocID="{576C1A0D-6206-4D1F-9616-78CEC53F74E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0E68E06-AA24-4B38-B44A-4ABFFD6F3A00}" srcId="{3F4D7DB3-3269-4DDA-A0E7-1086EC7F26F6}" destId="{1B5215B1-5F26-4E23-A432-105988814B17}" srcOrd="2" destOrd="0" parTransId="{FC741E8D-FC3C-49D2-8642-C82D320A2BD6}" sibTransId="{2A4BC51F-91B8-47BA-BD43-13946B44D7CC}"/>
    <dgm:cxn modelId="{8009811A-5539-4035-A958-3C121A8A43A0}" type="presOf" srcId="{3F4D7DB3-3269-4DDA-A0E7-1086EC7F26F6}" destId="{70AC9A71-38D5-4231-9C97-22D6A92BE833}" srcOrd="0" destOrd="0" presId="urn:microsoft.com/office/officeart/2018/5/layout/IconLeafLabelList"/>
    <dgm:cxn modelId="{432F905F-7136-4A8A-80D3-0382CF94DA79}" srcId="{3F4D7DB3-3269-4DDA-A0E7-1086EC7F26F6}" destId="{7BA33FFA-A2AE-4894-ACA6-6FB723C95866}" srcOrd="1" destOrd="0" parTransId="{39934C7E-8011-47B6-8FB3-C0548D95A768}" sibTransId="{A8910B63-D470-4EF3-B42C-CAB614518537}"/>
    <dgm:cxn modelId="{7CA86B73-F56C-435C-903D-E925F226D81D}" type="presOf" srcId="{576C1A0D-6206-4D1F-9616-78CEC53F74EA}" destId="{FBEB5490-1A59-4B8C-8411-7849D8ED5835}" srcOrd="0" destOrd="0" presId="urn:microsoft.com/office/officeart/2018/5/layout/IconLeafLabelList"/>
    <dgm:cxn modelId="{1F0E3055-4C2D-4D9D-89F3-7D5F5EB6E285}" type="presOf" srcId="{AC424BF9-F63E-445D-A36B-862E34E85D05}" destId="{FDF32189-4655-4F10-9197-BA6B55AE3DFC}" srcOrd="0" destOrd="0" presId="urn:microsoft.com/office/officeart/2018/5/layout/IconLeafLabelList"/>
    <dgm:cxn modelId="{C937287A-5832-44AE-929C-A3F60B3A060E}" srcId="{3F4D7DB3-3269-4DDA-A0E7-1086EC7F26F6}" destId="{576C1A0D-6206-4D1F-9616-78CEC53F74EA}" srcOrd="3" destOrd="0" parTransId="{6C9EBCB8-2611-4151-8956-941A02562D71}" sibTransId="{F27AD07C-4505-48BD-8EC8-C9AFBD5B1FDF}"/>
    <dgm:cxn modelId="{68180D86-D468-438A-B446-AE4A47CEE487}" type="presOf" srcId="{7BA33FFA-A2AE-4894-ACA6-6FB723C95866}" destId="{836BB8A3-9BB3-46E3-B8F1-CEBAEE1A94D8}" srcOrd="0" destOrd="0" presId="urn:microsoft.com/office/officeart/2018/5/layout/IconLeafLabelList"/>
    <dgm:cxn modelId="{008CECD3-4290-492C-8164-89CCC3338529}" type="presOf" srcId="{1B5215B1-5F26-4E23-A432-105988814B17}" destId="{61E3C29D-556C-47FE-A21D-6070FABCA48A}" srcOrd="0" destOrd="0" presId="urn:microsoft.com/office/officeart/2018/5/layout/IconLeafLabelList"/>
    <dgm:cxn modelId="{084D42ED-F6F9-4F6F-83EE-849A71D33C10}" srcId="{3F4D7DB3-3269-4DDA-A0E7-1086EC7F26F6}" destId="{AC424BF9-F63E-445D-A36B-862E34E85D05}" srcOrd="0" destOrd="0" parTransId="{26480826-D8EF-4453-815B-04F225F99D58}" sibTransId="{5C6E666E-D3CD-4D18-AA06-37BFDC307437}"/>
    <dgm:cxn modelId="{93EEC3EE-00B3-4A18-9D9F-3068B9D09C08}" type="presParOf" srcId="{70AC9A71-38D5-4231-9C97-22D6A92BE833}" destId="{45334ACF-412E-4428-A970-54D951E9DF9D}" srcOrd="0" destOrd="0" presId="urn:microsoft.com/office/officeart/2018/5/layout/IconLeafLabelList"/>
    <dgm:cxn modelId="{69EDF397-062C-4D24-AABB-5D2AA5948887}" type="presParOf" srcId="{45334ACF-412E-4428-A970-54D951E9DF9D}" destId="{51BFB655-FC81-451D-AC88-74A16A1EA2E7}" srcOrd="0" destOrd="0" presId="urn:microsoft.com/office/officeart/2018/5/layout/IconLeafLabelList"/>
    <dgm:cxn modelId="{2F1D2E49-B398-487B-AF7F-E4B5C0B52F6D}" type="presParOf" srcId="{45334ACF-412E-4428-A970-54D951E9DF9D}" destId="{9C718134-E24F-41B2-BA1F-F856C715BB19}" srcOrd="1" destOrd="0" presId="urn:microsoft.com/office/officeart/2018/5/layout/IconLeafLabelList"/>
    <dgm:cxn modelId="{6FEDA554-1D1F-4DEE-A59A-C3D357AA3FAE}" type="presParOf" srcId="{45334ACF-412E-4428-A970-54D951E9DF9D}" destId="{C3E59768-49B4-43E6-A4BC-7F2FFCAF5799}" srcOrd="2" destOrd="0" presId="urn:microsoft.com/office/officeart/2018/5/layout/IconLeafLabelList"/>
    <dgm:cxn modelId="{0E310AE8-BAA8-46DF-A4AF-513AB5DD7565}" type="presParOf" srcId="{45334ACF-412E-4428-A970-54D951E9DF9D}" destId="{FDF32189-4655-4F10-9197-BA6B55AE3DFC}" srcOrd="3" destOrd="0" presId="urn:microsoft.com/office/officeart/2018/5/layout/IconLeafLabelList"/>
    <dgm:cxn modelId="{AAD873A5-1778-4D3D-BBC3-E0090113118B}" type="presParOf" srcId="{70AC9A71-38D5-4231-9C97-22D6A92BE833}" destId="{17462509-B474-4091-9742-26B1413A2277}" srcOrd="1" destOrd="0" presId="urn:microsoft.com/office/officeart/2018/5/layout/IconLeafLabelList"/>
    <dgm:cxn modelId="{1118AF0F-5B60-40D9-8175-6DA45EE518F8}" type="presParOf" srcId="{70AC9A71-38D5-4231-9C97-22D6A92BE833}" destId="{F15F61F1-31DF-43FD-AE12-4C4A8DCCAE56}" srcOrd="2" destOrd="0" presId="urn:microsoft.com/office/officeart/2018/5/layout/IconLeafLabelList"/>
    <dgm:cxn modelId="{8BEB0BA2-F3AA-42B2-B377-225261BD6471}" type="presParOf" srcId="{F15F61F1-31DF-43FD-AE12-4C4A8DCCAE56}" destId="{F67B89BD-5912-486E-B64F-F70AB491BA13}" srcOrd="0" destOrd="0" presId="urn:microsoft.com/office/officeart/2018/5/layout/IconLeafLabelList"/>
    <dgm:cxn modelId="{B7753725-CA80-40C5-A5A7-ABA89406BCCE}" type="presParOf" srcId="{F15F61F1-31DF-43FD-AE12-4C4A8DCCAE56}" destId="{DCB90BDC-2DE1-4E72-9E8A-95D1291D8203}" srcOrd="1" destOrd="0" presId="urn:microsoft.com/office/officeart/2018/5/layout/IconLeafLabelList"/>
    <dgm:cxn modelId="{8B9C0651-DED7-42AC-AB4B-6BE8B8C7622F}" type="presParOf" srcId="{F15F61F1-31DF-43FD-AE12-4C4A8DCCAE56}" destId="{6157CCDA-1084-456F-BB3B-F64302200114}" srcOrd="2" destOrd="0" presId="urn:microsoft.com/office/officeart/2018/5/layout/IconLeafLabelList"/>
    <dgm:cxn modelId="{D86F0730-7C90-4D15-A6EE-DB7FCCC3603C}" type="presParOf" srcId="{F15F61F1-31DF-43FD-AE12-4C4A8DCCAE56}" destId="{836BB8A3-9BB3-46E3-B8F1-CEBAEE1A94D8}" srcOrd="3" destOrd="0" presId="urn:microsoft.com/office/officeart/2018/5/layout/IconLeafLabelList"/>
    <dgm:cxn modelId="{09D95AE9-E7C6-4994-A29E-89A44E8CEB4E}" type="presParOf" srcId="{70AC9A71-38D5-4231-9C97-22D6A92BE833}" destId="{0C7EA522-2735-4E87-A70F-FD6721E0536B}" srcOrd="3" destOrd="0" presId="urn:microsoft.com/office/officeart/2018/5/layout/IconLeafLabelList"/>
    <dgm:cxn modelId="{0238AF73-6E55-4631-9203-B728DA826D3D}" type="presParOf" srcId="{70AC9A71-38D5-4231-9C97-22D6A92BE833}" destId="{D71D9990-5CFE-4305-8B74-ED8BB31531F6}" srcOrd="4" destOrd="0" presId="urn:microsoft.com/office/officeart/2018/5/layout/IconLeafLabelList"/>
    <dgm:cxn modelId="{B52A9C7F-8AD9-4E08-A907-B3DA0871A3E9}" type="presParOf" srcId="{D71D9990-5CFE-4305-8B74-ED8BB31531F6}" destId="{CA9B539E-1A87-4649-B8DE-7E6475AB503E}" srcOrd="0" destOrd="0" presId="urn:microsoft.com/office/officeart/2018/5/layout/IconLeafLabelList"/>
    <dgm:cxn modelId="{6AAF855E-0DCC-42F2-94F8-84CA7A72E749}" type="presParOf" srcId="{D71D9990-5CFE-4305-8B74-ED8BB31531F6}" destId="{C56A5189-740F-494B-9582-F0108CC19CFF}" srcOrd="1" destOrd="0" presId="urn:microsoft.com/office/officeart/2018/5/layout/IconLeafLabelList"/>
    <dgm:cxn modelId="{9C01A9E6-BC5D-40C5-AB25-56FFA5DFA72E}" type="presParOf" srcId="{D71D9990-5CFE-4305-8B74-ED8BB31531F6}" destId="{CDDE50B8-4DF2-4757-9087-48228D669CED}" srcOrd="2" destOrd="0" presId="urn:microsoft.com/office/officeart/2018/5/layout/IconLeafLabelList"/>
    <dgm:cxn modelId="{C836C93B-B349-4CED-BA13-747B18BE8011}" type="presParOf" srcId="{D71D9990-5CFE-4305-8B74-ED8BB31531F6}" destId="{61E3C29D-556C-47FE-A21D-6070FABCA48A}" srcOrd="3" destOrd="0" presId="urn:microsoft.com/office/officeart/2018/5/layout/IconLeafLabelList"/>
    <dgm:cxn modelId="{26F30CDB-A38D-4A28-8D59-F935C40A84C0}" type="presParOf" srcId="{70AC9A71-38D5-4231-9C97-22D6A92BE833}" destId="{730E3337-AEBC-4F01-822E-573AE3A98FD6}" srcOrd="5" destOrd="0" presId="urn:microsoft.com/office/officeart/2018/5/layout/IconLeafLabelList"/>
    <dgm:cxn modelId="{7858C598-DFCD-4F52-B40C-D5E84EF82952}" type="presParOf" srcId="{70AC9A71-38D5-4231-9C97-22D6A92BE833}" destId="{08888CD3-8F1B-4D0E-958B-A85562604F60}" srcOrd="6" destOrd="0" presId="urn:microsoft.com/office/officeart/2018/5/layout/IconLeafLabelList"/>
    <dgm:cxn modelId="{DF2E666E-D7AA-46DD-9221-4FC1DEE61DEA}" type="presParOf" srcId="{08888CD3-8F1B-4D0E-958B-A85562604F60}" destId="{323920F9-B208-49FA-902F-28566C6F85A3}" srcOrd="0" destOrd="0" presId="urn:microsoft.com/office/officeart/2018/5/layout/IconLeafLabelList"/>
    <dgm:cxn modelId="{0BA8B3CF-C2E8-4A3E-BAFC-78D0A446595D}" type="presParOf" srcId="{08888CD3-8F1B-4D0E-958B-A85562604F60}" destId="{FAD4FF00-42CC-4321-8E2B-874F28191F00}" srcOrd="1" destOrd="0" presId="urn:microsoft.com/office/officeart/2018/5/layout/IconLeafLabelList"/>
    <dgm:cxn modelId="{E65600A2-363F-4A58-84F2-DBC47DD4603F}" type="presParOf" srcId="{08888CD3-8F1B-4D0E-958B-A85562604F60}" destId="{E10A9941-2AC5-47DA-8D47-6BDE01637DE2}" srcOrd="2" destOrd="0" presId="urn:microsoft.com/office/officeart/2018/5/layout/IconLeafLabelList"/>
    <dgm:cxn modelId="{8AAD1FD0-6B00-4CF6-914A-4D6B559BA5C8}" type="presParOf" srcId="{08888CD3-8F1B-4D0E-958B-A85562604F60}" destId="{FBEB5490-1A59-4B8C-8411-7849D8ED583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0A01DC-F081-4453-8069-7180BF72220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7922DF-ECDD-4457-8121-F982B79BF94C}">
      <dgm:prSet/>
      <dgm:spPr/>
      <dgm:t>
        <a:bodyPr/>
        <a:lstStyle/>
        <a:p>
          <a:r>
            <a:rPr lang="en-US"/>
            <a:t>sudo apt update</a:t>
          </a:r>
        </a:p>
      </dgm:t>
    </dgm:pt>
    <dgm:pt modelId="{67456A36-E59B-4287-95B4-C2279B1B5867}" type="parTrans" cxnId="{6EC80BF6-89B1-4DC3-8C8E-A91FD3748B6A}">
      <dgm:prSet/>
      <dgm:spPr/>
      <dgm:t>
        <a:bodyPr/>
        <a:lstStyle/>
        <a:p>
          <a:endParaRPr lang="en-US"/>
        </a:p>
      </dgm:t>
    </dgm:pt>
    <dgm:pt modelId="{5826DDBD-B44B-4F02-805C-2C96D55A29E9}" type="sibTrans" cxnId="{6EC80BF6-89B1-4DC3-8C8E-A91FD3748B6A}">
      <dgm:prSet/>
      <dgm:spPr/>
      <dgm:t>
        <a:bodyPr/>
        <a:lstStyle/>
        <a:p>
          <a:endParaRPr lang="en-US"/>
        </a:p>
      </dgm:t>
    </dgm:pt>
    <dgm:pt modelId="{721239EB-BFB7-4917-9AAC-B4C96D2AF9D4}">
      <dgm:prSet/>
      <dgm:spPr/>
      <dgm:t>
        <a:bodyPr/>
        <a:lstStyle/>
        <a:p>
          <a:r>
            <a:rPr lang="en-US"/>
            <a:t>sudo apt install squid -y</a:t>
          </a:r>
        </a:p>
      </dgm:t>
    </dgm:pt>
    <dgm:pt modelId="{9C18CB8E-45C2-4A01-BBCC-0E8C830C5C07}" type="parTrans" cxnId="{64150EE6-E3BC-4539-AD31-781F34446B17}">
      <dgm:prSet/>
      <dgm:spPr/>
      <dgm:t>
        <a:bodyPr/>
        <a:lstStyle/>
        <a:p>
          <a:endParaRPr lang="en-US"/>
        </a:p>
      </dgm:t>
    </dgm:pt>
    <dgm:pt modelId="{AD356E33-D28E-4C4E-B7A9-E8B1F65598C4}" type="sibTrans" cxnId="{64150EE6-E3BC-4539-AD31-781F34446B17}">
      <dgm:prSet/>
      <dgm:spPr/>
      <dgm:t>
        <a:bodyPr/>
        <a:lstStyle/>
        <a:p>
          <a:endParaRPr lang="en-US"/>
        </a:p>
      </dgm:t>
    </dgm:pt>
    <dgm:pt modelId="{B7D8EF40-0261-4EB9-AD09-0AF06DCBAD42}" type="pres">
      <dgm:prSet presAssocID="{A20A01DC-F081-4453-8069-7180BF722206}" presName="root" presStyleCnt="0">
        <dgm:presLayoutVars>
          <dgm:dir/>
          <dgm:resizeHandles val="exact"/>
        </dgm:presLayoutVars>
      </dgm:prSet>
      <dgm:spPr/>
    </dgm:pt>
    <dgm:pt modelId="{BD168620-7C43-4AAF-BD96-4EABA1A46ADC}" type="pres">
      <dgm:prSet presAssocID="{427922DF-ECDD-4457-8121-F982B79BF94C}" presName="compNode" presStyleCnt="0"/>
      <dgm:spPr/>
    </dgm:pt>
    <dgm:pt modelId="{47C4F7BF-2606-478F-84DC-1544BFDBECF4}" type="pres">
      <dgm:prSet presAssocID="{427922DF-ECDD-4457-8121-F982B79BF94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A0D8EFE-1850-4070-A6DC-841FB1B11CCD}" type="pres">
      <dgm:prSet presAssocID="{427922DF-ECDD-4457-8121-F982B79BF94C}" presName="spaceRect" presStyleCnt="0"/>
      <dgm:spPr/>
    </dgm:pt>
    <dgm:pt modelId="{BDCCB517-015F-4A91-BE41-627C8F47E8F7}" type="pres">
      <dgm:prSet presAssocID="{427922DF-ECDD-4457-8121-F982B79BF94C}" presName="textRect" presStyleLbl="revTx" presStyleIdx="0" presStyleCnt="2">
        <dgm:presLayoutVars>
          <dgm:chMax val="1"/>
          <dgm:chPref val="1"/>
        </dgm:presLayoutVars>
      </dgm:prSet>
      <dgm:spPr/>
    </dgm:pt>
    <dgm:pt modelId="{60F0CEDF-ED90-420F-B678-ACDFD0FC6DA4}" type="pres">
      <dgm:prSet presAssocID="{5826DDBD-B44B-4F02-805C-2C96D55A29E9}" presName="sibTrans" presStyleCnt="0"/>
      <dgm:spPr/>
    </dgm:pt>
    <dgm:pt modelId="{42DF7721-AF84-4045-9957-7CE6A072A1D7}" type="pres">
      <dgm:prSet presAssocID="{721239EB-BFB7-4917-9AAC-B4C96D2AF9D4}" presName="compNode" presStyleCnt="0"/>
      <dgm:spPr/>
    </dgm:pt>
    <dgm:pt modelId="{0F3822A6-F967-47C6-8E59-6293FC5D8380}" type="pres">
      <dgm:prSet presAssocID="{721239EB-BFB7-4917-9AAC-B4C96D2AF9D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burón"/>
        </a:ext>
      </dgm:extLst>
    </dgm:pt>
    <dgm:pt modelId="{8A6CF6EF-8CC7-47DD-AF03-3F4DDF89087D}" type="pres">
      <dgm:prSet presAssocID="{721239EB-BFB7-4917-9AAC-B4C96D2AF9D4}" presName="spaceRect" presStyleCnt="0"/>
      <dgm:spPr/>
    </dgm:pt>
    <dgm:pt modelId="{4E8E35F4-6F22-4914-8A35-95375E605024}" type="pres">
      <dgm:prSet presAssocID="{721239EB-BFB7-4917-9AAC-B4C96D2AF9D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F38E43C-BB7B-42E9-AA34-0100856A7603}" type="presOf" srcId="{A20A01DC-F081-4453-8069-7180BF722206}" destId="{B7D8EF40-0261-4EB9-AD09-0AF06DCBAD42}" srcOrd="0" destOrd="0" presId="urn:microsoft.com/office/officeart/2018/2/layout/IconLabelList"/>
    <dgm:cxn modelId="{5D82E95E-392B-43C3-9160-A42D1F01A2F7}" type="presOf" srcId="{721239EB-BFB7-4917-9AAC-B4C96D2AF9D4}" destId="{4E8E35F4-6F22-4914-8A35-95375E605024}" srcOrd="0" destOrd="0" presId="urn:microsoft.com/office/officeart/2018/2/layout/IconLabelList"/>
    <dgm:cxn modelId="{8C3F7164-1EC7-462B-B2AC-4E5E2B499367}" type="presOf" srcId="{427922DF-ECDD-4457-8121-F982B79BF94C}" destId="{BDCCB517-015F-4A91-BE41-627C8F47E8F7}" srcOrd="0" destOrd="0" presId="urn:microsoft.com/office/officeart/2018/2/layout/IconLabelList"/>
    <dgm:cxn modelId="{64150EE6-E3BC-4539-AD31-781F34446B17}" srcId="{A20A01DC-F081-4453-8069-7180BF722206}" destId="{721239EB-BFB7-4917-9AAC-B4C96D2AF9D4}" srcOrd="1" destOrd="0" parTransId="{9C18CB8E-45C2-4A01-BBCC-0E8C830C5C07}" sibTransId="{AD356E33-D28E-4C4E-B7A9-E8B1F65598C4}"/>
    <dgm:cxn modelId="{6EC80BF6-89B1-4DC3-8C8E-A91FD3748B6A}" srcId="{A20A01DC-F081-4453-8069-7180BF722206}" destId="{427922DF-ECDD-4457-8121-F982B79BF94C}" srcOrd="0" destOrd="0" parTransId="{67456A36-E59B-4287-95B4-C2279B1B5867}" sibTransId="{5826DDBD-B44B-4F02-805C-2C96D55A29E9}"/>
    <dgm:cxn modelId="{1E95FA0D-661F-4271-8DE0-84FB2D68ED70}" type="presParOf" srcId="{B7D8EF40-0261-4EB9-AD09-0AF06DCBAD42}" destId="{BD168620-7C43-4AAF-BD96-4EABA1A46ADC}" srcOrd="0" destOrd="0" presId="urn:microsoft.com/office/officeart/2018/2/layout/IconLabelList"/>
    <dgm:cxn modelId="{B3557D2A-7D73-40DA-AE7F-DEDE7D03946B}" type="presParOf" srcId="{BD168620-7C43-4AAF-BD96-4EABA1A46ADC}" destId="{47C4F7BF-2606-478F-84DC-1544BFDBECF4}" srcOrd="0" destOrd="0" presId="urn:microsoft.com/office/officeart/2018/2/layout/IconLabelList"/>
    <dgm:cxn modelId="{CCA23332-4929-47DC-AD0C-137B4EAEE73B}" type="presParOf" srcId="{BD168620-7C43-4AAF-BD96-4EABA1A46ADC}" destId="{0A0D8EFE-1850-4070-A6DC-841FB1B11CCD}" srcOrd="1" destOrd="0" presId="urn:microsoft.com/office/officeart/2018/2/layout/IconLabelList"/>
    <dgm:cxn modelId="{C5EAAD1C-345F-405B-86E9-71476F72002D}" type="presParOf" srcId="{BD168620-7C43-4AAF-BD96-4EABA1A46ADC}" destId="{BDCCB517-015F-4A91-BE41-627C8F47E8F7}" srcOrd="2" destOrd="0" presId="urn:microsoft.com/office/officeart/2018/2/layout/IconLabelList"/>
    <dgm:cxn modelId="{1B24324A-9573-4752-8F55-7E1F22AB89C6}" type="presParOf" srcId="{B7D8EF40-0261-4EB9-AD09-0AF06DCBAD42}" destId="{60F0CEDF-ED90-420F-B678-ACDFD0FC6DA4}" srcOrd="1" destOrd="0" presId="urn:microsoft.com/office/officeart/2018/2/layout/IconLabelList"/>
    <dgm:cxn modelId="{12FE9BB9-DFF8-41E6-80FB-FC95A0AB268B}" type="presParOf" srcId="{B7D8EF40-0261-4EB9-AD09-0AF06DCBAD42}" destId="{42DF7721-AF84-4045-9957-7CE6A072A1D7}" srcOrd="2" destOrd="0" presId="urn:microsoft.com/office/officeart/2018/2/layout/IconLabelList"/>
    <dgm:cxn modelId="{4C943ED7-9612-4F54-9BA3-019677C51AC9}" type="presParOf" srcId="{42DF7721-AF84-4045-9957-7CE6A072A1D7}" destId="{0F3822A6-F967-47C6-8E59-6293FC5D8380}" srcOrd="0" destOrd="0" presId="urn:microsoft.com/office/officeart/2018/2/layout/IconLabelList"/>
    <dgm:cxn modelId="{1E1E3D00-4EDF-4A54-8758-ABA980C4EA23}" type="presParOf" srcId="{42DF7721-AF84-4045-9957-7CE6A072A1D7}" destId="{8A6CF6EF-8CC7-47DD-AF03-3F4DDF89087D}" srcOrd="1" destOrd="0" presId="urn:microsoft.com/office/officeart/2018/2/layout/IconLabelList"/>
    <dgm:cxn modelId="{BDA882D7-1780-4654-BFE4-04A303541625}" type="presParOf" srcId="{42DF7721-AF84-4045-9957-7CE6A072A1D7}" destId="{4E8E35F4-6F22-4914-8A35-95375E60502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FC15D2-0303-49CF-AB05-E404FCB782B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9DB92C1-9422-45F8-8319-416577CB9525}">
      <dgm:prSet/>
      <dgm:spPr/>
      <dgm:t>
        <a:bodyPr/>
        <a:lstStyle/>
        <a:p>
          <a:pPr>
            <a:defRPr cap="all"/>
          </a:pPr>
          <a:r>
            <a:rPr lang="en-US"/>
            <a:t>- Configuración: /etc/squid/squid.conf</a:t>
          </a:r>
        </a:p>
      </dgm:t>
    </dgm:pt>
    <dgm:pt modelId="{A77AF91E-6C4E-4762-BF52-CA3EE77D2F42}" type="parTrans" cxnId="{5C8105F3-78E4-4707-A8DE-FDE091BA879B}">
      <dgm:prSet/>
      <dgm:spPr/>
      <dgm:t>
        <a:bodyPr/>
        <a:lstStyle/>
        <a:p>
          <a:endParaRPr lang="en-US"/>
        </a:p>
      </dgm:t>
    </dgm:pt>
    <dgm:pt modelId="{03B816F2-4ECE-4655-94B7-3CF221D9A589}" type="sibTrans" cxnId="{5C8105F3-78E4-4707-A8DE-FDE091BA879B}">
      <dgm:prSet/>
      <dgm:spPr/>
      <dgm:t>
        <a:bodyPr/>
        <a:lstStyle/>
        <a:p>
          <a:endParaRPr lang="en-US"/>
        </a:p>
      </dgm:t>
    </dgm:pt>
    <dgm:pt modelId="{4EB7FC8A-1C9C-4C12-999B-D37B9312923E}">
      <dgm:prSet/>
      <dgm:spPr/>
      <dgm:t>
        <a:bodyPr/>
        <a:lstStyle/>
        <a:p>
          <a:pPr>
            <a:defRPr cap="all"/>
          </a:pPr>
          <a:r>
            <a:rPr lang="en-US"/>
            <a:t>- Logs: /var/log/squid/</a:t>
          </a:r>
        </a:p>
      </dgm:t>
    </dgm:pt>
    <dgm:pt modelId="{5270E605-2A00-4AAB-A5A8-A1B5706CEF1B}" type="parTrans" cxnId="{49B772BD-6EED-4505-9D48-6A633EAB8428}">
      <dgm:prSet/>
      <dgm:spPr/>
      <dgm:t>
        <a:bodyPr/>
        <a:lstStyle/>
        <a:p>
          <a:endParaRPr lang="en-US"/>
        </a:p>
      </dgm:t>
    </dgm:pt>
    <dgm:pt modelId="{F4EE9B00-CE9B-4E45-81DE-BEA96D41DEA4}" type="sibTrans" cxnId="{49B772BD-6EED-4505-9D48-6A633EAB8428}">
      <dgm:prSet/>
      <dgm:spPr/>
      <dgm:t>
        <a:bodyPr/>
        <a:lstStyle/>
        <a:p>
          <a:endParaRPr lang="en-US"/>
        </a:p>
      </dgm:t>
    </dgm:pt>
    <dgm:pt modelId="{ED84F3A6-670D-438D-94A2-FF2A2EE70BA8}" type="pres">
      <dgm:prSet presAssocID="{84FC15D2-0303-49CF-AB05-E404FCB782BE}" presName="root" presStyleCnt="0">
        <dgm:presLayoutVars>
          <dgm:dir/>
          <dgm:resizeHandles val="exact"/>
        </dgm:presLayoutVars>
      </dgm:prSet>
      <dgm:spPr/>
    </dgm:pt>
    <dgm:pt modelId="{2F78C7F9-821A-4485-8EF9-EF6018E1BAFB}" type="pres">
      <dgm:prSet presAssocID="{F9DB92C1-9422-45F8-8319-416577CB9525}" presName="compNode" presStyleCnt="0"/>
      <dgm:spPr/>
    </dgm:pt>
    <dgm:pt modelId="{5C41B64C-A0BE-4086-BADE-6C6080AF2C36}" type="pres">
      <dgm:prSet presAssocID="{F9DB92C1-9422-45F8-8319-416577CB9525}" presName="iconBgRect" presStyleLbl="bgShp" presStyleIdx="0" presStyleCnt="2"/>
      <dgm:spPr/>
    </dgm:pt>
    <dgm:pt modelId="{33922B5A-F483-4C23-940F-6A84BF26338D}" type="pres">
      <dgm:prSet presAssocID="{F9DB92C1-9422-45F8-8319-416577CB952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3E7AF153-7AB3-4240-B7FE-6F10D583EF8F}" type="pres">
      <dgm:prSet presAssocID="{F9DB92C1-9422-45F8-8319-416577CB9525}" presName="spaceRect" presStyleCnt="0"/>
      <dgm:spPr/>
    </dgm:pt>
    <dgm:pt modelId="{39857F2E-2AF7-4C52-81CC-A6608FC9BA82}" type="pres">
      <dgm:prSet presAssocID="{F9DB92C1-9422-45F8-8319-416577CB9525}" presName="textRect" presStyleLbl="revTx" presStyleIdx="0" presStyleCnt="2">
        <dgm:presLayoutVars>
          <dgm:chMax val="1"/>
          <dgm:chPref val="1"/>
        </dgm:presLayoutVars>
      </dgm:prSet>
      <dgm:spPr/>
    </dgm:pt>
    <dgm:pt modelId="{89D97AEA-488E-4670-81AA-BE6EDE723B30}" type="pres">
      <dgm:prSet presAssocID="{03B816F2-4ECE-4655-94B7-3CF221D9A589}" presName="sibTrans" presStyleCnt="0"/>
      <dgm:spPr/>
    </dgm:pt>
    <dgm:pt modelId="{6C456B41-C4F1-4907-9021-71C0E16E8229}" type="pres">
      <dgm:prSet presAssocID="{4EB7FC8A-1C9C-4C12-999B-D37B9312923E}" presName="compNode" presStyleCnt="0"/>
      <dgm:spPr/>
    </dgm:pt>
    <dgm:pt modelId="{E6DFB2F4-2D00-46F1-B22E-FCB72E599EC2}" type="pres">
      <dgm:prSet presAssocID="{4EB7FC8A-1C9C-4C12-999B-D37B9312923E}" presName="iconBgRect" presStyleLbl="bgShp" presStyleIdx="1" presStyleCnt="2"/>
      <dgm:spPr/>
    </dgm:pt>
    <dgm:pt modelId="{1D003C2F-7925-45B3-B757-1B557C15AB03}" type="pres">
      <dgm:prSet presAssocID="{4EB7FC8A-1C9C-4C12-999B-D37B9312923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ena"/>
        </a:ext>
      </dgm:extLst>
    </dgm:pt>
    <dgm:pt modelId="{BA2A60F8-1B5C-43A7-BAA1-CD4B3B565E06}" type="pres">
      <dgm:prSet presAssocID="{4EB7FC8A-1C9C-4C12-999B-D37B9312923E}" presName="spaceRect" presStyleCnt="0"/>
      <dgm:spPr/>
    </dgm:pt>
    <dgm:pt modelId="{9A6CDA43-32E8-4986-A16F-097E8661C396}" type="pres">
      <dgm:prSet presAssocID="{4EB7FC8A-1C9C-4C12-999B-D37B9312923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24C9507-605E-4520-AD2E-DE878DFF2974}" type="presOf" srcId="{4EB7FC8A-1C9C-4C12-999B-D37B9312923E}" destId="{9A6CDA43-32E8-4986-A16F-097E8661C396}" srcOrd="0" destOrd="0" presId="urn:microsoft.com/office/officeart/2018/5/layout/IconCircleLabelList"/>
    <dgm:cxn modelId="{526E627D-A2A6-43BC-B0F3-DB7217E68840}" type="presOf" srcId="{F9DB92C1-9422-45F8-8319-416577CB9525}" destId="{39857F2E-2AF7-4C52-81CC-A6608FC9BA82}" srcOrd="0" destOrd="0" presId="urn:microsoft.com/office/officeart/2018/5/layout/IconCircleLabelList"/>
    <dgm:cxn modelId="{49B772BD-6EED-4505-9D48-6A633EAB8428}" srcId="{84FC15D2-0303-49CF-AB05-E404FCB782BE}" destId="{4EB7FC8A-1C9C-4C12-999B-D37B9312923E}" srcOrd="1" destOrd="0" parTransId="{5270E605-2A00-4AAB-A5A8-A1B5706CEF1B}" sibTransId="{F4EE9B00-CE9B-4E45-81DE-BEA96D41DEA4}"/>
    <dgm:cxn modelId="{D55637E4-90A5-4EEE-B1FD-6967A9053AFC}" type="presOf" srcId="{84FC15D2-0303-49CF-AB05-E404FCB782BE}" destId="{ED84F3A6-670D-438D-94A2-FF2A2EE70BA8}" srcOrd="0" destOrd="0" presId="urn:microsoft.com/office/officeart/2018/5/layout/IconCircleLabelList"/>
    <dgm:cxn modelId="{5C8105F3-78E4-4707-A8DE-FDE091BA879B}" srcId="{84FC15D2-0303-49CF-AB05-E404FCB782BE}" destId="{F9DB92C1-9422-45F8-8319-416577CB9525}" srcOrd="0" destOrd="0" parTransId="{A77AF91E-6C4E-4762-BF52-CA3EE77D2F42}" sibTransId="{03B816F2-4ECE-4655-94B7-3CF221D9A589}"/>
    <dgm:cxn modelId="{A1B91D39-457C-4EFE-9384-019A541F37B5}" type="presParOf" srcId="{ED84F3A6-670D-438D-94A2-FF2A2EE70BA8}" destId="{2F78C7F9-821A-4485-8EF9-EF6018E1BAFB}" srcOrd="0" destOrd="0" presId="urn:microsoft.com/office/officeart/2018/5/layout/IconCircleLabelList"/>
    <dgm:cxn modelId="{A02E4FDE-E72F-4A1B-AD22-2EC42E173614}" type="presParOf" srcId="{2F78C7F9-821A-4485-8EF9-EF6018E1BAFB}" destId="{5C41B64C-A0BE-4086-BADE-6C6080AF2C36}" srcOrd="0" destOrd="0" presId="urn:microsoft.com/office/officeart/2018/5/layout/IconCircleLabelList"/>
    <dgm:cxn modelId="{7AD301DE-CC75-4D83-A9CA-9A93E31A5C4B}" type="presParOf" srcId="{2F78C7F9-821A-4485-8EF9-EF6018E1BAFB}" destId="{33922B5A-F483-4C23-940F-6A84BF26338D}" srcOrd="1" destOrd="0" presId="urn:microsoft.com/office/officeart/2018/5/layout/IconCircleLabelList"/>
    <dgm:cxn modelId="{87BCE35D-F91C-48CA-9CBA-29B146BE5940}" type="presParOf" srcId="{2F78C7F9-821A-4485-8EF9-EF6018E1BAFB}" destId="{3E7AF153-7AB3-4240-B7FE-6F10D583EF8F}" srcOrd="2" destOrd="0" presId="urn:microsoft.com/office/officeart/2018/5/layout/IconCircleLabelList"/>
    <dgm:cxn modelId="{2E477340-742A-4E11-BA1D-A6C146CB9FDB}" type="presParOf" srcId="{2F78C7F9-821A-4485-8EF9-EF6018E1BAFB}" destId="{39857F2E-2AF7-4C52-81CC-A6608FC9BA82}" srcOrd="3" destOrd="0" presId="urn:microsoft.com/office/officeart/2018/5/layout/IconCircleLabelList"/>
    <dgm:cxn modelId="{1B93C8DB-8C64-4B9A-BA9B-BE630F49748D}" type="presParOf" srcId="{ED84F3A6-670D-438D-94A2-FF2A2EE70BA8}" destId="{89D97AEA-488E-4670-81AA-BE6EDE723B30}" srcOrd="1" destOrd="0" presId="urn:microsoft.com/office/officeart/2018/5/layout/IconCircleLabelList"/>
    <dgm:cxn modelId="{3E2A9DFE-E7B0-47BF-BCB2-DED334729A40}" type="presParOf" srcId="{ED84F3A6-670D-438D-94A2-FF2A2EE70BA8}" destId="{6C456B41-C4F1-4907-9021-71C0E16E8229}" srcOrd="2" destOrd="0" presId="urn:microsoft.com/office/officeart/2018/5/layout/IconCircleLabelList"/>
    <dgm:cxn modelId="{43ED5889-F3E0-41E2-806C-8B99711F4490}" type="presParOf" srcId="{6C456B41-C4F1-4907-9021-71C0E16E8229}" destId="{E6DFB2F4-2D00-46F1-B22E-FCB72E599EC2}" srcOrd="0" destOrd="0" presId="urn:microsoft.com/office/officeart/2018/5/layout/IconCircleLabelList"/>
    <dgm:cxn modelId="{2C1FDE96-3202-49AF-94EB-18109BC450F6}" type="presParOf" srcId="{6C456B41-C4F1-4907-9021-71C0E16E8229}" destId="{1D003C2F-7925-45B3-B757-1B557C15AB03}" srcOrd="1" destOrd="0" presId="urn:microsoft.com/office/officeart/2018/5/layout/IconCircleLabelList"/>
    <dgm:cxn modelId="{586CD71D-6174-4076-B7A2-349CE6AF5C9C}" type="presParOf" srcId="{6C456B41-C4F1-4907-9021-71C0E16E8229}" destId="{BA2A60F8-1B5C-43A7-BAA1-CD4B3B565E06}" srcOrd="2" destOrd="0" presId="urn:microsoft.com/office/officeart/2018/5/layout/IconCircleLabelList"/>
    <dgm:cxn modelId="{059C2A15-5E7B-4623-8EA2-0ABAB2DDBB9B}" type="presParOf" srcId="{6C456B41-C4F1-4907-9021-71C0E16E8229}" destId="{9A6CDA43-32E8-4986-A16F-097E8661C39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2C9A03-86E9-4C51-BE94-F8A65B9FEFD3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D4874A8-08DE-4379-BB8E-3EA9F090427E}">
      <dgm:prSet/>
      <dgm:spPr/>
      <dgm:t>
        <a:bodyPr/>
        <a:lstStyle/>
        <a:p>
          <a:r>
            <a:rPr lang="en-US"/>
            <a:t>http_port 3128</a:t>
          </a:r>
        </a:p>
      </dgm:t>
    </dgm:pt>
    <dgm:pt modelId="{DEFC9323-7EAD-4527-8547-F4D220A49008}" type="parTrans" cxnId="{75D96CF3-3823-40FE-ACAA-4F8D43DED1C3}">
      <dgm:prSet/>
      <dgm:spPr/>
      <dgm:t>
        <a:bodyPr/>
        <a:lstStyle/>
        <a:p>
          <a:endParaRPr lang="en-US"/>
        </a:p>
      </dgm:t>
    </dgm:pt>
    <dgm:pt modelId="{6C319DE9-F51A-4AF6-BC17-984D5FE3FE17}" type="sibTrans" cxnId="{75D96CF3-3823-40FE-ACAA-4F8D43DED1C3}">
      <dgm:prSet/>
      <dgm:spPr/>
      <dgm:t>
        <a:bodyPr/>
        <a:lstStyle/>
        <a:p>
          <a:endParaRPr lang="en-US"/>
        </a:p>
      </dgm:t>
    </dgm:pt>
    <dgm:pt modelId="{1A0DF453-A5E3-44FA-96BE-CD092EB964A4}">
      <dgm:prSet/>
      <dgm:spPr/>
      <dgm:t>
        <a:bodyPr/>
        <a:lstStyle/>
        <a:p>
          <a:r>
            <a:rPr lang="en-US"/>
            <a:t>acl localnet src 192.168.1.0/24</a:t>
          </a:r>
        </a:p>
      </dgm:t>
    </dgm:pt>
    <dgm:pt modelId="{31AEBA67-CB8A-4676-9D1B-F7C55EC590A4}" type="parTrans" cxnId="{5B0AD9F0-C82C-4AC6-84C8-27EB39C3075E}">
      <dgm:prSet/>
      <dgm:spPr/>
      <dgm:t>
        <a:bodyPr/>
        <a:lstStyle/>
        <a:p>
          <a:endParaRPr lang="en-US"/>
        </a:p>
      </dgm:t>
    </dgm:pt>
    <dgm:pt modelId="{F3C102C0-9302-42C2-ABF5-09A83AB238BB}" type="sibTrans" cxnId="{5B0AD9F0-C82C-4AC6-84C8-27EB39C3075E}">
      <dgm:prSet/>
      <dgm:spPr/>
      <dgm:t>
        <a:bodyPr/>
        <a:lstStyle/>
        <a:p>
          <a:endParaRPr lang="en-US"/>
        </a:p>
      </dgm:t>
    </dgm:pt>
    <dgm:pt modelId="{8E72E438-EBA9-426D-A792-269996BC028D}">
      <dgm:prSet/>
      <dgm:spPr/>
      <dgm:t>
        <a:bodyPr/>
        <a:lstStyle/>
        <a:p>
          <a:r>
            <a:rPr lang="en-US"/>
            <a:t>http_access allow localnet</a:t>
          </a:r>
        </a:p>
      </dgm:t>
    </dgm:pt>
    <dgm:pt modelId="{2F5CADB5-D9E5-4813-A3BC-71C4C7BDBDA9}" type="parTrans" cxnId="{895DD328-B602-4AE5-A78A-B09801999BDF}">
      <dgm:prSet/>
      <dgm:spPr/>
      <dgm:t>
        <a:bodyPr/>
        <a:lstStyle/>
        <a:p>
          <a:endParaRPr lang="en-US"/>
        </a:p>
      </dgm:t>
    </dgm:pt>
    <dgm:pt modelId="{84030D29-EBDE-4966-B4FF-11E73005CD02}" type="sibTrans" cxnId="{895DD328-B602-4AE5-A78A-B09801999BDF}">
      <dgm:prSet/>
      <dgm:spPr/>
      <dgm:t>
        <a:bodyPr/>
        <a:lstStyle/>
        <a:p>
          <a:endParaRPr lang="en-US"/>
        </a:p>
      </dgm:t>
    </dgm:pt>
    <dgm:pt modelId="{804E344E-53A3-4624-9FF8-AD5BE69D5729}">
      <dgm:prSet/>
      <dgm:spPr/>
      <dgm:t>
        <a:bodyPr/>
        <a:lstStyle/>
        <a:p>
          <a:r>
            <a:rPr lang="en-US"/>
            <a:t>http_access deny all</a:t>
          </a:r>
        </a:p>
      </dgm:t>
    </dgm:pt>
    <dgm:pt modelId="{93826264-8B50-41F0-A443-FD608B63859A}" type="parTrans" cxnId="{90DC48A7-5641-42BB-8B9D-31E6C5EB2763}">
      <dgm:prSet/>
      <dgm:spPr/>
      <dgm:t>
        <a:bodyPr/>
        <a:lstStyle/>
        <a:p>
          <a:endParaRPr lang="en-US"/>
        </a:p>
      </dgm:t>
    </dgm:pt>
    <dgm:pt modelId="{FBA617C2-7630-4C28-A5BE-1EA78B34D0CF}" type="sibTrans" cxnId="{90DC48A7-5641-42BB-8B9D-31E6C5EB2763}">
      <dgm:prSet/>
      <dgm:spPr/>
      <dgm:t>
        <a:bodyPr/>
        <a:lstStyle/>
        <a:p>
          <a:endParaRPr lang="en-US"/>
        </a:p>
      </dgm:t>
    </dgm:pt>
    <dgm:pt modelId="{9F933FA2-0C1B-4472-85D8-113EA03A8F77}" type="pres">
      <dgm:prSet presAssocID="{252C9A03-86E9-4C51-BE94-F8A65B9FEFD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797D837-C170-4AC1-827E-3BA4944CD38A}" type="pres">
      <dgm:prSet presAssocID="{4D4874A8-08DE-4379-BB8E-3EA9F090427E}" presName="hierRoot1" presStyleCnt="0"/>
      <dgm:spPr/>
    </dgm:pt>
    <dgm:pt modelId="{F43504A2-3252-47F7-9017-5D71D694D5CC}" type="pres">
      <dgm:prSet presAssocID="{4D4874A8-08DE-4379-BB8E-3EA9F090427E}" presName="composite" presStyleCnt="0"/>
      <dgm:spPr/>
    </dgm:pt>
    <dgm:pt modelId="{DB3B947B-59A5-43DE-AAAF-0577314BD3AB}" type="pres">
      <dgm:prSet presAssocID="{4D4874A8-08DE-4379-BB8E-3EA9F090427E}" presName="background" presStyleLbl="node0" presStyleIdx="0" presStyleCnt="4"/>
      <dgm:spPr/>
    </dgm:pt>
    <dgm:pt modelId="{DA93BAB0-846E-4EBB-B57A-B777EFB98AED}" type="pres">
      <dgm:prSet presAssocID="{4D4874A8-08DE-4379-BB8E-3EA9F090427E}" presName="text" presStyleLbl="fgAcc0" presStyleIdx="0" presStyleCnt="4">
        <dgm:presLayoutVars>
          <dgm:chPref val="3"/>
        </dgm:presLayoutVars>
      </dgm:prSet>
      <dgm:spPr/>
    </dgm:pt>
    <dgm:pt modelId="{001DCADD-1804-42AE-9FA0-112FA65AD239}" type="pres">
      <dgm:prSet presAssocID="{4D4874A8-08DE-4379-BB8E-3EA9F090427E}" presName="hierChild2" presStyleCnt="0"/>
      <dgm:spPr/>
    </dgm:pt>
    <dgm:pt modelId="{BF12ADF3-EBC9-4298-963C-1552ADF1F99F}" type="pres">
      <dgm:prSet presAssocID="{1A0DF453-A5E3-44FA-96BE-CD092EB964A4}" presName="hierRoot1" presStyleCnt="0"/>
      <dgm:spPr/>
    </dgm:pt>
    <dgm:pt modelId="{ED55A778-E0DF-4040-81B2-E3E35CF5B9C9}" type="pres">
      <dgm:prSet presAssocID="{1A0DF453-A5E3-44FA-96BE-CD092EB964A4}" presName="composite" presStyleCnt="0"/>
      <dgm:spPr/>
    </dgm:pt>
    <dgm:pt modelId="{451172EF-719C-4430-A4B1-8DF0BF4C6200}" type="pres">
      <dgm:prSet presAssocID="{1A0DF453-A5E3-44FA-96BE-CD092EB964A4}" presName="background" presStyleLbl="node0" presStyleIdx="1" presStyleCnt="4"/>
      <dgm:spPr/>
    </dgm:pt>
    <dgm:pt modelId="{0D11A909-AF5C-4A9B-BD2D-DB485FF13ED3}" type="pres">
      <dgm:prSet presAssocID="{1A0DF453-A5E3-44FA-96BE-CD092EB964A4}" presName="text" presStyleLbl="fgAcc0" presStyleIdx="1" presStyleCnt="4">
        <dgm:presLayoutVars>
          <dgm:chPref val="3"/>
        </dgm:presLayoutVars>
      </dgm:prSet>
      <dgm:spPr/>
    </dgm:pt>
    <dgm:pt modelId="{F5277680-3F6D-4A34-B7E6-DFAC6103634E}" type="pres">
      <dgm:prSet presAssocID="{1A0DF453-A5E3-44FA-96BE-CD092EB964A4}" presName="hierChild2" presStyleCnt="0"/>
      <dgm:spPr/>
    </dgm:pt>
    <dgm:pt modelId="{42286D63-12B5-4FB3-9BFA-5561209C0C9B}" type="pres">
      <dgm:prSet presAssocID="{8E72E438-EBA9-426D-A792-269996BC028D}" presName="hierRoot1" presStyleCnt="0"/>
      <dgm:spPr/>
    </dgm:pt>
    <dgm:pt modelId="{3F20A035-3E60-4B69-9A6C-C73C6554CD28}" type="pres">
      <dgm:prSet presAssocID="{8E72E438-EBA9-426D-A792-269996BC028D}" presName="composite" presStyleCnt="0"/>
      <dgm:spPr/>
    </dgm:pt>
    <dgm:pt modelId="{A8B5A110-4DA3-44E4-9EF2-08B25EE3F56C}" type="pres">
      <dgm:prSet presAssocID="{8E72E438-EBA9-426D-A792-269996BC028D}" presName="background" presStyleLbl="node0" presStyleIdx="2" presStyleCnt="4"/>
      <dgm:spPr/>
    </dgm:pt>
    <dgm:pt modelId="{06942A3E-F6BF-4198-8673-AC2FE09DFADD}" type="pres">
      <dgm:prSet presAssocID="{8E72E438-EBA9-426D-A792-269996BC028D}" presName="text" presStyleLbl="fgAcc0" presStyleIdx="2" presStyleCnt="4">
        <dgm:presLayoutVars>
          <dgm:chPref val="3"/>
        </dgm:presLayoutVars>
      </dgm:prSet>
      <dgm:spPr/>
    </dgm:pt>
    <dgm:pt modelId="{1BE719BD-B22B-4F50-B4DE-A971CA691015}" type="pres">
      <dgm:prSet presAssocID="{8E72E438-EBA9-426D-A792-269996BC028D}" presName="hierChild2" presStyleCnt="0"/>
      <dgm:spPr/>
    </dgm:pt>
    <dgm:pt modelId="{42BD3513-17BD-4019-99E2-8E3BE8A70596}" type="pres">
      <dgm:prSet presAssocID="{804E344E-53A3-4624-9FF8-AD5BE69D5729}" presName="hierRoot1" presStyleCnt="0"/>
      <dgm:spPr/>
    </dgm:pt>
    <dgm:pt modelId="{16188566-0E96-4CFA-BB03-C5973259C636}" type="pres">
      <dgm:prSet presAssocID="{804E344E-53A3-4624-9FF8-AD5BE69D5729}" presName="composite" presStyleCnt="0"/>
      <dgm:spPr/>
    </dgm:pt>
    <dgm:pt modelId="{504337A6-71E5-4D72-91F2-8EBE1EEDF2BD}" type="pres">
      <dgm:prSet presAssocID="{804E344E-53A3-4624-9FF8-AD5BE69D5729}" presName="background" presStyleLbl="node0" presStyleIdx="3" presStyleCnt="4"/>
      <dgm:spPr/>
    </dgm:pt>
    <dgm:pt modelId="{0D51EAF8-1D9A-4A6B-9382-8EF53B620CE0}" type="pres">
      <dgm:prSet presAssocID="{804E344E-53A3-4624-9FF8-AD5BE69D5729}" presName="text" presStyleLbl="fgAcc0" presStyleIdx="3" presStyleCnt="4">
        <dgm:presLayoutVars>
          <dgm:chPref val="3"/>
        </dgm:presLayoutVars>
      </dgm:prSet>
      <dgm:spPr/>
    </dgm:pt>
    <dgm:pt modelId="{3AE97949-3881-4C9F-8885-584795479CCF}" type="pres">
      <dgm:prSet presAssocID="{804E344E-53A3-4624-9FF8-AD5BE69D5729}" presName="hierChild2" presStyleCnt="0"/>
      <dgm:spPr/>
    </dgm:pt>
  </dgm:ptLst>
  <dgm:cxnLst>
    <dgm:cxn modelId="{FCFA1E02-E639-4F46-AB92-00F1D3925E1E}" type="presOf" srcId="{252C9A03-86E9-4C51-BE94-F8A65B9FEFD3}" destId="{9F933FA2-0C1B-4472-85D8-113EA03A8F77}" srcOrd="0" destOrd="0" presId="urn:microsoft.com/office/officeart/2005/8/layout/hierarchy1"/>
    <dgm:cxn modelId="{895DD328-B602-4AE5-A78A-B09801999BDF}" srcId="{252C9A03-86E9-4C51-BE94-F8A65B9FEFD3}" destId="{8E72E438-EBA9-426D-A792-269996BC028D}" srcOrd="2" destOrd="0" parTransId="{2F5CADB5-D9E5-4813-A3BC-71C4C7BDBDA9}" sibTransId="{84030D29-EBDE-4966-B4FF-11E73005CD02}"/>
    <dgm:cxn modelId="{DEF2DB46-7883-46C2-8456-5E3F286A39DD}" type="presOf" srcId="{804E344E-53A3-4624-9FF8-AD5BE69D5729}" destId="{0D51EAF8-1D9A-4A6B-9382-8EF53B620CE0}" srcOrd="0" destOrd="0" presId="urn:microsoft.com/office/officeart/2005/8/layout/hierarchy1"/>
    <dgm:cxn modelId="{CD926782-D1B5-4B4C-A9CF-8ACF8B837DFA}" type="presOf" srcId="{8E72E438-EBA9-426D-A792-269996BC028D}" destId="{06942A3E-F6BF-4198-8673-AC2FE09DFADD}" srcOrd="0" destOrd="0" presId="urn:microsoft.com/office/officeart/2005/8/layout/hierarchy1"/>
    <dgm:cxn modelId="{90DC48A7-5641-42BB-8B9D-31E6C5EB2763}" srcId="{252C9A03-86E9-4C51-BE94-F8A65B9FEFD3}" destId="{804E344E-53A3-4624-9FF8-AD5BE69D5729}" srcOrd="3" destOrd="0" parTransId="{93826264-8B50-41F0-A443-FD608B63859A}" sibTransId="{FBA617C2-7630-4C28-A5BE-1EA78B34D0CF}"/>
    <dgm:cxn modelId="{A1809ED8-48B6-42C4-8086-935AB0C37E5E}" type="presOf" srcId="{4D4874A8-08DE-4379-BB8E-3EA9F090427E}" destId="{DA93BAB0-846E-4EBB-B57A-B777EFB98AED}" srcOrd="0" destOrd="0" presId="urn:microsoft.com/office/officeart/2005/8/layout/hierarchy1"/>
    <dgm:cxn modelId="{338AF0E3-91A3-4D2B-A6CD-54CE7CB83CE2}" type="presOf" srcId="{1A0DF453-A5E3-44FA-96BE-CD092EB964A4}" destId="{0D11A909-AF5C-4A9B-BD2D-DB485FF13ED3}" srcOrd="0" destOrd="0" presId="urn:microsoft.com/office/officeart/2005/8/layout/hierarchy1"/>
    <dgm:cxn modelId="{5B0AD9F0-C82C-4AC6-84C8-27EB39C3075E}" srcId="{252C9A03-86E9-4C51-BE94-F8A65B9FEFD3}" destId="{1A0DF453-A5E3-44FA-96BE-CD092EB964A4}" srcOrd="1" destOrd="0" parTransId="{31AEBA67-CB8A-4676-9D1B-F7C55EC590A4}" sibTransId="{F3C102C0-9302-42C2-ABF5-09A83AB238BB}"/>
    <dgm:cxn modelId="{75D96CF3-3823-40FE-ACAA-4F8D43DED1C3}" srcId="{252C9A03-86E9-4C51-BE94-F8A65B9FEFD3}" destId="{4D4874A8-08DE-4379-BB8E-3EA9F090427E}" srcOrd="0" destOrd="0" parTransId="{DEFC9323-7EAD-4527-8547-F4D220A49008}" sibTransId="{6C319DE9-F51A-4AF6-BC17-984D5FE3FE17}"/>
    <dgm:cxn modelId="{8BCB4F49-1E28-451F-A49A-E4EBD9490327}" type="presParOf" srcId="{9F933FA2-0C1B-4472-85D8-113EA03A8F77}" destId="{7797D837-C170-4AC1-827E-3BA4944CD38A}" srcOrd="0" destOrd="0" presId="urn:microsoft.com/office/officeart/2005/8/layout/hierarchy1"/>
    <dgm:cxn modelId="{B6AF9D22-6ADD-4806-B484-1ED082636E56}" type="presParOf" srcId="{7797D837-C170-4AC1-827E-3BA4944CD38A}" destId="{F43504A2-3252-47F7-9017-5D71D694D5CC}" srcOrd="0" destOrd="0" presId="urn:microsoft.com/office/officeart/2005/8/layout/hierarchy1"/>
    <dgm:cxn modelId="{DEE21E80-77EB-4474-9F8E-B1384399B127}" type="presParOf" srcId="{F43504A2-3252-47F7-9017-5D71D694D5CC}" destId="{DB3B947B-59A5-43DE-AAAF-0577314BD3AB}" srcOrd="0" destOrd="0" presId="urn:microsoft.com/office/officeart/2005/8/layout/hierarchy1"/>
    <dgm:cxn modelId="{35474815-F721-4BB3-B3B6-408E8366B234}" type="presParOf" srcId="{F43504A2-3252-47F7-9017-5D71D694D5CC}" destId="{DA93BAB0-846E-4EBB-B57A-B777EFB98AED}" srcOrd="1" destOrd="0" presId="urn:microsoft.com/office/officeart/2005/8/layout/hierarchy1"/>
    <dgm:cxn modelId="{1422F181-8934-4FDB-A75B-098A322FF890}" type="presParOf" srcId="{7797D837-C170-4AC1-827E-3BA4944CD38A}" destId="{001DCADD-1804-42AE-9FA0-112FA65AD239}" srcOrd="1" destOrd="0" presId="urn:microsoft.com/office/officeart/2005/8/layout/hierarchy1"/>
    <dgm:cxn modelId="{54E1972B-C853-4856-AB2A-007169DD43F2}" type="presParOf" srcId="{9F933FA2-0C1B-4472-85D8-113EA03A8F77}" destId="{BF12ADF3-EBC9-4298-963C-1552ADF1F99F}" srcOrd="1" destOrd="0" presId="urn:microsoft.com/office/officeart/2005/8/layout/hierarchy1"/>
    <dgm:cxn modelId="{A6A0FEDC-D42E-4C19-AD20-3EF5A20DF9FF}" type="presParOf" srcId="{BF12ADF3-EBC9-4298-963C-1552ADF1F99F}" destId="{ED55A778-E0DF-4040-81B2-E3E35CF5B9C9}" srcOrd="0" destOrd="0" presId="urn:microsoft.com/office/officeart/2005/8/layout/hierarchy1"/>
    <dgm:cxn modelId="{89A136D2-F9BC-4ED5-A07E-4FA26F92D475}" type="presParOf" srcId="{ED55A778-E0DF-4040-81B2-E3E35CF5B9C9}" destId="{451172EF-719C-4430-A4B1-8DF0BF4C6200}" srcOrd="0" destOrd="0" presId="urn:microsoft.com/office/officeart/2005/8/layout/hierarchy1"/>
    <dgm:cxn modelId="{692CFD7F-81CB-488D-A1ED-CFC49AA4D28A}" type="presParOf" srcId="{ED55A778-E0DF-4040-81B2-E3E35CF5B9C9}" destId="{0D11A909-AF5C-4A9B-BD2D-DB485FF13ED3}" srcOrd="1" destOrd="0" presId="urn:microsoft.com/office/officeart/2005/8/layout/hierarchy1"/>
    <dgm:cxn modelId="{155A7708-D6E0-4507-81B2-CBA49C3BD784}" type="presParOf" srcId="{BF12ADF3-EBC9-4298-963C-1552ADF1F99F}" destId="{F5277680-3F6D-4A34-B7E6-DFAC6103634E}" srcOrd="1" destOrd="0" presId="urn:microsoft.com/office/officeart/2005/8/layout/hierarchy1"/>
    <dgm:cxn modelId="{C29353C9-639D-4F3C-A183-ECE91BF12769}" type="presParOf" srcId="{9F933FA2-0C1B-4472-85D8-113EA03A8F77}" destId="{42286D63-12B5-4FB3-9BFA-5561209C0C9B}" srcOrd="2" destOrd="0" presId="urn:microsoft.com/office/officeart/2005/8/layout/hierarchy1"/>
    <dgm:cxn modelId="{DC00868B-9B7F-4F7E-A595-34664191E111}" type="presParOf" srcId="{42286D63-12B5-4FB3-9BFA-5561209C0C9B}" destId="{3F20A035-3E60-4B69-9A6C-C73C6554CD28}" srcOrd="0" destOrd="0" presId="urn:microsoft.com/office/officeart/2005/8/layout/hierarchy1"/>
    <dgm:cxn modelId="{6B6CB74A-6690-4B48-B953-8BD30815CD0E}" type="presParOf" srcId="{3F20A035-3E60-4B69-9A6C-C73C6554CD28}" destId="{A8B5A110-4DA3-44E4-9EF2-08B25EE3F56C}" srcOrd="0" destOrd="0" presId="urn:microsoft.com/office/officeart/2005/8/layout/hierarchy1"/>
    <dgm:cxn modelId="{68508807-A8CB-4893-9920-44EEF7F3B86B}" type="presParOf" srcId="{3F20A035-3E60-4B69-9A6C-C73C6554CD28}" destId="{06942A3E-F6BF-4198-8673-AC2FE09DFADD}" srcOrd="1" destOrd="0" presId="urn:microsoft.com/office/officeart/2005/8/layout/hierarchy1"/>
    <dgm:cxn modelId="{D504F8A0-4FDD-4FAF-A528-769A0D75FA0E}" type="presParOf" srcId="{42286D63-12B5-4FB3-9BFA-5561209C0C9B}" destId="{1BE719BD-B22B-4F50-B4DE-A971CA691015}" srcOrd="1" destOrd="0" presId="urn:microsoft.com/office/officeart/2005/8/layout/hierarchy1"/>
    <dgm:cxn modelId="{1F41679F-2279-48FB-A403-A5252A0BF9C5}" type="presParOf" srcId="{9F933FA2-0C1B-4472-85D8-113EA03A8F77}" destId="{42BD3513-17BD-4019-99E2-8E3BE8A70596}" srcOrd="3" destOrd="0" presId="urn:microsoft.com/office/officeart/2005/8/layout/hierarchy1"/>
    <dgm:cxn modelId="{A45B4762-D040-4AF8-840C-6A6752896FCC}" type="presParOf" srcId="{42BD3513-17BD-4019-99E2-8E3BE8A70596}" destId="{16188566-0E96-4CFA-BB03-C5973259C636}" srcOrd="0" destOrd="0" presId="urn:microsoft.com/office/officeart/2005/8/layout/hierarchy1"/>
    <dgm:cxn modelId="{4AFED3B3-3DA9-403F-80C9-ECC2F7E4EE46}" type="presParOf" srcId="{16188566-0E96-4CFA-BB03-C5973259C636}" destId="{504337A6-71E5-4D72-91F2-8EBE1EEDF2BD}" srcOrd="0" destOrd="0" presId="urn:microsoft.com/office/officeart/2005/8/layout/hierarchy1"/>
    <dgm:cxn modelId="{DEDB9189-AF2C-4006-88A5-552620FCE68A}" type="presParOf" srcId="{16188566-0E96-4CFA-BB03-C5973259C636}" destId="{0D51EAF8-1D9A-4A6B-9382-8EF53B620CE0}" srcOrd="1" destOrd="0" presId="urn:microsoft.com/office/officeart/2005/8/layout/hierarchy1"/>
    <dgm:cxn modelId="{BE701C84-1014-4AE1-9C54-C54B1762EAE8}" type="presParOf" srcId="{42BD3513-17BD-4019-99E2-8E3BE8A70596}" destId="{3AE97949-3881-4C9F-8885-584795479C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13E03A4-CDC3-4EE6-9F12-EC2C95AE451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F5F46D5-8C97-42C5-A3E3-CB9B055E3042}">
      <dgm:prSet/>
      <dgm:spPr/>
      <dgm:t>
        <a:bodyPr/>
        <a:lstStyle/>
        <a:p>
          <a:pPr>
            <a:defRPr cap="all"/>
          </a:pPr>
          <a:r>
            <a:rPr lang="en-US"/>
            <a:t>sudo systemctl restart squid</a:t>
          </a:r>
        </a:p>
      </dgm:t>
    </dgm:pt>
    <dgm:pt modelId="{22348216-C5E6-42A6-8837-778222B0BF3B}" type="parTrans" cxnId="{82F503EA-BF18-4EE7-B47F-573AAF127DC2}">
      <dgm:prSet/>
      <dgm:spPr/>
      <dgm:t>
        <a:bodyPr/>
        <a:lstStyle/>
        <a:p>
          <a:endParaRPr lang="en-US"/>
        </a:p>
      </dgm:t>
    </dgm:pt>
    <dgm:pt modelId="{44413355-7B22-43E7-AC30-45322658EC76}" type="sibTrans" cxnId="{82F503EA-BF18-4EE7-B47F-573AAF127DC2}">
      <dgm:prSet/>
      <dgm:spPr/>
      <dgm:t>
        <a:bodyPr/>
        <a:lstStyle/>
        <a:p>
          <a:endParaRPr lang="en-US"/>
        </a:p>
      </dgm:t>
    </dgm:pt>
    <dgm:pt modelId="{548904E0-8E82-47D7-B411-788B86FE47A7}">
      <dgm:prSet/>
      <dgm:spPr/>
      <dgm:t>
        <a:bodyPr/>
        <a:lstStyle/>
        <a:p>
          <a:pPr>
            <a:defRPr cap="all"/>
          </a:pPr>
          <a:r>
            <a:rPr lang="en-US"/>
            <a:t>sudo systemctl enable squid</a:t>
          </a:r>
        </a:p>
      </dgm:t>
    </dgm:pt>
    <dgm:pt modelId="{23F5E0D9-4835-4300-AFBE-EF3CEF185817}" type="parTrans" cxnId="{1EC2790D-44F4-41F8-A31E-F79F1E1B4E48}">
      <dgm:prSet/>
      <dgm:spPr/>
      <dgm:t>
        <a:bodyPr/>
        <a:lstStyle/>
        <a:p>
          <a:endParaRPr lang="en-US"/>
        </a:p>
      </dgm:t>
    </dgm:pt>
    <dgm:pt modelId="{BA3121F2-FFA4-4836-B3FB-16EAF90A67B9}" type="sibTrans" cxnId="{1EC2790D-44F4-41F8-A31E-F79F1E1B4E48}">
      <dgm:prSet/>
      <dgm:spPr/>
      <dgm:t>
        <a:bodyPr/>
        <a:lstStyle/>
        <a:p>
          <a:endParaRPr lang="en-US"/>
        </a:p>
      </dgm:t>
    </dgm:pt>
    <dgm:pt modelId="{747EE1CD-F6AE-41E1-9927-4C4B8C39D2A4}" type="pres">
      <dgm:prSet presAssocID="{413E03A4-CDC3-4EE6-9F12-EC2C95AE451E}" presName="root" presStyleCnt="0">
        <dgm:presLayoutVars>
          <dgm:dir/>
          <dgm:resizeHandles val="exact"/>
        </dgm:presLayoutVars>
      </dgm:prSet>
      <dgm:spPr/>
    </dgm:pt>
    <dgm:pt modelId="{0AD9151F-28A2-40CE-85E8-2FF8D4913FD2}" type="pres">
      <dgm:prSet presAssocID="{AF5F46D5-8C97-42C5-A3E3-CB9B055E3042}" presName="compNode" presStyleCnt="0"/>
      <dgm:spPr/>
    </dgm:pt>
    <dgm:pt modelId="{B4B462F8-9538-42E4-848B-5365A66A4F21}" type="pres">
      <dgm:prSet presAssocID="{AF5F46D5-8C97-42C5-A3E3-CB9B055E3042}" presName="iconBgRect" presStyleLbl="bgShp" presStyleIdx="0" presStyleCnt="2"/>
      <dgm:spPr/>
    </dgm:pt>
    <dgm:pt modelId="{7ADFBAEC-F238-4B1F-B743-6213FC4C94DD}" type="pres">
      <dgm:prSet presAssocID="{AF5F46D5-8C97-42C5-A3E3-CB9B055E304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z"/>
        </a:ext>
      </dgm:extLst>
    </dgm:pt>
    <dgm:pt modelId="{A9C89EBE-3FAE-41C6-99F4-83109AA562BA}" type="pres">
      <dgm:prSet presAssocID="{AF5F46D5-8C97-42C5-A3E3-CB9B055E3042}" presName="spaceRect" presStyleCnt="0"/>
      <dgm:spPr/>
    </dgm:pt>
    <dgm:pt modelId="{36CCEA7E-43B4-4808-932B-033B0489C45C}" type="pres">
      <dgm:prSet presAssocID="{AF5F46D5-8C97-42C5-A3E3-CB9B055E3042}" presName="textRect" presStyleLbl="revTx" presStyleIdx="0" presStyleCnt="2">
        <dgm:presLayoutVars>
          <dgm:chMax val="1"/>
          <dgm:chPref val="1"/>
        </dgm:presLayoutVars>
      </dgm:prSet>
      <dgm:spPr/>
    </dgm:pt>
    <dgm:pt modelId="{499FD118-1E8E-4558-B2BD-A58C9AE0F5C4}" type="pres">
      <dgm:prSet presAssocID="{44413355-7B22-43E7-AC30-45322658EC76}" presName="sibTrans" presStyleCnt="0"/>
      <dgm:spPr/>
    </dgm:pt>
    <dgm:pt modelId="{CD7C8B5A-5EC7-42A9-9D09-EB723B328129}" type="pres">
      <dgm:prSet presAssocID="{548904E0-8E82-47D7-B411-788B86FE47A7}" presName="compNode" presStyleCnt="0"/>
      <dgm:spPr/>
    </dgm:pt>
    <dgm:pt modelId="{0FAF53BA-8478-42CF-8391-DE647BA4949D}" type="pres">
      <dgm:prSet presAssocID="{548904E0-8E82-47D7-B411-788B86FE47A7}" presName="iconBgRect" presStyleLbl="bgShp" presStyleIdx="1" presStyleCnt="2"/>
      <dgm:spPr/>
    </dgm:pt>
    <dgm:pt modelId="{A049D84F-FE60-4BE1-8FBD-132B885EE5B0}" type="pres">
      <dgm:prSet presAssocID="{548904E0-8E82-47D7-B411-788B86FE47A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E0958E9-A700-4846-8868-AABC64B46BDA}" type="pres">
      <dgm:prSet presAssocID="{548904E0-8E82-47D7-B411-788B86FE47A7}" presName="spaceRect" presStyleCnt="0"/>
      <dgm:spPr/>
    </dgm:pt>
    <dgm:pt modelId="{57476A78-774C-4BF4-ABE2-43DABD2E8132}" type="pres">
      <dgm:prSet presAssocID="{548904E0-8E82-47D7-B411-788B86FE47A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EC2790D-44F4-41F8-A31E-F79F1E1B4E48}" srcId="{413E03A4-CDC3-4EE6-9F12-EC2C95AE451E}" destId="{548904E0-8E82-47D7-B411-788B86FE47A7}" srcOrd="1" destOrd="0" parTransId="{23F5E0D9-4835-4300-AFBE-EF3CEF185817}" sibTransId="{BA3121F2-FFA4-4836-B3FB-16EAF90A67B9}"/>
    <dgm:cxn modelId="{8FA8B519-865D-4945-A435-7B752F3E86D8}" type="presOf" srcId="{AF5F46D5-8C97-42C5-A3E3-CB9B055E3042}" destId="{36CCEA7E-43B4-4808-932B-033B0489C45C}" srcOrd="0" destOrd="0" presId="urn:microsoft.com/office/officeart/2018/5/layout/IconCircleLabelList"/>
    <dgm:cxn modelId="{1227AA1D-72BF-460C-9663-C8AD9C31ED61}" type="presOf" srcId="{413E03A4-CDC3-4EE6-9F12-EC2C95AE451E}" destId="{747EE1CD-F6AE-41E1-9927-4C4B8C39D2A4}" srcOrd="0" destOrd="0" presId="urn:microsoft.com/office/officeart/2018/5/layout/IconCircleLabelList"/>
    <dgm:cxn modelId="{0B785D5D-0BD2-4EF8-BD89-EC94ACD4454A}" type="presOf" srcId="{548904E0-8E82-47D7-B411-788B86FE47A7}" destId="{57476A78-774C-4BF4-ABE2-43DABD2E8132}" srcOrd="0" destOrd="0" presId="urn:microsoft.com/office/officeart/2018/5/layout/IconCircleLabelList"/>
    <dgm:cxn modelId="{82F503EA-BF18-4EE7-B47F-573AAF127DC2}" srcId="{413E03A4-CDC3-4EE6-9F12-EC2C95AE451E}" destId="{AF5F46D5-8C97-42C5-A3E3-CB9B055E3042}" srcOrd="0" destOrd="0" parTransId="{22348216-C5E6-42A6-8837-778222B0BF3B}" sibTransId="{44413355-7B22-43E7-AC30-45322658EC76}"/>
    <dgm:cxn modelId="{7F144EA5-5ED4-4571-97B0-623697A455A0}" type="presParOf" srcId="{747EE1CD-F6AE-41E1-9927-4C4B8C39D2A4}" destId="{0AD9151F-28A2-40CE-85E8-2FF8D4913FD2}" srcOrd="0" destOrd="0" presId="urn:microsoft.com/office/officeart/2018/5/layout/IconCircleLabelList"/>
    <dgm:cxn modelId="{C966C757-3119-4288-B3AB-D6D1AEF62549}" type="presParOf" srcId="{0AD9151F-28A2-40CE-85E8-2FF8D4913FD2}" destId="{B4B462F8-9538-42E4-848B-5365A66A4F21}" srcOrd="0" destOrd="0" presId="urn:microsoft.com/office/officeart/2018/5/layout/IconCircleLabelList"/>
    <dgm:cxn modelId="{59D000FD-72DC-4584-AC8C-AEDCFE59623A}" type="presParOf" srcId="{0AD9151F-28A2-40CE-85E8-2FF8D4913FD2}" destId="{7ADFBAEC-F238-4B1F-B743-6213FC4C94DD}" srcOrd="1" destOrd="0" presId="urn:microsoft.com/office/officeart/2018/5/layout/IconCircleLabelList"/>
    <dgm:cxn modelId="{492E177B-1975-4AED-BCD4-FB8346CAED17}" type="presParOf" srcId="{0AD9151F-28A2-40CE-85E8-2FF8D4913FD2}" destId="{A9C89EBE-3FAE-41C6-99F4-83109AA562BA}" srcOrd="2" destOrd="0" presId="urn:microsoft.com/office/officeart/2018/5/layout/IconCircleLabelList"/>
    <dgm:cxn modelId="{72046E13-7E9E-4B64-9618-9FD661E468A2}" type="presParOf" srcId="{0AD9151F-28A2-40CE-85E8-2FF8D4913FD2}" destId="{36CCEA7E-43B4-4808-932B-033B0489C45C}" srcOrd="3" destOrd="0" presId="urn:microsoft.com/office/officeart/2018/5/layout/IconCircleLabelList"/>
    <dgm:cxn modelId="{43B0CE35-A0FD-4250-AAAA-E8F2D5DD08DF}" type="presParOf" srcId="{747EE1CD-F6AE-41E1-9927-4C4B8C39D2A4}" destId="{499FD118-1E8E-4558-B2BD-A58C9AE0F5C4}" srcOrd="1" destOrd="0" presId="urn:microsoft.com/office/officeart/2018/5/layout/IconCircleLabelList"/>
    <dgm:cxn modelId="{A1C50458-74B4-4E5F-8B8D-8EBB18A269B1}" type="presParOf" srcId="{747EE1CD-F6AE-41E1-9927-4C4B8C39D2A4}" destId="{CD7C8B5A-5EC7-42A9-9D09-EB723B328129}" srcOrd="2" destOrd="0" presId="urn:microsoft.com/office/officeart/2018/5/layout/IconCircleLabelList"/>
    <dgm:cxn modelId="{616A983D-A2B9-45B2-98D8-344107635823}" type="presParOf" srcId="{CD7C8B5A-5EC7-42A9-9D09-EB723B328129}" destId="{0FAF53BA-8478-42CF-8391-DE647BA4949D}" srcOrd="0" destOrd="0" presId="urn:microsoft.com/office/officeart/2018/5/layout/IconCircleLabelList"/>
    <dgm:cxn modelId="{BDA5192D-DE84-44FB-AF01-ABB53E029A8A}" type="presParOf" srcId="{CD7C8B5A-5EC7-42A9-9D09-EB723B328129}" destId="{A049D84F-FE60-4BE1-8FBD-132B885EE5B0}" srcOrd="1" destOrd="0" presId="urn:microsoft.com/office/officeart/2018/5/layout/IconCircleLabelList"/>
    <dgm:cxn modelId="{BF0210B4-85DD-420A-B6D8-AA894A25B898}" type="presParOf" srcId="{CD7C8B5A-5EC7-42A9-9D09-EB723B328129}" destId="{CE0958E9-A700-4846-8868-AABC64B46BDA}" srcOrd="2" destOrd="0" presId="urn:microsoft.com/office/officeart/2018/5/layout/IconCircleLabelList"/>
    <dgm:cxn modelId="{AE71C5FB-5249-45A2-8C24-F49055AE98D0}" type="presParOf" srcId="{CD7C8B5A-5EC7-42A9-9D09-EB723B328129}" destId="{57476A78-774C-4BF4-ABE2-43DABD2E813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4DCE47C-CD0B-4B87-ACA2-9DC0F63D114B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9CFBCC-329C-4444-83D4-E094947D7467}">
      <dgm:prSet/>
      <dgm:spPr/>
      <dgm:t>
        <a:bodyPr/>
        <a:lstStyle/>
        <a:p>
          <a:r>
            <a:rPr lang="en-US"/>
            <a:t>- Navegador → Proxy manual</a:t>
          </a:r>
        </a:p>
      </dgm:t>
    </dgm:pt>
    <dgm:pt modelId="{729A282F-C99B-4B54-8574-E42C204EAC26}" type="parTrans" cxnId="{B62218B5-AB59-4025-9132-867BD07F705A}">
      <dgm:prSet/>
      <dgm:spPr/>
      <dgm:t>
        <a:bodyPr/>
        <a:lstStyle/>
        <a:p>
          <a:endParaRPr lang="en-US"/>
        </a:p>
      </dgm:t>
    </dgm:pt>
    <dgm:pt modelId="{01F85975-130A-4BA5-839B-E09818AFD331}" type="sibTrans" cxnId="{B62218B5-AB59-4025-9132-867BD07F705A}">
      <dgm:prSet/>
      <dgm:spPr/>
      <dgm:t>
        <a:bodyPr/>
        <a:lstStyle/>
        <a:p>
          <a:endParaRPr lang="en-US"/>
        </a:p>
      </dgm:t>
    </dgm:pt>
    <dgm:pt modelId="{B18D123E-2AB8-4936-9102-D1BF1F99BD56}">
      <dgm:prSet/>
      <dgm:spPr/>
      <dgm:t>
        <a:bodyPr/>
        <a:lstStyle/>
        <a:p>
          <a:r>
            <a:rPr lang="en-US"/>
            <a:t>- Dirección: IP del servidor</a:t>
          </a:r>
        </a:p>
      </dgm:t>
    </dgm:pt>
    <dgm:pt modelId="{5DC8D0C6-B5E7-41E5-87E0-C2FEBEC41226}" type="parTrans" cxnId="{1DEA9095-C2CB-4A6E-ABA2-5C0D2C8BE885}">
      <dgm:prSet/>
      <dgm:spPr/>
      <dgm:t>
        <a:bodyPr/>
        <a:lstStyle/>
        <a:p>
          <a:endParaRPr lang="en-US"/>
        </a:p>
      </dgm:t>
    </dgm:pt>
    <dgm:pt modelId="{13CEDF21-24BE-4795-9581-57C3FCACC504}" type="sibTrans" cxnId="{1DEA9095-C2CB-4A6E-ABA2-5C0D2C8BE885}">
      <dgm:prSet/>
      <dgm:spPr/>
      <dgm:t>
        <a:bodyPr/>
        <a:lstStyle/>
        <a:p>
          <a:endParaRPr lang="en-US"/>
        </a:p>
      </dgm:t>
    </dgm:pt>
    <dgm:pt modelId="{8202A14E-4F3F-4F27-93D9-D1C3C5822AE2}">
      <dgm:prSet/>
      <dgm:spPr/>
      <dgm:t>
        <a:bodyPr/>
        <a:lstStyle/>
        <a:p>
          <a:r>
            <a:rPr lang="en-US"/>
            <a:t>- Puerto: 3128</a:t>
          </a:r>
        </a:p>
      </dgm:t>
    </dgm:pt>
    <dgm:pt modelId="{FAE4DE03-3C20-4348-86B7-C8171054E9B4}" type="parTrans" cxnId="{F22A7CB1-2372-4CB2-8F22-7560153A8BE5}">
      <dgm:prSet/>
      <dgm:spPr/>
      <dgm:t>
        <a:bodyPr/>
        <a:lstStyle/>
        <a:p>
          <a:endParaRPr lang="en-US"/>
        </a:p>
      </dgm:t>
    </dgm:pt>
    <dgm:pt modelId="{FFE689C4-63D2-4A79-B097-2FBCFF11E605}" type="sibTrans" cxnId="{F22A7CB1-2372-4CB2-8F22-7560153A8BE5}">
      <dgm:prSet/>
      <dgm:spPr/>
      <dgm:t>
        <a:bodyPr/>
        <a:lstStyle/>
        <a:p>
          <a:endParaRPr lang="en-US"/>
        </a:p>
      </dgm:t>
    </dgm:pt>
    <dgm:pt modelId="{C35BE10A-6F87-4D67-A5C9-A9824724B03D}" type="pres">
      <dgm:prSet presAssocID="{B4DCE47C-CD0B-4B87-ACA2-9DC0F63D114B}" presName="diagram" presStyleCnt="0">
        <dgm:presLayoutVars>
          <dgm:dir/>
          <dgm:resizeHandles val="exact"/>
        </dgm:presLayoutVars>
      </dgm:prSet>
      <dgm:spPr/>
    </dgm:pt>
    <dgm:pt modelId="{D907FFFD-FCDC-4784-9FAB-E0D0E4AF77E7}" type="pres">
      <dgm:prSet presAssocID="{2C9CFBCC-329C-4444-83D4-E094947D7467}" presName="node" presStyleLbl="node1" presStyleIdx="0" presStyleCnt="3">
        <dgm:presLayoutVars>
          <dgm:bulletEnabled val="1"/>
        </dgm:presLayoutVars>
      </dgm:prSet>
      <dgm:spPr/>
    </dgm:pt>
    <dgm:pt modelId="{CEED0C83-8EAC-4637-BCDD-D8926E7D2DA9}" type="pres">
      <dgm:prSet presAssocID="{01F85975-130A-4BA5-839B-E09818AFD331}" presName="sibTrans" presStyleCnt="0"/>
      <dgm:spPr/>
    </dgm:pt>
    <dgm:pt modelId="{1ABADCBD-92B3-4B5D-82E8-0D58CCBB4932}" type="pres">
      <dgm:prSet presAssocID="{B18D123E-2AB8-4936-9102-D1BF1F99BD56}" presName="node" presStyleLbl="node1" presStyleIdx="1" presStyleCnt="3">
        <dgm:presLayoutVars>
          <dgm:bulletEnabled val="1"/>
        </dgm:presLayoutVars>
      </dgm:prSet>
      <dgm:spPr/>
    </dgm:pt>
    <dgm:pt modelId="{8F555D58-648E-4EAF-815C-0CCD2D4DED9E}" type="pres">
      <dgm:prSet presAssocID="{13CEDF21-24BE-4795-9581-57C3FCACC504}" presName="sibTrans" presStyleCnt="0"/>
      <dgm:spPr/>
    </dgm:pt>
    <dgm:pt modelId="{8D52B764-353F-472D-B619-47805EE5A404}" type="pres">
      <dgm:prSet presAssocID="{8202A14E-4F3F-4F27-93D9-D1C3C5822AE2}" presName="node" presStyleLbl="node1" presStyleIdx="2" presStyleCnt="3">
        <dgm:presLayoutVars>
          <dgm:bulletEnabled val="1"/>
        </dgm:presLayoutVars>
      </dgm:prSet>
      <dgm:spPr/>
    </dgm:pt>
  </dgm:ptLst>
  <dgm:cxnLst>
    <dgm:cxn modelId="{45010007-13A6-47B0-BD5B-557B320A6CC3}" type="presOf" srcId="{B18D123E-2AB8-4936-9102-D1BF1F99BD56}" destId="{1ABADCBD-92B3-4B5D-82E8-0D58CCBB4932}" srcOrd="0" destOrd="0" presId="urn:microsoft.com/office/officeart/2005/8/layout/default"/>
    <dgm:cxn modelId="{93F24E17-7B94-4FFB-8CEE-5FAC423CD699}" type="presOf" srcId="{8202A14E-4F3F-4F27-93D9-D1C3C5822AE2}" destId="{8D52B764-353F-472D-B619-47805EE5A404}" srcOrd="0" destOrd="0" presId="urn:microsoft.com/office/officeart/2005/8/layout/default"/>
    <dgm:cxn modelId="{B1E94757-C32A-418B-AC26-A4AF38BC31D6}" type="presOf" srcId="{2C9CFBCC-329C-4444-83D4-E094947D7467}" destId="{D907FFFD-FCDC-4784-9FAB-E0D0E4AF77E7}" srcOrd="0" destOrd="0" presId="urn:microsoft.com/office/officeart/2005/8/layout/default"/>
    <dgm:cxn modelId="{1DEA9095-C2CB-4A6E-ABA2-5C0D2C8BE885}" srcId="{B4DCE47C-CD0B-4B87-ACA2-9DC0F63D114B}" destId="{B18D123E-2AB8-4936-9102-D1BF1F99BD56}" srcOrd="1" destOrd="0" parTransId="{5DC8D0C6-B5E7-41E5-87E0-C2FEBEC41226}" sibTransId="{13CEDF21-24BE-4795-9581-57C3FCACC504}"/>
    <dgm:cxn modelId="{F22A7CB1-2372-4CB2-8F22-7560153A8BE5}" srcId="{B4DCE47C-CD0B-4B87-ACA2-9DC0F63D114B}" destId="{8202A14E-4F3F-4F27-93D9-D1C3C5822AE2}" srcOrd="2" destOrd="0" parTransId="{FAE4DE03-3C20-4348-86B7-C8171054E9B4}" sibTransId="{FFE689C4-63D2-4A79-B097-2FBCFF11E605}"/>
    <dgm:cxn modelId="{B62218B5-AB59-4025-9132-867BD07F705A}" srcId="{B4DCE47C-CD0B-4B87-ACA2-9DC0F63D114B}" destId="{2C9CFBCC-329C-4444-83D4-E094947D7467}" srcOrd="0" destOrd="0" parTransId="{729A282F-C99B-4B54-8574-E42C204EAC26}" sibTransId="{01F85975-130A-4BA5-839B-E09818AFD331}"/>
    <dgm:cxn modelId="{F30510FD-1273-4A2F-883F-021215C17518}" type="presOf" srcId="{B4DCE47C-CD0B-4B87-ACA2-9DC0F63D114B}" destId="{C35BE10A-6F87-4D67-A5C9-A9824724B03D}" srcOrd="0" destOrd="0" presId="urn:microsoft.com/office/officeart/2005/8/layout/default"/>
    <dgm:cxn modelId="{50AD5EE7-A8D2-4A86-9C9E-EF3B86D38377}" type="presParOf" srcId="{C35BE10A-6F87-4D67-A5C9-A9824724B03D}" destId="{D907FFFD-FCDC-4784-9FAB-E0D0E4AF77E7}" srcOrd="0" destOrd="0" presId="urn:microsoft.com/office/officeart/2005/8/layout/default"/>
    <dgm:cxn modelId="{57E38804-121B-4F99-A0C9-A3EE7DAB305E}" type="presParOf" srcId="{C35BE10A-6F87-4D67-A5C9-A9824724B03D}" destId="{CEED0C83-8EAC-4637-BCDD-D8926E7D2DA9}" srcOrd="1" destOrd="0" presId="urn:microsoft.com/office/officeart/2005/8/layout/default"/>
    <dgm:cxn modelId="{52EEF008-1AAA-4DE4-8BC3-0DB562DEF40A}" type="presParOf" srcId="{C35BE10A-6F87-4D67-A5C9-A9824724B03D}" destId="{1ABADCBD-92B3-4B5D-82E8-0D58CCBB4932}" srcOrd="2" destOrd="0" presId="urn:microsoft.com/office/officeart/2005/8/layout/default"/>
    <dgm:cxn modelId="{029F40FE-4CC6-4D76-AF42-31175D18F110}" type="presParOf" srcId="{C35BE10A-6F87-4D67-A5C9-A9824724B03D}" destId="{8F555D58-648E-4EAF-815C-0CCD2D4DED9E}" srcOrd="3" destOrd="0" presId="urn:microsoft.com/office/officeart/2005/8/layout/default"/>
    <dgm:cxn modelId="{AA60FBF1-D366-4512-BEB5-A287B4F995CA}" type="presParOf" srcId="{C35BE10A-6F87-4D67-A5C9-A9824724B03D}" destId="{8D52B764-353F-472D-B619-47805EE5A40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1ADD91D-B3A1-4C53-B0A9-312BF5A0754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E99488E-BBF0-4589-B860-E0BE9F8EC25B}">
      <dgm:prSet/>
      <dgm:spPr/>
      <dgm:t>
        <a:bodyPr/>
        <a:lstStyle/>
        <a:p>
          <a:pPr>
            <a:defRPr cap="all"/>
          </a:pPr>
          <a:r>
            <a:rPr lang="en-US"/>
            <a:t>- Control de páginas visitadas</a:t>
          </a:r>
        </a:p>
      </dgm:t>
    </dgm:pt>
    <dgm:pt modelId="{199098CF-68C6-4B85-AE64-A772F98DA4A2}" type="parTrans" cxnId="{269EE8BB-C2C1-498F-9488-FC5F7CB77F06}">
      <dgm:prSet/>
      <dgm:spPr/>
      <dgm:t>
        <a:bodyPr/>
        <a:lstStyle/>
        <a:p>
          <a:endParaRPr lang="en-US"/>
        </a:p>
      </dgm:t>
    </dgm:pt>
    <dgm:pt modelId="{6B6D94A9-1573-42CF-8F95-5BAFB3DAADEE}" type="sibTrans" cxnId="{269EE8BB-C2C1-498F-9488-FC5F7CB77F06}">
      <dgm:prSet/>
      <dgm:spPr/>
      <dgm:t>
        <a:bodyPr/>
        <a:lstStyle/>
        <a:p>
          <a:endParaRPr lang="en-US"/>
        </a:p>
      </dgm:t>
    </dgm:pt>
    <dgm:pt modelId="{CD8243C8-CB22-4BD1-8CCF-EBEA9CE3698D}">
      <dgm:prSet/>
      <dgm:spPr/>
      <dgm:t>
        <a:bodyPr/>
        <a:lstStyle/>
        <a:p>
          <a:pPr>
            <a:defRPr cap="all"/>
          </a:pPr>
          <a:r>
            <a:rPr lang="en-US"/>
            <a:t>- Caché de vídeos repetidos</a:t>
          </a:r>
        </a:p>
      </dgm:t>
    </dgm:pt>
    <dgm:pt modelId="{B7DB93AA-BF16-41A4-B8AE-05DDD46643C6}" type="parTrans" cxnId="{B2A16BC9-22B1-4E04-BF8F-C32C1443D984}">
      <dgm:prSet/>
      <dgm:spPr/>
      <dgm:t>
        <a:bodyPr/>
        <a:lstStyle/>
        <a:p>
          <a:endParaRPr lang="en-US"/>
        </a:p>
      </dgm:t>
    </dgm:pt>
    <dgm:pt modelId="{DC19FBC3-B53E-41BF-B5BF-B5ABACC6C497}" type="sibTrans" cxnId="{B2A16BC9-22B1-4E04-BF8F-C32C1443D984}">
      <dgm:prSet/>
      <dgm:spPr/>
      <dgm:t>
        <a:bodyPr/>
        <a:lstStyle/>
        <a:p>
          <a:endParaRPr lang="en-US"/>
        </a:p>
      </dgm:t>
    </dgm:pt>
    <dgm:pt modelId="{62CAEACC-8817-435B-A12D-AE1CA438A71F}">
      <dgm:prSet/>
      <dgm:spPr/>
      <dgm:t>
        <a:bodyPr/>
        <a:lstStyle/>
        <a:p>
          <a:pPr>
            <a:defRPr cap="all"/>
          </a:pPr>
          <a:r>
            <a:rPr lang="en-US"/>
            <a:t>- Ahorro de ancho de banda</a:t>
          </a:r>
        </a:p>
      </dgm:t>
    </dgm:pt>
    <dgm:pt modelId="{BF85283C-A80F-456E-96C8-545A082EB54B}" type="parTrans" cxnId="{22752A24-C9AD-4FD5-BAC5-380601EBBE68}">
      <dgm:prSet/>
      <dgm:spPr/>
      <dgm:t>
        <a:bodyPr/>
        <a:lstStyle/>
        <a:p>
          <a:endParaRPr lang="en-US"/>
        </a:p>
      </dgm:t>
    </dgm:pt>
    <dgm:pt modelId="{C2090E9F-832F-4395-AE5F-B94C4E363359}" type="sibTrans" cxnId="{22752A24-C9AD-4FD5-BAC5-380601EBBE68}">
      <dgm:prSet/>
      <dgm:spPr/>
      <dgm:t>
        <a:bodyPr/>
        <a:lstStyle/>
        <a:p>
          <a:endParaRPr lang="en-US"/>
        </a:p>
      </dgm:t>
    </dgm:pt>
    <dgm:pt modelId="{C2EB1BE6-400F-4647-9AA6-FFB0C2AB3501}">
      <dgm:prSet/>
      <dgm:spPr/>
      <dgm:t>
        <a:bodyPr/>
        <a:lstStyle/>
        <a:p>
          <a:pPr>
            <a:defRPr cap="all"/>
          </a:pPr>
          <a:r>
            <a:rPr lang="en-US"/>
            <a:t>- Mayor velocidad</a:t>
          </a:r>
        </a:p>
      </dgm:t>
    </dgm:pt>
    <dgm:pt modelId="{A71294CF-1C91-49C6-9F79-93E3BF528343}" type="parTrans" cxnId="{AA6CB192-540A-4B57-8B56-22345D61A42A}">
      <dgm:prSet/>
      <dgm:spPr/>
      <dgm:t>
        <a:bodyPr/>
        <a:lstStyle/>
        <a:p>
          <a:endParaRPr lang="en-US"/>
        </a:p>
      </dgm:t>
    </dgm:pt>
    <dgm:pt modelId="{E1E0D0E7-04C3-4CBF-8ED7-9F98A16E5580}" type="sibTrans" cxnId="{AA6CB192-540A-4B57-8B56-22345D61A42A}">
      <dgm:prSet/>
      <dgm:spPr/>
      <dgm:t>
        <a:bodyPr/>
        <a:lstStyle/>
        <a:p>
          <a:endParaRPr lang="en-US"/>
        </a:p>
      </dgm:t>
    </dgm:pt>
    <dgm:pt modelId="{3EA14C06-33CF-4303-9EAC-6439A90CD38A}" type="pres">
      <dgm:prSet presAssocID="{E1ADD91D-B3A1-4C53-B0A9-312BF5A0754C}" presName="root" presStyleCnt="0">
        <dgm:presLayoutVars>
          <dgm:dir/>
          <dgm:resizeHandles val="exact"/>
        </dgm:presLayoutVars>
      </dgm:prSet>
      <dgm:spPr/>
    </dgm:pt>
    <dgm:pt modelId="{7FD4A3F8-F150-4084-A256-5F55518B7C7F}" type="pres">
      <dgm:prSet presAssocID="{DE99488E-BBF0-4589-B860-E0BE9F8EC25B}" presName="compNode" presStyleCnt="0"/>
      <dgm:spPr/>
    </dgm:pt>
    <dgm:pt modelId="{2F378067-CFF8-4C83-9A7D-DF443DBC53F1}" type="pres">
      <dgm:prSet presAssocID="{DE99488E-BBF0-4589-B860-E0BE9F8EC25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AA1353B-4E39-4D48-ABB0-6262FB14148E}" type="pres">
      <dgm:prSet presAssocID="{DE99488E-BBF0-4589-B860-E0BE9F8EC2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BCC26083-F333-41EB-9006-90004E8A5D9B}" type="pres">
      <dgm:prSet presAssocID="{DE99488E-BBF0-4589-B860-E0BE9F8EC25B}" presName="spaceRect" presStyleCnt="0"/>
      <dgm:spPr/>
    </dgm:pt>
    <dgm:pt modelId="{1259D04D-90C7-4F10-98EB-FC5A250BD938}" type="pres">
      <dgm:prSet presAssocID="{DE99488E-BBF0-4589-B860-E0BE9F8EC25B}" presName="textRect" presStyleLbl="revTx" presStyleIdx="0" presStyleCnt="4">
        <dgm:presLayoutVars>
          <dgm:chMax val="1"/>
          <dgm:chPref val="1"/>
        </dgm:presLayoutVars>
      </dgm:prSet>
      <dgm:spPr/>
    </dgm:pt>
    <dgm:pt modelId="{124BB8F4-A6C7-45E4-89B0-E4FB31E7B9D7}" type="pres">
      <dgm:prSet presAssocID="{6B6D94A9-1573-42CF-8F95-5BAFB3DAADEE}" presName="sibTrans" presStyleCnt="0"/>
      <dgm:spPr/>
    </dgm:pt>
    <dgm:pt modelId="{B47E86D4-F33D-4644-83BF-16CE2666AED6}" type="pres">
      <dgm:prSet presAssocID="{CD8243C8-CB22-4BD1-8CCF-EBEA9CE3698D}" presName="compNode" presStyleCnt="0"/>
      <dgm:spPr/>
    </dgm:pt>
    <dgm:pt modelId="{12F15175-43CB-4FD8-A880-A06C30C4C5DC}" type="pres">
      <dgm:prSet presAssocID="{CD8243C8-CB22-4BD1-8CCF-EBEA9CE3698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1560E35-3E9F-4090-889D-2397969D2DAF}" type="pres">
      <dgm:prSet presAssocID="{CD8243C8-CB22-4BD1-8CCF-EBEA9CE3698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CAE71A8B-B421-46E6-92E3-376049C4D396}" type="pres">
      <dgm:prSet presAssocID="{CD8243C8-CB22-4BD1-8CCF-EBEA9CE3698D}" presName="spaceRect" presStyleCnt="0"/>
      <dgm:spPr/>
    </dgm:pt>
    <dgm:pt modelId="{E5398D1C-E798-4EA7-AA69-C6564927B3C1}" type="pres">
      <dgm:prSet presAssocID="{CD8243C8-CB22-4BD1-8CCF-EBEA9CE3698D}" presName="textRect" presStyleLbl="revTx" presStyleIdx="1" presStyleCnt="4">
        <dgm:presLayoutVars>
          <dgm:chMax val="1"/>
          <dgm:chPref val="1"/>
        </dgm:presLayoutVars>
      </dgm:prSet>
      <dgm:spPr/>
    </dgm:pt>
    <dgm:pt modelId="{BCC9C4EA-D58A-40D5-BB1A-2324E50A2EC8}" type="pres">
      <dgm:prSet presAssocID="{DC19FBC3-B53E-41BF-B5BF-B5ABACC6C497}" presName="sibTrans" presStyleCnt="0"/>
      <dgm:spPr/>
    </dgm:pt>
    <dgm:pt modelId="{01C6556F-0D4E-4824-B085-CF4FA863DC1F}" type="pres">
      <dgm:prSet presAssocID="{62CAEACC-8817-435B-A12D-AE1CA438A71F}" presName="compNode" presStyleCnt="0"/>
      <dgm:spPr/>
    </dgm:pt>
    <dgm:pt modelId="{13556B33-0826-4C40-A9AF-05737A0EC8AF}" type="pres">
      <dgm:prSet presAssocID="{62CAEACC-8817-435B-A12D-AE1CA438A71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8312564-7801-4E54-AD5E-ABC94DBEF93D}" type="pres">
      <dgm:prSet presAssocID="{62CAEACC-8817-435B-A12D-AE1CA438A7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cáner"/>
        </a:ext>
      </dgm:extLst>
    </dgm:pt>
    <dgm:pt modelId="{41FADA9A-11CC-444C-A1C6-69BCCA49477E}" type="pres">
      <dgm:prSet presAssocID="{62CAEACC-8817-435B-A12D-AE1CA438A71F}" presName="spaceRect" presStyleCnt="0"/>
      <dgm:spPr/>
    </dgm:pt>
    <dgm:pt modelId="{A499B7E2-2113-43F8-AA8F-5A8D27E92738}" type="pres">
      <dgm:prSet presAssocID="{62CAEACC-8817-435B-A12D-AE1CA438A71F}" presName="textRect" presStyleLbl="revTx" presStyleIdx="2" presStyleCnt="4">
        <dgm:presLayoutVars>
          <dgm:chMax val="1"/>
          <dgm:chPref val="1"/>
        </dgm:presLayoutVars>
      </dgm:prSet>
      <dgm:spPr/>
    </dgm:pt>
    <dgm:pt modelId="{7965C86B-55F1-4C5F-8466-49433A4BF028}" type="pres">
      <dgm:prSet presAssocID="{C2090E9F-832F-4395-AE5F-B94C4E363359}" presName="sibTrans" presStyleCnt="0"/>
      <dgm:spPr/>
    </dgm:pt>
    <dgm:pt modelId="{5291DF85-5D07-4740-A5E2-A823D2448E00}" type="pres">
      <dgm:prSet presAssocID="{C2EB1BE6-400F-4647-9AA6-FFB0C2AB3501}" presName="compNode" presStyleCnt="0"/>
      <dgm:spPr/>
    </dgm:pt>
    <dgm:pt modelId="{5ACD23D5-00B2-4246-8D8A-C6DDE52E30DA}" type="pres">
      <dgm:prSet presAssocID="{C2EB1BE6-400F-4647-9AA6-FFB0C2AB3501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C6C9249-3D26-4E07-BC27-15DEE6A6395E}" type="pres">
      <dgm:prSet presAssocID="{C2EB1BE6-400F-4647-9AA6-FFB0C2AB35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90ED8639-4572-4B3A-91C7-18A9CCAE01C6}" type="pres">
      <dgm:prSet presAssocID="{C2EB1BE6-400F-4647-9AA6-FFB0C2AB3501}" presName="spaceRect" presStyleCnt="0"/>
      <dgm:spPr/>
    </dgm:pt>
    <dgm:pt modelId="{701D759F-87C8-40B1-82B3-D0BB9402CDB4}" type="pres">
      <dgm:prSet presAssocID="{C2EB1BE6-400F-4647-9AA6-FFB0C2AB350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2752A24-C9AD-4FD5-BAC5-380601EBBE68}" srcId="{E1ADD91D-B3A1-4C53-B0A9-312BF5A0754C}" destId="{62CAEACC-8817-435B-A12D-AE1CA438A71F}" srcOrd="2" destOrd="0" parTransId="{BF85283C-A80F-456E-96C8-545A082EB54B}" sibTransId="{C2090E9F-832F-4395-AE5F-B94C4E363359}"/>
    <dgm:cxn modelId="{02EBAF72-59B0-4B50-A058-20A41BE5D526}" type="presOf" srcId="{E1ADD91D-B3A1-4C53-B0A9-312BF5A0754C}" destId="{3EA14C06-33CF-4303-9EAC-6439A90CD38A}" srcOrd="0" destOrd="0" presId="urn:microsoft.com/office/officeart/2018/5/layout/IconLeafLabelList"/>
    <dgm:cxn modelId="{B8A36575-7412-4251-BA24-1109F49905C1}" type="presOf" srcId="{62CAEACC-8817-435B-A12D-AE1CA438A71F}" destId="{A499B7E2-2113-43F8-AA8F-5A8D27E92738}" srcOrd="0" destOrd="0" presId="urn:microsoft.com/office/officeart/2018/5/layout/IconLeafLabelList"/>
    <dgm:cxn modelId="{037B9475-3FA9-4D16-BDFE-9FA88C7B81ED}" type="presOf" srcId="{CD8243C8-CB22-4BD1-8CCF-EBEA9CE3698D}" destId="{E5398D1C-E798-4EA7-AA69-C6564927B3C1}" srcOrd="0" destOrd="0" presId="urn:microsoft.com/office/officeart/2018/5/layout/IconLeafLabelList"/>
    <dgm:cxn modelId="{AA6CB192-540A-4B57-8B56-22345D61A42A}" srcId="{E1ADD91D-B3A1-4C53-B0A9-312BF5A0754C}" destId="{C2EB1BE6-400F-4647-9AA6-FFB0C2AB3501}" srcOrd="3" destOrd="0" parTransId="{A71294CF-1C91-49C6-9F79-93E3BF528343}" sibTransId="{E1E0D0E7-04C3-4CBF-8ED7-9F98A16E5580}"/>
    <dgm:cxn modelId="{269EE8BB-C2C1-498F-9488-FC5F7CB77F06}" srcId="{E1ADD91D-B3A1-4C53-B0A9-312BF5A0754C}" destId="{DE99488E-BBF0-4589-B860-E0BE9F8EC25B}" srcOrd="0" destOrd="0" parTransId="{199098CF-68C6-4B85-AE64-A772F98DA4A2}" sibTransId="{6B6D94A9-1573-42CF-8F95-5BAFB3DAADEE}"/>
    <dgm:cxn modelId="{B2A16BC9-22B1-4E04-BF8F-C32C1443D984}" srcId="{E1ADD91D-B3A1-4C53-B0A9-312BF5A0754C}" destId="{CD8243C8-CB22-4BD1-8CCF-EBEA9CE3698D}" srcOrd="1" destOrd="0" parTransId="{B7DB93AA-BF16-41A4-B8AE-05DDD46643C6}" sibTransId="{DC19FBC3-B53E-41BF-B5BF-B5ABACC6C497}"/>
    <dgm:cxn modelId="{BC8500E5-26C8-4C73-9E10-98B3638AC44E}" type="presOf" srcId="{DE99488E-BBF0-4589-B860-E0BE9F8EC25B}" destId="{1259D04D-90C7-4F10-98EB-FC5A250BD938}" srcOrd="0" destOrd="0" presId="urn:microsoft.com/office/officeart/2018/5/layout/IconLeafLabelList"/>
    <dgm:cxn modelId="{14B8A8F0-55A6-419D-9558-5F868C97E10C}" type="presOf" srcId="{C2EB1BE6-400F-4647-9AA6-FFB0C2AB3501}" destId="{701D759F-87C8-40B1-82B3-D0BB9402CDB4}" srcOrd="0" destOrd="0" presId="urn:microsoft.com/office/officeart/2018/5/layout/IconLeafLabelList"/>
    <dgm:cxn modelId="{DAE57CBF-FFD8-4D2B-9FC8-E93871E4BF33}" type="presParOf" srcId="{3EA14C06-33CF-4303-9EAC-6439A90CD38A}" destId="{7FD4A3F8-F150-4084-A256-5F55518B7C7F}" srcOrd="0" destOrd="0" presId="urn:microsoft.com/office/officeart/2018/5/layout/IconLeafLabelList"/>
    <dgm:cxn modelId="{6611461A-3B7C-479F-A18E-4A5841F9E24F}" type="presParOf" srcId="{7FD4A3F8-F150-4084-A256-5F55518B7C7F}" destId="{2F378067-CFF8-4C83-9A7D-DF443DBC53F1}" srcOrd="0" destOrd="0" presId="urn:microsoft.com/office/officeart/2018/5/layout/IconLeafLabelList"/>
    <dgm:cxn modelId="{718622F2-4EC5-456B-BC8B-150F8F86D2E3}" type="presParOf" srcId="{7FD4A3F8-F150-4084-A256-5F55518B7C7F}" destId="{3AA1353B-4E39-4D48-ABB0-6262FB14148E}" srcOrd="1" destOrd="0" presId="urn:microsoft.com/office/officeart/2018/5/layout/IconLeafLabelList"/>
    <dgm:cxn modelId="{8E085286-068E-41BB-A40E-3313DA29FD57}" type="presParOf" srcId="{7FD4A3F8-F150-4084-A256-5F55518B7C7F}" destId="{BCC26083-F333-41EB-9006-90004E8A5D9B}" srcOrd="2" destOrd="0" presId="urn:microsoft.com/office/officeart/2018/5/layout/IconLeafLabelList"/>
    <dgm:cxn modelId="{24EABFEC-3CD9-45DA-8B41-DA6602C5A7B1}" type="presParOf" srcId="{7FD4A3F8-F150-4084-A256-5F55518B7C7F}" destId="{1259D04D-90C7-4F10-98EB-FC5A250BD938}" srcOrd="3" destOrd="0" presId="urn:microsoft.com/office/officeart/2018/5/layout/IconLeafLabelList"/>
    <dgm:cxn modelId="{362CDA33-1765-42CA-9007-EAD02A9A2D03}" type="presParOf" srcId="{3EA14C06-33CF-4303-9EAC-6439A90CD38A}" destId="{124BB8F4-A6C7-45E4-89B0-E4FB31E7B9D7}" srcOrd="1" destOrd="0" presId="urn:microsoft.com/office/officeart/2018/5/layout/IconLeafLabelList"/>
    <dgm:cxn modelId="{48287BDD-7CCE-491D-A2ED-153BE9430BCF}" type="presParOf" srcId="{3EA14C06-33CF-4303-9EAC-6439A90CD38A}" destId="{B47E86D4-F33D-4644-83BF-16CE2666AED6}" srcOrd="2" destOrd="0" presId="urn:microsoft.com/office/officeart/2018/5/layout/IconLeafLabelList"/>
    <dgm:cxn modelId="{1EFE331C-F4B7-41FE-99A8-54E5079E4E2D}" type="presParOf" srcId="{B47E86D4-F33D-4644-83BF-16CE2666AED6}" destId="{12F15175-43CB-4FD8-A880-A06C30C4C5DC}" srcOrd="0" destOrd="0" presId="urn:microsoft.com/office/officeart/2018/5/layout/IconLeafLabelList"/>
    <dgm:cxn modelId="{EA4F84BD-D4C0-4F04-84F7-BF41866D6593}" type="presParOf" srcId="{B47E86D4-F33D-4644-83BF-16CE2666AED6}" destId="{B1560E35-3E9F-4090-889D-2397969D2DAF}" srcOrd="1" destOrd="0" presId="urn:microsoft.com/office/officeart/2018/5/layout/IconLeafLabelList"/>
    <dgm:cxn modelId="{F9AA8FC2-77AE-4446-8091-CF475E389953}" type="presParOf" srcId="{B47E86D4-F33D-4644-83BF-16CE2666AED6}" destId="{CAE71A8B-B421-46E6-92E3-376049C4D396}" srcOrd="2" destOrd="0" presId="urn:microsoft.com/office/officeart/2018/5/layout/IconLeafLabelList"/>
    <dgm:cxn modelId="{D38AFADA-F79C-4FA7-A11C-F3F8B1F218E9}" type="presParOf" srcId="{B47E86D4-F33D-4644-83BF-16CE2666AED6}" destId="{E5398D1C-E798-4EA7-AA69-C6564927B3C1}" srcOrd="3" destOrd="0" presId="urn:microsoft.com/office/officeart/2018/5/layout/IconLeafLabelList"/>
    <dgm:cxn modelId="{B854F7E9-CCE4-4260-9E1A-414126224654}" type="presParOf" srcId="{3EA14C06-33CF-4303-9EAC-6439A90CD38A}" destId="{BCC9C4EA-D58A-40D5-BB1A-2324E50A2EC8}" srcOrd="3" destOrd="0" presId="urn:microsoft.com/office/officeart/2018/5/layout/IconLeafLabelList"/>
    <dgm:cxn modelId="{5A50D85B-FCAB-47D9-A79E-1274CF9FF2B7}" type="presParOf" srcId="{3EA14C06-33CF-4303-9EAC-6439A90CD38A}" destId="{01C6556F-0D4E-4824-B085-CF4FA863DC1F}" srcOrd="4" destOrd="0" presId="urn:microsoft.com/office/officeart/2018/5/layout/IconLeafLabelList"/>
    <dgm:cxn modelId="{DA0E7404-A533-4EF2-815B-503610D47176}" type="presParOf" srcId="{01C6556F-0D4E-4824-B085-CF4FA863DC1F}" destId="{13556B33-0826-4C40-A9AF-05737A0EC8AF}" srcOrd="0" destOrd="0" presId="urn:microsoft.com/office/officeart/2018/5/layout/IconLeafLabelList"/>
    <dgm:cxn modelId="{66DCE30B-B361-42CB-BE6E-F6EE25C33905}" type="presParOf" srcId="{01C6556F-0D4E-4824-B085-CF4FA863DC1F}" destId="{D8312564-7801-4E54-AD5E-ABC94DBEF93D}" srcOrd="1" destOrd="0" presId="urn:microsoft.com/office/officeart/2018/5/layout/IconLeafLabelList"/>
    <dgm:cxn modelId="{38125AB4-ADB3-4367-8B94-9EC6C06D8E7A}" type="presParOf" srcId="{01C6556F-0D4E-4824-B085-CF4FA863DC1F}" destId="{41FADA9A-11CC-444C-A1C6-69BCCA49477E}" srcOrd="2" destOrd="0" presId="urn:microsoft.com/office/officeart/2018/5/layout/IconLeafLabelList"/>
    <dgm:cxn modelId="{1AC448EC-46D7-4155-8363-12824A708CE0}" type="presParOf" srcId="{01C6556F-0D4E-4824-B085-CF4FA863DC1F}" destId="{A499B7E2-2113-43F8-AA8F-5A8D27E92738}" srcOrd="3" destOrd="0" presId="urn:microsoft.com/office/officeart/2018/5/layout/IconLeafLabelList"/>
    <dgm:cxn modelId="{0D63B761-C3B5-4A9D-9B3C-0896173AFFFD}" type="presParOf" srcId="{3EA14C06-33CF-4303-9EAC-6439A90CD38A}" destId="{7965C86B-55F1-4C5F-8466-49433A4BF028}" srcOrd="5" destOrd="0" presId="urn:microsoft.com/office/officeart/2018/5/layout/IconLeafLabelList"/>
    <dgm:cxn modelId="{37A668F2-AE3F-42FC-A29F-D2D524828237}" type="presParOf" srcId="{3EA14C06-33CF-4303-9EAC-6439A90CD38A}" destId="{5291DF85-5D07-4740-A5E2-A823D2448E00}" srcOrd="6" destOrd="0" presId="urn:microsoft.com/office/officeart/2018/5/layout/IconLeafLabelList"/>
    <dgm:cxn modelId="{97E0D4B8-F447-4E2B-89EC-35E4650ED164}" type="presParOf" srcId="{5291DF85-5D07-4740-A5E2-A823D2448E00}" destId="{5ACD23D5-00B2-4246-8D8A-C6DDE52E30DA}" srcOrd="0" destOrd="0" presId="urn:microsoft.com/office/officeart/2018/5/layout/IconLeafLabelList"/>
    <dgm:cxn modelId="{FFE4B68C-A061-4179-B827-80F63399D826}" type="presParOf" srcId="{5291DF85-5D07-4740-A5E2-A823D2448E00}" destId="{7C6C9249-3D26-4E07-BC27-15DEE6A6395E}" srcOrd="1" destOrd="0" presId="urn:microsoft.com/office/officeart/2018/5/layout/IconLeafLabelList"/>
    <dgm:cxn modelId="{BDFDA230-F7A0-46E1-A196-7B1D41CDA805}" type="presParOf" srcId="{5291DF85-5D07-4740-A5E2-A823D2448E00}" destId="{90ED8639-4572-4B3A-91C7-18A9CCAE01C6}" srcOrd="2" destOrd="0" presId="urn:microsoft.com/office/officeart/2018/5/layout/IconLeafLabelList"/>
    <dgm:cxn modelId="{F885D9F3-CB12-48F6-91B5-17979D864EF6}" type="presParOf" srcId="{5291DF85-5D07-4740-A5E2-A823D2448E00}" destId="{701D759F-87C8-40B1-82B3-D0BB9402CDB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CAC4C5E-8A65-4041-8144-0CB3AD44F94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1C438A3-8659-4F9E-9D6C-DDE3EF9D1ABC}">
      <dgm:prSet/>
      <dgm:spPr/>
      <dgm:t>
        <a:bodyPr/>
        <a:lstStyle/>
        <a:p>
          <a:r>
            <a:rPr lang="en-US"/>
            <a:t>✅ Ahorro de recursos de red</a:t>
          </a:r>
        </a:p>
      </dgm:t>
    </dgm:pt>
    <dgm:pt modelId="{C208651B-DC15-4F6B-A8FD-CD00BEE70DB0}" type="parTrans" cxnId="{4E14756F-3A29-4959-BBAC-AF3EABF3FB90}">
      <dgm:prSet/>
      <dgm:spPr/>
      <dgm:t>
        <a:bodyPr/>
        <a:lstStyle/>
        <a:p>
          <a:endParaRPr lang="en-US"/>
        </a:p>
      </dgm:t>
    </dgm:pt>
    <dgm:pt modelId="{7247CB55-0C62-4F3D-BAB1-31BFAFD08FAE}" type="sibTrans" cxnId="{4E14756F-3A29-4959-BBAC-AF3EABF3FB90}">
      <dgm:prSet/>
      <dgm:spPr/>
      <dgm:t>
        <a:bodyPr/>
        <a:lstStyle/>
        <a:p>
          <a:endParaRPr lang="en-US"/>
        </a:p>
      </dgm:t>
    </dgm:pt>
    <dgm:pt modelId="{38EDF86C-38F7-426E-B404-04729D701750}">
      <dgm:prSet/>
      <dgm:spPr/>
      <dgm:t>
        <a:bodyPr/>
        <a:lstStyle/>
        <a:p>
          <a:r>
            <a:rPr lang="en-US"/>
            <a:t>✅ Control para el profesor</a:t>
          </a:r>
        </a:p>
      </dgm:t>
    </dgm:pt>
    <dgm:pt modelId="{01CE0F0F-6599-4086-8B98-E9604FF1791C}" type="parTrans" cxnId="{D98F38AA-2A25-4C92-B4BB-A05721AE440D}">
      <dgm:prSet/>
      <dgm:spPr/>
      <dgm:t>
        <a:bodyPr/>
        <a:lstStyle/>
        <a:p>
          <a:endParaRPr lang="en-US"/>
        </a:p>
      </dgm:t>
    </dgm:pt>
    <dgm:pt modelId="{E7A1C302-5B08-40C6-8EA3-F948629FB5E3}" type="sibTrans" cxnId="{D98F38AA-2A25-4C92-B4BB-A05721AE440D}">
      <dgm:prSet/>
      <dgm:spPr/>
      <dgm:t>
        <a:bodyPr/>
        <a:lstStyle/>
        <a:p>
          <a:endParaRPr lang="en-US"/>
        </a:p>
      </dgm:t>
    </dgm:pt>
    <dgm:pt modelId="{680B780C-8BD9-43C7-81F5-ABA9820C131A}">
      <dgm:prSet/>
      <dgm:spPr/>
      <dgm:t>
        <a:bodyPr/>
        <a:lstStyle/>
        <a:p>
          <a:r>
            <a:rPr lang="en-US"/>
            <a:t>✅ Seguridad adicional</a:t>
          </a:r>
        </a:p>
      </dgm:t>
    </dgm:pt>
    <dgm:pt modelId="{7DAB5FC5-8333-4398-AD21-8004F0083D50}" type="parTrans" cxnId="{5F1B7B2C-D733-4CC7-A935-47F7C2FCA09C}">
      <dgm:prSet/>
      <dgm:spPr/>
      <dgm:t>
        <a:bodyPr/>
        <a:lstStyle/>
        <a:p>
          <a:endParaRPr lang="en-US"/>
        </a:p>
      </dgm:t>
    </dgm:pt>
    <dgm:pt modelId="{87BC46CB-48C3-4DDE-A107-AFFDB52D481F}" type="sibTrans" cxnId="{5F1B7B2C-D733-4CC7-A935-47F7C2FCA09C}">
      <dgm:prSet/>
      <dgm:spPr/>
      <dgm:t>
        <a:bodyPr/>
        <a:lstStyle/>
        <a:p>
          <a:endParaRPr lang="en-US"/>
        </a:p>
      </dgm:t>
    </dgm:pt>
    <dgm:pt modelId="{C5078D7F-60AE-40C4-959F-D34C05E476A7}">
      <dgm:prSet/>
      <dgm:spPr/>
      <dgm:t>
        <a:bodyPr/>
        <a:lstStyle/>
        <a:p>
          <a:r>
            <a:rPr lang="en-US"/>
            <a:t>✅ Ejemplo real de administración</a:t>
          </a:r>
        </a:p>
      </dgm:t>
    </dgm:pt>
    <dgm:pt modelId="{34843BFD-14B3-424B-A4E6-8647CA9F72A2}" type="parTrans" cxnId="{7C3BF522-7313-4A94-AF1F-4EA1B22330DD}">
      <dgm:prSet/>
      <dgm:spPr/>
      <dgm:t>
        <a:bodyPr/>
        <a:lstStyle/>
        <a:p>
          <a:endParaRPr lang="en-US"/>
        </a:p>
      </dgm:t>
    </dgm:pt>
    <dgm:pt modelId="{E6E0FAE9-406F-4103-8FEB-4BDB2D8D0EF6}" type="sibTrans" cxnId="{7C3BF522-7313-4A94-AF1F-4EA1B22330DD}">
      <dgm:prSet/>
      <dgm:spPr/>
      <dgm:t>
        <a:bodyPr/>
        <a:lstStyle/>
        <a:p>
          <a:endParaRPr lang="en-US"/>
        </a:p>
      </dgm:t>
    </dgm:pt>
    <dgm:pt modelId="{6C6EF8C5-A258-4BD2-9470-C2F977DB8EED}" type="pres">
      <dgm:prSet presAssocID="{7CAC4C5E-8A65-4041-8144-0CB3AD44F942}" presName="root" presStyleCnt="0">
        <dgm:presLayoutVars>
          <dgm:dir/>
          <dgm:resizeHandles val="exact"/>
        </dgm:presLayoutVars>
      </dgm:prSet>
      <dgm:spPr/>
    </dgm:pt>
    <dgm:pt modelId="{C6C1BD2B-2698-4506-B7BE-A2EBF0331BCE}" type="pres">
      <dgm:prSet presAssocID="{E1C438A3-8659-4F9E-9D6C-DDE3EF9D1ABC}" presName="compNode" presStyleCnt="0"/>
      <dgm:spPr/>
    </dgm:pt>
    <dgm:pt modelId="{E1E16DAD-5940-4D40-9C45-7C0B4E0B6E0E}" type="pres">
      <dgm:prSet presAssocID="{E1C438A3-8659-4F9E-9D6C-DDE3EF9D1AB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das"/>
        </a:ext>
      </dgm:extLst>
    </dgm:pt>
    <dgm:pt modelId="{E943A83F-C0AB-4C0F-91B7-E9E6573FB972}" type="pres">
      <dgm:prSet presAssocID="{E1C438A3-8659-4F9E-9D6C-DDE3EF9D1ABC}" presName="spaceRect" presStyleCnt="0"/>
      <dgm:spPr/>
    </dgm:pt>
    <dgm:pt modelId="{36AB5046-DFCD-4281-9CA6-F82F525F91B4}" type="pres">
      <dgm:prSet presAssocID="{E1C438A3-8659-4F9E-9D6C-DDE3EF9D1ABC}" presName="textRect" presStyleLbl="revTx" presStyleIdx="0" presStyleCnt="4">
        <dgm:presLayoutVars>
          <dgm:chMax val="1"/>
          <dgm:chPref val="1"/>
        </dgm:presLayoutVars>
      </dgm:prSet>
      <dgm:spPr/>
    </dgm:pt>
    <dgm:pt modelId="{5902A700-B3E0-4ADE-BD6A-20B98239C03F}" type="pres">
      <dgm:prSet presAssocID="{7247CB55-0C62-4F3D-BAB1-31BFAFD08FAE}" presName="sibTrans" presStyleCnt="0"/>
      <dgm:spPr/>
    </dgm:pt>
    <dgm:pt modelId="{2FDB63D0-B858-4B0B-8C3F-87B6A11A28F5}" type="pres">
      <dgm:prSet presAssocID="{38EDF86C-38F7-426E-B404-04729D701750}" presName="compNode" presStyleCnt="0"/>
      <dgm:spPr/>
    </dgm:pt>
    <dgm:pt modelId="{9EF6590F-5B38-4E30-B8E0-9641081CF72D}" type="pres">
      <dgm:prSet presAssocID="{38EDF86C-38F7-426E-B404-04729D7017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A7492459-87C1-4A2C-B62D-E652ECE9DFBF}" type="pres">
      <dgm:prSet presAssocID="{38EDF86C-38F7-426E-B404-04729D701750}" presName="spaceRect" presStyleCnt="0"/>
      <dgm:spPr/>
    </dgm:pt>
    <dgm:pt modelId="{CED747ED-16C0-4EC9-A7C6-5387730B6946}" type="pres">
      <dgm:prSet presAssocID="{38EDF86C-38F7-426E-B404-04729D701750}" presName="textRect" presStyleLbl="revTx" presStyleIdx="1" presStyleCnt="4">
        <dgm:presLayoutVars>
          <dgm:chMax val="1"/>
          <dgm:chPref val="1"/>
        </dgm:presLayoutVars>
      </dgm:prSet>
      <dgm:spPr/>
    </dgm:pt>
    <dgm:pt modelId="{06F40180-EC13-4B84-B2F9-735794F72FEC}" type="pres">
      <dgm:prSet presAssocID="{E7A1C302-5B08-40C6-8EA3-F948629FB5E3}" presName="sibTrans" presStyleCnt="0"/>
      <dgm:spPr/>
    </dgm:pt>
    <dgm:pt modelId="{C1C493AD-DACA-4124-9FA6-7E7E031F36CA}" type="pres">
      <dgm:prSet presAssocID="{680B780C-8BD9-43C7-81F5-ABA9820C131A}" presName="compNode" presStyleCnt="0"/>
      <dgm:spPr/>
    </dgm:pt>
    <dgm:pt modelId="{4732301A-8A38-4008-9B68-3C273CE4CA28}" type="pres">
      <dgm:prSet presAssocID="{680B780C-8BD9-43C7-81F5-ABA9820C13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306FDC16-AC03-4B67-9E77-901E20D67850}" type="pres">
      <dgm:prSet presAssocID="{680B780C-8BD9-43C7-81F5-ABA9820C131A}" presName="spaceRect" presStyleCnt="0"/>
      <dgm:spPr/>
    </dgm:pt>
    <dgm:pt modelId="{BDF8E401-4CAB-40CC-B817-9646E5F77987}" type="pres">
      <dgm:prSet presAssocID="{680B780C-8BD9-43C7-81F5-ABA9820C131A}" presName="textRect" presStyleLbl="revTx" presStyleIdx="2" presStyleCnt="4">
        <dgm:presLayoutVars>
          <dgm:chMax val="1"/>
          <dgm:chPref val="1"/>
        </dgm:presLayoutVars>
      </dgm:prSet>
      <dgm:spPr/>
    </dgm:pt>
    <dgm:pt modelId="{67EA2E04-DCDD-4C76-911E-95C4663198F7}" type="pres">
      <dgm:prSet presAssocID="{87BC46CB-48C3-4DDE-A107-AFFDB52D481F}" presName="sibTrans" presStyleCnt="0"/>
      <dgm:spPr/>
    </dgm:pt>
    <dgm:pt modelId="{35D5A2B7-0783-4AE1-B23E-A041E1E627FB}" type="pres">
      <dgm:prSet presAssocID="{C5078D7F-60AE-40C4-959F-D34C05E476A7}" presName="compNode" presStyleCnt="0"/>
      <dgm:spPr/>
    </dgm:pt>
    <dgm:pt modelId="{D130D56C-1FA9-45B4-BE00-880B39A7C3A1}" type="pres">
      <dgm:prSet presAssocID="{C5078D7F-60AE-40C4-959F-D34C05E476A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FBF684CC-AE99-4A65-AE46-2F0977617B44}" type="pres">
      <dgm:prSet presAssocID="{C5078D7F-60AE-40C4-959F-D34C05E476A7}" presName="spaceRect" presStyleCnt="0"/>
      <dgm:spPr/>
    </dgm:pt>
    <dgm:pt modelId="{9E514131-DEFA-4478-B78F-6615D5BC6E67}" type="pres">
      <dgm:prSet presAssocID="{C5078D7F-60AE-40C4-959F-D34C05E476A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1A9AE0B-9B22-4917-A280-277FADC276AB}" type="presOf" srcId="{38EDF86C-38F7-426E-B404-04729D701750}" destId="{CED747ED-16C0-4EC9-A7C6-5387730B6946}" srcOrd="0" destOrd="0" presId="urn:microsoft.com/office/officeart/2018/2/layout/IconLabelList"/>
    <dgm:cxn modelId="{7C3BF522-7313-4A94-AF1F-4EA1B22330DD}" srcId="{7CAC4C5E-8A65-4041-8144-0CB3AD44F942}" destId="{C5078D7F-60AE-40C4-959F-D34C05E476A7}" srcOrd="3" destOrd="0" parTransId="{34843BFD-14B3-424B-A4E6-8647CA9F72A2}" sibTransId="{E6E0FAE9-406F-4103-8FEB-4BDB2D8D0EF6}"/>
    <dgm:cxn modelId="{5F1B7B2C-D733-4CC7-A935-47F7C2FCA09C}" srcId="{7CAC4C5E-8A65-4041-8144-0CB3AD44F942}" destId="{680B780C-8BD9-43C7-81F5-ABA9820C131A}" srcOrd="2" destOrd="0" parTransId="{7DAB5FC5-8333-4398-AD21-8004F0083D50}" sibTransId="{87BC46CB-48C3-4DDE-A107-AFFDB52D481F}"/>
    <dgm:cxn modelId="{0D032D5C-F1B9-4ED0-80F6-D0C782EDF00E}" type="presOf" srcId="{E1C438A3-8659-4F9E-9D6C-DDE3EF9D1ABC}" destId="{36AB5046-DFCD-4281-9CA6-F82F525F91B4}" srcOrd="0" destOrd="0" presId="urn:microsoft.com/office/officeart/2018/2/layout/IconLabelList"/>
    <dgm:cxn modelId="{4E14756F-3A29-4959-BBAC-AF3EABF3FB90}" srcId="{7CAC4C5E-8A65-4041-8144-0CB3AD44F942}" destId="{E1C438A3-8659-4F9E-9D6C-DDE3EF9D1ABC}" srcOrd="0" destOrd="0" parTransId="{C208651B-DC15-4F6B-A8FD-CD00BEE70DB0}" sibTransId="{7247CB55-0C62-4F3D-BAB1-31BFAFD08FAE}"/>
    <dgm:cxn modelId="{5659259B-A43B-4718-A559-1735EFFDD970}" type="presOf" srcId="{680B780C-8BD9-43C7-81F5-ABA9820C131A}" destId="{BDF8E401-4CAB-40CC-B817-9646E5F77987}" srcOrd="0" destOrd="0" presId="urn:microsoft.com/office/officeart/2018/2/layout/IconLabelList"/>
    <dgm:cxn modelId="{D98F38AA-2A25-4C92-B4BB-A05721AE440D}" srcId="{7CAC4C5E-8A65-4041-8144-0CB3AD44F942}" destId="{38EDF86C-38F7-426E-B404-04729D701750}" srcOrd="1" destOrd="0" parTransId="{01CE0F0F-6599-4086-8B98-E9604FF1791C}" sibTransId="{E7A1C302-5B08-40C6-8EA3-F948629FB5E3}"/>
    <dgm:cxn modelId="{F02173DD-3997-4199-BFD4-BBED293DF4B0}" type="presOf" srcId="{7CAC4C5E-8A65-4041-8144-0CB3AD44F942}" destId="{6C6EF8C5-A258-4BD2-9470-C2F977DB8EED}" srcOrd="0" destOrd="0" presId="urn:microsoft.com/office/officeart/2018/2/layout/IconLabelList"/>
    <dgm:cxn modelId="{E8E1C5FB-2EB9-4087-9C35-F43E8973A450}" type="presOf" srcId="{C5078D7F-60AE-40C4-959F-D34C05E476A7}" destId="{9E514131-DEFA-4478-B78F-6615D5BC6E67}" srcOrd="0" destOrd="0" presId="urn:microsoft.com/office/officeart/2018/2/layout/IconLabelList"/>
    <dgm:cxn modelId="{9FC1D8E4-2320-492A-AD5F-61071CAA56A7}" type="presParOf" srcId="{6C6EF8C5-A258-4BD2-9470-C2F977DB8EED}" destId="{C6C1BD2B-2698-4506-B7BE-A2EBF0331BCE}" srcOrd="0" destOrd="0" presId="urn:microsoft.com/office/officeart/2018/2/layout/IconLabelList"/>
    <dgm:cxn modelId="{57BA2B09-9D82-4B6C-836D-A3DDC430C82B}" type="presParOf" srcId="{C6C1BD2B-2698-4506-B7BE-A2EBF0331BCE}" destId="{E1E16DAD-5940-4D40-9C45-7C0B4E0B6E0E}" srcOrd="0" destOrd="0" presId="urn:microsoft.com/office/officeart/2018/2/layout/IconLabelList"/>
    <dgm:cxn modelId="{42122952-4936-4DB4-9C2F-F257A80FF5A3}" type="presParOf" srcId="{C6C1BD2B-2698-4506-B7BE-A2EBF0331BCE}" destId="{E943A83F-C0AB-4C0F-91B7-E9E6573FB972}" srcOrd="1" destOrd="0" presId="urn:microsoft.com/office/officeart/2018/2/layout/IconLabelList"/>
    <dgm:cxn modelId="{8D0F6189-6315-4AB9-8C2F-FB9FF0CCC684}" type="presParOf" srcId="{C6C1BD2B-2698-4506-B7BE-A2EBF0331BCE}" destId="{36AB5046-DFCD-4281-9CA6-F82F525F91B4}" srcOrd="2" destOrd="0" presId="urn:microsoft.com/office/officeart/2018/2/layout/IconLabelList"/>
    <dgm:cxn modelId="{7E88FDA4-1E71-44D7-A28A-BF63CA3764A1}" type="presParOf" srcId="{6C6EF8C5-A258-4BD2-9470-C2F977DB8EED}" destId="{5902A700-B3E0-4ADE-BD6A-20B98239C03F}" srcOrd="1" destOrd="0" presId="urn:microsoft.com/office/officeart/2018/2/layout/IconLabelList"/>
    <dgm:cxn modelId="{4E3E7085-D5B6-406D-B9B8-A9926CCBA377}" type="presParOf" srcId="{6C6EF8C5-A258-4BD2-9470-C2F977DB8EED}" destId="{2FDB63D0-B858-4B0B-8C3F-87B6A11A28F5}" srcOrd="2" destOrd="0" presId="urn:microsoft.com/office/officeart/2018/2/layout/IconLabelList"/>
    <dgm:cxn modelId="{7C8035D4-0CAA-474F-8D31-6EEDE3B9205E}" type="presParOf" srcId="{2FDB63D0-B858-4B0B-8C3F-87B6A11A28F5}" destId="{9EF6590F-5B38-4E30-B8E0-9641081CF72D}" srcOrd="0" destOrd="0" presId="urn:microsoft.com/office/officeart/2018/2/layout/IconLabelList"/>
    <dgm:cxn modelId="{69E2728F-77C0-4677-BD8F-71DA140B521E}" type="presParOf" srcId="{2FDB63D0-B858-4B0B-8C3F-87B6A11A28F5}" destId="{A7492459-87C1-4A2C-B62D-E652ECE9DFBF}" srcOrd="1" destOrd="0" presId="urn:microsoft.com/office/officeart/2018/2/layout/IconLabelList"/>
    <dgm:cxn modelId="{5EC4B64B-2C59-419F-943E-55D8DB01B6E1}" type="presParOf" srcId="{2FDB63D0-B858-4B0B-8C3F-87B6A11A28F5}" destId="{CED747ED-16C0-4EC9-A7C6-5387730B6946}" srcOrd="2" destOrd="0" presId="urn:microsoft.com/office/officeart/2018/2/layout/IconLabelList"/>
    <dgm:cxn modelId="{DFBB7FB5-6ECE-4AD8-A2A5-D8E1DBD96AF6}" type="presParOf" srcId="{6C6EF8C5-A258-4BD2-9470-C2F977DB8EED}" destId="{06F40180-EC13-4B84-B2F9-735794F72FEC}" srcOrd="3" destOrd="0" presId="urn:microsoft.com/office/officeart/2018/2/layout/IconLabelList"/>
    <dgm:cxn modelId="{3E21CF4D-6F42-4D82-B7B6-D702DF9A9B56}" type="presParOf" srcId="{6C6EF8C5-A258-4BD2-9470-C2F977DB8EED}" destId="{C1C493AD-DACA-4124-9FA6-7E7E031F36CA}" srcOrd="4" destOrd="0" presId="urn:microsoft.com/office/officeart/2018/2/layout/IconLabelList"/>
    <dgm:cxn modelId="{6F94F787-5355-450E-8E51-2ED01BFE2BEA}" type="presParOf" srcId="{C1C493AD-DACA-4124-9FA6-7E7E031F36CA}" destId="{4732301A-8A38-4008-9B68-3C273CE4CA28}" srcOrd="0" destOrd="0" presId="urn:microsoft.com/office/officeart/2018/2/layout/IconLabelList"/>
    <dgm:cxn modelId="{382C501A-C7CC-4205-B600-69086D1A91B5}" type="presParOf" srcId="{C1C493AD-DACA-4124-9FA6-7E7E031F36CA}" destId="{306FDC16-AC03-4B67-9E77-901E20D67850}" srcOrd="1" destOrd="0" presId="urn:microsoft.com/office/officeart/2018/2/layout/IconLabelList"/>
    <dgm:cxn modelId="{7F8EBFBA-97FA-458D-BD73-9A8CBAB3A65E}" type="presParOf" srcId="{C1C493AD-DACA-4124-9FA6-7E7E031F36CA}" destId="{BDF8E401-4CAB-40CC-B817-9646E5F77987}" srcOrd="2" destOrd="0" presId="urn:microsoft.com/office/officeart/2018/2/layout/IconLabelList"/>
    <dgm:cxn modelId="{3AAC17BA-BC81-41E6-9815-CB7A6A8E1801}" type="presParOf" srcId="{6C6EF8C5-A258-4BD2-9470-C2F977DB8EED}" destId="{67EA2E04-DCDD-4C76-911E-95C4663198F7}" srcOrd="5" destOrd="0" presId="urn:microsoft.com/office/officeart/2018/2/layout/IconLabelList"/>
    <dgm:cxn modelId="{CF6C504D-2B24-461F-BCB4-240B376875AC}" type="presParOf" srcId="{6C6EF8C5-A258-4BD2-9470-C2F977DB8EED}" destId="{35D5A2B7-0783-4AE1-B23E-A041E1E627FB}" srcOrd="6" destOrd="0" presId="urn:microsoft.com/office/officeart/2018/2/layout/IconLabelList"/>
    <dgm:cxn modelId="{1CE067A0-4715-4C35-80AC-3116B3315738}" type="presParOf" srcId="{35D5A2B7-0783-4AE1-B23E-A041E1E627FB}" destId="{D130D56C-1FA9-45B4-BE00-880B39A7C3A1}" srcOrd="0" destOrd="0" presId="urn:microsoft.com/office/officeart/2018/2/layout/IconLabelList"/>
    <dgm:cxn modelId="{B26D2FD5-F10E-4DFC-88B8-07AD8BECE21F}" type="presParOf" srcId="{35D5A2B7-0783-4AE1-B23E-A041E1E627FB}" destId="{FBF684CC-AE99-4A65-AE46-2F0977617B44}" srcOrd="1" destOrd="0" presId="urn:microsoft.com/office/officeart/2018/2/layout/IconLabelList"/>
    <dgm:cxn modelId="{AAC33521-C9B4-46F6-B805-D6781E43B2DF}" type="presParOf" srcId="{35D5A2B7-0783-4AE1-B23E-A041E1E627FB}" destId="{9E514131-DEFA-4478-B78F-6615D5BC6E6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9A147D4-2697-467B-B57F-32D90D8864D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9561A0-5592-4C62-990D-55AA10A922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 origen → IP, subred, usuarios.</a:t>
          </a:r>
        </a:p>
      </dgm:t>
    </dgm:pt>
    <dgm:pt modelId="{930C93CE-96B0-434D-94E1-A5CE28C921A4}" type="parTrans" cxnId="{48BC4E2E-065A-4687-A67B-07B834939A96}">
      <dgm:prSet/>
      <dgm:spPr/>
      <dgm:t>
        <a:bodyPr/>
        <a:lstStyle/>
        <a:p>
          <a:endParaRPr lang="en-US"/>
        </a:p>
      </dgm:t>
    </dgm:pt>
    <dgm:pt modelId="{E192E743-239D-4277-88C3-B5AA2809F0C0}" type="sibTrans" cxnId="{48BC4E2E-065A-4687-A67B-07B834939A96}">
      <dgm:prSet/>
      <dgm:spPr/>
      <dgm:t>
        <a:bodyPr/>
        <a:lstStyle/>
        <a:p>
          <a:endParaRPr lang="en-US"/>
        </a:p>
      </dgm:t>
    </dgm:pt>
    <dgm:pt modelId="{B7069716-5436-4AB3-8239-E5D0365A42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 destino → dominios, URLs, IPs, puertos.</a:t>
          </a:r>
        </a:p>
      </dgm:t>
    </dgm:pt>
    <dgm:pt modelId="{852DB3A0-F04F-46A0-B0CE-03529020D289}" type="parTrans" cxnId="{DE0BED6B-1B28-4554-BF6C-8253E7C49108}">
      <dgm:prSet/>
      <dgm:spPr/>
      <dgm:t>
        <a:bodyPr/>
        <a:lstStyle/>
        <a:p>
          <a:endParaRPr lang="en-US"/>
        </a:p>
      </dgm:t>
    </dgm:pt>
    <dgm:pt modelId="{180F601C-E4B8-45B6-83CC-342426F3932D}" type="sibTrans" cxnId="{DE0BED6B-1B28-4554-BF6C-8253E7C49108}">
      <dgm:prSet/>
      <dgm:spPr/>
      <dgm:t>
        <a:bodyPr/>
        <a:lstStyle/>
        <a:p>
          <a:endParaRPr lang="en-US"/>
        </a:p>
      </dgm:t>
    </dgm:pt>
    <dgm:pt modelId="{DE05FED6-010C-43BA-A394-D7A4FC3DD7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 tiempo → horarios y días concretos.</a:t>
          </a:r>
        </a:p>
      </dgm:t>
    </dgm:pt>
    <dgm:pt modelId="{CD110094-C3A1-42AA-80CB-7863C56B9B08}" type="parTrans" cxnId="{B7E88615-F075-400D-8947-A8FF2E12D80A}">
      <dgm:prSet/>
      <dgm:spPr/>
      <dgm:t>
        <a:bodyPr/>
        <a:lstStyle/>
        <a:p>
          <a:endParaRPr lang="en-US"/>
        </a:p>
      </dgm:t>
    </dgm:pt>
    <dgm:pt modelId="{2ACAFFF0-2407-45F2-BB6E-138B964C9702}" type="sibTrans" cxnId="{B7E88615-F075-400D-8947-A8FF2E12D80A}">
      <dgm:prSet/>
      <dgm:spPr/>
      <dgm:t>
        <a:bodyPr/>
        <a:lstStyle/>
        <a:p>
          <a:endParaRPr lang="en-US"/>
        </a:p>
      </dgm:t>
    </dgm:pt>
    <dgm:pt modelId="{BBB70687-5615-4CF8-A815-C6C56F06A0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 contenido → tipo de archivo, protocolo, palabras clave.</a:t>
          </a:r>
        </a:p>
      </dgm:t>
    </dgm:pt>
    <dgm:pt modelId="{CB8B9C33-C704-4C21-A7BF-0AC6045406AB}" type="parTrans" cxnId="{2AF80C34-4F94-45FC-8478-B7B29B34D9C7}">
      <dgm:prSet/>
      <dgm:spPr/>
      <dgm:t>
        <a:bodyPr/>
        <a:lstStyle/>
        <a:p>
          <a:endParaRPr lang="en-US"/>
        </a:p>
      </dgm:t>
    </dgm:pt>
    <dgm:pt modelId="{8CB4B058-A57F-45DE-9187-CE25F570E396}" type="sibTrans" cxnId="{2AF80C34-4F94-45FC-8478-B7B29B34D9C7}">
      <dgm:prSet/>
      <dgm:spPr/>
      <dgm:t>
        <a:bodyPr/>
        <a:lstStyle/>
        <a:p>
          <a:endParaRPr lang="en-US"/>
        </a:p>
      </dgm:t>
    </dgm:pt>
    <dgm:pt modelId="{8E64A362-B944-46C3-AF77-526E8FCA4FD4}" type="pres">
      <dgm:prSet presAssocID="{C9A147D4-2697-467B-B57F-32D90D8864D8}" presName="root" presStyleCnt="0">
        <dgm:presLayoutVars>
          <dgm:dir/>
          <dgm:resizeHandles val="exact"/>
        </dgm:presLayoutVars>
      </dgm:prSet>
      <dgm:spPr/>
    </dgm:pt>
    <dgm:pt modelId="{75C33865-0552-4A53-BEE1-3FCDE1931564}" type="pres">
      <dgm:prSet presAssocID="{E09561A0-5592-4C62-990D-55AA10A922E6}" presName="compNode" presStyleCnt="0"/>
      <dgm:spPr/>
    </dgm:pt>
    <dgm:pt modelId="{EE3DDC06-93D9-4128-8D78-DDBE85748114}" type="pres">
      <dgm:prSet presAssocID="{E09561A0-5592-4C62-990D-55AA10A922E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BB3D99E3-B2B0-4E57-AB03-1DB902EB7ED3}" type="pres">
      <dgm:prSet presAssocID="{E09561A0-5592-4C62-990D-55AA10A922E6}" presName="spaceRect" presStyleCnt="0"/>
      <dgm:spPr/>
    </dgm:pt>
    <dgm:pt modelId="{EC192168-6504-4AB9-96DA-9F7F7EB7E8F8}" type="pres">
      <dgm:prSet presAssocID="{E09561A0-5592-4C62-990D-55AA10A922E6}" presName="textRect" presStyleLbl="revTx" presStyleIdx="0" presStyleCnt="4">
        <dgm:presLayoutVars>
          <dgm:chMax val="1"/>
          <dgm:chPref val="1"/>
        </dgm:presLayoutVars>
      </dgm:prSet>
      <dgm:spPr/>
    </dgm:pt>
    <dgm:pt modelId="{C0C3C382-F6C4-4DF2-8605-CDAC21CD387F}" type="pres">
      <dgm:prSet presAssocID="{E192E743-239D-4277-88C3-B5AA2809F0C0}" presName="sibTrans" presStyleCnt="0"/>
      <dgm:spPr/>
    </dgm:pt>
    <dgm:pt modelId="{B203461F-5AD4-4093-8C5C-ED59D28ACE9E}" type="pres">
      <dgm:prSet presAssocID="{B7069716-5436-4AB3-8239-E5D0365A42CE}" presName="compNode" presStyleCnt="0"/>
      <dgm:spPr/>
    </dgm:pt>
    <dgm:pt modelId="{427B97BD-261B-494E-8787-414D912BD2E0}" type="pres">
      <dgm:prSet presAssocID="{B7069716-5436-4AB3-8239-E5D0365A42C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14133025-3008-4518-A8C8-0BF2D45D9C6C}" type="pres">
      <dgm:prSet presAssocID="{B7069716-5436-4AB3-8239-E5D0365A42CE}" presName="spaceRect" presStyleCnt="0"/>
      <dgm:spPr/>
    </dgm:pt>
    <dgm:pt modelId="{1A94FFF4-ADDE-44A7-8DBE-1BA2C6D7F573}" type="pres">
      <dgm:prSet presAssocID="{B7069716-5436-4AB3-8239-E5D0365A42CE}" presName="textRect" presStyleLbl="revTx" presStyleIdx="1" presStyleCnt="4">
        <dgm:presLayoutVars>
          <dgm:chMax val="1"/>
          <dgm:chPref val="1"/>
        </dgm:presLayoutVars>
      </dgm:prSet>
      <dgm:spPr/>
    </dgm:pt>
    <dgm:pt modelId="{E74ACA22-6620-4241-AE04-6F8313C1A152}" type="pres">
      <dgm:prSet presAssocID="{180F601C-E4B8-45B6-83CC-342426F3932D}" presName="sibTrans" presStyleCnt="0"/>
      <dgm:spPr/>
    </dgm:pt>
    <dgm:pt modelId="{08F1616C-E386-4922-AE9A-2CC07961F2E2}" type="pres">
      <dgm:prSet presAssocID="{DE05FED6-010C-43BA-A394-D7A4FC3DD737}" presName="compNode" presStyleCnt="0"/>
      <dgm:spPr/>
    </dgm:pt>
    <dgm:pt modelId="{D3BA2505-D29B-4D8B-B302-B240543CCCCB}" type="pres">
      <dgm:prSet presAssocID="{DE05FED6-010C-43BA-A394-D7A4FC3DD73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FA8DA014-2936-4978-901A-B3031341BD08}" type="pres">
      <dgm:prSet presAssocID="{DE05FED6-010C-43BA-A394-D7A4FC3DD737}" presName="spaceRect" presStyleCnt="0"/>
      <dgm:spPr/>
    </dgm:pt>
    <dgm:pt modelId="{594FF7DB-6927-4AF2-A430-DDA043097388}" type="pres">
      <dgm:prSet presAssocID="{DE05FED6-010C-43BA-A394-D7A4FC3DD737}" presName="textRect" presStyleLbl="revTx" presStyleIdx="2" presStyleCnt="4">
        <dgm:presLayoutVars>
          <dgm:chMax val="1"/>
          <dgm:chPref val="1"/>
        </dgm:presLayoutVars>
      </dgm:prSet>
      <dgm:spPr/>
    </dgm:pt>
    <dgm:pt modelId="{2CA962BD-C31B-48F8-87A8-DEA54AAD3920}" type="pres">
      <dgm:prSet presAssocID="{2ACAFFF0-2407-45F2-BB6E-138B964C9702}" presName="sibTrans" presStyleCnt="0"/>
      <dgm:spPr/>
    </dgm:pt>
    <dgm:pt modelId="{AAEFD0E3-1FA9-45DE-A9AF-783F01D9DC23}" type="pres">
      <dgm:prSet presAssocID="{BBB70687-5615-4CF8-A815-C6C56F06A052}" presName="compNode" presStyleCnt="0"/>
      <dgm:spPr/>
    </dgm:pt>
    <dgm:pt modelId="{AD05027F-BDBC-4C75-9B36-CB9B0C70034C}" type="pres">
      <dgm:prSet presAssocID="{BBB70687-5615-4CF8-A815-C6C56F06A05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D1B92E2-8ABC-47D5-AF0A-072B26B3FA06}" type="pres">
      <dgm:prSet presAssocID="{BBB70687-5615-4CF8-A815-C6C56F06A052}" presName="spaceRect" presStyleCnt="0"/>
      <dgm:spPr/>
    </dgm:pt>
    <dgm:pt modelId="{9E050E53-775F-4B50-B29D-A6077F379AF2}" type="pres">
      <dgm:prSet presAssocID="{BBB70687-5615-4CF8-A815-C6C56F06A05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DC15C03-27DC-4BFC-BC18-362C3B1A86D0}" type="presOf" srcId="{C9A147D4-2697-467B-B57F-32D90D8864D8}" destId="{8E64A362-B944-46C3-AF77-526E8FCA4FD4}" srcOrd="0" destOrd="0" presId="urn:microsoft.com/office/officeart/2018/2/layout/IconLabelList"/>
    <dgm:cxn modelId="{661E7106-44C9-416C-BECF-9CCAC65CD232}" type="presOf" srcId="{BBB70687-5615-4CF8-A815-C6C56F06A052}" destId="{9E050E53-775F-4B50-B29D-A6077F379AF2}" srcOrd="0" destOrd="0" presId="urn:microsoft.com/office/officeart/2018/2/layout/IconLabelList"/>
    <dgm:cxn modelId="{B7E88615-F075-400D-8947-A8FF2E12D80A}" srcId="{C9A147D4-2697-467B-B57F-32D90D8864D8}" destId="{DE05FED6-010C-43BA-A394-D7A4FC3DD737}" srcOrd="2" destOrd="0" parTransId="{CD110094-C3A1-42AA-80CB-7863C56B9B08}" sibTransId="{2ACAFFF0-2407-45F2-BB6E-138B964C9702}"/>
    <dgm:cxn modelId="{48BC4E2E-065A-4687-A67B-07B834939A96}" srcId="{C9A147D4-2697-467B-B57F-32D90D8864D8}" destId="{E09561A0-5592-4C62-990D-55AA10A922E6}" srcOrd="0" destOrd="0" parTransId="{930C93CE-96B0-434D-94E1-A5CE28C921A4}" sibTransId="{E192E743-239D-4277-88C3-B5AA2809F0C0}"/>
    <dgm:cxn modelId="{2AF80C34-4F94-45FC-8478-B7B29B34D9C7}" srcId="{C9A147D4-2697-467B-B57F-32D90D8864D8}" destId="{BBB70687-5615-4CF8-A815-C6C56F06A052}" srcOrd="3" destOrd="0" parTransId="{CB8B9C33-C704-4C21-A7BF-0AC6045406AB}" sibTransId="{8CB4B058-A57F-45DE-9187-CE25F570E396}"/>
    <dgm:cxn modelId="{DE0BED6B-1B28-4554-BF6C-8253E7C49108}" srcId="{C9A147D4-2697-467B-B57F-32D90D8864D8}" destId="{B7069716-5436-4AB3-8239-E5D0365A42CE}" srcOrd="1" destOrd="0" parTransId="{852DB3A0-F04F-46A0-B0CE-03529020D289}" sibTransId="{180F601C-E4B8-45B6-83CC-342426F3932D}"/>
    <dgm:cxn modelId="{BB0A714E-373F-48F7-9C6A-F3CB83B23158}" type="presOf" srcId="{DE05FED6-010C-43BA-A394-D7A4FC3DD737}" destId="{594FF7DB-6927-4AF2-A430-DDA043097388}" srcOrd="0" destOrd="0" presId="urn:microsoft.com/office/officeart/2018/2/layout/IconLabelList"/>
    <dgm:cxn modelId="{97595BAB-6EBA-4BD2-BF56-993255960BF2}" type="presOf" srcId="{B7069716-5436-4AB3-8239-E5D0365A42CE}" destId="{1A94FFF4-ADDE-44A7-8DBE-1BA2C6D7F573}" srcOrd="0" destOrd="0" presId="urn:microsoft.com/office/officeart/2018/2/layout/IconLabelList"/>
    <dgm:cxn modelId="{AD9BABD7-EFA4-48C8-A991-A47BA844EA29}" type="presOf" srcId="{E09561A0-5592-4C62-990D-55AA10A922E6}" destId="{EC192168-6504-4AB9-96DA-9F7F7EB7E8F8}" srcOrd="0" destOrd="0" presId="urn:microsoft.com/office/officeart/2018/2/layout/IconLabelList"/>
    <dgm:cxn modelId="{ACBC4212-2D10-4072-B616-968C8EB21F85}" type="presParOf" srcId="{8E64A362-B944-46C3-AF77-526E8FCA4FD4}" destId="{75C33865-0552-4A53-BEE1-3FCDE1931564}" srcOrd="0" destOrd="0" presId="urn:microsoft.com/office/officeart/2018/2/layout/IconLabelList"/>
    <dgm:cxn modelId="{F1FE6AD0-5E2D-461F-9118-1D7DB3D99423}" type="presParOf" srcId="{75C33865-0552-4A53-BEE1-3FCDE1931564}" destId="{EE3DDC06-93D9-4128-8D78-DDBE85748114}" srcOrd="0" destOrd="0" presId="urn:microsoft.com/office/officeart/2018/2/layout/IconLabelList"/>
    <dgm:cxn modelId="{00B9F4BA-0786-427A-82D9-D22CDE144F19}" type="presParOf" srcId="{75C33865-0552-4A53-BEE1-3FCDE1931564}" destId="{BB3D99E3-B2B0-4E57-AB03-1DB902EB7ED3}" srcOrd="1" destOrd="0" presId="urn:microsoft.com/office/officeart/2018/2/layout/IconLabelList"/>
    <dgm:cxn modelId="{E4D93823-F48E-4876-BD48-96DE1695F0FB}" type="presParOf" srcId="{75C33865-0552-4A53-BEE1-3FCDE1931564}" destId="{EC192168-6504-4AB9-96DA-9F7F7EB7E8F8}" srcOrd="2" destOrd="0" presId="urn:microsoft.com/office/officeart/2018/2/layout/IconLabelList"/>
    <dgm:cxn modelId="{AA9DFB59-1A7F-43A6-A0F5-4B5A394AAA0B}" type="presParOf" srcId="{8E64A362-B944-46C3-AF77-526E8FCA4FD4}" destId="{C0C3C382-F6C4-4DF2-8605-CDAC21CD387F}" srcOrd="1" destOrd="0" presId="urn:microsoft.com/office/officeart/2018/2/layout/IconLabelList"/>
    <dgm:cxn modelId="{1EC1B354-BD81-4286-A21F-C6193194DE2F}" type="presParOf" srcId="{8E64A362-B944-46C3-AF77-526E8FCA4FD4}" destId="{B203461F-5AD4-4093-8C5C-ED59D28ACE9E}" srcOrd="2" destOrd="0" presId="urn:microsoft.com/office/officeart/2018/2/layout/IconLabelList"/>
    <dgm:cxn modelId="{B5C4BB79-2163-4006-A38F-EC580B07F9F5}" type="presParOf" srcId="{B203461F-5AD4-4093-8C5C-ED59D28ACE9E}" destId="{427B97BD-261B-494E-8787-414D912BD2E0}" srcOrd="0" destOrd="0" presId="urn:microsoft.com/office/officeart/2018/2/layout/IconLabelList"/>
    <dgm:cxn modelId="{EE197156-ADE9-4E87-9061-824E2BD332FB}" type="presParOf" srcId="{B203461F-5AD4-4093-8C5C-ED59D28ACE9E}" destId="{14133025-3008-4518-A8C8-0BF2D45D9C6C}" srcOrd="1" destOrd="0" presId="urn:microsoft.com/office/officeart/2018/2/layout/IconLabelList"/>
    <dgm:cxn modelId="{CB22AF30-2769-4322-B95D-A97F5F63977F}" type="presParOf" srcId="{B203461F-5AD4-4093-8C5C-ED59D28ACE9E}" destId="{1A94FFF4-ADDE-44A7-8DBE-1BA2C6D7F573}" srcOrd="2" destOrd="0" presId="urn:microsoft.com/office/officeart/2018/2/layout/IconLabelList"/>
    <dgm:cxn modelId="{03597F02-3B13-46C3-9569-94E6F91AE8CA}" type="presParOf" srcId="{8E64A362-B944-46C3-AF77-526E8FCA4FD4}" destId="{E74ACA22-6620-4241-AE04-6F8313C1A152}" srcOrd="3" destOrd="0" presId="urn:microsoft.com/office/officeart/2018/2/layout/IconLabelList"/>
    <dgm:cxn modelId="{410E8825-1911-4FCB-B7E5-BC5D9E1C48DE}" type="presParOf" srcId="{8E64A362-B944-46C3-AF77-526E8FCA4FD4}" destId="{08F1616C-E386-4922-AE9A-2CC07961F2E2}" srcOrd="4" destOrd="0" presId="urn:microsoft.com/office/officeart/2018/2/layout/IconLabelList"/>
    <dgm:cxn modelId="{2D711F4F-64D6-4030-AF28-77B7D1CFFA3A}" type="presParOf" srcId="{08F1616C-E386-4922-AE9A-2CC07961F2E2}" destId="{D3BA2505-D29B-4D8B-B302-B240543CCCCB}" srcOrd="0" destOrd="0" presId="urn:microsoft.com/office/officeart/2018/2/layout/IconLabelList"/>
    <dgm:cxn modelId="{49A188DD-12BA-4217-9EDA-964B57CEF890}" type="presParOf" srcId="{08F1616C-E386-4922-AE9A-2CC07961F2E2}" destId="{FA8DA014-2936-4978-901A-B3031341BD08}" srcOrd="1" destOrd="0" presId="urn:microsoft.com/office/officeart/2018/2/layout/IconLabelList"/>
    <dgm:cxn modelId="{D807F939-F183-4A79-9C10-F8E559F71260}" type="presParOf" srcId="{08F1616C-E386-4922-AE9A-2CC07961F2E2}" destId="{594FF7DB-6927-4AF2-A430-DDA043097388}" srcOrd="2" destOrd="0" presId="urn:microsoft.com/office/officeart/2018/2/layout/IconLabelList"/>
    <dgm:cxn modelId="{E39DA096-AF4D-4C8B-8AC3-70B4AA83E9BE}" type="presParOf" srcId="{8E64A362-B944-46C3-AF77-526E8FCA4FD4}" destId="{2CA962BD-C31B-48F8-87A8-DEA54AAD3920}" srcOrd="5" destOrd="0" presId="urn:microsoft.com/office/officeart/2018/2/layout/IconLabelList"/>
    <dgm:cxn modelId="{8C40472C-3310-42D9-ACE0-3E7BC03A8156}" type="presParOf" srcId="{8E64A362-B944-46C3-AF77-526E8FCA4FD4}" destId="{AAEFD0E3-1FA9-45DE-A9AF-783F01D9DC23}" srcOrd="6" destOrd="0" presId="urn:microsoft.com/office/officeart/2018/2/layout/IconLabelList"/>
    <dgm:cxn modelId="{6472B618-B00B-4658-8041-2FFC50094430}" type="presParOf" srcId="{AAEFD0E3-1FA9-45DE-A9AF-783F01D9DC23}" destId="{AD05027F-BDBC-4C75-9B36-CB9B0C70034C}" srcOrd="0" destOrd="0" presId="urn:microsoft.com/office/officeart/2018/2/layout/IconLabelList"/>
    <dgm:cxn modelId="{A3EC39F9-BCB9-4D35-8222-A6CB7E6B5621}" type="presParOf" srcId="{AAEFD0E3-1FA9-45DE-A9AF-783F01D9DC23}" destId="{1D1B92E2-8ABC-47D5-AF0A-072B26B3FA06}" srcOrd="1" destOrd="0" presId="urn:microsoft.com/office/officeart/2018/2/layout/IconLabelList"/>
    <dgm:cxn modelId="{1A4EAF28-3F68-447D-B363-F27ABA1752C1}" type="presParOf" srcId="{AAEFD0E3-1FA9-45DE-A9AF-783F01D9DC23}" destId="{9E050E53-775F-4B50-B29D-A6077F379AF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26DD7-F4B6-419C-A1DD-2BFC61EFE8EB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HTTP Proxy → filtra tráfico web (80/443).</a:t>
          </a:r>
        </a:p>
      </dsp:txBody>
      <dsp:txXfrm>
        <a:off x="62141" y="104940"/>
        <a:ext cx="6542551" cy="1148678"/>
      </dsp:txXfrm>
    </dsp:sp>
    <dsp:sp modelId="{C7370B7C-859C-4F61-B1E6-C6B20C4B540F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FTP Proxy → controla transferencias de archivos.</a:t>
          </a:r>
        </a:p>
      </dsp:txBody>
      <dsp:txXfrm>
        <a:off x="62141" y="1470060"/>
        <a:ext cx="6542551" cy="1148678"/>
      </dsp:txXfrm>
    </dsp:sp>
    <dsp:sp modelId="{15792A5D-5EF4-4029-B052-397B558591DF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SMTP Proxy → revisa correos electrónicos (antispam/antivirus).</a:t>
          </a:r>
        </a:p>
      </dsp:txBody>
      <dsp:txXfrm>
        <a:off x="62141" y="2835181"/>
        <a:ext cx="6542551" cy="1148678"/>
      </dsp:txXfrm>
    </dsp:sp>
    <dsp:sp modelId="{94550918-A007-46C3-ADAD-068EF56984C1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SOCKS Proxy → genérico, soporta múltiples protocolos (TCP/UDP).</a:t>
          </a:r>
        </a:p>
      </dsp:txBody>
      <dsp:txXfrm>
        <a:off x="62141" y="4200301"/>
        <a:ext cx="6542551" cy="11486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BFB655-FC81-451D-AC88-74A16A1EA2E7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18134-E24F-41B2-BA1F-F856C715BB19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32189-4655-4F10-9197-BA6B55AE3DFC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Servidor proxy caché de código abierto</a:t>
          </a:r>
        </a:p>
      </dsp:txBody>
      <dsp:txXfrm>
        <a:off x="100682" y="2684598"/>
        <a:ext cx="2370489" cy="720000"/>
      </dsp:txXfrm>
    </dsp:sp>
    <dsp:sp modelId="{F67B89BD-5912-486E-B64F-F70AB491BA13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B90BDC-2DE1-4E72-9E8A-95D1291D8203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BB8A3-9BB3-46E3-B8F1-CEBAEE1A94D8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Controla el acceso a Internet</a:t>
          </a:r>
        </a:p>
      </dsp:txBody>
      <dsp:txXfrm>
        <a:off x="2886007" y="2684598"/>
        <a:ext cx="2370489" cy="720000"/>
      </dsp:txXfrm>
    </dsp:sp>
    <dsp:sp modelId="{CA9B539E-1A87-4649-B8DE-7E6475AB503E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A5189-740F-494B-9582-F0108CC19CFF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E3C29D-556C-47FE-A21D-6070FABCA48A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Ahorra ancho de banda y mejora la seguridad</a:t>
          </a:r>
        </a:p>
      </dsp:txBody>
      <dsp:txXfrm>
        <a:off x="5671332" y="2684598"/>
        <a:ext cx="2370489" cy="720000"/>
      </dsp:txXfrm>
    </dsp:sp>
    <dsp:sp modelId="{323920F9-B208-49FA-902F-28566C6F85A3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4FF00-42CC-4321-8E2B-874F28191F00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B5490-1A59-4B8C-8411-7849D8ED5835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- Usado en empresas, centros educativos y redes</a:t>
          </a:r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C4F7BF-2606-478F-84DC-1544BFDBECF4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CB517-015F-4A91-BE41-627C8F47E8F7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sudo apt update</a:t>
          </a:r>
        </a:p>
      </dsp:txBody>
      <dsp:txXfrm>
        <a:off x="765914" y="2943510"/>
        <a:ext cx="4320000" cy="720000"/>
      </dsp:txXfrm>
    </dsp:sp>
    <dsp:sp modelId="{0F3822A6-F967-47C6-8E59-6293FC5D8380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E35F4-6F22-4914-8A35-95375E605024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sudo apt install squid -y</a:t>
          </a:r>
        </a:p>
      </dsp:txBody>
      <dsp:txXfrm>
        <a:off x="5841914" y="2943510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1B64C-A0BE-4086-BADE-6C6080AF2C36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22B5A-F483-4C23-940F-6A84BF26338D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57F2E-2AF7-4C52-81CC-A6608FC9BA82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- Configuración: /etc/squid/squid.conf</a:t>
          </a:r>
        </a:p>
      </dsp:txBody>
      <dsp:txXfrm>
        <a:off x="1548914" y="3176402"/>
        <a:ext cx="3600000" cy="720000"/>
      </dsp:txXfrm>
    </dsp:sp>
    <dsp:sp modelId="{E6DFB2F4-2D00-46F1-B22E-FCB72E599EC2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03C2F-7925-45B3-B757-1B557C15AB03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CDA43-32E8-4986-A16F-097E8661C396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- Logs: /var/log/squid/</a:t>
          </a:r>
        </a:p>
      </dsp:txBody>
      <dsp:txXfrm>
        <a:off x="5778914" y="3176402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B947B-59A5-43DE-AAAF-0577314BD3AB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3BAB0-846E-4EBB-B57A-B777EFB98AED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http_port 3128</a:t>
          </a:r>
        </a:p>
      </dsp:txBody>
      <dsp:txXfrm>
        <a:off x="299702" y="1282093"/>
        <a:ext cx="2200851" cy="1366505"/>
      </dsp:txXfrm>
    </dsp:sp>
    <dsp:sp modelId="{451172EF-719C-4430-A4B1-8DF0BF4C6200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1A909-AF5C-4A9B-BD2D-DB485FF13ED3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acl localnet src 192.168.1.0/24</a:t>
          </a:r>
        </a:p>
      </dsp:txBody>
      <dsp:txXfrm>
        <a:off x="3093555" y="1282093"/>
        <a:ext cx="2200851" cy="1366505"/>
      </dsp:txXfrm>
    </dsp:sp>
    <dsp:sp modelId="{A8B5A110-4DA3-44E4-9EF2-08B25EE3F56C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42A3E-F6BF-4198-8673-AC2FE09DFAD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http_access allow localnet</a:t>
          </a:r>
        </a:p>
      </dsp:txBody>
      <dsp:txXfrm>
        <a:off x="5887408" y="1282093"/>
        <a:ext cx="2200851" cy="1366505"/>
      </dsp:txXfrm>
    </dsp:sp>
    <dsp:sp modelId="{504337A6-71E5-4D72-91F2-8EBE1EEDF2BD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51EAF8-1D9A-4A6B-9382-8EF53B620CE0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http_access deny all</a:t>
          </a:r>
        </a:p>
      </dsp:txBody>
      <dsp:txXfrm>
        <a:off x="8681261" y="1282093"/>
        <a:ext cx="2200851" cy="13665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B462F8-9538-42E4-848B-5365A66A4F21}">
      <dsp:nvSpPr>
        <dsp:cNvPr id="0" name=""/>
        <dsp:cNvSpPr/>
      </dsp:nvSpPr>
      <dsp:spPr>
        <a:xfrm>
          <a:off x="2250914" y="447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DFBAEC-F238-4B1F-B743-6213FC4C94DD}">
      <dsp:nvSpPr>
        <dsp:cNvPr id="0" name=""/>
        <dsp:cNvSpPr/>
      </dsp:nvSpPr>
      <dsp:spPr>
        <a:xfrm>
          <a:off x="2718914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CCEA7E-43B4-4808-932B-033B0489C45C}">
      <dsp:nvSpPr>
        <dsp:cNvPr id="0" name=""/>
        <dsp:cNvSpPr/>
      </dsp:nvSpPr>
      <dsp:spPr>
        <a:xfrm>
          <a:off x="1548914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sudo systemctl restart squid</a:t>
          </a:r>
        </a:p>
      </dsp:txBody>
      <dsp:txXfrm>
        <a:off x="1548914" y="2924702"/>
        <a:ext cx="3600000" cy="720000"/>
      </dsp:txXfrm>
    </dsp:sp>
    <dsp:sp modelId="{0FAF53BA-8478-42CF-8391-DE647BA4949D}">
      <dsp:nvSpPr>
        <dsp:cNvPr id="0" name=""/>
        <dsp:cNvSpPr/>
      </dsp:nvSpPr>
      <dsp:spPr>
        <a:xfrm>
          <a:off x="6480914" y="447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9D84F-FE60-4BE1-8FBD-132B885EE5B0}">
      <dsp:nvSpPr>
        <dsp:cNvPr id="0" name=""/>
        <dsp:cNvSpPr/>
      </dsp:nvSpPr>
      <dsp:spPr>
        <a:xfrm>
          <a:off x="6948914" y="5127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76A78-774C-4BF4-ABE2-43DABD2E8132}">
      <dsp:nvSpPr>
        <dsp:cNvPr id="0" name=""/>
        <dsp:cNvSpPr/>
      </dsp:nvSpPr>
      <dsp:spPr>
        <a:xfrm>
          <a:off x="5778914" y="29247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sudo systemctl enable squid</a:t>
          </a:r>
        </a:p>
      </dsp:txBody>
      <dsp:txXfrm>
        <a:off x="5778914" y="2924702"/>
        <a:ext cx="36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07FFFD-FCDC-4784-9FAB-E0D0E4AF77E7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Navegador → Proxy manual</a:t>
          </a:r>
        </a:p>
      </dsp:txBody>
      <dsp:txXfrm>
        <a:off x="1748064" y="2975"/>
        <a:ext cx="3342605" cy="2005563"/>
      </dsp:txXfrm>
    </dsp:sp>
    <dsp:sp modelId="{1ABADCBD-92B3-4B5D-82E8-0D58CCBB4932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Dirección: IP del servidor</a:t>
          </a:r>
        </a:p>
      </dsp:txBody>
      <dsp:txXfrm>
        <a:off x="5424930" y="2975"/>
        <a:ext cx="3342605" cy="2005563"/>
      </dsp:txXfrm>
    </dsp:sp>
    <dsp:sp modelId="{8D52B764-353F-472D-B619-47805EE5A404}">
      <dsp:nvSpPr>
        <dsp:cNvPr id="0" name=""/>
        <dsp:cNvSpPr/>
      </dsp:nvSpPr>
      <dsp:spPr>
        <a:xfrm>
          <a:off x="3586497" y="2342799"/>
          <a:ext cx="3342605" cy="2005563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Puerto: 3128</a:t>
          </a:r>
        </a:p>
      </dsp:txBody>
      <dsp:txXfrm>
        <a:off x="3586497" y="2342799"/>
        <a:ext cx="3342605" cy="20055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78067-CFF8-4C83-9A7D-DF443DBC53F1}">
      <dsp:nvSpPr>
        <dsp:cNvPr id="0" name=""/>
        <dsp:cNvSpPr/>
      </dsp:nvSpPr>
      <dsp:spPr>
        <a:xfrm>
          <a:off x="973190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1353B-4E39-4D48-ABB0-6262FB14148E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9D04D-90C7-4F10-98EB-FC5A250BD938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- Control de páginas visitadas</a:t>
          </a:r>
        </a:p>
      </dsp:txBody>
      <dsp:txXfrm>
        <a:off x="569079" y="2644614"/>
        <a:ext cx="2072362" cy="720000"/>
      </dsp:txXfrm>
    </dsp:sp>
    <dsp:sp modelId="{12F15175-43CB-4FD8-A880-A06C30C4C5DC}">
      <dsp:nvSpPr>
        <dsp:cNvPr id="0" name=""/>
        <dsp:cNvSpPr/>
      </dsp:nvSpPr>
      <dsp:spPr>
        <a:xfrm>
          <a:off x="3408216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60E35-3E9F-4090-889D-2397969D2DAF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98D1C-E798-4EA7-AA69-C6564927B3C1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- Caché de vídeos repetidos</a:t>
          </a:r>
        </a:p>
      </dsp:txBody>
      <dsp:txXfrm>
        <a:off x="3004105" y="2644614"/>
        <a:ext cx="2072362" cy="720000"/>
      </dsp:txXfrm>
    </dsp:sp>
    <dsp:sp modelId="{13556B33-0826-4C40-A9AF-05737A0EC8AF}">
      <dsp:nvSpPr>
        <dsp:cNvPr id="0" name=""/>
        <dsp:cNvSpPr/>
      </dsp:nvSpPr>
      <dsp:spPr>
        <a:xfrm>
          <a:off x="5843242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12564-7801-4E54-AD5E-ABC94DBEF93D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9B7E2-2113-43F8-AA8F-5A8D27E92738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- Ahorro de ancho de banda</a:t>
          </a:r>
        </a:p>
      </dsp:txBody>
      <dsp:txXfrm>
        <a:off x="5439131" y="2644614"/>
        <a:ext cx="2072362" cy="720000"/>
      </dsp:txXfrm>
    </dsp:sp>
    <dsp:sp modelId="{5ACD23D5-00B2-4246-8D8A-C6DDE52E30DA}">
      <dsp:nvSpPr>
        <dsp:cNvPr id="0" name=""/>
        <dsp:cNvSpPr/>
      </dsp:nvSpPr>
      <dsp:spPr>
        <a:xfrm>
          <a:off x="8278268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6C9249-3D26-4E07-BC27-15DEE6A6395E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D759F-87C8-40B1-82B3-D0BB9402CDB4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- Mayor velocidad</a:t>
          </a:r>
        </a:p>
      </dsp:txBody>
      <dsp:txXfrm>
        <a:off x="7874157" y="2644614"/>
        <a:ext cx="2072362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16DAD-5940-4D40-9C45-7C0B4E0B6E0E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B5046-DFCD-4281-9CA6-F82F525F91B4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✅ Ahorro de recursos de red</a:t>
          </a:r>
        </a:p>
      </dsp:txBody>
      <dsp:txXfrm>
        <a:off x="569079" y="2427788"/>
        <a:ext cx="2072362" cy="720000"/>
      </dsp:txXfrm>
    </dsp:sp>
    <dsp:sp modelId="{9EF6590F-5B38-4E30-B8E0-9641081CF72D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747ED-16C0-4EC9-A7C6-5387730B6946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✅ Control para el profesor</a:t>
          </a:r>
        </a:p>
      </dsp:txBody>
      <dsp:txXfrm>
        <a:off x="3004105" y="2427788"/>
        <a:ext cx="2072362" cy="720000"/>
      </dsp:txXfrm>
    </dsp:sp>
    <dsp:sp modelId="{4732301A-8A38-4008-9B68-3C273CE4CA28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8E401-4CAB-40CC-B817-9646E5F77987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✅ Seguridad adicional</a:t>
          </a:r>
        </a:p>
      </dsp:txBody>
      <dsp:txXfrm>
        <a:off x="5439131" y="2427788"/>
        <a:ext cx="2072362" cy="720000"/>
      </dsp:txXfrm>
    </dsp:sp>
    <dsp:sp modelId="{D130D56C-1FA9-45B4-BE00-880B39A7C3A1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14131-DEFA-4478-B78F-6615D5BC6E67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✅ Ejemplo real de administración</a:t>
          </a:r>
        </a:p>
      </dsp:txBody>
      <dsp:txXfrm>
        <a:off x="7874157" y="2427788"/>
        <a:ext cx="2072362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DDC06-93D9-4128-8D78-DDBE85748114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92168-6504-4AB9-96DA-9F7F7EB7E8F8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De origen → IP, subred, usuarios.</a:t>
          </a:r>
        </a:p>
      </dsp:txBody>
      <dsp:txXfrm>
        <a:off x="569079" y="2427788"/>
        <a:ext cx="2072362" cy="720000"/>
      </dsp:txXfrm>
    </dsp:sp>
    <dsp:sp modelId="{427B97BD-261B-494E-8787-414D912BD2E0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4FFF4-ADDE-44A7-8DBE-1BA2C6D7F573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De destino → dominios, URLs, IPs, puertos.</a:t>
          </a:r>
        </a:p>
      </dsp:txBody>
      <dsp:txXfrm>
        <a:off x="3004105" y="2427788"/>
        <a:ext cx="2072362" cy="720000"/>
      </dsp:txXfrm>
    </dsp:sp>
    <dsp:sp modelId="{D3BA2505-D29B-4D8B-B302-B240543CCCCB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FF7DB-6927-4AF2-A430-DDA043097388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De tiempo → horarios y días concretos.</a:t>
          </a:r>
        </a:p>
      </dsp:txBody>
      <dsp:txXfrm>
        <a:off x="5439131" y="2427788"/>
        <a:ext cx="2072362" cy="720000"/>
      </dsp:txXfrm>
    </dsp:sp>
    <dsp:sp modelId="{AD05027F-BDBC-4C75-9B36-CB9B0C70034C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50E53-775F-4B50-B29D-A6077F379AF2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De contenido → tipo de archivo, protocolo, palabras clave.</a:t>
          </a:r>
        </a:p>
      </dsp:txBody>
      <dsp:txXfrm>
        <a:off x="7874157" y="2427788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E3699-2B5E-D8D2-24AB-D7878139E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46D98C-FD8E-DB9D-7C06-074FF6ADB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238F35-D3A3-0E6E-7140-43553164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4D1445-A46D-BB99-EF57-F2E2A68D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690ABF-8F5F-7B73-15D8-AA742CA5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72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413D1-B65A-7C34-94E1-E8F035CA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E06A1-F03A-23BF-4D48-9A98F561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E9BC34-0E94-AD2E-A9AE-505ACD7B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1AD84-0989-A854-CFFA-7126874D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9EF560-C098-A468-D531-E0549EC8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63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B4F04-0F1E-9A9C-12F9-E837657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7618FC-4224-2F98-DA3A-6FC8B6C5A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371BAA-933F-1AD0-F324-FB95935E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91D4C-B3A0-AC2F-F3FA-99FE20D5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A7F67-67C8-44FA-4E45-0AFA22C9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05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78D26-89E3-8C1A-251F-9BCAE207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C2DCB0-52EA-CD3C-2ABB-BAE16F7FD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BCC20B-5A42-5C24-234E-9B5FB1524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792458-0460-1E82-B9FA-0385E710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4F8980-74BE-D260-FBEE-E9EF9D29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274F2A-4C34-BB06-5D0C-8C9A50AF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5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C4AB6-122C-D95D-71B8-FFF99E78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30E180-1891-E3F6-0A8D-FD531D431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87A73F-C8CE-67B3-22E0-DACC1BF39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BC7CA7-FE2C-679E-1FE6-3379EBF7A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1EDD20-A6C4-71D8-5847-E0F25A2C8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C64340-5DBB-0CEF-73BC-4F2EE71B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51D042-EE0D-E2E4-AC3B-B0A6B000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D2FA34-0A5A-2B3D-13AD-72F91653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046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E3055-3D57-C2BA-7B80-08BD5790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C32614-0045-415E-AB28-CA40E70E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E152E3-B701-219B-50DE-97ECB863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121551-A3F2-F4F9-6367-8BA196D7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04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E268F8-65B4-8AAD-75FD-51E4DCF8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047F3F-01B7-02BD-1907-C602F0A4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8AF27F-CC40-A4E2-850B-AFED4AC3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22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3EC1D-A118-B813-92D5-2CC4EC6B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67289F-B58A-3C51-D984-DF312020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7070BB-FE1A-BA52-1B86-2544AFC11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A2B16E-378F-EC2C-A224-03FB9C61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049FEB-B7D2-AAFA-3FEA-3833F652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1383F8-43A1-4708-A1BD-0D64D32A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47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7FB2B-2239-A2C5-008D-161B4872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4E77CA8-5140-0A47-35BD-750FAEF76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48ADAF-712E-25A3-011B-1E4A2C3CD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C62925-D99F-6C6F-6F1C-60071786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AD84A6-6E47-4FDF-3DF8-CB66C143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E5C1DB-C5DE-9F9E-8CA4-9FDBB85D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825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BFDBB-8793-B28D-4D13-B58E5467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7B66DC-17C3-6BF4-A645-B0A64B7BE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23181B-5072-A404-52DA-2E91C938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2A52AA-DB7B-01EC-070D-4F3BC83B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86E288-6182-9D67-EC70-451209C5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83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B4F54C-46F8-93AA-937D-FADB9B194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5EA0FE-E0F8-CEE1-1640-B35426B59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ADDFAB-132C-45F4-6A13-E282D81C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5AA260-435B-8256-133D-58A0568B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32E227-6845-939E-B7B7-3AC4B669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792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663136-3AA9-C5D6-EA7F-FCF60B17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B290F0-95F6-3F68-A38F-8D077EC37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EC4B67-316D-5331-B571-0A2D4AD11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37EA8C-7518-F749-3CC7-B3D34E36F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05E4F0-AECE-C33E-1767-B9C56D1F3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39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79B4EC-BE3E-9295-AC58-0CAD13A4D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</a:rPr>
              <a:t>SEGURIDAD INFORMÁTICA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Subtítulo 4">
            <a:extLst>
              <a:ext uri="{FF2B5EF4-FFF2-40B4-BE49-F238E27FC236}">
                <a16:creationId xmlns:a16="http://schemas.microsoft.com/office/drawing/2014/main" id="{BB076771-2AA0-A9C7-C61D-786423133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3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DA3A4-8139-4C4A-2DF6-09A38BB3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AC531646-0CFE-DB7F-0BB7-AB6E079EE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8B480ED-D3D2-B09C-9EA1-E3D1FF99D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D313E2-6B46-66DA-4EF7-02FCD33E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3700" dirty="0"/>
              <a:t>UNIDAD 7: DESPLIGUE DE SERVIDORES PROXY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5E79F4-1172-A62D-3F73-D6793E207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 dirty="0"/>
              <a:t>1.Características de un servidor proxy.</a:t>
            </a:r>
          </a:p>
          <a:p>
            <a:r>
              <a:rPr lang="es-ES" sz="2000" dirty="0"/>
              <a:t>2. Tipos de </a:t>
            </a:r>
            <a:r>
              <a:rPr lang="es-ES" sz="2000" dirty="0" err="1"/>
              <a:t>proxies</a:t>
            </a:r>
            <a:endParaRPr lang="es-ES" sz="2000" dirty="0"/>
          </a:p>
          <a:p>
            <a:r>
              <a:rPr lang="es-ES" sz="2000" dirty="0"/>
              <a:t>3. </a:t>
            </a:r>
            <a:r>
              <a:rPr lang="es-ES" sz="2000" dirty="0" err="1"/>
              <a:t>Despligue</a:t>
            </a:r>
            <a:r>
              <a:rPr lang="es-ES" sz="2000" dirty="0"/>
              <a:t> de servidores proxy usando </a:t>
            </a:r>
            <a:r>
              <a:rPr lang="es-ES" sz="2000" dirty="0" err="1"/>
              <a:t>squid</a:t>
            </a:r>
            <a:endParaRPr lang="es-ES" sz="2000" dirty="0"/>
          </a:p>
          <a:p>
            <a:r>
              <a:rPr lang="es-ES" sz="2000" dirty="0"/>
              <a:t>4. Configuración de esquema de control de acceso en un proxy</a:t>
            </a:r>
          </a:p>
          <a:p>
            <a:endParaRPr lang="es-ES" sz="2000" dirty="0"/>
          </a:p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0F7BA332-8486-61F7-4A86-6D8A0E6577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B6B79-56E6-AEC7-96FC-35BCC34A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F41ED-3D2C-1900-E6F7-35C276C4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dirty="0"/>
              <a:t>1.Características de un servidor proxy.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356028-9F47-0F7F-A038-B8EC0F54E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endParaRPr lang="es-ES" sz="2000" dirty="0"/>
          </a:p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3A5795AD-E1A9-CAB6-32DE-B3EEF8891D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7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Habitación con servidores iluminados">
            <a:extLst>
              <a:ext uri="{FF2B5EF4-FFF2-40B4-BE49-F238E27FC236}">
                <a16:creationId xmlns:a16="http://schemas.microsoft.com/office/drawing/2014/main" id="{28F91D41-9819-C380-A331-7D27325C72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Características de un servidor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• Intermediario entre clientes y servidores.</a:t>
            </a:r>
          </a:p>
          <a:p>
            <a:r>
              <a:rPr lang="es-ES" sz="2000">
                <a:solidFill>
                  <a:srgbClr val="FFFFFF"/>
                </a:solidFill>
              </a:rPr>
              <a:t>• Filtra y controla peticiones de usuarios.</a:t>
            </a:r>
          </a:p>
          <a:p>
            <a:r>
              <a:rPr lang="es-ES" sz="2000">
                <a:solidFill>
                  <a:srgbClr val="FFFFFF"/>
                </a:solidFill>
              </a:rPr>
              <a:t>• Almacena en caché contenidos para acelerar accesos.</a:t>
            </a:r>
          </a:p>
          <a:p>
            <a:r>
              <a:rPr lang="es-ES" sz="2000">
                <a:solidFill>
                  <a:srgbClr val="FFFFFF"/>
                </a:solidFill>
              </a:rPr>
              <a:t>• Añade seguridad y anonimato.</a:t>
            </a:r>
          </a:p>
          <a:p>
            <a:r>
              <a:rPr lang="es-ES" sz="2000">
                <a:solidFill>
                  <a:srgbClr val="FFFFFF"/>
                </a:solidFill>
              </a:rPr>
              <a:t>• Permite aplicar políticas de uso.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Funcionamiento de un proxy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1. Cliente solicita acceso a recurso externo.</a:t>
            </a:r>
          </a:p>
          <a:p>
            <a:r>
              <a:rPr lang="es-ES" sz="1800">
                <a:solidFill>
                  <a:schemeClr val="bg1"/>
                </a:solidFill>
              </a:rPr>
              <a:t>2. Petición pasa primero al proxy.</a:t>
            </a:r>
          </a:p>
          <a:p>
            <a:r>
              <a:rPr lang="es-ES" sz="1800">
                <a:solidFill>
                  <a:schemeClr val="bg1"/>
                </a:solidFill>
              </a:rPr>
              <a:t>3. Proxy comprueba reglas de filtrado y caché.</a:t>
            </a:r>
          </a:p>
          <a:p>
            <a:r>
              <a:rPr lang="es-ES" sz="1800">
                <a:solidFill>
                  <a:schemeClr val="bg1"/>
                </a:solidFill>
              </a:rPr>
              <a:t>   • Si permitido: reenvía la petición al servidor.</a:t>
            </a:r>
          </a:p>
          <a:p>
            <a:r>
              <a:rPr lang="es-ES" sz="1800">
                <a:solidFill>
                  <a:schemeClr val="bg1"/>
                </a:solidFill>
              </a:rPr>
              <a:t>   • Si no permitido: bloquea.</a:t>
            </a:r>
          </a:p>
          <a:p>
            <a:r>
              <a:rPr lang="es-ES" sz="1800">
                <a:solidFill>
                  <a:schemeClr val="bg1"/>
                </a:solidFill>
              </a:rPr>
              <a:t>4. El servidor responde al proxy.</a:t>
            </a:r>
          </a:p>
          <a:p>
            <a:r>
              <a:rPr lang="es-ES" sz="1800">
                <a:solidFill>
                  <a:schemeClr val="bg1"/>
                </a:solidFill>
              </a:rPr>
              <a:t>5. El proxy entrega la respuesta al cliente.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Integración en una red corporativa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• Situado entre la LAN y el acceso a Internet.</a:t>
            </a:r>
          </a:p>
          <a:p>
            <a:r>
              <a:rPr lang="es-ES" sz="1800">
                <a:solidFill>
                  <a:schemeClr val="bg1"/>
                </a:solidFill>
              </a:rPr>
              <a:t>• Puede funcionar en modo transparente o explícito.</a:t>
            </a:r>
          </a:p>
          <a:p>
            <a:r>
              <a:rPr lang="es-ES" sz="1800">
                <a:solidFill>
                  <a:schemeClr val="bg1"/>
                </a:solidFill>
              </a:rPr>
              <a:t>• Facilita:</a:t>
            </a:r>
          </a:p>
          <a:p>
            <a:r>
              <a:rPr lang="es-ES" sz="1800">
                <a:solidFill>
                  <a:schemeClr val="bg1"/>
                </a:solidFill>
              </a:rPr>
              <a:t>   - Control de acceso a Internet.</a:t>
            </a:r>
          </a:p>
          <a:p>
            <a:r>
              <a:rPr lang="es-ES" sz="1800">
                <a:solidFill>
                  <a:schemeClr val="bg1"/>
                </a:solidFill>
              </a:rPr>
              <a:t>   - Registro de actividad.</a:t>
            </a:r>
          </a:p>
          <a:p>
            <a:r>
              <a:rPr lang="es-ES" sz="1800">
                <a:solidFill>
                  <a:schemeClr val="bg1"/>
                </a:solidFill>
              </a:rPr>
              <a:t>   - Ahorro de ancho de banda (caché).</a:t>
            </a:r>
          </a:p>
          <a:p>
            <a:r>
              <a:rPr lang="es-ES" sz="1800">
                <a:solidFill>
                  <a:schemeClr val="bg1"/>
                </a:solidFill>
              </a:rPr>
              <a:t>   - Filtrado de contenidos.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roxy_red.png"/>
          <p:cNvPicPr>
            <a:picLocks noChangeAspect="1"/>
          </p:cNvPicPr>
          <p:nvPr/>
        </p:nvPicPr>
        <p:blipFill>
          <a:blip r:embed="rId2"/>
          <a:srcRect b="9638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643467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Esquema: Proxy en red corporativa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7423-94D8-5DC0-9276-DD55FB9C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96931-C3C7-12D7-905C-1C040D0E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dirty="0"/>
              <a:t>2. Tipos de </a:t>
            </a:r>
            <a:r>
              <a:rPr lang="es-ES" sz="4000" dirty="0" err="1"/>
              <a:t>proxies</a:t>
            </a:r>
            <a:br>
              <a:rPr lang="es-ES" sz="4000" dirty="0"/>
            </a:b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7681EA-4C1C-3ED5-C8A0-226410FA2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4F7D07F8-9FD3-6EBC-7BD4-4AB5F6A79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3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</a:rPr>
              <a:t>Según el protocolo de comunicación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26A3EB-73D1-A8B6-23EF-F2F4614B4E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77898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s-ES" sz="6600"/>
              <a:t>Según los clientes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s-ES" sz="2400"/>
              <a:t>• Explícito → requiere configuración en navegador o aplicación.</a:t>
            </a:r>
          </a:p>
          <a:p>
            <a:r>
              <a:rPr lang="es-ES" sz="2400"/>
              <a:t>• Transparente → no necesita configuración, el proxy intercepta el tráfico automáticamente.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s-ES" sz="4100"/>
              <a:t>Según su funcionalidad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s-ES" sz="2400"/>
              <a:t>• Caching Proxy → guarda contenidos en caché, acelera accesos.</a:t>
            </a:r>
          </a:p>
          <a:p>
            <a:r>
              <a:rPr lang="es-ES" sz="2400"/>
              <a:t>• Filtering Proxy → bloquea sitios web o archivos no permitidos.</a:t>
            </a:r>
          </a:p>
          <a:p>
            <a:r>
              <a:rPr lang="es-ES" sz="2400"/>
              <a:t>• Anonymizing Proxy → oculta identidad y dirección IP real.</a:t>
            </a:r>
          </a:p>
          <a:p>
            <a:r>
              <a:rPr lang="es-ES" sz="2400"/>
              <a:t>• Reverse Proxy → protege servidores internos y balancea carga.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4159F-E728-4E9D-D37C-711947170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2C319-7952-A487-0DC5-3AF4D190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es-ES" sz="4000" dirty="0"/>
              <a:t>3. </a:t>
            </a:r>
            <a:r>
              <a:rPr lang="es-ES" sz="4000" dirty="0" err="1"/>
              <a:t>Despligue</a:t>
            </a:r>
            <a:r>
              <a:rPr lang="es-ES" sz="4000" dirty="0"/>
              <a:t> de servidores proxy usando </a:t>
            </a:r>
            <a:r>
              <a:rPr lang="es-ES" sz="4000" dirty="0" err="1"/>
              <a:t>squid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D2DC7C-5B70-EBF7-DECD-035A856EA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endParaRPr lang="es-ES" sz="2000" dirty="0"/>
          </a:p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746D5FF2-1379-F878-E393-CE10C239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56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¿Qué es Squid?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F48321-A85C-6096-8FA6-02B2D44F22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1009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/>
              <a:t>Funciones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/>
              <a:t>- Proxy → Intermediario entre cliente e Internet</a:t>
            </a:r>
          </a:p>
          <a:p>
            <a:r>
              <a:rPr lang="es-ES" sz="2000"/>
              <a:t>- Caché → Guarda páginas y archivos</a:t>
            </a:r>
          </a:p>
          <a:p>
            <a:r>
              <a:rPr lang="es-ES" sz="2000"/>
              <a:t>- Filtrado → Bloqueo de webs y contenidos</a:t>
            </a:r>
          </a:p>
          <a:p>
            <a:r>
              <a:rPr lang="es-ES" sz="2000"/>
              <a:t>- Control de usuarios con autenticación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A9F9A-A85B-E199-38CB-876DD3EA0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62" r="3898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Instalación básica en Linux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2881E7-9A64-5884-389E-C93CE59AD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2680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Archivos principales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285ECB-57A5-9D9A-A6B5-F8006CFA82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5163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Configuración mínima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D9E37E-C197-E990-ACC5-26D66D506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203647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Puesta en marcha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B2AAC7-78E2-1A22-FFC6-AAAF522B9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98308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D5DA87-28C6-A898-74CE-61289C2C48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t>Configuración en los clientes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16AD04-4509-AA7B-F267-B80853A52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7682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95774D-CB65-CC25-7422-85AE4DC3EB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t>Ejemplo en aula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E0C8DB-CA83-1DE5-CBD1-E3FFC4AE3E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7384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06E707-DBCC-9611-6EE4-24B9267A6C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t>Ventajas para FP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EF7112-749F-330B-A395-DB41421461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3155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Esquema de funcionamiento de Squid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Servidor Squid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48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Internet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67200" y="22860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010400" y="22860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2077C-4261-3F67-AC9A-72058964C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57902-6269-579A-F2EB-364089470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es-ES" sz="4000" dirty="0"/>
              <a:t>4. Configuración de esquema de control de acceso en un proxy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7DB68C-2A67-3C7D-C7B6-9BD725726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endParaRPr lang="es-ES" sz="2000" dirty="0"/>
          </a:p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FB4A28D9-C3E4-DAF1-134E-669BF65B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21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s-ES" sz="7200"/>
              <a:t>Concepto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s-ES" sz="2400"/>
              <a:t>• ACL definen qué tráfico se permite o bloquea.</a:t>
            </a:r>
          </a:p>
          <a:p>
            <a:r>
              <a:rPr lang="es-ES" sz="2400"/>
              <a:t>• Se basan en criterios como origen, destino, horario o contenido.</a:t>
            </a:r>
          </a:p>
          <a:p>
            <a:r>
              <a:rPr lang="es-ES" sz="2400"/>
              <a:t>• Se aplican en proxies como Squid para controlar accesos.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ACL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039754C-AB87-05A4-192D-54CD81E2D6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s-ES" sz="5000"/>
              <a:t>Elementos de ACL de origen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s-ES" sz="2400"/>
              <a:t>• Dirección IP individual.</a:t>
            </a:r>
          </a:p>
          <a:p>
            <a:r>
              <a:rPr lang="es-ES" sz="2400"/>
              <a:t>• Subred completa.</a:t>
            </a:r>
          </a:p>
          <a:p>
            <a:r>
              <a:rPr lang="es-ES" sz="2400"/>
              <a:t>• Grupo de usuarios autenticados.</a:t>
            </a:r>
          </a:p>
          <a:p>
            <a:r>
              <a:rPr lang="es-ES" sz="2400"/>
              <a:t>• Interfaz de red de entrada.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s-ES" sz="5000"/>
              <a:t>Elementos de ACL de destino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s-ES" sz="2400"/>
              <a:t>• Dominios (ej: .facebook.com).</a:t>
            </a:r>
          </a:p>
          <a:p>
            <a:r>
              <a:rPr lang="es-ES" sz="2400"/>
              <a:t>• URLs completas.</a:t>
            </a:r>
          </a:p>
          <a:p>
            <a:r>
              <a:rPr lang="es-ES" sz="2400"/>
              <a:t>• Direcciones IP de servidores externos.</a:t>
            </a:r>
          </a:p>
          <a:p>
            <a:r>
              <a:rPr lang="es-ES" sz="2400"/>
              <a:t>• Puertos (80, 443, 21...).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s-ES" sz="3100"/>
              <a:t>Consideraciones en las ACL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s-ES" sz="2400"/>
              <a:t>• Se procesan en orden de aparición.</a:t>
            </a:r>
          </a:p>
          <a:p>
            <a:r>
              <a:rPr lang="es-ES" sz="2400"/>
              <a:t>• La primera coincidencia se aplica.</a:t>
            </a:r>
          </a:p>
          <a:p>
            <a:r>
              <a:rPr lang="es-ES" sz="2400"/>
              <a:t>• Documentar las reglas.</a:t>
            </a:r>
          </a:p>
          <a:p>
            <a:r>
              <a:rPr lang="es-ES" sz="2400"/>
              <a:t>• Política restrictiva por defecto.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s-ES" sz="5000"/>
              <a:t>Construcción de reglas ACL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s-ES" sz="2000"/>
              <a:t>Ejemplo en Squid:</a:t>
            </a:r>
          </a:p>
          <a:p>
            <a:endParaRPr lang="es-ES" sz="2000"/>
          </a:p>
          <a:p>
            <a:r>
              <a:rPr lang="es-ES" sz="2000"/>
              <a:t>acl red_local src 192.168.1.0/24</a:t>
            </a:r>
          </a:p>
          <a:p>
            <a:r>
              <a:rPr lang="es-ES" sz="2000"/>
              <a:t>acl redes_sociales dstdomain .facebook.com</a:t>
            </a:r>
          </a:p>
          <a:p>
            <a:r>
              <a:rPr lang="es-ES" sz="2000"/>
              <a:t>http_access allow red_local !redes_sociales</a:t>
            </a:r>
          </a:p>
          <a:p>
            <a:endParaRPr lang="es-ES" sz="2000"/>
          </a:p>
          <a:p>
            <a:r>
              <a:rPr lang="es-ES" sz="2000"/>
              <a:t>→ Permite a la red local excepto acceso a Facebook.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802</Words>
  <Application>Microsoft Office PowerPoint</Application>
  <PresentationFormat>Panorámica</PresentationFormat>
  <Paragraphs>120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Tema de Office</vt:lpstr>
      <vt:lpstr>SEGURIDAD INFORMÁTICA</vt:lpstr>
      <vt:lpstr>UNIDAD 7: DESPLIGUE DE SERVIDORES PROXY</vt:lpstr>
      <vt:lpstr>1.Características de un servidor proxy.</vt:lpstr>
      <vt:lpstr>Características de un servidor proxy</vt:lpstr>
      <vt:lpstr>Funcionamiento de un proxy</vt:lpstr>
      <vt:lpstr>Integración en una red corporativa</vt:lpstr>
      <vt:lpstr>Esquema: Proxy en red corporativa</vt:lpstr>
      <vt:lpstr>2. Tipos de proxies </vt:lpstr>
      <vt:lpstr>Según el protocolo de comunicación</vt:lpstr>
      <vt:lpstr>Según los clientes</vt:lpstr>
      <vt:lpstr>Según su funcionalidad</vt:lpstr>
      <vt:lpstr>3. Despligue de servidores proxy usando squid</vt:lpstr>
      <vt:lpstr>¿Qué es Squid?</vt:lpstr>
      <vt:lpstr>Funciones principales</vt:lpstr>
      <vt:lpstr>Instalación básica en Linux</vt:lpstr>
      <vt:lpstr>Archivos principales</vt:lpstr>
      <vt:lpstr>Configuración mínima</vt:lpstr>
      <vt:lpstr>Puesta en marcha</vt:lpstr>
      <vt:lpstr>Configuración en los clientes</vt:lpstr>
      <vt:lpstr>Ejemplo en aula</vt:lpstr>
      <vt:lpstr>Ventajas para FP</vt:lpstr>
      <vt:lpstr>Esquema de funcionamiento de Squid</vt:lpstr>
      <vt:lpstr>4. Configuración de esquema de control de acceso en un proxy</vt:lpstr>
      <vt:lpstr>Concepto</vt:lpstr>
      <vt:lpstr>Tipos de ACL</vt:lpstr>
      <vt:lpstr>Elementos de ACL de origen</vt:lpstr>
      <vt:lpstr>Elementos de ACL de destino</vt:lpstr>
      <vt:lpstr>Consideraciones en las ACL</vt:lpstr>
      <vt:lpstr>Construcción de reglas ACL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Ruiz</dc:creator>
  <cp:lastModifiedBy>Alberto Ruiz</cp:lastModifiedBy>
  <cp:revision>5</cp:revision>
  <dcterms:created xsi:type="dcterms:W3CDTF">2025-09-17T16:17:53Z</dcterms:created>
  <dcterms:modified xsi:type="dcterms:W3CDTF">2025-09-27T16:22:35Z</dcterms:modified>
</cp:coreProperties>
</file>