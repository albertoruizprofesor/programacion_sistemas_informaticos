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75" r:id="rId8"/>
    <p:sldId id="277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F70C66-7DFF-4164-84BD-F285402FF5A3}" v="10" dt="2023-12-01T15:37:01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F8F70C66-7DFF-4164-84BD-F285402FF5A3}"/>
    <pc:docChg chg="undo custSel addSld modSld">
      <pc:chgData name="Alberto Ruiz" userId="47fa91d207cfb014" providerId="LiveId" clId="{F8F70C66-7DFF-4164-84BD-F285402FF5A3}" dt="2023-12-01T15:37:28.917" v="70"/>
      <pc:docMkLst>
        <pc:docMk/>
      </pc:docMkLst>
      <pc:sldChg chg="modSp new mod">
        <pc:chgData name="Alberto Ruiz" userId="47fa91d207cfb014" providerId="LiveId" clId="{F8F70C66-7DFF-4164-84BD-F285402FF5A3}" dt="2023-11-24T15:45:35.894" v="26" actId="20577"/>
        <pc:sldMkLst>
          <pc:docMk/>
          <pc:sldMk cId="3530903850" sldId="256"/>
        </pc:sldMkLst>
        <pc:spChg chg="mod">
          <ac:chgData name="Alberto Ruiz" userId="47fa91d207cfb014" providerId="LiveId" clId="{F8F70C66-7DFF-4164-84BD-F285402FF5A3}" dt="2023-11-24T15:45:30.542" v="8" actId="20577"/>
          <ac:spMkLst>
            <pc:docMk/>
            <pc:sldMk cId="3530903850" sldId="256"/>
            <ac:spMk id="2" creationId="{63C87F25-A9F8-0F9F-BE89-88F526C7A39C}"/>
          </ac:spMkLst>
        </pc:spChg>
        <pc:spChg chg="mod">
          <ac:chgData name="Alberto Ruiz" userId="47fa91d207cfb014" providerId="LiveId" clId="{F8F70C66-7DFF-4164-84BD-F285402FF5A3}" dt="2023-11-24T15:45:35.894" v="26" actId="20577"/>
          <ac:spMkLst>
            <pc:docMk/>
            <pc:sldMk cId="3530903850" sldId="256"/>
            <ac:spMk id="3" creationId="{AD2D7197-A3A2-BAF8-B1F2-1DF1B7153339}"/>
          </ac:spMkLst>
        </pc:spChg>
      </pc:sldChg>
      <pc:sldChg chg="addSp delSp modSp add mod">
        <pc:chgData name="Alberto Ruiz" userId="47fa91d207cfb014" providerId="LiveId" clId="{F8F70C66-7DFF-4164-84BD-F285402FF5A3}" dt="2023-12-01T15:36:54.319" v="63" actId="478"/>
        <pc:sldMkLst>
          <pc:docMk/>
          <pc:sldMk cId="0" sldId="269"/>
        </pc:sldMkLst>
        <pc:spChg chg="del">
          <ac:chgData name="Alberto Ruiz" userId="47fa91d207cfb014" providerId="LiveId" clId="{F8F70C66-7DFF-4164-84BD-F285402FF5A3}" dt="2023-12-01T15:36:06.257" v="34" actId="478"/>
          <ac:spMkLst>
            <pc:docMk/>
            <pc:sldMk cId="0" sldId="269"/>
            <ac:spMk id="2" creationId="{00000000-0000-0000-0000-000000000000}"/>
          </ac:spMkLst>
        </pc:spChg>
        <pc:spChg chg="add del mod">
          <ac:chgData name="Alberto Ruiz" userId="47fa91d207cfb014" providerId="LiveId" clId="{F8F70C66-7DFF-4164-84BD-F285402FF5A3}" dt="2023-12-01T15:36:51.689" v="62" actId="478"/>
          <ac:spMkLst>
            <pc:docMk/>
            <pc:sldMk cId="0" sldId="269"/>
            <ac:spMk id="10" creationId="{FA01DAA6-9000-2643-6092-DC33D137D567}"/>
          </ac:spMkLst>
        </pc:spChg>
        <pc:spChg chg="add mod">
          <ac:chgData name="Alberto Ruiz" userId="47fa91d207cfb014" providerId="LiveId" clId="{F8F70C66-7DFF-4164-84BD-F285402FF5A3}" dt="2023-12-01T15:36:48.415" v="61"/>
          <ac:spMkLst>
            <pc:docMk/>
            <pc:sldMk cId="0" sldId="269"/>
            <ac:spMk id="11" creationId="{B2960B80-697F-3FFB-FD35-41042F7CE111}"/>
          </ac:spMkLst>
        </pc:spChg>
        <pc:spChg chg="add del mod">
          <ac:chgData name="Alberto Ruiz" userId="47fa91d207cfb014" providerId="LiveId" clId="{F8F70C66-7DFF-4164-84BD-F285402FF5A3}" dt="2023-12-01T15:36:54.319" v="63" actId="478"/>
          <ac:spMkLst>
            <pc:docMk/>
            <pc:sldMk cId="0" sldId="269"/>
            <ac:spMk id="13" creationId="{4A59158A-EFFB-3183-F45B-EC50B25D6086}"/>
          </ac:spMkLst>
        </pc:spChg>
      </pc:sldChg>
      <pc:sldChg chg="modSp add mod">
        <pc:chgData name="Alberto Ruiz" userId="47fa91d207cfb014" providerId="LiveId" clId="{F8F70C66-7DFF-4164-84BD-F285402FF5A3}" dt="2023-12-01T15:36:40.431" v="60" actId="20577"/>
        <pc:sldMkLst>
          <pc:docMk/>
          <pc:sldMk cId="0" sldId="270"/>
        </pc:sldMkLst>
        <pc:spChg chg="mod">
          <ac:chgData name="Alberto Ruiz" userId="47fa91d207cfb014" providerId="LiveId" clId="{F8F70C66-7DFF-4164-84BD-F285402FF5A3}" dt="2023-12-01T15:36:40.431" v="60" actId="20577"/>
          <ac:spMkLst>
            <pc:docMk/>
            <pc:sldMk cId="0" sldId="270"/>
            <ac:spMk id="2" creationId="{00000000-0000-0000-0000-000000000000}"/>
          </ac:spMkLst>
        </pc:spChg>
      </pc:sldChg>
      <pc:sldChg chg="addSp delSp modSp add mod">
        <pc:chgData name="Alberto Ruiz" userId="47fa91d207cfb014" providerId="LiveId" clId="{F8F70C66-7DFF-4164-84BD-F285402FF5A3}" dt="2023-12-01T15:37:09.711" v="66"/>
        <pc:sldMkLst>
          <pc:docMk/>
          <pc:sldMk cId="0" sldId="271"/>
        </pc:sldMkLst>
        <pc:spChg chg="mod">
          <ac:chgData name="Alberto Ruiz" userId="47fa91d207cfb014" providerId="LiveId" clId="{F8F70C66-7DFF-4164-84BD-F285402FF5A3}" dt="2023-12-01T15:37:09.711" v="66"/>
          <ac:spMkLst>
            <pc:docMk/>
            <pc:sldMk cId="0" sldId="271"/>
            <ac:spMk id="5" creationId="{00000000-0000-0000-0000-000000000000}"/>
          </ac:spMkLst>
        </pc:spChg>
        <pc:spChg chg="add del mod">
          <ac:chgData name="Alberto Ruiz" userId="47fa91d207cfb014" providerId="LiveId" clId="{F8F70C66-7DFF-4164-84BD-F285402FF5A3}" dt="2023-12-01T15:37:01.011" v="65"/>
          <ac:spMkLst>
            <pc:docMk/>
            <pc:sldMk cId="0" sldId="271"/>
            <ac:spMk id="8" creationId="{E9DC543B-E74B-FA17-1EAB-6D6546F4B961}"/>
          </ac:spMkLst>
        </pc:spChg>
      </pc:sldChg>
      <pc:sldChg chg="modSp add mod">
        <pc:chgData name="Alberto Ruiz" userId="47fa91d207cfb014" providerId="LiveId" clId="{F8F70C66-7DFF-4164-84BD-F285402FF5A3}" dt="2023-12-01T15:37:14.749" v="67"/>
        <pc:sldMkLst>
          <pc:docMk/>
          <pc:sldMk cId="0" sldId="272"/>
        </pc:sldMkLst>
        <pc:spChg chg="mod">
          <ac:chgData name="Alberto Ruiz" userId="47fa91d207cfb014" providerId="LiveId" clId="{F8F70C66-7DFF-4164-84BD-F285402FF5A3}" dt="2023-12-01T15:37:14.749" v="67"/>
          <ac:spMkLst>
            <pc:docMk/>
            <pc:sldMk cId="0" sldId="272"/>
            <ac:spMk id="5" creationId="{00000000-0000-0000-0000-000000000000}"/>
          </ac:spMkLst>
        </pc:spChg>
      </pc:sldChg>
      <pc:sldChg chg="modSp add mod">
        <pc:chgData name="Alberto Ruiz" userId="47fa91d207cfb014" providerId="LiveId" clId="{F8F70C66-7DFF-4164-84BD-F285402FF5A3}" dt="2023-12-01T15:37:19.319" v="68"/>
        <pc:sldMkLst>
          <pc:docMk/>
          <pc:sldMk cId="0" sldId="273"/>
        </pc:sldMkLst>
        <pc:spChg chg="mod">
          <ac:chgData name="Alberto Ruiz" userId="47fa91d207cfb014" providerId="LiveId" clId="{F8F70C66-7DFF-4164-84BD-F285402FF5A3}" dt="2023-12-01T15:37:19.319" v="68"/>
          <ac:spMkLst>
            <pc:docMk/>
            <pc:sldMk cId="0" sldId="273"/>
            <ac:spMk id="5" creationId="{00000000-0000-0000-0000-000000000000}"/>
          </ac:spMkLst>
        </pc:spChg>
      </pc:sldChg>
      <pc:sldChg chg="modSp add mod">
        <pc:chgData name="Alberto Ruiz" userId="47fa91d207cfb014" providerId="LiveId" clId="{F8F70C66-7DFF-4164-84BD-F285402FF5A3}" dt="2023-12-01T15:37:23.400" v="69"/>
        <pc:sldMkLst>
          <pc:docMk/>
          <pc:sldMk cId="0" sldId="275"/>
        </pc:sldMkLst>
        <pc:spChg chg="mod">
          <ac:chgData name="Alberto Ruiz" userId="47fa91d207cfb014" providerId="LiveId" clId="{F8F70C66-7DFF-4164-84BD-F285402FF5A3}" dt="2023-12-01T15:37:23.400" v="69"/>
          <ac:spMkLst>
            <pc:docMk/>
            <pc:sldMk cId="0" sldId="275"/>
            <ac:spMk id="2" creationId="{00000000-0000-0000-0000-000000000000}"/>
          </ac:spMkLst>
        </pc:spChg>
      </pc:sldChg>
      <pc:sldChg chg="modSp add mod">
        <pc:chgData name="Alberto Ruiz" userId="47fa91d207cfb014" providerId="LiveId" clId="{F8F70C66-7DFF-4164-84BD-F285402FF5A3}" dt="2023-12-01T15:37:28.917" v="70"/>
        <pc:sldMkLst>
          <pc:docMk/>
          <pc:sldMk cId="0" sldId="277"/>
        </pc:sldMkLst>
        <pc:spChg chg="mod">
          <ac:chgData name="Alberto Ruiz" userId="47fa91d207cfb014" providerId="LiveId" clId="{F8F70C66-7DFF-4164-84BD-F285402FF5A3}" dt="2023-12-01T15:37:28.917" v="70"/>
          <ac:spMkLst>
            <pc:docMk/>
            <pc:sldMk cId="0" sldId="277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62499D-F28D-3830-D1F3-B32CE1519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BDAB0F-1D0D-1B1D-920C-C8BC375D7A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7D5953-453B-0116-F2E5-2A31F859E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91600-ECB6-4E67-A752-6AA7B9587320}" type="datetimeFigureOut">
              <a:rPr lang="es-ES" smtClean="0"/>
              <a:t>01/12/2023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6547B9-3B3B-4D14-436A-59EA7CF4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8FC4BA-483C-5BC8-789A-B7CED0B2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FC32-D8D7-45E9-BFDF-09C47A8AED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909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9078C-C32E-F73A-ADFD-5CC0C8E5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7E6822-8D62-FDE4-AAE4-2DD00720E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8C28D8-D9B5-5587-DFA4-301DF939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91600-ECB6-4E67-A752-6AA7B9587320}" type="datetimeFigureOut">
              <a:rPr lang="es-ES" smtClean="0"/>
              <a:t>01/12/2023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84A723-E30E-7CD1-169E-2B1C1A393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69390E-C0AE-69A0-CBEC-65DD77F7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FC32-D8D7-45E9-BFDF-09C47A8AED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7769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DF85A-EE5B-1C66-E442-402EB9B04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274E6D-8A1F-8D24-491F-076FD379C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94526B-2BD0-5FC6-FC13-B5D725818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91600-ECB6-4E67-A752-6AA7B9587320}" type="datetimeFigureOut">
              <a:rPr lang="es-ES" smtClean="0"/>
              <a:t>01/12/2023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A56204-3F1A-D33E-C912-3F55CD817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9DE5F4-6B95-D4A7-EB90-AF4A15728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FC32-D8D7-45E9-BFDF-09C47A8AED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4172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4FFC54-E10F-1898-A988-FFFFF123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111E2B-6E86-74A8-5D0A-738470D05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EBE64F-2ED6-01FF-5390-B0200213B9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0A6C7D-1A00-7B90-7A1A-1FC6184DB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91600-ECB6-4E67-A752-6AA7B9587320}" type="datetimeFigureOut">
              <a:rPr lang="es-ES" smtClean="0"/>
              <a:t>01/12/2023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6E6416-7DC6-8477-19D2-F5F2A3E54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9D57A-69C4-E476-0E82-4E744E97E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FC32-D8D7-45E9-BFDF-09C47A8AED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22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F63607-E6D8-6484-0644-5C075957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17CCFB-219E-920E-29C9-3E1657228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909861-8564-6CB4-708F-AE87A743F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8B7C514-6792-6294-4B9D-98F8D37EF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CE4D3F9-C47D-A1E2-D0C2-78838239B0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24A3C5A-FFA4-6056-CED6-FDBE4E3D1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91600-ECB6-4E67-A752-6AA7B9587320}" type="datetimeFigureOut">
              <a:rPr lang="es-ES" smtClean="0"/>
              <a:t>01/12/2023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BB35B82-034B-547C-13A8-44EE1489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BC9902-AAA4-CD6D-F3BF-66670CBC9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FC32-D8D7-45E9-BFDF-09C47A8AED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088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34B46-0EE7-1C98-2607-0A5ACDB77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7CAECD3-B3FD-E783-DE47-9B7ECE22D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91600-ECB6-4E67-A752-6AA7B9587320}" type="datetimeFigureOut">
              <a:rPr lang="es-ES" smtClean="0"/>
              <a:t>01/12/2023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1EF4299-EE23-2E66-5AC2-EB5588BD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3A6F298-5171-8990-E4F7-65AB389E0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FC32-D8D7-45E9-BFDF-09C47A8AED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2773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B51D75E-7EBE-2A7F-B740-CD9BC4A6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91600-ECB6-4E67-A752-6AA7B9587320}" type="datetimeFigureOut">
              <a:rPr lang="es-ES" smtClean="0"/>
              <a:t>01/12/2023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0F65DCC-8B4C-7D1C-129C-18A7CC1E5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CA2A2D-6E7A-0327-8CD2-D2C9BE51C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FC32-D8D7-45E9-BFDF-09C47A8AED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451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74587E-530F-01DD-3579-7FC5A24F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2A821C-D27B-C5EE-27E0-4DC566058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6912D3-65E1-5221-198A-03B5710F7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58D38B-7665-0A71-8A80-ADBF55367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91600-ECB6-4E67-A752-6AA7B9587320}" type="datetimeFigureOut">
              <a:rPr lang="es-ES" smtClean="0"/>
              <a:t>01/12/2023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C9ABFD-D9FE-70ED-9730-5B2DFDB1D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A4CE4F-94D0-76CE-C4A7-99965D6E9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FC32-D8D7-45E9-BFDF-09C47A8AED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6826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7497E-C5CC-C7EC-F753-B6159B16C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41625F6-6429-0EE3-5240-46CA8191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243BB6-0D00-4525-1D8A-41BE837BC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9B344E-1B63-20A6-F561-B9E673379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91600-ECB6-4E67-A752-6AA7B9587320}" type="datetimeFigureOut">
              <a:rPr lang="es-ES" smtClean="0"/>
              <a:t>01/12/2023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8F38C6-2BF7-7897-01CC-D6B5E2094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1F614F-77CF-9341-9EE6-9F12A0CD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FC32-D8D7-45E9-BFDF-09C47A8AED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8406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5CF79-541E-8AA1-BAD0-5E1FCBAB1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70359CE-D108-8AE9-886D-14014DBBF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B77158-3688-6096-91ED-51452B2C8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91600-ECB6-4E67-A752-6AA7B9587320}" type="datetimeFigureOut">
              <a:rPr lang="es-ES" smtClean="0"/>
              <a:t>01/12/2023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34586C-A95B-571D-3880-6AD9AC905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33599D-6754-340C-7BCC-F12683491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FC32-D8D7-45E9-BFDF-09C47A8AED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3835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FA402A-4400-7BC2-181F-E36457177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6AC182-53EC-954A-1A96-D251C8E0E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0ED4FD-AF06-1EE8-B45B-0015B1157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91600-ECB6-4E67-A752-6AA7B9587320}" type="datetimeFigureOut">
              <a:rPr lang="es-ES" smtClean="0"/>
              <a:t>01/12/2023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CFE906-F171-1DB1-ABF3-C2112D1DD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46BB7A-7BEE-89BF-E552-50764B05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3FC32-D8D7-45E9-BFDF-09C47A8AED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2507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60539" y="798056"/>
            <a:ext cx="10870923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934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F397C2-D804-9F62-FF20-DEC010490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9AA4BD-2292-B12E-9CE9-726C78CF6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703C7A-21A2-DB97-10AA-FFBAFB430B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91600-ECB6-4E67-A752-6AA7B9587320}" type="datetimeFigureOut">
              <a:rPr lang="es-ES" smtClean="0"/>
              <a:t>01/12/2023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28106E-2740-0337-B1CB-CBC3BF77A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61F71A-B623-D4C5-714F-D68F998A4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3FC32-D8D7-45E9-BFDF-09C47A8AED2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8693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hyperlink" Target="https://www.lucidchart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www.lucidchart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C87F25-A9F8-0F9F-BE89-88F526C7A3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UNIDAD 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2D7197-A3A2-BAF8-B1F2-1DF1B71533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DIAGRAMAS DE FLUJO</a:t>
            </a:r>
          </a:p>
        </p:txBody>
      </p:sp>
    </p:spTree>
    <p:extLst>
      <p:ext uri="{BB962C8B-B14F-4D97-AF65-F5344CB8AC3E}">
        <p14:creationId xmlns:p14="http://schemas.microsoft.com/office/powerpoint/2010/main" val="3530903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805114" y="1673225"/>
            <a:ext cx="8564880" cy="4693920"/>
            <a:chOff x="668464" y="1673225"/>
            <a:chExt cx="8564880" cy="4693920"/>
          </a:xfrm>
        </p:grpSpPr>
        <p:sp>
          <p:nvSpPr>
            <p:cNvPr id="4" name="object 4"/>
            <p:cNvSpPr/>
            <p:nvPr/>
          </p:nvSpPr>
          <p:spPr>
            <a:xfrm>
              <a:off x="681481" y="1686242"/>
              <a:ext cx="8538845" cy="4667885"/>
            </a:xfrm>
            <a:custGeom>
              <a:avLst/>
              <a:gdLst/>
              <a:ahLst/>
              <a:cxnLst/>
              <a:rect l="l" t="t" r="r" b="b"/>
              <a:pathLst>
                <a:path w="8538845" h="4667885">
                  <a:moveTo>
                    <a:pt x="7760157" y="0"/>
                  </a:moveTo>
                  <a:lnTo>
                    <a:pt x="778319" y="0"/>
                  </a:lnTo>
                  <a:lnTo>
                    <a:pt x="730796" y="1079"/>
                  </a:lnTo>
                  <a:lnTo>
                    <a:pt x="683996" y="5397"/>
                  </a:lnTo>
                  <a:lnTo>
                    <a:pt x="638276" y="12242"/>
                  </a:lnTo>
                  <a:lnTo>
                    <a:pt x="593280" y="21958"/>
                  </a:lnTo>
                  <a:lnTo>
                    <a:pt x="549363" y="33832"/>
                  </a:lnTo>
                  <a:lnTo>
                    <a:pt x="506514" y="48602"/>
                  </a:lnTo>
                  <a:lnTo>
                    <a:pt x="464756" y="65519"/>
                  </a:lnTo>
                  <a:lnTo>
                    <a:pt x="424434" y="84594"/>
                  </a:lnTo>
                  <a:lnTo>
                    <a:pt x="385203" y="106197"/>
                  </a:lnTo>
                  <a:lnTo>
                    <a:pt x="347764" y="129603"/>
                  </a:lnTo>
                  <a:lnTo>
                    <a:pt x="311404" y="155155"/>
                  </a:lnTo>
                  <a:lnTo>
                    <a:pt x="276834" y="182880"/>
                  </a:lnTo>
                  <a:lnTo>
                    <a:pt x="243712" y="212394"/>
                  </a:lnTo>
                  <a:lnTo>
                    <a:pt x="212394" y="243357"/>
                  </a:lnTo>
                  <a:lnTo>
                    <a:pt x="182880" y="276479"/>
                  </a:lnTo>
                  <a:lnTo>
                    <a:pt x="155155" y="311035"/>
                  </a:lnTo>
                  <a:lnTo>
                    <a:pt x="129603" y="347395"/>
                  </a:lnTo>
                  <a:lnTo>
                    <a:pt x="106197" y="385203"/>
                  </a:lnTo>
                  <a:lnTo>
                    <a:pt x="84594" y="424078"/>
                  </a:lnTo>
                  <a:lnTo>
                    <a:pt x="65519" y="464756"/>
                  </a:lnTo>
                  <a:lnTo>
                    <a:pt x="48602" y="506158"/>
                  </a:lnTo>
                  <a:lnTo>
                    <a:pt x="33832" y="548995"/>
                  </a:lnTo>
                  <a:lnTo>
                    <a:pt x="21958" y="592912"/>
                  </a:lnTo>
                  <a:lnTo>
                    <a:pt x="12242" y="637921"/>
                  </a:lnTo>
                  <a:lnTo>
                    <a:pt x="5397" y="683641"/>
                  </a:lnTo>
                  <a:lnTo>
                    <a:pt x="1079" y="730440"/>
                  </a:lnTo>
                  <a:lnTo>
                    <a:pt x="0" y="777595"/>
                  </a:lnTo>
                  <a:lnTo>
                    <a:pt x="0" y="3889438"/>
                  </a:lnTo>
                  <a:lnTo>
                    <a:pt x="1079" y="3936961"/>
                  </a:lnTo>
                  <a:lnTo>
                    <a:pt x="5397" y="3983761"/>
                  </a:lnTo>
                  <a:lnTo>
                    <a:pt x="12242" y="4029481"/>
                  </a:lnTo>
                  <a:lnTo>
                    <a:pt x="21958" y="4074477"/>
                  </a:lnTo>
                  <a:lnTo>
                    <a:pt x="33832" y="4118394"/>
                  </a:lnTo>
                  <a:lnTo>
                    <a:pt x="48602" y="4160875"/>
                  </a:lnTo>
                  <a:lnTo>
                    <a:pt x="65519" y="4202633"/>
                  </a:lnTo>
                  <a:lnTo>
                    <a:pt x="84594" y="4243311"/>
                  </a:lnTo>
                  <a:lnTo>
                    <a:pt x="106197" y="4282198"/>
                  </a:lnTo>
                  <a:lnTo>
                    <a:pt x="129603" y="4319993"/>
                  </a:lnTo>
                  <a:lnTo>
                    <a:pt x="155155" y="4355998"/>
                  </a:lnTo>
                  <a:lnTo>
                    <a:pt x="182880" y="4390923"/>
                  </a:lnTo>
                  <a:lnTo>
                    <a:pt x="212394" y="4423676"/>
                  </a:lnTo>
                  <a:lnTo>
                    <a:pt x="243712" y="4454994"/>
                  </a:lnTo>
                  <a:lnTo>
                    <a:pt x="276834" y="4484522"/>
                  </a:lnTo>
                  <a:lnTo>
                    <a:pt x="311404" y="4512233"/>
                  </a:lnTo>
                  <a:lnTo>
                    <a:pt x="347764" y="4537798"/>
                  </a:lnTo>
                  <a:lnTo>
                    <a:pt x="385203" y="4561192"/>
                  </a:lnTo>
                  <a:lnTo>
                    <a:pt x="424434" y="4582795"/>
                  </a:lnTo>
                  <a:lnTo>
                    <a:pt x="464756" y="4601883"/>
                  </a:lnTo>
                  <a:lnTo>
                    <a:pt x="506514" y="4618799"/>
                  </a:lnTo>
                  <a:lnTo>
                    <a:pt x="549363" y="4633556"/>
                  </a:lnTo>
                  <a:lnTo>
                    <a:pt x="593280" y="4645431"/>
                  </a:lnTo>
                  <a:lnTo>
                    <a:pt x="638276" y="4655159"/>
                  </a:lnTo>
                  <a:lnTo>
                    <a:pt x="683996" y="4661992"/>
                  </a:lnTo>
                  <a:lnTo>
                    <a:pt x="730796" y="4665954"/>
                  </a:lnTo>
                  <a:lnTo>
                    <a:pt x="778319" y="4667402"/>
                  </a:lnTo>
                  <a:lnTo>
                    <a:pt x="7760157" y="4667402"/>
                  </a:lnTo>
                  <a:lnTo>
                    <a:pt x="7807680" y="4665954"/>
                  </a:lnTo>
                  <a:lnTo>
                    <a:pt x="7854480" y="4661992"/>
                  </a:lnTo>
                  <a:lnTo>
                    <a:pt x="7900200" y="4655159"/>
                  </a:lnTo>
                  <a:lnTo>
                    <a:pt x="7945196" y="4645431"/>
                  </a:lnTo>
                  <a:lnTo>
                    <a:pt x="7989112" y="4633556"/>
                  </a:lnTo>
                  <a:lnTo>
                    <a:pt x="8031962" y="4618799"/>
                  </a:lnTo>
                  <a:lnTo>
                    <a:pt x="8073720" y="4601883"/>
                  </a:lnTo>
                  <a:lnTo>
                    <a:pt x="8114042" y="4582795"/>
                  </a:lnTo>
                  <a:lnTo>
                    <a:pt x="8153273" y="4561192"/>
                  </a:lnTo>
                  <a:lnTo>
                    <a:pt x="8190712" y="4537798"/>
                  </a:lnTo>
                  <a:lnTo>
                    <a:pt x="8227072" y="4512233"/>
                  </a:lnTo>
                  <a:lnTo>
                    <a:pt x="8261642" y="4484522"/>
                  </a:lnTo>
                  <a:lnTo>
                    <a:pt x="8294763" y="4454994"/>
                  </a:lnTo>
                  <a:lnTo>
                    <a:pt x="8326081" y="4423676"/>
                  </a:lnTo>
                  <a:lnTo>
                    <a:pt x="8355596" y="4390923"/>
                  </a:lnTo>
                  <a:lnTo>
                    <a:pt x="8383320" y="4355998"/>
                  </a:lnTo>
                  <a:lnTo>
                    <a:pt x="8408873" y="4319993"/>
                  </a:lnTo>
                  <a:lnTo>
                    <a:pt x="8432279" y="4282198"/>
                  </a:lnTo>
                  <a:lnTo>
                    <a:pt x="8453882" y="4243311"/>
                  </a:lnTo>
                  <a:lnTo>
                    <a:pt x="8472957" y="4202633"/>
                  </a:lnTo>
                  <a:lnTo>
                    <a:pt x="8489873" y="4160875"/>
                  </a:lnTo>
                  <a:lnTo>
                    <a:pt x="8504643" y="4118394"/>
                  </a:lnTo>
                  <a:lnTo>
                    <a:pt x="8516518" y="4074477"/>
                  </a:lnTo>
                  <a:lnTo>
                    <a:pt x="8526233" y="4029481"/>
                  </a:lnTo>
                  <a:lnTo>
                    <a:pt x="8533079" y="3983761"/>
                  </a:lnTo>
                  <a:lnTo>
                    <a:pt x="8537041" y="3936961"/>
                  </a:lnTo>
                  <a:lnTo>
                    <a:pt x="8538476" y="3889438"/>
                  </a:lnTo>
                  <a:lnTo>
                    <a:pt x="8538476" y="777595"/>
                  </a:lnTo>
                  <a:lnTo>
                    <a:pt x="8537041" y="730440"/>
                  </a:lnTo>
                  <a:lnTo>
                    <a:pt x="8533079" y="683641"/>
                  </a:lnTo>
                  <a:lnTo>
                    <a:pt x="8526233" y="637921"/>
                  </a:lnTo>
                  <a:lnTo>
                    <a:pt x="8516518" y="592912"/>
                  </a:lnTo>
                  <a:lnTo>
                    <a:pt x="8504643" y="548995"/>
                  </a:lnTo>
                  <a:lnTo>
                    <a:pt x="8489873" y="506158"/>
                  </a:lnTo>
                  <a:lnTo>
                    <a:pt x="8472957" y="464756"/>
                  </a:lnTo>
                  <a:lnTo>
                    <a:pt x="8453882" y="424078"/>
                  </a:lnTo>
                  <a:lnTo>
                    <a:pt x="8432279" y="385203"/>
                  </a:lnTo>
                  <a:lnTo>
                    <a:pt x="8408873" y="347395"/>
                  </a:lnTo>
                  <a:lnTo>
                    <a:pt x="8383320" y="311035"/>
                  </a:lnTo>
                  <a:lnTo>
                    <a:pt x="8355596" y="276479"/>
                  </a:lnTo>
                  <a:lnTo>
                    <a:pt x="8326081" y="243357"/>
                  </a:lnTo>
                  <a:lnTo>
                    <a:pt x="8294763" y="212394"/>
                  </a:lnTo>
                  <a:lnTo>
                    <a:pt x="8261642" y="182880"/>
                  </a:lnTo>
                  <a:lnTo>
                    <a:pt x="8227072" y="155155"/>
                  </a:lnTo>
                  <a:lnTo>
                    <a:pt x="8190712" y="129603"/>
                  </a:lnTo>
                  <a:lnTo>
                    <a:pt x="8153273" y="106197"/>
                  </a:lnTo>
                  <a:lnTo>
                    <a:pt x="8114042" y="84594"/>
                  </a:lnTo>
                  <a:lnTo>
                    <a:pt x="8073720" y="65519"/>
                  </a:lnTo>
                  <a:lnTo>
                    <a:pt x="8031962" y="48602"/>
                  </a:lnTo>
                  <a:lnTo>
                    <a:pt x="7989112" y="33832"/>
                  </a:lnTo>
                  <a:lnTo>
                    <a:pt x="7945196" y="21958"/>
                  </a:lnTo>
                  <a:lnTo>
                    <a:pt x="7900200" y="12242"/>
                  </a:lnTo>
                  <a:lnTo>
                    <a:pt x="7854480" y="5397"/>
                  </a:lnTo>
                  <a:lnTo>
                    <a:pt x="7807680" y="1079"/>
                  </a:lnTo>
                  <a:lnTo>
                    <a:pt x="7760157" y="0"/>
                  </a:lnTo>
                  <a:close/>
                </a:path>
              </a:pathLst>
            </a:custGeom>
            <a:solidFill>
              <a:srgbClr val="006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1481" y="1686242"/>
              <a:ext cx="8538845" cy="4667885"/>
            </a:xfrm>
            <a:custGeom>
              <a:avLst/>
              <a:gdLst/>
              <a:ahLst/>
              <a:cxnLst/>
              <a:rect l="l" t="t" r="r" b="b"/>
              <a:pathLst>
                <a:path w="8538845" h="4667885">
                  <a:moveTo>
                    <a:pt x="0" y="777595"/>
                  </a:moveTo>
                  <a:lnTo>
                    <a:pt x="1079" y="730440"/>
                  </a:lnTo>
                  <a:lnTo>
                    <a:pt x="5397" y="683641"/>
                  </a:lnTo>
                  <a:lnTo>
                    <a:pt x="12242" y="637921"/>
                  </a:lnTo>
                  <a:lnTo>
                    <a:pt x="21958" y="592912"/>
                  </a:lnTo>
                  <a:lnTo>
                    <a:pt x="33832" y="548995"/>
                  </a:lnTo>
                  <a:lnTo>
                    <a:pt x="48602" y="506158"/>
                  </a:lnTo>
                  <a:lnTo>
                    <a:pt x="65519" y="464756"/>
                  </a:lnTo>
                  <a:lnTo>
                    <a:pt x="84594" y="424078"/>
                  </a:lnTo>
                  <a:lnTo>
                    <a:pt x="106197" y="385203"/>
                  </a:lnTo>
                  <a:lnTo>
                    <a:pt x="129603" y="347395"/>
                  </a:lnTo>
                  <a:lnTo>
                    <a:pt x="155155" y="311035"/>
                  </a:lnTo>
                  <a:lnTo>
                    <a:pt x="182880" y="276479"/>
                  </a:lnTo>
                  <a:lnTo>
                    <a:pt x="212394" y="243357"/>
                  </a:lnTo>
                  <a:lnTo>
                    <a:pt x="243712" y="212394"/>
                  </a:lnTo>
                  <a:lnTo>
                    <a:pt x="276834" y="182880"/>
                  </a:lnTo>
                  <a:lnTo>
                    <a:pt x="311404" y="155155"/>
                  </a:lnTo>
                  <a:lnTo>
                    <a:pt x="347764" y="129603"/>
                  </a:lnTo>
                  <a:lnTo>
                    <a:pt x="385203" y="106197"/>
                  </a:lnTo>
                  <a:lnTo>
                    <a:pt x="424434" y="84594"/>
                  </a:lnTo>
                  <a:lnTo>
                    <a:pt x="464756" y="65519"/>
                  </a:lnTo>
                  <a:lnTo>
                    <a:pt x="506514" y="48602"/>
                  </a:lnTo>
                  <a:lnTo>
                    <a:pt x="549363" y="33832"/>
                  </a:lnTo>
                  <a:lnTo>
                    <a:pt x="593280" y="21958"/>
                  </a:lnTo>
                  <a:lnTo>
                    <a:pt x="638276" y="12242"/>
                  </a:lnTo>
                  <a:lnTo>
                    <a:pt x="683996" y="5397"/>
                  </a:lnTo>
                  <a:lnTo>
                    <a:pt x="730796" y="1079"/>
                  </a:lnTo>
                  <a:lnTo>
                    <a:pt x="778319" y="0"/>
                  </a:lnTo>
                  <a:lnTo>
                    <a:pt x="7760157" y="0"/>
                  </a:lnTo>
                  <a:lnTo>
                    <a:pt x="7807680" y="1079"/>
                  </a:lnTo>
                  <a:lnTo>
                    <a:pt x="7854480" y="5397"/>
                  </a:lnTo>
                  <a:lnTo>
                    <a:pt x="7900200" y="12242"/>
                  </a:lnTo>
                  <a:lnTo>
                    <a:pt x="7945196" y="21958"/>
                  </a:lnTo>
                  <a:lnTo>
                    <a:pt x="7989112" y="33832"/>
                  </a:lnTo>
                  <a:lnTo>
                    <a:pt x="8031962" y="48602"/>
                  </a:lnTo>
                  <a:lnTo>
                    <a:pt x="8073720" y="65519"/>
                  </a:lnTo>
                  <a:lnTo>
                    <a:pt x="8114042" y="84594"/>
                  </a:lnTo>
                  <a:lnTo>
                    <a:pt x="8153273" y="106197"/>
                  </a:lnTo>
                  <a:lnTo>
                    <a:pt x="8190712" y="129603"/>
                  </a:lnTo>
                  <a:lnTo>
                    <a:pt x="8227072" y="155155"/>
                  </a:lnTo>
                  <a:lnTo>
                    <a:pt x="8261642" y="182880"/>
                  </a:lnTo>
                  <a:lnTo>
                    <a:pt x="8294763" y="212394"/>
                  </a:lnTo>
                  <a:lnTo>
                    <a:pt x="8326081" y="243357"/>
                  </a:lnTo>
                  <a:lnTo>
                    <a:pt x="8355596" y="276479"/>
                  </a:lnTo>
                  <a:lnTo>
                    <a:pt x="8383320" y="311035"/>
                  </a:lnTo>
                  <a:lnTo>
                    <a:pt x="8408873" y="347395"/>
                  </a:lnTo>
                  <a:lnTo>
                    <a:pt x="8432279" y="385203"/>
                  </a:lnTo>
                  <a:lnTo>
                    <a:pt x="8453882" y="424078"/>
                  </a:lnTo>
                  <a:lnTo>
                    <a:pt x="8472957" y="464756"/>
                  </a:lnTo>
                  <a:lnTo>
                    <a:pt x="8489873" y="506158"/>
                  </a:lnTo>
                  <a:lnTo>
                    <a:pt x="8504643" y="548995"/>
                  </a:lnTo>
                  <a:lnTo>
                    <a:pt x="8516518" y="592912"/>
                  </a:lnTo>
                  <a:lnTo>
                    <a:pt x="8526233" y="637921"/>
                  </a:lnTo>
                  <a:lnTo>
                    <a:pt x="8533079" y="683641"/>
                  </a:lnTo>
                  <a:lnTo>
                    <a:pt x="8537041" y="730440"/>
                  </a:lnTo>
                  <a:lnTo>
                    <a:pt x="8538476" y="777595"/>
                  </a:lnTo>
                  <a:lnTo>
                    <a:pt x="8538476" y="3889438"/>
                  </a:lnTo>
                  <a:lnTo>
                    <a:pt x="8537041" y="3936961"/>
                  </a:lnTo>
                  <a:lnTo>
                    <a:pt x="8533079" y="3983761"/>
                  </a:lnTo>
                  <a:lnTo>
                    <a:pt x="8526233" y="4029481"/>
                  </a:lnTo>
                  <a:lnTo>
                    <a:pt x="8516518" y="4074477"/>
                  </a:lnTo>
                  <a:lnTo>
                    <a:pt x="8504643" y="4118394"/>
                  </a:lnTo>
                  <a:lnTo>
                    <a:pt x="8489873" y="4160875"/>
                  </a:lnTo>
                  <a:lnTo>
                    <a:pt x="8472957" y="4202633"/>
                  </a:lnTo>
                  <a:lnTo>
                    <a:pt x="8453882" y="4243311"/>
                  </a:lnTo>
                  <a:lnTo>
                    <a:pt x="8432279" y="4282198"/>
                  </a:lnTo>
                  <a:lnTo>
                    <a:pt x="8408873" y="4319993"/>
                  </a:lnTo>
                  <a:lnTo>
                    <a:pt x="8383320" y="4355998"/>
                  </a:lnTo>
                  <a:lnTo>
                    <a:pt x="8355596" y="4390923"/>
                  </a:lnTo>
                  <a:lnTo>
                    <a:pt x="8326081" y="4423676"/>
                  </a:lnTo>
                  <a:lnTo>
                    <a:pt x="8294763" y="4454994"/>
                  </a:lnTo>
                  <a:lnTo>
                    <a:pt x="8261642" y="4484522"/>
                  </a:lnTo>
                  <a:lnTo>
                    <a:pt x="8227072" y="4512233"/>
                  </a:lnTo>
                  <a:lnTo>
                    <a:pt x="8190712" y="4537798"/>
                  </a:lnTo>
                  <a:lnTo>
                    <a:pt x="8153273" y="4561192"/>
                  </a:lnTo>
                  <a:lnTo>
                    <a:pt x="8114042" y="4582795"/>
                  </a:lnTo>
                  <a:lnTo>
                    <a:pt x="8073720" y="4601883"/>
                  </a:lnTo>
                  <a:lnTo>
                    <a:pt x="8031962" y="4618799"/>
                  </a:lnTo>
                  <a:lnTo>
                    <a:pt x="7989112" y="4633556"/>
                  </a:lnTo>
                  <a:lnTo>
                    <a:pt x="7945196" y="4645431"/>
                  </a:lnTo>
                  <a:lnTo>
                    <a:pt x="7900200" y="4655159"/>
                  </a:lnTo>
                  <a:lnTo>
                    <a:pt x="7854480" y="4661992"/>
                  </a:lnTo>
                  <a:lnTo>
                    <a:pt x="7807680" y="4665954"/>
                  </a:lnTo>
                  <a:lnTo>
                    <a:pt x="7760157" y="4667402"/>
                  </a:lnTo>
                  <a:lnTo>
                    <a:pt x="778319" y="4667402"/>
                  </a:lnTo>
                  <a:lnTo>
                    <a:pt x="730796" y="4665954"/>
                  </a:lnTo>
                  <a:lnTo>
                    <a:pt x="683996" y="4661992"/>
                  </a:lnTo>
                  <a:lnTo>
                    <a:pt x="638276" y="4655159"/>
                  </a:lnTo>
                  <a:lnTo>
                    <a:pt x="593280" y="4645431"/>
                  </a:lnTo>
                  <a:lnTo>
                    <a:pt x="549363" y="4633556"/>
                  </a:lnTo>
                  <a:lnTo>
                    <a:pt x="506514" y="4618799"/>
                  </a:lnTo>
                  <a:lnTo>
                    <a:pt x="464756" y="4601883"/>
                  </a:lnTo>
                  <a:lnTo>
                    <a:pt x="424434" y="4582795"/>
                  </a:lnTo>
                  <a:lnTo>
                    <a:pt x="385203" y="4561192"/>
                  </a:lnTo>
                  <a:lnTo>
                    <a:pt x="347764" y="4537798"/>
                  </a:lnTo>
                  <a:lnTo>
                    <a:pt x="311404" y="4512233"/>
                  </a:lnTo>
                  <a:lnTo>
                    <a:pt x="276834" y="4484522"/>
                  </a:lnTo>
                  <a:lnTo>
                    <a:pt x="243712" y="4454994"/>
                  </a:lnTo>
                  <a:lnTo>
                    <a:pt x="212394" y="4423676"/>
                  </a:lnTo>
                  <a:lnTo>
                    <a:pt x="182880" y="4390923"/>
                  </a:lnTo>
                  <a:lnTo>
                    <a:pt x="155155" y="4355998"/>
                  </a:lnTo>
                  <a:lnTo>
                    <a:pt x="129603" y="4319993"/>
                  </a:lnTo>
                  <a:lnTo>
                    <a:pt x="106197" y="4282198"/>
                  </a:lnTo>
                  <a:lnTo>
                    <a:pt x="84594" y="4243311"/>
                  </a:lnTo>
                  <a:lnTo>
                    <a:pt x="65519" y="4202633"/>
                  </a:lnTo>
                  <a:lnTo>
                    <a:pt x="48602" y="4160875"/>
                  </a:lnTo>
                  <a:lnTo>
                    <a:pt x="33832" y="4118394"/>
                  </a:lnTo>
                  <a:lnTo>
                    <a:pt x="21958" y="4074477"/>
                  </a:lnTo>
                  <a:lnTo>
                    <a:pt x="12242" y="4029481"/>
                  </a:lnTo>
                  <a:lnTo>
                    <a:pt x="5397" y="3983761"/>
                  </a:lnTo>
                  <a:lnTo>
                    <a:pt x="1079" y="3936961"/>
                  </a:lnTo>
                  <a:lnTo>
                    <a:pt x="0" y="3889438"/>
                  </a:lnTo>
                  <a:lnTo>
                    <a:pt x="0" y="777595"/>
                  </a:lnTo>
                  <a:close/>
                </a:path>
              </a:pathLst>
            </a:custGeom>
            <a:ln w="25919">
              <a:solidFill>
                <a:srgbClr val="00A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123313" y="1807109"/>
            <a:ext cx="781939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Los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diagramas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 flujo</a:t>
            </a:r>
            <a:r>
              <a:rPr sz="24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2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30" dirty="0">
                <a:solidFill>
                  <a:srgbClr val="FFFFFF"/>
                </a:solidFill>
                <a:latin typeface="Arial"/>
                <a:cs typeface="Arial"/>
              </a:rPr>
              <a:t>(DFD’s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suelen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usarse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endParaRPr sz="2400">
              <a:latin typeface="Microsoft Sans Serif"/>
              <a:cs typeface="Microsoft Sans Serif"/>
            </a:endParaRPr>
          </a:p>
          <a:p>
            <a:pPr marL="12700" marR="476250"/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para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visualizar</a:t>
            </a:r>
            <a:r>
              <a:rPr sz="24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algoritmos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pequeños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problemas 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concretos.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Nos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puede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ayudar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escribir</a:t>
            </a:r>
            <a:r>
              <a:rPr sz="24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código</a:t>
            </a:r>
            <a:r>
              <a:rPr sz="24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que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necesitamos.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7968" y="3428632"/>
            <a:ext cx="4566958" cy="2328125"/>
          </a:xfrm>
          <a:prstGeom prst="rect">
            <a:avLst/>
          </a:prstGeom>
        </p:spPr>
      </p:pic>
      <p:pic>
        <p:nvPicPr>
          <p:cNvPr id="8" name="Picture 2" descr="CENEC">
            <a:extLst>
              <a:ext uri="{FF2B5EF4-FFF2-40B4-BE49-F238E27FC236}">
                <a16:creationId xmlns:a16="http://schemas.microsoft.com/office/drawing/2014/main" id="{E56AA8AF-F3BE-F681-2748-47A0123FF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2300" y="431864"/>
            <a:ext cx="285750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bject 2">
            <a:extLst>
              <a:ext uri="{FF2B5EF4-FFF2-40B4-BE49-F238E27FC236}">
                <a16:creationId xmlns:a16="http://schemas.microsoft.com/office/drawing/2014/main" id="{B2960B80-697F-3FFB-FD35-41042F7CE111}"/>
              </a:ext>
            </a:extLst>
          </p:cNvPr>
          <p:cNvSpPr txBox="1"/>
          <p:nvPr/>
        </p:nvSpPr>
        <p:spPr>
          <a:xfrm>
            <a:off x="1674025" y="845897"/>
            <a:ext cx="65011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spc="-80" dirty="0">
                <a:solidFill>
                  <a:srgbClr val="006699"/>
                </a:solidFill>
                <a:latin typeface="Microsoft Sans Serif"/>
                <a:cs typeface="Microsoft Sans Serif"/>
              </a:rPr>
              <a:t>Tema</a:t>
            </a:r>
            <a:r>
              <a:rPr sz="3200" spc="-15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lang="es-ES" sz="3200" dirty="0">
                <a:solidFill>
                  <a:srgbClr val="006699"/>
                </a:solidFill>
                <a:latin typeface="Microsoft Sans Serif"/>
                <a:cs typeface="Microsoft Sans Serif"/>
              </a:rPr>
              <a:t>3</a:t>
            </a:r>
            <a:r>
              <a:rPr sz="3200" spc="5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006699"/>
                </a:solidFill>
                <a:latin typeface="Microsoft Sans Serif"/>
                <a:cs typeface="Microsoft Sans Serif"/>
              </a:rPr>
              <a:t>–</a:t>
            </a:r>
            <a:r>
              <a:rPr sz="3200" spc="770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lang="es-ES" sz="3200" spc="-5" dirty="0">
                <a:solidFill>
                  <a:srgbClr val="006699"/>
                </a:solidFill>
                <a:latin typeface="Microsoft Sans Serif"/>
                <a:cs typeface="Microsoft Sans Serif"/>
              </a:rPr>
              <a:t>Diagramas de Flujo</a:t>
            </a:r>
            <a:endParaRPr sz="32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4025" y="845897"/>
            <a:ext cx="65011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spc="-80" dirty="0">
                <a:solidFill>
                  <a:srgbClr val="006699"/>
                </a:solidFill>
                <a:latin typeface="Microsoft Sans Serif"/>
                <a:cs typeface="Microsoft Sans Serif"/>
              </a:rPr>
              <a:t>Tema</a:t>
            </a:r>
            <a:r>
              <a:rPr sz="3200" spc="-15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lang="es-ES" sz="3200" dirty="0">
                <a:solidFill>
                  <a:srgbClr val="006699"/>
                </a:solidFill>
                <a:latin typeface="Microsoft Sans Serif"/>
                <a:cs typeface="Microsoft Sans Serif"/>
              </a:rPr>
              <a:t>3</a:t>
            </a:r>
            <a:r>
              <a:rPr sz="3200" spc="5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sz="3200" dirty="0">
                <a:solidFill>
                  <a:srgbClr val="006699"/>
                </a:solidFill>
                <a:latin typeface="Microsoft Sans Serif"/>
                <a:cs typeface="Microsoft Sans Serif"/>
              </a:rPr>
              <a:t>–</a:t>
            </a:r>
            <a:r>
              <a:rPr sz="3200" spc="770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lang="es-ES" sz="3200" spc="-5" dirty="0">
                <a:solidFill>
                  <a:srgbClr val="006699"/>
                </a:solidFill>
                <a:latin typeface="Microsoft Sans Serif"/>
                <a:cs typeface="Microsoft Sans Serif"/>
              </a:rPr>
              <a:t>Diagramas de Flujo</a:t>
            </a:r>
            <a:endParaRPr sz="3200" dirty="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43277" y="1606981"/>
            <a:ext cx="8564880" cy="4693920"/>
            <a:chOff x="706627" y="1606981"/>
            <a:chExt cx="8564880" cy="4693920"/>
          </a:xfrm>
        </p:grpSpPr>
        <p:sp>
          <p:nvSpPr>
            <p:cNvPr id="4" name="object 4"/>
            <p:cNvSpPr/>
            <p:nvPr/>
          </p:nvSpPr>
          <p:spPr>
            <a:xfrm>
              <a:off x="719645" y="1619999"/>
              <a:ext cx="8538845" cy="4667885"/>
            </a:xfrm>
            <a:custGeom>
              <a:avLst/>
              <a:gdLst/>
              <a:ahLst/>
              <a:cxnLst/>
              <a:rect l="l" t="t" r="r" b="b"/>
              <a:pathLst>
                <a:path w="8538845" h="4667885">
                  <a:moveTo>
                    <a:pt x="7760157" y="0"/>
                  </a:moveTo>
                  <a:lnTo>
                    <a:pt x="778319" y="0"/>
                  </a:lnTo>
                  <a:lnTo>
                    <a:pt x="730796" y="1079"/>
                  </a:lnTo>
                  <a:lnTo>
                    <a:pt x="683996" y="5397"/>
                  </a:lnTo>
                  <a:lnTo>
                    <a:pt x="638276" y="12242"/>
                  </a:lnTo>
                  <a:lnTo>
                    <a:pt x="593280" y="21958"/>
                  </a:lnTo>
                  <a:lnTo>
                    <a:pt x="549351" y="33845"/>
                  </a:lnTo>
                  <a:lnTo>
                    <a:pt x="506514" y="48602"/>
                  </a:lnTo>
                  <a:lnTo>
                    <a:pt x="464756" y="65519"/>
                  </a:lnTo>
                  <a:lnTo>
                    <a:pt x="424433" y="84594"/>
                  </a:lnTo>
                  <a:lnTo>
                    <a:pt x="385191" y="106197"/>
                  </a:lnTo>
                  <a:lnTo>
                    <a:pt x="347751" y="129603"/>
                  </a:lnTo>
                  <a:lnTo>
                    <a:pt x="311391" y="155155"/>
                  </a:lnTo>
                  <a:lnTo>
                    <a:pt x="276834" y="182879"/>
                  </a:lnTo>
                  <a:lnTo>
                    <a:pt x="243713" y="212394"/>
                  </a:lnTo>
                  <a:lnTo>
                    <a:pt x="212394" y="243357"/>
                  </a:lnTo>
                  <a:lnTo>
                    <a:pt x="182879" y="276478"/>
                  </a:lnTo>
                  <a:lnTo>
                    <a:pt x="155155" y="311035"/>
                  </a:lnTo>
                  <a:lnTo>
                    <a:pt x="129590" y="347395"/>
                  </a:lnTo>
                  <a:lnTo>
                    <a:pt x="106197" y="385203"/>
                  </a:lnTo>
                  <a:lnTo>
                    <a:pt x="84594" y="424078"/>
                  </a:lnTo>
                  <a:lnTo>
                    <a:pt x="65519" y="464756"/>
                  </a:lnTo>
                  <a:lnTo>
                    <a:pt x="48590" y="506158"/>
                  </a:lnTo>
                  <a:lnTo>
                    <a:pt x="33832" y="548995"/>
                  </a:lnTo>
                  <a:lnTo>
                    <a:pt x="21958" y="592924"/>
                  </a:lnTo>
                  <a:lnTo>
                    <a:pt x="12230" y="637920"/>
                  </a:lnTo>
                  <a:lnTo>
                    <a:pt x="5397" y="683640"/>
                  </a:lnTo>
                  <a:lnTo>
                    <a:pt x="1079" y="730440"/>
                  </a:lnTo>
                  <a:lnTo>
                    <a:pt x="0" y="777595"/>
                  </a:lnTo>
                  <a:lnTo>
                    <a:pt x="0" y="3889438"/>
                  </a:lnTo>
                  <a:lnTo>
                    <a:pt x="1079" y="3936961"/>
                  </a:lnTo>
                  <a:lnTo>
                    <a:pt x="5397" y="3983761"/>
                  </a:lnTo>
                  <a:lnTo>
                    <a:pt x="12230" y="4029481"/>
                  </a:lnTo>
                  <a:lnTo>
                    <a:pt x="21958" y="4074477"/>
                  </a:lnTo>
                  <a:lnTo>
                    <a:pt x="33832" y="4118406"/>
                  </a:lnTo>
                  <a:lnTo>
                    <a:pt x="48590" y="4160875"/>
                  </a:lnTo>
                  <a:lnTo>
                    <a:pt x="65519" y="4202645"/>
                  </a:lnTo>
                  <a:lnTo>
                    <a:pt x="84594" y="4243324"/>
                  </a:lnTo>
                  <a:lnTo>
                    <a:pt x="106197" y="4282198"/>
                  </a:lnTo>
                  <a:lnTo>
                    <a:pt x="129590" y="4320006"/>
                  </a:lnTo>
                  <a:lnTo>
                    <a:pt x="155155" y="4355998"/>
                  </a:lnTo>
                  <a:lnTo>
                    <a:pt x="182879" y="4390923"/>
                  </a:lnTo>
                  <a:lnTo>
                    <a:pt x="212394" y="4423676"/>
                  </a:lnTo>
                  <a:lnTo>
                    <a:pt x="243713" y="4454994"/>
                  </a:lnTo>
                  <a:lnTo>
                    <a:pt x="276834" y="4484522"/>
                  </a:lnTo>
                  <a:lnTo>
                    <a:pt x="311391" y="4512246"/>
                  </a:lnTo>
                  <a:lnTo>
                    <a:pt x="347751" y="4537798"/>
                  </a:lnTo>
                  <a:lnTo>
                    <a:pt x="385191" y="4561205"/>
                  </a:lnTo>
                  <a:lnTo>
                    <a:pt x="424433" y="4582795"/>
                  </a:lnTo>
                  <a:lnTo>
                    <a:pt x="464756" y="4601883"/>
                  </a:lnTo>
                  <a:lnTo>
                    <a:pt x="506514" y="4618799"/>
                  </a:lnTo>
                  <a:lnTo>
                    <a:pt x="549351" y="4633556"/>
                  </a:lnTo>
                  <a:lnTo>
                    <a:pt x="593280" y="4645444"/>
                  </a:lnTo>
                  <a:lnTo>
                    <a:pt x="638276" y="4655159"/>
                  </a:lnTo>
                  <a:lnTo>
                    <a:pt x="683996" y="4662004"/>
                  </a:lnTo>
                  <a:lnTo>
                    <a:pt x="730796" y="4665954"/>
                  </a:lnTo>
                  <a:lnTo>
                    <a:pt x="778319" y="4667402"/>
                  </a:lnTo>
                  <a:lnTo>
                    <a:pt x="7760157" y="4667402"/>
                  </a:lnTo>
                  <a:lnTo>
                    <a:pt x="7807680" y="4665954"/>
                  </a:lnTo>
                  <a:lnTo>
                    <a:pt x="7854480" y="4662004"/>
                  </a:lnTo>
                  <a:lnTo>
                    <a:pt x="7900200" y="4655159"/>
                  </a:lnTo>
                  <a:lnTo>
                    <a:pt x="7945196" y="4645444"/>
                  </a:lnTo>
                  <a:lnTo>
                    <a:pt x="7989112" y="4633556"/>
                  </a:lnTo>
                  <a:lnTo>
                    <a:pt x="8031949" y="4618799"/>
                  </a:lnTo>
                  <a:lnTo>
                    <a:pt x="8073720" y="4601883"/>
                  </a:lnTo>
                  <a:lnTo>
                    <a:pt x="8114030" y="4582795"/>
                  </a:lnTo>
                  <a:lnTo>
                    <a:pt x="8153273" y="4561205"/>
                  </a:lnTo>
                  <a:lnTo>
                    <a:pt x="8190712" y="4537798"/>
                  </a:lnTo>
                  <a:lnTo>
                    <a:pt x="8227072" y="4512246"/>
                  </a:lnTo>
                  <a:lnTo>
                    <a:pt x="8261629" y="4484522"/>
                  </a:lnTo>
                  <a:lnTo>
                    <a:pt x="8294751" y="4454994"/>
                  </a:lnTo>
                  <a:lnTo>
                    <a:pt x="8326069" y="4423676"/>
                  </a:lnTo>
                  <a:lnTo>
                    <a:pt x="8355596" y="4390923"/>
                  </a:lnTo>
                  <a:lnTo>
                    <a:pt x="8383320" y="4355998"/>
                  </a:lnTo>
                  <a:lnTo>
                    <a:pt x="8408873" y="4320006"/>
                  </a:lnTo>
                  <a:lnTo>
                    <a:pt x="8432279" y="4282198"/>
                  </a:lnTo>
                  <a:lnTo>
                    <a:pt x="8453869" y="4243324"/>
                  </a:lnTo>
                  <a:lnTo>
                    <a:pt x="8472957" y="4202645"/>
                  </a:lnTo>
                  <a:lnTo>
                    <a:pt x="8489873" y="4160875"/>
                  </a:lnTo>
                  <a:lnTo>
                    <a:pt x="8504631" y="4118406"/>
                  </a:lnTo>
                  <a:lnTo>
                    <a:pt x="8516518" y="4074477"/>
                  </a:lnTo>
                  <a:lnTo>
                    <a:pt x="8526233" y="4029481"/>
                  </a:lnTo>
                  <a:lnTo>
                    <a:pt x="8533079" y="3983761"/>
                  </a:lnTo>
                  <a:lnTo>
                    <a:pt x="8537028" y="3936961"/>
                  </a:lnTo>
                  <a:lnTo>
                    <a:pt x="8538476" y="3889438"/>
                  </a:lnTo>
                  <a:lnTo>
                    <a:pt x="8538476" y="777595"/>
                  </a:lnTo>
                  <a:lnTo>
                    <a:pt x="8537028" y="730440"/>
                  </a:lnTo>
                  <a:lnTo>
                    <a:pt x="8533079" y="683640"/>
                  </a:lnTo>
                  <a:lnTo>
                    <a:pt x="8526233" y="637920"/>
                  </a:lnTo>
                  <a:lnTo>
                    <a:pt x="8516518" y="592924"/>
                  </a:lnTo>
                  <a:lnTo>
                    <a:pt x="8504631" y="548995"/>
                  </a:lnTo>
                  <a:lnTo>
                    <a:pt x="8489873" y="506158"/>
                  </a:lnTo>
                  <a:lnTo>
                    <a:pt x="8472957" y="464756"/>
                  </a:lnTo>
                  <a:lnTo>
                    <a:pt x="8453869" y="424078"/>
                  </a:lnTo>
                  <a:lnTo>
                    <a:pt x="8432279" y="385203"/>
                  </a:lnTo>
                  <a:lnTo>
                    <a:pt x="8408873" y="347395"/>
                  </a:lnTo>
                  <a:lnTo>
                    <a:pt x="8383320" y="311035"/>
                  </a:lnTo>
                  <a:lnTo>
                    <a:pt x="8355596" y="276478"/>
                  </a:lnTo>
                  <a:lnTo>
                    <a:pt x="8326069" y="243357"/>
                  </a:lnTo>
                  <a:lnTo>
                    <a:pt x="8294751" y="212394"/>
                  </a:lnTo>
                  <a:lnTo>
                    <a:pt x="8261629" y="182879"/>
                  </a:lnTo>
                  <a:lnTo>
                    <a:pt x="8227072" y="155155"/>
                  </a:lnTo>
                  <a:lnTo>
                    <a:pt x="8190712" y="129603"/>
                  </a:lnTo>
                  <a:lnTo>
                    <a:pt x="8153273" y="106197"/>
                  </a:lnTo>
                  <a:lnTo>
                    <a:pt x="8114030" y="84594"/>
                  </a:lnTo>
                  <a:lnTo>
                    <a:pt x="8073720" y="65519"/>
                  </a:lnTo>
                  <a:lnTo>
                    <a:pt x="8031949" y="48602"/>
                  </a:lnTo>
                  <a:lnTo>
                    <a:pt x="7989112" y="33845"/>
                  </a:lnTo>
                  <a:lnTo>
                    <a:pt x="7945196" y="21958"/>
                  </a:lnTo>
                  <a:lnTo>
                    <a:pt x="7900200" y="12242"/>
                  </a:lnTo>
                  <a:lnTo>
                    <a:pt x="7854480" y="5397"/>
                  </a:lnTo>
                  <a:lnTo>
                    <a:pt x="7807680" y="1079"/>
                  </a:lnTo>
                  <a:lnTo>
                    <a:pt x="7760157" y="0"/>
                  </a:lnTo>
                  <a:close/>
                </a:path>
              </a:pathLst>
            </a:custGeom>
            <a:solidFill>
              <a:srgbClr val="006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9645" y="1619999"/>
              <a:ext cx="8538845" cy="4667885"/>
            </a:xfrm>
            <a:custGeom>
              <a:avLst/>
              <a:gdLst/>
              <a:ahLst/>
              <a:cxnLst/>
              <a:rect l="l" t="t" r="r" b="b"/>
              <a:pathLst>
                <a:path w="8538845" h="4667885">
                  <a:moveTo>
                    <a:pt x="0" y="777595"/>
                  </a:moveTo>
                  <a:lnTo>
                    <a:pt x="1079" y="730440"/>
                  </a:lnTo>
                  <a:lnTo>
                    <a:pt x="5397" y="683640"/>
                  </a:lnTo>
                  <a:lnTo>
                    <a:pt x="12230" y="637920"/>
                  </a:lnTo>
                  <a:lnTo>
                    <a:pt x="21958" y="592924"/>
                  </a:lnTo>
                  <a:lnTo>
                    <a:pt x="33832" y="548995"/>
                  </a:lnTo>
                  <a:lnTo>
                    <a:pt x="48590" y="506158"/>
                  </a:lnTo>
                  <a:lnTo>
                    <a:pt x="65519" y="464756"/>
                  </a:lnTo>
                  <a:lnTo>
                    <a:pt x="84594" y="424078"/>
                  </a:lnTo>
                  <a:lnTo>
                    <a:pt x="106197" y="385203"/>
                  </a:lnTo>
                  <a:lnTo>
                    <a:pt x="129590" y="347395"/>
                  </a:lnTo>
                  <a:lnTo>
                    <a:pt x="155155" y="311035"/>
                  </a:lnTo>
                  <a:lnTo>
                    <a:pt x="182879" y="276478"/>
                  </a:lnTo>
                  <a:lnTo>
                    <a:pt x="212394" y="243357"/>
                  </a:lnTo>
                  <a:lnTo>
                    <a:pt x="243713" y="212394"/>
                  </a:lnTo>
                  <a:lnTo>
                    <a:pt x="276834" y="182879"/>
                  </a:lnTo>
                  <a:lnTo>
                    <a:pt x="311391" y="155155"/>
                  </a:lnTo>
                  <a:lnTo>
                    <a:pt x="347751" y="129603"/>
                  </a:lnTo>
                  <a:lnTo>
                    <a:pt x="385191" y="106197"/>
                  </a:lnTo>
                  <a:lnTo>
                    <a:pt x="424433" y="84594"/>
                  </a:lnTo>
                  <a:lnTo>
                    <a:pt x="464756" y="65519"/>
                  </a:lnTo>
                  <a:lnTo>
                    <a:pt x="506514" y="48602"/>
                  </a:lnTo>
                  <a:lnTo>
                    <a:pt x="549351" y="33845"/>
                  </a:lnTo>
                  <a:lnTo>
                    <a:pt x="593280" y="21958"/>
                  </a:lnTo>
                  <a:lnTo>
                    <a:pt x="638276" y="12242"/>
                  </a:lnTo>
                  <a:lnTo>
                    <a:pt x="683996" y="5397"/>
                  </a:lnTo>
                  <a:lnTo>
                    <a:pt x="730796" y="1079"/>
                  </a:lnTo>
                  <a:lnTo>
                    <a:pt x="778319" y="0"/>
                  </a:lnTo>
                  <a:lnTo>
                    <a:pt x="7760157" y="0"/>
                  </a:lnTo>
                  <a:lnTo>
                    <a:pt x="7807680" y="1079"/>
                  </a:lnTo>
                  <a:lnTo>
                    <a:pt x="7854480" y="5397"/>
                  </a:lnTo>
                  <a:lnTo>
                    <a:pt x="7900200" y="12242"/>
                  </a:lnTo>
                  <a:lnTo>
                    <a:pt x="7945196" y="21958"/>
                  </a:lnTo>
                  <a:lnTo>
                    <a:pt x="7989112" y="33845"/>
                  </a:lnTo>
                  <a:lnTo>
                    <a:pt x="8031949" y="48602"/>
                  </a:lnTo>
                  <a:lnTo>
                    <a:pt x="8073720" y="65519"/>
                  </a:lnTo>
                  <a:lnTo>
                    <a:pt x="8114030" y="84594"/>
                  </a:lnTo>
                  <a:lnTo>
                    <a:pt x="8153273" y="106197"/>
                  </a:lnTo>
                  <a:lnTo>
                    <a:pt x="8190712" y="129603"/>
                  </a:lnTo>
                  <a:lnTo>
                    <a:pt x="8227072" y="155155"/>
                  </a:lnTo>
                  <a:lnTo>
                    <a:pt x="8261629" y="182879"/>
                  </a:lnTo>
                  <a:lnTo>
                    <a:pt x="8294751" y="212394"/>
                  </a:lnTo>
                  <a:lnTo>
                    <a:pt x="8326069" y="243357"/>
                  </a:lnTo>
                  <a:lnTo>
                    <a:pt x="8355596" y="276478"/>
                  </a:lnTo>
                  <a:lnTo>
                    <a:pt x="8383320" y="311035"/>
                  </a:lnTo>
                  <a:lnTo>
                    <a:pt x="8408873" y="347395"/>
                  </a:lnTo>
                  <a:lnTo>
                    <a:pt x="8432279" y="385203"/>
                  </a:lnTo>
                  <a:lnTo>
                    <a:pt x="8453869" y="424078"/>
                  </a:lnTo>
                  <a:lnTo>
                    <a:pt x="8472957" y="464756"/>
                  </a:lnTo>
                  <a:lnTo>
                    <a:pt x="8489873" y="506158"/>
                  </a:lnTo>
                  <a:lnTo>
                    <a:pt x="8504631" y="548995"/>
                  </a:lnTo>
                  <a:lnTo>
                    <a:pt x="8516518" y="592924"/>
                  </a:lnTo>
                  <a:lnTo>
                    <a:pt x="8526233" y="637920"/>
                  </a:lnTo>
                  <a:lnTo>
                    <a:pt x="8533079" y="683640"/>
                  </a:lnTo>
                  <a:lnTo>
                    <a:pt x="8537028" y="730440"/>
                  </a:lnTo>
                  <a:lnTo>
                    <a:pt x="8538476" y="777595"/>
                  </a:lnTo>
                  <a:lnTo>
                    <a:pt x="8538476" y="3889438"/>
                  </a:lnTo>
                  <a:lnTo>
                    <a:pt x="8537028" y="3936961"/>
                  </a:lnTo>
                  <a:lnTo>
                    <a:pt x="8533079" y="3983761"/>
                  </a:lnTo>
                  <a:lnTo>
                    <a:pt x="8526233" y="4029481"/>
                  </a:lnTo>
                  <a:lnTo>
                    <a:pt x="8516518" y="4074477"/>
                  </a:lnTo>
                  <a:lnTo>
                    <a:pt x="8504631" y="4118406"/>
                  </a:lnTo>
                  <a:lnTo>
                    <a:pt x="8489873" y="4160875"/>
                  </a:lnTo>
                  <a:lnTo>
                    <a:pt x="8472957" y="4202645"/>
                  </a:lnTo>
                  <a:lnTo>
                    <a:pt x="8453869" y="4243324"/>
                  </a:lnTo>
                  <a:lnTo>
                    <a:pt x="8432279" y="4282198"/>
                  </a:lnTo>
                  <a:lnTo>
                    <a:pt x="8408873" y="4320006"/>
                  </a:lnTo>
                  <a:lnTo>
                    <a:pt x="8383320" y="4355998"/>
                  </a:lnTo>
                  <a:lnTo>
                    <a:pt x="8355596" y="4390923"/>
                  </a:lnTo>
                  <a:lnTo>
                    <a:pt x="8326069" y="4423676"/>
                  </a:lnTo>
                  <a:lnTo>
                    <a:pt x="8294751" y="4454994"/>
                  </a:lnTo>
                  <a:lnTo>
                    <a:pt x="8261629" y="4484522"/>
                  </a:lnTo>
                  <a:lnTo>
                    <a:pt x="8227072" y="4512246"/>
                  </a:lnTo>
                  <a:lnTo>
                    <a:pt x="8190712" y="4537798"/>
                  </a:lnTo>
                  <a:lnTo>
                    <a:pt x="8153273" y="4561205"/>
                  </a:lnTo>
                  <a:lnTo>
                    <a:pt x="8114030" y="4582795"/>
                  </a:lnTo>
                  <a:lnTo>
                    <a:pt x="8073720" y="4601883"/>
                  </a:lnTo>
                  <a:lnTo>
                    <a:pt x="8031949" y="4618799"/>
                  </a:lnTo>
                  <a:lnTo>
                    <a:pt x="7989112" y="4633556"/>
                  </a:lnTo>
                  <a:lnTo>
                    <a:pt x="7945196" y="4645444"/>
                  </a:lnTo>
                  <a:lnTo>
                    <a:pt x="7900200" y="4655159"/>
                  </a:lnTo>
                  <a:lnTo>
                    <a:pt x="7854480" y="4662004"/>
                  </a:lnTo>
                  <a:lnTo>
                    <a:pt x="7807680" y="4665954"/>
                  </a:lnTo>
                  <a:lnTo>
                    <a:pt x="7760157" y="4667402"/>
                  </a:lnTo>
                  <a:lnTo>
                    <a:pt x="778319" y="4667402"/>
                  </a:lnTo>
                  <a:lnTo>
                    <a:pt x="730796" y="4665954"/>
                  </a:lnTo>
                  <a:lnTo>
                    <a:pt x="683996" y="4662004"/>
                  </a:lnTo>
                  <a:lnTo>
                    <a:pt x="638276" y="4655159"/>
                  </a:lnTo>
                  <a:lnTo>
                    <a:pt x="593280" y="4645444"/>
                  </a:lnTo>
                  <a:lnTo>
                    <a:pt x="549351" y="4633556"/>
                  </a:lnTo>
                  <a:lnTo>
                    <a:pt x="506514" y="4618799"/>
                  </a:lnTo>
                  <a:lnTo>
                    <a:pt x="464756" y="4601883"/>
                  </a:lnTo>
                  <a:lnTo>
                    <a:pt x="424433" y="4582795"/>
                  </a:lnTo>
                  <a:lnTo>
                    <a:pt x="385191" y="4561205"/>
                  </a:lnTo>
                  <a:lnTo>
                    <a:pt x="347751" y="4537798"/>
                  </a:lnTo>
                  <a:lnTo>
                    <a:pt x="311391" y="4512246"/>
                  </a:lnTo>
                  <a:lnTo>
                    <a:pt x="276834" y="4484522"/>
                  </a:lnTo>
                  <a:lnTo>
                    <a:pt x="243713" y="4454994"/>
                  </a:lnTo>
                  <a:lnTo>
                    <a:pt x="212394" y="4423676"/>
                  </a:lnTo>
                  <a:lnTo>
                    <a:pt x="182879" y="4390923"/>
                  </a:lnTo>
                  <a:lnTo>
                    <a:pt x="155155" y="4355998"/>
                  </a:lnTo>
                  <a:lnTo>
                    <a:pt x="129590" y="4320006"/>
                  </a:lnTo>
                  <a:lnTo>
                    <a:pt x="106197" y="4282198"/>
                  </a:lnTo>
                  <a:lnTo>
                    <a:pt x="84594" y="4243324"/>
                  </a:lnTo>
                  <a:lnTo>
                    <a:pt x="65519" y="4202645"/>
                  </a:lnTo>
                  <a:lnTo>
                    <a:pt x="48590" y="4160875"/>
                  </a:lnTo>
                  <a:lnTo>
                    <a:pt x="33832" y="4118406"/>
                  </a:lnTo>
                  <a:lnTo>
                    <a:pt x="21958" y="4074477"/>
                  </a:lnTo>
                  <a:lnTo>
                    <a:pt x="12230" y="4029481"/>
                  </a:lnTo>
                  <a:lnTo>
                    <a:pt x="5397" y="3983761"/>
                  </a:lnTo>
                  <a:lnTo>
                    <a:pt x="1079" y="3936961"/>
                  </a:lnTo>
                  <a:lnTo>
                    <a:pt x="0" y="3889438"/>
                  </a:lnTo>
                  <a:lnTo>
                    <a:pt x="0" y="777595"/>
                  </a:lnTo>
                  <a:close/>
                </a:path>
              </a:pathLst>
            </a:custGeom>
            <a:ln w="25919">
              <a:solidFill>
                <a:srgbClr val="00A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123313" y="2039671"/>
            <a:ext cx="7315834" cy="69913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71120" marR="5080" indent="-59055">
              <a:lnSpc>
                <a:spcPct val="100699"/>
              </a:lnSpc>
              <a:spcBef>
                <a:spcPts val="80"/>
              </a:spcBef>
            </a:pP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Flujo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24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programa: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Se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refiere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orden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que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 ejecutan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las </a:t>
            </a:r>
            <a:r>
              <a:rPr sz="2000" spc="-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instrucciones de</a:t>
            </a:r>
            <a:r>
              <a:rPr sz="20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dicho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programa.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8217" y="2699640"/>
            <a:ext cx="5874473" cy="3187801"/>
          </a:xfrm>
          <a:prstGeom prst="rect">
            <a:avLst/>
          </a:prstGeom>
        </p:spPr>
      </p:pic>
      <p:pic>
        <p:nvPicPr>
          <p:cNvPr id="8" name="Picture 2" descr="CENEC">
            <a:extLst>
              <a:ext uri="{FF2B5EF4-FFF2-40B4-BE49-F238E27FC236}">
                <a16:creationId xmlns:a16="http://schemas.microsoft.com/office/drawing/2014/main" id="{79B67417-5E21-2230-C5C8-D3F4D429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2300" y="431864"/>
            <a:ext cx="285750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43277" y="706628"/>
            <a:ext cx="8841740" cy="5962015"/>
            <a:chOff x="706627" y="706627"/>
            <a:chExt cx="8841740" cy="5962015"/>
          </a:xfrm>
        </p:grpSpPr>
        <p:sp>
          <p:nvSpPr>
            <p:cNvPr id="3" name="object 3"/>
            <p:cNvSpPr/>
            <p:nvPr/>
          </p:nvSpPr>
          <p:spPr>
            <a:xfrm>
              <a:off x="719645" y="719645"/>
              <a:ext cx="8815705" cy="5935980"/>
            </a:xfrm>
            <a:custGeom>
              <a:avLst/>
              <a:gdLst/>
              <a:ahLst/>
              <a:cxnLst/>
              <a:rect l="l" t="t" r="r" b="b"/>
              <a:pathLst>
                <a:path w="8815705" h="5935980">
                  <a:moveTo>
                    <a:pt x="8012150" y="0"/>
                  </a:moveTo>
                  <a:lnTo>
                    <a:pt x="803516" y="0"/>
                  </a:lnTo>
                  <a:lnTo>
                    <a:pt x="754557" y="1790"/>
                  </a:lnTo>
                  <a:lnTo>
                    <a:pt x="706310" y="6832"/>
                  </a:lnTo>
                  <a:lnTo>
                    <a:pt x="658799" y="15836"/>
                  </a:lnTo>
                  <a:lnTo>
                    <a:pt x="612711" y="27711"/>
                  </a:lnTo>
                  <a:lnTo>
                    <a:pt x="567359" y="43192"/>
                  </a:lnTo>
                  <a:lnTo>
                    <a:pt x="523074" y="61556"/>
                  </a:lnTo>
                  <a:lnTo>
                    <a:pt x="479869" y="83159"/>
                  </a:lnTo>
                  <a:lnTo>
                    <a:pt x="438111" y="107632"/>
                  </a:lnTo>
                  <a:lnTo>
                    <a:pt x="397789" y="134988"/>
                  </a:lnTo>
                  <a:lnTo>
                    <a:pt x="358914" y="164871"/>
                  </a:lnTo>
                  <a:lnTo>
                    <a:pt x="321475" y="197269"/>
                  </a:lnTo>
                  <a:lnTo>
                    <a:pt x="285838" y="232549"/>
                  </a:lnTo>
                  <a:lnTo>
                    <a:pt x="251637" y="269989"/>
                  </a:lnTo>
                  <a:lnTo>
                    <a:pt x="219240" y="309600"/>
                  </a:lnTo>
                  <a:lnTo>
                    <a:pt x="188633" y="351713"/>
                  </a:lnTo>
                  <a:lnTo>
                    <a:pt x="160197" y="395630"/>
                  </a:lnTo>
                  <a:lnTo>
                    <a:pt x="133908" y="441718"/>
                  </a:lnTo>
                  <a:lnTo>
                    <a:pt x="109435" y="489953"/>
                  </a:lnTo>
                  <a:lnTo>
                    <a:pt x="87477" y="539635"/>
                  </a:lnTo>
                  <a:lnTo>
                    <a:pt x="67678" y="590753"/>
                  </a:lnTo>
                  <a:lnTo>
                    <a:pt x="50037" y="644029"/>
                  </a:lnTo>
                  <a:lnTo>
                    <a:pt x="34912" y="698398"/>
                  </a:lnTo>
                  <a:lnTo>
                    <a:pt x="22669" y="754189"/>
                  </a:lnTo>
                  <a:lnTo>
                    <a:pt x="12598" y="811428"/>
                  </a:lnTo>
                  <a:lnTo>
                    <a:pt x="5753" y="869391"/>
                  </a:lnTo>
                  <a:lnTo>
                    <a:pt x="1435" y="928789"/>
                  </a:lnTo>
                  <a:lnTo>
                    <a:pt x="0" y="989279"/>
                  </a:lnTo>
                  <a:lnTo>
                    <a:pt x="0" y="4946395"/>
                  </a:lnTo>
                  <a:lnTo>
                    <a:pt x="1435" y="5006517"/>
                  </a:lnTo>
                  <a:lnTo>
                    <a:pt x="5753" y="5065915"/>
                  </a:lnTo>
                  <a:lnTo>
                    <a:pt x="12598" y="5124234"/>
                  </a:lnTo>
                  <a:lnTo>
                    <a:pt x="22669" y="5181473"/>
                  </a:lnTo>
                  <a:lnTo>
                    <a:pt x="34912" y="5237276"/>
                  </a:lnTo>
                  <a:lnTo>
                    <a:pt x="50037" y="5291632"/>
                  </a:lnTo>
                  <a:lnTo>
                    <a:pt x="67678" y="5344553"/>
                  </a:lnTo>
                  <a:lnTo>
                    <a:pt x="87477" y="5396039"/>
                  </a:lnTo>
                  <a:lnTo>
                    <a:pt x="109435" y="5445709"/>
                  </a:lnTo>
                  <a:lnTo>
                    <a:pt x="133908" y="5493588"/>
                  </a:lnTo>
                  <a:lnTo>
                    <a:pt x="160197" y="5539676"/>
                  </a:lnTo>
                  <a:lnTo>
                    <a:pt x="188633" y="5583948"/>
                  </a:lnTo>
                  <a:lnTo>
                    <a:pt x="219240" y="5625719"/>
                  </a:lnTo>
                  <a:lnTo>
                    <a:pt x="251637" y="5665673"/>
                  </a:lnTo>
                  <a:lnTo>
                    <a:pt x="285838" y="5703112"/>
                  </a:lnTo>
                  <a:lnTo>
                    <a:pt x="321475" y="5738037"/>
                  </a:lnTo>
                  <a:lnTo>
                    <a:pt x="358914" y="5770791"/>
                  </a:lnTo>
                  <a:lnTo>
                    <a:pt x="397789" y="5800674"/>
                  </a:lnTo>
                  <a:lnTo>
                    <a:pt x="438111" y="5828030"/>
                  </a:lnTo>
                  <a:lnTo>
                    <a:pt x="479869" y="5852159"/>
                  </a:lnTo>
                  <a:lnTo>
                    <a:pt x="523074" y="5873750"/>
                  </a:lnTo>
                  <a:lnTo>
                    <a:pt x="567359" y="5892469"/>
                  </a:lnTo>
                  <a:lnTo>
                    <a:pt x="612711" y="5907595"/>
                  </a:lnTo>
                  <a:lnTo>
                    <a:pt x="658799" y="5919838"/>
                  </a:lnTo>
                  <a:lnTo>
                    <a:pt x="706310" y="5928474"/>
                  </a:lnTo>
                  <a:lnTo>
                    <a:pt x="754557" y="5933871"/>
                  </a:lnTo>
                  <a:lnTo>
                    <a:pt x="803516" y="5935675"/>
                  </a:lnTo>
                  <a:lnTo>
                    <a:pt x="8012150" y="5935675"/>
                  </a:lnTo>
                  <a:lnTo>
                    <a:pt x="8061109" y="5933871"/>
                  </a:lnTo>
                  <a:lnTo>
                    <a:pt x="8109356" y="5928474"/>
                  </a:lnTo>
                  <a:lnTo>
                    <a:pt x="8156511" y="5919838"/>
                  </a:lnTo>
                  <a:lnTo>
                    <a:pt x="8202955" y="5907595"/>
                  </a:lnTo>
                  <a:lnTo>
                    <a:pt x="8248319" y="5892469"/>
                  </a:lnTo>
                  <a:lnTo>
                    <a:pt x="8292592" y="5873750"/>
                  </a:lnTo>
                  <a:lnTo>
                    <a:pt x="8335797" y="5852159"/>
                  </a:lnTo>
                  <a:lnTo>
                    <a:pt x="8377555" y="5828030"/>
                  </a:lnTo>
                  <a:lnTo>
                    <a:pt x="8417877" y="5800674"/>
                  </a:lnTo>
                  <a:lnTo>
                    <a:pt x="8456752" y="5770791"/>
                  </a:lnTo>
                  <a:lnTo>
                    <a:pt x="8494191" y="5738037"/>
                  </a:lnTo>
                  <a:lnTo>
                    <a:pt x="8529840" y="5703112"/>
                  </a:lnTo>
                  <a:lnTo>
                    <a:pt x="8564029" y="5665673"/>
                  </a:lnTo>
                  <a:lnTo>
                    <a:pt x="8596439" y="5625719"/>
                  </a:lnTo>
                  <a:lnTo>
                    <a:pt x="8626678" y="5583948"/>
                  </a:lnTo>
                  <a:lnTo>
                    <a:pt x="8655469" y="5539676"/>
                  </a:lnTo>
                  <a:lnTo>
                    <a:pt x="8681758" y="5493588"/>
                  </a:lnTo>
                  <a:lnTo>
                    <a:pt x="8706231" y="5445709"/>
                  </a:lnTo>
                  <a:lnTo>
                    <a:pt x="8728189" y="5396039"/>
                  </a:lnTo>
                  <a:lnTo>
                    <a:pt x="8747988" y="5344553"/>
                  </a:lnTo>
                  <a:lnTo>
                    <a:pt x="8765628" y="5291632"/>
                  </a:lnTo>
                  <a:lnTo>
                    <a:pt x="8780399" y="5237276"/>
                  </a:lnTo>
                  <a:lnTo>
                    <a:pt x="8792997" y="5181473"/>
                  </a:lnTo>
                  <a:lnTo>
                    <a:pt x="8802712" y="5124234"/>
                  </a:lnTo>
                  <a:lnTo>
                    <a:pt x="8809913" y="5065915"/>
                  </a:lnTo>
                  <a:lnTo>
                    <a:pt x="8814231" y="5006517"/>
                  </a:lnTo>
                  <a:lnTo>
                    <a:pt x="8815679" y="4946395"/>
                  </a:lnTo>
                  <a:lnTo>
                    <a:pt x="8815679" y="989279"/>
                  </a:lnTo>
                  <a:lnTo>
                    <a:pt x="8814231" y="928789"/>
                  </a:lnTo>
                  <a:lnTo>
                    <a:pt x="8809913" y="869391"/>
                  </a:lnTo>
                  <a:lnTo>
                    <a:pt x="8802712" y="811428"/>
                  </a:lnTo>
                  <a:lnTo>
                    <a:pt x="8792997" y="754189"/>
                  </a:lnTo>
                  <a:lnTo>
                    <a:pt x="8780399" y="698398"/>
                  </a:lnTo>
                  <a:lnTo>
                    <a:pt x="8765628" y="644029"/>
                  </a:lnTo>
                  <a:lnTo>
                    <a:pt x="8747988" y="590753"/>
                  </a:lnTo>
                  <a:lnTo>
                    <a:pt x="8728189" y="539635"/>
                  </a:lnTo>
                  <a:lnTo>
                    <a:pt x="8706231" y="489953"/>
                  </a:lnTo>
                  <a:lnTo>
                    <a:pt x="8681758" y="441718"/>
                  </a:lnTo>
                  <a:lnTo>
                    <a:pt x="8655469" y="395630"/>
                  </a:lnTo>
                  <a:lnTo>
                    <a:pt x="8626678" y="351713"/>
                  </a:lnTo>
                  <a:lnTo>
                    <a:pt x="8596439" y="309600"/>
                  </a:lnTo>
                  <a:lnTo>
                    <a:pt x="8564029" y="269989"/>
                  </a:lnTo>
                  <a:lnTo>
                    <a:pt x="8529840" y="232549"/>
                  </a:lnTo>
                  <a:lnTo>
                    <a:pt x="8494191" y="197269"/>
                  </a:lnTo>
                  <a:lnTo>
                    <a:pt x="8456752" y="164871"/>
                  </a:lnTo>
                  <a:lnTo>
                    <a:pt x="8417877" y="134988"/>
                  </a:lnTo>
                  <a:lnTo>
                    <a:pt x="8377555" y="107632"/>
                  </a:lnTo>
                  <a:lnTo>
                    <a:pt x="8335797" y="83159"/>
                  </a:lnTo>
                  <a:lnTo>
                    <a:pt x="8292592" y="61556"/>
                  </a:lnTo>
                  <a:lnTo>
                    <a:pt x="8248319" y="43192"/>
                  </a:lnTo>
                  <a:lnTo>
                    <a:pt x="8202955" y="27711"/>
                  </a:lnTo>
                  <a:lnTo>
                    <a:pt x="8156511" y="15836"/>
                  </a:lnTo>
                  <a:lnTo>
                    <a:pt x="8109356" y="6832"/>
                  </a:lnTo>
                  <a:lnTo>
                    <a:pt x="8061109" y="1790"/>
                  </a:lnTo>
                  <a:lnTo>
                    <a:pt x="8012150" y="0"/>
                  </a:lnTo>
                  <a:close/>
                </a:path>
              </a:pathLst>
            </a:custGeom>
            <a:solidFill>
              <a:srgbClr val="006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9645" y="719645"/>
              <a:ext cx="8815705" cy="5935980"/>
            </a:xfrm>
            <a:custGeom>
              <a:avLst/>
              <a:gdLst/>
              <a:ahLst/>
              <a:cxnLst/>
              <a:rect l="l" t="t" r="r" b="b"/>
              <a:pathLst>
                <a:path w="8815705" h="5935980">
                  <a:moveTo>
                    <a:pt x="0" y="989279"/>
                  </a:moveTo>
                  <a:lnTo>
                    <a:pt x="1435" y="928789"/>
                  </a:lnTo>
                  <a:lnTo>
                    <a:pt x="5753" y="869391"/>
                  </a:lnTo>
                  <a:lnTo>
                    <a:pt x="12598" y="811428"/>
                  </a:lnTo>
                  <a:lnTo>
                    <a:pt x="22669" y="754189"/>
                  </a:lnTo>
                  <a:lnTo>
                    <a:pt x="34912" y="698398"/>
                  </a:lnTo>
                  <a:lnTo>
                    <a:pt x="50037" y="644029"/>
                  </a:lnTo>
                  <a:lnTo>
                    <a:pt x="67678" y="590753"/>
                  </a:lnTo>
                  <a:lnTo>
                    <a:pt x="87477" y="539635"/>
                  </a:lnTo>
                  <a:lnTo>
                    <a:pt x="109435" y="489953"/>
                  </a:lnTo>
                  <a:lnTo>
                    <a:pt x="133908" y="441718"/>
                  </a:lnTo>
                  <a:lnTo>
                    <a:pt x="160197" y="395630"/>
                  </a:lnTo>
                  <a:lnTo>
                    <a:pt x="188633" y="351713"/>
                  </a:lnTo>
                  <a:lnTo>
                    <a:pt x="219240" y="309600"/>
                  </a:lnTo>
                  <a:lnTo>
                    <a:pt x="251637" y="269989"/>
                  </a:lnTo>
                  <a:lnTo>
                    <a:pt x="285838" y="232549"/>
                  </a:lnTo>
                  <a:lnTo>
                    <a:pt x="321475" y="197269"/>
                  </a:lnTo>
                  <a:lnTo>
                    <a:pt x="358914" y="164871"/>
                  </a:lnTo>
                  <a:lnTo>
                    <a:pt x="397789" y="134988"/>
                  </a:lnTo>
                  <a:lnTo>
                    <a:pt x="438111" y="107632"/>
                  </a:lnTo>
                  <a:lnTo>
                    <a:pt x="479869" y="83159"/>
                  </a:lnTo>
                  <a:lnTo>
                    <a:pt x="523074" y="61556"/>
                  </a:lnTo>
                  <a:lnTo>
                    <a:pt x="567359" y="43192"/>
                  </a:lnTo>
                  <a:lnTo>
                    <a:pt x="612711" y="27711"/>
                  </a:lnTo>
                  <a:lnTo>
                    <a:pt x="658799" y="15836"/>
                  </a:lnTo>
                  <a:lnTo>
                    <a:pt x="706310" y="6832"/>
                  </a:lnTo>
                  <a:lnTo>
                    <a:pt x="754557" y="1790"/>
                  </a:lnTo>
                  <a:lnTo>
                    <a:pt x="803516" y="0"/>
                  </a:lnTo>
                  <a:lnTo>
                    <a:pt x="8012150" y="0"/>
                  </a:lnTo>
                  <a:lnTo>
                    <a:pt x="8061109" y="1790"/>
                  </a:lnTo>
                  <a:lnTo>
                    <a:pt x="8109356" y="6832"/>
                  </a:lnTo>
                  <a:lnTo>
                    <a:pt x="8156511" y="15836"/>
                  </a:lnTo>
                  <a:lnTo>
                    <a:pt x="8202955" y="27711"/>
                  </a:lnTo>
                  <a:lnTo>
                    <a:pt x="8248319" y="43192"/>
                  </a:lnTo>
                  <a:lnTo>
                    <a:pt x="8292592" y="61556"/>
                  </a:lnTo>
                  <a:lnTo>
                    <a:pt x="8335797" y="83159"/>
                  </a:lnTo>
                  <a:lnTo>
                    <a:pt x="8377555" y="107632"/>
                  </a:lnTo>
                  <a:lnTo>
                    <a:pt x="8417877" y="134988"/>
                  </a:lnTo>
                  <a:lnTo>
                    <a:pt x="8456752" y="164871"/>
                  </a:lnTo>
                  <a:lnTo>
                    <a:pt x="8494191" y="197269"/>
                  </a:lnTo>
                  <a:lnTo>
                    <a:pt x="8529840" y="232549"/>
                  </a:lnTo>
                  <a:lnTo>
                    <a:pt x="8564029" y="269989"/>
                  </a:lnTo>
                  <a:lnTo>
                    <a:pt x="8596439" y="309600"/>
                  </a:lnTo>
                  <a:lnTo>
                    <a:pt x="8626678" y="351713"/>
                  </a:lnTo>
                  <a:lnTo>
                    <a:pt x="8655469" y="395630"/>
                  </a:lnTo>
                  <a:lnTo>
                    <a:pt x="8681758" y="441718"/>
                  </a:lnTo>
                  <a:lnTo>
                    <a:pt x="8706231" y="489953"/>
                  </a:lnTo>
                  <a:lnTo>
                    <a:pt x="8728189" y="539635"/>
                  </a:lnTo>
                  <a:lnTo>
                    <a:pt x="8747988" y="590753"/>
                  </a:lnTo>
                  <a:lnTo>
                    <a:pt x="8765628" y="644029"/>
                  </a:lnTo>
                  <a:lnTo>
                    <a:pt x="8780399" y="698398"/>
                  </a:lnTo>
                  <a:lnTo>
                    <a:pt x="8792997" y="754189"/>
                  </a:lnTo>
                  <a:lnTo>
                    <a:pt x="8802712" y="811428"/>
                  </a:lnTo>
                  <a:lnTo>
                    <a:pt x="8809913" y="869391"/>
                  </a:lnTo>
                  <a:lnTo>
                    <a:pt x="8814231" y="928789"/>
                  </a:lnTo>
                  <a:lnTo>
                    <a:pt x="8815679" y="989279"/>
                  </a:lnTo>
                  <a:lnTo>
                    <a:pt x="8815679" y="4946395"/>
                  </a:lnTo>
                  <a:lnTo>
                    <a:pt x="8814231" y="5006517"/>
                  </a:lnTo>
                  <a:lnTo>
                    <a:pt x="8809913" y="5065915"/>
                  </a:lnTo>
                  <a:lnTo>
                    <a:pt x="8802712" y="5124234"/>
                  </a:lnTo>
                  <a:lnTo>
                    <a:pt x="8792997" y="5181473"/>
                  </a:lnTo>
                  <a:lnTo>
                    <a:pt x="8780399" y="5237276"/>
                  </a:lnTo>
                  <a:lnTo>
                    <a:pt x="8765628" y="5291632"/>
                  </a:lnTo>
                  <a:lnTo>
                    <a:pt x="8747988" y="5344553"/>
                  </a:lnTo>
                  <a:lnTo>
                    <a:pt x="8728189" y="5396039"/>
                  </a:lnTo>
                  <a:lnTo>
                    <a:pt x="8706231" y="5445709"/>
                  </a:lnTo>
                  <a:lnTo>
                    <a:pt x="8681758" y="5493588"/>
                  </a:lnTo>
                  <a:lnTo>
                    <a:pt x="8655469" y="5539676"/>
                  </a:lnTo>
                  <a:lnTo>
                    <a:pt x="8626678" y="5583948"/>
                  </a:lnTo>
                  <a:lnTo>
                    <a:pt x="8596439" y="5625719"/>
                  </a:lnTo>
                  <a:lnTo>
                    <a:pt x="8564029" y="5665673"/>
                  </a:lnTo>
                  <a:lnTo>
                    <a:pt x="8529840" y="5703112"/>
                  </a:lnTo>
                  <a:lnTo>
                    <a:pt x="8494191" y="5738037"/>
                  </a:lnTo>
                  <a:lnTo>
                    <a:pt x="8456752" y="5770791"/>
                  </a:lnTo>
                  <a:lnTo>
                    <a:pt x="8417877" y="5800674"/>
                  </a:lnTo>
                  <a:lnTo>
                    <a:pt x="8377555" y="5828030"/>
                  </a:lnTo>
                  <a:lnTo>
                    <a:pt x="8335797" y="5852159"/>
                  </a:lnTo>
                  <a:lnTo>
                    <a:pt x="8292592" y="5873750"/>
                  </a:lnTo>
                  <a:lnTo>
                    <a:pt x="8248319" y="5892469"/>
                  </a:lnTo>
                  <a:lnTo>
                    <a:pt x="8202955" y="5907595"/>
                  </a:lnTo>
                  <a:lnTo>
                    <a:pt x="8156511" y="5919838"/>
                  </a:lnTo>
                  <a:lnTo>
                    <a:pt x="8109356" y="5928474"/>
                  </a:lnTo>
                  <a:lnTo>
                    <a:pt x="8061109" y="5933871"/>
                  </a:lnTo>
                  <a:lnTo>
                    <a:pt x="8012150" y="5935675"/>
                  </a:lnTo>
                  <a:lnTo>
                    <a:pt x="803516" y="5935675"/>
                  </a:lnTo>
                  <a:lnTo>
                    <a:pt x="754557" y="5933871"/>
                  </a:lnTo>
                  <a:lnTo>
                    <a:pt x="706310" y="5928474"/>
                  </a:lnTo>
                  <a:lnTo>
                    <a:pt x="658799" y="5919838"/>
                  </a:lnTo>
                  <a:lnTo>
                    <a:pt x="612711" y="5907595"/>
                  </a:lnTo>
                  <a:lnTo>
                    <a:pt x="567359" y="5892469"/>
                  </a:lnTo>
                  <a:lnTo>
                    <a:pt x="523074" y="5873750"/>
                  </a:lnTo>
                  <a:lnTo>
                    <a:pt x="479869" y="5852159"/>
                  </a:lnTo>
                  <a:lnTo>
                    <a:pt x="438111" y="5828030"/>
                  </a:lnTo>
                  <a:lnTo>
                    <a:pt x="397789" y="5800674"/>
                  </a:lnTo>
                  <a:lnTo>
                    <a:pt x="358914" y="5770791"/>
                  </a:lnTo>
                  <a:lnTo>
                    <a:pt x="321475" y="5738037"/>
                  </a:lnTo>
                  <a:lnTo>
                    <a:pt x="285838" y="5703112"/>
                  </a:lnTo>
                  <a:lnTo>
                    <a:pt x="251637" y="5665673"/>
                  </a:lnTo>
                  <a:lnTo>
                    <a:pt x="219240" y="5625719"/>
                  </a:lnTo>
                  <a:lnTo>
                    <a:pt x="188633" y="5583948"/>
                  </a:lnTo>
                  <a:lnTo>
                    <a:pt x="160197" y="5539676"/>
                  </a:lnTo>
                  <a:lnTo>
                    <a:pt x="133908" y="5493588"/>
                  </a:lnTo>
                  <a:lnTo>
                    <a:pt x="109435" y="5445709"/>
                  </a:lnTo>
                  <a:lnTo>
                    <a:pt x="87477" y="5396039"/>
                  </a:lnTo>
                  <a:lnTo>
                    <a:pt x="67678" y="5344553"/>
                  </a:lnTo>
                  <a:lnTo>
                    <a:pt x="50037" y="5291632"/>
                  </a:lnTo>
                  <a:lnTo>
                    <a:pt x="34912" y="5237276"/>
                  </a:lnTo>
                  <a:lnTo>
                    <a:pt x="22669" y="5181473"/>
                  </a:lnTo>
                  <a:lnTo>
                    <a:pt x="12598" y="5124234"/>
                  </a:lnTo>
                  <a:lnTo>
                    <a:pt x="5753" y="5065915"/>
                  </a:lnTo>
                  <a:lnTo>
                    <a:pt x="1435" y="5006517"/>
                  </a:lnTo>
                  <a:lnTo>
                    <a:pt x="0" y="4946395"/>
                  </a:lnTo>
                  <a:lnTo>
                    <a:pt x="0" y="989279"/>
                  </a:lnTo>
                  <a:close/>
                </a:path>
              </a:pathLst>
            </a:custGeom>
            <a:ln w="25919">
              <a:solidFill>
                <a:srgbClr val="00A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676552" y="180264"/>
            <a:ext cx="650303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s-ES" sz="3200" spc="-80" dirty="0">
                <a:solidFill>
                  <a:srgbClr val="006699"/>
                </a:solidFill>
                <a:latin typeface="Microsoft Sans Serif"/>
                <a:cs typeface="Microsoft Sans Serif"/>
              </a:rPr>
              <a:t>Tema</a:t>
            </a:r>
            <a:r>
              <a:rPr lang="es-ES" sz="3200" spc="-15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lang="es-ES" sz="3200" dirty="0">
                <a:solidFill>
                  <a:srgbClr val="006699"/>
                </a:solidFill>
                <a:latin typeface="Microsoft Sans Serif"/>
                <a:cs typeface="Microsoft Sans Serif"/>
              </a:rPr>
              <a:t>3</a:t>
            </a:r>
            <a:r>
              <a:rPr lang="es-ES" sz="3200" spc="5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lang="es-ES" sz="3200" dirty="0">
                <a:solidFill>
                  <a:srgbClr val="006699"/>
                </a:solidFill>
                <a:latin typeface="Microsoft Sans Serif"/>
                <a:cs typeface="Microsoft Sans Serif"/>
              </a:rPr>
              <a:t>–</a:t>
            </a:r>
            <a:r>
              <a:rPr lang="es-ES" sz="3200" spc="770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lang="es-ES" sz="3200" spc="-5" dirty="0">
                <a:solidFill>
                  <a:srgbClr val="006699"/>
                </a:solidFill>
                <a:latin typeface="Microsoft Sans Serif"/>
                <a:cs typeface="Microsoft Sans Serif"/>
              </a:rPr>
              <a:t>Diagramas de Flujo</a:t>
            </a:r>
            <a:endParaRPr lang="es-ES" sz="32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6188" y="933386"/>
            <a:ext cx="7176770" cy="69977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70"/>
              </a:spcBef>
            </a:pP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Diagrama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control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flujo: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s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representación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gráfica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un </a:t>
            </a:r>
            <a:r>
              <a:rPr sz="2000" spc="-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algoritmo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proceso.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2284" y="1619631"/>
            <a:ext cx="6170396" cy="50360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43277" y="706628"/>
            <a:ext cx="8841740" cy="5962015"/>
            <a:chOff x="706627" y="706627"/>
            <a:chExt cx="8841740" cy="5962015"/>
          </a:xfrm>
        </p:grpSpPr>
        <p:sp>
          <p:nvSpPr>
            <p:cNvPr id="3" name="object 3"/>
            <p:cNvSpPr/>
            <p:nvPr/>
          </p:nvSpPr>
          <p:spPr>
            <a:xfrm>
              <a:off x="719645" y="719645"/>
              <a:ext cx="8815705" cy="5935980"/>
            </a:xfrm>
            <a:custGeom>
              <a:avLst/>
              <a:gdLst/>
              <a:ahLst/>
              <a:cxnLst/>
              <a:rect l="l" t="t" r="r" b="b"/>
              <a:pathLst>
                <a:path w="8815705" h="5935980">
                  <a:moveTo>
                    <a:pt x="8012150" y="0"/>
                  </a:moveTo>
                  <a:lnTo>
                    <a:pt x="803516" y="0"/>
                  </a:lnTo>
                  <a:lnTo>
                    <a:pt x="754557" y="1790"/>
                  </a:lnTo>
                  <a:lnTo>
                    <a:pt x="706310" y="6832"/>
                  </a:lnTo>
                  <a:lnTo>
                    <a:pt x="658799" y="15836"/>
                  </a:lnTo>
                  <a:lnTo>
                    <a:pt x="612711" y="27711"/>
                  </a:lnTo>
                  <a:lnTo>
                    <a:pt x="567359" y="43192"/>
                  </a:lnTo>
                  <a:lnTo>
                    <a:pt x="523074" y="61556"/>
                  </a:lnTo>
                  <a:lnTo>
                    <a:pt x="479869" y="83159"/>
                  </a:lnTo>
                  <a:lnTo>
                    <a:pt x="438111" y="107632"/>
                  </a:lnTo>
                  <a:lnTo>
                    <a:pt x="397789" y="134988"/>
                  </a:lnTo>
                  <a:lnTo>
                    <a:pt x="358914" y="164871"/>
                  </a:lnTo>
                  <a:lnTo>
                    <a:pt x="321475" y="197269"/>
                  </a:lnTo>
                  <a:lnTo>
                    <a:pt x="285838" y="232549"/>
                  </a:lnTo>
                  <a:lnTo>
                    <a:pt x="251637" y="269989"/>
                  </a:lnTo>
                  <a:lnTo>
                    <a:pt x="219240" y="309600"/>
                  </a:lnTo>
                  <a:lnTo>
                    <a:pt x="188633" y="351713"/>
                  </a:lnTo>
                  <a:lnTo>
                    <a:pt x="160197" y="395630"/>
                  </a:lnTo>
                  <a:lnTo>
                    <a:pt x="133908" y="441718"/>
                  </a:lnTo>
                  <a:lnTo>
                    <a:pt x="109435" y="489953"/>
                  </a:lnTo>
                  <a:lnTo>
                    <a:pt x="87477" y="539635"/>
                  </a:lnTo>
                  <a:lnTo>
                    <a:pt x="67678" y="590753"/>
                  </a:lnTo>
                  <a:lnTo>
                    <a:pt x="50037" y="644029"/>
                  </a:lnTo>
                  <a:lnTo>
                    <a:pt x="34912" y="698398"/>
                  </a:lnTo>
                  <a:lnTo>
                    <a:pt x="22669" y="754189"/>
                  </a:lnTo>
                  <a:lnTo>
                    <a:pt x="12598" y="811428"/>
                  </a:lnTo>
                  <a:lnTo>
                    <a:pt x="5753" y="869391"/>
                  </a:lnTo>
                  <a:lnTo>
                    <a:pt x="1435" y="928789"/>
                  </a:lnTo>
                  <a:lnTo>
                    <a:pt x="0" y="989279"/>
                  </a:lnTo>
                  <a:lnTo>
                    <a:pt x="0" y="4946395"/>
                  </a:lnTo>
                  <a:lnTo>
                    <a:pt x="1435" y="5006517"/>
                  </a:lnTo>
                  <a:lnTo>
                    <a:pt x="5753" y="5065915"/>
                  </a:lnTo>
                  <a:lnTo>
                    <a:pt x="12598" y="5124234"/>
                  </a:lnTo>
                  <a:lnTo>
                    <a:pt x="22669" y="5181473"/>
                  </a:lnTo>
                  <a:lnTo>
                    <a:pt x="34912" y="5237276"/>
                  </a:lnTo>
                  <a:lnTo>
                    <a:pt x="50037" y="5291632"/>
                  </a:lnTo>
                  <a:lnTo>
                    <a:pt x="67678" y="5344553"/>
                  </a:lnTo>
                  <a:lnTo>
                    <a:pt x="87477" y="5396039"/>
                  </a:lnTo>
                  <a:lnTo>
                    <a:pt x="109435" y="5445709"/>
                  </a:lnTo>
                  <a:lnTo>
                    <a:pt x="133908" y="5493588"/>
                  </a:lnTo>
                  <a:lnTo>
                    <a:pt x="160197" y="5539676"/>
                  </a:lnTo>
                  <a:lnTo>
                    <a:pt x="188633" y="5583948"/>
                  </a:lnTo>
                  <a:lnTo>
                    <a:pt x="219240" y="5625719"/>
                  </a:lnTo>
                  <a:lnTo>
                    <a:pt x="251637" y="5665673"/>
                  </a:lnTo>
                  <a:lnTo>
                    <a:pt x="285838" y="5703112"/>
                  </a:lnTo>
                  <a:lnTo>
                    <a:pt x="321475" y="5738037"/>
                  </a:lnTo>
                  <a:lnTo>
                    <a:pt x="358914" y="5770791"/>
                  </a:lnTo>
                  <a:lnTo>
                    <a:pt x="397789" y="5800674"/>
                  </a:lnTo>
                  <a:lnTo>
                    <a:pt x="438111" y="5828030"/>
                  </a:lnTo>
                  <a:lnTo>
                    <a:pt x="479869" y="5852159"/>
                  </a:lnTo>
                  <a:lnTo>
                    <a:pt x="523074" y="5873750"/>
                  </a:lnTo>
                  <a:lnTo>
                    <a:pt x="567359" y="5892469"/>
                  </a:lnTo>
                  <a:lnTo>
                    <a:pt x="612711" y="5907595"/>
                  </a:lnTo>
                  <a:lnTo>
                    <a:pt x="658799" y="5919838"/>
                  </a:lnTo>
                  <a:lnTo>
                    <a:pt x="706310" y="5928474"/>
                  </a:lnTo>
                  <a:lnTo>
                    <a:pt x="754557" y="5933871"/>
                  </a:lnTo>
                  <a:lnTo>
                    <a:pt x="803516" y="5935675"/>
                  </a:lnTo>
                  <a:lnTo>
                    <a:pt x="8012150" y="5935675"/>
                  </a:lnTo>
                  <a:lnTo>
                    <a:pt x="8061109" y="5933871"/>
                  </a:lnTo>
                  <a:lnTo>
                    <a:pt x="8109356" y="5928474"/>
                  </a:lnTo>
                  <a:lnTo>
                    <a:pt x="8156511" y="5919838"/>
                  </a:lnTo>
                  <a:lnTo>
                    <a:pt x="8202955" y="5907595"/>
                  </a:lnTo>
                  <a:lnTo>
                    <a:pt x="8248319" y="5892469"/>
                  </a:lnTo>
                  <a:lnTo>
                    <a:pt x="8292592" y="5873750"/>
                  </a:lnTo>
                  <a:lnTo>
                    <a:pt x="8335797" y="5852159"/>
                  </a:lnTo>
                  <a:lnTo>
                    <a:pt x="8377555" y="5828030"/>
                  </a:lnTo>
                  <a:lnTo>
                    <a:pt x="8417877" y="5800674"/>
                  </a:lnTo>
                  <a:lnTo>
                    <a:pt x="8456752" y="5770791"/>
                  </a:lnTo>
                  <a:lnTo>
                    <a:pt x="8494191" y="5738037"/>
                  </a:lnTo>
                  <a:lnTo>
                    <a:pt x="8529840" y="5703112"/>
                  </a:lnTo>
                  <a:lnTo>
                    <a:pt x="8564029" y="5665673"/>
                  </a:lnTo>
                  <a:lnTo>
                    <a:pt x="8596439" y="5625719"/>
                  </a:lnTo>
                  <a:lnTo>
                    <a:pt x="8626678" y="5583948"/>
                  </a:lnTo>
                  <a:lnTo>
                    <a:pt x="8655469" y="5539676"/>
                  </a:lnTo>
                  <a:lnTo>
                    <a:pt x="8681758" y="5493588"/>
                  </a:lnTo>
                  <a:lnTo>
                    <a:pt x="8706231" y="5445709"/>
                  </a:lnTo>
                  <a:lnTo>
                    <a:pt x="8728189" y="5396039"/>
                  </a:lnTo>
                  <a:lnTo>
                    <a:pt x="8747988" y="5344553"/>
                  </a:lnTo>
                  <a:lnTo>
                    <a:pt x="8765628" y="5291632"/>
                  </a:lnTo>
                  <a:lnTo>
                    <a:pt x="8780399" y="5237276"/>
                  </a:lnTo>
                  <a:lnTo>
                    <a:pt x="8792997" y="5181473"/>
                  </a:lnTo>
                  <a:lnTo>
                    <a:pt x="8802712" y="5124234"/>
                  </a:lnTo>
                  <a:lnTo>
                    <a:pt x="8809913" y="5065915"/>
                  </a:lnTo>
                  <a:lnTo>
                    <a:pt x="8814231" y="5006517"/>
                  </a:lnTo>
                  <a:lnTo>
                    <a:pt x="8815679" y="4946395"/>
                  </a:lnTo>
                  <a:lnTo>
                    <a:pt x="8815679" y="989279"/>
                  </a:lnTo>
                  <a:lnTo>
                    <a:pt x="8814231" y="928789"/>
                  </a:lnTo>
                  <a:lnTo>
                    <a:pt x="8809913" y="869391"/>
                  </a:lnTo>
                  <a:lnTo>
                    <a:pt x="8802712" y="811428"/>
                  </a:lnTo>
                  <a:lnTo>
                    <a:pt x="8792997" y="754189"/>
                  </a:lnTo>
                  <a:lnTo>
                    <a:pt x="8780399" y="698398"/>
                  </a:lnTo>
                  <a:lnTo>
                    <a:pt x="8765628" y="644029"/>
                  </a:lnTo>
                  <a:lnTo>
                    <a:pt x="8747988" y="590753"/>
                  </a:lnTo>
                  <a:lnTo>
                    <a:pt x="8728189" y="539635"/>
                  </a:lnTo>
                  <a:lnTo>
                    <a:pt x="8706231" y="489953"/>
                  </a:lnTo>
                  <a:lnTo>
                    <a:pt x="8681758" y="441718"/>
                  </a:lnTo>
                  <a:lnTo>
                    <a:pt x="8655469" y="395630"/>
                  </a:lnTo>
                  <a:lnTo>
                    <a:pt x="8626678" y="351713"/>
                  </a:lnTo>
                  <a:lnTo>
                    <a:pt x="8596439" y="309600"/>
                  </a:lnTo>
                  <a:lnTo>
                    <a:pt x="8564029" y="269989"/>
                  </a:lnTo>
                  <a:lnTo>
                    <a:pt x="8529840" y="232549"/>
                  </a:lnTo>
                  <a:lnTo>
                    <a:pt x="8494191" y="197269"/>
                  </a:lnTo>
                  <a:lnTo>
                    <a:pt x="8456752" y="164871"/>
                  </a:lnTo>
                  <a:lnTo>
                    <a:pt x="8417877" y="134988"/>
                  </a:lnTo>
                  <a:lnTo>
                    <a:pt x="8377555" y="107632"/>
                  </a:lnTo>
                  <a:lnTo>
                    <a:pt x="8335797" y="83159"/>
                  </a:lnTo>
                  <a:lnTo>
                    <a:pt x="8292592" y="61556"/>
                  </a:lnTo>
                  <a:lnTo>
                    <a:pt x="8248319" y="43192"/>
                  </a:lnTo>
                  <a:lnTo>
                    <a:pt x="8202955" y="27711"/>
                  </a:lnTo>
                  <a:lnTo>
                    <a:pt x="8156511" y="15836"/>
                  </a:lnTo>
                  <a:lnTo>
                    <a:pt x="8109356" y="6832"/>
                  </a:lnTo>
                  <a:lnTo>
                    <a:pt x="8061109" y="1790"/>
                  </a:lnTo>
                  <a:lnTo>
                    <a:pt x="8012150" y="0"/>
                  </a:lnTo>
                  <a:close/>
                </a:path>
              </a:pathLst>
            </a:custGeom>
            <a:solidFill>
              <a:srgbClr val="006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9645" y="719645"/>
              <a:ext cx="8815705" cy="5935980"/>
            </a:xfrm>
            <a:custGeom>
              <a:avLst/>
              <a:gdLst/>
              <a:ahLst/>
              <a:cxnLst/>
              <a:rect l="l" t="t" r="r" b="b"/>
              <a:pathLst>
                <a:path w="8815705" h="5935980">
                  <a:moveTo>
                    <a:pt x="0" y="989279"/>
                  </a:moveTo>
                  <a:lnTo>
                    <a:pt x="1435" y="928789"/>
                  </a:lnTo>
                  <a:lnTo>
                    <a:pt x="5753" y="869391"/>
                  </a:lnTo>
                  <a:lnTo>
                    <a:pt x="12598" y="811428"/>
                  </a:lnTo>
                  <a:lnTo>
                    <a:pt x="22669" y="754189"/>
                  </a:lnTo>
                  <a:lnTo>
                    <a:pt x="34912" y="698398"/>
                  </a:lnTo>
                  <a:lnTo>
                    <a:pt x="50037" y="644029"/>
                  </a:lnTo>
                  <a:lnTo>
                    <a:pt x="67678" y="590753"/>
                  </a:lnTo>
                  <a:lnTo>
                    <a:pt x="87477" y="539635"/>
                  </a:lnTo>
                  <a:lnTo>
                    <a:pt x="109435" y="489953"/>
                  </a:lnTo>
                  <a:lnTo>
                    <a:pt x="133908" y="441718"/>
                  </a:lnTo>
                  <a:lnTo>
                    <a:pt x="160197" y="395630"/>
                  </a:lnTo>
                  <a:lnTo>
                    <a:pt x="188633" y="351713"/>
                  </a:lnTo>
                  <a:lnTo>
                    <a:pt x="219240" y="309600"/>
                  </a:lnTo>
                  <a:lnTo>
                    <a:pt x="251637" y="269989"/>
                  </a:lnTo>
                  <a:lnTo>
                    <a:pt x="285838" y="232549"/>
                  </a:lnTo>
                  <a:lnTo>
                    <a:pt x="321475" y="197269"/>
                  </a:lnTo>
                  <a:lnTo>
                    <a:pt x="358914" y="164871"/>
                  </a:lnTo>
                  <a:lnTo>
                    <a:pt x="397789" y="134988"/>
                  </a:lnTo>
                  <a:lnTo>
                    <a:pt x="438111" y="107632"/>
                  </a:lnTo>
                  <a:lnTo>
                    <a:pt x="479869" y="83159"/>
                  </a:lnTo>
                  <a:lnTo>
                    <a:pt x="523074" y="61556"/>
                  </a:lnTo>
                  <a:lnTo>
                    <a:pt x="567359" y="43192"/>
                  </a:lnTo>
                  <a:lnTo>
                    <a:pt x="612711" y="27711"/>
                  </a:lnTo>
                  <a:lnTo>
                    <a:pt x="658799" y="15836"/>
                  </a:lnTo>
                  <a:lnTo>
                    <a:pt x="706310" y="6832"/>
                  </a:lnTo>
                  <a:lnTo>
                    <a:pt x="754557" y="1790"/>
                  </a:lnTo>
                  <a:lnTo>
                    <a:pt x="803516" y="0"/>
                  </a:lnTo>
                  <a:lnTo>
                    <a:pt x="8012150" y="0"/>
                  </a:lnTo>
                  <a:lnTo>
                    <a:pt x="8061109" y="1790"/>
                  </a:lnTo>
                  <a:lnTo>
                    <a:pt x="8109356" y="6832"/>
                  </a:lnTo>
                  <a:lnTo>
                    <a:pt x="8156511" y="15836"/>
                  </a:lnTo>
                  <a:lnTo>
                    <a:pt x="8202955" y="27711"/>
                  </a:lnTo>
                  <a:lnTo>
                    <a:pt x="8248319" y="43192"/>
                  </a:lnTo>
                  <a:lnTo>
                    <a:pt x="8292592" y="61556"/>
                  </a:lnTo>
                  <a:lnTo>
                    <a:pt x="8335797" y="83159"/>
                  </a:lnTo>
                  <a:lnTo>
                    <a:pt x="8377555" y="107632"/>
                  </a:lnTo>
                  <a:lnTo>
                    <a:pt x="8417877" y="134988"/>
                  </a:lnTo>
                  <a:lnTo>
                    <a:pt x="8456752" y="164871"/>
                  </a:lnTo>
                  <a:lnTo>
                    <a:pt x="8494191" y="197269"/>
                  </a:lnTo>
                  <a:lnTo>
                    <a:pt x="8529840" y="232549"/>
                  </a:lnTo>
                  <a:lnTo>
                    <a:pt x="8564029" y="269989"/>
                  </a:lnTo>
                  <a:lnTo>
                    <a:pt x="8596439" y="309600"/>
                  </a:lnTo>
                  <a:lnTo>
                    <a:pt x="8626678" y="351713"/>
                  </a:lnTo>
                  <a:lnTo>
                    <a:pt x="8655469" y="395630"/>
                  </a:lnTo>
                  <a:lnTo>
                    <a:pt x="8681758" y="441718"/>
                  </a:lnTo>
                  <a:lnTo>
                    <a:pt x="8706231" y="489953"/>
                  </a:lnTo>
                  <a:lnTo>
                    <a:pt x="8728189" y="539635"/>
                  </a:lnTo>
                  <a:lnTo>
                    <a:pt x="8747988" y="590753"/>
                  </a:lnTo>
                  <a:lnTo>
                    <a:pt x="8765628" y="644029"/>
                  </a:lnTo>
                  <a:lnTo>
                    <a:pt x="8780399" y="698398"/>
                  </a:lnTo>
                  <a:lnTo>
                    <a:pt x="8792997" y="754189"/>
                  </a:lnTo>
                  <a:lnTo>
                    <a:pt x="8802712" y="811428"/>
                  </a:lnTo>
                  <a:lnTo>
                    <a:pt x="8809913" y="869391"/>
                  </a:lnTo>
                  <a:lnTo>
                    <a:pt x="8814231" y="928789"/>
                  </a:lnTo>
                  <a:lnTo>
                    <a:pt x="8815679" y="989279"/>
                  </a:lnTo>
                  <a:lnTo>
                    <a:pt x="8815679" y="4946395"/>
                  </a:lnTo>
                  <a:lnTo>
                    <a:pt x="8814231" y="5006517"/>
                  </a:lnTo>
                  <a:lnTo>
                    <a:pt x="8809913" y="5065915"/>
                  </a:lnTo>
                  <a:lnTo>
                    <a:pt x="8802712" y="5124234"/>
                  </a:lnTo>
                  <a:lnTo>
                    <a:pt x="8792997" y="5181473"/>
                  </a:lnTo>
                  <a:lnTo>
                    <a:pt x="8780399" y="5237276"/>
                  </a:lnTo>
                  <a:lnTo>
                    <a:pt x="8765628" y="5291632"/>
                  </a:lnTo>
                  <a:lnTo>
                    <a:pt x="8747988" y="5344553"/>
                  </a:lnTo>
                  <a:lnTo>
                    <a:pt x="8728189" y="5396039"/>
                  </a:lnTo>
                  <a:lnTo>
                    <a:pt x="8706231" y="5445709"/>
                  </a:lnTo>
                  <a:lnTo>
                    <a:pt x="8681758" y="5493588"/>
                  </a:lnTo>
                  <a:lnTo>
                    <a:pt x="8655469" y="5539676"/>
                  </a:lnTo>
                  <a:lnTo>
                    <a:pt x="8626678" y="5583948"/>
                  </a:lnTo>
                  <a:lnTo>
                    <a:pt x="8596439" y="5625719"/>
                  </a:lnTo>
                  <a:lnTo>
                    <a:pt x="8564029" y="5665673"/>
                  </a:lnTo>
                  <a:lnTo>
                    <a:pt x="8529840" y="5703112"/>
                  </a:lnTo>
                  <a:lnTo>
                    <a:pt x="8494191" y="5738037"/>
                  </a:lnTo>
                  <a:lnTo>
                    <a:pt x="8456752" y="5770791"/>
                  </a:lnTo>
                  <a:lnTo>
                    <a:pt x="8417877" y="5800674"/>
                  </a:lnTo>
                  <a:lnTo>
                    <a:pt x="8377555" y="5828030"/>
                  </a:lnTo>
                  <a:lnTo>
                    <a:pt x="8335797" y="5852159"/>
                  </a:lnTo>
                  <a:lnTo>
                    <a:pt x="8292592" y="5873750"/>
                  </a:lnTo>
                  <a:lnTo>
                    <a:pt x="8248319" y="5892469"/>
                  </a:lnTo>
                  <a:lnTo>
                    <a:pt x="8202955" y="5907595"/>
                  </a:lnTo>
                  <a:lnTo>
                    <a:pt x="8156511" y="5919838"/>
                  </a:lnTo>
                  <a:lnTo>
                    <a:pt x="8109356" y="5928474"/>
                  </a:lnTo>
                  <a:lnTo>
                    <a:pt x="8061109" y="5933871"/>
                  </a:lnTo>
                  <a:lnTo>
                    <a:pt x="8012150" y="5935675"/>
                  </a:lnTo>
                  <a:lnTo>
                    <a:pt x="803516" y="5935675"/>
                  </a:lnTo>
                  <a:lnTo>
                    <a:pt x="754557" y="5933871"/>
                  </a:lnTo>
                  <a:lnTo>
                    <a:pt x="706310" y="5928474"/>
                  </a:lnTo>
                  <a:lnTo>
                    <a:pt x="658799" y="5919838"/>
                  </a:lnTo>
                  <a:lnTo>
                    <a:pt x="612711" y="5907595"/>
                  </a:lnTo>
                  <a:lnTo>
                    <a:pt x="567359" y="5892469"/>
                  </a:lnTo>
                  <a:lnTo>
                    <a:pt x="523074" y="5873750"/>
                  </a:lnTo>
                  <a:lnTo>
                    <a:pt x="479869" y="5852159"/>
                  </a:lnTo>
                  <a:lnTo>
                    <a:pt x="438111" y="5828030"/>
                  </a:lnTo>
                  <a:lnTo>
                    <a:pt x="397789" y="5800674"/>
                  </a:lnTo>
                  <a:lnTo>
                    <a:pt x="358914" y="5770791"/>
                  </a:lnTo>
                  <a:lnTo>
                    <a:pt x="321475" y="5738037"/>
                  </a:lnTo>
                  <a:lnTo>
                    <a:pt x="285838" y="5703112"/>
                  </a:lnTo>
                  <a:lnTo>
                    <a:pt x="251637" y="5665673"/>
                  </a:lnTo>
                  <a:lnTo>
                    <a:pt x="219240" y="5625719"/>
                  </a:lnTo>
                  <a:lnTo>
                    <a:pt x="188633" y="5583948"/>
                  </a:lnTo>
                  <a:lnTo>
                    <a:pt x="160197" y="5539676"/>
                  </a:lnTo>
                  <a:lnTo>
                    <a:pt x="133908" y="5493588"/>
                  </a:lnTo>
                  <a:lnTo>
                    <a:pt x="109435" y="5445709"/>
                  </a:lnTo>
                  <a:lnTo>
                    <a:pt x="87477" y="5396039"/>
                  </a:lnTo>
                  <a:lnTo>
                    <a:pt x="67678" y="5344553"/>
                  </a:lnTo>
                  <a:lnTo>
                    <a:pt x="50037" y="5291632"/>
                  </a:lnTo>
                  <a:lnTo>
                    <a:pt x="34912" y="5237276"/>
                  </a:lnTo>
                  <a:lnTo>
                    <a:pt x="22669" y="5181473"/>
                  </a:lnTo>
                  <a:lnTo>
                    <a:pt x="12598" y="5124234"/>
                  </a:lnTo>
                  <a:lnTo>
                    <a:pt x="5753" y="5065915"/>
                  </a:lnTo>
                  <a:lnTo>
                    <a:pt x="1435" y="5006517"/>
                  </a:lnTo>
                  <a:lnTo>
                    <a:pt x="0" y="4946395"/>
                  </a:lnTo>
                  <a:lnTo>
                    <a:pt x="0" y="989279"/>
                  </a:lnTo>
                  <a:close/>
                </a:path>
              </a:pathLst>
            </a:custGeom>
            <a:ln w="25919">
              <a:solidFill>
                <a:srgbClr val="00A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76552" y="209110"/>
            <a:ext cx="6503034" cy="4560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s-ES" sz="3200" spc="-80" dirty="0">
                <a:solidFill>
                  <a:srgbClr val="006699"/>
                </a:solidFill>
                <a:latin typeface="Microsoft Sans Serif"/>
                <a:cs typeface="Microsoft Sans Serif"/>
              </a:rPr>
              <a:t>Tema</a:t>
            </a:r>
            <a:r>
              <a:rPr lang="es-ES" sz="3200" spc="-15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lang="es-ES" sz="3200" dirty="0">
                <a:solidFill>
                  <a:srgbClr val="006699"/>
                </a:solidFill>
                <a:latin typeface="Microsoft Sans Serif"/>
                <a:cs typeface="Microsoft Sans Serif"/>
              </a:rPr>
              <a:t>3</a:t>
            </a:r>
            <a:r>
              <a:rPr lang="es-ES" sz="3200" spc="5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lang="es-ES" sz="3200" dirty="0">
                <a:solidFill>
                  <a:srgbClr val="006699"/>
                </a:solidFill>
                <a:latin typeface="Microsoft Sans Serif"/>
                <a:cs typeface="Microsoft Sans Serif"/>
              </a:rPr>
              <a:t>–</a:t>
            </a:r>
            <a:r>
              <a:rPr lang="es-ES" sz="3200" spc="770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lang="es-ES" sz="3200" spc="-5" dirty="0">
                <a:solidFill>
                  <a:srgbClr val="006699"/>
                </a:solidFill>
                <a:latin typeface="Microsoft Sans Serif"/>
                <a:cs typeface="Microsoft Sans Serif"/>
              </a:rPr>
              <a:t>Diagramas de Flujo</a:t>
            </a:r>
            <a:endParaRPr lang="es-ES" sz="32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6188" y="933387"/>
            <a:ext cx="7176770" cy="375856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70"/>
              </a:spcBef>
            </a:pP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Diagrama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control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flujo: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s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representación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gráfica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un </a:t>
            </a:r>
            <a:r>
              <a:rPr sz="2000" spc="-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algoritmo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proceso.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400"/>
              </a:lnSpc>
              <a:spcBef>
                <a:spcPts val="90"/>
              </a:spcBef>
            </a:pP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Ejercicio:</a:t>
            </a:r>
            <a:endParaRPr sz="2000">
              <a:latin typeface="Calibri"/>
              <a:cs typeface="Calibri"/>
            </a:endParaRPr>
          </a:p>
          <a:p>
            <a:pPr marL="12700" marR="434340"/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Entrar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https://www.lucidchart.com/</a:t>
            </a:r>
            <a:r>
              <a:rPr sz="2000" spc="-15" dirty="0">
                <a:solidFill>
                  <a:srgbClr val="0000FF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realizar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los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siguientes </a:t>
            </a:r>
            <a:r>
              <a:rPr sz="2000" spc="-43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Diagramas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Flujo.</a:t>
            </a:r>
            <a:endParaRPr sz="2000">
              <a:latin typeface="Calibri"/>
              <a:cs typeface="Calibri"/>
            </a:endParaRPr>
          </a:p>
          <a:p>
            <a:pPr marL="12700" marR="405130"/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Ejemplo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1: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Programa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que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lee dos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nmeros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muestra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suma por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pantalla.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Se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utilizan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estructuras </a:t>
            </a:r>
            <a:r>
              <a:rPr sz="1400" spc="-3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secuenciales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bsicas</a:t>
            </a:r>
            <a:endParaRPr sz="1400">
              <a:latin typeface="Calibri"/>
              <a:cs typeface="Calibri"/>
            </a:endParaRPr>
          </a:p>
          <a:p>
            <a:pPr marL="12700" marR="6256655"/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eud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 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Inicio</a:t>
            </a:r>
            <a:endParaRPr sz="1400">
              <a:latin typeface="Calibri"/>
              <a:cs typeface="Calibri"/>
            </a:endParaRPr>
          </a:p>
          <a:p>
            <a:pPr marL="926465" marR="4275455">
              <a:lnSpc>
                <a:spcPct val="99700"/>
              </a:lnSpc>
              <a:spcBef>
                <a:spcPts val="1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Leer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Nume1, Nume2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Suma=Nume1+Nume2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Visualizar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suma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es: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Suma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80"/>
              </a:lnSpc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Fin</a:t>
            </a:r>
            <a:endParaRPr sz="1400">
              <a:latin typeface="Calibri"/>
              <a:cs typeface="Calibri"/>
            </a:endParaRPr>
          </a:p>
          <a:p>
            <a:pPr>
              <a:spcBef>
                <a:spcPts val="30"/>
              </a:spcBef>
            </a:pPr>
            <a:endParaRPr sz="1350">
              <a:latin typeface="Calibri"/>
              <a:cs typeface="Calibri"/>
            </a:endParaRPr>
          </a:p>
          <a:p>
            <a:pPr marL="12700"/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Diagrama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flujo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6647" y="3059645"/>
            <a:ext cx="2900883" cy="32360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43277" y="706628"/>
            <a:ext cx="8841740" cy="5962015"/>
            <a:chOff x="706627" y="706627"/>
            <a:chExt cx="8841740" cy="5962015"/>
          </a:xfrm>
        </p:grpSpPr>
        <p:sp>
          <p:nvSpPr>
            <p:cNvPr id="3" name="object 3"/>
            <p:cNvSpPr/>
            <p:nvPr/>
          </p:nvSpPr>
          <p:spPr>
            <a:xfrm>
              <a:off x="719645" y="719645"/>
              <a:ext cx="8815705" cy="5935980"/>
            </a:xfrm>
            <a:custGeom>
              <a:avLst/>
              <a:gdLst/>
              <a:ahLst/>
              <a:cxnLst/>
              <a:rect l="l" t="t" r="r" b="b"/>
              <a:pathLst>
                <a:path w="8815705" h="5935980">
                  <a:moveTo>
                    <a:pt x="8012150" y="0"/>
                  </a:moveTo>
                  <a:lnTo>
                    <a:pt x="803516" y="0"/>
                  </a:lnTo>
                  <a:lnTo>
                    <a:pt x="754557" y="1790"/>
                  </a:lnTo>
                  <a:lnTo>
                    <a:pt x="706310" y="6832"/>
                  </a:lnTo>
                  <a:lnTo>
                    <a:pt x="658799" y="15836"/>
                  </a:lnTo>
                  <a:lnTo>
                    <a:pt x="612711" y="27711"/>
                  </a:lnTo>
                  <a:lnTo>
                    <a:pt x="567359" y="43192"/>
                  </a:lnTo>
                  <a:lnTo>
                    <a:pt x="523074" y="61556"/>
                  </a:lnTo>
                  <a:lnTo>
                    <a:pt x="479869" y="83159"/>
                  </a:lnTo>
                  <a:lnTo>
                    <a:pt x="438111" y="107632"/>
                  </a:lnTo>
                  <a:lnTo>
                    <a:pt x="397789" y="134988"/>
                  </a:lnTo>
                  <a:lnTo>
                    <a:pt x="358914" y="164871"/>
                  </a:lnTo>
                  <a:lnTo>
                    <a:pt x="321475" y="197269"/>
                  </a:lnTo>
                  <a:lnTo>
                    <a:pt x="285838" y="232549"/>
                  </a:lnTo>
                  <a:lnTo>
                    <a:pt x="251637" y="269989"/>
                  </a:lnTo>
                  <a:lnTo>
                    <a:pt x="219240" y="309600"/>
                  </a:lnTo>
                  <a:lnTo>
                    <a:pt x="188633" y="351713"/>
                  </a:lnTo>
                  <a:lnTo>
                    <a:pt x="160197" y="395630"/>
                  </a:lnTo>
                  <a:lnTo>
                    <a:pt x="133908" y="441718"/>
                  </a:lnTo>
                  <a:lnTo>
                    <a:pt x="109435" y="489953"/>
                  </a:lnTo>
                  <a:lnTo>
                    <a:pt x="87477" y="539635"/>
                  </a:lnTo>
                  <a:lnTo>
                    <a:pt x="67678" y="590753"/>
                  </a:lnTo>
                  <a:lnTo>
                    <a:pt x="50037" y="644029"/>
                  </a:lnTo>
                  <a:lnTo>
                    <a:pt x="34912" y="698398"/>
                  </a:lnTo>
                  <a:lnTo>
                    <a:pt x="22669" y="754189"/>
                  </a:lnTo>
                  <a:lnTo>
                    <a:pt x="12598" y="811428"/>
                  </a:lnTo>
                  <a:lnTo>
                    <a:pt x="5753" y="869391"/>
                  </a:lnTo>
                  <a:lnTo>
                    <a:pt x="1435" y="928789"/>
                  </a:lnTo>
                  <a:lnTo>
                    <a:pt x="0" y="989279"/>
                  </a:lnTo>
                  <a:lnTo>
                    <a:pt x="0" y="4946395"/>
                  </a:lnTo>
                  <a:lnTo>
                    <a:pt x="1435" y="5006517"/>
                  </a:lnTo>
                  <a:lnTo>
                    <a:pt x="5753" y="5065915"/>
                  </a:lnTo>
                  <a:lnTo>
                    <a:pt x="12598" y="5124234"/>
                  </a:lnTo>
                  <a:lnTo>
                    <a:pt x="22669" y="5181473"/>
                  </a:lnTo>
                  <a:lnTo>
                    <a:pt x="34912" y="5237276"/>
                  </a:lnTo>
                  <a:lnTo>
                    <a:pt x="50037" y="5291632"/>
                  </a:lnTo>
                  <a:lnTo>
                    <a:pt x="67678" y="5344553"/>
                  </a:lnTo>
                  <a:lnTo>
                    <a:pt x="87477" y="5396039"/>
                  </a:lnTo>
                  <a:lnTo>
                    <a:pt x="109435" y="5445709"/>
                  </a:lnTo>
                  <a:lnTo>
                    <a:pt x="133908" y="5493588"/>
                  </a:lnTo>
                  <a:lnTo>
                    <a:pt x="160197" y="5539676"/>
                  </a:lnTo>
                  <a:lnTo>
                    <a:pt x="188633" y="5583948"/>
                  </a:lnTo>
                  <a:lnTo>
                    <a:pt x="219240" y="5625719"/>
                  </a:lnTo>
                  <a:lnTo>
                    <a:pt x="251637" y="5665673"/>
                  </a:lnTo>
                  <a:lnTo>
                    <a:pt x="285838" y="5703112"/>
                  </a:lnTo>
                  <a:lnTo>
                    <a:pt x="321475" y="5738037"/>
                  </a:lnTo>
                  <a:lnTo>
                    <a:pt x="358914" y="5770791"/>
                  </a:lnTo>
                  <a:lnTo>
                    <a:pt x="397789" y="5800674"/>
                  </a:lnTo>
                  <a:lnTo>
                    <a:pt x="438111" y="5828030"/>
                  </a:lnTo>
                  <a:lnTo>
                    <a:pt x="479869" y="5852159"/>
                  </a:lnTo>
                  <a:lnTo>
                    <a:pt x="523074" y="5873750"/>
                  </a:lnTo>
                  <a:lnTo>
                    <a:pt x="567359" y="5892469"/>
                  </a:lnTo>
                  <a:lnTo>
                    <a:pt x="612711" y="5907595"/>
                  </a:lnTo>
                  <a:lnTo>
                    <a:pt x="658799" y="5919838"/>
                  </a:lnTo>
                  <a:lnTo>
                    <a:pt x="706310" y="5928474"/>
                  </a:lnTo>
                  <a:lnTo>
                    <a:pt x="754557" y="5933871"/>
                  </a:lnTo>
                  <a:lnTo>
                    <a:pt x="803516" y="5935675"/>
                  </a:lnTo>
                  <a:lnTo>
                    <a:pt x="8012150" y="5935675"/>
                  </a:lnTo>
                  <a:lnTo>
                    <a:pt x="8061109" y="5933871"/>
                  </a:lnTo>
                  <a:lnTo>
                    <a:pt x="8109356" y="5928474"/>
                  </a:lnTo>
                  <a:lnTo>
                    <a:pt x="8156511" y="5919838"/>
                  </a:lnTo>
                  <a:lnTo>
                    <a:pt x="8202955" y="5907595"/>
                  </a:lnTo>
                  <a:lnTo>
                    <a:pt x="8248319" y="5892469"/>
                  </a:lnTo>
                  <a:lnTo>
                    <a:pt x="8292592" y="5873750"/>
                  </a:lnTo>
                  <a:lnTo>
                    <a:pt x="8335797" y="5852159"/>
                  </a:lnTo>
                  <a:lnTo>
                    <a:pt x="8377555" y="5828030"/>
                  </a:lnTo>
                  <a:lnTo>
                    <a:pt x="8417877" y="5800674"/>
                  </a:lnTo>
                  <a:lnTo>
                    <a:pt x="8456752" y="5770791"/>
                  </a:lnTo>
                  <a:lnTo>
                    <a:pt x="8494191" y="5738037"/>
                  </a:lnTo>
                  <a:lnTo>
                    <a:pt x="8529840" y="5703112"/>
                  </a:lnTo>
                  <a:lnTo>
                    <a:pt x="8564029" y="5665673"/>
                  </a:lnTo>
                  <a:lnTo>
                    <a:pt x="8596439" y="5625719"/>
                  </a:lnTo>
                  <a:lnTo>
                    <a:pt x="8626678" y="5583948"/>
                  </a:lnTo>
                  <a:lnTo>
                    <a:pt x="8655469" y="5539676"/>
                  </a:lnTo>
                  <a:lnTo>
                    <a:pt x="8681758" y="5493588"/>
                  </a:lnTo>
                  <a:lnTo>
                    <a:pt x="8706231" y="5445709"/>
                  </a:lnTo>
                  <a:lnTo>
                    <a:pt x="8728189" y="5396039"/>
                  </a:lnTo>
                  <a:lnTo>
                    <a:pt x="8747988" y="5344553"/>
                  </a:lnTo>
                  <a:lnTo>
                    <a:pt x="8765628" y="5291632"/>
                  </a:lnTo>
                  <a:lnTo>
                    <a:pt x="8780399" y="5237276"/>
                  </a:lnTo>
                  <a:lnTo>
                    <a:pt x="8792997" y="5181473"/>
                  </a:lnTo>
                  <a:lnTo>
                    <a:pt x="8802712" y="5124234"/>
                  </a:lnTo>
                  <a:lnTo>
                    <a:pt x="8809913" y="5065915"/>
                  </a:lnTo>
                  <a:lnTo>
                    <a:pt x="8814231" y="5006517"/>
                  </a:lnTo>
                  <a:lnTo>
                    <a:pt x="8815679" y="4946395"/>
                  </a:lnTo>
                  <a:lnTo>
                    <a:pt x="8815679" y="989279"/>
                  </a:lnTo>
                  <a:lnTo>
                    <a:pt x="8814231" y="928789"/>
                  </a:lnTo>
                  <a:lnTo>
                    <a:pt x="8809913" y="869391"/>
                  </a:lnTo>
                  <a:lnTo>
                    <a:pt x="8802712" y="811428"/>
                  </a:lnTo>
                  <a:lnTo>
                    <a:pt x="8792997" y="754189"/>
                  </a:lnTo>
                  <a:lnTo>
                    <a:pt x="8780399" y="698398"/>
                  </a:lnTo>
                  <a:lnTo>
                    <a:pt x="8765628" y="644029"/>
                  </a:lnTo>
                  <a:lnTo>
                    <a:pt x="8747988" y="590753"/>
                  </a:lnTo>
                  <a:lnTo>
                    <a:pt x="8728189" y="539635"/>
                  </a:lnTo>
                  <a:lnTo>
                    <a:pt x="8706231" y="489953"/>
                  </a:lnTo>
                  <a:lnTo>
                    <a:pt x="8681758" y="441718"/>
                  </a:lnTo>
                  <a:lnTo>
                    <a:pt x="8655469" y="395630"/>
                  </a:lnTo>
                  <a:lnTo>
                    <a:pt x="8626678" y="351713"/>
                  </a:lnTo>
                  <a:lnTo>
                    <a:pt x="8596439" y="309600"/>
                  </a:lnTo>
                  <a:lnTo>
                    <a:pt x="8564029" y="269989"/>
                  </a:lnTo>
                  <a:lnTo>
                    <a:pt x="8529840" y="232549"/>
                  </a:lnTo>
                  <a:lnTo>
                    <a:pt x="8494191" y="197269"/>
                  </a:lnTo>
                  <a:lnTo>
                    <a:pt x="8456752" y="164871"/>
                  </a:lnTo>
                  <a:lnTo>
                    <a:pt x="8417877" y="134988"/>
                  </a:lnTo>
                  <a:lnTo>
                    <a:pt x="8377555" y="107632"/>
                  </a:lnTo>
                  <a:lnTo>
                    <a:pt x="8335797" y="83159"/>
                  </a:lnTo>
                  <a:lnTo>
                    <a:pt x="8292592" y="61556"/>
                  </a:lnTo>
                  <a:lnTo>
                    <a:pt x="8248319" y="43192"/>
                  </a:lnTo>
                  <a:lnTo>
                    <a:pt x="8202955" y="27711"/>
                  </a:lnTo>
                  <a:lnTo>
                    <a:pt x="8156511" y="15836"/>
                  </a:lnTo>
                  <a:lnTo>
                    <a:pt x="8109356" y="6832"/>
                  </a:lnTo>
                  <a:lnTo>
                    <a:pt x="8061109" y="1790"/>
                  </a:lnTo>
                  <a:lnTo>
                    <a:pt x="8012150" y="0"/>
                  </a:lnTo>
                  <a:close/>
                </a:path>
              </a:pathLst>
            </a:custGeom>
            <a:solidFill>
              <a:srgbClr val="006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19645" y="719645"/>
              <a:ext cx="8815705" cy="5935980"/>
            </a:xfrm>
            <a:custGeom>
              <a:avLst/>
              <a:gdLst/>
              <a:ahLst/>
              <a:cxnLst/>
              <a:rect l="l" t="t" r="r" b="b"/>
              <a:pathLst>
                <a:path w="8815705" h="5935980">
                  <a:moveTo>
                    <a:pt x="0" y="989279"/>
                  </a:moveTo>
                  <a:lnTo>
                    <a:pt x="1435" y="928789"/>
                  </a:lnTo>
                  <a:lnTo>
                    <a:pt x="5753" y="869391"/>
                  </a:lnTo>
                  <a:lnTo>
                    <a:pt x="12598" y="811428"/>
                  </a:lnTo>
                  <a:lnTo>
                    <a:pt x="22669" y="754189"/>
                  </a:lnTo>
                  <a:lnTo>
                    <a:pt x="34912" y="698398"/>
                  </a:lnTo>
                  <a:lnTo>
                    <a:pt x="50037" y="644029"/>
                  </a:lnTo>
                  <a:lnTo>
                    <a:pt x="67678" y="590753"/>
                  </a:lnTo>
                  <a:lnTo>
                    <a:pt x="87477" y="539635"/>
                  </a:lnTo>
                  <a:lnTo>
                    <a:pt x="109435" y="489953"/>
                  </a:lnTo>
                  <a:lnTo>
                    <a:pt x="133908" y="441718"/>
                  </a:lnTo>
                  <a:lnTo>
                    <a:pt x="160197" y="395630"/>
                  </a:lnTo>
                  <a:lnTo>
                    <a:pt x="188633" y="351713"/>
                  </a:lnTo>
                  <a:lnTo>
                    <a:pt x="219240" y="309600"/>
                  </a:lnTo>
                  <a:lnTo>
                    <a:pt x="251637" y="269989"/>
                  </a:lnTo>
                  <a:lnTo>
                    <a:pt x="285838" y="232549"/>
                  </a:lnTo>
                  <a:lnTo>
                    <a:pt x="321475" y="197269"/>
                  </a:lnTo>
                  <a:lnTo>
                    <a:pt x="358914" y="164871"/>
                  </a:lnTo>
                  <a:lnTo>
                    <a:pt x="397789" y="134988"/>
                  </a:lnTo>
                  <a:lnTo>
                    <a:pt x="438111" y="107632"/>
                  </a:lnTo>
                  <a:lnTo>
                    <a:pt x="479869" y="83159"/>
                  </a:lnTo>
                  <a:lnTo>
                    <a:pt x="523074" y="61556"/>
                  </a:lnTo>
                  <a:lnTo>
                    <a:pt x="567359" y="43192"/>
                  </a:lnTo>
                  <a:lnTo>
                    <a:pt x="612711" y="27711"/>
                  </a:lnTo>
                  <a:lnTo>
                    <a:pt x="658799" y="15836"/>
                  </a:lnTo>
                  <a:lnTo>
                    <a:pt x="706310" y="6832"/>
                  </a:lnTo>
                  <a:lnTo>
                    <a:pt x="754557" y="1790"/>
                  </a:lnTo>
                  <a:lnTo>
                    <a:pt x="803516" y="0"/>
                  </a:lnTo>
                  <a:lnTo>
                    <a:pt x="8012150" y="0"/>
                  </a:lnTo>
                  <a:lnTo>
                    <a:pt x="8061109" y="1790"/>
                  </a:lnTo>
                  <a:lnTo>
                    <a:pt x="8109356" y="6832"/>
                  </a:lnTo>
                  <a:lnTo>
                    <a:pt x="8156511" y="15836"/>
                  </a:lnTo>
                  <a:lnTo>
                    <a:pt x="8202955" y="27711"/>
                  </a:lnTo>
                  <a:lnTo>
                    <a:pt x="8248319" y="43192"/>
                  </a:lnTo>
                  <a:lnTo>
                    <a:pt x="8292592" y="61556"/>
                  </a:lnTo>
                  <a:lnTo>
                    <a:pt x="8335797" y="83159"/>
                  </a:lnTo>
                  <a:lnTo>
                    <a:pt x="8377555" y="107632"/>
                  </a:lnTo>
                  <a:lnTo>
                    <a:pt x="8417877" y="134988"/>
                  </a:lnTo>
                  <a:lnTo>
                    <a:pt x="8456752" y="164871"/>
                  </a:lnTo>
                  <a:lnTo>
                    <a:pt x="8494191" y="197269"/>
                  </a:lnTo>
                  <a:lnTo>
                    <a:pt x="8529840" y="232549"/>
                  </a:lnTo>
                  <a:lnTo>
                    <a:pt x="8564029" y="269989"/>
                  </a:lnTo>
                  <a:lnTo>
                    <a:pt x="8596439" y="309600"/>
                  </a:lnTo>
                  <a:lnTo>
                    <a:pt x="8626678" y="351713"/>
                  </a:lnTo>
                  <a:lnTo>
                    <a:pt x="8655469" y="395630"/>
                  </a:lnTo>
                  <a:lnTo>
                    <a:pt x="8681758" y="441718"/>
                  </a:lnTo>
                  <a:lnTo>
                    <a:pt x="8706231" y="489953"/>
                  </a:lnTo>
                  <a:lnTo>
                    <a:pt x="8728189" y="539635"/>
                  </a:lnTo>
                  <a:lnTo>
                    <a:pt x="8747988" y="590753"/>
                  </a:lnTo>
                  <a:lnTo>
                    <a:pt x="8765628" y="644029"/>
                  </a:lnTo>
                  <a:lnTo>
                    <a:pt x="8780399" y="698398"/>
                  </a:lnTo>
                  <a:lnTo>
                    <a:pt x="8792997" y="754189"/>
                  </a:lnTo>
                  <a:lnTo>
                    <a:pt x="8802712" y="811428"/>
                  </a:lnTo>
                  <a:lnTo>
                    <a:pt x="8809913" y="869391"/>
                  </a:lnTo>
                  <a:lnTo>
                    <a:pt x="8814231" y="928789"/>
                  </a:lnTo>
                  <a:lnTo>
                    <a:pt x="8815679" y="989279"/>
                  </a:lnTo>
                  <a:lnTo>
                    <a:pt x="8815679" y="4946395"/>
                  </a:lnTo>
                  <a:lnTo>
                    <a:pt x="8814231" y="5006517"/>
                  </a:lnTo>
                  <a:lnTo>
                    <a:pt x="8809913" y="5065915"/>
                  </a:lnTo>
                  <a:lnTo>
                    <a:pt x="8802712" y="5124234"/>
                  </a:lnTo>
                  <a:lnTo>
                    <a:pt x="8792997" y="5181473"/>
                  </a:lnTo>
                  <a:lnTo>
                    <a:pt x="8780399" y="5237276"/>
                  </a:lnTo>
                  <a:lnTo>
                    <a:pt x="8765628" y="5291632"/>
                  </a:lnTo>
                  <a:lnTo>
                    <a:pt x="8747988" y="5344553"/>
                  </a:lnTo>
                  <a:lnTo>
                    <a:pt x="8728189" y="5396039"/>
                  </a:lnTo>
                  <a:lnTo>
                    <a:pt x="8706231" y="5445709"/>
                  </a:lnTo>
                  <a:lnTo>
                    <a:pt x="8681758" y="5493588"/>
                  </a:lnTo>
                  <a:lnTo>
                    <a:pt x="8655469" y="5539676"/>
                  </a:lnTo>
                  <a:lnTo>
                    <a:pt x="8626678" y="5583948"/>
                  </a:lnTo>
                  <a:lnTo>
                    <a:pt x="8596439" y="5625719"/>
                  </a:lnTo>
                  <a:lnTo>
                    <a:pt x="8564029" y="5665673"/>
                  </a:lnTo>
                  <a:lnTo>
                    <a:pt x="8529840" y="5703112"/>
                  </a:lnTo>
                  <a:lnTo>
                    <a:pt x="8494191" y="5738037"/>
                  </a:lnTo>
                  <a:lnTo>
                    <a:pt x="8456752" y="5770791"/>
                  </a:lnTo>
                  <a:lnTo>
                    <a:pt x="8417877" y="5800674"/>
                  </a:lnTo>
                  <a:lnTo>
                    <a:pt x="8377555" y="5828030"/>
                  </a:lnTo>
                  <a:lnTo>
                    <a:pt x="8335797" y="5852159"/>
                  </a:lnTo>
                  <a:lnTo>
                    <a:pt x="8292592" y="5873750"/>
                  </a:lnTo>
                  <a:lnTo>
                    <a:pt x="8248319" y="5892469"/>
                  </a:lnTo>
                  <a:lnTo>
                    <a:pt x="8202955" y="5907595"/>
                  </a:lnTo>
                  <a:lnTo>
                    <a:pt x="8156511" y="5919838"/>
                  </a:lnTo>
                  <a:lnTo>
                    <a:pt x="8109356" y="5928474"/>
                  </a:lnTo>
                  <a:lnTo>
                    <a:pt x="8061109" y="5933871"/>
                  </a:lnTo>
                  <a:lnTo>
                    <a:pt x="8012150" y="5935675"/>
                  </a:lnTo>
                  <a:lnTo>
                    <a:pt x="803516" y="5935675"/>
                  </a:lnTo>
                  <a:lnTo>
                    <a:pt x="754557" y="5933871"/>
                  </a:lnTo>
                  <a:lnTo>
                    <a:pt x="706310" y="5928474"/>
                  </a:lnTo>
                  <a:lnTo>
                    <a:pt x="658799" y="5919838"/>
                  </a:lnTo>
                  <a:lnTo>
                    <a:pt x="612711" y="5907595"/>
                  </a:lnTo>
                  <a:lnTo>
                    <a:pt x="567359" y="5892469"/>
                  </a:lnTo>
                  <a:lnTo>
                    <a:pt x="523074" y="5873750"/>
                  </a:lnTo>
                  <a:lnTo>
                    <a:pt x="479869" y="5852159"/>
                  </a:lnTo>
                  <a:lnTo>
                    <a:pt x="438111" y="5828030"/>
                  </a:lnTo>
                  <a:lnTo>
                    <a:pt x="397789" y="5800674"/>
                  </a:lnTo>
                  <a:lnTo>
                    <a:pt x="358914" y="5770791"/>
                  </a:lnTo>
                  <a:lnTo>
                    <a:pt x="321475" y="5738037"/>
                  </a:lnTo>
                  <a:lnTo>
                    <a:pt x="285838" y="5703112"/>
                  </a:lnTo>
                  <a:lnTo>
                    <a:pt x="251637" y="5665673"/>
                  </a:lnTo>
                  <a:lnTo>
                    <a:pt x="219240" y="5625719"/>
                  </a:lnTo>
                  <a:lnTo>
                    <a:pt x="188633" y="5583948"/>
                  </a:lnTo>
                  <a:lnTo>
                    <a:pt x="160197" y="5539676"/>
                  </a:lnTo>
                  <a:lnTo>
                    <a:pt x="133908" y="5493588"/>
                  </a:lnTo>
                  <a:lnTo>
                    <a:pt x="109435" y="5445709"/>
                  </a:lnTo>
                  <a:lnTo>
                    <a:pt x="87477" y="5396039"/>
                  </a:lnTo>
                  <a:lnTo>
                    <a:pt x="67678" y="5344553"/>
                  </a:lnTo>
                  <a:lnTo>
                    <a:pt x="50037" y="5291632"/>
                  </a:lnTo>
                  <a:lnTo>
                    <a:pt x="34912" y="5237276"/>
                  </a:lnTo>
                  <a:lnTo>
                    <a:pt x="22669" y="5181473"/>
                  </a:lnTo>
                  <a:lnTo>
                    <a:pt x="12598" y="5124234"/>
                  </a:lnTo>
                  <a:lnTo>
                    <a:pt x="5753" y="5065915"/>
                  </a:lnTo>
                  <a:lnTo>
                    <a:pt x="1435" y="5006517"/>
                  </a:lnTo>
                  <a:lnTo>
                    <a:pt x="0" y="4946395"/>
                  </a:lnTo>
                  <a:lnTo>
                    <a:pt x="0" y="989279"/>
                  </a:lnTo>
                  <a:close/>
                </a:path>
              </a:pathLst>
            </a:custGeom>
            <a:ln w="25919">
              <a:solidFill>
                <a:srgbClr val="00A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76552" y="209110"/>
            <a:ext cx="6503034" cy="4560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s-ES" sz="3200" spc="-80" dirty="0">
                <a:solidFill>
                  <a:srgbClr val="006699"/>
                </a:solidFill>
                <a:latin typeface="Microsoft Sans Serif"/>
                <a:cs typeface="Microsoft Sans Serif"/>
              </a:rPr>
              <a:t>Tema</a:t>
            </a:r>
            <a:r>
              <a:rPr lang="es-ES" sz="3200" spc="-15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lang="es-ES" sz="3200" dirty="0">
                <a:solidFill>
                  <a:srgbClr val="006699"/>
                </a:solidFill>
                <a:latin typeface="Microsoft Sans Serif"/>
                <a:cs typeface="Microsoft Sans Serif"/>
              </a:rPr>
              <a:t>3</a:t>
            </a:r>
            <a:r>
              <a:rPr lang="es-ES" sz="3200" spc="5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lang="es-ES" sz="3200" dirty="0">
                <a:solidFill>
                  <a:srgbClr val="006699"/>
                </a:solidFill>
                <a:latin typeface="Microsoft Sans Serif"/>
                <a:cs typeface="Microsoft Sans Serif"/>
              </a:rPr>
              <a:t>–</a:t>
            </a:r>
            <a:r>
              <a:rPr lang="es-ES" sz="3200" spc="770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lang="es-ES" sz="3200" spc="-5" dirty="0">
                <a:solidFill>
                  <a:srgbClr val="006699"/>
                </a:solidFill>
                <a:latin typeface="Microsoft Sans Serif"/>
                <a:cs typeface="Microsoft Sans Serif"/>
              </a:rPr>
              <a:t>Diagramas de Flujo</a:t>
            </a:r>
            <a:endParaRPr lang="es-ES" sz="32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6188" y="933386"/>
            <a:ext cx="7278370" cy="22656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106680">
              <a:lnSpc>
                <a:spcPct val="101000"/>
              </a:lnSpc>
              <a:spcBef>
                <a:spcPts val="70"/>
              </a:spcBef>
            </a:pP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Diagrama 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control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400" b="1" spc="-15" dirty="0">
                <a:solidFill>
                  <a:srgbClr val="FFFFFF"/>
                </a:solidFill>
                <a:latin typeface="Calibri"/>
                <a:cs typeface="Calibri"/>
              </a:rPr>
              <a:t>flujo: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s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representación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gráfica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un </a:t>
            </a:r>
            <a:r>
              <a:rPr sz="2000" spc="-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algoritmo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proceso.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400"/>
              </a:lnSpc>
              <a:spcBef>
                <a:spcPts val="90"/>
              </a:spcBef>
            </a:pP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Ejercicio:</a:t>
            </a:r>
            <a:endParaRPr sz="2000">
              <a:latin typeface="Calibri"/>
              <a:cs typeface="Calibri"/>
            </a:endParaRPr>
          </a:p>
          <a:p>
            <a:pPr marL="12700" marR="535940"/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Entrar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https://www.lucidchart.com/</a:t>
            </a:r>
            <a:r>
              <a:rPr sz="2000" spc="-15" dirty="0">
                <a:solidFill>
                  <a:srgbClr val="0000FF"/>
                </a:solidFill>
                <a:latin typeface="Calibri"/>
                <a:cs typeface="Calibri"/>
                <a:hlinkClick r:id="rId2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realizar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los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siguientes </a:t>
            </a:r>
            <a:r>
              <a:rPr sz="2000" spc="-43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Diagramas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Flujo.</a:t>
            </a:r>
            <a:endParaRPr sz="2000">
              <a:latin typeface="Calibri"/>
              <a:cs typeface="Calibri"/>
            </a:endParaRPr>
          </a:p>
          <a:p>
            <a:pPr marL="12700"/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Ejemplo</a:t>
            </a:r>
            <a:r>
              <a:rPr sz="1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2:</a:t>
            </a:r>
            <a:endParaRPr sz="1400">
              <a:latin typeface="Calibri"/>
              <a:cs typeface="Calibri"/>
            </a:endParaRPr>
          </a:p>
          <a:p>
            <a:pPr marL="12700" marR="5080">
              <a:spcBef>
                <a:spcPts val="5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Programa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que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lee dos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números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muestra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el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mayor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de ellos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en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pantalla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si son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iguales deber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mostrar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un </a:t>
            </a:r>
            <a:r>
              <a:rPr sz="1400" spc="-3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menaje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pantalla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indicándolo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Se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utiliza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estructura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condicional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comprobar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los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valores.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1284" y="3419640"/>
            <a:ext cx="6701396" cy="28760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4025" y="874743"/>
            <a:ext cx="6502400" cy="4560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s-ES" sz="3200" spc="-80" dirty="0">
                <a:solidFill>
                  <a:srgbClr val="006699"/>
                </a:solidFill>
                <a:latin typeface="Microsoft Sans Serif"/>
                <a:cs typeface="Microsoft Sans Serif"/>
              </a:rPr>
              <a:t>Tema</a:t>
            </a:r>
            <a:r>
              <a:rPr lang="es-ES" sz="3200" spc="-15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lang="es-ES" sz="3200" dirty="0">
                <a:solidFill>
                  <a:srgbClr val="006699"/>
                </a:solidFill>
                <a:latin typeface="Microsoft Sans Serif"/>
                <a:cs typeface="Microsoft Sans Serif"/>
              </a:rPr>
              <a:t>3</a:t>
            </a:r>
            <a:r>
              <a:rPr lang="es-ES" sz="3200" spc="5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lang="es-ES" sz="3200" dirty="0">
                <a:solidFill>
                  <a:srgbClr val="006699"/>
                </a:solidFill>
                <a:latin typeface="Microsoft Sans Serif"/>
                <a:cs typeface="Microsoft Sans Serif"/>
              </a:rPr>
              <a:t>–</a:t>
            </a:r>
            <a:r>
              <a:rPr lang="es-ES" sz="3200" spc="770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lang="es-ES" sz="3200" spc="-5" dirty="0">
                <a:solidFill>
                  <a:srgbClr val="006699"/>
                </a:solidFill>
                <a:latin typeface="Microsoft Sans Serif"/>
                <a:cs typeface="Microsoft Sans Serif"/>
              </a:rPr>
              <a:t>Diagramas de Flujo</a:t>
            </a:r>
            <a:endParaRPr lang="es-ES" sz="3200" dirty="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05114" y="1673225"/>
            <a:ext cx="8564880" cy="4693920"/>
            <a:chOff x="668464" y="1673225"/>
            <a:chExt cx="8564880" cy="4693920"/>
          </a:xfrm>
        </p:grpSpPr>
        <p:sp>
          <p:nvSpPr>
            <p:cNvPr id="4" name="object 4"/>
            <p:cNvSpPr/>
            <p:nvPr/>
          </p:nvSpPr>
          <p:spPr>
            <a:xfrm>
              <a:off x="681481" y="1686242"/>
              <a:ext cx="8538845" cy="4667885"/>
            </a:xfrm>
            <a:custGeom>
              <a:avLst/>
              <a:gdLst/>
              <a:ahLst/>
              <a:cxnLst/>
              <a:rect l="l" t="t" r="r" b="b"/>
              <a:pathLst>
                <a:path w="8538845" h="4667885">
                  <a:moveTo>
                    <a:pt x="7760157" y="0"/>
                  </a:moveTo>
                  <a:lnTo>
                    <a:pt x="778319" y="0"/>
                  </a:lnTo>
                  <a:lnTo>
                    <a:pt x="730796" y="1079"/>
                  </a:lnTo>
                  <a:lnTo>
                    <a:pt x="683996" y="5397"/>
                  </a:lnTo>
                  <a:lnTo>
                    <a:pt x="638276" y="12242"/>
                  </a:lnTo>
                  <a:lnTo>
                    <a:pt x="593280" y="21958"/>
                  </a:lnTo>
                  <a:lnTo>
                    <a:pt x="549363" y="33832"/>
                  </a:lnTo>
                  <a:lnTo>
                    <a:pt x="506514" y="48602"/>
                  </a:lnTo>
                  <a:lnTo>
                    <a:pt x="464756" y="65519"/>
                  </a:lnTo>
                  <a:lnTo>
                    <a:pt x="424434" y="84594"/>
                  </a:lnTo>
                  <a:lnTo>
                    <a:pt x="385203" y="106197"/>
                  </a:lnTo>
                  <a:lnTo>
                    <a:pt x="347764" y="129603"/>
                  </a:lnTo>
                  <a:lnTo>
                    <a:pt x="311404" y="155155"/>
                  </a:lnTo>
                  <a:lnTo>
                    <a:pt x="276834" y="182880"/>
                  </a:lnTo>
                  <a:lnTo>
                    <a:pt x="243712" y="212394"/>
                  </a:lnTo>
                  <a:lnTo>
                    <a:pt x="212394" y="243357"/>
                  </a:lnTo>
                  <a:lnTo>
                    <a:pt x="182880" y="276479"/>
                  </a:lnTo>
                  <a:lnTo>
                    <a:pt x="155155" y="311035"/>
                  </a:lnTo>
                  <a:lnTo>
                    <a:pt x="129603" y="347395"/>
                  </a:lnTo>
                  <a:lnTo>
                    <a:pt x="106197" y="385203"/>
                  </a:lnTo>
                  <a:lnTo>
                    <a:pt x="84594" y="424078"/>
                  </a:lnTo>
                  <a:lnTo>
                    <a:pt x="65519" y="464756"/>
                  </a:lnTo>
                  <a:lnTo>
                    <a:pt x="48602" y="506158"/>
                  </a:lnTo>
                  <a:lnTo>
                    <a:pt x="33832" y="548995"/>
                  </a:lnTo>
                  <a:lnTo>
                    <a:pt x="21958" y="592912"/>
                  </a:lnTo>
                  <a:lnTo>
                    <a:pt x="12242" y="637921"/>
                  </a:lnTo>
                  <a:lnTo>
                    <a:pt x="5397" y="683641"/>
                  </a:lnTo>
                  <a:lnTo>
                    <a:pt x="1079" y="730440"/>
                  </a:lnTo>
                  <a:lnTo>
                    <a:pt x="0" y="777595"/>
                  </a:lnTo>
                  <a:lnTo>
                    <a:pt x="0" y="3889438"/>
                  </a:lnTo>
                  <a:lnTo>
                    <a:pt x="1079" y="3936961"/>
                  </a:lnTo>
                  <a:lnTo>
                    <a:pt x="5397" y="3983761"/>
                  </a:lnTo>
                  <a:lnTo>
                    <a:pt x="12242" y="4029481"/>
                  </a:lnTo>
                  <a:lnTo>
                    <a:pt x="21958" y="4074477"/>
                  </a:lnTo>
                  <a:lnTo>
                    <a:pt x="33832" y="4118394"/>
                  </a:lnTo>
                  <a:lnTo>
                    <a:pt x="48602" y="4160875"/>
                  </a:lnTo>
                  <a:lnTo>
                    <a:pt x="65519" y="4202633"/>
                  </a:lnTo>
                  <a:lnTo>
                    <a:pt x="84594" y="4243311"/>
                  </a:lnTo>
                  <a:lnTo>
                    <a:pt x="106197" y="4282198"/>
                  </a:lnTo>
                  <a:lnTo>
                    <a:pt x="129603" y="4319993"/>
                  </a:lnTo>
                  <a:lnTo>
                    <a:pt x="155155" y="4355998"/>
                  </a:lnTo>
                  <a:lnTo>
                    <a:pt x="182880" y="4390923"/>
                  </a:lnTo>
                  <a:lnTo>
                    <a:pt x="212394" y="4423676"/>
                  </a:lnTo>
                  <a:lnTo>
                    <a:pt x="243712" y="4454994"/>
                  </a:lnTo>
                  <a:lnTo>
                    <a:pt x="276834" y="4484522"/>
                  </a:lnTo>
                  <a:lnTo>
                    <a:pt x="311404" y="4512233"/>
                  </a:lnTo>
                  <a:lnTo>
                    <a:pt x="347764" y="4537798"/>
                  </a:lnTo>
                  <a:lnTo>
                    <a:pt x="385203" y="4561192"/>
                  </a:lnTo>
                  <a:lnTo>
                    <a:pt x="424434" y="4582795"/>
                  </a:lnTo>
                  <a:lnTo>
                    <a:pt x="464756" y="4601883"/>
                  </a:lnTo>
                  <a:lnTo>
                    <a:pt x="506514" y="4618799"/>
                  </a:lnTo>
                  <a:lnTo>
                    <a:pt x="549363" y="4633556"/>
                  </a:lnTo>
                  <a:lnTo>
                    <a:pt x="593280" y="4645431"/>
                  </a:lnTo>
                  <a:lnTo>
                    <a:pt x="638276" y="4655159"/>
                  </a:lnTo>
                  <a:lnTo>
                    <a:pt x="683996" y="4661992"/>
                  </a:lnTo>
                  <a:lnTo>
                    <a:pt x="730796" y="4665954"/>
                  </a:lnTo>
                  <a:lnTo>
                    <a:pt x="778319" y="4667402"/>
                  </a:lnTo>
                  <a:lnTo>
                    <a:pt x="7760157" y="4667402"/>
                  </a:lnTo>
                  <a:lnTo>
                    <a:pt x="7807680" y="4665954"/>
                  </a:lnTo>
                  <a:lnTo>
                    <a:pt x="7854480" y="4661992"/>
                  </a:lnTo>
                  <a:lnTo>
                    <a:pt x="7900200" y="4655159"/>
                  </a:lnTo>
                  <a:lnTo>
                    <a:pt x="7945196" y="4645431"/>
                  </a:lnTo>
                  <a:lnTo>
                    <a:pt x="7989112" y="4633556"/>
                  </a:lnTo>
                  <a:lnTo>
                    <a:pt x="8031962" y="4618799"/>
                  </a:lnTo>
                  <a:lnTo>
                    <a:pt x="8073720" y="4601883"/>
                  </a:lnTo>
                  <a:lnTo>
                    <a:pt x="8114042" y="4582795"/>
                  </a:lnTo>
                  <a:lnTo>
                    <a:pt x="8153273" y="4561192"/>
                  </a:lnTo>
                  <a:lnTo>
                    <a:pt x="8190712" y="4537798"/>
                  </a:lnTo>
                  <a:lnTo>
                    <a:pt x="8227072" y="4512233"/>
                  </a:lnTo>
                  <a:lnTo>
                    <a:pt x="8261642" y="4484522"/>
                  </a:lnTo>
                  <a:lnTo>
                    <a:pt x="8294763" y="4454994"/>
                  </a:lnTo>
                  <a:lnTo>
                    <a:pt x="8326081" y="4423676"/>
                  </a:lnTo>
                  <a:lnTo>
                    <a:pt x="8355596" y="4390923"/>
                  </a:lnTo>
                  <a:lnTo>
                    <a:pt x="8383320" y="4355998"/>
                  </a:lnTo>
                  <a:lnTo>
                    <a:pt x="8408873" y="4319993"/>
                  </a:lnTo>
                  <a:lnTo>
                    <a:pt x="8432279" y="4282198"/>
                  </a:lnTo>
                  <a:lnTo>
                    <a:pt x="8453882" y="4243311"/>
                  </a:lnTo>
                  <a:lnTo>
                    <a:pt x="8472957" y="4202633"/>
                  </a:lnTo>
                  <a:lnTo>
                    <a:pt x="8489873" y="4160875"/>
                  </a:lnTo>
                  <a:lnTo>
                    <a:pt x="8504643" y="4118394"/>
                  </a:lnTo>
                  <a:lnTo>
                    <a:pt x="8516518" y="4074477"/>
                  </a:lnTo>
                  <a:lnTo>
                    <a:pt x="8526233" y="4029481"/>
                  </a:lnTo>
                  <a:lnTo>
                    <a:pt x="8533079" y="3983761"/>
                  </a:lnTo>
                  <a:lnTo>
                    <a:pt x="8537041" y="3936961"/>
                  </a:lnTo>
                  <a:lnTo>
                    <a:pt x="8538476" y="3889438"/>
                  </a:lnTo>
                  <a:lnTo>
                    <a:pt x="8538476" y="777595"/>
                  </a:lnTo>
                  <a:lnTo>
                    <a:pt x="8537041" y="730440"/>
                  </a:lnTo>
                  <a:lnTo>
                    <a:pt x="8533079" y="683641"/>
                  </a:lnTo>
                  <a:lnTo>
                    <a:pt x="8526233" y="637921"/>
                  </a:lnTo>
                  <a:lnTo>
                    <a:pt x="8516518" y="592912"/>
                  </a:lnTo>
                  <a:lnTo>
                    <a:pt x="8504643" y="548995"/>
                  </a:lnTo>
                  <a:lnTo>
                    <a:pt x="8489873" y="506158"/>
                  </a:lnTo>
                  <a:lnTo>
                    <a:pt x="8472957" y="464756"/>
                  </a:lnTo>
                  <a:lnTo>
                    <a:pt x="8453882" y="424078"/>
                  </a:lnTo>
                  <a:lnTo>
                    <a:pt x="8432279" y="385203"/>
                  </a:lnTo>
                  <a:lnTo>
                    <a:pt x="8408873" y="347395"/>
                  </a:lnTo>
                  <a:lnTo>
                    <a:pt x="8383320" y="311035"/>
                  </a:lnTo>
                  <a:lnTo>
                    <a:pt x="8355596" y="276479"/>
                  </a:lnTo>
                  <a:lnTo>
                    <a:pt x="8326081" y="243357"/>
                  </a:lnTo>
                  <a:lnTo>
                    <a:pt x="8294763" y="212394"/>
                  </a:lnTo>
                  <a:lnTo>
                    <a:pt x="8261642" y="182880"/>
                  </a:lnTo>
                  <a:lnTo>
                    <a:pt x="8227072" y="155155"/>
                  </a:lnTo>
                  <a:lnTo>
                    <a:pt x="8190712" y="129603"/>
                  </a:lnTo>
                  <a:lnTo>
                    <a:pt x="8153273" y="106197"/>
                  </a:lnTo>
                  <a:lnTo>
                    <a:pt x="8114042" y="84594"/>
                  </a:lnTo>
                  <a:lnTo>
                    <a:pt x="8073720" y="65519"/>
                  </a:lnTo>
                  <a:lnTo>
                    <a:pt x="8031962" y="48602"/>
                  </a:lnTo>
                  <a:lnTo>
                    <a:pt x="7989112" y="33832"/>
                  </a:lnTo>
                  <a:lnTo>
                    <a:pt x="7945196" y="21958"/>
                  </a:lnTo>
                  <a:lnTo>
                    <a:pt x="7900200" y="12242"/>
                  </a:lnTo>
                  <a:lnTo>
                    <a:pt x="7854480" y="5397"/>
                  </a:lnTo>
                  <a:lnTo>
                    <a:pt x="7807680" y="1079"/>
                  </a:lnTo>
                  <a:lnTo>
                    <a:pt x="7760157" y="0"/>
                  </a:lnTo>
                  <a:close/>
                </a:path>
              </a:pathLst>
            </a:custGeom>
            <a:solidFill>
              <a:srgbClr val="006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1481" y="1686242"/>
              <a:ext cx="8538845" cy="4667885"/>
            </a:xfrm>
            <a:custGeom>
              <a:avLst/>
              <a:gdLst/>
              <a:ahLst/>
              <a:cxnLst/>
              <a:rect l="l" t="t" r="r" b="b"/>
              <a:pathLst>
                <a:path w="8538845" h="4667885">
                  <a:moveTo>
                    <a:pt x="0" y="777595"/>
                  </a:moveTo>
                  <a:lnTo>
                    <a:pt x="1079" y="730440"/>
                  </a:lnTo>
                  <a:lnTo>
                    <a:pt x="5397" y="683641"/>
                  </a:lnTo>
                  <a:lnTo>
                    <a:pt x="12242" y="637921"/>
                  </a:lnTo>
                  <a:lnTo>
                    <a:pt x="21958" y="592912"/>
                  </a:lnTo>
                  <a:lnTo>
                    <a:pt x="33832" y="548995"/>
                  </a:lnTo>
                  <a:lnTo>
                    <a:pt x="48602" y="506158"/>
                  </a:lnTo>
                  <a:lnTo>
                    <a:pt x="65519" y="464756"/>
                  </a:lnTo>
                  <a:lnTo>
                    <a:pt x="84594" y="424078"/>
                  </a:lnTo>
                  <a:lnTo>
                    <a:pt x="106197" y="385203"/>
                  </a:lnTo>
                  <a:lnTo>
                    <a:pt x="129603" y="347395"/>
                  </a:lnTo>
                  <a:lnTo>
                    <a:pt x="155155" y="311035"/>
                  </a:lnTo>
                  <a:lnTo>
                    <a:pt x="182880" y="276479"/>
                  </a:lnTo>
                  <a:lnTo>
                    <a:pt x="212394" y="243357"/>
                  </a:lnTo>
                  <a:lnTo>
                    <a:pt x="243712" y="212394"/>
                  </a:lnTo>
                  <a:lnTo>
                    <a:pt x="276834" y="182880"/>
                  </a:lnTo>
                  <a:lnTo>
                    <a:pt x="311404" y="155155"/>
                  </a:lnTo>
                  <a:lnTo>
                    <a:pt x="347764" y="129603"/>
                  </a:lnTo>
                  <a:lnTo>
                    <a:pt x="385203" y="106197"/>
                  </a:lnTo>
                  <a:lnTo>
                    <a:pt x="424434" y="84594"/>
                  </a:lnTo>
                  <a:lnTo>
                    <a:pt x="464756" y="65519"/>
                  </a:lnTo>
                  <a:lnTo>
                    <a:pt x="506514" y="48602"/>
                  </a:lnTo>
                  <a:lnTo>
                    <a:pt x="549363" y="33832"/>
                  </a:lnTo>
                  <a:lnTo>
                    <a:pt x="593280" y="21958"/>
                  </a:lnTo>
                  <a:lnTo>
                    <a:pt x="638276" y="12242"/>
                  </a:lnTo>
                  <a:lnTo>
                    <a:pt x="683996" y="5397"/>
                  </a:lnTo>
                  <a:lnTo>
                    <a:pt x="730796" y="1079"/>
                  </a:lnTo>
                  <a:lnTo>
                    <a:pt x="778319" y="0"/>
                  </a:lnTo>
                  <a:lnTo>
                    <a:pt x="7760157" y="0"/>
                  </a:lnTo>
                  <a:lnTo>
                    <a:pt x="7807680" y="1079"/>
                  </a:lnTo>
                  <a:lnTo>
                    <a:pt x="7854480" y="5397"/>
                  </a:lnTo>
                  <a:lnTo>
                    <a:pt x="7900200" y="12242"/>
                  </a:lnTo>
                  <a:lnTo>
                    <a:pt x="7945196" y="21958"/>
                  </a:lnTo>
                  <a:lnTo>
                    <a:pt x="7989112" y="33832"/>
                  </a:lnTo>
                  <a:lnTo>
                    <a:pt x="8031962" y="48602"/>
                  </a:lnTo>
                  <a:lnTo>
                    <a:pt x="8073720" y="65519"/>
                  </a:lnTo>
                  <a:lnTo>
                    <a:pt x="8114042" y="84594"/>
                  </a:lnTo>
                  <a:lnTo>
                    <a:pt x="8153273" y="106197"/>
                  </a:lnTo>
                  <a:lnTo>
                    <a:pt x="8190712" y="129603"/>
                  </a:lnTo>
                  <a:lnTo>
                    <a:pt x="8227072" y="155155"/>
                  </a:lnTo>
                  <a:lnTo>
                    <a:pt x="8261642" y="182880"/>
                  </a:lnTo>
                  <a:lnTo>
                    <a:pt x="8294763" y="212394"/>
                  </a:lnTo>
                  <a:lnTo>
                    <a:pt x="8326081" y="243357"/>
                  </a:lnTo>
                  <a:lnTo>
                    <a:pt x="8355596" y="276479"/>
                  </a:lnTo>
                  <a:lnTo>
                    <a:pt x="8383320" y="311035"/>
                  </a:lnTo>
                  <a:lnTo>
                    <a:pt x="8408873" y="347395"/>
                  </a:lnTo>
                  <a:lnTo>
                    <a:pt x="8432279" y="385203"/>
                  </a:lnTo>
                  <a:lnTo>
                    <a:pt x="8453882" y="424078"/>
                  </a:lnTo>
                  <a:lnTo>
                    <a:pt x="8472957" y="464756"/>
                  </a:lnTo>
                  <a:lnTo>
                    <a:pt x="8489873" y="506158"/>
                  </a:lnTo>
                  <a:lnTo>
                    <a:pt x="8504643" y="548995"/>
                  </a:lnTo>
                  <a:lnTo>
                    <a:pt x="8516518" y="592912"/>
                  </a:lnTo>
                  <a:lnTo>
                    <a:pt x="8526233" y="637921"/>
                  </a:lnTo>
                  <a:lnTo>
                    <a:pt x="8533079" y="683641"/>
                  </a:lnTo>
                  <a:lnTo>
                    <a:pt x="8537041" y="730440"/>
                  </a:lnTo>
                  <a:lnTo>
                    <a:pt x="8538476" y="777595"/>
                  </a:lnTo>
                  <a:lnTo>
                    <a:pt x="8538476" y="3889438"/>
                  </a:lnTo>
                  <a:lnTo>
                    <a:pt x="8537041" y="3936961"/>
                  </a:lnTo>
                  <a:lnTo>
                    <a:pt x="8533079" y="3983761"/>
                  </a:lnTo>
                  <a:lnTo>
                    <a:pt x="8526233" y="4029481"/>
                  </a:lnTo>
                  <a:lnTo>
                    <a:pt x="8516518" y="4074477"/>
                  </a:lnTo>
                  <a:lnTo>
                    <a:pt x="8504643" y="4118394"/>
                  </a:lnTo>
                  <a:lnTo>
                    <a:pt x="8489873" y="4160875"/>
                  </a:lnTo>
                  <a:lnTo>
                    <a:pt x="8472957" y="4202633"/>
                  </a:lnTo>
                  <a:lnTo>
                    <a:pt x="8453882" y="4243311"/>
                  </a:lnTo>
                  <a:lnTo>
                    <a:pt x="8432279" y="4282198"/>
                  </a:lnTo>
                  <a:lnTo>
                    <a:pt x="8408873" y="4319993"/>
                  </a:lnTo>
                  <a:lnTo>
                    <a:pt x="8383320" y="4355998"/>
                  </a:lnTo>
                  <a:lnTo>
                    <a:pt x="8355596" y="4390923"/>
                  </a:lnTo>
                  <a:lnTo>
                    <a:pt x="8326081" y="4423676"/>
                  </a:lnTo>
                  <a:lnTo>
                    <a:pt x="8294763" y="4454994"/>
                  </a:lnTo>
                  <a:lnTo>
                    <a:pt x="8261642" y="4484522"/>
                  </a:lnTo>
                  <a:lnTo>
                    <a:pt x="8227072" y="4512233"/>
                  </a:lnTo>
                  <a:lnTo>
                    <a:pt x="8190712" y="4537798"/>
                  </a:lnTo>
                  <a:lnTo>
                    <a:pt x="8153273" y="4561192"/>
                  </a:lnTo>
                  <a:lnTo>
                    <a:pt x="8114042" y="4582795"/>
                  </a:lnTo>
                  <a:lnTo>
                    <a:pt x="8073720" y="4601883"/>
                  </a:lnTo>
                  <a:lnTo>
                    <a:pt x="8031962" y="4618799"/>
                  </a:lnTo>
                  <a:lnTo>
                    <a:pt x="7989112" y="4633556"/>
                  </a:lnTo>
                  <a:lnTo>
                    <a:pt x="7945196" y="4645431"/>
                  </a:lnTo>
                  <a:lnTo>
                    <a:pt x="7900200" y="4655159"/>
                  </a:lnTo>
                  <a:lnTo>
                    <a:pt x="7854480" y="4661992"/>
                  </a:lnTo>
                  <a:lnTo>
                    <a:pt x="7807680" y="4665954"/>
                  </a:lnTo>
                  <a:lnTo>
                    <a:pt x="7760157" y="4667402"/>
                  </a:lnTo>
                  <a:lnTo>
                    <a:pt x="778319" y="4667402"/>
                  </a:lnTo>
                  <a:lnTo>
                    <a:pt x="730796" y="4665954"/>
                  </a:lnTo>
                  <a:lnTo>
                    <a:pt x="683996" y="4661992"/>
                  </a:lnTo>
                  <a:lnTo>
                    <a:pt x="638276" y="4655159"/>
                  </a:lnTo>
                  <a:lnTo>
                    <a:pt x="593280" y="4645431"/>
                  </a:lnTo>
                  <a:lnTo>
                    <a:pt x="549363" y="4633556"/>
                  </a:lnTo>
                  <a:lnTo>
                    <a:pt x="506514" y="4618799"/>
                  </a:lnTo>
                  <a:lnTo>
                    <a:pt x="464756" y="4601883"/>
                  </a:lnTo>
                  <a:lnTo>
                    <a:pt x="424434" y="4582795"/>
                  </a:lnTo>
                  <a:lnTo>
                    <a:pt x="385203" y="4561192"/>
                  </a:lnTo>
                  <a:lnTo>
                    <a:pt x="347764" y="4537798"/>
                  </a:lnTo>
                  <a:lnTo>
                    <a:pt x="311404" y="4512233"/>
                  </a:lnTo>
                  <a:lnTo>
                    <a:pt x="276834" y="4484522"/>
                  </a:lnTo>
                  <a:lnTo>
                    <a:pt x="243712" y="4454994"/>
                  </a:lnTo>
                  <a:lnTo>
                    <a:pt x="212394" y="4423676"/>
                  </a:lnTo>
                  <a:lnTo>
                    <a:pt x="182880" y="4390923"/>
                  </a:lnTo>
                  <a:lnTo>
                    <a:pt x="155155" y="4355998"/>
                  </a:lnTo>
                  <a:lnTo>
                    <a:pt x="129603" y="4319993"/>
                  </a:lnTo>
                  <a:lnTo>
                    <a:pt x="106197" y="4282198"/>
                  </a:lnTo>
                  <a:lnTo>
                    <a:pt x="84594" y="4243311"/>
                  </a:lnTo>
                  <a:lnTo>
                    <a:pt x="65519" y="4202633"/>
                  </a:lnTo>
                  <a:lnTo>
                    <a:pt x="48602" y="4160875"/>
                  </a:lnTo>
                  <a:lnTo>
                    <a:pt x="33832" y="4118394"/>
                  </a:lnTo>
                  <a:lnTo>
                    <a:pt x="21958" y="4074477"/>
                  </a:lnTo>
                  <a:lnTo>
                    <a:pt x="12242" y="4029481"/>
                  </a:lnTo>
                  <a:lnTo>
                    <a:pt x="5397" y="3983761"/>
                  </a:lnTo>
                  <a:lnTo>
                    <a:pt x="1079" y="3936961"/>
                  </a:lnTo>
                  <a:lnTo>
                    <a:pt x="0" y="3889438"/>
                  </a:lnTo>
                  <a:lnTo>
                    <a:pt x="0" y="777595"/>
                  </a:lnTo>
                  <a:close/>
                </a:path>
              </a:pathLst>
            </a:custGeom>
            <a:ln w="25919">
              <a:solidFill>
                <a:srgbClr val="00A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5714" y="2652839"/>
              <a:ext cx="2667965" cy="296820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143322" y="2828163"/>
              <a:ext cx="2893060" cy="2223770"/>
            </a:xfrm>
            <a:custGeom>
              <a:avLst/>
              <a:gdLst/>
              <a:ahLst/>
              <a:cxnLst/>
              <a:rect l="l" t="t" r="r" b="b"/>
              <a:pathLst>
                <a:path w="2893059" h="2223770">
                  <a:moveTo>
                    <a:pt x="2892602" y="0"/>
                  </a:moveTo>
                  <a:lnTo>
                    <a:pt x="0" y="0"/>
                  </a:lnTo>
                  <a:lnTo>
                    <a:pt x="0" y="2223719"/>
                  </a:lnTo>
                  <a:lnTo>
                    <a:pt x="1446479" y="2223719"/>
                  </a:lnTo>
                  <a:lnTo>
                    <a:pt x="2892602" y="2223719"/>
                  </a:lnTo>
                  <a:lnTo>
                    <a:pt x="28926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359068" y="2848940"/>
            <a:ext cx="2563495" cy="221615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1130300">
              <a:lnSpc>
                <a:spcPts val="1910"/>
              </a:lnSpc>
              <a:spcBef>
                <a:spcPts val="170"/>
              </a:spcBef>
            </a:pPr>
            <a:r>
              <a:rPr sz="1600" spc="-10" dirty="0">
                <a:latin typeface="Calibri"/>
                <a:cs typeface="Calibri"/>
              </a:rPr>
              <a:t>Algoritmo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es_par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Inicio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855"/>
              </a:lnSpc>
            </a:pPr>
            <a:r>
              <a:rPr sz="1600" spc="-15" dirty="0">
                <a:latin typeface="Calibri"/>
                <a:cs typeface="Calibri"/>
              </a:rPr>
              <a:t>Definir </a:t>
            </a:r>
            <a:r>
              <a:rPr sz="1600" spc="-5" dirty="0">
                <a:latin typeface="Calibri"/>
                <a:cs typeface="Calibri"/>
              </a:rPr>
              <a:t>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como </a:t>
            </a:r>
            <a:r>
              <a:rPr sz="1600" spc="-30" dirty="0">
                <a:latin typeface="Calibri"/>
                <a:cs typeface="Calibri"/>
              </a:rPr>
              <a:t>Entero</a:t>
            </a:r>
            <a:endParaRPr sz="1600">
              <a:latin typeface="Calibri"/>
              <a:cs typeface="Calibri"/>
            </a:endParaRPr>
          </a:p>
          <a:p>
            <a:pPr marL="12700" marR="5080"/>
            <a:r>
              <a:rPr sz="1600" spc="-15" dirty="0">
                <a:latin typeface="Calibri"/>
                <a:cs typeface="Calibri"/>
              </a:rPr>
              <a:t>Escribir </a:t>
            </a:r>
            <a:r>
              <a:rPr sz="1600" spc="-20" dirty="0">
                <a:latin typeface="Calibri"/>
                <a:cs typeface="Calibri"/>
              </a:rPr>
              <a:t>“Introduce </a:t>
            </a:r>
            <a:r>
              <a:rPr sz="1600" spc="-5" dirty="0">
                <a:latin typeface="Calibri"/>
                <a:cs typeface="Calibri"/>
              </a:rPr>
              <a:t>un </a:t>
            </a:r>
            <a:r>
              <a:rPr sz="1600" spc="-25" dirty="0">
                <a:latin typeface="Calibri"/>
                <a:cs typeface="Calibri"/>
              </a:rPr>
              <a:t>número”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Leer</a:t>
            </a:r>
            <a:r>
              <a:rPr sz="1600" spc="-5" dirty="0">
                <a:latin typeface="Calibri"/>
                <a:cs typeface="Calibri"/>
              </a:rPr>
              <a:t> N</a:t>
            </a:r>
            <a:endParaRPr sz="1600">
              <a:latin typeface="Calibri"/>
              <a:cs typeface="Calibri"/>
            </a:endParaRPr>
          </a:p>
          <a:p>
            <a:pPr marL="151765" marR="463550" indent="-139700">
              <a:lnSpc>
                <a:spcPts val="1920"/>
              </a:lnSpc>
              <a:spcBef>
                <a:spcPts val="50"/>
              </a:spcBef>
            </a:pPr>
            <a:r>
              <a:rPr sz="1600" spc="-15" dirty="0">
                <a:latin typeface="Calibri"/>
                <a:cs typeface="Calibri"/>
              </a:rPr>
              <a:t>Si </a:t>
            </a:r>
            <a:r>
              <a:rPr sz="1600" spc="-10" dirty="0">
                <a:latin typeface="Calibri"/>
                <a:cs typeface="Calibri"/>
              </a:rPr>
              <a:t>(N mod </a:t>
            </a:r>
            <a:r>
              <a:rPr sz="1600" spc="-15" dirty="0">
                <a:latin typeface="Calibri"/>
                <a:cs typeface="Calibri"/>
              </a:rPr>
              <a:t>2) </a:t>
            </a:r>
            <a:r>
              <a:rPr sz="1600" spc="-5" dirty="0">
                <a:latin typeface="Calibri"/>
                <a:cs typeface="Calibri"/>
              </a:rPr>
              <a:t>= 0 </a:t>
            </a:r>
            <a:r>
              <a:rPr sz="1600" spc="-20" dirty="0">
                <a:latin typeface="Calibri"/>
                <a:cs typeface="Calibri"/>
              </a:rPr>
              <a:t>entonces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Escribir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“Es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10" dirty="0">
                <a:latin typeface="Calibri"/>
                <a:cs typeface="Calibri"/>
              </a:rPr>
              <a:t>par”</a:t>
            </a:r>
            <a:r>
              <a:rPr sz="1600" spc="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Sino</a:t>
            </a:r>
            <a:endParaRPr sz="1600">
              <a:latin typeface="Calibri"/>
              <a:cs typeface="Calibri"/>
            </a:endParaRPr>
          </a:p>
          <a:p>
            <a:pPr marL="151765" marR="330835">
              <a:lnSpc>
                <a:spcPts val="1910"/>
              </a:lnSpc>
              <a:spcBef>
                <a:spcPts val="10"/>
              </a:spcBef>
            </a:pPr>
            <a:r>
              <a:rPr sz="1600" spc="-15" dirty="0">
                <a:latin typeface="Calibri"/>
                <a:cs typeface="Calibri"/>
              </a:rPr>
              <a:t>Escribir </a:t>
            </a:r>
            <a:r>
              <a:rPr sz="1600" spc="-10" dirty="0">
                <a:latin typeface="Calibri"/>
                <a:cs typeface="Calibri"/>
              </a:rPr>
              <a:t>“No </a:t>
            </a:r>
            <a:r>
              <a:rPr sz="1600" spc="-15" dirty="0">
                <a:latin typeface="Calibri"/>
                <a:cs typeface="Calibri"/>
              </a:rPr>
              <a:t>es </a:t>
            </a:r>
            <a:r>
              <a:rPr sz="1600" spc="10" dirty="0">
                <a:latin typeface="Calibri"/>
                <a:cs typeface="Calibri"/>
              </a:rPr>
              <a:t>par”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FinSi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FinAlgoritmo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651531" y="2012759"/>
            <a:ext cx="2791460" cy="487680"/>
            <a:chOff x="1514881" y="2012759"/>
            <a:chExt cx="2791460" cy="48768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4881" y="2012759"/>
              <a:ext cx="2791434" cy="48708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576438" y="2054885"/>
              <a:ext cx="2668905" cy="364490"/>
            </a:xfrm>
            <a:custGeom>
              <a:avLst/>
              <a:gdLst/>
              <a:ahLst/>
              <a:cxnLst/>
              <a:rect l="l" t="t" r="r" b="b"/>
              <a:pathLst>
                <a:path w="2668904" h="364489">
                  <a:moveTo>
                    <a:pt x="2668320" y="0"/>
                  </a:moveTo>
                  <a:lnTo>
                    <a:pt x="0" y="0"/>
                  </a:lnTo>
                  <a:lnTo>
                    <a:pt x="0" y="363956"/>
                  </a:lnTo>
                  <a:lnTo>
                    <a:pt x="2668320" y="363956"/>
                  </a:lnTo>
                  <a:lnTo>
                    <a:pt x="2668320" y="0"/>
                  </a:lnTo>
                  <a:close/>
                </a:path>
              </a:pathLst>
            </a:custGeom>
            <a:solidFill>
              <a:srgbClr val="49AB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76438" y="2054885"/>
              <a:ext cx="2668905" cy="364490"/>
            </a:xfrm>
            <a:custGeom>
              <a:avLst/>
              <a:gdLst/>
              <a:ahLst/>
              <a:cxnLst/>
              <a:rect l="l" t="t" r="r" b="b"/>
              <a:pathLst>
                <a:path w="2668904" h="364489">
                  <a:moveTo>
                    <a:pt x="0" y="363956"/>
                  </a:moveTo>
                  <a:lnTo>
                    <a:pt x="2668320" y="363956"/>
                  </a:lnTo>
                  <a:lnTo>
                    <a:pt x="2668320" y="0"/>
                  </a:lnTo>
                  <a:lnTo>
                    <a:pt x="0" y="0"/>
                  </a:lnTo>
                  <a:lnTo>
                    <a:pt x="0" y="363956"/>
                  </a:lnTo>
                  <a:close/>
                </a:path>
              </a:pathLst>
            </a:custGeom>
            <a:ln w="381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713089" y="2054886"/>
            <a:ext cx="2668905" cy="307777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494665">
              <a:spcBef>
                <a:spcPts val="240"/>
              </a:spcBef>
            </a:pPr>
            <a:r>
              <a:rPr spc="-20" dirty="0">
                <a:solidFill>
                  <a:srgbClr val="FFFFFF"/>
                </a:solidFill>
                <a:latin typeface="Calibri"/>
                <a:cs typeface="Calibri"/>
              </a:rPr>
              <a:t>Diagrama</a:t>
            </a:r>
            <a:r>
              <a:rPr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FFFFFF"/>
                </a:solidFill>
                <a:latin typeface="Calibri"/>
                <a:cs typeface="Calibri"/>
              </a:rPr>
              <a:t>Flujo</a:t>
            </a:r>
            <a:endParaRPr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219126" y="2084400"/>
            <a:ext cx="2791460" cy="487680"/>
            <a:chOff x="5082476" y="2084400"/>
            <a:chExt cx="2791460" cy="48768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2476" y="2084400"/>
              <a:ext cx="2791434" cy="48708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144401" y="2126881"/>
              <a:ext cx="2668905" cy="304800"/>
            </a:xfrm>
            <a:custGeom>
              <a:avLst/>
              <a:gdLst/>
              <a:ahLst/>
              <a:cxnLst/>
              <a:rect l="l" t="t" r="r" b="b"/>
              <a:pathLst>
                <a:path w="2668904" h="304800">
                  <a:moveTo>
                    <a:pt x="2668320" y="0"/>
                  </a:moveTo>
                  <a:lnTo>
                    <a:pt x="0" y="0"/>
                  </a:lnTo>
                  <a:lnTo>
                    <a:pt x="0" y="304558"/>
                  </a:lnTo>
                  <a:lnTo>
                    <a:pt x="1334160" y="304558"/>
                  </a:lnTo>
                  <a:lnTo>
                    <a:pt x="2668320" y="304558"/>
                  </a:lnTo>
                  <a:lnTo>
                    <a:pt x="2668320" y="0"/>
                  </a:lnTo>
                  <a:close/>
                </a:path>
              </a:pathLst>
            </a:custGeom>
            <a:solidFill>
              <a:srgbClr val="49AB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281052" y="2126881"/>
            <a:ext cx="2668905" cy="304800"/>
          </a:xfrm>
          <a:prstGeom prst="rect">
            <a:avLst/>
          </a:prstGeom>
          <a:ln w="38159">
            <a:solidFill>
              <a:srgbClr val="FFFFFF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688340">
              <a:lnSpc>
                <a:spcPts val="2155"/>
              </a:lnSpc>
              <a:spcBef>
                <a:spcPts val="240"/>
              </a:spcBef>
            </a:pPr>
            <a:r>
              <a:rPr spc="-20" dirty="0">
                <a:solidFill>
                  <a:srgbClr val="FFFFFF"/>
                </a:solidFill>
                <a:latin typeface="Calibri"/>
                <a:cs typeface="Calibri"/>
              </a:rPr>
              <a:t>Pseudocódigo</a:t>
            </a:r>
            <a:endParaRPr>
              <a:latin typeface="Calibri"/>
              <a:cs typeface="Calibri"/>
            </a:endParaRPr>
          </a:p>
        </p:txBody>
      </p:sp>
      <p:pic>
        <p:nvPicPr>
          <p:cNvPr id="18" name="Picture 2" descr="CENEC">
            <a:extLst>
              <a:ext uri="{FF2B5EF4-FFF2-40B4-BE49-F238E27FC236}">
                <a16:creationId xmlns:a16="http://schemas.microsoft.com/office/drawing/2014/main" id="{6C2DB8B2-75AA-1257-E77B-8739590E3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2300" y="431864"/>
            <a:ext cx="285750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4025" y="874743"/>
            <a:ext cx="6502400" cy="4560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s-ES" sz="3200" spc="-80" dirty="0">
                <a:solidFill>
                  <a:srgbClr val="006699"/>
                </a:solidFill>
                <a:latin typeface="Microsoft Sans Serif"/>
                <a:cs typeface="Microsoft Sans Serif"/>
              </a:rPr>
              <a:t>Tema</a:t>
            </a:r>
            <a:r>
              <a:rPr lang="es-ES" sz="3200" spc="-15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lang="es-ES" sz="3200" dirty="0">
                <a:solidFill>
                  <a:srgbClr val="006699"/>
                </a:solidFill>
                <a:latin typeface="Microsoft Sans Serif"/>
                <a:cs typeface="Microsoft Sans Serif"/>
              </a:rPr>
              <a:t>3</a:t>
            </a:r>
            <a:r>
              <a:rPr lang="es-ES" sz="3200" spc="5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lang="es-ES" sz="3200" dirty="0">
                <a:solidFill>
                  <a:srgbClr val="006699"/>
                </a:solidFill>
                <a:latin typeface="Microsoft Sans Serif"/>
                <a:cs typeface="Microsoft Sans Serif"/>
              </a:rPr>
              <a:t>–</a:t>
            </a:r>
            <a:r>
              <a:rPr lang="es-ES" sz="3200" spc="770" dirty="0">
                <a:solidFill>
                  <a:srgbClr val="006699"/>
                </a:solidFill>
                <a:latin typeface="Microsoft Sans Serif"/>
                <a:cs typeface="Microsoft Sans Serif"/>
              </a:rPr>
              <a:t> </a:t>
            </a:r>
            <a:r>
              <a:rPr lang="es-ES" sz="3200" spc="-5" dirty="0">
                <a:solidFill>
                  <a:srgbClr val="006699"/>
                </a:solidFill>
                <a:latin typeface="Microsoft Sans Serif"/>
                <a:cs typeface="Microsoft Sans Serif"/>
              </a:rPr>
              <a:t>Diagramas de Flujo</a:t>
            </a:r>
            <a:endParaRPr lang="es-ES" sz="3200" dirty="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77034" y="1498257"/>
            <a:ext cx="8564880" cy="4693920"/>
            <a:chOff x="640384" y="1498257"/>
            <a:chExt cx="8564880" cy="4693920"/>
          </a:xfrm>
        </p:grpSpPr>
        <p:sp>
          <p:nvSpPr>
            <p:cNvPr id="4" name="object 4"/>
            <p:cNvSpPr/>
            <p:nvPr/>
          </p:nvSpPr>
          <p:spPr>
            <a:xfrm>
              <a:off x="653402" y="1511274"/>
              <a:ext cx="8538845" cy="4667885"/>
            </a:xfrm>
            <a:custGeom>
              <a:avLst/>
              <a:gdLst/>
              <a:ahLst/>
              <a:cxnLst/>
              <a:rect l="l" t="t" r="r" b="b"/>
              <a:pathLst>
                <a:path w="8538845" h="4667885">
                  <a:moveTo>
                    <a:pt x="7760157" y="0"/>
                  </a:moveTo>
                  <a:lnTo>
                    <a:pt x="778319" y="0"/>
                  </a:lnTo>
                  <a:lnTo>
                    <a:pt x="730796" y="1079"/>
                  </a:lnTo>
                  <a:lnTo>
                    <a:pt x="683996" y="5410"/>
                  </a:lnTo>
                  <a:lnTo>
                    <a:pt x="638276" y="12242"/>
                  </a:lnTo>
                  <a:lnTo>
                    <a:pt x="593280" y="21971"/>
                  </a:lnTo>
                  <a:lnTo>
                    <a:pt x="549363" y="33845"/>
                  </a:lnTo>
                  <a:lnTo>
                    <a:pt x="506514" y="48602"/>
                  </a:lnTo>
                  <a:lnTo>
                    <a:pt x="464756" y="65519"/>
                  </a:lnTo>
                  <a:lnTo>
                    <a:pt x="424434" y="84607"/>
                  </a:lnTo>
                  <a:lnTo>
                    <a:pt x="385203" y="106210"/>
                  </a:lnTo>
                  <a:lnTo>
                    <a:pt x="347751" y="129603"/>
                  </a:lnTo>
                  <a:lnTo>
                    <a:pt x="311403" y="155168"/>
                  </a:lnTo>
                  <a:lnTo>
                    <a:pt x="276834" y="182880"/>
                  </a:lnTo>
                  <a:lnTo>
                    <a:pt x="243712" y="212407"/>
                  </a:lnTo>
                  <a:lnTo>
                    <a:pt x="212394" y="243370"/>
                  </a:lnTo>
                  <a:lnTo>
                    <a:pt x="182880" y="276491"/>
                  </a:lnTo>
                  <a:lnTo>
                    <a:pt x="155155" y="311048"/>
                  </a:lnTo>
                  <a:lnTo>
                    <a:pt x="129603" y="347408"/>
                  </a:lnTo>
                  <a:lnTo>
                    <a:pt x="106197" y="385203"/>
                  </a:lnTo>
                  <a:lnTo>
                    <a:pt x="84594" y="424091"/>
                  </a:lnTo>
                  <a:lnTo>
                    <a:pt x="65519" y="464769"/>
                  </a:lnTo>
                  <a:lnTo>
                    <a:pt x="48602" y="506171"/>
                  </a:lnTo>
                  <a:lnTo>
                    <a:pt x="33832" y="549008"/>
                  </a:lnTo>
                  <a:lnTo>
                    <a:pt x="21958" y="592924"/>
                  </a:lnTo>
                  <a:lnTo>
                    <a:pt x="12242" y="637921"/>
                  </a:lnTo>
                  <a:lnTo>
                    <a:pt x="5397" y="683640"/>
                  </a:lnTo>
                  <a:lnTo>
                    <a:pt x="1079" y="730440"/>
                  </a:lnTo>
                  <a:lnTo>
                    <a:pt x="0" y="777608"/>
                  </a:lnTo>
                  <a:lnTo>
                    <a:pt x="0" y="3889451"/>
                  </a:lnTo>
                  <a:lnTo>
                    <a:pt x="1079" y="3936961"/>
                  </a:lnTo>
                  <a:lnTo>
                    <a:pt x="5397" y="3983761"/>
                  </a:lnTo>
                  <a:lnTo>
                    <a:pt x="12242" y="4029481"/>
                  </a:lnTo>
                  <a:lnTo>
                    <a:pt x="21958" y="4074490"/>
                  </a:lnTo>
                  <a:lnTo>
                    <a:pt x="33832" y="4118406"/>
                  </a:lnTo>
                  <a:lnTo>
                    <a:pt x="48602" y="4160888"/>
                  </a:lnTo>
                  <a:lnTo>
                    <a:pt x="65519" y="4202645"/>
                  </a:lnTo>
                  <a:lnTo>
                    <a:pt x="84594" y="4243324"/>
                  </a:lnTo>
                  <a:lnTo>
                    <a:pt x="106197" y="4282211"/>
                  </a:lnTo>
                  <a:lnTo>
                    <a:pt x="129603" y="4320006"/>
                  </a:lnTo>
                  <a:lnTo>
                    <a:pt x="155155" y="4356011"/>
                  </a:lnTo>
                  <a:lnTo>
                    <a:pt x="182880" y="4390923"/>
                  </a:lnTo>
                  <a:lnTo>
                    <a:pt x="212394" y="4423689"/>
                  </a:lnTo>
                  <a:lnTo>
                    <a:pt x="243712" y="4455007"/>
                  </a:lnTo>
                  <a:lnTo>
                    <a:pt x="276834" y="4484522"/>
                  </a:lnTo>
                  <a:lnTo>
                    <a:pt x="311403" y="4512246"/>
                  </a:lnTo>
                  <a:lnTo>
                    <a:pt x="347751" y="4537811"/>
                  </a:lnTo>
                  <a:lnTo>
                    <a:pt x="385203" y="4561205"/>
                  </a:lnTo>
                  <a:lnTo>
                    <a:pt x="424434" y="4582807"/>
                  </a:lnTo>
                  <a:lnTo>
                    <a:pt x="464756" y="4601883"/>
                  </a:lnTo>
                  <a:lnTo>
                    <a:pt x="506514" y="4618799"/>
                  </a:lnTo>
                  <a:lnTo>
                    <a:pt x="549363" y="4633569"/>
                  </a:lnTo>
                  <a:lnTo>
                    <a:pt x="593280" y="4645444"/>
                  </a:lnTo>
                  <a:lnTo>
                    <a:pt x="638276" y="4655159"/>
                  </a:lnTo>
                  <a:lnTo>
                    <a:pt x="683996" y="4662004"/>
                  </a:lnTo>
                  <a:lnTo>
                    <a:pt x="730796" y="4665967"/>
                  </a:lnTo>
                  <a:lnTo>
                    <a:pt x="778319" y="4667402"/>
                  </a:lnTo>
                  <a:lnTo>
                    <a:pt x="7760157" y="4667402"/>
                  </a:lnTo>
                  <a:lnTo>
                    <a:pt x="7807680" y="4665967"/>
                  </a:lnTo>
                  <a:lnTo>
                    <a:pt x="7854480" y="4662004"/>
                  </a:lnTo>
                  <a:lnTo>
                    <a:pt x="7900200" y="4655159"/>
                  </a:lnTo>
                  <a:lnTo>
                    <a:pt x="7945196" y="4645444"/>
                  </a:lnTo>
                  <a:lnTo>
                    <a:pt x="7989112" y="4633569"/>
                  </a:lnTo>
                  <a:lnTo>
                    <a:pt x="8031962" y="4618799"/>
                  </a:lnTo>
                  <a:lnTo>
                    <a:pt x="8073720" y="4601883"/>
                  </a:lnTo>
                  <a:lnTo>
                    <a:pt x="8114042" y="4582807"/>
                  </a:lnTo>
                  <a:lnTo>
                    <a:pt x="8153273" y="4561205"/>
                  </a:lnTo>
                  <a:lnTo>
                    <a:pt x="8190712" y="4537811"/>
                  </a:lnTo>
                  <a:lnTo>
                    <a:pt x="8227072" y="4512246"/>
                  </a:lnTo>
                  <a:lnTo>
                    <a:pt x="8261642" y="4484522"/>
                  </a:lnTo>
                  <a:lnTo>
                    <a:pt x="8294763" y="4455007"/>
                  </a:lnTo>
                  <a:lnTo>
                    <a:pt x="8326081" y="4423689"/>
                  </a:lnTo>
                  <a:lnTo>
                    <a:pt x="8355596" y="4390923"/>
                  </a:lnTo>
                  <a:lnTo>
                    <a:pt x="8383320" y="4356011"/>
                  </a:lnTo>
                  <a:lnTo>
                    <a:pt x="8408873" y="4320006"/>
                  </a:lnTo>
                  <a:lnTo>
                    <a:pt x="8432279" y="4282211"/>
                  </a:lnTo>
                  <a:lnTo>
                    <a:pt x="8453882" y="4243324"/>
                  </a:lnTo>
                  <a:lnTo>
                    <a:pt x="8472957" y="4202645"/>
                  </a:lnTo>
                  <a:lnTo>
                    <a:pt x="8489873" y="4160888"/>
                  </a:lnTo>
                  <a:lnTo>
                    <a:pt x="8504643" y="4118406"/>
                  </a:lnTo>
                  <a:lnTo>
                    <a:pt x="8516518" y="4074490"/>
                  </a:lnTo>
                  <a:lnTo>
                    <a:pt x="8526233" y="4029481"/>
                  </a:lnTo>
                  <a:lnTo>
                    <a:pt x="8533079" y="3983761"/>
                  </a:lnTo>
                  <a:lnTo>
                    <a:pt x="8537041" y="3936961"/>
                  </a:lnTo>
                  <a:lnTo>
                    <a:pt x="8538476" y="3889451"/>
                  </a:lnTo>
                  <a:lnTo>
                    <a:pt x="8538476" y="777608"/>
                  </a:lnTo>
                  <a:lnTo>
                    <a:pt x="8537041" y="730440"/>
                  </a:lnTo>
                  <a:lnTo>
                    <a:pt x="8533079" y="683640"/>
                  </a:lnTo>
                  <a:lnTo>
                    <a:pt x="8526233" y="637921"/>
                  </a:lnTo>
                  <a:lnTo>
                    <a:pt x="8516518" y="592924"/>
                  </a:lnTo>
                  <a:lnTo>
                    <a:pt x="8504643" y="549008"/>
                  </a:lnTo>
                  <a:lnTo>
                    <a:pt x="8489873" y="506171"/>
                  </a:lnTo>
                  <a:lnTo>
                    <a:pt x="8472957" y="464769"/>
                  </a:lnTo>
                  <a:lnTo>
                    <a:pt x="8453882" y="424091"/>
                  </a:lnTo>
                  <a:lnTo>
                    <a:pt x="8432279" y="385203"/>
                  </a:lnTo>
                  <a:lnTo>
                    <a:pt x="8408873" y="347408"/>
                  </a:lnTo>
                  <a:lnTo>
                    <a:pt x="8383320" y="311048"/>
                  </a:lnTo>
                  <a:lnTo>
                    <a:pt x="8355596" y="276491"/>
                  </a:lnTo>
                  <a:lnTo>
                    <a:pt x="8326081" y="243370"/>
                  </a:lnTo>
                  <a:lnTo>
                    <a:pt x="8294763" y="212407"/>
                  </a:lnTo>
                  <a:lnTo>
                    <a:pt x="8261642" y="182880"/>
                  </a:lnTo>
                  <a:lnTo>
                    <a:pt x="8227072" y="155168"/>
                  </a:lnTo>
                  <a:lnTo>
                    <a:pt x="8190712" y="129603"/>
                  </a:lnTo>
                  <a:lnTo>
                    <a:pt x="8153273" y="106210"/>
                  </a:lnTo>
                  <a:lnTo>
                    <a:pt x="8114042" y="84607"/>
                  </a:lnTo>
                  <a:lnTo>
                    <a:pt x="8073720" y="65519"/>
                  </a:lnTo>
                  <a:lnTo>
                    <a:pt x="8031962" y="48602"/>
                  </a:lnTo>
                  <a:lnTo>
                    <a:pt x="7989112" y="33845"/>
                  </a:lnTo>
                  <a:lnTo>
                    <a:pt x="7945196" y="21971"/>
                  </a:lnTo>
                  <a:lnTo>
                    <a:pt x="7900200" y="12242"/>
                  </a:lnTo>
                  <a:lnTo>
                    <a:pt x="7854480" y="5410"/>
                  </a:lnTo>
                  <a:lnTo>
                    <a:pt x="7807680" y="1079"/>
                  </a:lnTo>
                  <a:lnTo>
                    <a:pt x="7760157" y="0"/>
                  </a:lnTo>
                  <a:close/>
                </a:path>
              </a:pathLst>
            </a:custGeom>
            <a:solidFill>
              <a:srgbClr val="006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3402" y="1511274"/>
              <a:ext cx="8538845" cy="4667885"/>
            </a:xfrm>
            <a:custGeom>
              <a:avLst/>
              <a:gdLst/>
              <a:ahLst/>
              <a:cxnLst/>
              <a:rect l="l" t="t" r="r" b="b"/>
              <a:pathLst>
                <a:path w="8538845" h="4667885">
                  <a:moveTo>
                    <a:pt x="0" y="777608"/>
                  </a:moveTo>
                  <a:lnTo>
                    <a:pt x="1079" y="730440"/>
                  </a:lnTo>
                  <a:lnTo>
                    <a:pt x="5397" y="683640"/>
                  </a:lnTo>
                  <a:lnTo>
                    <a:pt x="12242" y="637921"/>
                  </a:lnTo>
                  <a:lnTo>
                    <a:pt x="21958" y="592924"/>
                  </a:lnTo>
                  <a:lnTo>
                    <a:pt x="33832" y="549008"/>
                  </a:lnTo>
                  <a:lnTo>
                    <a:pt x="48602" y="506171"/>
                  </a:lnTo>
                  <a:lnTo>
                    <a:pt x="65519" y="464769"/>
                  </a:lnTo>
                  <a:lnTo>
                    <a:pt x="84594" y="424091"/>
                  </a:lnTo>
                  <a:lnTo>
                    <a:pt x="106197" y="385203"/>
                  </a:lnTo>
                  <a:lnTo>
                    <a:pt x="129603" y="347408"/>
                  </a:lnTo>
                  <a:lnTo>
                    <a:pt x="155155" y="311048"/>
                  </a:lnTo>
                  <a:lnTo>
                    <a:pt x="182880" y="276491"/>
                  </a:lnTo>
                  <a:lnTo>
                    <a:pt x="212394" y="243370"/>
                  </a:lnTo>
                  <a:lnTo>
                    <a:pt x="243712" y="212407"/>
                  </a:lnTo>
                  <a:lnTo>
                    <a:pt x="276834" y="182880"/>
                  </a:lnTo>
                  <a:lnTo>
                    <a:pt x="311403" y="155168"/>
                  </a:lnTo>
                  <a:lnTo>
                    <a:pt x="347751" y="129603"/>
                  </a:lnTo>
                  <a:lnTo>
                    <a:pt x="385203" y="106210"/>
                  </a:lnTo>
                  <a:lnTo>
                    <a:pt x="424434" y="84607"/>
                  </a:lnTo>
                  <a:lnTo>
                    <a:pt x="464756" y="65519"/>
                  </a:lnTo>
                  <a:lnTo>
                    <a:pt x="506514" y="48602"/>
                  </a:lnTo>
                  <a:lnTo>
                    <a:pt x="549363" y="33845"/>
                  </a:lnTo>
                  <a:lnTo>
                    <a:pt x="593280" y="21971"/>
                  </a:lnTo>
                  <a:lnTo>
                    <a:pt x="638276" y="12242"/>
                  </a:lnTo>
                  <a:lnTo>
                    <a:pt x="683996" y="5410"/>
                  </a:lnTo>
                  <a:lnTo>
                    <a:pt x="730796" y="1079"/>
                  </a:lnTo>
                  <a:lnTo>
                    <a:pt x="778319" y="0"/>
                  </a:lnTo>
                  <a:lnTo>
                    <a:pt x="7760157" y="0"/>
                  </a:lnTo>
                  <a:lnTo>
                    <a:pt x="7807680" y="1079"/>
                  </a:lnTo>
                  <a:lnTo>
                    <a:pt x="7854480" y="5410"/>
                  </a:lnTo>
                  <a:lnTo>
                    <a:pt x="7900200" y="12242"/>
                  </a:lnTo>
                  <a:lnTo>
                    <a:pt x="7945196" y="21971"/>
                  </a:lnTo>
                  <a:lnTo>
                    <a:pt x="7989112" y="33845"/>
                  </a:lnTo>
                  <a:lnTo>
                    <a:pt x="8031962" y="48602"/>
                  </a:lnTo>
                  <a:lnTo>
                    <a:pt x="8073720" y="65519"/>
                  </a:lnTo>
                  <a:lnTo>
                    <a:pt x="8114042" y="84607"/>
                  </a:lnTo>
                  <a:lnTo>
                    <a:pt x="8153273" y="106210"/>
                  </a:lnTo>
                  <a:lnTo>
                    <a:pt x="8190712" y="129603"/>
                  </a:lnTo>
                  <a:lnTo>
                    <a:pt x="8227072" y="155168"/>
                  </a:lnTo>
                  <a:lnTo>
                    <a:pt x="8261642" y="182880"/>
                  </a:lnTo>
                  <a:lnTo>
                    <a:pt x="8294763" y="212407"/>
                  </a:lnTo>
                  <a:lnTo>
                    <a:pt x="8326081" y="243370"/>
                  </a:lnTo>
                  <a:lnTo>
                    <a:pt x="8355596" y="276491"/>
                  </a:lnTo>
                  <a:lnTo>
                    <a:pt x="8383320" y="311048"/>
                  </a:lnTo>
                  <a:lnTo>
                    <a:pt x="8408873" y="347408"/>
                  </a:lnTo>
                  <a:lnTo>
                    <a:pt x="8432279" y="385203"/>
                  </a:lnTo>
                  <a:lnTo>
                    <a:pt x="8453882" y="424091"/>
                  </a:lnTo>
                  <a:lnTo>
                    <a:pt x="8472957" y="464769"/>
                  </a:lnTo>
                  <a:lnTo>
                    <a:pt x="8489873" y="506171"/>
                  </a:lnTo>
                  <a:lnTo>
                    <a:pt x="8504643" y="549008"/>
                  </a:lnTo>
                  <a:lnTo>
                    <a:pt x="8516518" y="592924"/>
                  </a:lnTo>
                  <a:lnTo>
                    <a:pt x="8526233" y="637921"/>
                  </a:lnTo>
                  <a:lnTo>
                    <a:pt x="8533079" y="683640"/>
                  </a:lnTo>
                  <a:lnTo>
                    <a:pt x="8537041" y="730440"/>
                  </a:lnTo>
                  <a:lnTo>
                    <a:pt x="8538476" y="777608"/>
                  </a:lnTo>
                  <a:lnTo>
                    <a:pt x="8538476" y="3889451"/>
                  </a:lnTo>
                  <a:lnTo>
                    <a:pt x="8537041" y="3936961"/>
                  </a:lnTo>
                  <a:lnTo>
                    <a:pt x="8533079" y="3983761"/>
                  </a:lnTo>
                  <a:lnTo>
                    <a:pt x="8526233" y="4029481"/>
                  </a:lnTo>
                  <a:lnTo>
                    <a:pt x="8516518" y="4074490"/>
                  </a:lnTo>
                  <a:lnTo>
                    <a:pt x="8504643" y="4118406"/>
                  </a:lnTo>
                  <a:lnTo>
                    <a:pt x="8489873" y="4160888"/>
                  </a:lnTo>
                  <a:lnTo>
                    <a:pt x="8472957" y="4202645"/>
                  </a:lnTo>
                  <a:lnTo>
                    <a:pt x="8453882" y="4243324"/>
                  </a:lnTo>
                  <a:lnTo>
                    <a:pt x="8432279" y="4282211"/>
                  </a:lnTo>
                  <a:lnTo>
                    <a:pt x="8408873" y="4320006"/>
                  </a:lnTo>
                  <a:lnTo>
                    <a:pt x="8383320" y="4356011"/>
                  </a:lnTo>
                  <a:lnTo>
                    <a:pt x="8355596" y="4390923"/>
                  </a:lnTo>
                  <a:lnTo>
                    <a:pt x="8326081" y="4423689"/>
                  </a:lnTo>
                  <a:lnTo>
                    <a:pt x="8294763" y="4455007"/>
                  </a:lnTo>
                  <a:lnTo>
                    <a:pt x="8261642" y="4484522"/>
                  </a:lnTo>
                  <a:lnTo>
                    <a:pt x="8227072" y="4512246"/>
                  </a:lnTo>
                  <a:lnTo>
                    <a:pt x="8190712" y="4537811"/>
                  </a:lnTo>
                  <a:lnTo>
                    <a:pt x="8153273" y="4561205"/>
                  </a:lnTo>
                  <a:lnTo>
                    <a:pt x="8114042" y="4582807"/>
                  </a:lnTo>
                  <a:lnTo>
                    <a:pt x="8073720" y="4601883"/>
                  </a:lnTo>
                  <a:lnTo>
                    <a:pt x="8031962" y="4618799"/>
                  </a:lnTo>
                  <a:lnTo>
                    <a:pt x="7989112" y="4633569"/>
                  </a:lnTo>
                  <a:lnTo>
                    <a:pt x="7945196" y="4645444"/>
                  </a:lnTo>
                  <a:lnTo>
                    <a:pt x="7900200" y="4655159"/>
                  </a:lnTo>
                  <a:lnTo>
                    <a:pt x="7854480" y="4662004"/>
                  </a:lnTo>
                  <a:lnTo>
                    <a:pt x="7807680" y="4665967"/>
                  </a:lnTo>
                  <a:lnTo>
                    <a:pt x="7760157" y="4667402"/>
                  </a:lnTo>
                  <a:lnTo>
                    <a:pt x="778319" y="4667402"/>
                  </a:lnTo>
                  <a:lnTo>
                    <a:pt x="730796" y="4665967"/>
                  </a:lnTo>
                  <a:lnTo>
                    <a:pt x="683996" y="4662004"/>
                  </a:lnTo>
                  <a:lnTo>
                    <a:pt x="638276" y="4655159"/>
                  </a:lnTo>
                  <a:lnTo>
                    <a:pt x="593280" y="4645444"/>
                  </a:lnTo>
                  <a:lnTo>
                    <a:pt x="549363" y="4633569"/>
                  </a:lnTo>
                  <a:lnTo>
                    <a:pt x="506514" y="4618799"/>
                  </a:lnTo>
                  <a:lnTo>
                    <a:pt x="464756" y="4601883"/>
                  </a:lnTo>
                  <a:lnTo>
                    <a:pt x="424434" y="4582807"/>
                  </a:lnTo>
                  <a:lnTo>
                    <a:pt x="385203" y="4561205"/>
                  </a:lnTo>
                  <a:lnTo>
                    <a:pt x="347751" y="4537811"/>
                  </a:lnTo>
                  <a:lnTo>
                    <a:pt x="311403" y="4512246"/>
                  </a:lnTo>
                  <a:lnTo>
                    <a:pt x="276834" y="4484522"/>
                  </a:lnTo>
                  <a:lnTo>
                    <a:pt x="243712" y="4455007"/>
                  </a:lnTo>
                  <a:lnTo>
                    <a:pt x="212394" y="4423689"/>
                  </a:lnTo>
                  <a:lnTo>
                    <a:pt x="182880" y="4390923"/>
                  </a:lnTo>
                  <a:lnTo>
                    <a:pt x="155155" y="4356011"/>
                  </a:lnTo>
                  <a:lnTo>
                    <a:pt x="129603" y="4320006"/>
                  </a:lnTo>
                  <a:lnTo>
                    <a:pt x="106197" y="4282211"/>
                  </a:lnTo>
                  <a:lnTo>
                    <a:pt x="84594" y="4243324"/>
                  </a:lnTo>
                  <a:lnTo>
                    <a:pt x="65519" y="4202645"/>
                  </a:lnTo>
                  <a:lnTo>
                    <a:pt x="48602" y="4160888"/>
                  </a:lnTo>
                  <a:lnTo>
                    <a:pt x="33832" y="4118406"/>
                  </a:lnTo>
                  <a:lnTo>
                    <a:pt x="21958" y="4074490"/>
                  </a:lnTo>
                  <a:lnTo>
                    <a:pt x="12242" y="4029481"/>
                  </a:lnTo>
                  <a:lnTo>
                    <a:pt x="5397" y="3983761"/>
                  </a:lnTo>
                  <a:lnTo>
                    <a:pt x="1079" y="3936961"/>
                  </a:lnTo>
                  <a:lnTo>
                    <a:pt x="0" y="3889451"/>
                  </a:lnTo>
                  <a:lnTo>
                    <a:pt x="0" y="777608"/>
                  </a:lnTo>
                  <a:close/>
                </a:path>
              </a:pathLst>
            </a:custGeom>
            <a:ln w="25919">
              <a:solidFill>
                <a:srgbClr val="00A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124749" y="1624229"/>
            <a:ext cx="69970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Orden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en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el</a:t>
            </a:r>
            <a:r>
              <a:rPr sz="24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que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se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ejecutan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las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instrucciones</a:t>
            </a:r>
            <a:r>
              <a:rPr sz="24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un </a:t>
            </a:r>
            <a:r>
              <a:rPr sz="2400" spc="-6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algoritmo: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tabLst>
                <a:tab pos="926465" algn="l"/>
              </a:tabLst>
            </a:pPr>
            <a:r>
              <a:rPr sz="24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1.	</a:t>
            </a: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Secuencialmente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30209" y="3061080"/>
            <a:ext cx="6702425" cy="3117850"/>
            <a:chOff x="1393558" y="3061080"/>
            <a:chExt cx="6702425" cy="311785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7322" y="3794036"/>
              <a:ext cx="2898355" cy="218196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8685" y="3794036"/>
              <a:ext cx="2218321" cy="238464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3558" y="3198240"/>
              <a:ext cx="2791434" cy="48708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518843" y="3061080"/>
              <a:ext cx="2668905" cy="304165"/>
            </a:xfrm>
            <a:custGeom>
              <a:avLst/>
              <a:gdLst/>
              <a:ahLst/>
              <a:cxnLst/>
              <a:rect l="l" t="t" r="r" b="b"/>
              <a:pathLst>
                <a:path w="2668904" h="304164">
                  <a:moveTo>
                    <a:pt x="2668320" y="0"/>
                  </a:moveTo>
                  <a:lnTo>
                    <a:pt x="0" y="0"/>
                  </a:lnTo>
                  <a:lnTo>
                    <a:pt x="0" y="303834"/>
                  </a:lnTo>
                  <a:lnTo>
                    <a:pt x="1334160" y="303834"/>
                  </a:lnTo>
                  <a:lnTo>
                    <a:pt x="2668320" y="303834"/>
                  </a:lnTo>
                  <a:lnTo>
                    <a:pt x="2668320" y="0"/>
                  </a:lnTo>
                  <a:close/>
                </a:path>
              </a:pathLst>
            </a:custGeom>
            <a:solidFill>
              <a:srgbClr val="49AB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655494" y="3061081"/>
            <a:ext cx="2668905" cy="304165"/>
          </a:xfrm>
          <a:prstGeom prst="rect">
            <a:avLst/>
          </a:prstGeom>
          <a:ln w="38159">
            <a:solidFill>
              <a:srgbClr val="FFFFFF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494030">
              <a:lnSpc>
                <a:spcPts val="2155"/>
              </a:lnSpc>
              <a:spcBef>
                <a:spcPts val="235"/>
              </a:spcBef>
            </a:pPr>
            <a:r>
              <a:rPr spc="-20" dirty="0">
                <a:solidFill>
                  <a:srgbClr val="FFFFFF"/>
                </a:solidFill>
                <a:latin typeface="Calibri"/>
                <a:cs typeface="Calibri"/>
              </a:rPr>
              <a:t>Diagrama 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FFFFFF"/>
                </a:solidFill>
                <a:latin typeface="Calibri"/>
                <a:cs typeface="Calibri"/>
              </a:rPr>
              <a:t>Flujo</a:t>
            </a:r>
            <a:endParaRPr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74854" y="2998800"/>
            <a:ext cx="3335654" cy="487680"/>
            <a:chOff x="5038204" y="2998800"/>
            <a:chExt cx="3335654" cy="48768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8204" y="2998800"/>
              <a:ext cx="3335400" cy="48708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100116" y="3041281"/>
              <a:ext cx="3213100" cy="304800"/>
            </a:xfrm>
            <a:custGeom>
              <a:avLst/>
              <a:gdLst/>
              <a:ahLst/>
              <a:cxnLst/>
              <a:rect l="l" t="t" r="r" b="b"/>
              <a:pathLst>
                <a:path w="3213100" h="304800">
                  <a:moveTo>
                    <a:pt x="3212642" y="0"/>
                  </a:moveTo>
                  <a:lnTo>
                    <a:pt x="0" y="0"/>
                  </a:lnTo>
                  <a:lnTo>
                    <a:pt x="0" y="304558"/>
                  </a:lnTo>
                  <a:lnTo>
                    <a:pt x="1606321" y="304558"/>
                  </a:lnTo>
                  <a:lnTo>
                    <a:pt x="3212642" y="304558"/>
                  </a:lnTo>
                  <a:lnTo>
                    <a:pt x="3212642" y="0"/>
                  </a:lnTo>
                  <a:close/>
                </a:path>
              </a:pathLst>
            </a:custGeom>
            <a:solidFill>
              <a:srgbClr val="49AB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236766" y="3041281"/>
            <a:ext cx="3213100" cy="304800"/>
          </a:xfrm>
          <a:prstGeom prst="rect">
            <a:avLst/>
          </a:prstGeom>
          <a:ln w="38159">
            <a:solidFill>
              <a:srgbClr val="FFFFFF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61390">
              <a:lnSpc>
                <a:spcPts val="2155"/>
              </a:lnSpc>
              <a:spcBef>
                <a:spcPts val="240"/>
              </a:spcBef>
            </a:pPr>
            <a:r>
              <a:rPr spc="-20" dirty="0">
                <a:solidFill>
                  <a:srgbClr val="FFFFFF"/>
                </a:solidFill>
                <a:latin typeface="Calibri"/>
                <a:cs typeface="Calibri"/>
              </a:rPr>
              <a:t>Pseudocódigo</a:t>
            </a:r>
            <a:endParaRPr>
              <a:latin typeface="Calibri"/>
              <a:cs typeface="Calibri"/>
            </a:endParaRPr>
          </a:p>
        </p:txBody>
      </p:sp>
      <p:pic>
        <p:nvPicPr>
          <p:cNvPr id="17" name="Picture 2" descr="CENEC">
            <a:extLst>
              <a:ext uri="{FF2B5EF4-FFF2-40B4-BE49-F238E27FC236}">
                <a16:creationId xmlns:a16="http://schemas.microsoft.com/office/drawing/2014/main" id="{443D3D1F-F4D8-2D87-357D-8104F6237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2300" y="431864"/>
            <a:ext cx="285750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327</Words>
  <Application>Microsoft Office PowerPoint</Application>
  <PresentationFormat>Panorámica</PresentationFormat>
  <Paragraphs>38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Microsoft Sans Serif</vt:lpstr>
      <vt:lpstr>Tema de Office</vt:lpstr>
      <vt:lpstr>UNIDAD 3</vt:lpstr>
      <vt:lpstr>Presentación de PowerPoint</vt:lpstr>
      <vt:lpstr>Presentación de PowerPoint</vt:lpstr>
      <vt:lpstr>Presentación de PowerPoint</vt:lpstr>
      <vt:lpstr>Tema 3 – Diagramas de Flujo</vt:lpstr>
      <vt:lpstr>Tema 3 – Diagramas de Flujo</vt:lpstr>
      <vt:lpstr>Tema 3 – Diagramas de Flujo</vt:lpstr>
      <vt:lpstr>Tema 3 – Diagramas de Flujo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3</dc:title>
  <dc:creator>Alberto Ruiz</dc:creator>
  <cp:lastModifiedBy>Alberto Ruiz</cp:lastModifiedBy>
  <cp:revision>1</cp:revision>
  <dcterms:created xsi:type="dcterms:W3CDTF">2023-11-24T15:45:12Z</dcterms:created>
  <dcterms:modified xsi:type="dcterms:W3CDTF">2023-12-01T15:37:32Z</dcterms:modified>
</cp:coreProperties>
</file>