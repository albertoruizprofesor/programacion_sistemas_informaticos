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62" r:id="rId5"/>
    <p:sldId id="259" r:id="rId6"/>
    <p:sldId id="260" r:id="rId7"/>
    <p:sldId id="261" r:id="rId8"/>
    <p:sldId id="270" r:id="rId9"/>
    <p:sldId id="263" r:id="rId10"/>
    <p:sldId id="271" r:id="rId11"/>
    <p:sldId id="272" r:id="rId12"/>
    <p:sldId id="264" r:id="rId13"/>
    <p:sldId id="273" r:id="rId14"/>
    <p:sldId id="274" r:id="rId15"/>
    <p:sldId id="275" r:id="rId16"/>
    <p:sldId id="265" r:id="rId17"/>
    <p:sldId id="276" r:id="rId18"/>
    <p:sldId id="277" r:id="rId19"/>
    <p:sldId id="278" r:id="rId20"/>
    <p:sldId id="266" r:id="rId21"/>
    <p:sldId id="267" r:id="rId22"/>
    <p:sldId id="279" r:id="rId23"/>
    <p:sldId id="280" r:id="rId24"/>
    <p:sldId id="281" r:id="rId25"/>
    <p:sldId id="282" r:id="rId26"/>
    <p:sldId id="283" r:id="rId27"/>
    <p:sldId id="284" r:id="rId28"/>
    <p:sldId id="285" r:id="rId29"/>
    <p:sldId id="286" r:id="rId30"/>
    <p:sldId id="287" r:id="rId31"/>
    <p:sldId id="289" r:id="rId32"/>
    <p:sldId id="290" r:id="rId33"/>
    <p:sldId id="291" r:id="rId34"/>
    <p:sldId id="292" r:id="rId35"/>
    <p:sldId id="268" r:id="rId36"/>
    <p:sldId id="288" r:id="rId37"/>
    <p:sldId id="293" r:id="rId38"/>
    <p:sldId id="294" r:id="rId39"/>
    <p:sldId id="295" r:id="rId40"/>
    <p:sldId id="296" r:id="rId41"/>
    <p:sldId id="297" r:id="rId42"/>
    <p:sldId id="298" r:id="rId43"/>
    <p:sldId id="299" r:id="rId44"/>
    <p:sldId id="269" r:id="rId45"/>
    <p:sldId id="300" r:id="rId46"/>
    <p:sldId id="301" r:id="rId47"/>
    <p:sldId id="302" r:id="rId48"/>
    <p:sldId id="303" r:id="rId49"/>
    <p:sldId id="304" r:id="rId50"/>
    <p:sldId id="305" r:id="rId51"/>
    <p:sldId id="306" r:id="rId52"/>
    <p:sldId id="307" r:id="rId5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63E615-A9FF-4A47-AE9A-60404C71C137}" v="32" dt="2024-08-27T11:25:09.37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5B63E615-A9FF-4A47-AE9A-60404C71C137}"/>
    <pc:docChg chg="undo custSel addSld delSld modSld">
      <pc:chgData name="Alberto Ruiz" userId="47fa91d207cfb014" providerId="LiveId" clId="{5B63E615-A9FF-4A47-AE9A-60404C71C137}" dt="2024-08-27T11:30:03.323" v="698" actId="26606"/>
      <pc:docMkLst>
        <pc:docMk/>
      </pc:docMkLst>
      <pc:sldChg chg="addSp modSp new mod setBg">
        <pc:chgData name="Alberto Ruiz" userId="47fa91d207cfb014" providerId="LiveId" clId="{5B63E615-A9FF-4A47-AE9A-60404C71C137}" dt="2024-08-27T10:50:57.657" v="66" actId="26606"/>
        <pc:sldMkLst>
          <pc:docMk/>
          <pc:sldMk cId="2139785014" sldId="256"/>
        </pc:sldMkLst>
        <pc:spChg chg="mod">
          <ac:chgData name="Alberto Ruiz" userId="47fa91d207cfb014" providerId="LiveId" clId="{5B63E615-A9FF-4A47-AE9A-60404C71C137}" dt="2024-08-27T10:50:57.657" v="66" actId="26606"/>
          <ac:spMkLst>
            <pc:docMk/>
            <pc:sldMk cId="2139785014" sldId="256"/>
            <ac:spMk id="2" creationId="{F4ACEE25-5DC8-DDD1-CE38-F1E897E37F5F}"/>
          </ac:spMkLst>
        </pc:spChg>
        <pc:spChg chg="mod">
          <ac:chgData name="Alberto Ruiz" userId="47fa91d207cfb014" providerId="LiveId" clId="{5B63E615-A9FF-4A47-AE9A-60404C71C137}" dt="2024-08-27T10:50:57.657" v="66" actId="26606"/>
          <ac:spMkLst>
            <pc:docMk/>
            <pc:sldMk cId="2139785014" sldId="256"/>
            <ac:spMk id="3" creationId="{32164BED-E749-5840-EE3D-57450C179F84}"/>
          </ac:spMkLst>
        </pc:spChg>
        <pc:spChg chg="add">
          <ac:chgData name="Alberto Ruiz" userId="47fa91d207cfb014" providerId="LiveId" clId="{5B63E615-A9FF-4A47-AE9A-60404C71C137}" dt="2024-08-27T10:50:57.657" v="66" actId="26606"/>
          <ac:spMkLst>
            <pc:docMk/>
            <pc:sldMk cId="2139785014" sldId="256"/>
            <ac:spMk id="8" creationId="{3677BAFB-3BD3-41BB-9107-FAE224AE21C4}"/>
          </ac:spMkLst>
        </pc:spChg>
        <pc:spChg chg="add">
          <ac:chgData name="Alberto Ruiz" userId="47fa91d207cfb014" providerId="LiveId" clId="{5B63E615-A9FF-4A47-AE9A-60404C71C137}" dt="2024-08-27T10:50:57.657" v="66" actId="26606"/>
          <ac:spMkLst>
            <pc:docMk/>
            <pc:sldMk cId="2139785014" sldId="256"/>
            <ac:spMk id="10" creationId="{E6823A9B-C188-42D4-847C-3AD928DB145C}"/>
          </ac:spMkLst>
        </pc:spChg>
        <pc:spChg chg="add">
          <ac:chgData name="Alberto Ruiz" userId="47fa91d207cfb014" providerId="LiveId" clId="{5B63E615-A9FF-4A47-AE9A-60404C71C137}" dt="2024-08-27T10:50:57.657" v="66" actId="26606"/>
          <ac:spMkLst>
            <pc:docMk/>
            <pc:sldMk cId="2139785014" sldId="256"/>
            <ac:spMk id="12" creationId="{34B557F3-1A0C-4749-A6DB-EAC082DF390B}"/>
          </ac:spMkLst>
        </pc:spChg>
        <pc:spChg chg="add">
          <ac:chgData name="Alberto Ruiz" userId="47fa91d207cfb014" providerId="LiveId" clId="{5B63E615-A9FF-4A47-AE9A-60404C71C137}" dt="2024-08-27T10:50:57.657" v="66" actId="26606"/>
          <ac:spMkLst>
            <pc:docMk/>
            <pc:sldMk cId="2139785014" sldId="256"/>
            <ac:spMk id="14" creationId="{55D55AA6-3751-494F-868A-DCEDC5CE82BF}"/>
          </ac:spMkLst>
        </pc:spChg>
        <pc:spChg chg="add">
          <ac:chgData name="Alberto Ruiz" userId="47fa91d207cfb014" providerId="LiveId" clId="{5B63E615-A9FF-4A47-AE9A-60404C71C137}" dt="2024-08-27T10:50:57.657" v="66" actId="26606"/>
          <ac:spMkLst>
            <pc:docMk/>
            <pc:sldMk cId="2139785014" sldId="256"/>
            <ac:spMk id="16" creationId="{4D4C00DC-4DC6-4CD2-9E31-F17E6CEBC5A6}"/>
          </ac:spMkLst>
        </pc:spChg>
        <pc:spChg chg="add">
          <ac:chgData name="Alberto Ruiz" userId="47fa91d207cfb014" providerId="LiveId" clId="{5B63E615-A9FF-4A47-AE9A-60404C71C137}" dt="2024-08-27T10:50:57.657" v="66" actId="26606"/>
          <ac:spMkLst>
            <pc:docMk/>
            <pc:sldMk cId="2139785014" sldId="256"/>
            <ac:spMk id="18" creationId="{D82AB1B2-7970-42CF-8BF5-567C69E9FFFB}"/>
          </ac:spMkLst>
        </pc:spChg>
        <pc:spChg chg="add">
          <ac:chgData name="Alberto Ruiz" userId="47fa91d207cfb014" providerId="LiveId" clId="{5B63E615-A9FF-4A47-AE9A-60404C71C137}" dt="2024-08-27T10:50:57.657" v="66" actId="26606"/>
          <ac:spMkLst>
            <pc:docMk/>
            <pc:sldMk cId="2139785014" sldId="256"/>
            <ac:spMk id="24" creationId="{C10FB9CA-E7FA-462C-B537-F1224ED1ACF4}"/>
          </ac:spMkLst>
        </pc:spChg>
        <pc:spChg chg="add">
          <ac:chgData name="Alberto Ruiz" userId="47fa91d207cfb014" providerId="LiveId" clId="{5B63E615-A9FF-4A47-AE9A-60404C71C137}" dt="2024-08-27T10:50:57.657" v="66" actId="26606"/>
          <ac:spMkLst>
            <pc:docMk/>
            <pc:sldMk cId="2139785014" sldId="256"/>
            <ac:spMk id="26" creationId="{D8469AE7-A75B-4F37-850B-EF5974ABED2C}"/>
          </ac:spMkLst>
        </pc:spChg>
        <pc:grpChg chg="add">
          <ac:chgData name="Alberto Ruiz" userId="47fa91d207cfb014" providerId="LiveId" clId="{5B63E615-A9FF-4A47-AE9A-60404C71C137}" dt="2024-08-27T10:50:57.657" v="66" actId="26606"/>
          <ac:grpSpMkLst>
            <pc:docMk/>
            <pc:sldMk cId="2139785014" sldId="256"/>
            <ac:grpSpMk id="20" creationId="{66FB5A75-BDE2-4F12-A95B-C48788A7685C}"/>
          </ac:grpSpMkLst>
        </pc:grpChg>
        <pc:grpChg chg="add">
          <ac:chgData name="Alberto Ruiz" userId="47fa91d207cfb014" providerId="LiveId" clId="{5B63E615-A9FF-4A47-AE9A-60404C71C137}" dt="2024-08-27T10:50:57.657" v="66" actId="26606"/>
          <ac:grpSpMkLst>
            <pc:docMk/>
            <pc:sldMk cId="2139785014" sldId="256"/>
            <ac:grpSpMk id="28" creationId="{63301095-70B2-49AA-8DA9-A35629AD621C}"/>
          </ac:grpSpMkLst>
        </pc:grpChg>
      </pc:sldChg>
      <pc:sldChg chg="addSp modSp new mod setBg">
        <pc:chgData name="Alberto Ruiz" userId="47fa91d207cfb014" providerId="LiveId" clId="{5B63E615-A9FF-4A47-AE9A-60404C71C137}" dt="2024-08-27T10:51:02.143" v="67" actId="26606"/>
        <pc:sldMkLst>
          <pc:docMk/>
          <pc:sldMk cId="4189925007" sldId="257"/>
        </pc:sldMkLst>
        <pc:spChg chg="mod">
          <ac:chgData name="Alberto Ruiz" userId="47fa91d207cfb014" providerId="LiveId" clId="{5B63E615-A9FF-4A47-AE9A-60404C71C137}" dt="2024-08-27T10:51:02.143" v="67" actId="26606"/>
          <ac:spMkLst>
            <pc:docMk/>
            <pc:sldMk cId="4189925007" sldId="257"/>
            <ac:spMk id="2" creationId="{7662BE0F-7AB2-1023-EF0E-B997611815CB}"/>
          </ac:spMkLst>
        </pc:spChg>
        <pc:spChg chg="mod">
          <ac:chgData name="Alberto Ruiz" userId="47fa91d207cfb014" providerId="LiveId" clId="{5B63E615-A9FF-4A47-AE9A-60404C71C137}" dt="2024-08-27T10:51:02.143" v="67" actId="26606"/>
          <ac:spMkLst>
            <pc:docMk/>
            <pc:sldMk cId="4189925007" sldId="257"/>
            <ac:spMk id="3" creationId="{3DCD45DD-FEDF-BA2A-8075-C04EA0CE1DD7}"/>
          </ac:spMkLst>
        </pc:spChg>
        <pc:spChg chg="add">
          <ac:chgData name="Alberto Ruiz" userId="47fa91d207cfb014" providerId="LiveId" clId="{5B63E615-A9FF-4A47-AE9A-60404C71C137}" dt="2024-08-27T10:51:02.143" v="67" actId="26606"/>
          <ac:spMkLst>
            <pc:docMk/>
            <pc:sldMk cId="4189925007" sldId="257"/>
            <ac:spMk id="8" creationId="{5C8908E2-EE49-44D2-9428-A28D2312A8D5}"/>
          </ac:spMkLst>
        </pc:spChg>
        <pc:spChg chg="add">
          <ac:chgData name="Alberto Ruiz" userId="47fa91d207cfb014" providerId="LiveId" clId="{5B63E615-A9FF-4A47-AE9A-60404C71C137}" dt="2024-08-27T10:51:02.143" v="67" actId="26606"/>
          <ac:spMkLst>
            <pc:docMk/>
            <pc:sldMk cId="4189925007" sldId="257"/>
            <ac:spMk id="14" creationId="{BD92035A-AA2F-4CD8-A556-1CE8BDEC75BD}"/>
          </ac:spMkLst>
        </pc:spChg>
        <pc:spChg chg="add">
          <ac:chgData name="Alberto Ruiz" userId="47fa91d207cfb014" providerId="LiveId" clId="{5B63E615-A9FF-4A47-AE9A-60404C71C137}" dt="2024-08-27T10:51:02.143" v="67" actId="26606"/>
          <ac:spMkLst>
            <pc:docMk/>
            <pc:sldMk cId="4189925007" sldId="257"/>
            <ac:spMk id="16" creationId="{ED888B23-07FA-482A-96DF-47E31AF1A603}"/>
          </ac:spMkLst>
        </pc:spChg>
        <pc:grpChg chg="add">
          <ac:chgData name="Alberto Ruiz" userId="47fa91d207cfb014" providerId="LiveId" clId="{5B63E615-A9FF-4A47-AE9A-60404C71C137}" dt="2024-08-27T10:51:02.143" v="67" actId="26606"/>
          <ac:grpSpMkLst>
            <pc:docMk/>
            <pc:sldMk cId="4189925007" sldId="257"/>
            <ac:grpSpMk id="10" creationId="{5D1A9D8B-3117-4D9D-BDA4-DD81895098B0}"/>
          </ac:grpSpMkLst>
        </pc:grpChg>
      </pc:sldChg>
      <pc:sldChg chg="addSp modSp new mod setBg">
        <pc:chgData name="Alberto Ruiz" userId="47fa91d207cfb014" providerId="LiveId" clId="{5B63E615-A9FF-4A47-AE9A-60404C71C137}" dt="2024-08-27T10:51:07.093" v="68" actId="26606"/>
        <pc:sldMkLst>
          <pc:docMk/>
          <pc:sldMk cId="4098518619" sldId="258"/>
        </pc:sldMkLst>
        <pc:spChg chg="mod">
          <ac:chgData name="Alberto Ruiz" userId="47fa91d207cfb014" providerId="LiveId" clId="{5B63E615-A9FF-4A47-AE9A-60404C71C137}" dt="2024-08-27T10:51:07.093" v="68" actId="26606"/>
          <ac:spMkLst>
            <pc:docMk/>
            <pc:sldMk cId="4098518619" sldId="258"/>
            <ac:spMk id="2" creationId="{4D8C362F-61DB-6261-E98B-108E0EFE2BEC}"/>
          </ac:spMkLst>
        </pc:spChg>
        <pc:spChg chg="mod">
          <ac:chgData name="Alberto Ruiz" userId="47fa91d207cfb014" providerId="LiveId" clId="{5B63E615-A9FF-4A47-AE9A-60404C71C137}" dt="2024-08-27T10:51:07.093" v="68" actId="26606"/>
          <ac:spMkLst>
            <pc:docMk/>
            <pc:sldMk cId="4098518619" sldId="258"/>
            <ac:spMk id="3" creationId="{E8523B07-66D8-ED80-4908-8749EA13DEEF}"/>
          </ac:spMkLst>
        </pc:spChg>
        <pc:spChg chg="add">
          <ac:chgData name="Alberto Ruiz" userId="47fa91d207cfb014" providerId="LiveId" clId="{5B63E615-A9FF-4A47-AE9A-60404C71C137}" dt="2024-08-27T10:51:07.093" v="68" actId="26606"/>
          <ac:spMkLst>
            <pc:docMk/>
            <pc:sldMk cId="4098518619" sldId="258"/>
            <ac:spMk id="8" creationId="{5A0118C5-4F8D-4CF4-BADD-53FEACC6C42A}"/>
          </ac:spMkLst>
        </pc:spChg>
        <pc:spChg chg="add">
          <ac:chgData name="Alberto Ruiz" userId="47fa91d207cfb014" providerId="LiveId" clId="{5B63E615-A9FF-4A47-AE9A-60404C71C137}" dt="2024-08-27T10:51:07.093" v="68" actId="26606"/>
          <ac:spMkLst>
            <pc:docMk/>
            <pc:sldMk cId="4098518619" sldId="258"/>
            <ac:spMk id="10" creationId="{CAEBFCD5-5356-4326-8D39-8235A46CD7B2}"/>
          </ac:spMkLst>
        </pc:spChg>
        <pc:spChg chg="add">
          <ac:chgData name="Alberto Ruiz" userId="47fa91d207cfb014" providerId="LiveId" clId="{5B63E615-A9FF-4A47-AE9A-60404C71C137}" dt="2024-08-27T10:51:07.093" v="68" actId="26606"/>
          <ac:spMkLst>
            <pc:docMk/>
            <pc:sldMk cId="4098518619" sldId="258"/>
            <ac:spMk id="12" creationId="{F6814848-248A-47DD-88E0-95099D951EF8}"/>
          </ac:spMkLst>
        </pc:spChg>
        <pc:spChg chg="add">
          <ac:chgData name="Alberto Ruiz" userId="47fa91d207cfb014" providerId="LiveId" clId="{5B63E615-A9FF-4A47-AE9A-60404C71C137}" dt="2024-08-27T10:51:07.093" v="68" actId="26606"/>
          <ac:spMkLst>
            <pc:docMk/>
            <pc:sldMk cId="4098518619" sldId="258"/>
            <ac:spMk id="14" creationId="{718BDA89-0D2C-4C4E-99F6-D7A220FE48D3}"/>
          </ac:spMkLst>
        </pc:spChg>
        <pc:spChg chg="add">
          <ac:chgData name="Alberto Ruiz" userId="47fa91d207cfb014" providerId="LiveId" clId="{5B63E615-A9FF-4A47-AE9A-60404C71C137}" dt="2024-08-27T10:51:07.093" v="68" actId="26606"/>
          <ac:spMkLst>
            <pc:docMk/>
            <pc:sldMk cId="4098518619" sldId="258"/>
            <ac:spMk id="20" creationId="{7CE98B01-ED41-482F-AFA1-19C7FA7C04A7}"/>
          </ac:spMkLst>
        </pc:spChg>
        <pc:spChg chg="add">
          <ac:chgData name="Alberto Ruiz" userId="47fa91d207cfb014" providerId="LiveId" clId="{5B63E615-A9FF-4A47-AE9A-60404C71C137}" dt="2024-08-27T10:51:07.093" v="68" actId="26606"/>
          <ac:spMkLst>
            <pc:docMk/>
            <pc:sldMk cId="4098518619" sldId="258"/>
            <ac:spMk id="22" creationId="{B9CABDD0-8DF6-4974-A224-9A2A81778003}"/>
          </ac:spMkLst>
        </pc:spChg>
        <pc:grpChg chg="add">
          <ac:chgData name="Alberto Ruiz" userId="47fa91d207cfb014" providerId="LiveId" clId="{5B63E615-A9FF-4A47-AE9A-60404C71C137}" dt="2024-08-27T10:51:07.093" v="68" actId="26606"/>
          <ac:grpSpMkLst>
            <pc:docMk/>
            <pc:sldMk cId="4098518619" sldId="258"/>
            <ac:grpSpMk id="16" creationId="{6B67BE95-96EF-433C-9F29-B0732AA6B6AC}"/>
          </ac:grpSpMkLst>
        </pc:grpChg>
        <pc:grpChg chg="add">
          <ac:chgData name="Alberto Ruiz" userId="47fa91d207cfb014" providerId="LiveId" clId="{5B63E615-A9FF-4A47-AE9A-60404C71C137}" dt="2024-08-27T10:51:07.093" v="68" actId="26606"/>
          <ac:grpSpMkLst>
            <pc:docMk/>
            <pc:sldMk cId="4098518619" sldId="258"/>
            <ac:grpSpMk id="24" creationId="{D6E8B984-55B9-4A62-A043-997D00F0AE09}"/>
          </ac:grpSpMkLst>
        </pc:grpChg>
      </pc:sldChg>
      <pc:sldChg chg="addSp delSp modSp new mod setBg">
        <pc:chgData name="Alberto Ruiz" userId="47fa91d207cfb014" providerId="LiveId" clId="{5B63E615-A9FF-4A47-AE9A-60404C71C137}" dt="2024-08-27T10:51:27.758" v="73" actId="207"/>
        <pc:sldMkLst>
          <pc:docMk/>
          <pc:sldMk cId="3848863772" sldId="259"/>
        </pc:sldMkLst>
        <pc:spChg chg="mod">
          <ac:chgData name="Alberto Ruiz" userId="47fa91d207cfb014" providerId="LiveId" clId="{5B63E615-A9FF-4A47-AE9A-60404C71C137}" dt="2024-08-27T10:51:21.821" v="72" actId="26606"/>
          <ac:spMkLst>
            <pc:docMk/>
            <pc:sldMk cId="3848863772" sldId="259"/>
            <ac:spMk id="2" creationId="{8204A89F-2031-A109-56E0-77901D66D98D}"/>
          </ac:spMkLst>
        </pc:spChg>
        <pc:spChg chg="del">
          <ac:chgData name="Alberto Ruiz" userId="47fa91d207cfb014" providerId="LiveId" clId="{5B63E615-A9FF-4A47-AE9A-60404C71C137}" dt="2024-08-27T10:46:32.204" v="28" actId="478"/>
          <ac:spMkLst>
            <pc:docMk/>
            <pc:sldMk cId="3848863772" sldId="259"/>
            <ac:spMk id="3" creationId="{2E1C6462-8D44-A240-BDFD-4E145F306F67}"/>
          </ac:spMkLst>
        </pc:spChg>
        <pc:spChg chg="add mod">
          <ac:chgData name="Alberto Ruiz" userId="47fa91d207cfb014" providerId="LiveId" clId="{5B63E615-A9FF-4A47-AE9A-60404C71C137}" dt="2024-08-27T10:51:27.758" v="73" actId="207"/>
          <ac:spMkLst>
            <pc:docMk/>
            <pc:sldMk cId="3848863772" sldId="259"/>
            <ac:spMk id="4" creationId="{DFA7ABE7-1834-0267-5F16-576BB9395C1D}"/>
          </ac:spMkLst>
        </pc:spChg>
        <pc:spChg chg="add">
          <ac:chgData name="Alberto Ruiz" userId="47fa91d207cfb014" providerId="LiveId" clId="{5B63E615-A9FF-4A47-AE9A-60404C71C137}" dt="2024-08-27T10:51:21.821" v="72" actId="26606"/>
          <ac:spMkLst>
            <pc:docMk/>
            <pc:sldMk cId="3848863772" sldId="259"/>
            <ac:spMk id="10" creationId="{AE3A741D-C19B-960A-5803-1C5887147820}"/>
          </ac:spMkLst>
        </pc:spChg>
        <pc:spChg chg="add">
          <ac:chgData name="Alberto Ruiz" userId="47fa91d207cfb014" providerId="LiveId" clId="{5B63E615-A9FF-4A47-AE9A-60404C71C137}" dt="2024-08-27T10:51:21.821" v="72" actId="26606"/>
          <ac:spMkLst>
            <pc:docMk/>
            <pc:sldMk cId="3848863772" sldId="259"/>
            <ac:spMk id="12" creationId="{DC39DE25-0E4E-0AA7-0932-1D78C2372786}"/>
          </ac:spMkLst>
        </pc:spChg>
        <pc:spChg chg="add">
          <ac:chgData name="Alberto Ruiz" userId="47fa91d207cfb014" providerId="LiveId" clId="{5B63E615-A9FF-4A47-AE9A-60404C71C137}" dt="2024-08-27T10:51:21.821" v="72" actId="26606"/>
          <ac:spMkLst>
            <pc:docMk/>
            <pc:sldMk cId="3848863772" sldId="259"/>
            <ac:spMk id="14" creationId="{8D6EA299-0840-6DEA-E670-C49AEBC87E89}"/>
          </ac:spMkLst>
        </pc:spChg>
        <pc:picChg chg="add">
          <ac:chgData name="Alberto Ruiz" userId="47fa91d207cfb014" providerId="LiveId" clId="{5B63E615-A9FF-4A47-AE9A-60404C71C137}" dt="2024-08-27T10:51:21.821" v="72" actId="26606"/>
          <ac:picMkLst>
            <pc:docMk/>
            <pc:sldMk cId="3848863772" sldId="259"/>
            <ac:picMk id="6" creationId="{00EB47AE-D12F-3050-8A51-67B925441EE9}"/>
          </ac:picMkLst>
        </pc:picChg>
      </pc:sldChg>
      <pc:sldChg chg="addSp delSp modSp new mod setBg">
        <pc:chgData name="Alberto Ruiz" userId="47fa91d207cfb014" providerId="LiveId" clId="{5B63E615-A9FF-4A47-AE9A-60404C71C137}" dt="2024-08-27T10:51:34.222" v="74" actId="26606"/>
        <pc:sldMkLst>
          <pc:docMk/>
          <pc:sldMk cId="16969741" sldId="260"/>
        </pc:sldMkLst>
        <pc:spChg chg="mod">
          <ac:chgData name="Alberto Ruiz" userId="47fa91d207cfb014" providerId="LiveId" clId="{5B63E615-A9FF-4A47-AE9A-60404C71C137}" dt="2024-08-27T10:51:34.222" v="74" actId="26606"/>
          <ac:spMkLst>
            <pc:docMk/>
            <pc:sldMk cId="16969741" sldId="260"/>
            <ac:spMk id="2" creationId="{65B0CFAF-8504-8FBE-B9BD-AB56E05ECCBC}"/>
          </ac:spMkLst>
        </pc:spChg>
        <pc:spChg chg="mod">
          <ac:chgData name="Alberto Ruiz" userId="47fa91d207cfb014" providerId="LiveId" clId="{5B63E615-A9FF-4A47-AE9A-60404C71C137}" dt="2024-08-27T10:51:34.222" v="74" actId="26606"/>
          <ac:spMkLst>
            <pc:docMk/>
            <pc:sldMk cId="16969741" sldId="260"/>
            <ac:spMk id="3" creationId="{377792E3-AC0F-B242-FB54-4DA6E5A72F05}"/>
          </ac:spMkLst>
        </pc:spChg>
        <pc:spChg chg="add del mod">
          <ac:chgData name="Alberto Ruiz" userId="47fa91d207cfb014" providerId="LiveId" clId="{5B63E615-A9FF-4A47-AE9A-60404C71C137}" dt="2024-08-27T10:47:30.719" v="43" actId="478"/>
          <ac:spMkLst>
            <pc:docMk/>
            <pc:sldMk cId="16969741" sldId="260"/>
            <ac:spMk id="5" creationId="{5A3DB820-3A11-F97C-870A-FA278BD6F4C7}"/>
          </ac:spMkLst>
        </pc:spChg>
        <pc:spChg chg="add mod">
          <ac:chgData name="Alberto Ruiz" userId="47fa91d207cfb014" providerId="LiveId" clId="{5B63E615-A9FF-4A47-AE9A-60404C71C137}" dt="2024-08-27T10:51:34.222" v="74" actId="26606"/>
          <ac:spMkLst>
            <pc:docMk/>
            <pc:sldMk cId="16969741" sldId="260"/>
            <ac:spMk id="6" creationId="{B2BEFA78-8284-5F88-6703-3BB46A4096E1}"/>
          </ac:spMkLst>
        </pc:spChg>
        <pc:spChg chg="add">
          <ac:chgData name="Alberto Ruiz" userId="47fa91d207cfb014" providerId="LiveId" clId="{5B63E615-A9FF-4A47-AE9A-60404C71C137}" dt="2024-08-27T10:51:34.222" v="74" actId="26606"/>
          <ac:spMkLst>
            <pc:docMk/>
            <pc:sldMk cId="16969741" sldId="260"/>
            <ac:spMk id="11" creationId="{4C608BEB-860E-4094-8511-78603564A75E}"/>
          </ac:spMkLst>
        </pc:spChg>
        <pc:cxnChg chg="add">
          <ac:chgData name="Alberto Ruiz" userId="47fa91d207cfb014" providerId="LiveId" clId="{5B63E615-A9FF-4A47-AE9A-60404C71C137}" dt="2024-08-27T10:51:34.222" v="74" actId="26606"/>
          <ac:cxnSpMkLst>
            <pc:docMk/>
            <pc:sldMk cId="16969741" sldId="260"/>
            <ac:cxnSpMk id="13" creationId="{1F16A8D4-FE87-4604-88B2-394B5D1EB437}"/>
          </ac:cxnSpMkLst>
        </pc:cxnChg>
      </pc:sldChg>
      <pc:sldChg chg="addSp modSp new mod setBg">
        <pc:chgData name="Alberto Ruiz" userId="47fa91d207cfb014" providerId="LiveId" clId="{5B63E615-A9FF-4A47-AE9A-60404C71C137}" dt="2024-08-27T10:51:38.064" v="75" actId="26606"/>
        <pc:sldMkLst>
          <pc:docMk/>
          <pc:sldMk cId="3645573731" sldId="261"/>
        </pc:sldMkLst>
        <pc:spChg chg="mod">
          <ac:chgData name="Alberto Ruiz" userId="47fa91d207cfb014" providerId="LiveId" clId="{5B63E615-A9FF-4A47-AE9A-60404C71C137}" dt="2024-08-27T10:51:38.064" v="75" actId="26606"/>
          <ac:spMkLst>
            <pc:docMk/>
            <pc:sldMk cId="3645573731" sldId="261"/>
            <ac:spMk id="2" creationId="{A45F3B06-8718-1C67-8BD7-1D0CD3EDC4FF}"/>
          </ac:spMkLst>
        </pc:spChg>
        <pc:spChg chg="mod">
          <ac:chgData name="Alberto Ruiz" userId="47fa91d207cfb014" providerId="LiveId" clId="{5B63E615-A9FF-4A47-AE9A-60404C71C137}" dt="2024-08-27T10:51:38.064" v="75" actId="26606"/>
          <ac:spMkLst>
            <pc:docMk/>
            <pc:sldMk cId="3645573731" sldId="261"/>
            <ac:spMk id="3" creationId="{7B0E5A40-1498-A8F9-F10C-E80ED620B1E1}"/>
          </ac:spMkLst>
        </pc:spChg>
        <pc:spChg chg="add mod">
          <ac:chgData name="Alberto Ruiz" userId="47fa91d207cfb014" providerId="LiveId" clId="{5B63E615-A9FF-4A47-AE9A-60404C71C137}" dt="2024-08-27T10:51:38.064" v="75" actId="26606"/>
          <ac:spMkLst>
            <pc:docMk/>
            <pc:sldMk cId="3645573731" sldId="261"/>
            <ac:spMk id="5" creationId="{8D280121-28A7-DC2E-AD18-6A0DF7BA9201}"/>
          </ac:spMkLst>
        </pc:spChg>
        <pc:spChg chg="add">
          <ac:chgData name="Alberto Ruiz" userId="47fa91d207cfb014" providerId="LiveId" clId="{5B63E615-A9FF-4A47-AE9A-60404C71C137}" dt="2024-08-27T10:51:38.064" v="75" actId="26606"/>
          <ac:spMkLst>
            <pc:docMk/>
            <pc:sldMk cId="3645573731" sldId="261"/>
            <ac:spMk id="10" creationId="{4C608BEB-860E-4094-8511-78603564A75E}"/>
          </ac:spMkLst>
        </pc:spChg>
        <pc:cxnChg chg="add">
          <ac:chgData name="Alberto Ruiz" userId="47fa91d207cfb014" providerId="LiveId" clId="{5B63E615-A9FF-4A47-AE9A-60404C71C137}" dt="2024-08-27T10:51:38.064" v="75" actId="26606"/>
          <ac:cxnSpMkLst>
            <pc:docMk/>
            <pc:sldMk cId="3645573731" sldId="261"/>
            <ac:cxnSpMk id="12" creationId="{1F16A8D4-FE87-4604-88B2-394B5D1EB437}"/>
          </ac:cxnSpMkLst>
        </pc:cxnChg>
      </pc:sldChg>
      <pc:sldChg chg="addSp delSp modSp new mod setBg addAnim setClrOvrMap">
        <pc:chgData name="Alberto Ruiz" userId="47fa91d207cfb014" providerId="LiveId" clId="{5B63E615-A9FF-4A47-AE9A-60404C71C137}" dt="2024-08-27T10:51:16.939" v="71"/>
        <pc:sldMkLst>
          <pc:docMk/>
          <pc:sldMk cId="3315671768" sldId="262"/>
        </pc:sldMkLst>
        <pc:spChg chg="mod">
          <ac:chgData name="Alberto Ruiz" userId="47fa91d207cfb014" providerId="LiveId" clId="{5B63E615-A9FF-4A47-AE9A-60404C71C137}" dt="2024-08-27T10:51:16.931" v="70" actId="26606"/>
          <ac:spMkLst>
            <pc:docMk/>
            <pc:sldMk cId="3315671768" sldId="262"/>
            <ac:spMk id="2" creationId="{6FA872E2-DFCF-12A9-82A2-74888894A9A3}"/>
          </ac:spMkLst>
        </pc:spChg>
        <pc:spChg chg="del">
          <ac:chgData name="Alberto Ruiz" userId="47fa91d207cfb014" providerId="LiveId" clId="{5B63E615-A9FF-4A47-AE9A-60404C71C137}" dt="2024-08-27T10:51:13.703" v="69" actId="478"/>
          <ac:spMkLst>
            <pc:docMk/>
            <pc:sldMk cId="3315671768" sldId="262"/>
            <ac:spMk id="3" creationId="{52A2BC80-339D-FE3C-2A2F-27AEC08B680C}"/>
          </ac:spMkLst>
        </pc:spChg>
        <pc:spChg chg="add">
          <ac:chgData name="Alberto Ruiz" userId="47fa91d207cfb014" providerId="LiveId" clId="{5B63E615-A9FF-4A47-AE9A-60404C71C137}" dt="2024-08-27T10:51:16.931" v="70" actId="26606"/>
          <ac:spMkLst>
            <pc:docMk/>
            <pc:sldMk cId="3315671768" sldId="262"/>
            <ac:spMk id="8" creationId="{71B2258F-86CA-4D4D-8270-BC05FCDEBFB3}"/>
          </ac:spMkLst>
        </pc:spChg>
        <pc:picChg chg="add">
          <ac:chgData name="Alberto Ruiz" userId="47fa91d207cfb014" providerId="LiveId" clId="{5B63E615-A9FF-4A47-AE9A-60404C71C137}" dt="2024-08-27T10:51:16.931" v="70" actId="26606"/>
          <ac:picMkLst>
            <pc:docMk/>
            <pc:sldMk cId="3315671768" sldId="262"/>
            <ac:picMk id="4" creationId="{FD29750C-2471-CE7D-7C86-633C27403368}"/>
          </ac:picMkLst>
        </pc:picChg>
      </pc:sldChg>
      <pc:sldChg chg="addSp delSp modSp new mod setBg addAnim setClrOvrMap">
        <pc:chgData name="Alberto Ruiz" userId="47fa91d207cfb014" providerId="LiveId" clId="{5B63E615-A9FF-4A47-AE9A-60404C71C137}" dt="2024-08-27T10:51:46.741" v="78"/>
        <pc:sldMkLst>
          <pc:docMk/>
          <pc:sldMk cId="3862909545" sldId="263"/>
        </pc:sldMkLst>
        <pc:spChg chg="mod">
          <ac:chgData name="Alberto Ruiz" userId="47fa91d207cfb014" providerId="LiveId" clId="{5B63E615-A9FF-4A47-AE9A-60404C71C137}" dt="2024-08-27T10:51:46.739" v="77" actId="26606"/>
          <ac:spMkLst>
            <pc:docMk/>
            <pc:sldMk cId="3862909545" sldId="263"/>
            <ac:spMk id="2" creationId="{111C02F7-988F-C8C0-8AF6-0CC4AE59248E}"/>
          </ac:spMkLst>
        </pc:spChg>
        <pc:spChg chg="del">
          <ac:chgData name="Alberto Ruiz" userId="47fa91d207cfb014" providerId="LiveId" clId="{5B63E615-A9FF-4A47-AE9A-60404C71C137}" dt="2024-08-27T10:51:43.544" v="76" actId="478"/>
          <ac:spMkLst>
            <pc:docMk/>
            <pc:sldMk cId="3862909545" sldId="263"/>
            <ac:spMk id="3" creationId="{AEAFACA8-3A64-8892-4BE6-419EF585286F}"/>
          </ac:spMkLst>
        </pc:spChg>
        <pc:picChg chg="add">
          <ac:chgData name="Alberto Ruiz" userId="47fa91d207cfb014" providerId="LiveId" clId="{5B63E615-A9FF-4A47-AE9A-60404C71C137}" dt="2024-08-27T10:51:46.739" v="77" actId="26606"/>
          <ac:picMkLst>
            <pc:docMk/>
            <pc:sldMk cId="3862909545" sldId="263"/>
            <ac:picMk id="4" creationId="{FF0F84DD-2245-C25A-C591-2D20E2D63890}"/>
          </ac:picMkLst>
        </pc:picChg>
      </pc:sldChg>
      <pc:sldChg chg="addSp delSp modSp new mod setBg addAnim setClrOvrMap">
        <pc:chgData name="Alberto Ruiz" userId="47fa91d207cfb014" providerId="LiveId" clId="{5B63E615-A9FF-4A47-AE9A-60404C71C137}" dt="2024-08-27T10:57:28.569" v="103"/>
        <pc:sldMkLst>
          <pc:docMk/>
          <pc:sldMk cId="4028363924" sldId="264"/>
        </pc:sldMkLst>
        <pc:spChg chg="mod">
          <ac:chgData name="Alberto Ruiz" userId="47fa91d207cfb014" providerId="LiveId" clId="{5B63E615-A9FF-4A47-AE9A-60404C71C137}" dt="2024-08-27T10:57:28.565" v="102" actId="26606"/>
          <ac:spMkLst>
            <pc:docMk/>
            <pc:sldMk cId="4028363924" sldId="264"/>
            <ac:spMk id="2" creationId="{AC736639-B44B-13ED-4485-8C1C17AB1EB6}"/>
          </ac:spMkLst>
        </pc:spChg>
        <pc:spChg chg="del">
          <ac:chgData name="Alberto Ruiz" userId="47fa91d207cfb014" providerId="LiveId" clId="{5B63E615-A9FF-4A47-AE9A-60404C71C137}" dt="2024-08-27T10:52:16.399" v="81" actId="478"/>
          <ac:spMkLst>
            <pc:docMk/>
            <pc:sldMk cId="4028363924" sldId="264"/>
            <ac:spMk id="3" creationId="{32CA97F7-1F83-8EE2-B7D5-58C64DAAEB60}"/>
          </ac:spMkLst>
        </pc:spChg>
        <pc:spChg chg="add">
          <ac:chgData name="Alberto Ruiz" userId="47fa91d207cfb014" providerId="LiveId" clId="{5B63E615-A9FF-4A47-AE9A-60404C71C137}" dt="2024-08-27T10:57:28.565" v="102" actId="26606"/>
          <ac:spMkLst>
            <pc:docMk/>
            <pc:sldMk cId="4028363924" sldId="264"/>
            <ac:spMk id="8" creationId="{71B2258F-86CA-4D4D-8270-BC05FCDEBFB3}"/>
          </ac:spMkLst>
        </pc:spChg>
        <pc:picChg chg="add">
          <ac:chgData name="Alberto Ruiz" userId="47fa91d207cfb014" providerId="LiveId" clId="{5B63E615-A9FF-4A47-AE9A-60404C71C137}" dt="2024-08-27T10:57:28.565" v="102" actId="26606"/>
          <ac:picMkLst>
            <pc:docMk/>
            <pc:sldMk cId="4028363924" sldId="264"/>
            <ac:picMk id="4" creationId="{DF7D3654-2F9D-F648-A9AE-E4E51A9FED92}"/>
          </ac:picMkLst>
        </pc:picChg>
      </pc:sldChg>
      <pc:sldChg chg="addSp delSp modSp new mod setBg addAnim">
        <pc:chgData name="Alberto Ruiz" userId="47fa91d207cfb014" providerId="LiveId" clId="{5B63E615-A9FF-4A47-AE9A-60404C71C137}" dt="2024-08-27T10:57:32.727" v="105"/>
        <pc:sldMkLst>
          <pc:docMk/>
          <pc:sldMk cId="2324475272" sldId="265"/>
        </pc:sldMkLst>
        <pc:spChg chg="mod">
          <ac:chgData name="Alberto Ruiz" userId="47fa91d207cfb014" providerId="LiveId" clId="{5B63E615-A9FF-4A47-AE9A-60404C71C137}" dt="2024-08-27T10:57:32.724" v="104" actId="26606"/>
          <ac:spMkLst>
            <pc:docMk/>
            <pc:sldMk cId="2324475272" sldId="265"/>
            <ac:spMk id="2" creationId="{1854B57D-EB41-8E39-87E9-C63308C71D74}"/>
          </ac:spMkLst>
        </pc:spChg>
        <pc:spChg chg="del">
          <ac:chgData name="Alberto Ruiz" userId="47fa91d207cfb014" providerId="LiveId" clId="{5B63E615-A9FF-4A47-AE9A-60404C71C137}" dt="2024-08-27T10:52:29.332" v="85" actId="478"/>
          <ac:spMkLst>
            <pc:docMk/>
            <pc:sldMk cId="2324475272" sldId="265"/>
            <ac:spMk id="3" creationId="{4628170D-B80D-7B18-D4C2-EDE623718DDE}"/>
          </ac:spMkLst>
        </pc:spChg>
        <pc:spChg chg="add">
          <ac:chgData name="Alberto Ruiz" userId="47fa91d207cfb014" providerId="LiveId" clId="{5B63E615-A9FF-4A47-AE9A-60404C71C137}" dt="2024-08-27T10:57:32.724" v="104" actId="26606"/>
          <ac:spMkLst>
            <pc:docMk/>
            <pc:sldMk cId="2324475272" sldId="265"/>
            <ac:spMk id="8" creationId="{4D60F200-5EB0-B223-2439-C96C67F0FEE1}"/>
          </ac:spMkLst>
        </pc:spChg>
        <pc:spChg chg="add">
          <ac:chgData name="Alberto Ruiz" userId="47fa91d207cfb014" providerId="LiveId" clId="{5B63E615-A9FF-4A47-AE9A-60404C71C137}" dt="2024-08-27T10:57:32.724" v="104" actId="26606"/>
          <ac:spMkLst>
            <pc:docMk/>
            <pc:sldMk cId="2324475272" sldId="265"/>
            <ac:spMk id="10" creationId="{F92CB243-67C5-E304-31A0-4D7D607BAFBA}"/>
          </ac:spMkLst>
        </pc:spChg>
        <pc:spChg chg="add">
          <ac:chgData name="Alberto Ruiz" userId="47fa91d207cfb014" providerId="LiveId" clId="{5B63E615-A9FF-4A47-AE9A-60404C71C137}" dt="2024-08-27T10:57:32.724" v="104" actId="26606"/>
          <ac:spMkLst>
            <pc:docMk/>
            <pc:sldMk cId="2324475272" sldId="265"/>
            <ac:spMk id="12" creationId="{11A95761-C93E-94BF-087D-D2A823789EAB}"/>
          </ac:spMkLst>
        </pc:spChg>
        <pc:spChg chg="add">
          <ac:chgData name="Alberto Ruiz" userId="47fa91d207cfb014" providerId="LiveId" clId="{5B63E615-A9FF-4A47-AE9A-60404C71C137}" dt="2024-08-27T10:57:32.724" v="104" actId="26606"/>
          <ac:spMkLst>
            <pc:docMk/>
            <pc:sldMk cId="2324475272" sldId="265"/>
            <ac:spMk id="14" creationId="{6E63D1A5-FD49-4756-F62E-786C34E631EF}"/>
          </ac:spMkLst>
        </pc:spChg>
        <pc:picChg chg="add">
          <ac:chgData name="Alberto Ruiz" userId="47fa91d207cfb014" providerId="LiveId" clId="{5B63E615-A9FF-4A47-AE9A-60404C71C137}" dt="2024-08-27T10:57:32.724" v="104" actId="26606"/>
          <ac:picMkLst>
            <pc:docMk/>
            <pc:sldMk cId="2324475272" sldId="265"/>
            <ac:picMk id="4" creationId="{B103702D-C7DC-8141-4F0E-707A3A3D2AC6}"/>
          </ac:picMkLst>
        </pc:picChg>
      </pc:sldChg>
      <pc:sldChg chg="addSp delSp modSp new mod setBg addAnim">
        <pc:chgData name="Alberto Ruiz" userId="47fa91d207cfb014" providerId="LiveId" clId="{5B63E615-A9FF-4A47-AE9A-60404C71C137}" dt="2024-08-27T10:57:36.481" v="107"/>
        <pc:sldMkLst>
          <pc:docMk/>
          <pc:sldMk cId="322928781" sldId="266"/>
        </pc:sldMkLst>
        <pc:spChg chg="mod">
          <ac:chgData name="Alberto Ruiz" userId="47fa91d207cfb014" providerId="LiveId" clId="{5B63E615-A9FF-4A47-AE9A-60404C71C137}" dt="2024-08-27T10:57:36.479" v="106" actId="26606"/>
          <ac:spMkLst>
            <pc:docMk/>
            <pc:sldMk cId="322928781" sldId="266"/>
            <ac:spMk id="2" creationId="{C3542B58-5BD0-C6E6-E298-9BA476E46A50}"/>
          </ac:spMkLst>
        </pc:spChg>
        <pc:spChg chg="del">
          <ac:chgData name="Alberto Ruiz" userId="47fa91d207cfb014" providerId="LiveId" clId="{5B63E615-A9FF-4A47-AE9A-60404C71C137}" dt="2024-08-27T10:52:41.694" v="89" actId="478"/>
          <ac:spMkLst>
            <pc:docMk/>
            <pc:sldMk cId="322928781" sldId="266"/>
            <ac:spMk id="3" creationId="{BEFE144E-E8AE-3879-B0A2-0207554D567E}"/>
          </ac:spMkLst>
        </pc:spChg>
        <pc:spChg chg="add">
          <ac:chgData name="Alberto Ruiz" userId="47fa91d207cfb014" providerId="LiveId" clId="{5B63E615-A9FF-4A47-AE9A-60404C71C137}" dt="2024-08-27T10:57:36.479" v="106" actId="26606"/>
          <ac:spMkLst>
            <pc:docMk/>
            <pc:sldMk cId="322928781" sldId="266"/>
            <ac:spMk id="8" creationId="{4D60F200-5EB0-B223-2439-C96C67F0FEE1}"/>
          </ac:spMkLst>
        </pc:spChg>
        <pc:spChg chg="add">
          <ac:chgData name="Alberto Ruiz" userId="47fa91d207cfb014" providerId="LiveId" clId="{5B63E615-A9FF-4A47-AE9A-60404C71C137}" dt="2024-08-27T10:57:36.479" v="106" actId="26606"/>
          <ac:spMkLst>
            <pc:docMk/>
            <pc:sldMk cId="322928781" sldId="266"/>
            <ac:spMk id="10" creationId="{F92CB243-67C5-E304-31A0-4D7D607BAFBA}"/>
          </ac:spMkLst>
        </pc:spChg>
        <pc:spChg chg="add">
          <ac:chgData name="Alberto Ruiz" userId="47fa91d207cfb014" providerId="LiveId" clId="{5B63E615-A9FF-4A47-AE9A-60404C71C137}" dt="2024-08-27T10:57:36.479" v="106" actId="26606"/>
          <ac:spMkLst>
            <pc:docMk/>
            <pc:sldMk cId="322928781" sldId="266"/>
            <ac:spMk id="12" creationId="{11A95761-C93E-94BF-087D-D2A823789EAB}"/>
          </ac:spMkLst>
        </pc:spChg>
        <pc:spChg chg="add">
          <ac:chgData name="Alberto Ruiz" userId="47fa91d207cfb014" providerId="LiveId" clId="{5B63E615-A9FF-4A47-AE9A-60404C71C137}" dt="2024-08-27T10:57:36.479" v="106" actId="26606"/>
          <ac:spMkLst>
            <pc:docMk/>
            <pc:sldMk cId="322928781" sldId="266"/>
            <ac:spMk id="14" creationId="{6E63D1A5-FD49-4756-F62E-786C34E631EF}"/>
          </ac:spMkLst>
        </pc:spChg>
        <pc:picChg chg="add">
          <ac:chgData name="Alberto Ruiz" userId="47fa91d207cfb014" providerId="LiveId" clId="{5B63E615-A9FF-4A47-AE9A-60404C71C137}" dt="2024-08-27T10:57:36.479" v="106" actId="26606"/>
          <ac:picMkLst>
            <pc:docMk/>
            <pc:sldMk cId="322928781" sldId="266"/>
            <ac:picMk id="4" creationId="{41B78795-9F53-95F0-2F29-C62297BB45B9}"/>
          </ac:picMkLst>
        </pc:picChg>
      </pc:sldChg>
      <pc:sldChg chg="addSp delSp modSp new mod setBg addAnim">
        <pc:chgData name="Alberto Ruiz" userId="47fa91d207cfb014" providerId="LiveId" clId="{5B63E615-A9FF-4A47-AE9A-60404C71C137}" dt="2024-08-27T10:57:39.534" v="109"/>
        <pc:sldMkLst>
          <pc:docMk/>
          <pc:sldMk cId="299965447" sldId="267"/>
        </pc:sldMkLst>
        <pc:spChg chg="mod">
          <ac:chgData name="Alberto Ruiz" userId="47fa91d207cfb014" providerId="LiveId" clId="{5B63E615-A9FF-4A47-AE9A-60404C71C137}" dt="2024-08-27T10:57:39.531" v="108" actId="26606"/>
          <ac:spMkLst>
            <pc:docMk/>
            <pc:sldMk cId="299965447" sldId="267"/>
            <ac:spMk id="2" creationId="{4F5DC194-788D-994B-043A-D23E2C520CD8}"/>
          </ac:spMkLst>
        </pc:spChg>
        <pc:spChg chg="del">
          <ac:chgData name="Alberto Ruiz" userId="47fa91d207cfb014" providerId="LiveId" clId="{5B63E615-A9FF-4A47-AE9A-60404C71C137}" dt="2024-08-27T10:52:53.855" v="93" actId="478"/>
          <ac:spMkLst>
            <pc:docMk/>
            <pc:sldMk cId="299965447" sldId="267"/>
            <ac:spMk id="3" creationId="{DAB203FE-5B24-21D2-60AF-9DBE1FD86CDE}"/>
          </ac:spMkLst>
        </pc:spChg>
        <pc:spChg chg="add">
          <ac:chgData name="Alberto Ruiz" userId="47fa91d207cfb014" providerId="LiveId" clId="{5B63E615-A9FF-4A47-AE9A-60404C71C137}" dt="2024-08-27T10:57:39.531" v="108" actId="26606"/>
          <ac:spMkLst>
            <pc:docMk/>
            <pc:sldMk cId="299965447" sldId="267"/>
            <ac:spMk id="8" creationId="{4D60F200-5EB0-B223-2439-C96C67F0FEE1}"/>
          </ac:spMkLst>
        </pc:spChg>
        <pc:spChg chg="add">
          <ac:chgData name="Alberto Ruiz" userId="47fa91d207cfb014" providerId="LiveId" clId="{5B63E615-A9FF-4A47-AE9A-60404C71C137}" dt="2024-08-27T10:57:39.531" v="108" actId="26606"/>
          <ac:spMkLst>
            <pc:docMk/>
            <pc:sldMk cId="299965447" sldId="267"/>
            <ac:spMk id="10" creationId="{F92CB243-67C5-E304-31A0-4D7D607BAFBA}"/>
          </ac:spMkLst>
        </pc:spChg>
        <pc:spChg chg="add">
          <ac:chgData name="Alberto Ruiz" userId="47fa91d207cfb014" providerId="LiveId" clId="{5B63E615-A9FF-4A47-AE9A-60404C71C137}" dt="2024-08-27T10:57:39.531" v="108" actId="26606"/>
          <ac:spMkLst>
            <pc:docMk/>
            <pc:sldMk cId="299965447" sldId="267"/>
            <ac:spMk id="12" creationId="{11A95761-C93E-94BF-087D-D2A823789EAB}"/>
          </ac:spMkLst>
        </pc:spChg>
        <pc:spChg chg="add">
          <ac:chgData name="Alberto Ruiz" userId="47fa91d207cfb014" providerId="LiveId" clId="{5B63E615-A9FF-4A47-AE9A-60404C71C137}" dt="2024-08-27T10:57:39.531" v="108" actId="26606"/>
          <ac:spMkLst>
            <pc:docMk/>
            <pc:sldMk cId="299965447" sldId="267"/>
            <ac:spMk id="14" creationId="{6E63D1A5-FD49-4756-F62E-786C34E631EF}"/>
          </ac:spMkLst>
        </pc:spChg>
        <pc:picChg chg="add">
          <ac:chgData name="Alberto Ruiz" userId="47fa91d207cfb014" providerId="LiveId" clId="{5B63E615-A9FF-4A47-AE9A-60404C71C137}" dt="2024-08-27T10:57:39.531" v="108" actId="26606"/>
          <ac:picMkLst>
            <pc:docMk/>
            <pc:sldMk cId="299965447" sldId="267"/>
            <ac:picMk id="4" creationId="{459B76AE-8B73-B4E9-4E39-1894EF8CADD2}"/>
          </ac:picMkLst>
        </pc:picChg>
      </pc:sldChg>
      <pc:sldChg chg="addSp delSp modSp new mod setBg">
        <pc:chgData name="Alberto Ruiz" userId="47fa91d207cfb014" providerId="LiveId" clId="{5B63E615-A9FF-4A47-AE9A-60404C71C137}" dt="2024-08-27T10:57:43.115" v="110" actId="26606"/>
        <pc:sldMkLst>
          <pc:docMk/>
          <pc:sldMk cId="476112676" sldId="268"/>
        </pc:sldMkLst>
        <pc:spChg chg="mod">
          <ac:chgData name="Alberto Ruiz" userId="47fa91d207cfb014" providerId="LiveId" clId="{5B63E615-A9FF-4A47-AE9A-60404C71C137}" dt="2024-08-27T10:57:43.115" v="110" actId="26606"/>
          <ac:spMkLst>
            <pc:docMk/>
            <pc:sldMk cId="476112676" sldId="268"/>
            <ac:spMk id="2" creationId="{07D5B9AD-264B-B797-3F5A-401AF0A39CDB}"/>
          </ac:spMkLst>
        </pc:spChg>
        <pc:spChg chg="del">
          <ac:chgData name="Alberto Ruiz" userId="47fa91d207cfb014" providerId="LiveId" clId="{5B63E615-A9FF-4A47-AE9A-60404C71C137}" dt="2024-08-27T10:53:08.043" v="97" actId="478"/>
          <ac:spMkLst>
            <pc:docMk/>
            <pc:sldMk cId="476112676" sldId="268"/>
            <ac:spMk id="3" creationId="{18AD7141-B04E-CC6E-2563-FC83EC44B582}"/>
          </ac:spMkLst>
        </pc:spChg>
        <pc:spChg chg="add">
          <ac:chgData name="Alberto Ruiz" userId="47fa91d207cfb014" providerId="LiveId" clId="{5B63E615-A9FF-4A47-AE9A-60404C71C137}" dt="2024-08-27T10:57:43.115" v="110" actId="26606"/>
          <ac:spMkLst>
            <pc:docMk/>
            <pc:sldMk cId="476112676" sldId="268"/>
            <ac:spMk id="7" creationId="{489B7BFD-8F45-4093-AD9C-91B15B0503D9}"/>
          </ac:spMkLst>
        </pc:spChg>
        <pc:spChg chg="add">
          <ac:chgData name="Alberto Ruiz" userId="47fa91d207cfb014" providerId="LiveId" clId="{5B63E615-A9FF-4A47-AE9A-60404C71C137}" dt="2024-08-27T10:57:43.115" v="110" actId="26606"/>
          <ac:spMkLst>
            <pc:docMk/>
            <pc:sldMk cId="476112676" sldId="268"/>
            <ac:spMk id="13" creationId="{498F8FF6-43B4-494A-AF8F-123A4983EDF7}"/>
          </ac:spMkLst>
        </pc:spChg>
        <pc:spChg chg="add">
          <ac:chgData name="Alberto Ruiz" userId="47fa91d207cfb014" providerId="LiveId" clId="{5B63E615-A9FF-4A47-AE9A-60404C71C137}" dt="2024-08-27T10:57:43.115" v="110" actId="26606"/>
          <ac:spMkLst>
            <pc:docMk/>
            <pc:sldMk cId="476112676" sldId="268"/>
            <ac:spMk id="15" creationId="{2B06059C-C357-4011-82B9-9C0106301384}"/>
          </ac:spMkLst>
        </pc:spChg>
        <pc:spChg chg="add">
          <ac:chgData name="Alberto Ruiz" userId="47fa91d207cfb014" providerId="LiveId" clId="{5B63E615-A9FF-4A47-AE9A-60404C71C137}" dt="2024-08-27T10:57:43.115" v="110" actId="26606"/>
          <ac:spMkLst>
            <pc:docMk/>
            <pc:sldMk cId="476112676" sldId="268"/>
            <ac:spMk id="17" creationId="{5AFEC601-A132-47EE-B0C2-B38ACD9FCE6F}"/>
          </ac:spMkLst>
        </pc:spChg>
        <pc:spChg chg="add">
          <ac:chgData name="Alberto Ruiz" userId="47fa91d207cfb014" providerId="LiveId" clId="{5B63E615-A9FF-4A47-AE9A-60404C71C137}" dt="2024-08-27T10:57:43.115" v="110" actId="26606"/>
          <ac:spMkLst>
            <pc:docMk/>
            <pc:sldMk cId="476112676" sldId="268"/>
            <ac:spMk id="19" creationId="{279CAF82-0ECF-42BE-8F37-F71941E5D410}"/>
          </ac:spMkLst>
        </pc:spChg>
        <pc:spChg chg="add">
          <ac:chgData name="Alberto Ruiz" userId="47fa91d207cfb014" providerId="LiveId" clId="{5B63E615-A9FF-4A47-AE9A-60404C71C137}" dt="2024-08-27T10:57:43.115" v="110" actId="26606"/>
          <ac:spMkLst>
            <pc:docMk/>
            <pc:sldMk cId="476112676" sldId="268"/>
            <ac:spMk id="21" creationId="{218E095B-4870-4AD5-9C41-C16D59523501}"/>
          </ac:spMkLst>
        </pc:spChg>
        <pc:spChg chg="add">
          <ac:chgData name="Alberto Ruiz" userId="47fa91d207cfb014" providerId="LiveId" clId="{5B63E615-A9FF-4A47-AE9A-60404C71C137}" dt="2024-08-27T10:57:43.115" v="110" actId="26606"/>
          <ac:spMkLst>
            <pc:docMk/>
            <pc:sldMk cId="476112676" sldId="268"/>
            <ac:spMk id="30" creationId="{033BC44A-0661-43B4-9C14-FD5963C226AE}"/>
          </ac:spMkLst>
        </pc:spChg>
        <pc:spChg chg="add">
          <ac:chgData name="Alberto Ruiz" userId="47fa91d207cfb014" providerId="LiveId" clId="{5B63E615-A9FF-4A47-AE9A-60404C71C137}" dt="2024-08-27T10:57:43.115" v="110" actId="26606"/>
          <ac:spMkLst>
            <pc:docMk/>
            <pc:sldMk cId="476112676" sldId="268"/>
            <ac:spMk id="32" creationId="{BE8CB2F0-2F5A-4EBD-B214-E0309C31F578}"/>
          </ac:spMkLst>
        </pc:spChg>
        <pc:spChg chg="add">
          <ac:chgData name="Alberto Ruiz" userId="47fa91d207cfb014" providerId="LiveId" clId="{5B63E615-A9FF-4A47-AE9A-60404C71C137}" dt="2024-08-27T10:57:43.115" v="110" actId="26606"/>
          <ac:spMkLst>
            <pc:docMk/>
            <pc:sldMk cId="476112676" sldId="268"/>
            <ac:spMk id="34" creationId="{FFD3887D-244B-4EC4-9208-E304984C5D0F}"/>
          </ac:spMkLst>
        </pc:spChg>
        <pc:spChg chg="add">
          <ac:chgData name="Alberto Ruiz" userId="47fa91d207cfb014" providerId="LiveId" clId="{5B63E615-A9FF-4A47-AE9A-60404C71C137}" dt="2024-08-27T10:57:43.115" v="110" actId="26606"/>
          <ac:spMkLst>
            <pc:docMk/>
            <pc:sldMk cId="476112676" sldId="268"/>
            <ac:spMk id="36" creationId="{97224C31-855E-4593-8A58-5B2B0CC4F537}"/>
          </ac:spMkLst>
        </pc:spChg>
        <pc:grpChg chg="add">
          <ac:chgData name="Alberto Ruiz" userId="47fa91d207cfb014" providerId="LiveId" clId="{5B63E615-A9FF-4A47-AE9A-60404C71C137}" dt="2024-08-27T10:57:43.115" v="110" actId="26606"/>
          <ac:grpSpMkLst>
            <pc:docMk/>
            <pc:sldMk cId="476112676" sldId="268"/>
            <ac:grpSpMk id="9" creationId="{042BC7E5-76DB-4826-8C07-4A49B6353F76}"/>
          </ac:grpSpMkLst>
        </pc:grpChg>
        <pc:grpChg chg="add">
          <ac:chgData name="Alberto Ruiz" userId="47fa91d207cfb014" providerId="LiveId" clId="{5B63E615-A9FF-4A47-AE9A-60404C71C137}" dt="2024-08-27T10:57:43.115" v="110" actId="26606"/>
          <ac:grpSpMkLst>
            <pc:docMk/>
            <pc:sldMk cId="476112676" sldId="268"/>
            <ac:grpSpMk id="23" creationId="{FB9739EB-7F66-433D-841F-AB3CD18700B7}"/>
          </ac:grpSpMkLst>
        </pc:grpChg>
      </pc:sldChg>
      <pc:sldChg chg="addSp delSp modSp new mod setBg addAnim">
        <pc:chgData name="Alberto Ruiz" userId="47fa91d207cfb014" providerId="LiveId" clId="{5B63E615-A9FF-4A47-AE9A-60404C71C137}" dt="2024-08-27T10:57:47.597" v="112"/>
        <pc:sldMkLst>
          <pc:docMk/>
          <pc:sldMk cId="3137771643" sldId="269"/>
        </pc:sldMkLst>
        <pc:spChg chg="mod">
          <ac:chgData name="Alberto Ruiz" userId="47fa91d207cfb014" providerId="LiveId" clId="{5B63E615-A9FF-4A47-AE9A-60404C71C137}" dt="2024-08-27T10:57:47.596" v="111" actId="26606"/>
          <ac:spMkLst>
            <pc:docMk/>
            <pc:sldMk cId="3137771643" sldId="269"/>
            <ac:spMk id="2" creationId="{637F1876-789D-2E8F-6355-A30AA4F806DB}"/>
          </ac:spMkLst>
        </pc:spChg>
        <pc:spChg chg="del">
          <ac:chgData name="Alberto Ruiz" userId="47fa91d207cfb014" providerId="LiveId" clId="{5B63E615-A9FF-4A47-AE9A-60404C71C137}" dt="2024-08-27T10:53:20.919" v="101" actId="478"/>
          <ac:spMkLst>
            <pc:docMk/>
            <pc:sldMk cId="3137771643" sldId="269"/>
            <ac:spMk id="3" creationId="{A638A960-DBFC-5CCB-68A9-EEACD0A0D8FC}"/>
          </ac:spMkLst>
        </pc:spChg>
        <pc:spChg chg="add">
          <ac:chgData name="Alberto Ruiz" userId="47fa91d207cfb014" providerId="LiveId" clId="{5B63E615-A9FF-4A47-AE9A-60404C71C137}" dt="2024-08-27T10:57:47.596" v="111" actId="26606"/>
          <ac:spMkLst>
            <pc:docMk/>
            <pc:sldMk cId="3137771643" sldId="269"/>
            <ac:spMk id="7" creationId="{3677BAFB-3BD3-41BB-9107-FAE224AE21C4}"/>
          </ac:spMkLst>
        </pc:spChg>
        <pc:spChg chg="add">
          <ac:chgData name="Alberto Ruiz" userId="47fa91d207cfb014" providerId="LiveId" clId="{5B63E615-A9FF-4A47-AE9A-60404C71C137}" dt="2024-08-27T10:57:47.596" v="111" actId="26606"/>
          <ac:spMkLst>
            <pc:docMk/>
            <pc:sldMk cId="3137771643" sldId="269"/>
            <ac:spMk id="9" creationId="{E6823A9B-C188-42D4-847C-3AD928DB145C}"/>
          </ac:spMkLst>
        </pc:spChg>
        <pc:spChg chg="add">
          <ac:chgData name="Alberto Ruiz" userId="47fa91d207cfb014" providerId="LiveId" clId="{5B63E615-A9FF-4A47-AE9A-60404C71C137}" dt="2024-08-27T10:57:47.596" v="111" actId="26606"/>
          <ac:spMkLst>
            <pc:docMk/>
            <pc:sldMk cId="3137771643" sldId="269"/>
            <ac:spMk id="11" creationId="{34B557F3-1A0C-4749-A6DB-EAC082DF390B}"/>
          </ac:spMkLst>
        </pc:spChg>
        <pc:spChg chg="add">
          <ac:chgData name="Alberto Ruiz" userId="47fa91d207cfb014" providerId="LiveId" clId="{5B63E615-A9FF-4A47-AE9A-60404C71C137}" dt="2024-08-27T10:57:47.596" v="111" actId="26606"/>
          <ac:spMkLst>
            <pc:docMk/>
            <pc:sldMk cId="3137771643" sldId="269"/>
            <ac:spMk id="13" creationId="{55D55AA6-3751-494F-868A-DCEDC5CE82BF}"/>
          </ac:spMkLst>
        </pc:spChg>
        <pc:spChg chg="add">
          <ac:chgData name="Alberto Ruiz" userId="47fa91d207cfb014" providerId="LiveId" clId="{5B63E615-A9FF-4A47-AE9A-60404C71C137}" dt="2024-08-27T10:57:47.596" v="111" actId="26606"/>
          <ac:spMkLst>
            <pc:docMk/>
            <pc:sldMk cId="3137771643" sldId="269"/>
            <ac:spMk id="15" creationId="{4D4C00DC-4DC6-4CD2-9E31-F17E6CEBC5A6}"/>
          </ac:spMkLst>
        </pc:spChg>
        <pc:spChg chg="add">
          <ac:chgData name="Alberto Ruiz" userId="47fa91d207cfb014" providerId="LiveId" clId="{5B63E615-A9FF-4A47-AE9A-60404C71C137}" dt="2024-08-27T10:57:47.596" v="111" actId="26606"/>
          <ac:spMkLst>
            <pc:docMk/>
            <pc:sldMk cId="3137771643" sldId="269"/>
            <ac:spMk id="17" creationId="{D82AB1B2-7970-42CF-8BF5-567C69E9FFFB}"/>
          </ac:spMkLst>
        </pc:spChg>
        <pc:spChg chg="add">
          <ac:chgData name="Alberto Ruiz" userId="47fa91d207cfb014" providerId="LiveId" clId="{5B63E615-A9FF-4A47-AE9A-60404C71C137}" dt="2024-08-27T10:57:47.596" v="111" actId="26606"/>
          <ac:spMkLst>
            <pc:docMk/>
            <pc:sldMk cId="3137771643" sldId="269"/>
            <ac:spMk id="23" creationId="{C10FB9CA-E7FA-462C-B537-F1224ED1ACF4}"/>
          </ac:spMkLst>
        </pc:spChg>
        <pc:spChg chg="add">
          <ac:chgData name="Alberto Ruiz" userId="47fa91d207cfb014" providerId="LiveId" clId="{5B63E615-A9FF-4A47-AE9A-60404C71C137}" dt="2024-08-27T10:57:47.596" v="111" actId="26606"/>
          <ac:spMkLst>
            <pc:docMk/>
            <pc:sldMk cId="3137771643" sldId="269"/>
            <ac:spMk id="25" creationId="{D8469AE7-A75B-4F37-850B-EF5974ABED2C}"/>
          </ac:spMkLst>
        </pc:spChg>
        <pc:grpChg chg="add">
          <ac:chgData name="Alberto Ruiz" userId="47fa91d207cfb014" providerId="LiveId" clId="{5B63E615-A9FF-4A47-AE9A-60404C71C137}" dt="2024-08-27T10:57:47.596" v="111" actId="26606"/>
          <ac:grpSpMkLst>
            <pc:docMk/>
            <pc:sldMk cId="3137771643" sldId="269"/>
            <ac:grpSpMk id="19" creationId="{66FB5A75-BDE2-4F12-A95B-C48788A7685C}"/>
          </ac:grpSpMkLst>
        </pc:grpChg>
        <pc:grpChg chg="add">
          <ac:chgData name="Alberto Ruiz" userId="47fa91d207cfb014" providerId="LiveId" clId="{5B63E615-A9FF-4A47-AE9A-60404C71C137}" dt="2024-08-27T10:57:47.596" v="111" actId="26606"/>
          <ac:grpSpMkLst>
            <pc:docMk/>
            <pc:sldMk cId="3137771643" sldId="269"/>
            <ac:grpSpMk id="27" creationId="{63301095-70B2-49AA-8DA9-A35629AD621C}"/>
          </ac:grpSpMkLst>
        </pc:grpChg>
      </pc:sldChg>
      <pc:sldChg chg="addSp delSp modSp new mod">
        <pc:chgData name="Alberto Ruiz" userId="47fa91d207cfb014" providerId="LiveId" clId="{5B63E615-A9FF-4A47-AE9A-60404C71C137}" dt="2024-08-27T10:59:10.997" v="125" actId="403"/>
        <pc:sldMkLst>
          <pc:docMk/>
          <pc:sldMk cId="3870784796" sldId="270"/>
        </pc:sldMkLst>
        <pc:spChg chg="mod">
          <ac:chgData name="Alberto Ruiz" userId="47fa91d207cfb014" providerId="LiveId" clId="{5B63E615-A9FF-4A47-AE9A-60404C71C137}" dt="2024-08-27T10:58:41.716" v="117" actId="27636"/>
          <ac:spMkLst>
            <pc:docMk/>
            <pc:sldMk cId="3870784796" sldId="270"/>
            <ac:spMk id="2" creationId="{0D2A54EF-9A9D-3E2E-BBFE-983734907DFD}"/>
          </ac:spMkLst>
        </pc:spChg>
        <pc:spChg chg="del">
          <ac:chgData name="Alberto Ruiz" userId="47fa91d207cfb014" providerId="LiveId" clId="{5B63E615-A9FF-4A47-AE9A-60404C71C137}" dt="2024-08-27T10:58:37.985" v="115"/>
          <ac:spMkLst>
            <pc:docMk/>
            <pc:sldMk cId="3870784796" sldId="270"/>
            <ac:spMk id="3" creationId="{FDAD3250-1EBE-FE20-840D-787674E75514}"/>
          </ac:spMkLst>
        </pc:spChg>
        <pc:graphicFrameChg chg="add mod modGraphic">
          <ac:chgData name="Alberto Ruiz" userId="47fa91d207cfb014" providerId="LiveId" clId="{5B63E615-A9FF-4A47-AE9A-60404C71C137}" dt="2024-08-27T10:59:10.997" v="125" actId="403"/>
          <ac:graphicFrameMkLst>
            <pc:docMk/>
            <pc:sldMk cId="3870784796" sldId="270"/>
            <ac:graphicFrameMk id="4" creationId="{B170C55F-5061-FF08-D946-6E1C5DA2707B}"/>
          </ac:graphicFrameMkLst>
        </pc:graphicFrameChg>
      </pc:sldChg>
      <pc:sldChg chg="addSp delSp modSp new mod setBg">
        <pc:chgData name="Alberto Ruiz" userId="47fa91d207cfb014" providerId="LiveId" clId="{5B63E615-A9FF-4A47-AE9A-60404C71C137}" dt="2024-08-27T11:06:02.094" v="319" actId="27636"/>
        <pc:sldMkLst>
          <pc:docMk/>
          <pc:sldMk cId="4158085431" sldId="271"/>
        </pc:sldMkLst>
        <pc:spChg chg="mod">
          <ac:chgData name="Alberto Ruiz" userId="47fa91d207cfb014" providerId="LiveId" clId="{5B63E615-A9FF-4A47-AE9A-60404C71C137}" dt="2024-08-27T11:05:51.311" v="308" actId="26606"/>
          <ac:spMkLst>
            <pc:docMk/>
            <pc:sldMk cId="4158085431" sldId="271"/>
            <ac:spMk id="2" creationId="{4DB9BF3F-2D5D-4739-55E4-FB5D3FC4A707}"/>
          </ac:spMkLst>
        </pc:spChg>
        <pc:spChg chg="mod">
          <ac:chgData name="Alberto Ruiz" userId="47fa91d207cfb014" providerId="LiveId" clId="{5B63E615-A9FF-4A47-AE9A-60404C71C137}" dt="2024-08-27T11:06:02.094" v="319" actId="27636"/>
          <ac:spMkLst>
            <pc:docMk/>
            <pc:sldMk cId="4158085431" sldId="271"/>
            <ac:spMk id="3" creationId="{EAEB8A66-0772-BF55-2B0F-355D63179BA0}"/>
          </ac:spMkLst>
        </pc:spChg>
        <pc:spChg chg="add del">
          <ac:chgData name="Alberto Ruiz" userId="47fa91d207cfb014" providerId="LiveId" clId="{5B63E615-A9FF-4A47-AE9A-60404C71C137}" dt="2024-08-27T11:05:51.305" v="307" actId="26606"/>
          <ac:spMkLst>
            <pc:docMk/>
            <pc:sldMk cId="4158085431" sldId="271"/>
            <ac:spMk id="8" creationId="{A7AE9375-4664-4DB2-922D-2782A6E439AC}"/>
          </ac:spMkLst>
        </pc:spChg>
        <pc:spChg chg="add del">
          <ac:chgData name="Alberto Ruiz" userId="47fa91d207cfb014" providerId="LiveId" clId="{5B63E615-A9FF-4A47-AE9A-60404C71C137}" dt="2024-08-27T11:05:48.857" v="301" actId="26606"/>
          <ac:spMkLst>
            <pc:docMk/>
            <pc:sldMk cId="4158085431" sldId="271"/>
            <ac:spMk id="9" creationId="{C0763A76-9F1C-4FC5-82B7-DD475DA461B2}"/>
          </ac:spMkLst>
        </pc:spChg>
        <pc:spChg chg="add del">
          <ac:chgData name="Alberto Ruiz" userId="47fa91d207cfb014" providerId="LiveId" clId="{5B63E615-A9FF-4A47-AE9A-60404C71C137}" dt="2024-08-27T11:05:48.857" v="301" actId="26606"/>
          <ac:spMkLst>
            <pc:docMk/>
            <pc:sldMk cId="4158085431" sldId="271"/>
            <ac:spMk id="11" creationId="{E81BF4F6-F2CF-4984-9D14-D6966D92F99F}"/>
          </ac:spMkLst>
        </pc:spChg>
        <pc:spChg chg="add del">
          <ac:chgData name="Alberto Ruiz" userId="47fa91d207cfb014" providerId="LiveId" clId="{5B63E615-A9FF-4A47-AE9A-60404C71C137}" dt="2024-08-27T11:05:51.305" v="307" actId="26606"/>
          <ac:spMkLst>
            <pc:docMk/>
            <pc:sldMk cId="4158085431" sldId="271"/>
            <ac:spMk id="12" creationId="{9DD005C1-8C51-42D6-9BEE-B9B83849743D}"/>
          </ac:spMkLst>
        </pc:spChg>
        <pc:spChg chg="add del">
          <ac:chgData name="Alberto Ruiz" userId="47fa91d207cfb014" providerId="LiveId" clId="{5B63E615-A9FF-4A47-AE9A-60404C71C137}" dt="2024-08-27T11:05:49.935" v="304" actId="26606"/>
          <ac:spMkLst>
            <pc:docMk/>
            <pc:sldMk cId="4158085431" sldId="271"/>
            <ac:spMk id="13" creationId="{3ECBE1F1-D69B-4AFA-ABD5-8E41720EF6DE}"/>
          </ac:spMkLst>
        </pc:spChg>
        <pc:spChg chg="add del">
          <ac:chgData name="Alberto Ruiz" userId="47fa91d207cfb014" providerId="LiveId" clId="{5B63E615-A9FF-4A47-AE9A-60404C71C137}" dt="2024-08-27T11:05:49.935" v="304" actId="26606"/>
          <ac:spMkLst>
            <pc:docMk/>
            <pc:sldMk cId="4158085431" sldId="271"/>
            <ac:spMk id="15" creationId="{603A6265-E10C-4B85-9C20-E75FCAF9CC63}"/>
          </ac:spMkLst>
        </pc:spChg>
        <pc:spChg chg="add">
          <ac:chgData name="Alberto Ruiz" userId="47fa91d207cfb014" providerId="LiveId" clId="{5B63E615-A9FF-4A47-AE9A-60404C71C137}" dt="2024-08-27T11:05:51.311" v="308" actId="26606"/>
          <ac:spMkLst>
            <pc:docMk/>
            <pc:sldMk cId="4158085431" sldId="271"/>
            <ac:spMk id="16" creationId="{907EF6B7-1338-4443-8C46-6A318D952DFD}"/>
          </ac:spMkLst>
        </pc:spChg>
        <pc:spChg chg="add">
          <ac:chgData name="Alberto Ruiz" userId="47fa91d207cfb014" providerId="LiveId" clId="{5B63E615-A9FF-4A47-AE9A-60404C71C137}" dt="2024-08-27T11:05:51.311" v="308" actId="26606"/>
          <ac:spMkLst>
            <pc:docMk/>
            <pc:sldMk cId="4158085431" sldId="271"/>
            <ac:spMk id="17" creationId="{DAAE4CDD-124C-4DCF-9584-B6033B545DD5}"/>
          </ac:spMkLst>
        </pc:spChg>
        <pc:spChg chg="add">
          <ac:chgData name="Alberto Ruiz" userId="47fa91d207cfb014" providerId="LiveId" clId="{5B63E615-A9FF-4A47-AE9A-60404C71C137}" dt="2024-08-27T11:05:51.311" v="308" actId="26606"/>
          <ac:spMkLst>
            <pc:docMk/>
            <pc:sldMk cId="4158085431" sldId="271"/>
            <ac:spMk id="18" creationId="{081E4A58-353D-44AE-B2FC-2A74E2E400F7}"/>
          </ac:spMkLst>
        </pc:spChg>
        <pc:picChg chg="add del">
          <ac:chgData name="Alberto Ruiz" userId="47fa91d207cfb014" providerId="LiveId" clId="{5B63E615-A9FF-4A47-AE9A-60404C71C137}" dt="2024-08-27T11:05:48.857" v="301" actId="26606"/>
          <ac:picMkLst>
            <pc:docMk/>
            <pc:sldMk cId="4158085431" sldId="271"/>
            <ac:picMk id="5" creationId="{F28495A3-907A-49FF-AD5C-E4CE588626F4}"/>
          </ac:picMkLst>
        </pc:picChg>
        <pc:picChg chg="add del">
          <ac:chgData name="Alberto Ruiz" userId="47fa91d207cfb014" providerId="LiveId" clId="{5B63E615-A9FF-4A47-AE9A-60404C71C137}" dt="2024-08-27T11:05:49.935" v="304" actId="26606"/>
          <ac:picMkLst>
            <pc:docMk/>
            <pc:sldMk cId="4158085431" sldId="271"/>
            <ac:picMk id="14" creationId="{1BC69E38-CBEF-3758-C33E-FD11702BB35C}"/>
          </ac:picMkLst>
        </pc:picChg>
        <pc:cxnChg chg="add del">
          <ac:chgData name="Alberto Ruiz" userId="47fa91d207cfb014" providerId="LiveId" clId="{5B63E615-A9FF-4A47-AE9A-60404C71C137}" dt="2024-08-27T11:05:51.305" v="307" actId="26606"/>
          <ac:cxnSpMkLst>
            <pc:docMk/>
            <pc:sldMk cId="4158085431" sldId="271"/>
            <ac:cxnSpMk id="10" creationId="{EE504C98-6397-41C1-A8D8-2D9C4ED307E0}"/>
          </ac:cxnSpMkLst>
        </pc:cxnChg>
      </pc:sldChg>
      <pc:sldChg chg="addSp delSp modSp new mod">
        <pc:chgData name="Alberto Ruiz" userId="47fa91d207cfb014" providerId="LiveId" clId="{5B63E615-A9FF-4A47-AE9A-60404C71C137}" dt="2024-08-27T11:01:53.534" v="189" actId="14100"/>
        <pc:sldMkLst>
          <pc:docMk/>
          <pc:sldMk cId="2152326617" sldId="272"/>
        </pc:sldMkLst>
        <pc:spChg chg="mod">
          <ac:chgData name="Alberto Ruiz" userId="47fa91d207cfb014" providerId="LiveId" clId="{5B63E615-A9FF-4A47-AE9A-60404C71C137}" dt="2024-08-27T11:01:24.860" v="185" actId="20577"/>
          <ac:spMkLst>
            <pc:docMk/>
            <pc:sldMk cId="2152326617" sldId="272"/>
            <ac:spMk id="2" creationId="{2A201137-0AF7-1267-F600-BAC19C9363B0}"/>
          </ac:spMkLst>
        </pc:spChg>
        <pc:spChg chg="del">
          <ac:chgData name="Alberto Ruiz" userId="47fa91d207cfb014" providerId="LiveId" clId="{5B63E615-A9FF-4A47-AE9A-60404C71C137}" dt="2024-08-27T11:01:47.949" v="187" actId="478"/>
          <ac:spMkLst>
            <pc:docMk/>
            <pc:sldMk cId="2152326617" sldId="272"/>
            <ac:spMk id="3" creationId="{0D4FFFD7-0E0D-67E3-6146-2DF5794128A1}"/>
          </ac:spMkLst>
        </pc:spChg>
        <pc:graphicFrameChg chg="add mod">
          <ac:chgData name="Alberto Ruiz" userId="47fa91d207cfb014" providerId="LiveId" clId="{5B63E615-A9FF-4A47-AE9A-60404C71C137}" dt="2024-08-27T11:01:53.534" v="189" actId="14100"/>
          <ac:graphicFrameMkLst>
            <pc:docMk/>
            <pc:sldMk cId="2152326617" sldId="272"/>
            <ac:graphicFrameMk id="4" creationId="{1795DB60-C40F-518C-A565-DFB0CD8ECD36}"/>
          </ac:graphicFrameMkLst>
        </pc:graphicFrameChg>
      </pc:sldChg>
      <pc:sldChg chg="addSp modSp new mod setBg">
        <pc:chgData name="Alberto Ruiz" userId="47fa91d207cfb014" providerId="LiveId" clId="{5B63E615-A9FF-4A47-AE9A-60404C71C137}" dt="2024-08-27T11:05:42.623" v="298" actId="26606"/>
        <pc:sldMkLst>
          <pc:docMk/>
          <pc:sldMk cId="3020983971" sldId="273"/>
        </pc:sldMkLst>
        <pc:spChg chg="mod">
          <ac:chgData name="Alberto Ruiz" userId="47fa91d207cfb014" providerId="LiveId" clId="{5B63E615-A9FF-4A47-AE9A-60404C71C137}" dt="2024-08-27T11:05:42.623" v="298" actId="26606"/>
          <ac:spMkLst>
            <pc:docMk/>
            <pc:sldMk cId="3020983971" sldId="273"/>
            <ac:spMk id="2" creationId="{DBA178C2-8B02-C553-C219-FA355B3517E8}"/>
          </ac:spMkLst>
        </pc:spChg>
        <pc:spChg chg="mod">
          <ac:chgData name="Alberto Ruiz" userId="47fa91d207cfb014" providerId="LiveId" clId="{5B63E615-A9FF-4A47-AE9A-60404C71C137}" dt="2024-08-27T11:05:42.623" v="298" actId="26606"/>
          <ac:spMkLst>
            <pc:docMk/>
            <pc:sldMk cId="3020983971" sldId="273"/>
            <ac:spMk id="3" creationId="{328AF7FD-3202-7859-367F-87EBF5A6AFF8}"/>
          </ac:spMkLst>
        </pc:spChg>
        <pc:spChg chg="add">
          <ac:chgData name="Alberto Ruiz" userId="47fa91d207cfb014" providerId="LiveId" clId="{5B63E615-A9FF-4A47-AE9A-60404C71C137}" dt="2024-08-27T11:05:42.623" v="298" actId="26606"/>
          <ac:spMkLst>
            <pc:docMk/>
            <pc:sldMk cId="3020983971" sldId="273"/>
            <ac:spMk id="9" creationId="{C0763A76-9F1C-4FC5-82B7-DD475DA461B2}"/>
          </ac:spMkLst>
        </pc:spChg>
        <pc:spChg chg="add">
          <ac:chgData name="Alberto Ruiz" userId="47fa91d207cfb014" providerId="LiveId" clId="{5B63E615-A9FF-4A47-AE9A-60404C71C137}" dt="2024-08-27T11:05:42.623" v="298" actId="26606"/>
          <ac:spMkLst>
            <pc:docMk/>
            <pc:sldMk cId="3020983971" sldId="273"/>
            <ac:spMk id="11" creationId="{E81BF4F6-F2CF-4984-9D14-D6966D92F99F}"/>
          </ac:spMkLst>
        </pc:spChg>
        <pc:picChg chg="add">
          <ac:chgData name="Alberto Ruiz" userId="47fa91d207cfb014" providerId="LiveId" clId="{5B63E615-A9FF-4A47-AE9A-60404C71C137}" dt="2024-08-27T11:05:42.623" v="298" actId="26606"/>
          <ac:picMkLst>
            <pc:docMk/>
            <pc:sldMk cId="3020983971" sldId="273"/>
            <ac:picMk id="5" creationId="{4639F530-64C2-5718-1355-DB6CB70BC136}"/>
          </ac:picMkLst>
        </pc:picChg>
      </pc:sldChg>
      <pc:sldChg chg="addSp delSp modSp new mod">
        <pc:chgData name="Alberto Ruiz" userId="47fa91d207cfb014" providerId="LiveId" clId="{5B63E615-A9FF-4A47-AE9A-60404C71C137}" dt="2024-08-27T11:03:14.547" v="235" actId="404"/>
        <pc:sldMkLst>
          <pc:docMk/>
          <pc:sldMk cId="1706898296" sldId="274"/>
        </pc:sldMkLst>
        <pc:spChg chg="mod">
          <ac:chgData name="Alberto Ruiz" userId="47fa91d207cfb014" providerId="LiveId" clId="{5B63E615-A9FF-4A47-AE9A-60404C71C137}" dt="2024-08-27T11:02:44.937" v="224" actId="1076"/>
          <ac:spMkLst>
            <pc:docMk/>
            <pc:sldMk cId="1706898296" sldId="274"/>
            <ac:spMk id="2" creationId="{868EF14C-F5A5-3F1A-912C-1F3A9A634C34}"/>
          </ac:spMkLst>
        </pc:spChg>
        <pc:spChg chg="del">
          <ac:chgData name="Alberto Ruiz" userId="47fa91d207cfb014" providerId="LiveId" clId="{5B63E615-A9FF-4A47-AE9A-60404C71C137}" dt="2024-08-27T11:02:34.284" v="215"/>
          <ac:spMkLst>
            <pc:docMk/>
            <pc:sldMk cId="1706898296" sldId="274"/>
            <ac:spMk id="3" creationId="{22078DE1-F742-27C7-353E-46F83D39BDD9}"/>
          </ac:spMkLst>
        </pc:spChg>
        <pc:graphicFrameChg chg="add mod modGraphic">
          <ac:chgData name="Alberto Ruiz" userId="47fa91d207cfb014" providerId="LiveId" clId="{5B63E615-A9FF-4A47-AE9A-60404C71C137}" dt="2024-08-27T11:03:14.547" v="235" actId="404"/>
          <ac:graphicFrameMkLst>
            <pc:docMk/>
            <pc:sldMk cId="1706898296" sldId="274"/>
            <ac:graphicFrameMk id="4" creationId="{89FE5673-8D65-AB4F-22DB-F5D6807A28E3}"/>
          </ac:graphicFrameMkLst>
        </pc:graphicFrameChg>
      </pc:sldChg>
      <pc:sldChg chg="addSp modSp new mod setBg">
        <pc:chgData name="Alberto Ruiz" userId="47fa91d207cfb014" providerId="LiveId" clId="{5B63E615-A9FF-4A47-AE9A-60404C71C137}" dt="2024-08-27T11:05:37.081" v="297" actId="403"/>
        <pc:sldMkLst>
          <pc:docMk/>
          <pc:sldMk cId="3586206597" sldId="275"/>
        </pc:sldMkLst>
        <pc:spChg chg="mod">
          <ac:chgData name="Alberto Ruiz" userId="47fa91d207cfb014" providerId="LiveId" clId="{5B63E615-A9FF-4A47-AE9A-60404C71C137}" dt="2024-08-27T11:05:29.785" v="294" actId="26606"/>
          <ac:spMkLst>
            <pc:docMk/>
            <pc:sldMk cId="3586206597" sldId="275"/>
            <ac:spMk id="2" creationId="{284B871A-3654-3D2E-D1EE-F3EFB67F0B33}"/>
          </ac:spMkLst>
        </pc:spChg>
        <pc:spChg chg="mod">
          <ac:chgData name="Alberto Ruiz" userId="47fa91d207cfb014" providerId="LiveId" clId="{5B63E615-A9FF-4A47-AE9A-60404C71C137}" dt="2024-08-27T11:05:37.081" v="297" actId="403"/>
          <ac:spMkLst>
            <pc:docMk/>
            <pc:sldMk cId="3586206597" sldId="275"/>
            <ac:spMk id="3" creationId="{D13A190B-46EA-DA3B-99D2-88C1CD196C23}"/>
          </ac:spMkLst>
        </pc:spChg>
        <pc:spChg chg="add">
          <ac:chgData name="Alberto Ruiz" userId="47fa91d207cfb014" providerId="LiveId" clId="{5B63E615-A9FF-4A47-AE9A-60404C71C137}" dt="2024-08-27T11:05:29.785" v="294" actId="26606"/>
          <ac:spMkLst>
            <pc:docMk/>
            <pc:sldMk cId="3586206597" sldId="275"/>
            <ac:spMk id="9" creationId="{C0763A76-9F1C-4FC5-82B7-DD475DA461B2}"/>
          </ac:spMkLst>
        </pc:spChg>
        <pc:spChg chg="add">
          <ac:chgData name="Alberto Ruiz" userId="47fa91d207cfb014" providerId="LiveId" clId="{5B63E615-A9FF-4A47-AE9A-60404C71C137}" dt="2024-08-27T11:05:29.785" v="294" actId="26606"/>
          <ac:spMkLst>
            <pc:docMk/>
            <pc:sldMk cId="3586206597" sldId="275"/>
            <ac:spMk id="11" creationId="{E81BF4F6-F2CF-4984-9D14-D6966D92F99F}"/>
          </ac:spMkLst>
        </pc:spChg>
        <pc:picChg chg="add mod">
          <ac:chgData name="Alberto Ruiz" userId="47fa91d207cfb014" providerId="LiveId" clId="{5B63E615-A9FF-4A47-AE9A-60404C71C137}" dt="2024-08-27T11:05:29.785" v="294" actId="26606"/>
          <ac:picMkLst>
            <pc:docMk/>
            <pc:sldMk cId="3586206597" sldId="275"/>
            <ac:picMk id="4" creationId="{8FFD472E-1322-013F-B483-26F22479D7D8}"/>
          </ac:picMkLst>
        </pc:picChg>
      </pc:sldChg>
      <pc:sldChg chg="addSp modSp new mod setBg">
        <pc:chgData name="Alberto Ruiz" userId="47fa91d207cfb014" providerId="LiveId" clId="{5B63E615-A9FF-4A47-AE9A-60404C71C137}" dt="2024-08-27T11:05:26.715" v="293" actId="26606"/>
        <pc:sldMkLst>
          <pc:docMk/>
          <pc:sldMk cId="4406337" sldId="276"/>
        </pc:sldMkLst>
        <pc:spChg chg="mod">
          <ac:chgData name="Alberto Ruiz" userId="47fa91d207cfb014" providerId="LiveId" clId="{5B63E615-A9FF-4A47-AE9A-60404C71C137}" dt="2024-08-27T11:05:26.715" v="293" actId="26606"/>
          <ac:spMkLst>
            <pc:docMk/>
            <pc:sldMk cId="4406337" sldId="276"/>
            <ac:spMk id="2" creationId="{115E5887-F64C-9418-A38B-9960EA35FE3F}"/>
          </ac:spMkLst>
        </pc:spChg>
        <pc:spChg chg="mod">
          <ac:chgData name="Alberto Ruiz" userId="47fa91d207cfb014" providerId="LiveId" clId="{5B63E615-A9FF-4A47-AE9A-60404C71C137}" dt="2024-08-27T11:05:26.715" v="293" actId="26606"/>
          <ac:spMkLst>
            <pc:docMk/>
            <pc:sldMk cId="4406337" sldId="276"/>
            <ac:spMk id="3" creationId="{75BE3535-212C-6DC5-0F40-03F0BA7FF713}"/>
          </ac:spMkLst>
        </pc:spChg>
        <pc:spChg chg="add">
          <ac:chgData name="Alberto Ruiz" userId="47fa91d207cfb014" providerId="LiveId" clId="{5B63E615-A9FF-4A47-AE9A-60404C71C137}" dt="2024-08-27T11:05:26.715" v="293" actId="26606"/>
          <ac:spMkLst>
            <pc:docMk/>
            <pc:sldMk cId="4406337" sldId="276"/>
            <ac:spMk id="9" creationId="{C0763A76-9F1C-4FC5-82B7-DD475DA461B2}"/>
          </ac:spMkLst>
        </pc:spChg>
        <pc:spChg chg="add">
          <ac:chgData name="Alberto Ruiz" userId="47fa91d207cfb014" providerId="LiveId" clId="{5B63E615-A9FF-4A47-AE9A-60404C71C137}" dt="2024-08-27T11:05:26.715" v="293" actId="26606"/>
          <ac:spMkLst>
            <pc:docMk/>
            <pc:sldMk cId="4406337" sldId="276"/>
            <ac:spMk id="11" creationId="{E81BF4F6-F2CF-4984-9D14-D6966D92F99F}"/>
          </ac:spMkLst>
        </pc:spChg>
        <pc:picChg chg="add">
          <ac:chgData name="Alberto Ruiz" userId="47fa91d207cfb014" providerId="LiveId" clId="{5B63E615-A9FF-4A47-AE9A-60404C71C137}" dt="2024-08-27T11:05:26.715" v="293" actId="26606"/>
          <ac:picMkLst>
            <pc:docMk/>
            <pc:sldMk cId="4406337" sldId="276"/>
            <ac:picMk id="5" creationId="{208D2FB4-46FD-8C1B-8501-0C5694A81548}"/>
          </ac:picMkLst>
        </pc:picChg>
      </pc:sldChg>
      <pc:sldChg chg="addSp delSp modSp new mod">
        <pc:chgData name="Alberto Ruiz" userId="47fa91d207cfb014" providerId="LiveId" clId="{5B63E615-A9FF-4A47-AE9A-60404C71C137}" dt="2024-08-27T11:05:21.265" v="292" actId="14100"/>
        <pc:sldMkLst>
          <pc:docMk/>
          <pc:sldMk cId="1151525641" sldId="277"/>
        </pc:sldMkLst>
        <pc:spChg chg="add del">
          <ac:chgData name="Alberto Ruiz" userId="47fa91d207cfb014" providerId="LiveId" clId="{5B63E615-A9FF-4A47-AE9A-60404C71C137}" dt="2024-08-27T11:04:57.927" v="289"/>
          <ac:spMkLst>
            <pc:docMk/>
            <pc:sldMk cId="1151525641" sldId="277"/>
            <ac:spMk id="3" creationId="{A1531681-58BE-A52B-112D-DA5BCC4754F4}"/>
          </ac:spMkLst>
        </pc:spChg>
        <pc:spChg chg="add mod">
          <ac:chgData name="Alberto Ruiz" userId="47fa91d207cfb014" providerId="LiveId" clId="{5B63E615-A9FF-4A47-AE9A-60404C71C137}" dt="2024-08-27T11:04:57.927" v="289"/>
          <ac:spMkLst>
            <pc:docMk/>
            <pc:sldMk cId="1151525641" sldId="277"/>
            <ac:spMk id="5" creationId="{15AE5977-B9FA-8E04-C5C4-B0C02DF43C9C}"/>
          </ac:spMkLst>
        </pc:spChg>
        <pc:spChg chg="add mod">
          <ac:chgData name="Alberto Ruiz" userId="47fa91d207cfb014" providerId="LiveId" clId="{5B63E615-A9FF-4A47-AE9A-60404C71C137}" dt="2024-08-27T11:04:57.927" v="289"/>
          <ac:spMkLst>
            <pc:docMk/>
            <pc:sldMk cId="1151525641" sldId="277"/>
            <ac:spMk id="6" creationId="{5F413EB7-6627-1339-626C-93F828108FBE}"/>
          </ac:spMkLst>
        </pc:spChg>
        <pc:spChg chg="add mod">
          <ac:chgData name="Alberto Ruiz" userId="47fa91d207cfb014" providerId="LiveId" clId="{5B63E615-A9FF-4A47-AE9A-60404C71C137}" dt="2024-08-27T11:04:57.927" v="289"/>
          <ac:spMkLst>
            <pc:docMk/>
            <pc:sldMk cId="1151525641" sldId="277"/>
            <ac:spMk id="8" creationId="{0767202E-B42D-A6DD-D281-C763C461669C}"/>
          </ac:spMkLst>
        </pc:spChg>
        <pc:spChg chg="add mod">
          <ac:chgData name="Alberto Ruiz" userId="47fa91d207cfb014" providerId="LiveId" clId="{5B63E615-A9FF-4A47-AE9A-60404C71C137}" dt="2024-08-27T11:04:57.927" v="289"/>
          <ac:spMkLst>
            <pc:docMk/>
            <pc:sldMk cId="1151525641" sldId="277"/>
            <ac:spMk id="9" creationId="{D39E6B6B-336C-1D5B-0B90-97DE8BC307AC}"/>
          </ac:spMkLst>
        </pc:spChg>
        <pc:graphicFrameChg chg="add mod">
          <ac:chgData name="Alberto Ruiz" userId="47fa91d207cfb014" providerId="LiveId" clId="{5B63E615-A9FF-4A47-AE9A-60404C71C137}" dt="2024-08-27T11:04:57.927" v="289"/>
          <ac:graphicFrameMkLst>
            <pc:docMk/>
            <pc:sldMk cId="1151525641" sldId="277"/>
            <ac:graphicFrameMk id="4" creationId="{ACF7AE44-E51C-9080-7919-CFB643A23FAD}"/>
          </ac:graphicFrameMkLst>
        </pc:graphicFrameChg>
        <pc:picChg chg="add mod">
          <ac:chgData name="Alberto Ruiz" userId="47fa91d207cfb014" providerId="LiveId" clId="{5B63E615-A9FF-4A47-AE9A-60404C71C137}" dt="2024-08-27T11:05:21.265" v="292" actId="14100"/>
          <ac:picMkLst>
            <pc:docMk/>
            <pc:sldMk cId="1151525641" sldId="277"/>
            <ac:picMk id="11" creationId="{BF5AB5E0-C02D-14D6-0D74-DF87E64A6115}"/>
          </ac:picMkLst>
        </pc:picChg>
        <pc:cxnChg chg="add mod">
          <ac:chgData name="Alberto Ruiz" userId="47fa91d207cfb014" providerId="LiveId" clId="{5B63E615-A9FF-4A47-AE9A-60404C71C137}" dt="2024-08-27T11:04:57.927" v="289"/>
          <ac:cxnSpMkLst>
            <pc:docMk/>
            <pc:sldMk cId="1151525641" sldId="277"/>
            <ac:cxnSpMk id="7" creationId="{DBE0985D-7FF4-799C-39E6-7532B9B057CD}"/>
          </ac:cxnSpMkLst>
        </pc:cxnChg>
      </pc:sldChg>
      <pc:sldChg chg="addSp delSp modSp new mod">
        <pc:chgData name="Alberto Ruiz" userId="47fa91d207cfb014" providerId="LiveId" clId="{5B63E615-A9FF-4A47-AE9A-60404C71C137}" dt="2024-08-27T11:07:07.969" v="339" actId="1076"/>
        <pc:sldMkLst>
          <pc:docMk/>
          <pc:sldMk cId="1241916105" sldId="278"/>
        </pc:sldMkLst>
        <pc:spChg chg="mod">
          <ac:chgData name="Alberto Ruiz" userId="47fa91d207cfb014" providerId="LiveId" clId="{5B63E615-A9FF-4A47-AE9A-60404C71C137}" dt="2024-08-27T11:06:23.052" v="329" actId="20577"/>
          <ac:spMkLst>
            <pc:docMk/>
            <pc:sldMk cId="1241916105" sldId="278"/>
            <ac:spMk id="2" creationId="{622599ED-4B3C-81AF-DF60-B36378934D17}"/>
          </ac:spMkLst>
        </pc:spChg>
        <pc:spChg chg="del mod">
          <ac:chgData name="Alberto Ruiz" userId="47fa91d207cfb014" providerId="LiveId" clId="{5B63E615-A9FF-4A47-AE9A-60404C71C137}" dt="2024-08-27T11:06:51.401" v="333" actId="478"/>
          <ac:spMkLst>
            <pc:docMk/>
            <pc:sldMk cId="1241916105" sldId="278"/>
            <ac:spMk id="3" creationId="{ADB1B606-7F09-9A46-9E5C-E994DB6F1522}"/>
          </ac:spMkLst>
        </pc:spChg>
        <pc:spChg chg="add mod">
          <ac:chgData name="Alberto Ruiz" userId="47fa91d207cfb014" providerId="LiveId" clId="{5B63E615-A9FF-4A47-AE9A-60404C71C137}" dt="2024-08-27T11:06:37.196" v="332" actId="1076"/>
          <ac:spMkLst>
            <pc:docMk/>
            <pc:sldMk cId="1241916105" sldId="278"/>
            <ac:spMk id="4" creationId="{F747C8C6-0804-60C3-3284-911F07CD2CB2}"/>
          </ac:spMkLst>
        </pc:spChg>
        <pc:spChg chg="add mod">
          <ac:chgData name="Alberto Ruiz" userId="47fa91d207cfb014" providerId="LiveId" clId="{5B63E615-A9FF-4A47-AE9A-60404C71C137}" dt="2024-08-27T11:06:37.196" v="332" actId="1076"/>
          <ac:spMkLst>
            <pc:docMk/>
            <pc:sldMk cId="1241916105" sldId="278"/>
            <ac:spMk id="5" creationId="{0CFB9FA2-08D1-8131-84C8-C33AE80AF27A}"/>
          </ac:spMkLst>
        </pc:spChg>
        <pc:spChg chg="add mod">
          <ac:chgData name="Alberto Ruiz" userId="47fa91d207cfb014" providerId="LiveId" clId="{5B63E615-A9FF-4A47-AE9A-60404C71C137}" dt="2024-08-27T11:07:06.306" v="338" actId="1076"/>
          <ac:spMkLst>
            <pc:docMk/>
            <pc:sldMk cId="1241916105" sldId="278"/>
            <ac:spMk id="8" creationId="{C3FC3603-64FE-593A-1577-5823444B88D8}"/>
          </ac:spMkLst>
        </pc:spChg>
        <pc:picChg chg="add mod">
          <ac:chgData name="Alberto Ruiz" userId="47fa91d207cfb014" providerId="LiveId" clId="{5B63E615-A9FF-4A47-AE9A-60404C71C137}" dt="2024-08-27T11:07:07.969" v="339" actId="1076"/>
          <ac:picMkLst>
            <pc:docMk/>
            <pc:sldMk cId="1241916105" sldId="278"/>
            <ac:picMk id="6" creationId="{216D467E-8C17-1306-DEE2-8B561FC423B4}"/>
          </ac:picMkLst>
        </pc:picChg>
        <pc:picChg chg="add mod">
          <ac:chgData name="Alberto Ruiz" userId="47fa91d207cfb014" providerId="LiveId" clId="{5B63E615-A9FF-4A47-AE9A-60404C71C137}" dt="2024-08-27T11:06:37.196" v="332" actId="1076"/>
          <ac:picMkLst>
            <pc:docMk/>
            <pc:sldMk cId="1241916105" sldId="278"/>
            <ac:picMk id="4097" creationId="{F45D9CE2-DB14-6A21-E651-0A6BAE264464}"/>
          </ac:picMkLst>
        </pc:picChg>
      </pc:sldChg>
      <pc:sldChg chg="addSp delSp modSp new mod setBg">
        <pc:chgData name="Alberto Ruiz" userId="47fa91d207cfb014" providerId="LiveId" clId="{5B63E615-A9FF-4A47-AE9A-60404C71C137}" dt="2024-08-27T11:08:15.872" v="354" actId="27636"/>
        <pc:sldMkLst>
          <pc:docMk/>
          <pc:sldMk cId="4139795386" sldId="279"/>
        </pc:sldMkLst>
        <pc:spChg chg="del">
          <ac:chgData name="Alberto Ruiz" userId="47fa91d207cfb014" providerId="LiveId" clId="{5B63E615-A9FF-4A47-AE9A-60404C71C137}" dt="2024-08-27T11:07:56.010" v="343" actId="478"/>
          <ac:spMkLst>
            <pc:docMk/>
            <pc:sldMk cId="4139795386" sldId="279"/>
            <ac:spMk id="2" creationId="{76F15E4B-AC87-74C4-156E-583F3A056927}"/>
          </ac:spMkLst>
        </pc:spChg>
        <pc:spChg chg="mod">
          <ac:chgData name="Alberto Ruiz" userId="47fa91d207cfb014" providerId="LiveId" clId="{5B63E615-A9FF-4A47-AE9A-60404C71C137}" dt="2024-08-27T11:08:15.872" v="354" actId="27636"/>
          <ac:spMkLst>
            <pc:docMk/>
            <pc:sldMk cId="4139795386" sldId="279"/>
            <ac:spMk id="3" creationId="{09491C8B-95E6-352C-5812-0CBCBC15C8DA}"/>
          </ac:spMkLst>
        </pc:spChg>
        <pc:spChg chg="add">
          <ac:chgData name="Alberto Ruiz" userId="47fa91d207cfb014" providerId="LiveId" clId="{5B63E615-A9FF-4A47-AE9A-60404C71C137}" dt="2024-08-27T11:08:09.346" v="349" actId="26606"/>
          <ac:spMkLst>
            <pc:docMk/>
            <pc:sldMk cId="4139795386" sldId="279"/>
            <ac:spMk id="8" creationId="{907EF6B7-1338-4443-8C46-6A318D952DFD}"/>
          </ac:spMkLst>
        </pc:spChg>
        <pc:spChg chg="add">
          <ac:chgData name="Alberto Ruiz" userId="47fa91d207cfb014" providerId="LiveId" clId="{5B63E615-A9FF-4A47-AE9A-60404C71C137}" dt="2024-08-27T11:08:09.346" v="349" actId="26606"/>
          <ac:spMkLst>
            <pc:docMk/>
            <pc:sldMk cId="4139795386" sldId="279"/>
            <ac:spMk id="10" creationId="{DAAE4CDD-124C-4DCF-9584-B6033B545DD5}"/>
          </ac:spMkLst>
        </pc:spChg>
        <pc:spChg chg="add">
          <ac:chgData name="Alberto Ruiz" userId="47fa91d207cfb014" providerId="LiveId" clId="{5B63E615-A9FF-4A47-AE9A-60404C71C137}" dt="2024-08-27T11:08:09.346" v="349" actId="26606"/>
          <ac:spMkLst>
            <pc:docMk/>
            <pc:sldMk cId="4139795386" sldId="279"/>
            <ac:spMk id="12" creationId="{081E4A58-353D-44AE-B2FC-2A74E2E400F7}"/>
          </ac:spMkLst>
        </pc:spChg>
      </pc:sldChg>
      <pc:sldChg chg="addSp modSp new mod">
        <pc:chgData name="Alberto Ruiz" userId="47fa91d207cfb014" providerId="LiveId" clId="{5B63E615-A9FF-4A47-AE9A-60404C71C137}" dt="2024-08-27T11:09:48.836" v="377" actId="12100"/>
        <pc:sldMkLst>
          <pc:docMk/>
          <pc:sldMk cId="2699446409" sldId="280"/>
        </pc:sldMkLst>
        <pc:spChg chg="mod">
          <ac:chgData name="Alberto Ruiz" userId="47fa91d207cfb014" providerId="LiveId" clId="{5B63E615-A9FF-4A47-AE9A-60404C71C137}" dt="2024-08-27T11:08:37.328" v="359" actId="1076"/>
          <ac:spMkLst>
            <pc:docMk/>
            <pc:sldMk cId="2699446409" sldId="280"/>
            <ac:spMk id="2" creationId="{685D019E-5A51-5EEB-6579-F1770FF5DCA1}"/>
          </ac:spMkLst>
        </pc:spChg>
        <pc:spChg chg="mod">
          <ac:chgData name="Alberto Ruiz" userId="47fa91d207cfb014" providerId="LiveId" clId="{5B63E615-A9FF-4A47-AE9A-60404C71C137}" dt="2024-08-27T11:08:46.539" v="361" actId="14100"/>
          <ac:spMkLst>
            <pc:docMk/>
            <pc:sldMk cId="2699446409" sldId="280"/>
            <ac:spMk id="3" creationId="{051E1711-770F-B391-388B-16F1D7C75DFC}"/>
          </ac:spMkLst>
        </pc:spChg>
        <pc:graphicFrameChg chg="add mod modGraphic">
          <ac:chgData name="Alberto Ruiz" userId="47fa91d207cfb014" providerId="LiveId" clId="{5B63E615-A9FF-4A47-AE9A-60404C71C137}" dt="2024-08-27T11:09:48.836" v="377" actId="12100"/>
          <ac:graphicFrameMkLst>
            <pc:docMk/>
            <pc:sldMk cId="2699446409" sldId="280"/>
            <ac:graphicFrameMk id="4" creationId="{6989028D-2C5E-FE84-30B5-66D51AA56742}"/>
          </ac:graphicFrameMkLst>
        </pc:graphicFrameChg>
      </pc:sldChg>
      <pc:sldChg chg="addSp delSp modSp new mod setBg">
        <pc:chgData name="Alberto Ruiz" userId="47fa91d207cfb014" providerId="LiveId" clId="{5B63E615-A9FF-4A47-AE9A-60404C71C137}" dt="2024-08-27T11:12:47.566" v="422" actId="403"/>
        <pc:sldMkLst>
          <pc:docMk/>
          <pc:sldMk cId="3850514393" sldId="281"/>
        </pc:sldMkLst>
        <pc:spChg chg="del">
          <ac:chgData name="Alberto Ruiz" userId="47fa91d207cfb014" providerId="LiveId" clId="{5B63E615-A9FF-4A47-AE9A-60404C71C137}" dt="2024-08-27T11:10:08.979" v="381" actId="478"/>
          <ac:spMkLst>
            <pc:docMk/>
            <pc:sldMk cId="3850514393" sldId="281"/>
            <ac:spMk id="2" creationId="{9BD37484-8589-4ACC-2AA3-DA59562241CC}"/>
          </ac:spMkLst>
        </pc:spChg>
        <pc:spChg chg="mod">
          <ac:chgData name="Alberto Ruiz" userId="47fa91d207cfb014" providerId="LiveId" clId="{5B63E615-A9FF-4A47-AE9A-60404C71C137}" dt="2024-08-27T11:12:47.566" v="422" actId="403"/>
          <ac:spMkLst>
            <pc:docMk/>
            <pc:sldMk cId="3850514393" sldId="281"/>
            <ac:spMk id="3" creationId="{205CF710-E8F3-FCAD-BEDD-BB18946013E3}"/>
          </ac:spMkLst>
        </pc:spChg>
        <pc:spChg chg="add">
          <ac:chgData name="Alberto Ruiz" userId="47fa91d207cfb014" providerId="LiveId" clId="{5B63E615-A9FF-4A47-AE9A-60404C71C137}" dt="2024-08-27T11:12:39.109" v="418" actId="26606"/>
          <ac:spMkLst>
            <pc:docMk/>
            <pc:sldMk cId="3850514393" sldId="281"/>
            <ac:spMk id="8" creationId="{09588DA8-065E-4F6F-8EFD-43104AB2E0CF}"/>
          </ac:spMkLst>
        </pc:spChg>
        <pc:spChg chg="add">
          <ac:chgData name="Alberto Ruiz" userId="47fa91d207cfb014" providerId="LiveId" clId="{5B63E615-A9FF-4A47-AE9A-60404C71C137}" dt="2024-08-27T11:12:39.109" v="418" actId="26606"/>
          <ac:spMkLst>
            <pc:docMk/>
            <pc:sldMk cId="3850514393" sldId="281"/>
            <ac:spMk id="10" creationId="{C4285719-470E-454C-AF62-8323075F1F5B}"/>
          </ac:spMkLst>
        </pc:spChg>
        <pc:spChg chg="add">
          <ac:chgData name="Alberto Ruiz" userId="47fa91d207cfb014" providerId="LiveId" clId="{5B63E615-A9FF-4A47-AE9A-60404C71C137}" dt="2024-08-27T11:12:39.109" v="418" actId="26606"/>
          <ac:spMkLst>
            <pc:docMk/>
            <pc:sldMk cId="3850514393" sldId="281"/>
            <ac:spMk id="12" creationId="{CD9FE4EF-C4D8-49A0-B2FF-81D8DB7D8A24}"/>
          </ac:spMkLst>
        </pc:spChg>
        <pc:spChg chg="add">
          <ac:chgData name="Alberto Ruiz" userId="47fa91d207cfb014" providerId="LiveId" clId="{5B63E615-A9FF-4A47-AE9A-60404C71C137}" dt="2024-08-27T11:12:39.109" v="418" actId="26606"/>
          <ac:spMkLst>
            <pc:docMk/>
            <pc:sldMk cId="3850514393" sldId="281"/>
            <ac:spMk id="14" creationId="{4300840D-0A0B-4512-BACA-B439D5B9C57C}"/>
          </ac:spMkLst>
        </pc:spChg>
        <pc:spChg chg="add">
          <ac:chgData name="Alberto Ruiz" userId="47fa91d207cfb014" providerId="LiveId" clId="{5B63E615-A9FF-4A47-AE9A-60404C71C137}" dt="2024-08-27T11:12:39.109" v="418" actId="26606"/>
          <ac:spMkLst>
            <pc:docMk/>
            <pc:sldMk cId="3850514393" sldId="281"/>
            <ac:spMk id="16" creationId="{D2B78728-A580-49A7-84F9-6EF6F583ADE0}"/>
          </ac:spMkLst>
        </pc:spChg>
        <pc:spChg chg="add">
          <ac:chgData name="Alberto Ruiz" userId="47fa91d207cfb014" providerId="LiveId" clId="{5B63E615-A9FF-4A47-AE9A-60404C71C137}" dt="2024-08-27T11:12:39.109" v="418" actId="26606"/>
          <ac:spMkLst>
            <pc:docMk/>
            <pc:sldMk cId="3850514393" sldId="281"/>
            <ac:spMk id="18" creationId="{38FAA1A1-D861-433F-88FA-1E9D6FD31D11}"/>
          </ac:spMkLst>
        </pc:spChg>
        <pc:spChg chg="add">
          <ac:chgData name="Alberto Ruiz" userId="47fa91d207cfb014" providerId="LiveId" clId="{5B63E615-A9FF-4A47-AE9A-60404C71C137}" dt="2024-08-27T11:12:39.109" v="418" actId="26606"/>
          <ac:spMkLst>
            <pc:docMk/>
            <pc:sldMk cId="3850514393" sldId="281"/>
            <ac:spMk id="20" creationId="{8D71EDA1-87BF-4D5D-AB79-F346FD19278A}"/>
          </ac:spMkLst>
        </pc:spChg>
      </pc:sldChg>
      <pc:sldChg chg="addSp modSp new mod setBg">
        <pc:chgData name="Alberto Ruiz" userId="47fa91d207cfb014" providerId="LiveId" clId="{5B63E615-A9FF-4A47-AE9A-60404C71C137}" dt="2024-08-27T11:12:52.706" v="423" actId="26606"/>
        <pc:sldMkLst>
          <pc:docMk/>
          <pc:sldMk cId="623263419" sldId="282"/>
        </pc:sldMkLst>
        <pc:spChg chg="mod">
          <ac:chgData name="Alberto Ruiz" userId="47fa91d207cfb014" providerId="LiveId" clId="{5B63E615-A9FF-4A47-AE9A-60404C71C137}" dt="2024-08-27T11:12:52.706" v="423" actId="26606"/>
          <ac:spMkLst>
            <pc:docMk/>
            <pc:sldMk cId="623263419" sldId="282"/>
            <ac:spMk id="2" creationId="{80E883CC-9CB1-1C21-9E13-BC9DC411804E}"/>
          </ac:spMkLst>
        </pc:spChg>
        <pc:spChg chg="mod">
          <ac:chgData name="Alberto Ruiz" userId="47fa91d207cfb014" providerId="LiveId" clId="{5B63E615-A9FF-4A47-AE9A-60404C71C137}" dt="2024-08-27T11:12:52.706" v="423" actId="26606"/>
          <ac:spMkLst>
            <pc:docMk/>
            <pc:sldMk cId="623263419" sldId="282"/>
            <ac:spMk id="3" creationId="{473C318B-109A-82CE-3CD0-03B3992FB4E2}"/>
          </ac:spMkLst>
        </pc:spChg>
        <pc:spChg chg="add">
          <ac:chgData name="Alberto Ruiz" userId="47fa91d207cfb014" providerId="LiveId" clId="{5B63E615-A9FF-4A47-AE9A-60404C71C137}" dt="2024-08-27T11:12:52.706" v="423" actId="26606"/>
          <ac:spMkLst>
            <pc:docMk/>
            <pc:sldMk cId="623263419" sldId="282"/>
            <ac:spMk id="8" creationId="{09588DA8-065E-4F6F-8EFD-43104AB2E0CF}"/>
          </ac:spMkLst>
        </pc:spChg>
        <pc:spChg chg="add">
          <ac:chgData name="Alberto Ruiz" userId="47fa91d207cfb014" providerId="LiveId" clId="{5B63E615-A9FF-4A47-AE9A-60404C71C137}" dt="2024-08-27T11:12:52.706" v="423" actId="26606"/>
          <ac:spMkLst>
            <pc:docMk/>
            <pc:sldMk cId="623263419" sldId="282"/>
            <ac:spMk id="10" creationId="{C4285719-470E-454C-AF62-8323075F1F5B}"/>
          </ac:spMkLst>
        </pc:spChg>
        <pc:spChg chg="add">
          <ac:chgData name="Alberto Ruiz" userId="47fa91d207cfb014" providerId="LiveId" clId="{5B63E615-A9FF-4A47-AE9A-60404C71C137}" dt="2024-08-27T11:12:52.706" v="423" actId="26606"/>
          <ac:spMkLst>
            <pc:docMk/>
            <pc:sldMk cId="623263419" sldId="282"/>
            <ac:spMk id="12" creationId="{CD9FE4EF-C4D8-49A0-B2FF-81D8DB7D8A24}"/>
          </ac:spMkLst>
        </pc:spChg>
        <pc:spChg chg="add">
          <ac:chgData name="Alberto Ruiz" userId="47fa91d207cfb014" providerId="LiveId" clId="{5B63E615-A9FF-4A47-AE9A-60404C71C137}" dt="2024-08-27T11:12:52.706" v="423" actId="26606"/>
          <ac:spMkLst>
            <pc:docMk/>
            <pc:sldMk cId="623263419" sldId="282"/>
            <ac:spMk id="14" creationId="{4300840D-0A0B-4512-BACA-B439D5B9C57C}"/>
          </ac:spMkLst>
        </pc:spChg>
        <pc:spChg chg="add">
          <ac:chgData name="Alberto Ruiz" userId="47fa91d207cfb014" providerId="LiveId" clId="{5B63E615-A9FF-4A47-AE9A-60404C71C137}" dt="2024-08-27T11:12:52.706" v="423" actId="26606"/>
          <ac:spMkLst>
            <pc:docMk/>
            <pc:sldMk cId="623263419" sldId="282"/>
            <ac:spMk id="16" creationId="{D2B78728-A580-49A7-84F9-6EF6F583ADE0}"/>
          </ac:spMkLst>
        </pc:spChg>
        <pc:spChg chg="add">
          <ac:chgData name="Alberto Ruiz" userId="47fa91d207cfb014" providerId="LiveId" clId="{5B63E615-A9FF-4A47-AE9A-60404C71C137}" dt="2024-08-27T11:12:52.706" v="423" actId="26606"/>
          <ac:spMkLst>
            <pc:docMk/>
            <pc:sldMk cId="623263419" sldId="282"/>
            <ac:spMk id="18" creationId="{38FAA1A1-D861-433F-88FA-1E9D6FD31D11}"/>
          </ac:spMkLst>
        </pc:spChg>
        <pc:spChg chg="add">
          <ac:chgData name="Alberto Ruiz" userId="47fa91d207cfb014" providerId="LiveId" clId="{5B63E615-A9FF-4A47-AE9A-60404C71C137}" dt="2024-08-27T11:12:52.706" v="423" actId="26606"/>
          <ac:spMkLst>
            <pc:docMk/>
            <pc:sldMk cId="623263419" sldId="282"/>
            <ac:spMk id="20" creationId="{8D71EDA1-87BF-4D5D-AB79-F346FD19278A}"/>
          </ac:spMkLst>
        </pc:spChg>
      </pc:sldChg>
      <pc:sldChg chg="add del">
        <pc:chgData name="Alberto Ruiz" userId="47fa91d207cfb014" providerId="LiveId" clId="{5B63E615-A9FF-4A47-AE9A-60404C71C137}" dt="2024-08-27T10:46:08.499" v="23" actId="47"/>
        <pc:sldMkLst>
          <pc:docMk/>
          <pc:sldMk cId="428764050" sldId="283"/>
        </pc:sldMkLst>
      </pc:sldChg>
      <pc:sldChg chg="addSp modSp new mod setBg">
        <pc:chgData name="Alberto Ruiz" userId="47fa91d207cfb014" providerId="LiveId" clId="{5B63E615-A9FF-4A47-AE9A-60404C71C137}" dt="2024-08-27T11:12:57.207" v="424" actId="26606"/>
        <pc:sldMkLst>
          <pc:docMk/>
          <pc:sldMk cId="2541880505" sldId="283"/>
        </pc:sldMkLst>
        <pc:spChg chg="mod">
          <ac:chgData name="Alberto Ruiz" userId="47fa91d207cfb014" providerId="LiveId" clId="{5B63E615-A9FF-4A47-AE9A-60404C71C137}" dt="2024-08-27T11:12:57.207" v="424" actId="26606"/>
          <ac:spMkLst>
            <pc:docMk/>
            <pc:sldMk cId="2541880505" sldId="283"/>
            <ac:spMk id="2" creationId="{048D1BAD-1E29-F701-FDB7-9495FDD8076E}"/>
          </ac:spMkLst>
        </pc:spChg>
        <pc:spChg chg="mod">
          <ac:chgData name="Alberto Ruiz" userId="47fa91d207cfb014" providerId="LiveId" clId="{5B63E615-A9FF-4A47-AE9A-60404C71C137}" dt="2024-08-27T11:12:57.207" v="424" actId="26606"/>
          <ac:spMkLst>
            <pc:docMk/>
            <pc:sldMk cId="2541880505" sldId="283"/>
            <ac:spMk id="3" creationId="{79A37314-04C0-CFB1-01A4-8B4A5FD7EAE1}"/>
          </ac:spMkLst>
        </pc:spChg>
        <pc:spChg chg="add">
          <ac:chgData name="Alberto Ruiz" userId="47fa91d207cfb014" providerId="LiveId" clId="{5B63E615-A9FF-4A47-AE9A-60404C71C137}" dt="2024-08-27T11:12:57.207" v="424" actId="26606"/>
          <ac:spMkLst>
            <pc:docMk/>
            <pc:sldMk cId="2541880505" sldId="283"/>
            <ac:spMk id="8" creationId="{B34F5AD2-EDBD-4BBD-A55C-EAFFD0C7097A}"/>
          </ac:spMkLst>
        </pc:spChg>
        <pc:spChg chg="add">
          <ac:chgData name="Alberto Ruiz" userId="47fa91d207cfb014" providerId="LiveId" clId="{5B63E615-A9FF-4A47-AE9A-60404C71C137}" dt="2024-08-27T11:12:57.207" v="424" actId="26606"/>
          <ac:spMkLst>
            <pc:docMk/>
            <pc:sldMk cId="2541880505" sldId="283"/>
            <ac:spMk id="10" creationId="{C3896A03-3945-419A-B66B-4EE266EDD152}"/>
          </ac:spMkLst>
        </pc:spChg>
        <pc:spChg chg="add">
          <ac:chgData name="Alberto Ruiz" userId="47fa91d207cfb014" providerId="LiveId" clId="{5B63E615-A9FF-4A47-AE9A-60404C71C137}" dt="2024-08-27T11:12:57.207" v="424" actId="26606"/>
          <ac:spMkLst>
            <pc:docMk/>
            <pc:sldMk cId="2541880505" sldId="283"/>
            <ac:spMk id="12" creationId="{B8EAE243-3A9F-4A46-B0D9-04C723A8A1BD}"/>
          </ac:spMkLst>
        </pc:spChg>
      </pc:sldChg>
      <pc:sldChg chg="addSp modSp new mod setBg">
        <pc:chgData name="Alberto Ruiz" userId="47fa91d207cfb014" providerId="LiveId" clId="{5B63E615-A9FF-4A47-AE9A-60404C71C137}" dt="2024-08-27T11:13:00.567" v="425" actId="26606"/>
        <pc:sldMkLst>
          <pc:docMk/>
          <pc:sldMk cId="334264897" sldId="284"/>
        </pc:sldMkLst>
        <pc:spChg chg="mod">
          <ac:chgData name="Alberto Ruiz" userId="47fa91d207cfb014" providerId="LiveId" clId="{5B63E615-A9FF-4A47-AE9A-60404C71C137}" dt="2024-08-27T11:13:00.567" v="425" actId="26606"/>
          <ac:spMkLst>
            <pc:docMk/>
            <pc:sldMk cId="334264897" sldId="284"/>
            <ac:spMk id="2" creationId="{C37D0FCB-5EB2-15C4-E9FF-759C69F78A0E}"/>
          </ac:spMkLst>
        </pc:spChg>
        <pc:spChg chg="mod">
          <ac:chgData name="Alberto Ruiz" userId="47fa91d207cfb014" providerId="LiveId" clId="{5B63E615-A9FF-4A47-AE9A-60404C71C137}" dt="2024-08-27T11:13:00.567" v="425" actId="26606"/>
          <ac:spMkLst>
            <pc:docMk/>
            <pc:sldMk cId="334264897" sldId="284"/>
            <ac:spMk id="3" creationId="{7F774C5C-7635-7C76-26C1-1E2DBD34C871}"/>
          </ac:spMkLst>
        </pc:spChg>
        <pc:spChg chg="add">
          <ac:chgData name="Alberto Ruiz" userId="47fa91d207cfb014" providerId="LiveId" clId="{5B63E615-A9FF-4A47-AE9A-60404C71C137}" dt="2024-08-27T11:13:00.567" v="425" actId="26606"/>
          <ac:spMkLst>
            <pc:docMk/>
            <pc:sldMk cId="334264897" sldId="284"/>
            <ac:spMk id="8" creationId="{B34F5AD2-EDBD-4BBD-A55C-EAFFD0C7097A}"/>
          </ac:spMkLst>
        </pc:spChg>
        <pc:spChg chg="add">
          <ac:chgData name="Alberto Ruiz" userId="47fa91d207cfb014" providerId="LiveId" clId="{5B63E615-A9FF-4A47-AE9A-60404C71C137}" dt="2024-08-27T11:13:00.567" v="425" actId="26606"/>
          <ac:spMkLst>
            <pc:docMk/>
            <pc:sldMk cId="334264897" sldId="284"/>
            <ac:spMk id="10" creationId="{C3896A03-3945-419A-B66B-4EE266EDD152}"/>
          </ac:spMkLst>
        </pc:spChg>
        <pc:spChg chg="add">
          <ac:chgData name="Alberto Ruiz" userId="47fa91d207cfb014" providerId="LiveId" clId="{5B63E615-A9FF-4A47-AE9A-60404C71C137}" dt="2024-08-27T11:13:00.567" v="425" actId="26606"/>
          <ac:spMkLst>
            <pc:docMk/>
            <pc:sldMk cId="334264897" sldId="284"/>
            <ac:spMk id="12" creationId="{B8EAE243-3A9F-4A46-B0D9-04C723A8A1BD}"/>
          </ac:spMkLst>
        </pc:spChg>
      </pc:sldChg>
      <pc:sldChg chg="addSp modSp new mod setBg">
        <pc:chgData name="Alberto Ruiz" userId="47fa91d207cfb014" providerId="LiveId" clId="{5B63E615-A9FF-4A47-AE9A-60404C71C137}" dt="2024-08-27T11:13:03.363" v="426" actId="26606"/>
        <pc:sldMkLst>
          <pc:docMk/>
          <pc:sldMk cId="2622905056" sldId="285"/>
        </pc:sldMkLst>
        <pc:spChg chg="mod">
          <ac:chgData name="Alberto Ruiz" userId="47fa91d207cfb014" providerId="LiveId" clId="{5B63E615-A9FF-4A47-AE9A-60404C71C137}" dt="2024-08-27T11:13:03.363" v="426" actId="26606"/>
          <ac:spMkLst>
            <pc:docMk/>
            <pc:sldMk cId="2622905056" sldId="285"/>
            <ac:spMk id="2" creationId="{4C332ACA-0577-28A3-B128-37CA008EE437}"/>
          </ac:spMkLst>
        </pc:spChg>
        <pc:spChg chg="mod">
          <ac:chgData name="Alberto Ruiz" userId="47fa91d207cfb014" providerId="LiveId" clId="{5B63E615-A9FF-4A47-AE9A-60404C71C137}" dt="2024-08-27T11:13:03.363" v="426" actId="26606"/>
          <ac:spMkLst>
            <pc:docMk/>
            <pc:sldMk cId="2622905056" sldId="285"/>
            <ac:spMk id="3" creationId="{1D07362D-B5F5-15E9-1BF2-3069C438B10B}"/>
          </ac:spMkLst>
        </pc:spChg>
        <pc:spChg chg="add">
          <ac:chgData name="Alberto Ruiz" userId="47fa91d207cfb014" providerId="LiveId" clId="{5B63E615-A9FF-4A47-AE9A-60404C71C137}" dt="2024-08-27T11:13:03.363" v="426" actId="26606"/>
          <ac:spMkLst>
            <pc:docMk/>
            <pc:sldMk cId="2622905056" sldId="285"/>
            <ac:spMk id="8" creationId="{09588DA8-065E-4F6F-8EFD-43104AB2E0CF}"/>
          </ac:spMkLst>
        </pc:spChg>
        <pc:spChg chg="add">
          <ac:chgData name="Alberto Ruiz" userId="47fa91d207cfb014" providerId="LiveId" clId="{5B63E615-A9FF-4A47-AE9A-60404C71C137}" dt="2024-08-27T11:13:03.363" v="426" actId="26606"/>
          <ac:spMkLst>
            <pc:docMk/>
            <pc:sldMk cId="2622905056" sldId="285"/>
            <ac:spMk id="10" creationId="{C4285719-470E-454C-AF62-8323075F1F5B}"/>
          </ac:spMkLst>
        </pc:spChg>
        <pc:spChg chg="add">
          <ac:chgData name="Alberto Ruiz" userId="47fa91d207cfb014" providerId="LiveId" clId="{5B63E615-A9FF-4A47-AE9A-60404C71C137}" dt="2024-08-27T11:13:03.363" v="426" actId="26606"/>
          <ac:spMkLst>
            <pc:docMk/>
            <pc:sldMk cId="2622905056" sldId="285"/>
            <ac:spMk id="12" creationId="{CD9FE4EF-C4D8-49A0-B2FF-81D8DB7D8A24}"/>
          </ac:spMkLst>
        </pc:spChg>
        <pc:spChg chg="add">
          <ac:chgData name="Alberto Ruiz" userId="47fa91d207cfb014" providerId="LiveId" clId="{5B63E615-A9FF-4A47-AE9A-60404C71C137}" dt="2024-08-27T11:13:03.363" v="426" actId="26606"/>
          <ac:spMkLst>
            <pc:docMk/>
            <pc:sldMk cId="2622905056" sldId="285"/>
            <ac:spMk id="14" creationId="{4300840D-0A0B-4512-BACA-B439D5B9C57C}"/>
          </ac:spMkLst>
        </pc:spChg>
        <pc:spChg chg="add">
          <ac:chgData name="Alberto Ruiz" userId="47fa91d207cfb014" providerId="LiveId" clId="{5B63E615-A9FF-4A47-AE9A-60404C71C137}" dt="2024-08-27T11:13:03.363" v="426" actId="26606"/>
          <ac:spMkLst>
            <pc:docMk/>
            <pc:sldMk cId="2622905056" sldId="285"/>
            <ac:spMk id="16" creationId="{D2B78728-A580-49A7-84F9-6EF6F583ADE0}"/>
          </ac:spMkLst>
        </pc:spChg>
        <pc:spChg chg="add">
          <ac:chgData name="Alberto Ruiz" userId="47fa91d207cfb014" providerId="LiveId" clId="{5B63E615-A9FF-4A47-AE9A-60404C71C137}" dt="2024-08-27T11:13:03.363" v="426" actId="26606"/>
          <ac:spMkLst>
            <pc:docMk/>
            <pc:sldMk cId="2622905056" sldId="285"/>
            <ac:spMk id="18" creationId="{38FAA1A1-D861-433F-88FA-1E9D6FD31D11}"/>
          </ac:spMkLst>
        </pc:spChg>
        <pc:spChg chg="add">
          <ac:chgData name="Alberto Ruiz" userId="47fa91d207cfb014" providerId="LiveId" clId="{5B63E615-A9FF-4A47-AE9A-60404C71C137}" dt="2024-08-27T11:13:03.363" v="426" actId="26606"/>
          <ac:spMkLst>
            <pc:docMk/>
            <pc:sldMk cId="2622905056" sldId="285"/>
            <ac:spMk id="20" creationId="{8D71EDA1-87BF-4D5D-AB79-F346FD19278A}"/>
          </ac:spMkLst>
        </pc:spChg>
      </pc:sldChg>
      <pc:sldChg chg="addSp modSp new mod setBg">
        <pc:chgData name="Alberto Ruiz" userId="47fa91d207cfb014" providerId="LiveId" clId="{5B63E615-A9FF-4A47-AE9A-60404C71C137}" dt="2024-08-27T11:13:07.107" v="427" actId="26606"/>
        <pc:sldMkLst>
          <pc:docMk/>
          <pc:sldMk cId="91404567" sldId="286"/>
        </pc:sldMkLst>
        <pc:spChg chg="mod">
          <ac:chgData name="Alberto Ruiz" userId="47fa91d207cfb014" providerId="LiveId" clId="{5B63E615-A9FF-4A47-AE9A-60404C71C137}" dt="2024-08-27T11:13:07.107" v="427" actId="26606"/>
          <ac:spMkLst>
            <pc:docMk/>
            <pc:sldMk cId="91404567" sldId="286"/>
            <ac:spMk id="2" creationId="{5C37B2E3-58EA-64F6-12FE-0AADE6410E06}"/>
          </ac:spMkLst>
        </pc:spChg>
        <pc:spChg chg="mod">
          <ac:chgData name="Alberto Ruiz" userId="47fa91d207cfb014" providerId="LiveId" clId="{5B63E615-A9FF-4A47-AE9A-60404C71C137}" dt="2024-08-27T11:13:07.107" v="427" actId="26606"/>
          <ac:spMkLst>
            <pc:docMk/>
            <pc:sldMk cId="91404567" sldId="286"/>
            <ac:spMk id="3" creationId="{68D17937-3476-67B1-3C84-27AAA071FF5B}"/>
          </ac:spMkLst>
        </pc:spChg>
        <pc:spChg chg="add">
          <ac:chgData name="Alberto Ruiz" userId="47fa91d207cfb014" providerId="LiveId" clId="{5B63E615-A9FF-4A47-AE9A-60404C71C137}" dt="2024-08-27T11:13:07.107" v="427" actId="26606"/>
          <ac:spMkLst>
            <pc:docMk/>
            <pc:sldMk cId="91404567" sldId="286"/>
            <ac:spMk id="8" creationId="{09588DA8-065E-4F6F-8EFD-43104AB2E0CF}"/>
          </ac:spMkLst>
        </pc:spChg>
        <pc:spChg chg="add">
          <ac:chgData name="Alberto Ruiz" userId="47fa91d207cfb014" providerId="LiveId" clId="{5B63E615-A9FF-4A47-AE9A-60404C71C137}" dt="2024-08-27T11:13:07.107" v="427" actId="26606"/>
          <ac:spMkLst>
            <pc:docMk/>
            <pc:sldMk cId="91404567" sldId="286"/>
            <ac:spMk id="10" creationId="{C4285719-470E-454C-AF62-8323075F1F5B}"/>
          </ac:spMkLst>
        </pc:spChg>
        <pc:spChg chg="add">
          <ac:chgData name="Alberto Ruiz" userId="47fa91d207cfb014" providerId="LiveId" clId="{5B63E615-A9FF-4A47-AE9A-60404C71C137}" dt="2024-08-27T11:13:07.107" v="427" actId="26606"/>
          <ac:spMkLst>
            <pc:docMk/>
            <pc:sldMk cId="91404567" sldId="286"/>
            <ac:spMk id="12" creationId="{CD9FE4EF-C4D8-49A0-B2FF-81D8DB7D8A24}"/>
          </ac:spMkLst>
        </pc:spChg>
        <pc:spChg chg="add">
          <ac:chgData name="Alberto Ruiz" userId="47fa91d207cfb014" providerId="LiveId" clId="{5B63E615-A9FF-4A47-AE9A-60404C71C137}" dt="2024-08-27T11:13:07.107" v="427" actId="26606"/>
          <ac:spMkLst>
            <pc:docMk/>
            <pc:sldMk cId="91404567" sldId="286"/>
            <ac:spMk id="14" creationId="{4300840D-0A0B-4512-BACA-B439D5B9C57C}"/>
          </ac:spMkLst>
        </pc:spChg>
        <pc:spChg chg="add">
          <ac:chgData name="Alberto Ruiz" userId="47fa91d207cfb014" providerId="LiveId" clId="{5B63E615-A9FF-4A47-AE9A-60404C71C137}" dt="2024-08-27T11:13:07.107" v="427" actId="26606"/>
          <ac:spMkLst>
            <pc:docMk/>
            <pc:sldMk cId="91404567" sldId="286"/>
            <ac:spMk id="16" creationId="{D2B78728-A580-49A7-84F9-6EF6F583ADE0}"/>
          </ac:spMkLst>
        </pc:spChg>
        <pc:spChg chg="add">
          <ac:chgData name="Alberto Ruiz" userId="47fa91d207cfb014" providerId="LiveId" clId="{5B63E615-A9FF-4A47-AE9A-60404C71C137}" dt="2024-08-27T11:13:07.107" v="427" actId="26606"/>
          <ac:spMkLst>
            <pc:docMk/>
            <pc:sldMk cId="91404567" sldId="286"/>
            <ac:spMk id="18" creationId="{38FAA1A1-D861-433F-88FA-1E9D6FD31D11}"/>
          </ac:spMkLst>
        </pc:spChg>
        <pc:spChg chg="add">
          <ac:chgData name="Alberto Ruiz" userId="47fa91d207cfb014" providerId="LiveId" clId="{5B63E615-A9FF-4A47-AE9A-60404C71C137}" dt="2024-08-27T11:13:07.107" v="427" actId="26606"/>
          <ac:spMkLst>
            <pc:docMk/>
            <pc:sldMk cId="91404567" sldId="286"/>
            <ac:spMk id="20" creationId="{8D71EDA1-87BF-4D5D-AB79-F346FD19278A}"/>
          </ac:spMkLst>
        </pc:spChg>
      </pc:sldChg>
      <pc:sldChg chg="addSp modSp new mod setBg">
        <pc:chgData name="Alberto Ruiz" userId="47fa91d207cfb014" providerId="LiveId" clId="{5B63E615-A9FF-4A47-AE9A-60404C71C137}" dt="2024-08-27T11:13:17.895" v="433" actId="403"/>
        <pc:sldMkLst>
          <pc:docMk/>
          <pc:sldMk cId="1406034231" sldId="287"/>
        </pc:sldMkLst>
        <pc:spChg chg="mod">
          <ac:chgData name="Alberto Ruiz" userId="47fa91d207cfb014" providerId="LiveId" clId="{5B63E615-A9FF-4A47-AE9A-60404C71C137}" dt="2024-08-27T11:13:10.006" v="428" actId="26606"/>
          <ac:spMkLst>
            <pc:docMk/>
            <pc:sldMk cId="1406034231" sldId="287"/>
            <ac:spMk id="2" creationId="{7A861343-9C59-81DB-2DF3-04A85268F5AC}"/>
          </ac:spMkLst>
        </pc:spChg>
        <pc:spChg chg="mod">
          <ac:chgData name="Alberto Ruiz" userId="47fa91d207cfb014" providerId="LiveId" clId="{5B63E615-A9FF-4A47-AE9A-60404C71C137}" dt="2024-08-27T11:13:17.895" v="433" actId="403"/>
          <ac:spMkLst>
            <pc:docMk/>
            <pc:sldMk cId="1406034231" sldId="287"/>
            <ac:spMk id="3" creationId="{714E40F4-5326-C991-0BCD-B3FD4C706219}"/>
          </ac:spMkLst>
        </pc:spChg>
        <pc:spChg chg="add">
          <ac:chgData name="Alberto Ruiz" userId="47fa91d207cfb014" providerId="LiveId" clId="{5B63E615-A9FF-4A47-AE9A-60404C71C137}" dt="2024-08-27T11:13:10.006" v="428" actId="26606"/>
          <ac:spMkLst>
            <pc:docMk/>
            <pc:sldMk cId="1406034231" sldId="287"/>
            <ac:spMk id="8" creationId="{09588DA8-065E-4F6F-8EFD-43104AB2E0CF}"/>
          </ac:spMkLst>
        </pc:spChg>
        <pc:spChg chg="add">
          <ac:chgData name="Alberto Ruiz" userId="47fa91d207cfb014" providerId="LiveId" clId="{5B63E615-A9FF-4A47-AE9A-60404C71C137}" dt="2024-08-27T11:13:10.006" v="428" actId="26606"/>
          <ac:spMkLst>
            <pc:docMk/>
            <pc:sldMk cId="1406034231" sldId="287"/>
            <ac:spMk id="10" creationId="{C4285719-470E-454C-AF62-8323075F1F5B}"/>
          </ac:spMkLst>
        </pc:spChg>
        <pc:spChg chg="add">
          <ac:chgData name="Alberto Ruiz" userId="47fa91d207cfb014" providerId="LiveId" clId="{5B63E615-A9FF-4A47-AE9A-60404C71C137}" dt="2024-08-27T11:13:10.006" v="428" actId="26606"/>
          <ac:spMkLst>
            <pc:docMk/>
            <pc:sldMk cId="1406034231" sldId="287"/>
            <ac:spMk id="12" creationId="{CD9FE4EF-C4D8-49A0-B2FF-81D8DB7D8A24}"/>
          </ac:spMkLst>
        </pc:spChg>
        <pc:spChg chg="add">
          <ac:chgData name="Alberto Ruiz" userId="47fa91d207cfb014" providerId="LiveId" clId="{5B63E615-A9FF-4A47-AE9A-60404C71C137}" dt="2024-08-27T11:13:10.006" v="428" actId="26606"/>
          <ac:spMkLst>
            <pc:docMk/>
            <pc:sldMk cId="1406034231" sldId="287"/>
            <ac:spMk id="14" creationId="{4300840D-0A0B-4512-BACA-B439D5B9C57C}"/>
          </ac:spMkLst>
        </pc:spChg>
        <pc:spChg chg="add">
          <ac:chgData name="Alberto Ruiz" userId="47fa91d207cfb014" providerId="LiveId" clId="{5B63E615-A9FF-4A47-AE9A-60404C71C137}" dt="2024-08-27T11:13:10.006" v="428" actId="26606"/>
          <ac:spMkLst>
            <pc:docMk/>
            <pc:sldMk cId="1406034231" sldId="287"/>
            <ac:spMk id="16" creationId="{D2B78728-A580-49A7-84F9-6EF6F583ADE0}"/>
          </ac:spMkLst>
        </pc:spChg>
        <pc:spChg chg="add">
          <ac:chgData name="Alberto Ruiz" userId="47fa91d207cfb014" providerId="LiveId" clId="{5B63E615-A9FF-4A47-AE9A-60404C71C137}" dt="2024-08-27T11:13:10.006" v="428" actId="26606"/>
          <ac:spMkLst>
            <pc:docMk/>
            <pc:sldMk cId="1406034231" sldId="287"/>
            <ac:spMk id="18" creationId="{38FAA1A1-D861-433F-88FA-1E9D6FD31D11}"/>
          </ac:spMkLst>
        </pc:spChg>
        <pc:spChg chg="add">
          <ac:chgData name="Alberto Ruiz" userId="47fa91d207cfb014" providerId="LiveId" clId="{5B63E615-A9FF-4A47-AE9A-60404C71C137}" dt="2024-08-27T11:13:10.006" v="428" actId="26606"/>
          <ac:spMkLst>
            <pc:docMk/>
            <pc:sldMk cId="1406034231" sldId="287"/>
            <ac:spMk id="20" creationId="{8D71EDA1-87BF-4D5D-AB79-F346FD19278A}"/>
          </ac:spMkLst>
        </pc:spChg>
      </pc:sldChg>
      <pc:sldChg chg="addSp delSp modSp new mod setBg">
        <pc:chgData name="Alberto Ruiz" userId="47fa91d207cfb014" providerId="LiveId" clId="{5B63E615-A9FF-4A47-AE9A-60404C71C137}" dt="2024-08-27T11:25:19.725" v="630" actId="26606"/>
        <pc:sldMkLst>
          <pc:docMk/>
          <pc:sldMk cId="3346102115" sldId="288"/>
        </pc:sldMkLst>
        <pc:spChg chg="del">
          <ac:chgData name="Alberto Ruiz" userId="47fa91d207cfb014" providerId="LiveId" clId="{5B63E615-A9FF-4A47-AE9A-60404C71C137}" dt="2024-08-27T11:21:26.999" v="547" actId="478"/>
          <ac:spMkLst>
            <pc:docMk/>
            <pc:sldMk cId="3346102115" sldId="288"/>
            <ac:spMk id="2" creationId="{8130F879-E283-3F83-839D-2646AFA258A3}"/>
          </ac:spMkLst>
        </pc:spChg>
        <pc:spChg chg="mod">
          <ac:chgData name="Alberto Ruiz" userId="47fa91d207cfb014" providerId="LiveId" clId="{5B63E615-A9FF-4A47-AE9A-60404C71C137}" dt="2024-08-27T11:25:19.725" v="630" actId="26606"/>
          <ac:spMkLst>
            <pc:docMk/>
            <pc:sldMk cId="3346102115" sldId="288"/>
            <ac:spMk id="3" creationId="{28C2C155-9F4B-3B2F-59CB-515F72B84091}"/>
          </ac:spMkLst>
        </pc:spChg>
        <pc:spChg chg="add">
          <ac:chgData name="Alberto Ruiz" userId="47fa91d207cfb014" providerId="LiveId" clId="{5B63E615-A9FF-4A47-AE9A-60404C71C137}" dt="2024-08-27T11:25:19.725" v="630" actId="26606"/>
          <ac:spMkLst>
            <pc:docMk/>
            <pc:sldMk cId="3346102115" sldId="288"/>
            <ac:spMk id="8" creationId="{100EDD19-6802-4EC3-95CE-CFFAB042CFD6}"/>
          </ac:spMkLst>
        </pc:spChg>
        <pc:spChg chg="add">
          <ac:chgData name="Alberto Ruiz" userId="47fa91d207cfb014" providerId="LiveId" clId="{5B63E615-A9FF-4A47-AE9A-60404C71C137}" dt="2024-08-27T11:25:19.725" v="630" actId="26606"/>
          <ac:spMkLst>
            <pc:docMk/>
            <pc:sldMk cId="3346102115" sldId="288"/>
            <ac:spMk id="10" creationId="{DB17E863-922E-4C26-BD64-E8FD41D28661}"/>
          </ac:spMkLst>
        </pc:spChg>
      </pc:sldChg>
      <pc:sldChg chg="addSp delSp modSp new mod setBg setClrOvrMap">
        <pc:chgData name="Alberto Ruiz" userId="47fa91d207cfb014" providerId="LiveId" clId="{5B63E615-A9FF-4A47-AE9A-60404C71C137}" dt="2024-08-27T11:15:21.333" v="438" actId="26606"/>
        <pc:sldMkLst>
          <pc:docMk/>
          <pc:sldMk cId="2231297286" sldId="289"/>
        </pc:sldMkLst>
        <pc:spChg chg="mod">
          <ac:chgData name="Alberto Ruiz" userId="47fa91d207cfb014" providerId="LiveId" clId="{5B63E615-A9FF-4A47-AE9A-60404C71C137}" dt="2024-08-27T11:15:21.333" v="438" actId="26606"/>
          <ac:spMkLst>
            <pc:docMk/>
            <pc:sldMk cId="2231297286" sldId="289"/>
            <ac:spMk id="2" creationId="{F5A75E33-525F-E318-02A3-B4F3F82BCD57}"/>
          </ac:spMkLst>
        </pc:spChg>
        <pc:spChg chg="del">
          <ac:chgData name="Alberto Ruiz" userId="47fa91d207cfb014" providerId="LiveId" clId="{5B63E615-A9FF-4A47-AE9A-60404C71C137}" dt="2024-08-27T11:15:18.256" v="437" actId="478"/>
          <ac:spMkLst>
            <pc:docMk/>
            <pc:sldMk cId="2231297286" sldId="289"/>
            <ac:spMk id="3" creationId="{5C063654-5EF4-A214-310A-F8B1934BFE68}"/>
          </ac:spMkLst>
        </pc:spChg>
        <pc:spChg chg="add">
          <ac:chgData name="Alberto Ruiz" userId="47fa91d207cfb014" providerId="LiveId" clId="{5B63E615-A9FF-4A47-AE9A-60404C71C137}" dt="2024-08-27T11:15:21.333" v="438" actId="26606"/>
          <ac:spMkLst>
            <pc:docMk/>
            <pc:sldMk cId="2231297286" sldId="289"/>
            <ac:spMk id="7" creationId="{66B332A4-D438-4773-A77F-5ED49A448D9D}"/>
          </ac:spMkLst>
        </pc:spChg>
        <pc:spChg chg="add">
          <ac:chgData name="Alberto Ruiz" userId="47fa91d207cfb014" providerId="LiveId" clId="{5B63E615-A9FF-4A47-AE9A-60404C71C137}" dt="2024-08-27T11:15:21.333" v="438" actId="26606"/>
          <ac:spMkLst>
            <pc:docMk/>
            <pc:sldMk cId="2231297286" sldId="289"/>
            <ac:spMk id="9" creationId="{DF9AD32D-FF05-44F4-BD4D-9CEE89B71EB9}"/>
          </ac:spMkLst>
        </pc:spChg>
      </pc:sldChg>
      <pc:sldChg chg="addSp delSp modSp new mod">
        <pc:chgData name="Alberto Ruiz" userId="47fa91d207cfb014" providerId="LiveId" clId="{5B63E615-A9FF-4A47-AE9A-60404C71C137}" dt="2024-08-27T11:16:44.923" v="446" actId="14100"/>
        <pc:sldMkLst>
          <pc:docMk/>
          <pc:sldMk cId="3395039419" sldId="290"/>
        </pc:sldMkLst>
        <pc:spChg chg="del">
          <ac:chgData name="Alberto Ruiz" userId="47fa91d207cfb014" providerId="LiveId" clId="{5B63E615-A9FF-4A47-AE9A-60404C71C137}" dt="2024-08-27T11:16:25.954" v="441" actId="478"/>
          <ac:spMkLst>
            <pc:docMk/>
            <pc:sldMk cId="3395039419" sldId="290"/>
            <ac:spMk id="2" creationId="{722C20E5-314E-0E2A-7FA6-13F6CBEADFB8}"/>
          </ac:spMkLst>
        </pc:spChg>
        <pc:spChg chg="mod">
          <ac:chgData name="Alberto Ruiz" userId="47fa91d207cfb014" providerId="LiveId" clId="{5B63E615-A9FF-4A47-AE9A-60404C71C137}" dt="2024-08-27T11:16:29.376" v="442" actId="14100"/>
          <ac:spMkLst>
            <pc:docMk/>
            <pc:sldMk cId="3395039419" sldId="290"/>
            <ac:spMk id="3" creationId="{2CBD114C-9D08-C46A-0CD0-6F4B884B4417}"/>
          </ac:spMkLst>
        </pc:spChg>
        <pc:graphicFrameChg chg="add mod">
          <ac:chgData name="Alberto Ruiz" userId="47fa91d207cfb014" providerId="LiveId" clId="{5B63E615-A9FF-4A47-AE9A-60404C71C137}" dt="2024-08-27T11:16:44.923" v="446" actId="14100"/>
          <ac:graphicFrameMkLst>
            <pc:docMk/>
            <pc:sldMk cId="3395039419" sldId="290"/>
            <ac:graphicFrameMk id="4" creationId="{B1019368-1231-E80E-DCA4-C32DA072674E}"/>
          </ac:graphicFrameMkLst>
        </pc:graphicFrameChg>
      </pc:sldChg>
      <pc:sldChg chg="addSp delSp modSp new mod setBg setClrOvrMap">
        <pc:chgData name="Alberto Ruiz" userId="47fa91d207cfb014" providerId="LiveId" clId="{5B63E615-A9FF-4A47-AE9A-60404C71C137}" dt="2024-08-27T11:18:13.149" v="489" actId="27636"/>
        <pc:sldMkLst>
          <pc:docMk/>
          <pc:sldMk cId="63464973" sldId="291"/>
        </pc:sldMkLst>
        <pc:spChg chg="del">
          <ac:chgData name="Alberto Ruiz" userId="47fa91d207cfb014" providerId="LiveId" clId="{5B63E615-A9FF-4A47-AE9A-60404C71C137}" dt="2024-08-27T11:17:05.416" v="450" actId="478"/>
          <ac:spMkLst>
            <pc:docMk/>
            <pc:sldMk cId="63464973" sldId="291"/>
            <ac:spMk id="2" creationId="{74001F73-7E19-497E-FF2E-E3BBCBADF106}"/>
          </ac:spMkLst>
        </pc:spChg>
        <pc:spChg chg="mod">
          <ac:chgData name="Alberto Ruiz" userId="47fa91d207cfb014" providerId="LiveId" clId="{5B63E615-A9FF-4A47-AE9A-60404C71C137}" dt="2024-08-27T11:18:13.149" v="489" actId="27636"/>
          <ac:spMkLst>
            <pc:docMk/>
            <pc:sldMk cId="63464973" sldId="291"/>
            <ac:spMk id="3" creationId="{44A3A891-F8AD-22B4-6403-B70B9DE87781}"/>
          </ac:spMkLst>
        </pc:spChg>
        <pc:spChg chg="add">
          <ac:chgData name="Alberto Ruiz" userId="47fa91d207cfb014" providerId="LiveId" clId="{5B63E615-A9FF-4A47-AE9A-60404C71C137}" dt="2024-08-27T11:17:19.305" v="455" actId="26606"/>
          <ac:spMkLst>
            <pc:docMk/>
            <pc:sldMk cId="63464973" sldId="291"/>
            <ac:spMk id="8" creationId="{B95B9BA8-1D69-4796-85F5-B6D0BD52354B}"/>
          </ac:spMkLst>
        </pc:spChg>
        <pc:grpChg chg="add">
          <ac:chgData name="Alberto Ruiz" userId="47fa91d207cfb014" providerId="LiveId" clId="{5B63E615-A9FF-4A47-AE9A-60404C71C137}" dt="2024-08-27T11:17:19.305" v="455" actId="26606"/>
          <ac:grpSpMkLst>
            <pc:docMk/>
            <pc:sldMk cId="63464973" sldId="291"/>
            <ac:grpSpMk id="10" creationId="{5F892E19-92E7-4BB2-8C3F-DBDFE8D9D324}"/>
          </ac:grpSpMkLst>
        </pc:grpChg>
      </pc:sldChg>
      <pc:sldChg chg="addSp modSp new mod">
        <pc:chgData name="Alberto Ruiz" userId="47fa91d207cfb014" providerId="LiveId" clId="{5B63E615-A9FF-4A47-AE9A-60404C71C137}" dt="2024-08-27T11:20:50.504" v="545" actId="27636"/>
        <pc:sldMkLst>
          <pc:docMk/>
          <pc:sldMk cId="3803909061" sldId="292"/>
        </pc:sldMkLst>
        <pc:spChg chg="mod">
          <ac:chgData name="Alberto Ruiz" userId="47fa91d207cfb014" providerId="LiveId" clId="{5B63E615-A9FF-4A47-AE9A-60404C71C137}" dt="2024-08-27T11:18:46.759" v="498" actId="1076"/>
          <ac:spMkLst>
            <pc:docMk/>
            <pc:sldMk cId="3803909061" sldId="292"/>
            <ac:spMk id="2" creationId="{F65847BC-D271-117F-ED04-5C381CCF32FE}"/>
          </ac:spMkLst>
        </pc:spChg>
        <pc:spChg chg="mod">
          <ac:chgData name="Alberto Ruiz" userId="47fa91d207cfb014" providerId="LiveId" clId="{5B63E615-A9FF-4A47-AE9A-60404C71C137}" dt="2024-08-27T11:20:50.504" v="545" actId="27636"/>
          <ac:spMkLst>
            <pc:docMk/>
            <pc:sldMk cId="3803909061" sldId="292"/>
            <ac:spMk id="3" creationId="{FB1DE833-04D3-86EE-55D0-31A73F9DADE3}"/>
          </ac:spMkLst>
        </pc:spChg>
        <pc:graphicFrameChg chg="add mod">
          <ac:chgData name="Alberto Ruiz" userId="47fa91d207cfb014" providerId="LiveId" clId="{5B63E615-A9FF-4A47-AE9A-60404C71C137}" dt="2024-08-27T11:20:27.845" v="535" actId="1076"/>
          <ac:graphicFrameMkLst>
            <pc:docMk/>
            <pc:sldMk cId="3803909061" sldId="292"/>
            <ac:graphicFrameMk id="4" creationId="{A7056F30-C62A-779A-375E-D0EE7E6C2287}"/>
          </ac:graphicFrameMkLst>
        </pc:graphicFrameChg>
      </pc:sldChg>
      <pc:sldChg chg="addSp modSp new mod setBg">
        <pc:chgData name="Alberto Ruiz" userId="47fa91d207cfb014" providerId="LiveId" clId="{5B63E615-A9FF-4A47-AE9A-60404C71C137}" dt="2024-08-27T11:25:23.376" v="631" actId="26606"/>
        <pc:sldMkLst>
          <pc:docMk/>
          <pc:sldMk cId="800351175" sldId="293"/>
        </pc:sldMkLst>
        <pc:spChg chg="mod">
          <ac:chgData name="Alberto Ruiz" userId="47fa91d207cfb014" providerId="LiveId" clId="{5B63E615-A9FF-4A47-AE9A-60404C71C137}" dt="2024-08-27T11:25:23.376" v="631" actId="26606"/>
          <ac:spMkLst>
            <pc:docMk/>
            <pc:sldMk cId="800351175" sldId="293"/>
            <ac:spMk id="2" creationId="{0C563068-4581-8C71-341B-2C22304A0298}"/>
          </ac:spMkLst>
        </pc:spChg>
        <pc:spChg chg="mod">
          <ac:chgData name="Alberto Ruiz" userId="47fa91d207cfb014" providerId="LiveId" clId="{5B63E615-A9FF-4A47-AE9A-60404C71C137}" dt="2024-08-27T11:25:23.376" v="631" actId="26606"/>
          <ac:spMkLst>
            <pc:docMk/>
            <pc:sldMk cId="800351175" sldId="293"/>
            <ac:spMk id="3" creationId="{807B8DE4-A249-FDD1-9126-81A7265D318E}"/>
          </ac:spMkLst>
        </pc:spChg>
        <pc:spChg chg="add">
          <ac:chgData name="Alberto Ruiz" userId="47fa91d207cfb014" providerId="LiveId" clId="{5B63E615-A9FF-4A47-AE9A-60404C71C137}" dt="2024-08-27T11:25:23.376" v="631" actId="26606"/>
          <ac:spMkLst>
            <pc:docMk/>
            <pc:sldMk cId="800351175" sldId="293"/>
            <ac:spMk id="9" creationId="{45D37F4E-DDB4-456B-97E0-9937730A039F}"/>
          </ac:spMkLst>
        </pc:spChg>
        <pc:spChg chg="add">
          <ac:chgData name="Alberto Ruiz" userId="47fa91d207cfb014" providerId="LiveId" clId="{5B63E615-A9FF-4A47-AE9A-60404C71C137}" dt="2024-08-27T11:25:23.376" v="631" actId="26606"/>
          <ac:spMkLst>
            <pc:docMk/>
            <pc:sldMk cId="800351175" sldId="293"/>
            <ac:spMk id="11" creationId="{B2DD41CD-8F47-4F56-AD12-4E2FF7696987}"/>
          </ac:spMkLst>
        </pc:spChg>
        <pc:picChg chg="add mod">
          <ac:chgData name="Alberto Ruiz" userId="47fa91d207cfb014" providerId="LiveId" clId="{5B63E615-A9FF-4A47-AE9A-60404C71C137}" dt="2024-08-27T11:25:23.376" v="631" actId="26606"/>
          <ac:picMkLst>
            <pc:docMk/>
            <pc:sldMk cId="800351175" sldId="293"/>
            <ac:picMk id="4" creationId="{D6AEB27A-E1DE-243C-992A-293AF29F9120}"/>
          </ac:picMkLst>
        </pc:picChg>
      </pc:sldChg>
      <pc:sldChg chg="addSp modSp new mod setBg">
        <pc:chgData name="Alberto Ruiz" userId="47fa91d207cfb014" providerId="LiveId" clId="{5B63E615-A9FF-4A47-AE9A-60404C71C137}" dt="2024-08-27T11:25:26.206" v="632" actId="26606"/>
        <pc:sldMkLst>
          <pc:docMk/>
          <pc:sldMk cId="810105410" sldId="294"/>
        </pc:sldMkLst>
        <pc:spChg chg="mod">
          <ac:chgData name="Alberto Ruiz" userId="47fa91d207cfb014" providerId="LiveId" clId="{5B63E615-A9FF-4A47-AE9A-60404C71C137}" dt="2024-08-27T11:25:26.206" v="632" actId="26606"/>
          <ac:spMkLst>
            <pc:docMk/>
            <pc:sldMk cId="810105410" sldId="294"/>
            <ac:spMk id="2" creationId="{94DBC343-A6B0-9016-1150-3379A6FD30A5}"/>
          </ac:spMkLst>
        </pc:spChg>
        <pc:spChg chg="mod">
          <ac:chgData name="Alberto Ruiz" userId="47fa91d207cfb014" providerId="LiveId" clId="{5B63E615-A9FF-4A47-AE9A-60404C71C137}" dt="2024-08-27T11:25:26.206" v="632" actId="26606"/>
          <ac:spMkLst>
            <pc:docMk/>
            <pc:sldMk cId="810105410" sldId="294"/>
            <ac:spMk id="3" creationId="{219DEA7F-7B70-B99B-1105-426A5249CB44}"/>
          </ac:spMkLst>
        </pc:spChg>
        <pc:spChg chg="add">
          <ac:chgData name="Alberto Ruiz" userId="47fa91d207cfb014" providerId="LiveId" clId="{5B63E615-A9FF-4A47-AE9A-60404C71C137}" dt="2024-08-27T11:25:26.206" v="632" actId="26606"/>
          <ac:spMkLst>
            <pc:docMk/>
            <pc:sldMk cId="810105410" sldId="294"/>
            <ac:spMk id="9" creationId="{45D37F4E-DDB4-456B-97E0-9937730A039F}"/>
          </ac:spMkLst>
        </pc:spChg>
        <pc:spChg chg="add">
          <ac:chgData name="Alberto Ruiz" userId="47fa91d207cfb014" providerId="LiveId" clId="{5B63E615-A9FF-4A47-AE9A-60404C71C137}" dt="2024-08-27T11:25:26.206" v="632" actId="26606"/>
          <ac:spMkLst>
            <pc:docMk/>
            <pc:sldMk cId="810105410" sldId="294"/>
            <ac:spMk id="11" creationId="{B2DD41CD-8F47-4F56-AD12-4E2FF7696987}"/>
          </ac:spMkLst>
        </pc:spChg>
        <pc:picChg chg="add mod">
          <ac:chgData name="Alberto Ruiz" userId="47fa91d207cfb014" providerId="LiveId" clId="{5B63E615-A9FF-4A47-AE9A-60404C71C137}" dt="2024-08-27T11:25:26.206" v="632" actId="26606"/>
          <ac:picMkLst>
            <pc:docMk/>
            <pc:sldMk cId="810105410" sldId="294"/>
            <ac:picMk id="4" creationId="{B7259433-E1F4-ED5C-4E27-4BEB6C76FCE1}"/>
          </ac:picMkLst>
        </pc:picChg>
      </pc:sldChg>
      <pc:sldChg chg="addSp modSp new mod setBg">
        <pc:chgData name="Alberto Ruiz" userId="47fa91d207cfb014" providerId="LiveId" clId="{5B63E615-A9FF-4A47-AE9A-60404C71C137}" dt="2024-08-27T11:25:39.317" v="643" actId="27636"/>
        <pc:sldMkLst>
          <pc:docMk/>
          <pc:sldMk cId="242156376" sldId="295"/>
        </pc:sldMkLst>
        <pc:spChg chg="mod">
          <ac:chgData name="Alberto Ruiz" userId="47fa91d207cfb014" providerId="LiveId" clId="{5B63E615-A9FF-4A47-AE9A-60404C71C137}" dt="2024-08-27T11:25:29.798" v="633" actId="26606"/>
          <ac:spMkLst>
            <pc:docMk/>
            <pc:sldMk cId="242156376" sldId="295"/>
            <ac:spMk id="2" creationId="{7F812D4F-7B12-B353-1E24-F76AC938A85E}"/>
          </ac:spMkLst>
        </pc:spChg>
        <pc:spChg chg="mod">
          <ac:chgData name="Alberto Ruiz" userId="47fa91d207cfb014" providerId="LiveId" clId="{5B63E615-A9FF-4A47-AE9A-60404C71C137}" dt="2024-08-27T11:25:39.317" v="643" actId="27636"/>
          <ac:spMkLst>
            <pc:docMk/>
            <pc:sldMk cId="242156376" sldId="295"/>
            <ac:spMk id="3" creationId="{B7CE1305-0F01-9C9A-24F8-A0FA53B1446F}"/>
          </ac:spMkLst>
        </pc:spChg>
        <pc:spChg chg="add">
          <ac:chgData name="Alberto Ruiz" userId="47fa91d207cfb014" providerId="LiveId" clId="{5B63E615-A9FF-4A47-AE9A-60404C71C137}" dt="2024-08-27T11:25:29.798" v="633" actId="26606"/>
          <ac:spMkLst>
            <pc:docMk/>
            <pc:sldMk cId="242156376" sldId="295"/>
            <ac:spMk id="8" creationId="{100EDD19-6802-4EC3-95CE-CFFAB042CFD6}"/>
          </ac:spMkLst>
        </pc:spChg>
        <pc:spChg chg="add">
          <ac:chgData name="Alberto Ruiz" userId="47fa91d207cfb014" providerId="LiveId" clId="{5B63E615-A9FF-4A47-AE9A-60404C71C137}" dt="2024-08-27T11:25:29.798" v="633" actId="26606"/>
          <ac:spMkLst>
            <pc:docMk/>
            <pc:sldMk cId="242156376" sldId="295"/>
            <ac:spMk id="10" creationId="{DB17E863-922E-4C26-BD64-E8FD41D28661}"/>
          </ac:spMkLst>
        </pc:spChg>
      </pc:sldChg>
      <pc:sldChg chg="addSp modSp new mod setBg">
        <pc:chgData name="Alberto Ruiz" userId="47fa91d207cfb014" providerId="LiveId" clId="{5B63E615-A9FF-4A47-AE9A-60404C71C137}" dt="2024-08-27T11:25:42.517" v="644" actId="26606"/>
        <pc:sldMkLst>
          <pc:docMk/>
          <pc:sldMk cId="3364141488" sldId="296"/>
        </pc:sldMkLst>
        <pc:spChg chg="mod">
          <ac:chgData name="Alberto Ruiz" userId="47fa91d207cfb014" providerId="LiveId" clId="{5B63E615-A9FF-4A47-AE9A-60404C71C137}" dt="2024-08-27T11:25:42.517" v="644" actId="26606"/>
          <ac:spMkLst>
            <pc:docMk/>
            <pc:sldMk cId="3364141488" sldId="296"/>
            <ac:spMk id="2" creationId="{7D0600DC-4E16-1805-F89A-65768E815939}"/>
          </ac:spMkLst>
        </pc:spChg>
        <pc:spChg chg="mod">
          <ac:chgData name="Alberto Ruiz" userId="47fa91d207cfb014" providerId="LiveId" clId="{5B63E615-A9FF-4A47-AE9A-60404C71C137}" dt="2024-08-27T11:25:42.517" v="644" actId="26606"/>
          <ac:spMkLst>
            <pc:docMk/>
            <pc:sldMk cId="3364141488" sldId="296"/>
            <ac:spMk id="3" creationId="{1458AD9E-6876-93C2-28F6-153233085F74}"/>
          </ac:spMkLst>
        </pc:spChg>
        <pc:spChg chg="add">
          <ac:chgData name="Alberto Ruiz" userId="47fa91d207cfb014" providerId="LiveId" clId="{5B63E615-A9FF-4A47-AE9A-60404C71C137}" dt="2024-08-27T11:25:42.517" v="644" actId="26606"/>
          <ac:spMkLst>
            <pc:docMk/>
            <pc:sldMk cId="3364141488" sldId="296"/>
            <ac:spMk id="8" creationId="{100EDD19-6802-4EC3-95CE-CFFAB042CFD6}"/>
          </ac:spMkLst>
        </pc:spChg>
        <pc:spChg chg="add">
          <ac:chgData name="Alberto Ruiz" userId="47fa91d207cfb014" providerId="LiveId" clId="{5B63E615-A9FF-4A47-AE9A-60404C71C137}" dt="2024-08-27T11:25:42.517" v="644" actId="26606"/>
          <ac:spMkLst>
            <pc:docMk/>
            <pc:sldMk cId="3364141488" sldId="296"/>
            <ac:spMk id="10" creationId="{DB17E863-922E-4C26-BD64-E8FD41D28661}"/>
          </ac:spMkLst>
        </pc:spChg>
      </pc:sldChg>
      <pc:sldChg chg="addSp modSp new mod setBg">
        <pc:chgData name="Alberto Ruiz" userId="47fa91d207cfb014" providerId="LiveId" clId="{5B63E615-A9FF-4A47-AE9A-60404C71C137}" dt="2024-08-27T11:25:46.277" v="645" actId="26606"/>
        <pc:sldMkLst>
          <pc:docMk/>
          <pc:sldMk cId="3424343906" sldId="297"/>
        </pc:sldMkLst>
        <pc:spChg chg="mod">
          <ac:chgData name="Alberto Ruiz" userId="47fa91d207cfb014" providerId="LiveId" clId="{5B63E615-A9FF-4A47-AE9A-60404C71C137}" dt="2024-08-27T11:25:46.277" v="645" actId="26606"/>
          <ac:spMkLst>
            <pc:docMk/>
            <pc:sldMk cId="3424343906" sldId="297"/>
            <ac:spMk id="2" creationId="{5A051C58-FDBA-ABAC-E630-EBDC16D20CD8}"/>
          </ac:spMkLst>
        </pc:spChg>
        <pc:spChg chg="mod">
          <ac:chgData name="Alberto Ruiz" userId="47fa91d207cfb014" providerId="LiveId" clId="{5B63E615-A9FF-4A47-AE9A-60404C71C137}" dt="2024-08-27T11:25:46.277" v="645" actId="26606"/>
          <ac:spMkLst>
            <pc:docMk/>
            <pc:sldMk cId="3424343906" sldId="297"/>
            <ac:spMk id="3" creationId="{4FB49CFA-28C4-8197-E070-0F6664F21C1F}"/>
          </ac:spMkLst>
        </pc:spChg>
        <pc:spChg chg="add">
          <ac:chgData name="Alberto Ruiz" userId="47fa91d207cfb014" providerId="LiveId" clId="{5B63E615-A9FF-4A47-AE9A-60404C71C137}" dt="2024-08-27T11:25:46.277" v="645" actId="26606"/>
          <ac:spMkLst>
            <pc:docMk/>
            <pc:sldMk cId="3424343906" sldId="297"/>
            <ac:spMk id="8" creationId="{100EDD19-6802-4EC3-95CE-CFFAB042CFD6}"/>
          </ac:spMkLst>
        </pc:spChg>
        <pc:spChg chg="add">
          <ac:chgData name="Alberto Ruiz" userId="47fa91d207cfb014" providerId="LiveId" clId="{5B63E615-A9FF-4A47-AE9A-60404C71C137}" dt="2024-08-27T11:25:46.277" v="645" actId="26606"/>
          <ac:spMkLst>
            <pc:docMk/>
            <pc:sldMk cId="3424343906" sldId="297"/>
            <ac:spMk id="10" creationId="{DB17E863-922E-4C26-BD64-E8FD41D28661}"/>
          </ac:spMkLst>
        </pc:spChg>
      </pc:sldChg>
      <pc:sldChg chg="addSp modSp new mod setBg">
        <pc:chgData name="Alberto Ruiz" userId="47fa91d207cfb014" providerId="LiveId" clId="{5B63E615-A9FF-4A47-AE9A-60404C71C137}" dt="2024-08-27T11:25:54.878" v="646" actId="26606"/>
        <pc:sldMkLst>
          <pc:docMk/>
          <pc:sldMk cId="656887770" sldId="298"/>
        </pc:sldMkLst>
        <pc:spChg chg="mod">
          <ac:chgData name="Alberto Ruiz" userId="47fa91d207cfb014" providerId="LiveId" clId="{5B63E615-A9FF-4A47-AE9A-60404C71C137}" dt="2024-08-27T11:25:54.878" v="646" actId="26606"/>
          <ac:spMkLst>
            <pc:docMk/>
            <pc:sldMk cId="656887770" sldId="298"/>
            <ac:spMk id="2" creationId="{F33D8824-95E3-E379-F571-741D5AB8B90B}"/>
          </ac:spMkLst>
        </pc:spChg>
        <pc:spChg chg="mod">
          <ac:chgData name="Alberto Ruiz" userId="47fa91d207cfb014" providerId="LiveId" clId="{5B63E615-A9FF-4A47-AE9A-60404C71C137}" dt="2024-08-27T11:25:54.878" v="646" actId="26606"/>
          <ac:spMkLst>
            <pc:docMk/>
            <pc:sldMk cId="656887770" sldId="298"/>
            <ac:spMk id="3" creationId="{1D9F7827-CF9B-0C19-4033-EEF45685FD1A}"/>
          </ac:spMkLst>
        </pc:spChg>
        <pc:spChg chg="add">
          <ac:chgData name="Alberto Ruiz" userId="47fa91d207cfb014" providerId="LiveId" clId="{5B63E615-A9FF-4A47-AE9A-60404C71C137}" dt="2024-08-27T11:25:54.878" v="646" actId="26606"/>
          <ac:spMkLst>
            <pc:docMk/>
            <pc:sldMk cId="656887770" sldId="298"/>
            <ac:spMk id="8" creationId="{100EDD19-6802-4EC3-95CE-CFFAB042CFD6}"/>
          </ac:spMkLst>
        </pc:spChg>
        <pc:spChg chg="add">
          <ac:chgData name="Alberto Ruiz" userId="47fa91d207cfb014" providerId="LiveId" clId="{5B63E615-A9FF-4A47-AE9A-60404C71C137}" dt="2024-08-27T11:25:54.878" v="646" actId="26606"/>
          <ac:spMkLst>
            <pc:docMk/>
            <pc:sldMk cId="656887770" sldId="298"/>
            <ac:spMk id="10" creationId="{DB17E863-922E-4C26-BD64-E8FD41D28661}"/>
          </ac:spMkLst>
        </pc:spChg>
      </pc:sldChg>
      <pc:sldChg chg="addSp delSp modSp new mod setBg">
        <pc:chgData name="Alberto Ruiz" userId="47fa91d207cfb014" providerId="LiveId" clId="{5B63E615-A9FF-4A47-AE9A-60404C71C137}" dt="2024-08-27T11:26:33.032" v="666" actId="27636"/>
        <pc:sldMkLst>
          <pc:docMk/>
          <pc:sldMk cId="938166220" sldId="299"/>
        </pc:sldMkLst>
        <pc:spChg chg="mod">
          <ac:chgData name="Alberto Ruiz" userId="47fa91d207cfb014" providerId="LiveId" clId="{5B63E615-A9FF-4A47-AE9A-60404C71C137}" dt="2024-08-27T11:26:08.695" v="653" actId="26606"/>
          <ac:spMkLst>
            <pc:docMk/>
            <pc:sldMk cId="938166220" sldId="299"/>
            <ac:spMk id="2" creationId="{3AF74760-61C7-2049-8C6A-C3347D4C7C22}"/>
          </ac:spMkLst>
        </pc:spChg>
        <pc:spChg chg="mod">
          <ac:chgData name="Alberto Ruiz" userId="47fa91d207cfb014" providerId="LiveId" clId="{5B63E615-A9FF-4A47-AE9A-60404C71C137}" dt="2024-08-27T11:26:33.032" v="666" actId="27636"/>
          <ac:spMkLst>
            <pc:docMk/>
            <pc:sldMk cId="938166220" sldId="299"/>
            <ac:spMk id="3" creationId="{E063E826-17ED-761A-B370-28E598CEEEF0}"/>
          </ac:spMkLst>
        </pc:spChg>
        <pc:spChg chg="add del">
          <ac:chgData name="Alberto Ruiz" userId="47fa91d207cfb014" providerId="LiveId" clId="{5B63E615-A9FF-4A47-AE9A-60404C71C137}" dt="2024-08-27T11:26:08.695" v="653" actId="26606"/>
          <ac:spMkLst>
            <pc:docMk/>
            <pc:sldMk cId="938166220" sldId="299"/>
            <ac:spMk id="9" creationId="{743AA782-23D1-4521-8CAD-47662984AA08}"/>
          </ac:spMkLst>
        </pc:spChg>
        <pc:spChg chg="add del">
          <ac:chgData name="Alberto Ruiz" userId="47fa91d207cfb014" providerId="LiveId" clId="{5B63E615-A9FF-4A47-AE9A-60404C71C137}" dt="2024-08-27T11:26:08.695" v="653" actId="26606"/>
          <ac:spMkLst>
            <pc:docMk/>
            <pc:sldMk cId="938166220" sldId="299"/>
            <ac:spMk id="11" creationId="{71877DBC-BB60-40F0-AC93-2ACDBAAE60CE}"/>
          </ac:spMkLst>
        </pc:spChg>
        <pc:spChg chg="add">
          <ac:chgData name="Alberto Ruiz" userId="47fa91d207cfb014" providerId="LiveId" clId="{5B63E615-A9FF-4A47-AE9A-60404C71C137}" dt="2024-08-27T11:26:08.695" v="653" actId="26606"/>
          <ac:spMkLst>
            <pc:docMk/>
            <pc:sldMk cId="938166220" sldId="299"/>
            <ac:spMk id="16" creationId="{45D37F4E-DDB4-456B-97E0-9937730A039F}"/>
          </ac:spMkLst>
        </pc:spChg>
        <pc:spChg chg="add">
          <ac:chgData name="Alberto Ruiz" userId="47fa91d207cfb014" providerId="LiveId" clId="{5B63E615-A9FF-4A47-AE9A-60404C71C137}" dt="2024-08-27T11:26:08.695" v="653" actId="26606"/>
          <ac:spMkLst>
            <pc:docMk/>
            <pc:sldMk cId="938166220" sldId="299"/>
            <ac:spMk id="18" creationId="{B2DD41CD-8F47-4F56-AD12-4E2FF7696987}"/>
          </ac:spMkLst>
        </pc:spChg>
        <pc:picChg chg="add mod">
          <ac:chgData name="Alberto Ruiz" userId="47fa91d207cfb014" providerId="LiveId" clId="{5B63E615-A9FF-4A47-AE9A-60404C71C137}" dt="2024-08-27T11:26:12.830" v="656" actId="1076"/>
          <ac:picMkLst>
            <pc:docMk/>
            <pc:sldMk cId="938166220" sldId="299"/>
            <ac:picMk id="4" creationId="{64E5143C-B510-A283-9812-D4C7F1A6FBA6}"/>
          </ac:picMkLst>
        </pc:picChg>
      </pc:sldChg>
      <pc:sldChg chg="addSp delSp modSp new mod setBg">
        <pc:chgData name="Alberto Ruiz" userId="47fa91d207cfb014" providerId="LiveId" clId="{5B63E615-A9FF-4A47-AE9A-60404C71C137}" dt="2024-08-27T11:29:44.690" v="691" actId="26606"/>
        <pc:sldMkLst>
          <pc:docMk/>
          <pc:sldMk cId="3998145495" sldId="300"/>
        </pc:sldMkLst>
        <pc:spChg chg="del">
          <ac:chgData name="Alberto Ruiz" userId="47fa91d207cfb014" providerId="LiveId" clId="{5B63E615-A9FF-4A47-AE9A-60404C71C137}" dt="2024-08-27T11:27:28.520" v="669" actId="478"/>
          <ac:spMkLst>
            <pc:docMk/>
            <pc:sldMk cId="3998145495" sldId="300"/>
            <ac:spMk id="2" creationId="{80CD3BF0-62B4-64A2-31C6-D3FF4378F293}"/>
          </ac:spMkLst>
        </pc:spChg>
        <pc:spChg chg="mod">
          <ac:chgData name="Alberto Ruiz" userId="47fa91d207cfb014" providerId="LiveId" clId="{5B63E615-A9FF-4A47-AE9A-60404C71C137}" dt="2024-08-27T11:29:44.690" v="691" actId="26606"/>
          <ac:spMkLst>
            <pc:docMk/>
            <pc:sldMk cId="3998145495" sldId="300"/>
            <ac:spMk id="3" creationId="{EA5902B7-8078-7FDF-7A64-3B79D42B59BE}"/>
          </ac:spMkLst>
        </pc:spChg>
        <pc:spChg chg="add">
          <ac:chgData name="Alberto Ruiz" userId="47fa91d207cfb014" providerId="LiveId" clId="{5B63E615-A9FF-4A47-AE9A-60404C71C137}" dt="2024-08-27T11:29:44.690" v="691" actId="26606"/>
          <ac:spMkLst>
            <pc:docMk/>
            <pc:sldMk cId="3998145495" sldId="300"/>
            <ac:spMk id="8" creationId="{777A147A-9ED8-46B4-8660-1B3C2AA880B5}"/>
          </ac:spMkLst>
        </pc:spChg>
        <pc:spChg chg="add">
          <ac:chgData name="Alberto Ruiz" userId="47fa91d207cfb014" providerId="LiveId" clId="{5B63E615-A9FF-4A47-AE9A-60404C71C137}" dt="2024-08-27T11:29:44.690" v="691" actId="26606"/>
          <ac:spMkLst>
            <pc:docMk/>
            <pc:sldMk cId="3998145495" sldId="300"/>
            <ac:spMk id="10" creationId="{5D6C15A0-C087-4593-8414-2B4EC1CDC3DE}"/>
          </ac:spMkLst>
        </pc:spChg>
      </pc:sldChg>
      <pc:sldChg chg="addSp modSp new mod setBg">
        <pc:chgData name="Alberto Ruiz" userId="47fa91d207cfb014" providerId="LiveId" clId="{5B63E615-A9FF-4A47-AE9A-60404C71C137}" dt="2024-08-27T11:29:47.644" v="692" actId="26606"/>
        <pc:sldMkLst>
          <pc:docMk/>
          <pc:sldMk cId="675647868" sldId="301"/>
        </pc:sldMkLst>
        <pc:spChg chg="mod">
          <ac:chgData name="Alberto Ruiz" userId="47fa91d207cfb014" providerId="LiveId" clId="{5B63E615-A9FF-4A47-AE9A-60404C71C137}" dt="2024-08-27T11:29:47.644" v="692" actId="26606"/>
          <ac:spMkLst>
            <pc:docMk/>
            <pc:sldMk cId="675647868" sldId="301"/>
            <ac:spMk id="2" creationId="{96884947-6F93-7712-ACB6-7D188EAF8D94}"/>
          </ac:spMkLst>
        </pc:spChg>
        <pc:spChg chg="mod">
          <ac:chgData name="Alberto Ruiz" userId="47fa91d207cfb014" providerId="LiveId" clId="{5B63E615-A9FF-4A47-AE9A-60404C71C137}" dt="2024-08-27T11:29:47.644" v="692" actId="26606"/>
          <ac:spMkLst>
            <pc:docMk/>
            <pc:sldMk cId="675647868" sldId="301"/>
            <ac:spMk id="3" creationId="{6C590E35-1AA4-07E4-259D-F4473112BE55}"/>
          </ac:spMkLst>
        </pc:spChg>
        <pc:spChg chg="add">
          <ac:chgData name="Alberto Ruiz" userId="47fa91d207cfb014" providerId="LiveId" clId="{5B63E615-A9FF-4A47-AE9A-60404C71C137}" dt="2024-08-27T11:29:47.644" v="692" actId="26606"/>
          <ac:spMkLst>
            <pc:docMk/>
            <pc:sldMk cId="675647868" sldId="301"/>
            <ac:spMk id="8" creationId="{777A147A-9ED8-46B4-8660-1B3C2AA880B5}"/>
          </ac:spMkLst>
        </pc:spChg>
        <pc:spChg chg="add">
          <ac:chgData name="Alberto Ruiz" userId="47fa91d207cfb014" providerId="LiveId" clId="{5B63E615-A9FF-4A47-AE9A-60404C71C137}" dt="2024-08-27T11:29:47.644" v="692" actId="26606"/>
          <ac:spMkLst>
            <pc:docMk/>
            <pc:sldMk cId="675647868" sldId="301"/>
            <ac:spMk id="10" creationId="{5D6C15A0-C087-4593-8414-2B4EC1CDC3DE}"/>
          </ac:spMkLst>
        </pc:spChg>
      </pc:sldChg>
      <pc:sldChg chg="addSp modSp new mod setBg">
        <pc:chgData name="Alberto Ruiz" userId="47fa91d207cfb014" providerId="LiveId" clId="{5B63E615-A9FF-4A47-AE9A-60404C71C137}" dt="2024-08-27T11:29:50.763" v="693" actId="26606"/>
        <pc:sldMkLst>
          <pc:docMk/>
          <pc:sldMk cId="3518323371" sldId="302"/>
        </pc:sldMkLst>
        <pc:spChg chg="mod">
          <ac:chgData name="Alberto Ruiz" userId="47fa91d207cfb014" providerId="LiveId" clId="{5B63E615-A9FF-4A47-AE9A-60404C71C137}" dt="2024-08-27T11:29:50.763" v="693" actId="26606"/>
          <ac:spMkLst>
            <pc:docMk/>
            <pc:sldMk cId="3518323371" sldId="302"/>
            <ac:spMk id="2" creationId="{13BAEA6B-611C-96B3-B8F8-1D7EAC675221}"/>
          </ac:spMkLst>
        </pc:spChg>
        <pc:spChg chg="mod">
          <ac:chgData name="Alberto Ruiz" userId="47fa91d207cfb014" providerId="LiveId" clId="{5B63E615-A9FF-4A47-AE9A-60404C71C137}" dt="2024-08-27T11:29:50.763" v="693" actId="26606"/>
          <ac:spMkLst>
            <pc:docMk/>
            <pc:sldMk cId="3518323371" sldId="302"/>
            <ac:spMk id="3" creationId="{99B84456-8CB8-EC5C-A7F9-1DF118E6428B}"/>
          </ac:spMkLst>
        </pc:spChg>
        <pc:spChg chg="add">
          <ac:chgData name="Alberto Ruiz" userId="47fa91d207cfb014" providerId="LiveId" clId="{5B63E615-A9FF-4A47-AE9A-60404C71C137}" dt="2024-08-27T11:29:50.763" v="693" actId="26606"/>
          <ac:spMkLst>
            <pc:docMk/>
            <pc:sldMk cId="3518323371" sldId="302"/>
            <ac:spMk id="8" creationId="{777A147A-9ED8-46B4-8660-1B3C2AA880B5}"/>
          </ac:spMkLst>
        </pc:spChg>
        <pc:spChg chg="add">
          <ac:chgData name="Alberto Ruiz" userId="47fa91d207cfb014" providerId="LiveId" clId="{5B63E615-A9FF-4A47-AE9A-60404C71C137}" dt="2024-08-27T11:29:50.763" v="693" actId="26606"/>
          <ac:spMkLst>
            <pc:docMk/>
            <pc:sldMk cId="3518323371" sldId="302"/>
            <ac:spMk id="10" creationId="{5D6C15A0-C087-4593-8414-2B4EC1CDC3DE}"/>
          </ac:spMkLst>
        </pc:spChg>
      </pc:sldChg>
      <pc:sldChg chg="addSp modSp new mod setBg">
        <pc:chgData name="Alberto Ruiz" userId="47fa91d207cfb014" providerId="LiveId" clId="{5B63E615-A9FF-4A47-AE9A-60404C71C137}" dt="2024-08-27T11:29:53.877" v="694" actId="26606"/>
        <pc:sldMkLst>
          <pc:docMk/>
          <pc:sldMk cId="1947296491" sldId="303"/>
        </pc:sldMkLst>
        <pc:spChg chg="mod">
          <ac:chgData name="Alberto Ruiz" userId="47fa91d207cfb014" providerId="LiveId" clId="{5B63E615-A9FF-4A47-AE9A-60404C71C137}" dt="2024-08-27T11:29:53.877" v="694" actId="26606"/>
          <ac:spMkLst>
            <pc:docMk/>
            <pc:sldMk cId="1947296491" sldId="303"/>
            <ac:spMk id="2" creationId="{EC48E5B6-79CC-8784-B1FE-1A37329B3DA8}"/>
          </ac:spMkLst>
        </pc:spChg>
        <pc:spChg chg="mod">
          <ac:chgData name="Alberto Ruiz" userId="47fa91d207cfb014" providerId="LiveId" clId="{5B63E615-A9FF-4A47-AE9A-60404C71C137}" dt="2024-08-27T11:29:53.877" v="694" actId="26606"/>
          <ac:spMkLst>
            <pc:docMk/>
            <pc:sldMk cId="1947296491" sldId="303"/>
            <ac:spMk id="3" creationId="{2621259B-A969-1A0C-E5A2-E36C41CCE5BC}"/>
          </ac:spMkLst>
        </pc:spChg>
        <pc:spChg chg="add">
          <ac:chgData name="Alberto Ruiz" userId="47fa91d207cfb014" providerId="LiveId" clId="{5B63E615-A9FF-4A47-AE9A-60404C71C137}" dt="2024-08-27T11:29:53.877" v="694" actId="26606"/>
          <ac:spMkLst>
            <pc:docMk/>
            <pc:sldMk cId="1947296491" sldId="303"/>
            <ac:spMk id="8" creationId="{777A147A-9ED8-46B4-8660-1B3C2AA880B5}"/>
          </ac:spMkLst>
        </pc:spChg>
        <pc:spChg chg="add">
          <ac:chgData name="Alberto Ruiz" userId="47fa91d207cfb014" providerId="LiveId" clId="{5B63E615-A9FF-4A47-AE9A-60404C71C137}" dt="2024-08-27T11:29:53.877" v="694" actId="26606"/>
          <ac:spMkLst>
            <pc:docMk/>
            <pc:sldMk cId="1947296491" sldId="303"/>
            <ac:spMk id="10" creationId="{5D6C15A0-C087-4593-8414-2B4EC1CDC3DE}"/>
          </ac:spMkLst>
        </pc:spChg>
      </pc:sldChg>
      <pc:sldChg chg="addSp modSp new mod setBg">
        <pc:chgData name="Alberto Ruiz" userId="47fa91d207cfb014" providerId="LiveId" clId="{5B63E615-A9FF-4A47-AE9A-60404C71C137}" dt="2024-08-27T11:29:56.356" v="695" actId="26606"/>
        <pc:sldMkLst>
          <pc:docMk/>
          <pc:sldMk cId="4109146616" sldId="304"/>
        </pc:sldMkLst>
        <pc:spChg chg="mod">
          <ac:chgData name="Alberto Ruiz" userId="47fa91d207cfb014" providerId="LiveId" clId="{5B63E615-A9FF-4A47-AE9A-60404C71C137}" dt="2024-08-27T11:29:56.356" v="695" actId="26606"/>
          <ac:spMkLst>
            <pc:docMk/>
            <pc:sldMk cId="4109146616" sldId="304"/>
            <ac:spMk id="2" creationId="{2CD79E7D-72EC-1FE1-D4FD-BC80EA9EE26A}"/>
          </ac:spMkLst>
        </pc:spChg>
        <pc:spChg chg="mod">
          <ac:chgData name="Alberto Ruiz" userId="47fa91d207cfb014" providerId="LiveId" clId="{5B63E615-A9FF-4A47-AE9A-60404C71C137}" dt="2024-08-27T11:29:56.356" v="695" actId="26606"/>
          <ac:spMkLst>
            <pc:docMk/>
            <pc:sldMk cId="4109146616" sldId="304"/>
            <ac:spMk id="3" creationId="{1455769A-9140-D25F-5A12-9E37BC6B3F41}"/>
          </ac:spMkLst>
        </pc:spChg>
        <pc:spChg chg="add">
          <ac:chgData name="Alberto Ruiz" userId="47fa91d207cfb014" providerId="LiveId" clId="{5B63E615-A9FF-4A47-AE9A-60404C71C137}" dt="2024-08-27T11:29:56.356" v="695" actId="26606"/>
          <ac:spMkLst>
            <pc:docMk/>
            <pc:sldMk cId="4109146616" sldId="304"/>
            <ac:spMk id="8" creationId="{777A147A-9ED8-46B4-8660-1B3C2AA880B5}"/>
          </ac:spMkLst>
        </pc:spChg>
        <pc:spChg chg="add">
          <ac:chgData name="Alberto Ruiz" userId="47fa91d207cfb014" providerId="LiveId" clId="{5B63E615-A9FF-4A47-AE9A-60404C71C137}" dt="2024-08-27T11:29:56.356" v="695" actId="26606"/>
          <ac:spMkLst>
            <pc:docMk/>
            <pc:sldMk cId="4109146616" sldId="304"/>
            <ac:spMk id="10" creationId="{5D6C15A0-C087-4593-8414-2B4EC1CDC3DE}"/>
          </ac:spMkLst>
        </pc:spChg>
      </pc:sldChg>
      <pc:sldChg chg="addSp modSp new mod setBg">
        <pc:chgData name="Alberto Ruiz" userId="47fa91d207cfb014" providerId="LiveId" clId="{5B63E615-A9FF-4A47-AE9A-60404C71C137}" dt="2024-08-27T11:29:58.563" v="696" actId="26606"/>
        <pc:sldMkLst>
          <pc:docMk/>
          <pc:sldMk cId="4264564555" sldId="305"/>
        </pc:sldMkLst>
        <pc:spChg chg="mod">
          <ac:chgData name="Alberto Ruiz" userId="47fa91d207cfb014" providerId="LiveId" clId="{5B63E615-A9FF-4A47-AE9A-60404C71C137}" dt="2024-08-27T11:29:58.563" v="696" actId="26606"/>
          <ac:spMkLst>
            <pc:docMk/>
            <pc:sldMk cId="4264564555" sldId="305"/>
            <ac:spMk id="2" creationId="{D904FCAA-8BF8-712E-8782-F3CDEF439E7E}"/>
          </ac:spMkLst>
        </pc:spChg>
        <pc:spChg chg="mod">
          <ac:chgData name="Alberto Ruiz" userId="47fa91d207cfb014" providerId="LiveId" clId="{5B63E615-A9FF-4A47-AE9A-60404C71C137}" dt="2024-08-27T11:29:58.563" v="696" actId="26606"/>
          <ac:spMkLst>
            <pc:docMk/>
            <pc:sldMk cId="4264564555" sldId="305"/>
            <ac:spMk id="3" creationId="{1635B6BB-F481-866D-1183-43580D7AAD19}"/>
          </ac:spMkLst>
        </pc:spChg>
        <pc:spChg chg="add">
          <ac:chgData name="Alberto Ruiz" userId="47fa91d207cfb014" providerId="LiveId" clId="{5B63E615-A9FF-4A47-AE9A-60404C71C137}" dt="2024-08-27T11:29:58.563" v="696" actId="26606"/>
          <ac:spMkLst>
            <pc:docMk/>
            <pc:sldMk cId="4264564555" sldId="305"/>
            <ac:spMk id="8" creationId="{777A147A-9ED8-46B4-8660-1B3C2AA880B5}"/>
          </ac:spMkLst>
        </pc:spChg>
        <pc:spChg chg="add">
          <ac:chgData name="Alberto Ruiz" userId="47fa91d207cfb014" providerId="LiveId" clId="{5B63E615-A9FF-4A47-AE9A-60404C71C137}" dt="2024-08-27T11:29:58.563" v="696" actId="26606"/>
          <ac:spMkLst>
            <pc:docMk/>
            <pc:sldMk cId="4264564555" sldId="305"/>
            <ac:spMk id="10" creationId="{5D6C15A0-C087-4593-8414-2B4EC1CDC3DE}"/>
          </ac:spMkLst>
        </pc:spChg>
      </pc:sldChg>
      <pc:sldChg chg="addSp modSp new mod setBg">
        <pc:chgData name="Alberto Ruiz" userId="47fa91d207cfb014" providerId="LiveId" clId="{5B63E615-A9FF-4A47-AE9A-60404C71C137}" dt="2024-08-27T11:30:00.915" v="697" actId="26606"/>
        <pc:sldMkLst>
          <pc:docMk/>
          <pc:sldMk cId="2090006639" sldId="306"/>
        </pc:sldMkLst>
        <pc:spChg chg="mod">
          <ac:chgData name="Alberto Ruiz" userId="47fa91d207cfb014" providerId="LiveId" clId="{5B63E615-A9FF-4A47-AE9A-60404C71C137}" dt="2024-08-27T11:30:00.915" v="697" actId="26606"/>
          <ac:spMkLst>
            <pc:docMk/>
            <pc:sldMk cId="2090006639" sldId="306"/>
            <ac:spMk id="2" creationId="{AA4A1214-C671-7669-4AC1-36990EE76C4E}"/>
          </ac:spMkLst>
        </pc:spChg>
        <pc:spChg chg="mod">
          <ac:chgData name="Alberto Ruiz" userId="47fa91d207cfb014" providerId="LiveId" clId="{5B63E615-A9FF-4A47-AE9A-60404C71C137}" dt="2024-08-27T11:30:00.915" v="697" actId="26606"/>
          <ac:spMkLst>
            <pc:docMk/>
            <pc:sldMk cId="2090006639" sldId="306"/>
            <ac:spMk id="3" creationId="{E05A1795-75B0-F6E9-2D19-5BC0009DC2B9}"/>
          </ac:spMkLst>
        </pc:spChg>
        <pc:spChg chg="add">
          <ac:chgData name="Alberto Ruiz" userId="47fa91d207cfb014" providerId="LiveId" clId="{5B63E615-A9FF-4A47-AE9A-60404C71C137}" dt="2024-08-27T11:30:00.915" v="697" actId="26606"/>
          <ac:spMkLst>
            <pc:docMk/>
            <pc:sldMk cId="2090006639" sldId="306"/>
            <ac:spMk id="8" creationId="{777A147A-9ED8-46B4-8660-1B3C2AA880B5}"/>
          </ac:spMkLst>
        </pc:spChg>
        <pc:spChg chg="add">
          <ac:chgData name="Alberto Ruiz" userId="47fa91d207cfb014" providerId="LiveId" clId="{5B63E615-A9FF-4A47-AE9A-60404C71C137}" dt="2024-08-27T11:30:00.915" v="697" actId="26606"/>
          <ac:spMkLst>
            <pc:docMk/>
            <pc:sldMk cId="2090006639" sldId="306"/>
            <ac:spMk id="10" creationId="{5D6C15A0-C087-4593-8414-2B4EC1CDC3DE}"/>
          </ac:spMkLst>
        </pc:spChg>
      </pc:sldChg>
      <pc:sldChg chg="addSp modSp new mod setBg">
        <pc:chgData name="Alberto Ruiz" userId="47fa91d207cfb014" providerId="LiveId" clId="{5B63E615-A9FF-4A47-AE9A-60404C71C137}" dt="2024-08-27T11:30:03.323" v="698" actId="26606"/>
        <pc:sldMkLst>
          <pc:docMk/>
          <pc:sldMk cId="2943365907" sldId="307"/>
        </pc:sldMkLst>
        <pc:spChg chg="mod">
          <ac:chgData name="Alberto Ruiz" userId="47fa91d207cfb014" providerId="LiveId" clId="{5B63E615-A9FF-4A47-AE9A-60404C71C137}" dt="2024-08-27T11:30:03.323" v="698" actId="26606"/>
          <ac:spMkLst>
            <pc:docMk/>
            <pc:sldMk cId="2943365907" sldId="307"/>
            <ac:spMk id="2" creationId="{03168B55-2DEB-329B-A683-93BABB4BB578}"/>
          </ac:spMkLst>
        </pc:spChg>
        <pc:spChg chg="mod">
          <ac:chgData name="Alberto Ruiz" userId="47fa91d207cfb014" providerId="LiveId" clId="{5B63E615-A9FF-4A47-AE9A-60404C71C137}" dt="2024-08-27T11:30:03.323" v="698" actId="26606"/>
          <ac:spMkLst>
            <pc:docMk/>
            <pc:sldMk cId="2943365907" sldId="307"/>
            <ac:spMk id="3" creationId="{9F841E14-0A43-BB3D-7505-BD93EA8DB0EF}"/>
          </ac:spMkLst>
        </pc:spChg>
        <pc:spChg chg="add">
          <ac:chgData name="Alberto Ruiz" userId="47fa91d207cfb014" providerId="LiveId" clId="{5B63E615-A9FF-4A47-AE9A-60404C71C137}" dt="2024-08-27T11:30:03.323" v="698" actId="26606"/>
          <ac:spMkLst>
            <pc:docMk/>
            <pc:sldMk cId="2943365907" sldId="307"/>
            <ac:spMk id="8" creationId="{777A147A-9ED8-46B4-8660-1B3C2AA880B5}"/>
          </ac:spMkLst>
        </pc:spChg>
        <pc:spChg chg="add">
          <ac:chgData name="Alberto Ruiz" userId="47fa91d207cfb014" providerId="LiveId" clId="{5B63E615-A9FF-4A47-AE9A-60404C71C137}" dt="2024-08-27T11:30:03.323" v="698" actId="26606"/>
          <ac:spMkLst>
            <pc:docMk/>
            <pc:sldMk cId="2943365907" sldId="307"/>
            <ac:spMk id="10" creationId="{5D6C15A0-C087-4593-8414-2B4EC1CDC3DE}"/>
          </ac:spMkLst>
        </pc:spChg>
      </pc:sldChg>
      <pc:sldChg chg="add del">
        <pc:chgData name="Alberto Ruiz" userId="47fa91d207cfb014" providerId="LiveId" clId="{5B63E615-A9FF-4A47-AE9A-60404C71C137}" dt="2024-08-27T10:46:09.617" v="24" actId="47"/>
        <pc:sldMkLst>
          <pc:docMk/>
          <pc:sldMk cId="3820135163" sldId="342"/>
        </pc:sldMkLst>
      </pc:sldChg>
      <pc:sldChg chg="add del">
        <pc:chgData name="Alberto Ruiz" userId="47fa91d207cfb014" providerId="LiveId" clId="{5B63E615-A9FF-4A47-AE9A-60404C71C137}" dt="2024-08-27T10:46:10.632" v="25" actId="47"/>
        <pc:sldMkLst>
          <pc:docMk/>
          <pc:sldMk cId="3501147164" sldId="343"/>
        </pc:sldMkLst>
      </pc:sldChg>
      <pc:sldMasterChg chg="delSldLayout">
        <pc:chgData name="Alberto Ruiz" userId="47fa91d207cfb014" providerId="LiveId" clId="{5B63E615-A9FF-4A47-AE9A-60404C71C137}" dt="2024-08-27T10:46:10.632" v="25" actId="47"/>
        <pc:sldMasterMkLst>
          <pc:docMk/>
          <pc:sldMasterMk cId="2942843622" sldId="2147483648"/>
        </pc:sldMasterMkLst>
        <pc:sldLayoutChg chg="del">
          <pc:chgData name="Alberto Ruiz" userId="47fa91d207cfb014" providerId="LiveId" clId="{5B63E615-A9FF-4A47-AE9A-60404C71C137}" dt="2024-08-27T10:46:10.632" v="25" actId="47"/>
          <pc:sldLayoutMkLst>
            <pc:docMk/>
            <pc:sldMasterMk cId="2942843622" sldId="2147483648"/>
            <pc:sldLayoutMk cId="1726540321" sldId="214748366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A416F1-A10A-4411-98D9-76E02BDE3FB1}"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s-ES"/>
        </a:p>
      </dgm:t>
    </dgm:pt>
    <dgm:pt modelId="{FED62F92-DA8B-457F-96E9-60D8511E5326}">
      <dgm:prSet phldrT="[Texto]"/>
      <dgm:spPr/>
      <dgm:t>
        <a:bodyPr/>
        <a:lstStyle/>
        <a:p>
          <a:pPr>
            <a:buFont typeface="Symbol" panose="05050102010706020507" pitchFamily="18" charset="2"/>
            <a:buChar char=""/>
          </a:pPr>
          <a:r>
            <a:rPr lang="es-ES"/>
            <a:t>Debe ser preciso y ordenado.</a:t>
          </a:r>
        </a:p>
      </dgm:t>
    </dgm:pt>
    <dgm:pt modelId="{B63C8B15-EDB5-4A2B-ADBF-4B264C1BC87A}" type="parTrans" cxnId="{AF646750-B22F-419B-BCC0-EC1FDCF73880}">
      <dgm:prSet/>
      <dgm:spPr/>
      <dgm:t>
        <a:bodyPr/>
        <a:lstStyle/>
        <a:p>
          <a:endParaRPr lang="es-ES"/>
        </a:p>
      </dgm:t>
    </dgm:pt>
    <dgm:pt modelId="{F26F46CF-F3A6-4E9B-AA48-873E2CF54842}" type="sibTrans" cxnId="{AF646750-B22F-419B-BCC0-EC1FDCF73880}">
      <dgm:prSet/>
      <dgm:spPr/>
      <dgm:t>
        <a:bodyPr/>
        <a:lstStyle/>
        <a:p>
          <a:endParaRPr lang="es-ES"/>
        </a:p>
      </dgm:t>
    </dgm:pt>
    <dgm:pt modelId="{1B02ADAC-8FBC-4EC2-BEA7-AD7CF0A37A33}">
      <dgm:prSet/>
      <dgm:spPr/>
      <dgm:t>
        <a:bodyPr/>
        <a:lstStyle/>
        <a:p>
          <a:pPr>
            <a:buFont typeface="Symbol" panose="05050102010706020507" pitchFamily="18" charset="2"/>
            <a:buChar char=""/>
          </a:pPr>
          <a:r>
            <a:rPr lang="es-ES"/>
            <a:t>Debe estar bien definido y que siempre se obtenga el mismo  resultado.</a:t>
          </a:r>
        </a:p>
      </dgm:t>
    </dgm:pt>
    <dgm:pt modelId="{322F432C-BDD3-427D-AF5B-D5879EB8C5BA}" type="parTrans" cxnId="{ACC9C0BD-7028-46DA-9805-868DD5E4F4ED}">
      <dgm:prSet/>
      <dgm:spPr/>
      <dgm:t>
        <a:bodyPr/>
        <a:lstStyle/>
        <a:p>
          <a:endParaRPr lang="es-ES"/>
        </a:p>
      </dgm:t>
    </dgm:pt>
    <dgm:pt modelId="{E1DC597E-6CF6-411C-AEA3-B86FB93316C1}" type="sibTrans" cxnId="{ACC9C0BD-7028-46DA-9805-868DD5E4F4ED}">
      <dgm:prSet/>
      <dgm:spPr/>
      <dgm:t>
        <a:bodyPr/>
        <a:lstStyle/>
        <a:p>
          <a:endParaRPr lang="es-ES"/>
        </a:p>
      </dgm:t>
    </dgm:pt>
    <dgm:pt modelId="{56BE10E4-BCA1-4989-95C4-26028053BB26}">
      <dgm:prSet/>
      <dgm:spPr/>
      <dgm:t>
        <a:bodyPr/>
        <a:lstStyle/>
        <a:p>
          <a:pPr>
            <a:buFont typeface="Symbol" panose="05050102010706020507" pitchFamily="18" charset="2"/>
            <a:buChar char=""/>
          </a:pPr>
          <a:r>
            <a:rPr lang="es-ES"/>
            <a:t>Debe ser finito.</a:t>
          </a:r>
        </a:p>
      </dgm:t>
    </dgm:pt>
    <dgm:pt modelId="{C4C3EE3D-E4EC-41AE-8FCD-53AE678B13FE}" type="parTrans" cxnId="{336D92E1-E039-42D3-8553-CBCA5140C379}">
      <dgm:prSet/>
      <dgm:spPr/>
      <dgm:t>
        <a:bodyPr/>
        <a:lstStyle/>
        <a:p>
          <a:endParaRPr lang="es-ES"/>
        </a:p>
      </dgm:t>
    </dgm:pt>
    <dgm:pt modelId="{98017F5D-9CD4-4582-845A-DF7227167CD3}" type="sibTrans" cxnId="{336D92E1-E039-42D3-8553-CBCA5140C379}">
      <dgm:prSet/>
      <dgm:spPr/>
      <dgm:t>
        <a:bodyPr/>
        <a:lstStyle/>
        <a:p>
          <a:endParaRPr lang="es-ES"/>
        </a:p>
      </dgm:t>
    </dgm:pt>
    <dgm:pt modelId="{CF7EE1E2-3904-42C3-B51E-9EB931729CED}" type="pres">
      <dgm:prSet presAssocID="{BDA416F1-A10A-4411-98D9-76E02BDE3FB1}" presName="diagram" presStyleCnt="0">
        <dgm:presLayoutVars>
          <dgm:dir/>
          <dgm:resizeHandles val="exact"/>
        </dgm:presLayoutVars>
      </dgm:prSet>
      <dgm:spPr/>
    </dgm:pt>
    <dgm:pt modelId="{74010ECD-3714-44F8-B74D-60FE26B53AAD}" type="pres">
      <dgm:prSet presAssocID="{FED62F92-DA8B-457F-96E9-60D8511E5326}" presName="node" presStyleLbl="node1" presStyleIdx="0" presStyleCnt="3">
        <dgm:presLayoutVars>
          <dgm:bulletEnabled val="1"/>
        </dgm:presLayoutVars>
      </dgm:prSet>
      <dgm:spPr/>
    </dgm:pt>
    <dgm:pt modelId="{C16F9CFA-9D80-44A7-AA33-FAFD17FCB7FC}" type="pres">
      <dgm:prSet presAssocID="{F26F46CF-F3A6-4E9B-AA48-873E2CF54842}" presName="sibTrans" presStyleCnt="0"/>
      <dgm:spPr/>
    </dgm:pt>
    <dgm:pt modelId="{FED7309A-7154-4769-857B-FB4E90ED06B8}" type="pres">
      <dgm:prSet presAssocID="{1B02ADAC-8FBC-4EC2-BEA7-AD7CF0A37A33}" presName="node" presStyleLbl="node1" presStyleIdx="1" presStyleCnt="3">
        <dgm:presLayoutVars>
          <dgm:bulletEnabled val="1"/>
        </dgm:presLayoutVars>
      </dgm:prSet>
      <dgm:spPr/>
    </dgm:pt>
    <dgm:pt modelId="{0CC2C6C3-D643-460D-998B-222C501F7CFB}" type="pres">
      <dgm:prSet presAssocID="{E1DC597E-6CF6-411C-AEA3-B86FB93316C1}" presName="sibTrans" presStyleCnt="0"/>
      <dgm:spPr/>
    </dgm:pt>
    <dgm:pt modelId="{116F59A1-904A-45ED-932A-06B86AA293B4}" type="pres">
      <dgm:prSet presAssocID="{56BE10E4-BCA1-4989-95C4-26028053BB26}" presName="node" presStyleLbl="node1" presStyleIdx="2" presStyleCnt="3">
        <dgm:presLayoutVars>
          <dgm:bulletEnabled val="1"/>
        </dgm:presLayoutVars>
      </dgm:prSet>
      <dgm:spPr/>
    </dgm:pt>
  </dgm:ptLst>
  <dgm:cxnLst>
    <dgm:cxn modelId="{CB37AC0D-DCBC-4116-8FB2-1D75C935EEA2}" type="presOf" srcId="{BDA416F1-A10A-4411-98D9-76E02BDE3FB1}" destId="{CF7EE1E2-3904-42C3-B51E-9EB931729CED}" srcOrd="0" destOrd="0" presId="urn:microsoft.com/office/officeart/2005/8/layout/default"/>
    <dgm:cxn modelId="{27C2963E-7640-4DD8-ACA6-D1FC89F83AC2}" type="presOf" srcId="{FED62F92-DA8B-457F-96E9-60D8511E5326}" destId="{74010ECD-3714-44F8-B74D-60FE26B53AAD}" srcOrd="0" destOrd="0" presId="urn:microsoft.com/office/officeart/2005/8/layout/default"/>
    <dgm:cxn modelId="{AF646750-B22F-419B-BCC0-EC1FDCF73880}" srcId="{BDA416F1-A10A-4411-98D9-76E02BDE3FB1}" destId="{FED62F92-DA8B-457F-96E9-60D8511E5326}" srcOrd="0" destOrd="0" parTransId="{B63C8B15-EDB5-4A2B-ADBF-4B264C1BC87A}" sibTransId="{F26F46CF-F3A6-4E9B-AA48-873E2CF54842}"/>
    <dgm:cxn modelId="{ACC9C0BD-7028-46DA-9805-868DD5E4F4ED}" srcId="{BDA416F1-A10A-4411-98D9-76E02BDE3FB1}" destId="{1B02ADAC-8FBC-4EC2-BEA7-AD7CF0A37A33}" srcOrd="1" destOrd="0" parTransId="{322F432C-BDD3-427D-AF5B-D5879EB8C5BA}" sibTransId="{E1DC597E-6CF6-411C-AEA3-B86FB93316C1}"/>
    <dgm:cxn modelId="{657BBCDA-EF41-45C3-9462-7F814CB37B84}" type="presOf" srcId="{1B02ADAC-8FBC-4EC2-BEA7-AD7CF0A37A33}" destId="{FED7309A-7154-4769-857B-FB4E90ED06B8}" srcOrd="0" destOrd="0" presId="urn:microsoft.com/office/officeart/2005/8/layout/default"/>
    <dgm:cxn modelId="{336D92E1-E039-42D3-8553-CBCA5140C379}" srcId="{BDA416F1-A10A-4411-98D9-76E02BDE3FB1}" destId="{56BE10E4-BCA1-4989-95C4-26028053BB26}" srcOrd="2" destOrd="0" parTransId="{C4C3EE3D-E4EC-41AE-8FCD-53AE678B13FE}" sibTransId="{98017F5D-9CD4-4582-845A-DF7227167CD3}"/>
    <dgm:cxn modelId="{8F9455E3-C095-4772-9799-D08DC95E4EA5}" type="presOf" srcId="{56BE10E4-BCA1-4989-95C4-26028053BB26}" destId="{116F59A1-904A-45ED-932A-06B86AA293B4}" srcOrd="0" destOrd="0" presId="urn:microsoft.com/office/officeart/2005/8/layout/default"/>
    <dgm:cxn modelId="{34E2571D-6085-4A0C-B933-43BD3A466BC0}" type="presParOf" srcId="{CF7EE1E2-3904-42C3-B51E-9EB931729CED}" destId="{74010ECD-3714-44F8-B74D-60FE26B53AAD}" srcOrd="0" destOrd="0" presId="urn:microsoft.com/office/officeart/2005/8/layout/default"/>
    <dgm:cxn modelId="{846F9F1A-766D-48FC-BF3D-5E5AE8212AD7}" type="presParOf" srcId="{CF7EE1E2-3904-42C3-B51E-9EB931729CED}" destId="{C16F9CFA-9D80-44A7-AA33-FAFD17FCB7FC}" srcOrd="1" destOrd="0" presId="urn:microsoft.com/office/officeart/2005/8/layout/default"/>
    <dgm:cxn modelId="{2CED368D-7875-4D1F-893E-98C4CA01D8A6}" type="presParOf" srcId="{CF7EE1E2-3904-42C3-B51E-9EB931729CED}" destId="{FED7309A-7154-4769-857B-FB4E90ED06B8}" srcOrd="2" destOrd="0" presId="urn:microsoft.com/office/officeart/2005/8/layout/default"/>
    <dgm:cxn modelId="{22423675-23A4-4173-9BA5-6A34C81A91E8}" type="presParOf" srcId="{CF7EE1E2-3904-42C3-B51E-9EB931729CED}" destId="{0CC2C6C3-D643-460D-998B-222C501F7CFB}" srcOrd="3" destOrd="0" presId="urn:microsoft.com/office/officeart/2005/8/layout/default"/>
    <dgm:cxn modelId="{31915923-76A3-413E-9DEF-0C153B624676}" type="presParOf" srcId="{CF7EE1E2-3904-42C3-B51E-9EB931729CED}" destId="{116F59A1-904A-45ED-932A-06B86AA293B4}"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8ECAC3-2E06-4B9C-AC5B-3057222DE319}" type="doc">
      <dgm:prSet loTypeId="urn:microsoft.com/office/officeart/2005/8/layout/default" loCatId="list" qsTypeId="urn:microsoft.com/office/officeart/2005/8/quickstyle/simple1" qsCatId="simple" csTypeId="urn:microsoft.com/office/officeart/2005/8/colors/accent2_1" csCatId="accent2" phldr="1"/>
      <dgm:spPr/>
      <dgm:t>
        <a:bodyPr/>
        <a:lstStyle/>
        <a:p>
          <a:endParaRPr lang="es-ES"/>
        </a:p>
      </dgm:t>
    </dgm:pt>
    <dgm:pt modelId="{ADFCC110-5446-4AD4-851E-9A5A7E26F09E}">
      <dgm:prSet phldrT="[Texto]"/>
      <dgm:spPr/>
      <dgm:t>
        <a:bodyPr/>
        <a:lstStyle/>
        <a:p>
          <a:r>
            <a:rPr lang="es-ES" b="1" dirty="0"/>
            <a:t>Compilador:</a:t>
          </a:r>
          <a:r>
            <a:rPr lang="es-ES" dirty="0"/>
            <a:t> </a:t>
          </a:r>
        </a:p>
        <a:p>
          <a:r>
            <a:rPr lang="es-ES" dirty="0"/>
            <a:t>Un compilador es un tipo de traductor que convierte el código fuente completo de un programa en un archivo ejecutable. El compilador lee el código fuente en su totalidad y lo traduce a un código de máquina específico del procesador. Este código de máquina puede ser ejecutado por la computadora directamente. Los lenguajes compilados suelen generar archivos ejecutables independientes del sistema operativo.</a:t>
          </a:r>
        </a:p>
      </dgm:t>
    </dgm:pt>
    <dgm:pt modelId="{C996F4A0-C538-4448-852A-6F2F7A262BC8}" type="parTrans" cxnId="{68CE17EF-579F-4B56-AF04-4B247F7C3F2B}">
      <dgm:prSet/>
      <dgm:spPr/>
      <dgm:t>
        <a:bodyPr/>
        <a:lstStyle/>
        <a:p>
          <a:endParaRPr lang="es-ES"/>
        </a:p>
      </dgm:t>
    </dgm:pt>
    <dgm:pt modelId="{6C7D6FBC-F990-41EA-A9A1-04A02938477A}" type="sibTrans" cxnId="{68CE17EF-579F-4B56-AF04-4B247F7C3F2B}">
      <dgm:prSet/>
      <dgm:spPr/>
      <dgm:t>
        <a:bodyPr/>
        <a:lstStyle/>
        <a:p>
          <a:endParaRPr lang="es-ES"/>
        </a:p>
      </dgm:t>
    </dgm:pt>
    <dgm:pt modelId="{49D61ED5-0C32-4E8C-951E-B45F9C97AF3C}">
      <dgm:prSet/>
      <dgm:spPr/>
      <dgm:t>
        <a:bodyPr/>
        <a:lstStyle/>
        <a:p>
          <a:pPr>
            <a:buFont typeface="Symbol" panose="05050102010706020507" pitchFamily="18" charset="2"/>
            <a:buChar char=""/>
          </a:pPr>
          <a:r>
            <a:rPr lang="es-ES" b="1" dirty="0"/>
            <a:t>Intérprete:</a:t>
          </a:r>
          <a:r>
            <a:rPr lang="es-ES" dirty="0"/>
            <a:t> </a:t>
          </a:r>
        </a:p>
        <a:p>
          <a:pPr>
            <a:buFont typeface="Symbol" panose="05050102010706020507" pitchFamily="18" charset="2"/>
            <a:buChar char=""/>
          </a:pPr>
          <a:r>
            <a:rPr lang="es-ES" dirty="0"/>
            <a:t>Un intérprete es otro tipo de traductor que traduce y ejecuta el código fuente línea por línea en tiempo real. En lugar de generar un archivo ejecutable, el intérprete lee el código fuente y lo traduce a instrucciones de máquina a medida que el programa se ejecuta. Los lenguajes interpretados suelen requerir la presencia del intérprete en la máquina donde se ejecuta el programa.</a:t>
          </a:r>
        </a:p>
      </dgm:t>
    </dgm:pt>
    <dgm:pt modelId="{5BEDDC32-FB7D-41AC-BC61-F290D2F8E072}" type="parTrans" cxnId="{ABDDCB79-AFF5-4B09-8E94-3FF89FAE6816}">
      <dgm:prSet/>
      <dgm:spPr/>
      <dgm:t>
        <a:bodyPr/>
        <a:lstStyle/>
        <a:p>
          <a:endParaRPr lang="es-ES"/>
        </a:p>
      </dgm:t>
    </dgm:pt>
    <dgm:pt modelId="{922C8E50-5EF2-4ADC-BE7A-B89FA8D42003}" type="sibTrans" cxnId="{ABDDCB79-AFF5-4B09-8E94-3FF89FAE6816}">
      <dgm:prSet/>
      <dgm:spPr/>
      <dgm:t>
        <a:bodyPr/>
        <a:lstStyle/>
        <a:p>
          <a:endParaRPr lang="es-ES"/>
        </a:p>
      </dgm:t>
    </dgm:pt>
    <dgm:pt modelId="{968F5695-E8AA-44F0-B506-C7C03681BABD}">
      <dgm:prSet/>
      <dgm:spPr/>
      <dgm:t>
        <a:bodyPr/>
        <a:lstStyle/>
        <a:p>
          <a:pPr>
            <a:buFont typeface="Symbol" panose="05050102010706020507" pitchFamily="18" charset="2"/>
            <a:buChar char=""/>
          </a:pPr>
          <a:r>
            <a:rPr lang="es-ES" b="1" dirty="0"/>
            <a:t>Ensamblador:</a:t>
          </a:r>
          <a:r>
            <a:rPr lang="es-ES" dirty="0"/>
            <a:t> </a:t>
          </a:r>
        </a:p>
        <a:p>
          <a:pPr>
            <a:buFont typeface="Symbol" panose="05050102010706020507" pitchFamily="18" charset="2"/>
            <a:buChar char=""/>
          </a:pPr>
          <a:r>
            <a:rPr lang="es-ES" dirty="0"/>
            <a:t>El ensamblador es un tipo especial de traductor que convierte el código escrito en lenguaje ensamblador (mnemotécnicos que representan las instrucciones de máquina) en código de máquina directamente legible por la CPU. El ensamblador no proporciona una abstracción significativa sobre la arquitectura del hardware y, por lo tanto, se considera un lenguaje de bajo nivel.</a:t>
          </a:r>
        </a:p>
      </dgm:t>
    </dgm:pt>
    <dgm:pt modelId="{EADDE4C0-CE93-47B4-A553-58AEFF6B9F8E}" type="parTrans" cxnId="{47DD4468-4B49-4517-ABAE-B5EB1CA498A8}">
      <dgm:prSet/>
      <dgm:spPr/>
      <dgm:t>
        <a:bodyPr/>
        <a:lstStyle/>
        <a:p>
          <a:endParaRPr lang="es-ES"/>
        </a:p>
      </dgm:t>
    </dgm:pt>
    <dgm:pt modelId="{116600A8-A93B-485F-AF44-D834D67E398B}" type="sibTrans" cxnId="{47DD4468-4B49-4517-ABAE-B5EB1CA498A8}">
      <dgm:prSet/>
      <dgm:spPr/>
      <dgm:t>
        <a:bodyPr/>
        <a:lstStyle/>
        <a:p>
          <a:endParaRPr lang="es-ES"/>
        </a:p>
      </dgm:t>
    </dgm:pt>
    <dgm:pt modelId="{2B1964E3-D3BA-415B-8736-0758B286AD7B}">
      <dgm:prSet/>
      <dgm:spPr/>
      <dgm:t>
        <a:bodyPr/>
        <a:lstStyle/>
        <a:p>
          <a:pPr>
            <a:buFont typeface="Symbol" panose="05050102010706020507" pitchFamily="18" charset="2"/>
            <a:buChar char=""/>
          </a:pPr>
          <a:r>
            <a:rPr lang="es-ES" b="1" dirty="0"/>
            <a:t>Preprocesador:</a:t>
          </a:r>
          <a:r>
            <a:rPr lang="es-ES" dirty="0"/>
            <a:t> </a:t>
          </a:r>
        </a:p>
        <a:p>
          <a:pPr>
            <a:buFont typeface="Symbol" panose="05050102010706020507" pitchFamily="18" charset="2"/>
            <a:buChar char=""/>
          </a:pPr>
          <a:r>
            <a:rPr lang="es-ES" dirty="0"/>
            <a:t>Algunos lenguajes, como C y C++, utilizan un preprocesador para realizar tareas como la inclusión de archivos, la definición de constantes y la expansión de macros antes de que el código se compile. El preprocesador se ejecuta antes del compilador y procesa las directivas del preprocesador antes de que el código se traduzca al lenguaje de máquina.</a:t>
          </a:r>
        </a:p>
      </dgm:t>
    </dgm:pt>
    <dgm:pt modelId="{E36385A9-333A-459D-B369-7419C8F3EB9D}" type="parTrans" cxnId="{F0B1A729-0774-4E42-8D18-5D8239D7F178}">
      <dgm:prSet/>
      <dgm:spPr/>
      <dgm:t>
        <a:bodyPr/>
        <a:lstStyle/>
        <a:p>
          <a:endParaRPr lang="es-ES"/>
        </a:p>
      </dgm:t>
    </dgm:pt>
    <dgm:pt modelId="{6FFFFBB6-42BD-43E2-9638-83E8B9DA43F7}" type="sibTrans" cxnId="{F0B1A729-0774-4E42-8D18-5D8239D7F178}">
      <dgm:prSet/>
      <dgm:spPr/>
      <dgm:t>
        <a:bodyPr/>
        <a:lstStyle/>
        <a:p>
          <a:endParaRPr lang="es-ES"/>
        </a:p>
      </dgm:t>
    </dgm:pt>
    <dgm:pt modelId="{79FED8B3-FDA0-466E-AC8A-4013D6F53D9F}" type="pres">
      <dgm:prSet presAssocID="{B48ECAC3-2E06-4B9C-AC5B-3057222DE319}" presName="diagram" presStyleCnt="0">
        <dgm:presLayoutVars>
          <dgm:dir/>
          <dgm:resizeHandles val="exact"/>
        </dgm:presLayoutVars>
      </dgm:prSet>
      <dgm:spPr/>
    </dgm:pt>
    <dgm:pt modelId="{2E2F9AAC-A652-4EB0-A804-052838A9A1A8}" type="pres">
      <dgm:prSet presAssocID="{ADFCC110-5446-4AD4-851E-9A5A7E26F09E}" presName="node" presStyleLbl="node1" presStyleIdx="0" presStyleCnt="4">
        <dgm:presLayoutVars>
          <dgm:bulletEnabled val="1"/>
        </dgm:presLayoutVars>
      </dgm:prSet>
      <dgm:spPr/>
    </dgm:pt>
    <dgm:pt modelId="{02F57925-4A6D-4576-8DC3-B0268A81D5E0}" type="pres">
      <dgm:prSet presAssocID="{6C7D6FBC-F990-41EA-A9A1-04A02938477A}" presName="sibTrans" presStyleCnt="0"/>
      <dgm:spPr/>
    </dgm:pt>
    <dgm:pt modelId="{430A20E8-283D-4D65-A4D8-49395CF89FDD}" type="pres">
      <dgm:prSet presAssocID="{49D61ED5-0C32-4E8C-951E-B45F9C97AF3C}" presName="node" presStyleLbl="node1" presStyleIdx="1" presStyleCnt="4">
        <dgm:presLayoutVars>
          <dgm:bulletEnabled val="1"/>
        </dgm:presLayoutVars>
      </dgm:prSet>
      <dgm:spPr/>
    </dgm:pt>
    <dgm:pt modelId="{DFD640E2-1DA0-4DFD-A688-48E8D9CFF249}" type="pres">
      <dgm:prSet presAssocID="{922C8E50-5EF2-4ADC-BE7A-B89FA8D42003}" presName="sibTrans" presStyleCnt="0"/>
      <dgm:spPr/>
    </dgm:pt>
    <dgm:pt modelId="{1E317ED7-47AE-4815-9467-7D5FAA054EC1}" type="pres">
      <dgm:prSet presAssocID="{968F5695-E8AA-44F0-B506-C7C03681BABD}" presName="node" presStyleLbl="node1" presStyleIdx="2" presStyleCnt="4">
        <dgm:presLayoutVars>
          <dgm:bulletEnabled val="1"/>
        </dgm:presLayoutVars>
      </dgm:prSet>
      <dgm:spPr/>
    </dgm:pt>
    <dgm:pt modelId="{D05E28DE-33D8-4634-A9A7-53C4948DED40}" type="pres">
      <dgm:prSet presAssocID="{116600A8-A93B-485F-AF44-D834D67E398B}" presName="sibTrans" presStyleCnt="0"/>
      <dgm:spPr/>
    </dgm:pt>
    <dgm:pt modelId="{93008A08-7805-4FA4-B44F-16EBC427C6EA}" type="pres">
      <dgm:prSet presAssocID="{2B1964E3-D3BA-415B-8736-0758B286AD7B}" presName="node" presStyleLbl="node1" presStyleIdx="3" presStyleCnt="4">
        <dgm:presLayoutVars>
          <dgm:bulletEnabled val="1"/>
        </dgm:presLayoutVars>
      </dgm:prSet>
      <dgm:spPr/>
    </dgm:pt>
  </dgm:ptLst>
  <dgm:cxnLst>
    <dgm:cxn modelId="{F0B1A729-0774-4E42-8D18-5D8239D7F178}" srcId="{B48ECAC3-2E06-4B9C-AC5B-3057222DE319}" destId="{2B1964E3-D3BA-415B-8736-0758B286AD7B}" srcOrd="3" destOrd="0" parTransId="{E36385A9-333A-459D-B369-7419C8F3EB9D}" sibTransId="{6FFFFBB6-42BD-43E2-9638-83E8B9DA43F7}"/>
    <dgm:cxn modelId="{5A627437-609D-494A-BE87-6AB9B8CA2C3C}" type="presOf" srcId="{B48ECAC3-2E06-4B9C-AC5B-3057222DE319}" destId="{79FED8B3-FDA0-466E-AC8A-4013D6F53D9F}" srcOrd="0" destOrd="0" presId="urn:microsoft.com/office/officeart/2005/8/layout/default"/>
    <dgm:cxn modelId="{89828B37-B0BE-49E2-95E8-588B925FC699}" type="presOf" srcId="{2B1964E3-D3BA-415B-8736-0758B286AD7B}" destId="{93008A08-7805-4FA4-B44F-16EBC427C6EA}" srcOrd="0" destOrd="0" presId="urn:microsoft.com/office/officeart/2005/8/layout/default"/>
    <dgm:cxn modelId="{07B6463B-8BC3-4799-8C03-90861074E059}" type="presOf" srcId="{49D61ED5-0C32-4E8C-951E-B45F9C97AF3C}" destId="{430A20E8-283D-4D65-A4D8-49395CF89FDD}" srcOrd="0" destOrd="0" presId="urn:microsoft.com/office/officeart/2005/8/layout/default"/>
    <dgm:cxn modelId="{56571E3D-5498-438C-8701-9E74C28E3E35}" type="presOf" srcId="{ADFCC110-5446-4AD4-851E-9A5A7E26F09E}" destId="{2E2F9AAC-A652-4EB0-A804-052838A9A1A8}" srcOrd="0" destOrd="0" presId="urn:microsoft.com/office/officeart/2005/8/layout/default"/>
    <dgm:cxn modelId="{47DD4468-4B49-4517-ABAE-B5EB1CA498A8}" srcId="{B48ECAC3-2E06-4B9C-AC5B-3057222DE319}" destId="{968F5695-E8AA-44F0-B506-C7C03681BABD}" srcOrd="2" destOrd="0" parTransId="{EADDE4C0-CE93-47B4-A553-58AEFF6B9F8E}" sibTransId="{116600A8-A93B-485F-AF44-D834D67E398B}"/>
    <dgm:cxn modelId="{5FA22E6C-F91F-4042-9DC1-C751FE193F3E}" type="presOf" srcId="{968F5695-E8AA-44F0-B506-C7C03681BABD}" destId="{1E317ED7-47AE-4815-9467-7D5FAA054EC1}" srcOrd="0" destOrd="0" presId="urn:microsoft.com/office/officeart/2005/8/layout/default"/>
    <dgm:cxn modelId="{ABDDCB79-AFF5-4B09-8E94-3FF89FAE6816}" srcId="{B48ECAC3-2E06-4B9C-AC5B-3057222DE319}" destId="{49D61ED5-0C32-4E8C-951E-B45F9C97AF3C}" srcOrd="1" destOrd="0" parTransId="{5BEDDC32-FB7D-41AC-BC61-F290D2F8E072}" sibTransId="{922C8E50-5EF2-4ADC-BE7A-B89FA8D42003}"/>
    <dgm:cxn modelId="{68CE17EF-579F-4B56-AF04-4B247F7C3F2B}" srcId="{B48ECAC3-2E06-4B9C-AC5B-3057222DE319}" destId="{ADFCC110-5446-4AD4-851E-9A5A7E26F09E}" srcOrd="0" destOrd="0" parTransId="{C996F4A0-C538-4448-852A-6F2F7A262BC8}" sibTransId="{6C7D6FBC-F990-41EA-A9A1-04A02938477A}"/>
    <dgm:cxn modelId="{BF165357-57F4-4BB6-8758-16072DA41D49}" type="presParOf" srcId="{79FED8B3-FDA0-466E-AC8A-4013D6F53D9F}" destId="{2E2F9AAC-A652-4EB0-A804-052838A9A1A8}" srcOrd="0" destOrd="0" presId="urn:microsoft.com/office/officeart/2005/8/layout/default"/>
    <dgm:cxn modelId="{22C9F001-B5D5-4C48-A7A7-52C2E451F4EA}" type="presParOf" srcId="{79FED8B3-FDA0-466E-AC8A-4013D6F53D9F}" destId="{02F57925-4A6D-4576-8DC3-B0268A81D5E0}" srcOrd="1" destOrd="0" presId="urn:microsoft.com/office/officeart/2005/8/layout/default"/>
    <dgm:cxn modelId="{BBAEB78B-F147-439B-B79C-868A1C4B1C88}" type="presParOf" srcId="{79FED8B3-FDA0-466E-AC8A-4013D6F53D9F}" destId="{430A20E8-283D-4D65-A4D8-49395CF89FDD}" srcOrd="2" destOrd="0" presId="urn:microsoft.com/office/officeart/2005/8/layout/default"/>
    <dgm:cxn modelId="{16E9916E-81B6-48C7-86B3-116ABDD92F6B}" type="presParOf" srcId="{79FED8B3-FDA0-466E-AC8A-4013D6F53D9F}" destId="{DFD640E2-1DA0-4DFD-A688-48E8D9CFF249}" srcOrd="3" destOrd="0" presId="urn:microsoft.com/office/officeart/2005/8/layout/default"/>
    <dgm:cxn modelId="{3F88B5E9-F57A-4086-8DAA-4B716C82DE9E}" type="presParOf" srcId="{79FED8B3-FDA0-466E-AC8A-4013D6F53D9F}" destId="{1E317ED7-47AE-4815-9467-7D5FAA054EC1}" srcOrd="4" destOrd="0" presId="urn:microsoft.com/office/officeart/2005/8/layout/default"/>
    <dgm:cxn modelId="{B2EBBF38-DC6F-4B26-8ED5-1942ECBD7C71}" type="presParOf" srcId="{79FED8B3-FDA0-466E-AC8A-4013D6F53D9F}" destId="{D05E28DE-33D8-4634-A9A7-53C4948DED40}" srcOrd="5" destOrd="0" presId="urn:microsoft.com/office/officeart/2005/8/layout/default"/>
    <dgm:cxn modelId="{BF64C044-B8AC-4C09-9E3D-0FA1405D6219}" type="presParOf" srcId="{79FED8B3-FDA0-466E-AC8A-4013D6F53D9F}" destId="{93008A08-7805-4FA4-B44F-16EBC427C6EA}"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F3714D-BE64-486F-9BC4-4B5162CB0EF3}" type="doc">
      <dgm:prSet loTypeId="urn:microsoft.com/office/officeart/2005/8/layout/cycle6" loCatId="cycle" qsTypeId="urn:microsoft.com/office/officeart/2005/8/quickstyle/simple1" qsCatId="simple" csTypeId="urn:microsoft.com/office/officeart/2005/8/colors/colorful3" csCatId="colorful" phldr="1"/>
      <dgm:spPr/>
      <dgm:t>
        <a:bodyPr/>
        <a:lstStyle/>
        <a:p>
          <a:endParaRPr lang="es-ES"/>
        </a:p>
      </dgm:t>
    </dgm:pt>
    <dgm:pt modelId="{8ACEFF1E-FC3E-489A-824E-45DD1D781A76}">
      <dgm:prSet phldrT="[Texto]" custT="1"/>
      <dgm:spPr/>
      <dgm:t>
        <a:bodyPr/>
        <a:lstStyle/>
        <a:p>
          <a:pPr>
            <a:buFont typeface="+mj-lt"/>
            <a:buAutoNum type="alphaUcPeriod"/>
          </a:pPr>
          <a:r>
            <a:rPr lang="es-ES" sz="900"/>
            <a:t>A. </a:t>
          </a:r>
          <a:r>
            <a:rPr lang="es-ES" sz="900" b="1"/>
            <a:t>Recolección de Requisitos</a:t>
          </a:r>
          <a:endParaRPr lang="es-ES" sz="900"/>
        </a:p>
      </dgm:t>
    </dgm:pt>
    <dgm:pt modelId="{A40389C1-E1CE-4E3D-BD0A-27ED75126C29}" type="parTrans" cxnId="{D1E21EF4-20BE-4B8E-B7D4-07FF46A4D4A5}">
      <dgm:prSet/>
      <dgm:spPr/>
      <dgm:t>
        <a:bodyPr/>
        <a:lstStyle/>
        <a:p>
          <a:endParaRPr lang="es-ES" sz="2800"/>
        </a:p>
      </dgm:t>
    </dgm:pt>
    <dgm:pt modelId="{8FC2067A-251D-4A6C-B3D6-50FA33A0D85E}" type="sibTrans" cxnId="{D1E21EF4-20BE-4B8E-B7D4-07FF46A4D4A5}">
      <dgm:prSet/>
      <dgm:spPr/>
      <dgm:t>
        <a:bodyPr/>
        <a:lstStyle/>
        <a:p>
          <a:endParaRPr lang="es-ES" sz="2800"/>
        </a:p>
      </dgm:t>
    </dgm:pt>
    <dgm:pt modelId="{88533E0A-F6BB-4B9D-8D2C-2218B71D7D34}">
      <dgm:prSet custT="1"/>
      <dgm:spPr/>
      <dgm:t>
        <a:bodyPr/>
        <a:lstStyle/>
        <a:p>
          <a:r>
            <a:rPr lang="es-ES" sz="900"/>
            <a:t>B. </a:t>
          </a:r>
          <a:r>
            <a:rPr lang="es-ES" sz="900" b="1"/>
            <a:t>Análisis</a:t>
          </a:r>
          <a:endParaRPr lang="es-ES" sz="900"/>
        </a:p>
      </dgm:t>
    </dgm:pt>
    <dgm:pt modelId="{94363A86-4858-4B6F-A7FC-77CABCE5157E}" type="parTrans" cxnId="{1D16B07A-9215-4AC0-B773-173B7B9BF30A}">
      <dgm:prSet/>
      <dgm:spPr/>
      <dgm:t>
        <a:bodyPr/>
        <a:lstStyle/>
        <a:p>
          <a:endParaRPr lang="es-ES" sz="2800"/>
        </a:p>
      </dgm:t>
    </dgm:pt>
    <dgm:pt modelId="{8CA4B85A-D46E-408C-92B7-B8B6A417AECF}" type="sibTrans" cxnId="{1D16B07A-9215-4AC0-B773-173B7B9BF30A}">
      <dgm:prSet/>
      <dgm:spPr/>
      <dgm:t>
        <a:bodyPr/>
        <a:lstStyle/>
        <a:p>
          <a:endParaRPr lang="es-ES" sz="2800"/>
        </a:p>
      </dgm:t>
    </dgm:pt>
    <dgm:pt modelId="{64253A56-E031-4B36-A358-3A74C354C216}">
      <dgm:prSet custT="1"/>
      <dgm:spPr/>
      <dgm:t>
        <a:bodyPr/>
        <a:lstStyle/>
        <a:p>
          <a:r>
            <a:rPr lang="es-ES" sz="900"/>
            <a:t>C. </a:t>
          </a:r>
          <a:r>
            <a:rPr lang="es-ES" sz="900" b="1"/>
            <a:t>Diseño</a:t>
          </a:r>
          <a:endParaRPr lang="es-ES" sz="900"/>
        </a:p>
      </dgm:t>
    </dgm:pt>
    <dgm:pt modelId="{E291EA9C-6DAB-419B-9592-9999BC61FB0B}" type="parTrans" cxnId="{530F1B41-18B8-4999-9720-0970D3B1EB4D}">
      <dgm:prSet/>
      <dgm:spPr/>
      <dgm:t>
        <a:bodyPr/>
        <a:lstStyle/>
        <a:p>
          <a:endParaRPr lang="es-ES" sz="2800"/>
        </a:p>
      </dgm:t>
    </dgm:pt>
    <dgm:pt modelId="{DFBAE54F-9AA6-4309-B819-CA54A9A2812A}" type="sibTrans" cxnId="{530F1B41-18B8-4999-9720-0970D3B1EB4D}">
      <dgm:prSet/>
      <dgm:spPr/>
      <dgm:t>
        <a:bodyPr/>
        <a:lstStyle/>
        <a:p>
          <a:endParaRPr lang="es-ES" sz="2800"/>
        </a:p>
      </dgm:t>
    </dgm:pt>
    <dgm:pt modelId="{58F41518-34F5-4FD0-B2AD-E18FBF2C4FD5}">
      <dgm:prSet custT="1"/>
      <dgm:spPr/>
      <dgm:t>
        <a:bodyPr/>
        <a:lstStyle/>
        <a:p>
          <a:r>
            <a:rPr lang="es-ES" sz="900"/>
            <a:t>D. </a:t>
          </a:r>
          <a:r>
            <a:rPr lang="es-ES" sz="900" b="1"/>
            <a:t>Implementación (Codificación)</a:t>
          </a:r>
          <a:endParaRPr lang="es-ES" sz="900"/>
        </a:p>
      </dgm:t>
    </dgm:pt>
    <dgm:pt modelId="{FE05A417-D6AF-4643-A77A-23BD2EB16C43}" type="parTrans" cxnId="{6292C845-48E6-4161-9467-0F7791383C3E}">
      <dgm:prSet/>
      <dgm:spPr/>
      <dgm:t>
        <a:bodyPr/>
        <a:lstStyle/>
        <a:p>
          <a:endParaRPr lang="es-ES" sz="2800"/>
        </a:p>
      </dgm:t>
    </dgm:pt>
    <dgm:pt modelId="{AEF7B64F-8FCE-4642-91C1-D0C54EE4E08D}" type="sibTrans" cxnId="{6292C845-48E6-4161-9467-0F7791383C3E}">
      <dgm:prSet/>
      <dgm:spPr/>
      <dgm:t>
        <a:bodyPr/>
        <a:lstStyle/>
        <a:p>
          <a:endParaRPr lang="es-ES" sz="2800"/>
        </a:p>
      </dgm:t>
    </dgm:pt>
    <dgm:pt modelId="{20DF34B1-F79F-4D48-A068-F2AC1DC45B87}">
      <dgm:prSet custT="1"/>
      <dgm:spPr/>
      <dgm:t>
        <a:bodyPr/>
        <a:lstStyle/>
        <a:p>
          <a:r>
            <a:rPr lang="es-ES" sz="900"/>
            <a:t>E. </a:t>
          </a:r>
          <a:r>
            <a:rPr lang="es-ES" sz="900" b="1"/>
            <a:t>Pruebas</a:t>
          </a:r>
          <a:endParaRPr lang="es-ES" sz="900"/>
        </a:p>
      </dgm:t>
    </dgm:pt>
    <dgm:pt modelId="{3E545EAB-A2B2-4976-9DB3-A3042A0C7A8E}" type="parTrans" cxnId="{0A6E43EA-371A-4C39-A900-EB3677B5B396}">
      <dgm:prSet/>
      <dgm:spPr/>
      <dgm:t>
        <a:bodyPr/>
        <a:lstStyle/>
        <a:p>
          <a:endParaRPr lang="es-ES" sz="2800"/>
        </a:p>
      </dgm:t>
    </dgm:pt>
    <dgm:pt modelId="{219DDF55-549E-4755-A5D5-6FF8C8000DD7}" type="sibTrans" cxnId="{0A6E43EA-371A-4C39-A900-EB3677B5B396}">
      <dgm:prSet/>
      <dgm:spPr/>
      <dgm:t>
        <a:bodyPr/>
        <a:lstStyle/>
        <a:p>
          <a:endParaRPr lang="es-ES" sz="2800"/>
        </a:p>
      </dgm:t>
    </dgm:pt>
    <dgm:pt modelId="{DB940AF0-DD3F-4AB4-8204-8F36EBC561D6}">
      <dgm:prSet custT="1"/>
      <dgm:spPr/>
      <dgm:t>
        <a:bodyPr/>
        <a:lstStyle/>
        <a:p>
          <a:r>
            <a:rPr lang="es-ES" sz="900"/>
            <a:t>F. </a:t>
          </a:r>
          <a:r>
            <a:rPr lang="es-ES" sz="900" b="1"/>
            <a:t>Despliegue (Implementación)</a:t>
          </a:r>
          <a:endParaRPr lang="es-ES" sz="900"/>
        </a:p>
      </dgm:t>
    </dgm:pt>
    <dgm:pt modelId="{D1EC0B49-DFEF-4E7E-A77E-72B414316BA1}" type="parTrans" cxnId="{B9F46CED-6F6C-466A-B20D-9B1FA148B655}">
      <dgm:prSet/>
      <dgm:spPr/>
      <dgm:t>
        <a:bodyPr/>
        <a:lstStyle/>
        <a:p>
          <a:endParaRPr lang="es-ES" sz="2800"/>
        </a:p>
      </dgm:t>
    </dgm:pt>
    <dgm:pt modelId="{4A40C5FD-2349-4C79-B4A1-5C592D6DFF4D}" type="sibTrans" cxnId="{B9F46CED-6F6C-466A-B20D-9B1FA148B655}">
      <dgm:prSet/>
      <dgm:spPr/>
      <dgm:t>
        <a:bodyPr/>
        <a:lstStyle/>
        <a:p>
          <a:endParaRPr lang="es-ES" sz="2800"/>
        </a:p>
      </dgm:t>
    </dgm:pt>
    <dgm:pt modelId="{2A194E80-09F2-4B38-A4A8-F63CD43094DB}">
      <dgm:prSet custT="1"/>
      <dgm:spPr/>
      <dgm:t>
        <a:bodyPr/>
        <a:lstStyle/>
        <a:p>
          <a:r>
            <a:rPr lang="es-ES" sz="900"/>
            <a:t>G. </a:t>
          </a:r>
          <a:r>
            <a:rPr lang="es-ES" sz="900" b="1"/>
            <a:t>Mantenimiento</a:t>
          </a:r>
          <a:endParaRPr lang="es-ES" sz="900"/>
        </a:p>
      </dgm:t>
    </dgm:pt>
    <dgm:pt modelId="{4294EEC0-2EAB-4650-98BE-A97D170BA248}" type="parTrans" cxnId="{D7E1870A-19A2-4A59-96E7-F3819FA76512}">
      <dgm:prSet/>
      <dgm:spPr/>
      <dgm:t>
        <a:bodyPr/>
        <a:lstStyle/>
        <a:p>
          <a:endParaRPr lang="es-ES" sz="2800"/>
        </a:p>
      </dgm:t>
    </dgm:pt>
    <dgm:pt modelId="{93944A34-BEB5-43BF-B06A-EE68DD1BF65A}" type="sibTrans" cxnId="{D7E1870A-19A2-4A59-96E7-F3819FA76512}">
      <dgm:prSet/>
      <dgm:spPr/>
      <dgm:t>
        <a:bodyPr/>
        <a:lstStyle/>
        <a:p>
          <a:endParaRPr lang="es-ES" sz="2800"/>
        </a:p>
      </dgm:t>
    </dgm:pt>
    <dgm:pt modelId="{A4671DCF-0307-4B00-A41B-6F7EAC765ADF}" type="pres">
      <dgm:prSet presAssocID="{25F3714D-BE64-486F-9BC4-4B5162CB0EF3}" presName="cycle" presStyleCnt="0">
        <dgm:presLayoutVars>
          <dgm:dir/>
          <dgm:resizeHandles val="exact"/>
        </dgm:presLayoutVars>
      </dgm:prSet>
      <dgm:spPr/>
    </dgm:pt>
    <dgm:pt modelId="{59935423-2CB2-4EB2-BCB3-FD5A12901B25}" type="pres">
      <dgm:prSet presAssocID="{8ACEFF1E-FC3E-489A-824E-45DD1D781A76}" presName="node" presStyleLbl="node1" presStyleIdx="0" presStyleCnt="7">
        <dgm:presLayoutVars>
          <dgm:bulletEnabled val="1"/>
        </dgm:presLayoutVars>
      </dgm:prSet>
      <dgm:spPr/>
    </dgm:pt>
    <dgm:pt modelId="{3CD6271F-8E55-40C0-90B3-A2F8560C9EF8}" type="pres">
      <dgm:prSet presAssocID="{8ACEFF1E-FC3E-489A-824E-45DD1D781A76}" presName="spNode" presStyleCnt="0"/>
      <dgm:spPr/>
    </dgm:pt>
    <dgm:pt modelId="{30F05521-7FA3-4D7B-8A9B-B4AA0D35A4B7}" type="pres">
      <dgm:prSet presAssocID="{8FC2067A-251D-4A6C-B3D6-50FA33A0D85E}" presName="sibTrans" presStyleLbl="sibTrans1D1" presStyleIdx="0" presStyleCnt="7"/>
      <dgm:spPr/>
    </dgm:pt>
    <dgm:pt modelId="{F1FBB0D5-BC35-4519-BE31-19A4041DD85D}" type="pres">
      <dgm:prSet presAssocID="{88533E0A-F6BB-4B9D-8D2C-2218B71D7D34}" presName="node" presStyleLbl="node1" presStyleIdx="1" presStyleCnt="7">
        <dgm:presLayoutVars>
          <dgm:bulletEnabled val="1"/>
        </dgm:presLayoutVars>
      </dgm:prSet>
      <dgm:spPr/>
    </dgm:pt>
    <dgm:pt modelId="{654349A0-25FC-44DB-960E-7E3C9DF04091}" type="pres">
      <dgm:prSet presAssocID="{88533E0A-F6BB-4B9D-8D2C-2218B71D7D34}" presName="spNode" presStyleCnt="0"/>
      <dgm:spPr/>
    </dgm:pt>
    <dgm:pt modelId="{FD76BB38-8FAF-4F36-9613-904514D38A64}" type="pres">
      <dgm:prSet presAssocID="{8CA4B85A-D46E-408C-92B7-B8B6A417AECF}" presName="sibTrans" presStyleLbl="sibTrans1D1" presStyleIdx="1" presStyleCnt="7"/>
      <dgm:spPr/>
    </dgm:pt>
    <dgm:pt modelId="{3E71EE4E-6B64-4258-98E8-1171D21E812F}" type="pres">
      <dgm:prSet presAssocID="{64253A56-E031-4B36-A358-3A74C354C216}" presName="node" presStyleLbl="node1" presStyleIdx="2" presStyleCnt="7">
        <dgm:presLayoutVars>
          <dgm:bulletEnabled val="1"/>
        </dgm:presLayoutVars>
      </dgm:prSet>
      <dgm:spPr/>
    </dgm:pt>
    <dgm:pt modelId="{D8899615-D031-4F94-9C53-1BA204F7351E}" type="pres">
      <dgm:prSet presAssocID="{64253A56-E031-4B36-A358-3A74C354C216}" presName="spNode" presStyleCnt="0"/>
      <dgm:spPr/>
    </dgm:pt>
    <dgm:pt modelId="{AAEBB354-3D98-446D-BFAB-D9A6BDF82233}" type="pres">
      <dgm:prSet presAssocID="{DFBAE54F-9AA6-4309-B819-CA54A9A2812A}" presName="sibTrans" presStyleLbl="sibTrans1D1" presStyleIdx="2" presStyleCnt="7"/>
      <dgm:spPr/>
    </dgm:pt>
    <dgm:pt modelId="{66232085-95FF-4FE3-AE7B-134BBE94049A}" type="pres">
      <dgm:prSet presAssocID="{58F41518-34F5-4FD0-B2AD-E18FBF2C4FD5}" presName="node" presStyleLbl="node1" presStyleIdx="3" presStyleCnt="7">
        <dgm:presLayoutVars>
          <dgm:bulletEnabled val="1"/>
        </dgm:presLayoutVars>
      </dgm:prSet>
      <dgm:spPr/>
    </dgm:pt>
    <dgm:pt modelId="{D329F04E-0724-4C4A-B1BD-D4C5F18514C0}" type="pres">
      <dgm:prSet presAssocID="{58F41518-34F5-4FD0-B2AD-E18FBF2C4FD5}" presName="spNode" presStyleCnt="0"/>
      <dgm:spPr/>
    </dgm:pt>
    <dgm:pt modelId="{56B96255-2454-4787-AD85-017D6A92800B}" type="pres">
      <dgm:prSet presAssocID="{AEF7B64F-8FCE-4642-91C1-D0C54EE4E08D}" presName="sibTrans" presStyleLbl="sibTrans1D1" presStyleIdx="3" presStyleCnt="7"/>
      <dgm:spPr/>
    </dgm:pt>
    <dgm:pt modelId="{0170CE48-8C55-49A4-84C8-E5A8A5D53D5C}" type="pres">
      <dgm:prSet presAssocID="{20DF34B1-F79F-4D48-A068-F2AC1DC45B87}" presName="node" presStyleLbl="node1" presStyleIdx="4" presStyleCnt="7">
        <dgm:presLayoutVars>
          <dgm:bulletEnabled val="1"/>
        </dgm:presLayoutVars>
      </dgm:prSet>
      <dgm:spPr/>
    </dgm:pt>
    <dgm:pt modelId="{88A90E10-57C9-48F1-AB4C-858799177854}" type="pres">
      <dgm:prSet presAssocID="{20DF34B1-F79F-4D48-A068-F2AC1DC45B87}" presName="spNode" presStyleCnt="0"/>
      <dgm:spPr/>
    </dgm:pt>
    <dgm:pt modelId="{0047DB9F-9225-4FFC-A2AA-6F5668B43C1E}" type="pres">
      <dgm:prSet presAssocID="{219DDF55-549E-4755-A5D5-6FF8C8000DD7}" presName="sibTrans" presStyleLbl="sibTrans1D1" presStyleIdx="4" presStyleCnt="7"/>
      <dgm:spPr/>
    </dgm:pt>
    <dgm:pt modelId="{334A7BF0-4D1C-4CAF-BD3F-9125FAD27016}" type="pres">
      <dgm:prSet presAssocID="{DB940AF0-DD3F-4AB4-8204-8F36EBC561D6}" presName="node" presStyleLbl="node1" presStyleIdx="5" presStyleCnt="7">
        <dgm:presLayoutVars>
          <dgm:bulletEnabled val="1"/>
        </dgm:presLayoutVars>
      </dgm:prSet>
      <dgm:spPr/>
    </dgm:pt>
    <dgm:pt modelId="{797DD718-D1D9-428A-8A46-7245B020A569}" type="pres">
      <dgm:prSet presAssocID="{DB940AF0-DD3F-4AB4-8204-8F36EBC561D6}" presName="spNode" presStyleCnt="0"/>
      <dgm:spPr/>
    </dgm:pt>
    <dgm:pt modelId="{3B915822-5B15-4D3D-BFE9-A0375A034A14}" type="pres">
      <dgm:prSet presAssocID="{4A40C5FD-2349-4C79-B4A1-5C592D6DFF4D}" presName="sibTrans" presStyleLbl="sibTrans1D1" presStyleIdx="5" presStyleCnt="7"/>
      <dgm:spPr/>
    </dgm:pt>
    <dgm:pt modelId="{535C9277-E8C5-4E18-979A-F68BC0BD21B8}" type="pres">
      <dgm:prSet presAssocID="{2A194E80-09F2-4B38-A4A8-F63CD43094DB}" presName="node" presStyleLbl="node1" presStyleIdx="6" presStyleCnt="7">
        <dgm:presLayoutVars>
          <dgm:bulletEnabled val="1"/>
        </dgm:presLayoutVars>
      </dgm:prSet>
      <dgm:spPr/>
    </dgm:pt>
    <dgm:pt modelId="{383FEF50-917C-4C42-B44E-23C62F798E9B}" type="pres">
      <dgm:prSet presAssocID="{2A194E80-09F2-4B38-A4A8-F63CD43094DB}" presName="spNode" presStyleCnt="0"/>
      <dgm:spPr/>
    </dgm:pt>
    <dgm:pt modelId="{A4849CA3-FDBC-4A3A-9E29-B39312DFC7FB}" type="pres">
      <dgm:prSet presAssocID="{93944A34-BEB5-43BF-B06A-EE68DD1BF65A}" presName="sibTrans" presStyleLbl="sibTrans1D1" presStyleIdx="6" presStyleCnt="7"/>
      <dgm:spPr/>
    </dgm:pt>
  </dgm:ptLst>
  <dgm:cxnLst>
    <dgm:cxn modelId="{D7E1870A-19A2-4A59-96E7-F3819FA76512}" srcId="{25F3714D-BE64-486F-9BC4-4B5162CB0EF3}" destId="{2A194E80-09F2-4B38-A4A8-F63CD43094DB}" srcOrd="6" destOrd="0" parTransId="{4294EEC0-2EAB-4650-98BE-A97D170BA248}" sibTransId="{93944A34-BEB5-43BF-B06A-EE68DD1BF65A}"/>
    <dgm:cxn modelId="{79E03526-4A7B-4007-AE72-D5DE4245FBAF}" type="presOf" srcId="{4A40C5FD-2349-4C79-B4A1-5C592D6DFF4D}" destId="{3B915822-5B15-4D3D-BFE9-A0375A034A14}" srcOrd="0" destOrd="0" presId="urn:microsoft.com/office/officeart/2005/8/layout/cycle6"/>
    <dgm:cxn modelId="{1C29665C-B20F-450A-B3D3-1BB64FDEABC4}" type="presOf" srcId="{2A194E80-09F2-4B38-A4A8-F63CD43094DB}" destId="{535C9277-E8C5-4E18-979A-F68BC0BD21B8}" srcOrd="0" destOrd="0" presId="urn:microsoft.com/office/officeart/2005/8/layout/cycle6"/>
    <dgm:cxn modelId="{530F1B41-18B8-4999-9720-0970D3B1EB4D}" srcId="{25F3714D-BE64-486F-9BC4-4B5162CB0EF3}" destId="{64253A56-E031-4B36-A358-3A74C354C216}" srcOrd="2" destOrd="0" parTransId="{E291EA9C-6DAB-419B-9592-9999BC61FB0B}" sibTransId="{DFBAE54F-9AA6-4309-B819-CA54A9A2812A}"/>
    <dgm:cxn modelId="{6292C845-48E6-4161-9467-0F7791383C3E}" srcId="{25F3714D-BE64-486F-9BC4-4B5162CB0EF3}" destId="{58F41518-34F5-4FD0-B2AD-E18FBF2C4FD5}" srcOrd="3" destOrd="0" parTransId="{FE05A417-D6AF-4643-A77A-23BD2EB16C43}" sibTransId="{AEF7B64F-8FCE-4642-91C1-D0C54EE4E08D}"/>
    <dgm:cxn modelId="{0B9FB66B-8C35-4A85-9C77-3B09CE0C7FBB}" type="presOf" srcId="{88533E0A-F6BB-4B9D-8D2C-2218B71D7D34}" destId="{F1FBB0D5-BC35-4519-BE31-19A4041DD85D}" srcOrd="0" destOrd="0" presId="urn:microsoft.com/office/officeart/2005/8/layout/cycle6"/>
    <dgm:cxn modelId="{8937F159-6C91-4F47-9275-48B71BF07CB0}" type="presOf" srcId="{DFBAE54F-9AA6-4309-B819-CA54A9A2812A}" destId="{AAEBB354-3D98-446D-BFAB-D9A6BDF82233}" srcOrd="0" destOrd="0" presId="urn:microsoft.com/office/officeart/2005/8/layout/cycle6"/>
    <dgm:cxn modelId="{1D16B07A-9215-4AC0-B773-173B7B9BF30A}" srcId="{25F3714D-BE64-486F-9BC4-4B5162CB0EF3}" destId="{88533E0A-F6BB-4B9D-8D2C-2218B71D7D34}" srcOrd="1" destOrd="0" parTransId="{94363A86-4858-4B6F-A7FC-77CABCE5157E}" sibTransId="{8CA4B85A-D46E-408C-92B7-B8B6A417AECF}"/>
    <dgm:cxn modelId="{E9D1537C-6D5C-495E-96E8-57FB459F330F}" type="presOf" srcId="{25F3714D-BE64-486F-9BC4-4B5162CB0EF3}" destId="{A4671DCF-0307-4B00-A41B-6F7EAC765ADF}" srcOrd="0" destOrd="0" presId="urn:microsoft.com/office/officeart/2005/8/layout/cycle6"/>
    <dgm:cxn modelId="{5386228D-AD21-436E-90C0-51C1F58BA792}" type="presOf" srcId="{DB940AF0-DD3F-4AB4-8204-8F36EBC561D6}" destId="{334A7BF0-4D1C-4CAF-BD3F-9125FAD27016}" srcOrd="0" destOrd="0" presId="urn:microsoft.com/office/officeart/2005/8/layout/cycle6"/>
    <dgm:cxn modelId="{316C188E-F343-45F1-880A-1AADDD677092}" type="presOf" srcId="{58F41518-34F5-4FD0-B2AD-E18FBF2C4FD5}" destId="{66232085-95FF-4FE3-AE7B-134BBE94049A}" srcOrd="0" destOrd="0" presId="urn:microsoft.com/office/officeart/2005/8/layout/cycle6"/>
    <dgm:cxn modelId="{4760BD94-055F-4BD5-A7B6-1D78116DFC76}" type="presOf" srcId="{8ACEFF1E-FC3E-489A-824E-45DD1D781A76}" destId="{59935423-2CB2-4EB2-BCB3-FD5A12901B25}" srcOrd="0" destOrd="0" presId="urn:microsoft.com/office/officeart/2005/8/layout/cycle6"/>
    <dgm:cxn modelId="{E1BE1EA7-59B0-474E-A112-C4959308F9ED}" type="presOf" srcId="{20DF34B1-F79F-4D48-A068-F2AC1DC45B87}" destId="{0170CE48-8C55-49A4-84C8-E5A8A5D53D5C}" srcOrd="0" destOrd="0" presId="urn:microsoft.com/office/officeart/2005/8/layout/cycle6"/>
    <dgm:cxn modelId="{20C846B6-4EA5-4C8D-9775-9CA34A970E07}" type="presOf" srcId="{8FC2067A-251D-4A6C-B3D6-50FA33A0D85E}" destId="{30F05521-7FA3-4D7B-8A9B-B4AA0D35A4B7}" srcOrd="0" destOrd="0" presId="urn:microsoft.com/office/officeart/2005/8/layout/cycle6"/>
    <dgm:cxn modelId="{A7F44BDF-6091-4A6B-9EC8-C04BF77FF82C}" type="presOf" srcId="{64253A56-E031-4B36-A358-3A74C354C216}" destId="{3E71EE4E-6B64-4258-98E8-1171D21E812F}" srcOrd="0" destOrd="0" presId="urn:microsoft.com/office/officeart/2005/8/layout/cycle6"/>
    <dgm:cxn modelId="{3CDB17E0-4EF6-445B-871F-D755ED6FB39F}" type="presOf" srcId="{8CA4B85A-D46E-408C-92B7-B8B6A417AECF}" destId="{FD76BB38-8FAF-4F36-9613-904514D38A64}" srcOrd="0" destOrd="0" presId="urn:microsoft.com/office/officeart/2005/8/layout/cycle6"/>
    <dgm:cxn modelId="{0A6E43EA-371A-4C39-A900-EB3677B5B396}" srcId="{25F3714D-BE64-486F-9BC4-4B5162CB0EF3}" destId="{20DF34B1-F79F-4D48-A068-F2AC1DC45B87}" srcOrd="4" destOrd="0" parTransId="{3E545EAB-A2B2-4976-9DB3-A3042A0C7A8E}" sibTransId="{219DDF55-549E-4755-A5D5-6FF8C8000DD7}"/>
    <dgm:cxn modelId="{B9F46CED-6F6C-466A-B20D-9B1FA148B655}" srcId="{25F3714D-BE64-486F-9BC4-4B5162CB0EF3}" destId="{DB940AF0-DD3F-4AB4-8204-8F36EBC561D6}" srcOrd="5" destOrd="0" parTransId="{D1EC0B49-DFEF-4E7E-A77E-72B414316BA1}" sibTransId="{4A40C5FD-2349-4C79-B4A1-5C592D6DFF4D}"/>
    <dgm:cxn modelId="{4CE433F0-EA5F-4127-80F4-6865317A261F}" type="presOf" srcId="{93944A34-BEB5-43BF-B06A-EE68DD1BF65A}" destId="{A4849CA3-FDBC-4A3A-9E29-B39312DFC7FB}" srcOrd="0" destOrd="0" presId="urn:microsoft.com/office/officeart/2005/8/layout/cycle6"/>
    <dgm:cxn modelId="{6D1688F1-1FA3-472C-A1F3-C2D66F2D5807}" type="presOf" srcId="{AEF7B64F-8FCE-4642-91C1-D0C54EE4E08D}" destId="{56B96255-2454-4787-AD85-017D6A92800B}" srcOrd="0" destOrd="0" presId="urn:microsoft.com/office/officeart/2005/8/layout/cycle6"/>
    <dgm:cxn modelId="{D1E21EF4-20BE-4B8E-B7D4-07FF46A4D4A5}" srcId="{25F3714D-BE64-486F-9BC4-4B5162CB0EF3}" destId="{8ACEFF1E-FC3E-489A-824E-45DD1D781A76}" srcOrd="0" destOrd="0" parTransId="{A40389C1-E1CE-4E3D-BD0A-27ED75126C29}" sibTransId="{8FC2067A-251D-4A6C-B3D6-50FA33A0D85E}"/>
    <dgm:cxn modelId="{F91732FC-2CF8-4255-A137-72554FD21EAE}" type="presOf" srcId="{219DDF55-549E-4755-A5D5-6FF8C8000DD7}" destId="{0047DB9F-9225-4FFC-A2AA-6F5668B43C1E}" srcOrd="0" destOrd="0" presId="urn:microsoft.com/office/officeart/2005/8/layout/cycle6"/>
    <dgm:cxn modelId="{7DE4C51E-4F79-4F44-9875-124AA3B87A1F}" type="presParOf" srcId="{A4671DCF-0307-4B00-A41B-6F7EAC765ADF}" destId="{59935423-2CB2-4EB2-BCB3-FD5A12901B25}" srcOrd="0" destOrd="0" presId="urn:microsoft.com/office/officeart/2005/8/layout/cycle6"/>
    <dgm:cxn modelId="{D010E2AE-874A-445C-A7BC-A611FC92ADF4}" type="presParOf" srcId="{A4671DCF-0307-4B00-A41B-6F7EAC765ADF}" destId="{3CD6271F-8E55-40C0-90B3-A2F8560C9EF8}" srcOrd="1" destOrd="0" presId="urn:microsoft.com/office/officeart/2005/8/layout/cycle6"/>
    <dgm:cxn modelId="{9C84957E-C1DE-442F-806F-108FE14B3137}" type="presParOf" srcId="{A4671DCF-0307-4B00-A41B-6F7EAC765ADF}" destId="{30F05521-7FA3-4D7B-8A9B-B4AA0D35A4B7}" srcOrd="2" destOrd="0" presId="urn:microsoft.com/office/officeart/2005/8/layout/cycle6"/>
    <dgm:cxn modelId="{E575A1C5-0DE0-48BA-B88A-6BD09F6168DC}" type="presParOf" srcId="{A4671DCF-0307-4B00-A41B-6F7EAC765ADF}" destId="{F1FBB0D5-BC35-4519-BE31-19A4041DD85D}" srcOrd="3" destOrd="0" presId="urn:microsoft.com/office/officeart/2005/8/layout/cycle6"/>
    <dgm:cxn modelId="{D035068B-96A6-4F75-9459-3A92CB946AF1}" type="presParOf" srcId="{A4671DCF-0307-4B00-A41B-6F7EAC765ADF}" destId="{654349A0-25FC-44DB-960E-7E3C9DF04091}" srcOrd="4" destOrd="0" presId="urn:microsoft.com/office/officeart/2005/8/layout/cycle6"/>
    <dgm:cxn modelId="{0ECB1DE7-E45C-4BDB-9569-E3165EB0FA8E}" type="presParOf" srcId="{A4671DCF-0307-4B00-A41B-6F7EAC765ADF}" destId="{FD76BB38-8FAF-4F36-9613-904514D38A64}" srcOrd="5" destOrd="0" presId="urn:microsoft.com/office/officeart/2005/8/layout/cycle6"/>
    <dgm:cxn modelId="{27B92627-2243-4C5F-A6E3-8E0CA1F7D8C1}" type="presParOf" srcId="{A4671DCF-0307-4B00-A41B-6F7EAC765ADF}" destId="{3E71EE4E-6B64-4258-98E8-1171D21E812F}" srcOrd="6" destOrd="0" presId="urn:microsoft.com/office/officeart/2005/8/layout/cycle6"/>
    <dgm:cxn modelId="{54EF9DEF-2116-4FCA-8660-AA47B696FD44}" type="presParOf" srcId="{A4671DCF-0307-4B00-A41B-6F7EAC765ADF}" destId="{D8899615-D031-4F94-9C53-1BA204F7351E}" srcOrd="7" destOrd="0" presId="urn:microsoft.com/office/officeart/2005/8/layout/cycle6"/>
    <dgm:cxn modelId="{7D1879B6-D65C-4335-AED9-FB98CB346069}" type="presParOf" srcId="{A4671DCF-0307-4B00-A41B-6F7EAC765ADF}" destId="{AAEBB354-3D98-446D-BFAB-D9A6BDF82233}" srcOrd="8" destOrd="0" presId="urn:microsoft.com/office/officeart/2005/8/layout/cycle6"/>
    <dgm:cxn modelId="{E07B93EB-354D-40F7-914D-CFF262175BA5}" type="presParOf" srcId="{A4671DCF-0307-4B00-A41B-6F7EAC765ADF}" destId="{66232085-95FF-4FE3-AE7B-134BBE94049A}" srcOrd="9" destOrd="0" presId="urn:microsoft.com/office/officeart/2005/8/layout/cycle6"/>
    <dgm:cxn modelId="{EC167E48-2EBF-48FA-BE3F-8C64F15C6B12}" type="presParOf" srcId="{A4671DCF-0307-4B00-A41B-6F7EAC765ADF}" destId="{D329F04E-0724-4C4A-B1BD-D4C5F18514C0}" srcOrd="10" destOrd="0" presId="urn:microsoft.com/office/officeart/2005/8/layout/cycle6"/>
    <dgm:cxn modelId="{13E9FBE8-7AE4-4981-AB3F-FF05195D6E61}" type="presParOf" srcId="{A4671DCF-0307-4B00-A41B-6F7EAC765ADF}" destId="{56B96255-2454-4787-AD85-017D6A92800B}" srcOrd="11" destOrd="0" presId="urn:microsoft.com/office/officeart/2005/8/layout/cycle6"/>
    <dgm:cxn modelId="{894DA860-EFF5-4C58-A4C5-723ACBC74F1C}" type="presParOf" srcId="{A4671DCF-0307-4B00-A41B-6F7EAC765ADF}" destId="{0170CE48-8C55-49A4-84C8-E5A8A5D53D5C}" srcOrd="12" destOrd="0" presId="urn:microsoft.com/office/officeart/2005/8/layout/cycle6"/>
    <dgm:cxn modelId="{6EDFC5FF-4A0F-4CC8-A25C-94DE683CCF54}" type="presParOf" srcId="{A4671DCF-0307-4B00-A41B-6F7EAC765ADF}" destId="{88A90E10-57C9-48F1-AB4C-858799177854}" srcOrd="13" destOrd="0" presId="urn:microsoft.com/office/officeart/2005/8/layout/cycle6"/>
    <dgm:cxn modelId="{9540D396-59DD-484D-9A2D-F1D5939C519B}" type="presParOf" srcId="{A4671DCF-0307-4B00-A41B-6F7EAC765ADF}" destId="{0047DB9F-9225-4FFC-A2AA-6F5668B43C1E}" srcOrd="14" destOrd="0" presId="urn:microsoft.com/office/officeart/2005/8/layout/cycle6"/>
    <dgm:cxn modelId="{0534028D-6BE7-4633-A7F6-3556E373E645}" type="presParOf" srcId="{A4671DCF-0307-4B00-A41B-6F7EAC765ADF}" destId="{334A7BF0-4D1C-4CAF-BD3F-9125FAD27016}" srcOrd="15" destOrd="0" presId="urn:microsoft.com/office/officeart/2005/8/layout/cycle6"/>
    <dgm:cxn modelId="{F3689014-3E05-49B2-8B0F-BA28BA315782}" type="presParOf" srcId="{A4671DCF-0307-4B00-A41B-6F7EAC765ADF}" destId="{797DD718-D1D9-428A-8A46-7245B020A569}" srcOrd="16" destOrd="0" presId="urn:microsoft.com/office/officeart/2005/8/layout/cycle6"/>
    <dgm:cxn modelId="{6A05256D-C3C4-4D3C-9BE7-78CE2A77FA2E}" type="presParOf" srcId="{A4671DCF-0307-4B00-A41B-6F7EAC765ADF}" destId="{3B915822-5B15-4D3D-BFE9-A0375A034A14}" srcOrd="17" destOrd="0" presId="urn:microsoft.com/office/officeart/2005/8/layout/cycle6"/>
    <dgm:cxn modelId="{AE765BC1-E250-402A-965D-7A4780CD8CD0}" type="presParOf" srcId="{A4671DCF-0307-4B00-A41B-6F7EAC765ADF}" destId="{535C9277-E8C5-4E18-979A-F68BC0BD21B8}" srcOrd="18" destOrd="0" presId="urn:microsoft.com/office/officeart/2005/8/layout/cycle6"/>
    <dgm:cxn modelId="{43FE7025-E107-48BE-AAF7-EF070F959F1F}" type="presParOf" srcId="{A4671DCF-0307-4B00-A41B-6F7EAC765ADF}" destId="{383FEF50-917C-4C42-B44E-23C62F798E9B}" srcOrd="19" destOrd="0" presId="urn:microsoft.com/office/officeart/2005/8/layout/cycle6"/>
    <dgm:cxn modelId="{030343EA-DE09-43FF-BA73-15892109C4D1}" type="presParOf" srcId="{A4671DCF-0307-4B00-A41B-6F7EAC765ADF}" destId="{A4849CA3-FDBC-4A3A-9E29-B39312DFC7FB}" srcOrd="20"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86A69E-A435-4C40-89B6-8041F44D7A1E}" type="doc">
      <dgm:prSet loTypeId="urn:microsoft.com/office/officeart/2005/8/layout/default" loCatId="list" qsTypeId="urn:microsoft.com/office/officeart/2005/8/quickstyle/simple1" qsCatId="simple" csTypeId="urn:microsoft.com/office/officeart/2005/8/colors/accent2_2" csCatId="accent2" phldr="1"/>
      <dgm:spPr/>
      <dgm:t>
        <a:bodyPr/>
        <a:lstStyle/>
        <a:p>
          <a:endParaRPr lang="es-ES"/>
        </a:p>
      </dgm:t>
    </dgm:pt>
    <dgm:pt modelId="{3853200B-4F2E-4069-BF92-FFCD6A00C303}">
      <dgm:prSet phldrT="[Texto]"/>
      <dgm:spPr/>
      <dgm:t>
        <a:bodyPr/>
        <a:lstStyle/>
        <a:p>
          <a:r>
            <a:rPr lang="es-ES"/>
            <a:t>Modelo en Cascada (Waterfall)</a:t>
          </a:r>
        </a:p>
      </dgm:t>
    </dgm:pt>
    <dgm:pt modelId="{35BD8A87-9BC4-4501-B4C0-274C5E0254F7}" type="parTrans" cxnId="{E913A1D8-8814-46E0-AB4F-75AF2D4B636F}">
      <dgm:prSet/>
      <dgm:spPr/>
      <dgm:t>
        <a:bodyPr/>
        <a:lstStyle/>
        <a:p>
          <a:endParaRPr lang="es-ES"/>
        </a:p>
      </dgm:t>
    </dgm:pt>
    <dgm:pt modelId="{8D4282E4-4298-4B8D-B4E4-25741C89861F}" type="sibTrans" cxnId="{E913A1D8-8814-46E0-AB4F-75AF2D4B636F}">
      <dgm:prSet/>
      <dgm:spPr/>
      <dgm:t>
        <a:bodyPr/>
        <a:lstStyle/>
        <a:p>
          <a:endParaRPr lang="es-ES"/>
        </a:p>
      </dgm:t>
    </dgm:pt>
    <dgm:pt modelId="{FF2AC183-D274-4659-B6E6-7B033D804EFD}">
      <dgm:prSet/>
      <dgm:spPr/>
      <dgm:t>
        <a:bodyPr/>
        <a:lstStyle/>
        <a:p>
          <a:r>
            <a:rPr lang="es-ES"/>
            <a:t>Modelo en Espiral</a:t>
          </a:r>
        </a:p>
      </dgm:t>
    </dgm:pt>
    <dgm:pt modelId="{CC8F855F-EE97-4D81-A86B-0F153E961670}" type="parTrans" cxnId="{422692F9-DB62-480D-BF09-33E5FEE38AEB}">
      <dgm:prSet/>
      <dgm:spPr/>
      <dgm:t>
        <a:bodyPr/>
        <a:lstStyle/>
        <a:p>
          <a:endParaRPr lang="es-ES"/>
        </a:p>
      </dgm:t>
    </dgm:pt>
    <dgm:pt modelId="{958784AB-94AB-4681-A2BB-897028E4A1AB}" type="sibTrans" cxnId="{422692F9-DB62-480D-BF09-33E5FEE38AEB}">
      <dgm:prSet/>
      <dgm:spPr/>
      <dgm:t>
        <a:bodyPr/>
        <a:lstStyle/>
        <a:p>
          <a:endParaRPr lang="es-ES"/>
        </a:p>
      </dgm:t>
    </dgm:pt>
    <dgm:pt modelId="{9A2717FC-FF56-418F-9E4B-59D61940D0C9}">
      <dgm:prSet/>
      <dgm:spPr/>
      <dgm:t>
        <a:bodyPr/>
        <a:lstStyle/>
        <a:p>
          <a:r>
            <a:rPr lang="es-ES"/>
            <a:t>Modelo de Desarrollo Incremental</a:t>
          </a:r>
        </a:p>
      </dgm:t>
    </dgm:pt>
    <dgm:pt modelId="{7418E12A-F23C-46F7-AB6C-5BDC72267C83}" type="parTrans" cxnId="{ABD0E0D1-DA1C-4497-B728-FD265F5F2036}">
      <dgm:prSet/>
      <dgm:spPr/>
      <dgm:t>
        <a:bodyPr/>
        <a:lstStyle/>
        <a:p>
          <a:endParaRPr lang="es-ES"/>
        </a:p>
      </dgm:t>
    </dgm:pt>
    <dgm:pt modelId="{E7463F0B-9C29-421E-B5B2-8D499B3B54AB}" type="sibTrans" cxnId="{ABD0E0D1-DA1C-4497-B728-FD265F5F2036}">
      <dgm:prSet/>
      <dgm:spPr/>
      <dgm:t>
        <a:bodyPr/>
        <a:lstStyle/>
        <a:p>
          <a:endParaRPr lang="es-ES"/>
        </a:p>
      </dgm:t>
    </dgm:pt>
    <dgm:pt modelId="{F5372551-01D8-4D61-B7CD-99BC02361798}">
      <dgm:prSet/>
      <dgm:spPr/>
      <dgm:t>
        <a:bodyPr/>
        <a:lstStyle/>
        <a:p>
          <a:r>
            <a:rPr lang="es-ES" dirty="0"/>
            <a:t>Modelo de Desarrollo en V</a:t>
          </a:r>
        </a:p>
      </dgm:t>
    </dgm:pt>
    <dgm:pt modelId="{F71F3930-40E5-4CFB-9F2A-214C4F6493F1}" type="parTrans" cxnId="{82C69379-33A9-4DC5-A7AD-4F7A11F2FC23}">
      <dgm:prSet/>
      <dgm:spPr/>
      <dgm:t>
        <a:bodyPr/>
        <a:lstStyle/>
        <a:p>
          <a:endParaRPr lang="es-ES"/>
        </a:p>
      </dgm:t>
    </dgm:pt>
    <dgm:pt modelId="{5A7D0D6E-F18B-4431-95BD-8CF3EC848D7D}" type="sibTrans" cxnId="{82C69379-33A9-4DC5-A7AD-4F7A11F2FC23}">
      <dgm:prSet/>
      <dgm:spPr/>
      <dgm:t>
        <a:bodyPr/>
        <a:lstStyle/>
        <a:p>
          <a:endParaRPr lang="es-ES"/>
        </a:p>
      </dgm:t>
    </dgm:pt>
    <dgm:pt modelId="{D854F721-547E-43CF-8966-6536CCB0E889}" type="pres">
      <dgm:prSet presAssocID="{F986A69E-A435-4C40-89B6-8041F44D7A1E}" presName="diagram" presStyleCnt="0">
        <dgm:presLayoutVars>
          <dgm:dir/>
          <dgm:resizeHandles val="exact"/>
        </dgm:presLayoutVars>
      </dgm:prSet>
      <dgm:spPr/>
    </dgm:pt>
    <dgm:pt modelId="{2A28D1C4-BB7F-426D-9443-E839681FD663}" type="pres">
      <dgm:prSet presAssocID="{3853200B-4F2E-4069-BF92-FFCD6A00C303}" presName="node" presStyleLbl="node1" presStyleIdx="0" presStyleCnt="4">
        <dgm:presLayoutVars>
          <dgm:bulletEnabled val="1"/>
        </dgm:presLayoutVars>
      </dgm:prSet>
      <dgm:spPr/>
    </dgm:pt>
    <dgm:pt modelId="{8087495F-7340-4E7D-BB41-443A3382C65C}" type="pres">
      <dgm:prSet presAssocID="{8D4282E4-4298-4B8D-B4E4-25741C89861F}" presName="sibTrans" presStyleCnt="0"/>
      <dgm:spPr/>
    </dgm:pt>
    <dgm:pt modelId="{5B0A7603-28AA-4342-9EDA-FD78F1593EA1}" type="pres">
      <dgm:prSet presAssocID="{FF2AC183-D274-4659-B6E6-7B033D804EFD}" presName="node" presStyleLbl="node1" presStyleIdx="1" presStyleCnt="4">
        <dgm:presLayoutVars>
          <dgm:bulletEnabled val="1"/>
        </dgm:presLayoutVars>
      </dgm:prSet>
      <dgm:spPr/>
    </dgm:pt>
    <dgm:pt modelId="{618A7560-C1EC-40BE-BBCB-33854E6EB711}" type="pres">
      <dgm:prSet presAssocID="{958784AB-94AB-4681-A2BB-897028E4A1AB}" presName="sibTrans" presStyleCnt="0"/>
      <dgm:spPr/>
    </dgm:pt>
    <dgm:pt modelId="{01137F7E-1826-4697-B123-421A138B9645}" type="pres">
      <dgm:prSet presAssocID="{9A2717FC-FF56-418F-9E4B-59D61940D0C9}" presName="node" presStyleLbl="node1" presStyleIdx="2" presStyleCnt="4">
        <dgm:presLayoutVars>
          <dgm:bulletEnabled val="1"/>
        </dgm:presLayoutVars>
      </dgm:prSet>
      <dgm:spPr/>
    </dgm:pt>
    <dgm:pt modelId="{B7FCE626-406A-4727-B447-B9D9DA60CC8D}" type="pres">
      <dgm:prSet presAssocID="{E7463F0B-9C29-421E-B5B2-8D499B3B54AB}" presName="sibTrans" presStyleCnt="0"/>
      <dgm:spPr/>
    </dgm:pt>
    <dgm:pt modelId="{390F034B-29E8-413A-B1BA-EE98D1AB6016}" type="pres">
      <dgm:prSet presAssocID="{F5372551-01D8-4D61-B7CD-99BC02361798}" presName="node" presStyleLbl="node1" presStyleIdx="3" presStyleCnt="4">
        <dgm:presLayoutVars>
          <dgm:bulletEnabled val="1"/>
        </dgm:presLayoutVars>
      </dgm:prSet>
      <dgm:spPr/>
    </dgm:pt>
  </dgm:ptLst>
  <dgm:cxnLst>
    <dgm:cxn modelId="{CFC35406-963E-4CB9-97B6-CB0998DB06FA}" type="presOf" srcId="{9A2717FC-FF56-418F-9E4B-59D61940D0C9}" destId="{01137F7E-1826-4697-B123-421A138B9645}" srcOrd="0" destOrd="0" presId="urn:microsoft.com/office/officeart/2005/8/layout/default"/>
    <dgm:cxn modelId="{90EAA419-4615-4AC0-B601-27D11058E3EB}" type="presOf" srcId="{3853200B-4F2E-4069-BF92-FFCD6A00C303}" destId="{2A28D1C4-BB7F-426D-9443-E839681FD663}" srcOrd="0" destOrd="0" presId="urn:microsoft.com/office/officeart/2005/8/layout/default"/>
    <dgm:cxn modelId="{1CFE5E55-589A-4E42-AB2B-F194A5CA44D6}" type="presOf" srcId="{F5372551-01D8-4D61-B7CD-99BC02361798}" destId="{390F034B-29E8-413A-B1BA-EE98D1AB6016}" srcOrd="0" destOrd="0" presId="urn:microsoft.com/office/officeart/2005/8/layout/default"/>
    <dgm:cxn modelId="{82C69379-33A9-4DC5-A7AD-4F7A11F2FC23}" srcId="{F986A69E-A435-4C40-89B6-8041F44D7A1E}" destId="{F5372551-01D8-4D61-B7CD-99BC02361798}" srcOrd="3" destOrd="0" parTransId="{F71F3930-40E5-4CFB-9F2A-214C4F6493F1}" sibTransId="{5A7D0D6E-F18B-4431-95BD-8CF3EC848D7D}"/>
    <dgm:cxn modelId="{92991284-7D06-4B1E-BB53-C7F1D453CC00}" type="presOf" srcId="{F986A69E-A435-4C40-89B6-8041F44D7A1E}" destId="{D854F721-547E-43CF-8966-6536CCB0E889}" srcOrd="0" destOrd="0" presId="urn:microsoft.com/office/officeart/2005/8/layout/default"/>
    <dgm:cxn modelId="{ABD0E0D1-DA1C-4497-B728-FD265F5F2036}" srcId="{F986A69E-A435-4C40-89B6-8041F44D7A1E}" destId="{9A2717FC-FF56-418F-9E4B-59D61940D0C9}" srcOrd="2" destOrd="0" parTransId="{7418E12A-F23C-46F7-AB6C-5BDC72267C83}" sibTransId="{E7463F0B-9C29-421E-B5B2-8D499B3B54AB}"/>
    <dgm:cxn modelId="{E913A1D8-8814-46E0-AB4F-75AF2D4B636F}" srcId="{F986A69E-A435-4C40-89B6-8041F44D7A1E}" destId="{3853200B-4F2E-4069-BF92-FFCD6A00C303}" srcOrd="0" destOrd="0" parTransId="{35BD8A87-9BC4-4501-B4C0-274C5E0254F7}" sibTransId="{8D4282E4-4298-4B8D-B4E4-25741C89861F}"/>
    <dgm:cxn modelId="{DC6B7DEC-E571-40F7-AD73-1D36222BA851}" type="presOf" srcId="{FF2AC183-D274-4659-B6E6-7B033D804EFD}" destId="{5B0A7603-28AA-4342-9EDA-FD78F1593EA1}" srcOrd="0" destOrd="0" presId="urn:microsoft.com/office/officeart/2005/8/layout/default"/>
    <dgm:cxn modelId="{422692F9-DB62-480D-BF09-33E5FEE38AEB}" srcId="{F986A69E-A435-4C40-89B6-8041F44D7A1E}" destId="{FF2AC183-D274-4659-B6E6-7B033D804EFD}" srcOrd="1" destOrd="0" parTransId="{CC8F855F-EE97-4D81-A86B-0F153E961670}" sibTransId="{958784AB-94AB-4681-A2BB-897028E4A1AB}"/>
    <dgm:cxn modelId="{8B907CCC-761D-41C5-80F8-71A08FC66F3F}" type="presParOf" srcId="{D854F721-547E-43CF-8966-6536CCB0E889}" destId="{2A28D1C4-BB7F-426D-9443-E839681FD663}" srcOrd="0" destOrd="0" presId="urn:microsoft.com/office/officeart/2005/8/layout/default"/>
    <dgm:cxn modelId="{5F25DD51-8D4A-49F3-A90E-1E0356AFD243}" type="presParOf" srcId="{D854F721-547E-43CF-8966-6536CCB0E889}" destId="{8087495F-7340-4E7D-BB41-443A3382C65C}" srcOrd="1" destOrd="0" presId="urn:microsoft.com/office/officeart/2005/8/layout/default"/>
    <dgm:cxn modelId="{3AB19434-91AE-47ED-888F-434A65B8FC9C}" type="presParOf" srcId="{D854F721-547E-43CF-8966-6536CCB0E889}" destId="{5B0A7603-28AA-4342-9EDA-FD78F1593EA1}" srcOrd="2" destOrd="0" presId="urn:microsoft.com/office/officeart/2005/8/layout/default"/>
    <dgm:cxn modelId="{07548DAB-0FB1-4ABE-8264-EF4461B61CD4}" type="presParOf" srcId="{D854F721-547E-43CF-8966-6536CCB0E889}" destId="{618A7560-C1EC-40BE-BBCB-33854E6EB711}" srcOrd="3" destOrd="0" presId="urn:microsoft.com/office/officeart/2005/8/layout/default"/>
    <dgm:cxn modelId="{79CAD245-8291-4101-8630-AD705C82C9A3}" type="presParOf" srcId="{D854F721-547E-43CF-8966-6536CCB0E889}" destId="{01137F7E-1826-4697-B123-421A138B9645}" srcOrd="4" destOrd="0" presId="urn:microsoft.com/office/officeart/2005/8/layout/default"/>
    <dgm:cxn modelId="{35871C7C-4F54-47C5-9F20-76D77553C29C}" type="presParOf" srcId="{D854F721-547E-43CF-8966-6536CCB0E889}" destId="{B7FCE626-406A-4727-B447-B9D9DA60CC8D}" srcOrd="5" destOrd="0" presId="urn:microsoft.com/office/officeart/2005/8/layout/default"/>
    <dgm:cxn modelId="{76EBD022-4874-40AF-92A7-60BE73B6526E}" type="presParOf" srcId="{D854F721-547E-43CF-8966-6536CCB0E889}" destId="{390F034B-29E8-413A-B1BA-EE98D1AB6016}"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10ECD-3714-44F8-B74D-60FE26B53AAD}">
      <dsp:nvSpPr>
        <dsp:cNvPr id="0" name=""/>
        <dsp:cNvSpPr/>
      </dsp:nvSpPr>
      <dsp:spPr>
        <a:xfrm>
          <a:off x="0" y="523874"/>
          <a:ext cx="3357562" cy="201453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Font typeface="Symbol" panose="05050102010706020507" pitchFamily="18" charset="2"/>
            <a:buNone/>
          </a:pPr>
          <a:r>
            <a:rPr lang="es-ES" sz="2800" kern="1200"/>
            <a:t>Debe ser preciso y ordenado.</a:t>
          </a:r>
        </a:p>
      </dsp:txBody>
      <dsp:txXfrm>
        <a:off x="0" y="523874"/>
        <a:ext cx="3357562" cy="2014537"/>
      </dsp:txXfrm>
    </dsp:sp>
    <dsp:sp modelId="{FED7309A-7154-4769-857B-FB4E90ED06B8}">
      <dsp:nvSpPr>
        <dsp:cNvPr id="0" name=""/>
        <dsp:cNvSpPr/>
      </dsp:nvSpPr>
      <dsp:spPr>
        <a:xfrm>
          <a:off x="3693318" y="523874"/>
          <a:ext cx="3357562" cy="2014537"/>
        </a:xfrm>
        <a:prstGeom prst="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Font typeface="Symbol" panose="05050102010706020507" pitchFamily="18" charset="2"/>
            <a:buNone/>
          </a:pPr>
          <a:r>
            <a:rPr lang="es-ES" sz="2800" kern="1200"/>
            <a:t>Debe estar bien definido y que siempre se obtenga el mismo  resultado.</a:t>
          </a:r>
        </a:p>
      </dsp:txBody>
      <dsp:txXfrm>
        <a:off x="3693318" y="523874"/>
        <a:ext cx="3357562" cy="2014537"/>
      </dsp:txXfrm>
    </dsp:sp>
    <dsp:sp modelId="{116F59A1-904A-45ED-932A-06B86AA293B4}">
      <dsp:nvSpPr>
        <dsp:cNvPr id="0" name=""/>
        <dsp:cNvSpPr/>
      </dsp:nvSpPr>
      <dsp:spPr>
        <a:xfrm>
          <a:off x="7386637" y="523874"/>
          <a:ext cx="3357562" cy="2014537"/>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Font typeface="Symbol" panose="05050102010706020507" pitchFamily="18" charset="2"/>
            <a:buNone/>
          </a:pPr>
          <a:r>
            <a:rPr lang="es-ES" sz="2800" kern="1200"/>
            <a:t>Debe ser finito.</a:t>
          </a:r>
        </a:p>
      </dsp:txBody>
      <dsp:txXfrm>
        <a:off x="7386637" y="523874"/>
        <a:ext cx="3357562" cy="20145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F9AAC-A652-4EB0-A804-052838A9A1A8}">
      <dsp:nvSpPr>
        <dsp:cNvPr id="0" name=""/>
        <dsp:cNvSpPr/>
      </dsp:nvSpPr>
      <dsp:spPr>
        <a:xfrm>
          <a:off x="1653937" y="1667"/>
          <a:ext cx="4026428" cy="2415857"/>
        </a:xfrm>
        <a:prstGeom prst="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kern="1200" dirty="0"/>
            <a:t>Compilador:</a:t>
          </a:r>
          <a:r>
            <a:rPr lang="es-ES" sz="1400" kern="1200" dirty="0"/>
            <a:t> </a:t>
          </a:r>
        </a:p>
        <a:p>
          <a:pPr marL="0" lvl="0" indent="0" algn="ctr" defTabSz="622300">
            <a:lnSpc>
              <a:spcPct val="90000"/>
            </a:lnSpc>
            <a:spcBef>
              <a:spcPct val="0"/>
            </a:spcBef>
            <a:spcAft>
              <a:spcPct val="35000"/>
            </a:spcAft>
            <a:buNone/>
          </a:pPr>
          <a:r>
            <a:rPr lang="es-ES" sz="1400" kern="1200" dirty="0"/>
            <a:t>Un compilador es un tipo de traductor que convierte el código fuente completo de un programa en un archivo ejecutable. El compilador lee el código fuente en su totalidad y lo traduce a un código de máquina específico del procesador. Este código de máquina puede ser ejecutado por la computadora directamente. Los lenguajes compilados suelen generar archivos ejecutables independientes del sistema operativo.</a:t>
          </a:r>
        </a:p>
      </dsp:txBody>
      <dsp:txXfrm>
        <a:off x="1653937" y="1667"/>
        <a:ext cx="4026428" cy="2415857"/>
      </dsp:txXfrm>
    </dsp:sp>
    <dsp:sp modelId="{430A20E8-283D-4D65-A4D8-49395CF89FDD}">
      <dsp:nvSpPr>
        <dsp:cNvPr id="0" name=""/>
        <dsp:cNvSpPr/>
      </dsp:nvSpPr>
      <dsp:spPr>
        <a:xfrm>
          <a:off x="6083008" y="1667"/>
          <a:ext cx="4026428" cy="2415857"/>
        </a:xfrm>
        <a:prstGeom prst="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Symbol" panose="05050102010706020507" pitchFamily="18" charset="2"/>
            <a:buNone/>
          </a:pPr>
          <a:r>
            <a:rPr lang="es-ES" sz="1400" b="1" kern="1200" dirty="0"/>
            <a:t>Intérprete:</a:t>
          </a:r>
          <a:r>
            <a:rPr lang="es-ES" sz="1400" kern="1200" dirty="0"/>
            <a:t> </a:t>
          </a:r>
        </a:p>
        <a:p>
          <a:pPr marL="0" lvl="0" indent="0" algn="ctr" defTabSz="622300">
            <a:lnSpc>
              <a:spcPct val="90000"/>
            </a:lnSpc>
            <a:spcBef>
              <a:spcPct val="0"/>
            </a:spcBef>
            <a:spcAft>
              <a:spcPct val="35000"/>
            </a:spcAft>
            <a:buFont typeface="Symbol" panose="05050102010706020507" pitchFamily="18" charset="2"/>
            <a:buNone/>
          </a:pPr>
          <a:r>
            <a:rPr lang="es-ES" sz="1400" kern="1200" dirty="0"/>
            <a:t>Un intérprete es otro tipo de traductor que traduce y ejecuta el código fuente línea por línea en tiempo real. En lugar de generar un archivo ejecutable, el intérprete lee el código fuente y lo traduce a instrucciones de máquina a medida que el programa se ejecuta. Los lenguajes interpretados suelen requerir la presencia del intérprete en la máquina donde se ejecuta el programa.</a:t>
          </a:r>
        </a:p>
      </dsp:txBody>
      <dsp:txXfrm>
        <a:off x="6083008" y="1667"/>
        <a:ext cx="4026428" cy="2415857"/>
      </dsp:txXfrm>
    </dsp:sp>
    <dsp:sp modelId="{1E317ED7-47AE-4815-9467-7D5FAA054EC1}">
      <dsp:nvSpPr>
        <dsp:cNvPr id="0" name=""/>
        <dsp:cNvSpPr/>
      </dsp:nvSpPr>
      <dsp:spPr>
        <a:xfrm>
          <a:off x="1653937" y="2820167"/>
          <a:ext cx="4026428" cy="2415857"/>
        </a:xfrm>
        <a:prstGeom prst="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Symbol" panose="05050102010706020507" pitchFamily="18" charset="2"/>
            <a:buNone/>
          </a:pPr>
          <a:r>
            <a:rPr lang="es-ES" sz="1400" b="1" kern="1200" dirty="0"/>
            <a:t>Ensamblador:</a:t>
          </a:r>
          <a:r>
            <a:rPr lang="es-ES" sz="1400" kern="1200" dirty="0"/>
            <a:t> </a:t>
          </a:r>
        </a:p>
        <a:p>
          <a:pPr marL="0" lvl="0" indent="0" algn="ctr" defTabSz="622300">
            <a:lnSpc>
              <a:spcPct val="90000"/>
            </a:lnSpc>
            <a:spcBef>
              <a:spcPct val="0"/>
            </a:spcBef>
            <a:spcAft>
              <a:spcPct val="35000"/>
            </a:spcAft>
            <a:buFont typeface="Symbol" panose="05050102010706020507" pitchFamily="18" charset="2"/>
            <a:buNone/>
          </a:pPr>
          <a:r>
            <a:rPr lang="es-ES" sz="1400" kern="1200" dirty="0"/>
            <a:t>El ensamblador es un tipo especial de traductor que convierte el código escrito en lenguaje ensamblador (mnemotécnicos que representan las instrucciones de máquina) en código de máquina directamente legible por la CPU. El ensamblador no proporciona una abstracción significativa sobre la arquitectura del hardware y, por lo tanto, se considera un lenguaje de bajo nivel.</a:t>
          </a:r>
        </a:p>
      </dsp:txBody>
      <dsp:txXfrm>
        <a:off x="1653937" y="2820167"/>
        <a:ext cx="4026428" cy="2415857"/>
      </dsp:txXfrm>
    </dsp:sp>
    <dsp:sp modelId="{93008A08-7805-4FA4-B44F-16EBC427C6EA}">
      <dsp:nvSpPr>
        <dsp:cNvPr id="0" name=""/>
        <dsp:cNvSpPr/>
      </dsp:nvSpPr>
      <dsp:spPr>
        <a:xfrm>
          <a:off x="6083008" y="2820167"/>
          <a:ext cx="4026428" cy="2415857"/>
        </a:xfrm>
        <a:prstGeom prst="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Symbol" panose="05050102010706020507" pitchFamily="18" charset="2"/>
            <a:buNone/>
          </a:pPr>
          <a:r>
            <a:rPr lang="es-ES" sz="1400" b="1" kern="1200" dirty="0"/>
            <a:t>Preprocesador:</a:t>
          </a:r>
          <a:r>
            <a:rPr lang="es-ES" sz="1400" kern="1200" dirty="0"/>
            <a:t> </a:t>
          </a:r>
        </a:p>
        <a:p>
          <a:pPr marL="0" lvl="0" indent="0" algn="ctr" defTabSz="622300">
            <a:lnSpc>
              <a:spcPct val="90000"/>
            </a:lnSpc>
            <a:spcBef>
              <a:spcPct val="0"/>
            </a:spcBef>
            <a:spcAft>
              <a:spcPct val="35000"/>
            </a:spcAft>
            <a:buFont typeface="Symbol" panose="05050102010706020507" pitchFamily="18" charset="2"/>
            <a:buNone/>
          </a:pPr>
          <a:r>
            <a:rPr lang="es-ES" sz="1400" kern="1200" dirty="0"/>
            <a:t>Algunos lenguajes, como C y C++, utilizan un preprocesador para realizar tareas como la inclusión de archivos, la definición de constantes y la expansión de macros antes de que el código se compile. El preprocesador se ejecuta antes del compilador y procesa las directivas del preprocesador antes de que el código se traduzca al lenguaje de máquina.</a:t>
          </a:r>
        </a:p>
      </dsp:txBody>
      <dsp:txXfrm>
        <a:off x="6083008" y="2820167"/>
        <a:ext cx="4026428" cy="24158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35423-2CB2-4EB2-BCB3-FD5A12901B25}">
      <dsp:nvSpPr>
        <dsp:cNvPr id="0" name=""/>
        <dsp:cNvSpPr/>
      </dsp:nvSpPr>
      <dsp:spPr>
        <a:xfrm>
          <a:off x="4685707" y="1500"/>
          <a:ext cx="1353735" cy="87992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Font typeface="+mj-lt"/>
            <a:buNone/>
          </a:pPr>
          <a:r>
            <a:rPr lang="es-ES" sz="900" kern="1200"/>
            <a:t>A. </a:t>
          </a:r>
          <a:r>
            <a:rPr lang="es-ES" sz="900" b="1" kern="1200"/>
            <a:t>Recolección de Requisitos</a:t>
          </a:r>
          <a:endParaRPr lang="es-ES" sz="900" kern="1200"/>
        </a:p>
      </dsp:txBody>
      <dsp:txXfrm>
        <a:off x="4728662" y="44455"/>
        <a:ext cx="1267825" cy="794018"/>
      </dsp:txXfrm>
    </dsp:sp>
    <dsp:sp modelId="{30F05521-7FA3-4D7B-8A9B-B4AA0D35A4B7}">
      <dsp:nvSpPr>
        <dsp:cNvPr id="0" name=""/>
        <dsp:cNvSpPr/>
      </dsp:nvSpPr>
      <dsp:spPr>
        <a:xfrm>
          <a:off x="2850739" y="441464"/>
          <a:ext cx="5023671" cy="5023671"/>
        </a:xfrm>
        <a:custGeom>
          <a:avLst/>
          <a:gdLst/>
          <a:ahLst/>
          <a:cxnLst/>
          <a:rect l="0" t="0" r="0" b="0"/>
          <a:pathLst>
            <a:path>
              <a:moveTo>
                <a:pt x="3197667" y="95442"/>
              </a:moveTo>
              <a:arcTo wR="2511835" hR="2511835" stAng="17150715" swAng="1256479"/>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1FBB0D5-BC35-4519-BE31-19A4041DD85D}">
      <dsp:nvSpPr>
        <dsp:cNvPr id="0" name=""/>
        <dsp:cNvSpPr/>
      </dsp:nvSpPr>
      <dsp:spPr>
        <a:xfrm>
          <a:off x="6649539" y="947231"/>
          <a:ext cx="1353735" cy="879928"/>
        </a:xfrm>
        <a:prstGeom prst="roundRect">
          <a:avLst/>
        </a:prstGeom>
        <a:solidFill>
          <a:schemeClr val="accent3">
            <a:hueOff val="686194"/>
            <a:satOff val="4119"/>
            <a:lumOff val="31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B. </a:t>
          </a:r>
          <a:r>
            <a:rPr lang="es-ES" sz="900" b="1" kern="1200"/>
            <a:t>Análisis</a:t>
          </a:r>
          <a:endParaRPr lang="es-ES" sz="900" kern="1200"/>
        </a:p>
      </dsp:txBody>
      <dsp:txXfrm>
        <a:off x="6692494" y="990186"/>
        <a:ext cx="1267825" cy="794018"/>
      </dsp:txXfrm>
    </dsp:sp>
    <dsp:sp modelId="{FD76BB38-8FAF-4F36-9613-904514D38A64}">
      <dsp:nvSpPr>
        <dsp:cNvPr id="0" name=""/>
        <dsp:cNvSpPr/>
      </dsp:nvSpPr>
      <dsp:spPr>
        <a:xfrm>
          <a:off x="2850739" y="441464"/>
          <a:ext cx="5023671" cy="5023671"/>
        </a:xfrm>
        <a:custGeom>
          <a:avLst/>
          <a:gdLst/>
          <a:ahLst/>
          <a:cxnLst/>
          <a:rect l="0" t="0" r="0" b="0"/>
          <a:pathLst>
            <a:path>
              <a:moveTo>
                <a:pt x="4762758" y="1397086"/>
              </a:moveTo>
              <a:arcTo wR="2511835" hR="2511835" stAng="20019211" swAng="1726258"/>
            </a:path>
          </a:pathLst>
        </a:custGeom>
        <a:noFill/>
        <a:ln w="12700" cap="flat" cmpd="sng" algn="ctr">
          <a:solidFill>
            <a:schemeClr val="accent3">
              <a:hueOff val="686194"/>
              <a:satOff val="4119"/>
              <a:lumOff val="3138"/>
              <a:alphaOff val="0"/>
            </a:schemeClr>
          </a:solidFill>
          <a:prstDash val="solid"/>
          <a:miter lim="800000"/>
        </a:ln>
        <a:effectLst/>
      </dsp:spPr>
      <dsp:style>
        <a:lnRef idx="1">
          <a:scrgbClr r="0" g="0" b="0"/>
        </a:lnRef>
        <a:fillRef idx="0">
          <a:scrgbClr r="0" g="0" b="0"/>
        </a:fillRef>
        <a:effectRef idx="0">
          <a:scrgbClr r="0" g="0" b="0"/>
        </a:effectRef>
        <a:fontRef idx="minor"/>
      </dsp:style>
    </dsp:sp>
    <dsp:sp modelId="{3E71EE4E-6B64-4258-98E8-1171D21E812F}">
      <dsp:nvSpPr>
        <dsp:cNvPr id="0" name=""/>
        <dsp:cNvSpPr/>
      </dsp:nvSpPr>
      <dsp:spPr>
        <a:xfrm>
          <a:off x="7134565" y="3072271"/>
          <a:ext cx="1353735" cy="879928"/>
        </a:xfrm>
        <a:prstGeom prst="roundRect">
          <a:avLst/>
        </a:prstGeom>
        <a:solidFill>
          <a:schemeClr val="accent3">
            <a:hueOff val="1372388"/>
            <a:satOff val="8237"/>
            <a:lumOff val="627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C. </a:t>
          </a:r>
          <a:r>
            <a:rPr lang="es-ES" sz="900" b="1" kern="1200"/>
            <a:t>Diseño</a:t>
          </a:r>
          <a:endParaRPr lang="es-ES" sz="900" kern="1200"/>
        </a:p>
      </dsp:txBody>
      <dsp:txXfrm>
        <a:off x="7177520" y="3115226"/>
        <a:ext cx="1267825" cy="794018"/>
      </dsp:txXfrm>
    </dsp:sp>
    <dsp:sp modelId="{AAEBB354-3D98-446D-BFAB-D9A6BDF82233}">
      <dsp:nvSpPr>
        <dsp:cNvPr id="0" name=""/>
        <dsp:cNvSpPr/>
      </dsp:nvSpPr>
      <dsp:spPr>
        <a:xfrm>
          <a:off x="2850739" y="441464"/>
          <a:ext cx="5023671" cy="5023671"/>
        </a:xfrm>
        <a:custGeom>
          <a:avLst/>
          <a:gdLst/>
          <a:ahLst/>
          <a:cxnLst/>
          <a:rect l="0" t="0" r="0" b="0"/>
          <a:pathLst>
            <a:path>
              <a:moveTo>
                <a:pt x="4812489" y="3519958"/>
              </a:moveTo>
              <a:arcTo wR="2511835" hR="2511835" stAng="1419752" swAng="1358668"/>
            </a:path>
          </a:pathLst>
        </a:custGeom>
        <a:noFill/>
        <a:ln w="12700" cap="flat" cmpd="sng" algn="ctr">
          <a:solidFill>
            <a:schemeClr val="accent3">
              <a:hueOff val="1372388"/>
              <a:satOff val="8237"/>
              <a:lumOff val="6275"/>
              <a:alphaOff val="0"/>
            </a:schemeClr>
          </a:solidFill>
          <a:prstDash val="solid"/>
          <a:miter lim="800000"/>
        </a:ln>
        <a:effectLst/>
      </dsp:spPr>
      <dsp:style>
        <a:lnRef idx="1">
          <a:scrgbClr r="0" g="0" b="0"/>
        </a:lnRef>
        <a:fillRef idx="0">
          <a:scrgbClr r="0" g="0" b="0"/>
        </a:fillRef>
        <a:effectRef idx="0">
          <a:scrgbClr r="0" g="0" b="0"/>
        </a:effectRef>
        <a:fontRef idx="minor"/>
      </dsp:style>
    </dsp:sp>
    <dsp:sp modelId="{66232085-95FF-4FE3-AE7B-134BBE94049A}">
      <dsp:nvSpPr>
        <dsp:cNvPr id="0" name=""/>
        <dsp:cNvSpPr/>
      </dsp:nvSpPr>
      <dsp:spPr>
        <a:xfrm>
          <a:off x="5775551" y="4776421"/>
          <a:ext cx="1353735" cy="879928"/>
        </a:xfrm>
        <a:prstGeom prst="roundRect">
          <a:avLst/>
        </a:prstGeom>
        <a:solidFill>
          <a:schemeClr val="accent3">
            <a:hueOff val="2058582"/>
            <a:satOff val="12356"/>
            <a:lumOff val="9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D. </a:t>
          </a:r>
          <a:r>
            <a:rPr lang="es-ES" sz="900" b="1" kern="1200"/>
            <a:t>Implementación (Codificación)</a:t>
          </a:r>
          <a:endParaRPr lang="es-ES" sz="900" kern="1200"/>
        </a:p>
      </dsp:txBody>
      <dsp:txXfrm>
        <a:off x="5818506" y="4819376"/>
        <a:ext cx="1267825" cy="794018"/>
      </dsp:txXfrm>
    </dsp:sp>
    <dsp:sp modelId="{56B96255-2454-4787-AD85-017D6A92800B}">
      <dsp:nvSpPr>
        <dsp:cNvPr id="0" name=""/>
        <dsp:cNvSpPr/>
      </dsp:nvSpPr>
      <dsp:spPr>
        <a:xfrm>
          <a:off x="2850739" y="441464"/>
          <a:ext cx="5023671" cy="5023671"/>
        </a:xfrm>
        <a:custGeom>
          <a:avLst/>
          <a:gdLst/>
          <a:ahLst/>
          <a:cxnLst/>
          <a:rect l="0" t="0" r="0" b="0"/>
          <a:pathLst>
            <a:path>
              <a:moveTo>
                <a:pt x="2916662" y="4990833"/>
              </a:moveTo>
              <a:arcTo wR="2511835" hR="2511835" stAng="4843518" swAng="1112963"/>
            </a:path>
          </a:pathLst>
        </a:custGeom>
        <a:noFill/>
        <a:ln w="12700" cap="flat" cmpd="sng" algn="ctr">
          <a:solidFill>
            <a:schemeClr val="accent3">
              <a:hueOff val="2058582"/>
              <a:satOff val="12356"/>
              <a:lumOff val="9413"/>
              <a:alphaOff val="0"/>
            </a:schemeClr>
          </a:solidFill>
          <a:prstDash val="solid"/>
          <a:miter lim="800000"/>
        </a:ln>
        <a:effectLst/>
      </dsp:spPr>
      <dsp:style>
        <a:lnRef idx="1">
          <a:scrgbClr r="0" g="0" b="0"/>
        </a:lnRef>
        <a:fillRef idx="0">
          <a:scrgbClr r="0" g="0" b="0"/>
        </a:fillRef>
        <a:effectRef idx="0">
          <a:scrgbClr r="0" g="0" b="0"/>
        </a:effectRef>
        <a:fontRef idx="minor"/>
      </dsp:style>
    </dsp:sp>
    <dsp:sp modelId="{0170CE48-8C55-49A4-84C8-E5A8A5D53D5C}">
      <dsp:nvSpPr>
        <dsp:cNvPr id="0" name=""/>
        <dsp:cNvSpPr/>
      </dsp:nvSpPr>
      <dsp:spPr>
        <a:xfrm>
          <a:off x="3595862" y="4776421"/>
          <a:ext cx="1353735" cy="879928"/>
        </a:xfrm>
        <a:prstGeom prst="roundRect">
          <a:avLst/>
        </a:prstGeom>
        <a:solidFill>
          <a:schemeClr val="accent3">
            <a:hueOff val="2744775"/>
            <a:satOff val="16475"/>
            <a:lumOff val="1255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E. </a:t>
          </a:r>
          <a:r>
            <a:rPr lang="es-ES" sz="900" b="1" kern="1200"/>
            <a:t>Pruebas</a:t>
          </a:r>
          <a:endParaRPr lang="es-ES" sz="900" kern="1200"/>
        </a:p>
      </dsp:txBody>
      <dsp:txXfrm>
        <a:off x="3638817" y="4819376"/>
        <a:ext cx="1267825" cy="794018"/>
      </dsp:txXfrm>
    </dsp:sp>
    <dsp:sp modelId="{0047DB9F-9225-4FFC-A2AA-6F5668B43C1E}">
      <dsp:nvSpPr>
        <dsp:cNvPr id="0" name=""/>
        <dsp:cNvSpPr/>
      </dsp:nvSpPr>
      <dsp:spPr>
        <a:xfrm>
          <a:off x="2850739" y="441464"/>
          <a:ext cx="5023671" cy="5023671"/>
        </a:xfrm>
        <a:custGeom>
          <a:avLst/>
          <a:gdLst/>
          <a:ahLst/>
          <a:cxnLst/>
          <a:rect l="0" t="0" r="0" b="0"/>
          <a:pathLst>
            <a:path>
              <a:moveTo>
                <a:pt x="776674" y="4328022"/>
              </a:moveTo>
              <a:arcTo wR="2511835" hR="2511835" stAng="8021580" swAng="1358668"/>
            </a:path>
          </a:pathLst>
        </a:custGeom>
        <a:noFill/>
        <a:ln w="12700" cap="flat" cmpd="sng" algn="ctr">
          <a:solidFill>
            <a:schemeClr val="accent3">
              <a:hueOff val="2744775"/>
              <a:satOff val="16475"/>
              <a:lumOff val="1255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34A7BF0-4D1C-4CAF-BD3F-9125FAD27016}">
      <dsp:nvSpPr>
        <dsp:cNvPr id="0" name=""/>
        <dsp:cNvSpPr/>
      </dsp:nvSpPr>
      <dsp:spPr>
        <a:xfrm>
          <a:off x="2236848" y="3072271"/>
          <a:ext cx="1353735" cy="879928"/>
        </a:xfrm>
        <a:prstGeom prst="roundRect">
          <a:avLst/>
        </a:prstGeom>
        <a:solidFill>
          <a:schemeClr val="accent3">
            <a:hueOff val="3430969"/>
            <a:satOff val="20593"/>
            <a:lumOff val="15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F. </a:t>
          </a:r>
          <a:r>
            <a:rPr lang="es-ES" sz="900" b="1" kern="1200"/>
            <a:t>Despliegue (Implementación)</a:t>
          </a:r>
          <a:endParaRPr lang="es-ES" sz="900" kern="1200"/>
        </a:p>
      </dsp:txBody>
      <dsp:txXfrm>
        <a:off x="2279803" y="3115226"/>
        <a:ext cx="1267825" cy="794018"/>
      </dsp:txXfrm>
    </dsp:sp>
    <dsp:sp modelId="{3B915822-5B15-4D3D-BFE9-A0375A034A14}">
      <dsp:nvSpPr>
        <dsp:cNvPr id="0" name=""/>
        <dsp:cNvSpPr/>
      </dsp:nvSpPr>
      <dsp:spPr>
        <a:xfrm>
          <a:off x="2850739" y="441464"/>
          <a:ext cx="5023671" cy="5023671"/>
        </a:xfrm>
        <a:custGeom>
          <a:avLst/>
          <a:gdLst/>
          <a:ahLst/>
          <a:cxnLst/>
          <a:rect l="0" t="0" r="0" b="0"/>
          <a:pathLst>
            <a:path>
              <a:moveTo>
                <a:pt x="2248" y="2618092"/>
              </a:moveTo>
              <a:arcTo wR="2511835" hR="2511835" stAng="10654531" swAng="1726258"/>
            </a:path>
          </a:pathLst>
        </a:custGeom>
        <a:noFill/>
        <a:ln w="12700" cap="flat" cmpd="sng" algn="ctr">
          <a:solidFill>
            <a:schemeClr val="accent3">
              <a:hueOff val="3430969"/>
              <a:satOff val="20593"/>
              <a:lumOff val="15687"/>
              <a:alphaOff val="0"/>
            </a:schemeClr>
          </a:solidFill>
          <a:prstDash val="solid"/>
          <a:miter lim="800000"/>
        </a:ln>
        <a:effectLst/>
      </dsp:spPr>
      <dsp:style>
        <a:lnRef idx="1">
          <a:scrgbClr r="0" g="0" b="0"/>
        </a:lnRef>
        <a:fillRef idx="0">
          <a:scrgbClr r="0" g="0" b="0"/>
        </a:fillRef>
        <a:effectRef idx="0">
          <a:scrgbClr r="0" g="0" b="0"/>
        </a:effectRef>
        <a:fontRef idx="minor"/>
      </dsp:style>
    </dsp:sp>
    <dsp:sp modelId="{535C9277-E8C5-4E18-979A-F68BC0BD21B8}">
      <dsp:nvSpPr>
        <dsp:cNvPr id="0" name=""/>
        <dsp:cNvSpPr/>
      </dsp:nvSpPr>
      <dsp:spPr>
        <a:xfrm>
          <a:off x="2721874" y="947231"/>
          <a:ext cx="1353735" cy="879928"/>
        </a:xfrm>
        <a:prstGeom prst="round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G. </a:t>
          </a:r>
          <a:r>
            <a:rPr lang="es-ES" sz="900" b="1" kern="1200"/>
            <a:t>Mantenimiento</a:t>
          </a:r>
          <a:endParaRPr lang="es-ES" sz="900" kern="1200"/>
        </a:p>
      </dsp:txBody>
      <dsp:txXfrm>
        <a:off x="2764829" y="990186"/>
        <a:ext cx="1267825" cy="794018"/>
      </dsp:txXfrm>
    </dsp:sp>
    <dsp:sp modelId="{A4849CA3-FDBC-4A3A-9E29-B39312DFC7FB}">
      <dsp:nvSpPr>
        <dsp:cNvPr id="0" name=""/>
        <dsp:cNvSpPr/>
      </dsp:nvSpPr>
      <dsp:spPr>
        <a:xfrm>
          <a:off x="2850739" y="441464"/>
          <a:ext cx="5023671" cy="5023671"/>
        </a:xfrm>
        <a:custGeom>
          <a:avLst/>
          <a:gdLst/>
          <a:ahLst/>
          <a:cxnLst/>
          <a:rect l="0" t="0" r="0" b="0"/>
          <a:pathLst>
            <a:path>
              <a:moveTo>
                <a:pt x="1007658" y="500176"/>
              </a:moveTo>
              <a:arcTo wR="2511835" hR="2511835" stAng="13992807" swAng="1256479"/>
            </a:path>
          </a:pathLst>
        </a:custGeom>
        <a:noFill/>
        <a:ln w="12700" cap="flat" cmpd="sng" algn="ctr">
          <a:solidFill>
            <a:schemeClr val="accent3">
              <a:hueOff val="4117163"/>
              <a:satOff val="24712"/>
              <a:lumOff val="18825"/>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8D1C4-BB7F-426D-9443-E839681FD663}">
      <dsp:nvSpPr>
        <dsp:cNvPr id="0" name=""/>
        <dsp:cNvSpPr/>
      </dsp:nvSpPr>
      <dsp:spPr>
        <a:xfrm>
          <a:off x="691270" y="728"/>
          <a:ext cx="1753214" cy="10519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ES" sz="2100" kern="1200"/>
            <a:t>Modelo en Cascada (Waterfall)</a:t>
          </a:r>
        </a:p>
      </dsp:txBody>
      <dsp:txXfrm>
        <a:off x="691270" y="728"/>
        <a:ext cx="1753214" cy="1051928"/>
      </dsp:txXfrm>
    </dsp:sp>
    <dsp:sp modelId="{5B0A7603-28AA-4342-9EDA-FD78F1593EA1}">
      <dsp:nvSpPr>
        <dsp:cNvPr id="0" name=""/>
        <dsp:cNvSpPr/>
      </dsp:nvSpPr>
      <dsp:spPr>
        <a:xfrm>
          <a:off x="2619806" y="728"/>
          <a:ext cx="1753214" cy="10519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ES" sz="2100" kern="1200"/>
            <a:t>Modelo en Espiral</a:t>
          </a:r>
        </a:p>
      </dsp:txBody>
      <dsp:txXfrm>
        <a:off x="2619806" y="728"/>
        <a:ext cx="1753214" cy="1051928"/>
      </dsp:txXfrm>
    </dsp:sp>
    <dsp:sp modelId="{01137F7E-1826-4697-B123-421A138B9645}">
      <dsp:nvSpPr>
        <dsp:cNvPr id="0" name=""/>
        <dsp:cNvSpPr/>
      </dsp:nvSpPr>
      <dsp:spPr>
        <a:xfrm>
          <a:off x="691270" y="1227978"/>
          <a:ext cx="1753214" cy="10519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ES" sz="2100" kern="1200"/>
            <a:t>Modelo de Desarrollo Incremental</a:t>
          </a:r>
        </a:p>
      </dsp:txBody>
      <dsp:txXfrm>
        <a:off x="691270" y="1227978"/>
        <a:ext cx="1753214" cy="1051928"/>
      </dsp:txXfrm>
    </dsp:sp>
    <dsp:sp modelId="{390F034B-29E8-413A-B1BA-EE98D1AB6016}">
      <dsp:nvSpPr>
        <dsp:cNvPr id="0" name=""/>
        <dsp:cNvSpPr/>
      </dsp:nvSpPr>
      <dsp:spPr>
        <a:xfrm>
          <a:off x="2619806" y="1227978"/>
          <a:ext cx="1753214" cy="10519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ES" sz="2100" kern="1200" dirty="0"/>
            <a:t>Modelo de Desarrollo en V</a:t>
          </a:r>
        </a:p>
      </dsp:txBody>
      <dsp:txXfrm>
        <a:off x="2619806" y="1227978"/>
        <a:ext cx="1753214" cy="105192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82BEF-42E4-4042-9234-7546CC58EB83}" type="datetimeFigureOut">
              <a:rPr lang="es-ES" smtClean="0"/>
              <a:t>27/08/2024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6C24B4-A39A-4AA2-8642-FB0F744B6EAF}" type="slidenum">
              <a:rPr lang="es-ES" smtClean="0"/>
              <a:t>‹Nº›</a:t>
            </a:fld>
            <a:endParaRPr lang="es-ES"/>
          </a:p>
        </p:txBody>
      </p:sp>
    </p:spTree>
    <p:extLst>
      <p:ext uri="{BB962C8B-B14F-4D97-AF65-F5344CB8AC3E}">
        <p14:creationId xmlns:p14="http://schemas.microsoft.com/office/powerpoint/2010/main" val="1304605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44B745-7036-733B-BB1C-8FB9B3D8040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B9DF58F-1EA8-CEDF-C7BF-177A2CD4AE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5A0DD07-A324-E1E2-7A86-9D07BD5AD214}"/>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5" name="Marcador de pie de página 4">
            <a:extLst>
              <a:ext uri="{FF2B5EF4-FFF2-40B4-BE49-F238E27FC236}">
                <a16:creationId xmlns:a16="http://schemas.microsoft.com/office/drawing/2014/main" id="{4C1FC555-D8FD-8A22-7572-07841B73E63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6D5C797-9594-B36A-5991-4C61E4A37F9E}"/>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99583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565241-0A86-B41F-D76A-35D5AA5DB22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1314F1C-8722-B1B4-37F1-AC92CC9BC9B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4A29275-CED1-7904-42E3-D695DCC253E3}"/>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5" name="Marcador de pie de página 4">
            <a:extLst>
              <a:ext uri="{FF2B5EF4-FFF2-40B4-BE49-F238E27FC236}">
                <a16:creationId xmlns:a16="http://schemas.microsoft.com/office/drawing/2014/main" id="{CF13F542-4B9D-0D30-26F4-A3BA125C908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91E092-B2EE-BD2D-CDC1-90BBF7343C97}"/>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141053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9B691-6A2B-CD26-4713-850FB124C68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BFB1052C-29FE-15BB-6D0C-9A3B3B32D2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889C385-CD78-8AFA-765F-B6BF456272D5}"/>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5" name="Marcador de pie de página 4">
            <a:extLst>
              <a:ext uri="{FF2B5EF4-FFF2-40B4-BE49-F238E27FC236}">
                <a16:creationId xmlns:a16="http://schemas.microsoft.com/office/drawing/2014/main" id="{DCEFEDD7-BE83-9208-0883-98ED4F05A88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0F0AEBD-2D1A-A39F-9C00-91CB466758D7}"/>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3846368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501F14-27CA-39DE-70B4-3D4382DE624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40E70CA-5C7B-BB23-414B-6624C7D353B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74413B9-FFCD-2B57-E07E-2C009510DFC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E915FFD6-FF4D-6C27-1E9D-19C505F5A5B4}"/>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6" name="Marcador de pie de página 5">
            <a:extLst>
              <a:ext uri="{FF2B5EF4-FFF2-40B4-BE49-F238E27FC236}">
                <a16:creationId xmlns:a16="http://schemas.microsoft.com/office/drawing/2014/main" id="{0E5F26FD-1B2B-81E5-5CBA-D6DCD422D05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0E7E14C-2DDF-8322-E169-F5E621DF7EB0}"/>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1041119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C7A15C-45DD-F538-DC62-A8B48AE8423F}"/>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1030AB4-FA52-A9C5-A8B9-B62C7BA187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E2DFEBA-B828-9BE0-F77F-C34B8493A3C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A949BE9C-8364-FFD9-5706-56D76CD4A3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7F52933-9021-0BA3-48CA-9797963C7AE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BFF9CB14-7BC8-006A-F534-2613807E8FD7}"/>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8" name="Marcador de pie de página 7">
            <a:extLst>
              <a:ext uri="{FF2B5EF4-FFF2-40B4-BE49-F238E27FC236}">
                <a16:creationId xmlns:a16="http://schemas.microsoft.com/office/drawing/2014/main" id="{2E20D4BF-BBF5-905E-2874-A780DAAC2BD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EC1C3E5D-3A4E-0182-01BD-D68E8FC398AB}"/>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3187297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E1FF3A-563C-0AA8-D01B-86B8B2D95A9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5ECD584A-A85A-6F12-32D8-443AA95309C7}"/>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4" name="Marcador de pie de página 3">
            <a:extLst>
              <a:ext uri="{FF2B5EF4-FFF2-40B4-BE49-F238E27FC236}">
                <a16:creationId xmlns:a16="http://schemas.microsoft.com/office/drawing/2014/main" id="{90637246-C780-C755-BD51-0E7FBD5094EB}"/>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0F0279FB-6042-872C-E02B-D1BD88E9734B}"/>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84868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BF75F3D-427C-9CC2-0361-FE85289C4015}"/>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3" name="Marcador de pie de página 2">
            <a:extLst>
              <a:ext uri="{FF2B5EF4-FFF2-40B4-BE49-F238E27FC236}">
                <a16:creationId xmlns:a16="http://schemas.microsoft.com/office/drawing/2014/main" id="{66670656-D8E0-081C-0858-444EE7D2A3A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C0C716C-9D78-3610-4938-EBC2622D71FB}"/>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1581121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7BA774-FDA9-876D-9168-EC976D2B89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5EC7190-74FF-F51F-C63D-1B0883427A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BB2C0A7E-576B-0371-FA1D-32E0C1C1D2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BD50559-7CE2-2D53-33DC-8EF4C8F54AFF}"/>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6" name="Marcador de pie de página 5">
            <a:extLst>
              <a:ext uri="{FF2B5EF4-FFF2-40B4-BE49-F238E27FC236}">
                <a16:creationId xmlns:a16="http://schemas.microsoft.com/office/drawing/2014/main" id="{14800698-9A0C-18A0-2C75-B15D3BDED49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F5E4B7A-1096-5DFB-F741-B12A69539EBC}"/>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3131810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EEB57-B095-1586-0009-27409BFFAA1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01ABA76-AEA6-B877-A4F1-CFDFB8F3F0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04EDC19C-AA7B-550C-49AE-ABEDF83C8D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7F09BFF-9220-16D3-C9FD-0AB227BF0354}"/>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6" name="Marcador de pie de página 5">
            <a:extLst>
              <a:ext uri="{FF2B5EF4-FFF2-40B4-BE49-F238E27FC236}">
                <a16:creationId xmlns:a16="http://schemas.microsoft.com/office/drawing/2014/main" id="{05E0DB1F-FB08-284D-1AA5-A1A4AA19644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239F5EF-0D92-9285-D0FE-F9834B18C9FD}"/>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3096439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FB5024-5161-C1A1-FABF-67A1FC5F6C98}"/>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7B7152B-FC6C-11FB-75E9-CC10D6E42D7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B878670-0A53-EB37-BC6B-997D6DE1E4CA}"/>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5" name="Marcador de pie de página 4">
            <a:extLst>
              <a:ext uri="{FF2B5EF4-FFF2-40B4-BE49-F238E27FC236}">
                <a16:creationId xmlns:a16="http://schemas.microsoft.com/office/drawing/2014/main" id="{11C15C9B-17EE-D129-FCBF-EBED3146D7A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6986225-A5CA-6573-FBA7-FD8E2540A054}"/>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2371466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A0FCF97-9B84-1DFE-E910-38DD0BC439C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6CFDD1D-FC9D-0C70-FFE0-E81FD7B371F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80C0488-AAF4-9AC8-9A3B-E7EE33E073EE}"/>
              </a:ext>
            </a:extLst>
          </p:cNvPr>
          <p:cNvSpPr>
            <a:spLocks noGrp="1"/>
          </p:cNvSpPr>
          <p:nvPr>
            <p:ph type="dt" sz="half" idx="10"/>
          </p:nvPr>
        </p:nvSpPr>
        <p:spPr/>
        <p:txBody>
          <a:bodyPr/>
          <a:lstStyle/>
          <a:p>
            <a:fld id="{523F7A1E-6C2B-4985-BABB-B057FB70E9C7}" type="datetimeFigureOut">
              <a:rPr lang="es-ES" smtClean="0"/>
              <a:t>27/08/2024</a:t>
            </a:fld>
            <a:endParaRPr lang="es-ES"/>
          </a:p>
        </p:txBody>
      </p:sp>
      <p:sp>
        <p:nvSpPr>
          <p:cNvPr id="5" name="Marcador de pie de página 4">
            <a:extLst>
              <a:ext uri="{FF2B5EF4-FFF2-40B4-BE49-F238E27FC236}">
                <a16:creationId xmlns:a16="http://schemas.microsoft.com/office/drawing/2014/main" id="{DD9BC9E7-1485-F269-130B-80AC51022C1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17C2DE4-C1AC-E385-1438-046442EA9784}"/>
              </a:ext>
            </a:extLst>
          </p:cNvPr>
          <p:cNvSpPr>
            <a:spLocks noGrp="1"/>
          </p:cNvSpPr>
          <p:nvPr>
            <p:ph type="sldNum" sz="quarter" idx="12"/>
          </p:nvPr>
        </p:nvSpPr>
        <p:spPr/>
        <p:txBody>
          <a:bodyPr/>
          <a:lstStyle/>
          <a:p>
            <a:fld id="{449AB44F-E03F-497E-82D2-3DECC4B2BAC4}" type="slidenum">
              <a:rPr lang="es-ES" smtClean="0"/>
              <a:t>‹Nº›</a:t>
            </a:fld>
            <a:endParaRPr lang="es-ES"/>
          </a:p>
        </p:txBody>
      </p:sp>
    </p:spTree>
    <p:extLst>
      <p:ext uri="{BB962C8B-B14F-4D97-AF65-F5344CB8AC3E}">
        <p14:creationId xmlns:p14="http://schemas.microsoft.com/office/powerpoint/2010/main" val="3861845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5AC67A7-023A-D5AB-AF37-CCEEE06846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351C048-5D9A-239D-71F8-3962BEF4EF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F294677-BE7D-98D1-69CE-E5F6A66753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3F7A1E-6C2B-4985-BABB-B057FB70E9C7}" type="datetimeFigureOut">
              <a:rPr lang="es-ES" smtClean="0"/>
              <a:t>27/08/2024</a:t>
            </a:fld>
            <a:endParaRPr lang="es-ES"/>
          </a:p>
        </p:txBody>
      </p:sp>
      <p:sp>
        <p:nvSpPr>
          <p:cNvPr id="5" name="Marcador de pie de página 4">
            <a:extLst>
              <a:ext uri="{FF2B5EF4-FFF2-40B4-BE49-F238E27FC236}">
                <a16:creationId xmlns:a16="http://schemas.microsoft.com/office/drawing/2014/main" id="{3B1ED3FF-5D6D-549D-8ED2-9DD2EC7EB9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C88EFFE-373A-9F45-74B7-501237EB8E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9AB44F-E03F-497E-82D2-3DECC4B2BAC4}" type="slidenum">
              <a:rPr lang="es-ES" smtClean="0"/>
              <a:t>‹Nº›</a:t>
            </a:fld>
            <a:endParaRPr lang="es-ES"/>
          </a:p>
        </p:txBody>
      </p:sp>
    </p:spTree>
    <p:extLst>
      <p:ext uri="{BB962C8B-B14F-4D97-AF65-F5344CB8AC3E}">
        <p14:creationId xmlns:p14="http://schemas.microsoft.com/office/powerpoint/2010/main" val="2942843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F4ACEE25-5DC8-DDD1-CE38-F1E897E37F5F}"/>
              </a:ext>
            </a:extLst>
          </p:cNvPr>
          <p:cNvSpPr>
            <a:spLocks noGrp="1"/>
          </p:cNvSpPr>
          <p:nvPr>
            <p:ph type="ctrTitle"/>
          </p:nvPr>
        </p:nvSpPr>
        <p:spPr>
          <a:xfrm>
            <a:off x="3581400" y="965580"/>
            <a:ext cx="5204489" cy="3160593"/>
          </a:xfrm>
        </p:spPr>
        <p:txBody>
          <a:bodyPr>
            <a:normAutofit/>
          </a:bodyPr>
          <a:lstStyle/>
          <a:p>
            <a:r>
              <a:rPr lang="es-ES" sz="5400">
                <a:solidFill>
                  <a:schemeClr val="bg1"/>
                </a:solidFill>
              </a:rPr>
              <a:t>ENTORNOS DE DESARROLLO</a:t>
            </a:r>
          </a:p>
        </p:txBody>
      </p:sp>
      <p:sp>
        <p:nvSpPr>
          <p:cNvPr id="3" name="Subtítulo 2">
            <a:extLst>
              <a:ext uri="{FF2B5EF4-FFF2-40B4-BE49-F238E27FC236}">
                <a16:creationId xmlns:a16="http://schemas.microsoft.com/office/drawing/2014/main" id="{32164BED-E749-5840-EE3D-57450C179F84}"/>
              </a:ext>
            </a:extLst>
          </p:cNvPr>
          <p:cNvSpPr>
            <a:spLocks noGrp="1"/>
          </p:cNvSpPr>
          <p:nvPr>
            <p:ph type="subTitle" idx="1"/>
          </p:nvPr>
        </p:nvSpPr>
        <p:spPr>
          <a:xfrm>
            <a:off x="3820817" y="4409960"/>
            <a:ext cx="4508641" cy="1116414"/>
          </a:xfrm>
        </p:spPr>
        <p:txBody>
          <a:bodyPr>
            <a:normAutofit/>
          </a:bodyPr>
          <a:lstStyle/>
          <a:p>
            <a:r>
              <a:rPr lang="es-ES" sz="2000" b="1" kern="100">
                <a:solidFill>
                  <a:schemeClr val="bg1"/>
                </a:solidFill>
                <a:effectLst/>
                <a:latin typeface="Arial" panose="020B0604020202020204" pitchFamily="34" charset="0"/>
                <a:ea typeface="Aptos" panose="020B0004020202020204" pitchFamily="34" charset="0"/>
                <a:cs typeface="Times New Roman" panose="02020603050405020304" pitchFamily="18" charset="0"/>
              </a:rPr>
              <a:t>UNIDAD 1: DESARROLLO DE SOFTWARE</a:t>
            </a:r>
            <a:endParaRPr lang="es-ES" sz="20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endParaRPr lang="es-ES" sz="2000">
              <a:solidFill>
                <a:schemeClr val="bg1"/>
              </a:solidFill>
            </a:endParaRP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9785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ítulo 1">
            <a:extLst>
              <a:ext uri="{FF2B5EF4-FFF2-40B4-BE49-F238E27FC236}">
                <a16:creationId xmlns:a16="http://schemas.microsoft.com/office/drawing/2014/main" id="{7662BE0F-7AB2-1023-EF0E-B997611815CB}"/>
              </a:ext>
            </a:extLst>
          </p:cNvPr>
          <p:cNvSpPr>
            <a:spLocks noGrp="1"/>
          </p:cNvSpPr>
          <p:nvPr>
            <p:ph type="title"/>
          </p:nvPr>
        </p:nvSpPr>
        <p:spPr>
          <a:xfrm>
            <a:off x="1143000" y="1676400"/>
            <a:ext cx="3810000" cy="3505200"/>
          </a:xfrm>
        </p:spPr>
        <p:txBody>
          <a:bodyPr anchor="t">
            <a:normAutofit/>
          </a:bodyPr>
          <a:lstStyle/>
          <a:p>
            <a:r>
              <a:rPr lang="es-ES" sz="4000"/>
              <a:t>INDICE</a:t>
            </a:r>
          </a:p>
        </p:txBody>
      </p:sp>
      <p:sp>
        <p:nvSpPr>
          <p:cNvPr id="3" name="Marcador de contenido 2">
            <a:extLst>
              <a:ext uri="{FF2B5EF4-FFF2-40B4-BE49-F238E27FC236}">
                <a16:creationId xmlns:a16="http://schemas.microsoft.com/office/drawing/2014/main" id="{3DCD45DD-FEDF-BA2A-8075-C04EA0CE1DD7}"/>
              </a:ext>
            </a:extLst>
          </p:cNvPr>
          <p:cNvSpPr>
            <a:spLocks noGrp="1"/>
          </p:cNvSpPr>
          <p:nvPr>
            <p:ph idx="1"/>
          </p:nvPr>
        </p:nvSpPr>
        <p:spPr>
          <a:xfrm>
            <a:off x="5181604" y="1676400"/>
            <a:ext cx="5638796" cy="3505200"/>
          </a:xfrm>
        </p:spPr>
        <p:txBody>
          <a:bodyPr>
            <a:normAutofit/>
          </a:bodyPr>
          <a:lstStyle/>
          <a:p>
            <a:r>
              <a:rPr lang="es-ES" sz="2200">
                <a:solidFill>
                  <a:schemeClr val="tx1">
                    <a:alpha val="55000"/>
                  </a:schemeClr>
                </a:solidFill>
              </a:rPr>
              <a:t>UD1: Desarrollo del software</a:t>
            </a:r>
          </a:p>
          <a:p>
            <a:r>
              <a:rPr lang="es-ES" sz="2200">
                <a:solidFill>
                  <a:schemeClr val="tx1">
                    <a:alpha val="55000"/>
                  </a:schemeClr>
                </a:solidFill>
              </a:rPr>
              <a:t>UD2: Instalación y uso de entornos de desarrollo</a:t>
            </a:r>
          </a:p>
          <a:p>
            <a:r>
              <a:rPr lang="es-ES" sz="2200">
                <a:solidFill>
                  <a:schemeClr val="tx1">
                    <a:alpha val="55000"/>
                  </a:schemeClr>
                </a:solidFill>
              </a:rPr>
              <a:t>UD3: Diseño y realización de pruebas</a:t>
            </a:r>
          </a:p>
          <a:p>
            <a:r>
              <a:rPr lang="es-ES" sz="2200">
                <a:solidFill>
                  <a:schemeClr val="tx1">
                    <a:alpha val="55000"/>
                  </a:schemeClr>
                </a:solidFill>
              </a:rPr>
              <a:t>UD4: Optimización y documentación</a:t>
            </a:r>
          </a:p>
          <a:p>
            <a:r>
              <a:rPr lang="es-ES" sz="2200">
                <a:solidFill>
                  <a:schemeClr val="tx1">
                    <a:alpha val="55000"/>
                  </a:schemeClr>
                </a:solidFill>
              </a:rPr>
              <a:t>UD5: Diseño orientado a objetos. Diagramas estructurales</a:t>
            </a:r>
          </a:p>
          <a:p>
            <a:r>
              <a:rPr lang="es-ES" sz="2200">
                <a:solidFill>
                  <a:schemeClr val="tx1">
                    <a:alpha val="55000"/>
                  </a:schemeClr>
                </a:solidFill>
              </a:rPr>
              <a:t>UD6: Diseño orientado a objetos. Diagramas de comportamiento</a:t>
            </a:r>
          </a:p>
        </p:txBody>
      </p:sp>
    </p:spTree>
    <p:extLst>
      <p:ext uri="{BB962C8B-B14F-4D97-AF65-F5344CB8AC3E}">
        <p14:creationId xmlns:p14="http://schemas.microsoft.com/office/powerpoint/2010/main" val="4189925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0809" y="1187311"/>
            <a:ext cx="5089552" cy="4483379"/>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14848-248A-47DD-88E0-95099D951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301" y="1178924"/>
            <a:ext cx="5089552" cy="448337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8BDA89-0D2C-4C4E-99F6-D7A220FE4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3787" y="1130846"/>
            <a:ext cx="5039475" cy="4439266"/>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aphic 38">
            <a:extLst>
              <a:ext uri="{FF2B5EF4-FFF2-40B4-BE49-F238E27FC236}">
                <a16:creationId xmlns:a16="http://schemas.microsoft.com/office/drawing/2014/main" id="{6B67BE95-96EF-433C-9F29-B0732AA6B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3040" y="1424181"/>
            <a:ext cx="1355538" cy="503582"/>
            <a:chOff x="2267504" y="2540250"/>
            <a:chExt cx="1990951" cy="739640"/>
          </a:xfrm>
          <a:solidFill>
            <a:schemeClr val="bg1"/>
          </a:solidFill>
        </p:grpSpPr>
        <p:sp>
          <p:nvSpPr>
            <p:cNvPr id="17" name="Freeform: Shape 16">
              <a:extLst>
                <a:ext uri="{FF2B5EF4-FFF2-40B4-BE49-F238E27FC236}">
                  <a16:creationId xmlns:a16="http://schemas.microsoft.com/office/drawing/2014/main" id="{AD324976-1596-4B76-A61C-5626816B2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4DEF24-FB22-48A2-8257-B97AD7E1A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20" name="Graphic 212">
            <a:extLst>
              <a:ext uri="{FF2B5EF4-FFF2-40B4-BE49-F238E27FC236}">
                <a16:creationId xmlns:a16="http://schemas.microsoft.com/office/drawing/2014/main" id="{7CE98B01-ED41-482F-AFA1-19C7FA7C0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502" y="629793"/>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B9CABDD0-8DF6-4974-A224-9A2A81778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502" y="629793"/>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4" name="Graphic 4">
            <a:extLst>
              <a:ext uri="{FF2B5EF4-FFF2-40B4-BE49-F238E27FC236}">
                <a16:creationId xmlns:a16="http://schemas.microsoft.com/office/drawing/2014/main" id="{D6E8B984-55B9-4A62-A043-997D00F0A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32680" y="5188771"/>
            <a:ext cx="1076787" cy="1076789"/>
            <a:chOff x="5829300" y="3162300"/>
            <a:chExt cx="532256" cy="532257"/>
          </a:xfrm>
          <a:solidFill>
            <a:schemeClr val="bg1"/>
          </a:solidFill>
        </p:grpSpPr>
        <p:sp>
          <p:nvSpPr>
            <p:cNvPr id="25" name="Freeform: Shape 24">
              <a:extLst>
                <a:ext uri="{FF2B5EF4-FFF2-40B4-BE49-F238E27FC236}">
                  <a16:creationId xmlns:a16="http://schemas.microsoft.com/office/drawing/2014/main" id="{D4FAF4A8-82EB-4F6F-B601-43EBF0BD1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6F2473F-E069-4558-9B41-E285BBE030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C9A4A76-2C9F-486C-9663-6A30A022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8431DC7-D4CB-479A-AFA4-5B0C597A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755DA1-6F28-4612-A4A7-B915468C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616ED79-5475-49E6-A5FE-8D9DB12FB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1DCEB47-7140-4682-8DBF-7667BE28F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A931BD3-5A56-42F2-B6B5-647B28D1C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20E4C8E-4190-498D-9556-6DA668A81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4B2F30F-0B57-4D60-A087-CD6A471F6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C5E8C73-ED41-4214-AEE6-3C5F49384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1F94534-FE3E-476C-870B-E714E4A66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DE6C1B0-4D58-4937-B2B7-B1207CA18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2" name="Título 1">
            <a:extLst>
              <a:ext uri="{FF2B5EF4-FFF2-40B4-BE49-F238E27FC236}">
                <a16:creationId xmlns:a16="http://schemas.microsoft.com/office/drawing/2014/main" id="{4D8C362F-61DB-6261-E98B-108E0EFE2BEC}"/>
              </a:ext>
            </a:extLst>
          </p:cNvPr>
          <p:cNvSpPr>
            <a:spLocks noGrp="1"/>
          </p:cNvSpPr>
          <p:nvPr>
            <p:ph type="title"/>
          </p:nvPr>
        </p:nvSpPr>
        <p:spPr>
          <a:xfrm>
            <a:off x="838200" y="1391619"/>
            <a:ext cx="4905401" cy="4042196"/>
          </a:xfrm>
        </p:spPr>
        <p:txBody>
          <a:bodyPr>
            <a:normAutofit/>
          </a:bodyPr>
          <a:lstStyle/>
          <a:p>
            <a:pPr algn="ctr"/>
            <a:r>
              <a:rPr lang="es-ES">
                <a:solidFill>
                  <a:schemeClr val="bg1"/>
                </a:solidFill>
              </a:rPr>
              <a:t>UD1: Desarrollo del software</a:t>
            </a:r>
          </a:p>
        </p:txBody>
      </p:sp>
      <p:sp>
        <p:nvSpPr>
          <p:cNvPr id="3" name="Marcador de contenido 2">
            <a:extLst>
              <a:ext uri="{FF2B5EF4-FFF2-40B4-BE49-F238E27FC236}">
                <a16:creationId xmlns:a16="http://schemas.microsoft.com/office/drawing/2014/main" id="{E8523B07-66D8-ED80-4908-8749EA13DEEF}"/>
              </a:ext>
            </a:extLst>
          </p:cNvPr>
          <p:cNvSpPr>
            <a:spLocks noGrp="1"/>
          </p:cNvSpPr>
          <p:nvPr>
            <p:ph idx="1"/>
          </p:nvPr>
        </p:nvSpPr>
        <p:spPr>
          <a:xfrm>
            <a:off x="6477270" y="1130846"/>
            <a:ext cx="4974771" cy="4351338"/>
          </a:xfrm>
        </p:spPr>
        <p:txBody>
          <a:bodyPr>
            <a:normAutofit/>
          </a:bodyPr>
          <a:lstStyle/>
          <a:p>
            <a:pPr>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1. Concepto de programa informático. </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indent="449580">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1.1 Clasificación del software.</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2. Los algoritmos.</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indent="449580">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2.1. Pseudocódigo </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indent="449580">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2.2 diagramas de flujo.</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3. Tipos de lenguajes de programación.</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4. Fases del desarrollo de una aplicación. </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5. Metodologías agiles</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800" kern="100" dirty="0">
                <a:solidFill>
                  <a:schemeClr val="bg1"/>
                </a:solidFill>
                <a:effectLst/>
                <a:latin typeface="Arial" panose="020B0604020202020204" pitchFamily="34" charset="0"/>
                <a:ea typeface="Aptos" panose="020B0004020202020204" pitchFamily="34" charset="0"/>
                <a:cs typeface="Times New Roman" panose="02020603050405020304" pitchFamily="18" charset="0"/>
              </a:rPr>
              <a:t>6. Roles en el desarrollo de software</a:t>
            </a:r>
            <a:endParaRPr lang="es-E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endParaRPr lang="es-ES" sz="1800" dirty="0">
              <a:solidFill>
                <a:schemeClr val="bg1"/>
              </a:solidFill>
            </a:endParaRPr>
          </a:p>
        </p:txBody>
      </p:sp>
    </p:spTree>
    <p:extLst>
      <p:ext uri="{BB962C8B-B14F-4D97-AF65-F5344CB8AC3E}">
        <p14:creationId xmlns:p14="http://schemas.microsoft.com/office/powerpoint/2010/main" val="4098518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rsona sosteniendo el mouse">
            <a:extLst>
              <a:ext uri="{FF2B5EF4-FFF2-40B4-BE49-F238E27FC236}">
                <a16:creationId xmlns:a16="http://schemas.microsoft.com/office/drawing/2014/main" id="{FD29750C-2471-CE7D-7C86-633C27403368}"/>
              </a:ext>
            </a:extLst>
          </p:cNvPr>
          <p:cNvPicPr>
            <a:picLocks noChangeAspect="1"/>
          </p:cNvPicPr>
          <p:nvPr/>
        </p:nvPicPr>
        <p:blipFill>
          <a:blip r:embed="rId2">
            <a:alphaModFix amt="50000"/>
          </a:blip>
          <a:srcRect t="12355" b="3375"/>
          <a:stretch/>
        </p:blipFill>
        <p:spPr>
          <a:xfrm>
            <a:off x="20" y="1"/>
            <a:ext cx="12191980" cy="6857999"/>
          </a:xfrm>
          <a:prstGeom prst="rect">
            <a:avLst/>
          </a:prstGeom>
        </p:spPr>
      </p:pic>
      <p:sp>
        <p:nvSpPr>
          <p:cNvPr id="2" name="Título 1">
            <a:extLst>
              <a:ext uri="{FF2B5EF4-FFF2-40B4-BE49-F238E27FC236}">
                <a16:creationId xmlns:a16="http://schemas.microsoft.com/office/drawing/2014/main" id="{6FA872E2-DFCF-12A9-82A2-74888894A9A3}"/>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b="1">
                <a:solidFill>
                  <a:srgbClr val="FFFFFF"/>
                </a:solidFill>
              </a:rPr>
              <a:t>Conceptos de programa informático y de aplicación informática</a:t>
            </a:r>
            <a:endParaRPr lang="en-US" sz="6000">
              <a:solidFill>
                <a:srgbClr val="FFFFFF"/>
              </a:solidFill>
            </a:endParaRPr>
          </a:p>
        </p:txBody>
      </p:sp>
    </p:spTree>
    <p:extLst>
      <p:ext uri="{BB962C8B-B14F-4D97-AF65-F5344CB8AC3E}">
        <p14:creationId xmlns:p14="http://schemas.microsoft.com/office/powerpoint/2010/main" val="331567176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4A89F-2031-A109-56E0-77901D66D98D}"/>
              </a:ext>
            </a:extLst>
          </p:cNvPr>
          <p:cNvSpPr>
            <a:spLocks noGrp="1"/>
          </p:cNvSpPr>
          <p:nvPr>
            <p:ph type="title"/>
          </p:nvPr>
        </p:nvSpPr>
        <p:spPr>
          <a:xfrm>
            <a:off x="8079978" y="741391"/>
            <a:ext cx="3369234" cy="1616203"/>
          </a:xfrm>
        </p:spPr>
        <p:txBody>
          <a:bodyPr vert="horz" lIns="91440" tIns="45720" rIns="91440" bIns="45720" rtlCol="0" anchor="b">
            <a:normAutofit/>
          </a:bodyPr>
          <a:lstStyle/>
          <a:p>
            <a:r>
              <a:rPr lang="en-US" sz="2700" b="1"/>
              <a:t>Conceptos de programa informático y de aplicación informática</a:t>
            </a:r>
            <a:endParaRPr lang="en-US" sz="2700"/>
          </a:p>
        </p:txBody>
      </p:sp>
      <p:pic>
        <p:nvPicPr>
          <p:cNvPr id="6" name="Picture 5" descr="Fondo de placa de circuito">
            <a:extLst>
              <a:ext uri="{FF2B5EF4-FFF2-40B4-BE49-F238E27FC236}">
                <a16:creationId xmlns:a16="http://schemas.microsoft.com/office/drawing/2014/main" id="{00EB47AE-D12F-3050-8A51-67B925441EE9}"/>
              </a:ext>
            </a:extLst>
          </p:cNvPr>
          <p:cNvPicPr>
            <a:picLocks noChangeAspect="1"/>
          </p:cNvPicPr>
          <p:nvPr/>
        </p:nvPicPr>
        <p:blipFill>
          <a:blip r:embed="rId2"/>
          <a:srcRect r="28339"/>
          <a:stretch/>
        </p:blipFill>
        <p:spPr>
          <a:xfrm>
            <a:off x="20" y="10"/>
            <a:ext cx="7390243" cy="6857990"/>
          </a:xfrm>
          <a:prstGeom prst="rect">
            <a:avLst/>
          </a:prstGeom>
        </p:spPr>
      </p:pic>
      <p:sp>
        <p:nvSpPr>
          <p:cNvPr id="10" name="Rectangle 9">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 name="object 7">
            <a:extLst>
              <a:ext uri="{FF2B5EF4-FFF2-40B4-BE49-F238E27FC236}">
                <a16:creationId xmlns:a16="http://schemas.microsoft.com/office/drawing/2014/main" id="{DFA7ABE7-1834-0267-5F16-576BB9395C1D}"/>
              </a:ext>
            </a:extLst>
          </p:cNvPr>
          <p:cNvSpPr txBox="1"/>
          <p:nvPr/>
        </p:nvSpPr>
        <p:spPr>
          <a:xfrm>
            <a:off x="8079978" y="2533476"/>
            <a:ext cx="3369234" cy="3447832"/>
          </a:xfrm>
          <a:prstGeom prst="rect">
            <a:avLst/>
          </a:prstGeom>
        </p:spPr>
        <p:style>
          <a:lnRef idx="2">
            <a:schemeClr val="dk1">
              <a:shade val="50000"/>
            </a:schemeClr>
          </a:lnRef>
          <a:fillRef idx="1">
            <a:schemeClr val="dk1"/>
          </a:fillRef>
          <a:effectRef idx="0">
            <a:schemeClr val="dk1"/>
          </a:effectRef>
          <a:fontRef idx="minor">
            <a:schemeClr val="lt1"/>
          </a:fontRef>
        </p:style>
        <p:txBody>
          <a:bodyPr vert="horz" lIns="91440" tIns="45720" rIns="91440" bIns="45720" rtlCol="0" anchor="t">
            <a:normAutofit/>
          </a:bodyPr>
          <a:lstStyle/>
          <a:p>
            <a:pPr marL="12700" indent="-228600">
              <a:lnSpc>
                <a:spcPct val="90000"/>
              </a:lnSpc>
              <a:spcBef>
                <a:spcPts val="105"/>
              </a:spcBef>
              <a:buFont typeface="Arial" panose="020B0604020202020204" pitchFamily="34" charset="0"/>
              <a:buChar char="•"/>
            </a:pPr>
            <a:r>
              <a:rPr lang="en-US" sz="1400" b="1" spc="30">
                <a:solidFill>
                  <a:schemeClr val="bg1"/>
                </a:solidFill>
              </a:rPr>
              <a:t>¿Qué</a:t>
            </a:r>
            <a:r>
              <a:rPr lang="en-US" sz="1400" b="1" spc="-35">
                <a:solidFill>
                  <a:schemeClr val="bg1"/>
                </a:solidFill>
              </a:rPr>
              <a:t> e</a:t>
            </a:r>
            <a:r>
              <a:rPr lang="en-US" sz="1400" b="1" spc="-25">
                <a:solidFill>
                  <a:schemeClr val="bg1"/>
                </a:solidFill>
              </a:rPr>
              <a:t>s</a:t>
            </a:r>
            <a:r>
              <a:rPr lang="en-US" sz="1400" b="1" spc="-40">
                <a:solidFill>
                  <a:schemeClr val="bg1"/>
                </a:solidFill>
              </a:rPr>
              <a:t> </a:t>
            </a:r>
            <a:r>
              <a:rPr lang="en-US" sz="1400" b="1" spc="-85">
                <a:solidFill>
                  <a:schemeClr val="bg1"/>
                </a:solidFill>
              </a:rPr>
              <a:t>u</a:t>
            </a:r>
            <a:r>
              <a:rPr lang="en-US" sz="1400" b="1" spc="-80">
                <a:solidFill>
                  <a:schemeClr val="bg1"/>
                </a:solidFill>
              </a:rPr>
              <a:t>n</a:t>
            </a:r>
            <a:r>
              <a:rPr lang="en-US" sz="1400" b="1" spc="-30">
                <a:solidFill>
                  <a:schemeClr val="bg1"/>
                </a:solidFill>
              </a:rPr>
              <a:t> </a:t>
            </a:r>
            <a:r>
              <a:rPr lang="en-US" sz="1400" b="1" spc="-15">
                <a:solidFill>
                  <a:schemeClr val="bg1"/>
                </a:solidFill>
              </a:rPr>
              <a:t>ordenador?</a:t>
            </a:r>
            <a:endParaRPr lang="en-US" sz="1400">
              <a:solidFill>
                <a:schemeClr val="bg1"/>
              </a:solidFill>
            </a:endParaRPr>
          </a:p>
          <a:p>
            <a:pPr marL="355600" indent="-228600">
              <a:lnSpc>
                <a:spcPct val="90000"/>
              </a:lnSpc>
              <a:spcBef>
                <a:spcPts val="1700"/>
              </a:spcBef>
              <a:buClr>
                <a:srgbClr val="00C5BA"/>
              </a:buClr>
              <a:buFont typeface="Arial" panose="020B0604020202020204" pitchFamily="34" charset="0"/>
              <a:buChar char="•"/>
              <a:tabLst>
                <a:tab pos="355600" algn="l"/>
                <a:tab pos="356235" algn="l"/>
              </a:tabLst>
            </a:pPr>
            <a:r>
              <a:rPr lang="en-US" sz="1400" spc="-110">
                <a:solidFill>
                  <a:schemeClr val="bg1"/>
                </a:solidFill>
              </a:rPr>
              <a:t>Los</a:t>
            </a:r>
            <a:r>
              <a:rPr lang="en-US" sz="1400" spc="-125">
                <a:solidFill>
                  <a:schemeClr val="bg1"/>
                </a:solidFill>
              </a:rPr>
              <a:t> </a:t>
            </a:r>
            <a:r>
              <a:rPr lang="en-US" sz="1400" spc="-80">
                <a:solidFill>
                  <a:schemeClr val="bg1"/>
                </a:solidFill>
              </a:rPr>
              <a:t>primeros</a:t>
            </a:r>
            <a:r>
              <a:rPr lang="en-US" sz="1400" spc="-155">
                <a:solidFill>
                  <a:schemeClr val="bg1"/>
                </a:solidFill>
              </a:rPr>
              <a:t> </a:t>
            </a:r>
            <a:r>
              <a:rPr lang="en-US" sz="1400" spc="-5">
                <a:solidFill>
                  <a:schemeClr val="bg1"/>
                </a:solidFill>
              </a:rPr>
              <a:t>ordenadores</a:t>
            </a:r>
            <a:r>
              <a:rPr lang="en-US" sz="1400" spc="-114">
                <a:solidFill>
                  <a:schemeClr val="bg1"/>
                </a:solidFill>
              </a:rPr>
              <a:t> </a:t>
            </a:r>
            <a:r>
              <a:rPr lang="en-US" sz="1400" spc="60">
                <a:solidFill>
                  <a:schemeClr val="bg1"/>
                </a:solidFill>
              </a:rPr>
              <a:t>aparecen</a:t>
            </a:r>
            <a:r>
              <a:rPr lang="en-US" sz="1400" spc="-110">
                <a:solidFill>
                  <a:schemeClr val="bg1"/>
                </a:solidFill>
              </a:rPr>
              <a:t> </a:t>
            </a:r>
            <a:r>
              <a:rPr lang="en-US" sz="1400" spc="150">
                <a:solidFill>
                  <a:schemeClr val="bg1"/>
                </a:solidFill>
              </a:rPr>
              <a:t>a</a:t>
            </a:r>
            <a:r>
              <a:rPr lang="en-US" sz="1400" spc="-145">
                <a:solidFill>
                  <a:schemeClr val="bg1"/>
                </a:solidFill>
              </a:rPr>
              <a:t> </a:t>
            </a:r>
            <a:r>
              <a:rPr lang="en-US" sz="1400" spc="-75">
                <a:solidFill>
                  <a:schemeClr val="bg1"/>
                </a:solidFill>
              </a:rPr>
              <a:t>partir</a:t>
            </a:r>
            <a:r>
              <a:rPr lang="en-US" sz="1400" spc="-140">
                <a:solidFill>
                  <a:schemeClr val="bg1"/>
                </a:solidFill>
              </a:rPr>
              <a:t> </a:t>
            </a:r>
            <a:r>
              <a:rPr lang="en-US" sz="1400" spc="100">
                <a:solidFill>
                  <a:schemeClr val="bg1"/>
                </a:solidFill>
              </a:rPr>
              <a:t>de</a:t>
            </a:r>
            <a:r>
              <a:rPr lang="en-US" sz="1400" spc="-125">
                <a:solidFill>
                  <a:schemeClr val="bg1"/>
                </a:solidFill>
              </a:rPr>
              <a:t> </a:t>
            </a:r>
            <a:r>
              <a:rPr lang="en-US" sz="1400" spc="10">
                <a:solidFill>
                  <a:schemeClr val="bg1"/>
                </a:solidFill>
              </a:rPr>
              <a:t>la</a:t>
            </a:r>
            <a:r>
              <a:rPr lang="en-US" sz="1400" spc="-160">
                <a:solidFill>
                  <a:schemeClr val="bg1"/>
                </a:solidFill>
              </a:rPr>
              <a:t> </a:t>
            </a:r>
            <a:r>
              <a:rPr lang="en-US" sz="1400" spc="135">
                <a:solidFill>
                  <a:schemeClr val="bg1"/>
                </a:solidFill>
              </a:rPr>
              <a:t>década</a:t>
            </a:r>
            <a:r>
              <a:rPr lang="en-US" sz="1400" spc="-125">
                <a:solidFill>
                  <a:schemeClr val="bg1"/>
                </a:solidFill>
              </a:rPr>
              <a:t> </a:t>
            </a:r>
            <a:r>
              <a:rPr lang="en-US" sz="1400" spc="100">
                <a:solidFill>
                  <a:schemeClr val="bg1"/>
                </a:solidFill>
              </a:rPr>
              <a:t>de</a:t>
            </a:r>
            <a:r>
              <a:rPr lang="en-US" sz="1400" spc="-120">
                <a:solidFill>
                  <a:schemeClr val="bg1"/>
                </a:solidFill>
              </a:rPr>
              <a:t> </a:t>
            </a:r>
            <a:r>
              <a:rPr lang="en-US" sz="1400" spc="-95">
                <a:solidFill>
                  <a:schemeClr val="bg1"/>
                </a:solidFill>
              </a:rPr>
              <a:t>los</a:t>
            </a:r>
            <a:r>
              <a:rPr lang="en-US" sz="1400" spc="-150">
                <a:solidFill>
                  <a:schemeClr val="bg1"/>
                </a:solidFill>
              </a:rPr>
              <a:t> </a:t>
            </a:r>
            <a:r>
              <a:rPr lang="en-US" sz="1400" spc="-155">
                <a:solidFill>
                  <a:schemeClr val="bg1"/>
                </a:solidFill>
              </a:rPr>
              <a:t>40</a:t>
            </a:r>
            <a:endParaRPr lang="en-US" sz="1400">
              <a:solidFill>
                <a:schemeClr val="bg1"/>
              </a:solidFill>
            </a:endParaRPr>
          </a:p>
          <a:p>
            <a:pPr indent="-228600">
              <a:lnSpc>
                <a:spcPct val="90000"/>
              </a:lnSpc>
              <a:spcBef>
                <a:spcPts val="45"/>
              </a:spcBef>
              <a:buClr>
                <a:srgbClr val="00C5BA"/>
              </a:buClr>
              <a:buFont typeface="Arial" panose="020B0604020202020204" pitchFamily="34" charset="0"/>
              <a:buChar char="•"/>
            </a:pPr>
            <a:endParaRPr lang="en-US" sz="1400">
              <a:solidFill>
                <a:schemeClr val="bg1"/>
              </a:solidFill>
            </a:endParaRPr>
          </a:p>
          <a:p>
            <a:pPr marL="355600" indent="-228600">
              <a:lnSpc>
                <a:spcPct val="90000"/>
              </a:lnSpc>
              <a:buClr>
                <a:srgbClr val="00C5BA"/>
              </a:buClr>
              <a:buFont typeface="Arial" panose="020B0604020202020204" pitchFamily="34" charset="0"/>
              <a:buChar char="•"/>
              <a:tabLst>
                <a:tab pos="355600" algn="l"/>
                <a:tab pos="356235" algn="l"/>
              </a:tabLst>
            </a:pPr>
            <a:r>
              <a:rPr lang="en-US" sz="1400" spc="-110">
                <a:solidFill>
                  <a:schemeClr val="bg1"/>
                </a:solidFill>
              </a:rPr>
              <a:t>Un </a:t>
            </a:r>
            <a:r>
              <a:rPr lang="en-US" sz="1400" spc="10">
                <a:solidFill>
                  <a:schemeClr val="bg1"/>
                </a:solidFill>
              </a:rPr>
              <a:t>ordenador</a:t>
            </a:r>
            <a:r>
              <a:rPr lang="en-US" sz="1400" spc="-110">
                <a:solidFill>
                  <a:schemeClr val="bg1"/>
                </a:solidFill>
              </a:rPr>
              <a:t> </a:t>
            </a:r>
            <a:r>
              <a:rPr lang="en-US" sz="1400" spc="95">
                <a:solidFill>
                  <a:schemeClr val="bg1"/>
                </a:solidFill>
              </a:rPr>
              <a:t>acepta</a:t>
            </a:r>
            <a:r>
              <a:rPr lang="en-US" sz="1400" spc="-100">
                <a:solidFill>
                  <a:schemeClr val="bg1"/>
                </a:solidFill>
              </a:rPr>
              <a:t> </a:t>
            </a:r>
            <a:r>
              <a:rPr lang="en-US" sz="1400" b="1" spc="-35">
                <a:solidFill>
                  <a:schemeClr val="bg1"/>
                </a:solidFill>
              </a:rPr>
              <a:t>datos</a:t>
            </a:r>
            <a:r>
              <a:rPr lang="en-US" sz="1400" b="1" spc="-30">
                <a:solidFill>
                  <a:schemeClr val="bg1"/>
                </a:solidFill>
              </a:rPr>
              <a:t> </a:t>
            </a:r>
            <a:r>
              <a:rPr lang="en-US" sz="1400" b="1" spc="65">
                <a:solidFill>
                  <a:schemeClr val="bg1"/>
                </a:solidFill>
              </a:rPr>
              <a:t>de</a:t>
            </a:r>
            <a:r>
              <a:rPr lang="en-US" sz="1400" b="1" spc="-35">
                <a:solidFill>
                  <a:schemeClr val="bg1"/>
                </a:solidFill>
              </a:rPr>
              <a:t> </a:t>
            </a:r>
            <a:r>
              <a:rPr lang="en-US" sz="1400" b="1" spc="-40">
                <a:solidFill>
                  <a:schemeClr val="bg1"/>
                </a:solidFill>
              </a:rPr>
              <a:t>entrada</a:t>
            </a:r>
            <a:r>
              <a:rPr lang="en-US" sz="1400" spc="-40">
                <a:solidFill>
                  <a:schemeClr val="bg1"/>
                </a:solidFill>
              </a:rPr>
              <a:t>,</a:t>
            </a:r>
            <a:r>
              <a:rPr lang="en-US" sz="1400" spc="-130">
                <a:solidFill>
                  <a:schemeClr val="bg1"/>
                </a:solidFill>
              </a:rPr>
              <a:t> </a:t>
            </a:r>
            <a:r>
              <a:rPr lang="en-US" sz="1400" spc="-95">
                <a:solidFill>
                  <a:schemeClr val="bg1"/>
                </a:solidFill>
              </a:rPr>
              <a:t>los</a:t>
            </a:r>
            <a:r>
              <a:rPr lang="en-US" sz="1400" spc="-140">
                <a:solidFill>
                  <a:schemeClr val="bg1"/>
                </a:solidFill>
              </a:rPr>
              <a:t> </a:t>
            </a:r>
            <a:r>
              <a:rPr lang="en-US" sz="1400" b="1" spc="15">
                <a:solidFill>
                  <a:schemeClr val="bg1"/>
                </a:solidFill>
              </a:rPr>
              <a:t>procesa</a:t>
            </a:r>
            <a:r>
              <a:rPr lang="en-US" sz="1400" b="1" spc="-40">
                <a:solidFill>
                  <a:schemeClr val="bg1"/>
                </a:solidFill>
              </a:rPr>
              <a:t> </a:t>
            </a:r>
            <a:r>
              <a:rPr lang="en-US" sz="1400" spc="-105">
                <a:solidFill>
                  <a:schemeClr val="bg1"/>
                </a:solidFill>
              </a:rPr>
              <a:t>y</a:t>
            </a:r>
            <a:r>
              <a:rPr lang="en-US" sz="1400" spc="-130">
                <a:solidFill>
                  <a:schemeClr val="bg1"/>
                </a:solidFill>
              </a:rPr>
              <a:t> </a:t>
            </a:r>
            <a:r>
              <a:rPr lang="en-US" sz="1400" spc="45">
                <a:solidFill>
                  <a:schemeClr val="bg1"/>
                </a:solidFill>
              </a:rPr>
              <a:t>produce</a:t>
            </a:r>
            <a:r>
              <a:rPr lang="en-US" sz="1400" spc="-114">
                <a:solidFill>
                  <a:schemeClr val="bg1"/>
                </a:solidFill>
              </a:rPr>
              <a:t> </a:t>
            </a:r>
            <a:r>
              <a:rPr lang="en-US" sz="1400" spc="-50">
                <a:solidFill>
                  <a:schemeClr val="bg1"/>
                </a:solidFill>
              </a:rPr>
              <a:t>unas</a:t>
            </a:r>
            <a:r>
              <a:rPr lang="en-US" sz="1400" spc="-100">
                <a:solidFill>
                  <a:schemeClr val="bg1"/>
                </a:solidFill>
              </a:rPr>
              <a:t> </a:t>
            </a:r>
            <a:r>
              <a:rPr lang="en-US" sz="1400" b="1" spc="-35">
                <a:solidFill>
                  <a:schemeClr val="bg1"/>
                </a:solidFill>
              </a:rPr>
              <a:t>salidas</a:t>
            </a:r>
            <a:r>
              <a:rPr lang="en-US" sz="1400" b="1" spc="-30">
                <a:solidFill>
                  <a:schemeClr val="bg1"/>
                </a:solidFill>
              </a:rPr>
              <a:t> </a:t>
            </a:r>
            <a:r>
              <a:rPr lang="en-US" sz="1400" spc="-80">
                <a:solidFill>
                  <a:schemeClr val="bg1"/>
                </a:solidFill>
              </a:rPr>
              <a:t>(resultados)</a:t>
            </a:r>
            <a:endParaRPr lang="en-US" sz="1400">
              <a:solidFill>
                <a:schemeClr val="bg1"/>
              </a:solidFill>
            </a:endParaRPr>
          </a:p>
          <a:p>
            <a:pPr indent="-228600">
              <a:lnSpc>
                <a:spcPct val="90000"/>
              </a:lnSpc>
              <a:spcBef>
                <a:spcPts val="45"/>
              </a:spcBef>
              <a:buClr>
                <a:srgbClr val="00C5BA"/>
              </a:buClr>
              <a:buFont typeface="Arial" panose="020B0604020202020204" pitchFamily="34" charset="0"/>
              <a:buChar char="•"/>
            </a:pPr>
            <a:endParaRPr lang="en-US" sz="1400">
              <a:solidFill>
                <a:schemeClr val="bg1"/>
              </a:solidFill>
            </a:endParaRPr>
          </a:p>
          <a:p>
            <a:pPr marL="355600" indent="-228600">
              <a:lnSpc>
                <a:spcPct val="90000"/>
              </a:lnSpc>
              <a:buClr>
                <a:srgbClr val="00C5BA"/>
              </a:buClr>
              <a:buFont typeface="Arial" panose="020B0604020202020204" pitchFamily="34" charset="0"/>
              <a:buChar char="•"/>
              <a:tabLst>
                <a:tab pos="355600" algn="l"/>
                <a:tab pos="356235" algn="l"/>
              </a:tabLst>
            </a:pPr>
            <a:r>
              <a:rPr lang="en-US" sz="1400" spc="-125">
                <a:solidFill>
                  <a:schemeClr val="bg1"/>
                </a:solidFill>
              </a:rPr>
              <a:t>Se</a:t>
            </a:r>
            <a:r>
              <a:rPr lang="en-US" sz="1400" spc="-120">
                <a:solidFill>
                  <a:schemeClr val="bg1"/>
                </a:solidFill>
              </a:rPr>
              <a:t> </a:t>
            </a:r>
            <a:r>
              <a:rPr lang="en-US" sz="1400" spc="50">
                <a:solidFill>
                  <a:schemeClr val="bg1"/>
                </a:solidFill>
              </a:rPr>
              <a:t>componen</a:t>
            </a:r>
            <a:r>
              <a:rPr lang="en-US" sz="1400" spc="-120">
                <a:solidFill>
                  <a:schemeClr val="bg1"/>
                </a:solidFill>
              </a:rPr>
              <a:t> </a:t>
            </a:r>
            <a:r>
              <a:rPr lang="en-US" sz="1400" spc="100">
                <a:solidFill>
                  <a:schemeClr val="bg1"/>
                </a:solidFill>
              </a:rPr>
              <a:t>de</a:t>
            </a:r>
            <a:r>
              <a:rPr lang="en-US" sz="1400" spc="-110">
                <a:solidFill>
                  <a:schemeClr val="bg1"/>
                </a:solidFill>
              </a:rPr>
              <a:t> </a:t>
            </a:r>
            <a:r>
              <a:rPr lang="en-US" sz="1400" b="1" spc="-35">
                <a:solidFill>
                  <a:schemeClr val="bg1"/>
                </a:solidFill>
              </a:rPr>
              <a:t>elementos</a:t>
            </a:r>
            <a:r>
              <a:rPr lang="en-US" sz="1400" b="1" spc="-45">
                <a:solidFill>
                  <a:schemeClr val="bg1"/>
                </a:solidFill>
              </a:rPr>
              <a:t> </a:t>
            </a:r>
            <a:r>
              <a:rPr lang="en-US" sz="1400" b="1" spc="-65">
                <a:solidFill>
                  <a:schemeClr val="bg1"/>
                </a:solidFill>
              </a:rPr>
              <a:t>físicos</a:t>
            </a:r>
            <a:r>
              <a:rPr lang="en-US" sz="1400" b="1" spc="-25">
                <a:solidFill>
                  <a:schemeClr val="bg1"/>
                </a:solidFill>
              </a:rPr>
              <a:t> </a:t>
            </a:r>
            <a:r>
              <a:rPr lang="en-US" sz="1400" spc="-35">
                <a:solidFill>
                  <a:schemeClr val="bg1"/>
                </a:solidFill>
              </a:rPr>
              <a:t>(</a:t>
            </a:r>
            <a:r>
              <a:rPr lang="en-US" sz="1400" i="1" spc="-35">
                <a:solidFill>
                  <a:schemeClr val="bg1"/>
                </a:solidFill>
              </a:rPr>
              <a:t>hardware</a:t>
            </a:r>
            <a:r>
              <a:rPr lang="en-US" sz="1400" spc="-35">
                <a:solidFill>
                  <a:schemeClr val="bg1"/>
                </a:solidFill>
              </a:rPr>
              <a:t>)</a:t>
            </a:r>
            <a:r>
              <a:rPr lang="en-US" sz="1400" spc="-95">
                <a:solidFill>
                  <a:schemeClr val="bg1"/>
                </a:solidFill>
              </a:rPr>
              <a:t> </a:t>
            </a:r>
            <a:r>
              <a:rPr lang="en-US" sz="1400" spc="-105">
                <a:solidFill>
                  <a:schemeClr val="bg1"/>
                </a:solidFill>
              </a:rPr>
              <a:t>y</a:t>
            </a:r>
            <a:r>
              <a:rPr lang="en-US" sz="1400" spc="-125">
                <a:solidFill>
                  <a:schemeClr val="bg1"/>
                </a:solidFill>
              </a:rPr>
              <a:t> </a:t>
            </a:r>
            <a:r>
              <a:rPr lang="en-US" sz="1400" b="1" spc="-5">
                <a:solidFill>
                  <a:schemeClr val="bg1"/>
                </a:solidFill>
              </a:rPr>
              <a:t>lógicos</a:t>
            </a:r>
            <a:r>
              <a:rPr lang="en-US" sz="1400" b="1" spc="-25">
                <a:solidFill>
                  <a:schemeClr val="bg1"/>
                </a:solidFill>
              </a:rPr>
              <a:t> </a:t>
            </a:r>
            <a:r>
              <a:rPr lang="en-US" sz="1400" spc="-55">
                <a:solidFill>
                  <a:schemeClr val="bg1"/>
                </a:solidFill>
              </a:rPr>
              <a:t>(programas,</a:t>
            </a:r>
            <a:r>
              <a:rPr lang="en-US" sz="1400" spc="-95">
                <a:solidFill>
                  <a:schemeClr val="bg1"/>
                </a:solidFill>
              </a:rPr>
              <a:t> </a:t>
            </a:r>
            <a:r>
              <a:rPr lang="en-US" sz="1400" i="1" spc="-55">
                <a:solidFill>
                  <a:schemeClr val="bg1"/>
                </a:solidFill>
              </a:rPr>
              <a:t>software</a:t>
            </a:r>
            <a:r>
              <a:rPr lang="en-US" sz="1400" spc="-55">
                <a:solidFill>
                  <a:schemeClr val="bg1"/>
                </a:solidFill>
              </a:rPr>
              <a:t>)</a:t>
            </a:r>
            <a:endParaRPr lang="en-US" sz="1400">
              <a:solidFill>
                <a:schemeClr val="bg1"/>
              </a:solidFill>
            </a:endParaRPr>
          </a:p>
          <a:p>
            <a:pPr indent="-228600">
              <a:lnSpc>
                <a:spcPct val="90000"/>
              </a:lnSpc>
              <a:spcBef>
                <a:spcPts val="50"/>
              </a:spcBef>
              <a:buClr>
                <a:srgbClr val="00C5BA"/>
              </a:buClr>
              <a:buFont typeface="Arial" panose="020B0604020202020204" pitchFamily="34" charset="0"/>
              <a:buChar char="•"/>
            </a:pPr>
            <a:endParaRPr lang="en-US" sz="1400">
              <a:solidFill>
                <a:schemeClr val="bg1"/>
              </a:solidFill>
            </a:endParaRPr>
          </a:p>
          <a:p>
            <a:pPr marL="355600" indent="-228600">
              <a:lnSpc>
                <a:spcPct val="90000"/>
              </a:lnSpc>
              <a:buClr>
                <a:srgbClr val="00C5BA"/>
              </a:buClr>
              <a:buFont typeface="Arial" panose="020B0604020202020204" pitchFamily="34" charset="0"/>
              <a:buChar char="•"/>
              <a:tabLst>
                <a:tab pos="355600" algn="l"/>
                <a:tab pos="356235" algn="l"/>
              </a:tabLst>
            </a:pPr>
            <a:r>
              <a:rPr lang="en-US" sz="1400" spc="-95">
                <a:solidFill>
                  <a:schemeClr val="bg1"/>
                </a:solidFill>
              </a:rPr>
              <a:t>Las</a:t>
            </a:r>
            <a:r>
              <a:rPr lang="en-US" sz="1400" spc="-125">
                <a:solidFill>
                  <a:schemeClr val="bg1"/>
                </a:solidFill>
              </a:rPr>
              <a:t> </a:t>
            </a:r>
            <a:r>
              <a:rPr lang="en-US" sz="1400" spc="-25">
                <a:solidFill>
                  <a:schemeClr val="bg1"/>
                </a:solidFill>
              </a:rPr>
              <a:t>órdenes</a:t>
            </a:r>
            <a:r>
              <a:rPr lang="en-US" sz="1400" spc="-105">
                <a:solidFill>
                  <a:schemeClr val="bg1"/>
                </a:solidFill>
              </a:rPr>
              <a:t> </a:t>
            </a:r>
            <a:r>
              <a:rPr lang="en-US" sz="1400" spc="100">
                <a:solidFill>
                  <a:schemeClr val="bg1"/>
                </a:solidFill>
              </a:rPr>
              <a:t>de</a:t>
            </a:r>
            <a:r>
              <a:rPr lang="en-US" sz="1400" spc="-120">
                <a:solidFill>
                  <a:schemeClr val="bg1"/>
                </a:solidFill>
              </a:rPr>
              <a:t> </a:t>
            </a:r>
            <a:r>
              <a:rPr lang="en-US" sz="1400" spc="-95">
                <a:solidFill>
                  <a:schemeClr val="bg1"/>
                </a:solidFill>
              </a:rPr>
              <a:t>los</a:t>
            </a:r>
            <a:r>
              <a:rPr lang="en-US" sz="1400" spc="-145">
                <a:solidFill>
                  <a:schemeClr val="bg1"/>
                </a:solidFill>
              </a:rPr>
              <a:t> </a:t>
            </a:r>
            <a:r>
              <a:rPr lang="en-US" sz="1400" spc="-90">
                <a:solidFill>
                  <a:schemeClr val="bg1"/>
                </a:solidFill>
              </a:rPr>
              <a:t>usuarios</a:t>
            </a:r>
            <a:r>
              <a:rPr lang="en-US" sz="1400" spc="-140">
                <a:solidFill>
                  <a:schemeClr val="bg1"/>
                </a:solidFill>
              </a:rPr>
              <a:t> </a:t>
            </a:r>
            <a:r>
              <a:rPr lang="en-US" sz="1400" spc="70">
                <a:solidFill>
                  <a:schemeClr val="bg1"/>
                </a:solidFill>
              </a:rPr>
              <a:t>deben</a:t>
            </a:r>
            <a:r>
              <a:rPr lang="en-US" sz="1400" spc="-110">
                <a:solidFill>
                  <a:schemeClr val="bg1"/>
                </a:solidFill>
              </a:rPr>
              <a:t> </a:t>
            </a:r>
            <a:r>
              <a:rPr lang="en-US" sz="1400" spc="-130">
                <a:solidFill>
                  <a:schemeClr val="bg1"/>
                </a:solidFill>
              </a:rPr>
              <a:t>ser</a:t>
            </a:r>
            <a:r>
              <a:rPr lang="en-US" sz="1400" spc="-105">
                <a:solidFill>
                  <a:schemeClr val="bg1"/>
                </a:solidFill>
              </a:rPr>
              <a:t> </a:t>
            </a:r>
            <a:r>
              <a:rPr lang="en-US" sz="1400" b="1" spc="-20">
                <a:solidFill>
                  <a:schemeClr val="bg1"/>
                </a:solidFill>
              </a:rPr>
              <a:t>traducidas</a:t>
            </a:r>
            <a:r>
              <a:rPr lang="en-US" sz="1400" b="1" spc="-35">
                <a:solidFill>
                  <a:schemeClr val="bg1"/>
                </a:solidFill>
              </a:rPr>
              <a:t> </a:t>
            </a:r>
            <a:r>
              <a:rPr lang="en-US" sz="1400" spc="40">
                <a:solidFill>
                  <a:schemeClr val="bg1"/>
                </a:solidFill>
              </a:rPr>
              <a:t>para</a:t>
            </a:r>
            <a:r>
              <a:rPr lang="en-US" sz="1400" spc="-150">
                <a:solidFill>
                  <a:schemeClr val="bg1"/>
                </a:solidFill>
              </a:rPr>
              <a:t> </a:t>
            </a:r>
            <a:r>
              <a:rPr lang="en-US" sz="1400" spc="45">
                <a:solidFill>
                  <a:schemeClr val="bg1"/>
                </a:solidFill>
              </a:rPr>
              <a:t>que</a:t>
            </a:r>
            <a:r>
              <a:rPr lang="en-US" sz="1400" spc="-110">
                <a:solidFill>
                  <a:schemeClr val="bg1"/>
                </a:solidFill>
              </a:rPr>
              <a:t> </a:t>
            </a:r>
            <a:r>
              <a:rPr lang="en-US" sz="1400" spc="-75">
                <a:solidFill>
                  <a:schemeClr val="bg1"/>
                </a:solidFill>
              </a:rPr>
              <a:t>las</a:t>
            </a:r>
            <a:r>
              <a:rPr lang="en-US" sz="1400" spc="-140">
                <a:solidFill>
                  <a:schemeClr val="bg1"/>
                </a:solidFill>
              </a:rPr>
              <a:t> </a:t>
            </a:r>
            <a:r>
              <a:rPr lang="en-US" sz="1400" spc="10">
                <a:solidFill>
                  <a:schemeClr val="bg1"/>
                </a:solidFill>
              </a:rPr>
              <a:t>entienda</a:t>
            </a:r>
            <a:r>
              <a:rPr lang="en-US" sz="1400" spc="-105">
                <a:solidFill>
                  <a:schemeClr val="bg1"/>
                </a:solidFill>
              </a:rPr>
              <a:t> </a:t>
            </a:r>
            <a:r>
              <a:rPr lang="en-US" sz="1400" spc="-25">
                <a:solidFill>
                  <a:schemeClr val="bg1"/>
                </a:solidFill>
              </a:rPr>
              <a:t>el</a:t>
            </a:r>
            <a:r>
              <a:rPr lang="en-US" sz="1400" spc="-125">
                <a:solidFill>
                  <a:schemeClr val="bg1"/>
                </a:solidFill>
              </a:rPr>
              <a:t> </a:t>
            </a:r>
            <a:r>
              <a:rPr lang="en-US" sz="1400" spc="10">
                <a:solidFill>
                  <a:schemeClr val="bg1"/>
                </a:solidFill>
              </a:rPr>
              <a:t>ordenador</a:t>
            </a:r>
            <a:endParaRPr lang="en-US" sz="1400">
              <a:solidFill>
                <a:schemeClr val="bg1"/>
              </a:solidFill>
            </a:endParaRPr>
          </a:p>
        </p:txBody>
      </p:sp>
    </p:spTree>
    <p:extLst>
      <p:ext uri="{BB962C8B-B14F-4D97-AF65-F5344CB8AC3E}">
        <p14:creationId xmlns:p14="http://schemas.microsoft.com/office/powerpoint/2010/main" val="3848863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5B0CFAF-8504-8FBE-B9BD-AB56E05ECCBC}"/>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Software, aplicación informática</a:t>
            </a:r>
          </a:p>
        </p:txBody>
      </p:sp>
      <p:sp>
        <p:nvSpPr>
          <p:cNvPr id="3" name="Marcador de contenido 2">
            <a:extLst>
              <a:ext uri="{FF2B5EF4-FFF2-40B4-BE49-F238E27FC236}">
                <a16:creationId xmlns:a16="http://schemas.microsoft.com/office/drawing/2014/main" id="{377792E3-AC0F-B242-FB54-4DA6E5A72F05}"/>
              </a:ext>
            </a:extLst>
          </p:cNvPr>
          <p:cNvSpPr>
            <a:spLocks noGrp="1"/>
          </p:cNvSpPr>
          <p:nvPr>
            <p:ph idx="1"/>
          </p:nvPr>
        </p:nvSpPr>
        <p:spPr>
          <a:xfrm>
            <a:off x="4380855" y="1412489"/>
            <a:ext cx="3427283" cy="4363844"/>
          </a:xfrm>
        </p:spPr>
        <p:txBody>
          <a:bodyPr vert="horz" lIns="91440" tIns="45720" rIns="91440" bIns="45720" rtlCol="0">
            <a:normAutofit/>
          </a:bodyPr>
          <a:lstStyle/>
          <a:p>
            <a:pPr marL="12700">
              <a:spcBef>
                <a:spcPts val="105"/>
              </a:spcBef>
            </a:pPr>
            <a:r>
              <a:rPr lang="en-US" sz="1100" b="1" spc="30"/>
              <a:t>¿Qué</a:t>
            </a:r>
            <a:r>
              <a:rPr lang="en-US" sz="1100" b="1" spc="-35"/>
              <a:t> e</a:t>
            </a:r>
            <a:r>
              <a:rPr lang="en-US" sz="1100" b="1" spc="-25"/>
              <a:t>s</a:t>
            </a:r>
            <a:r>
              <a:rPr lang="en-US" sz="1100" b="1" spc="-40"/>
              <a:t> </a:t>
            </a:r>
            <a:r>
              <a:rPr lang="en-US" sz="1100" b="1" spc="-25"/>
              <a:t>e</a:t>
            </a:r>
            <a:r>
              <a:rPr lang="en-US" sz="1100" b="1" spc="-10"/>
              <a:t>l</a:t>
            </a:r>
            <a:r>
              <a:rPr lang="en-US" sz="1100" b="1" spc="-45"/>
              <a:t> </a:t>
            </a:r>
            <a:r>
              <a:rPr lang="en-US" sz="1100" b="1" spc="-145"/>
              <a:t>softw</a:t>
            </a:r>
            <a:r>
              <a:rPr lang="en-US" sz="1100" b="1" spc="-10"/>
              <a:t>are?</a:t>
            </a:r>
            <a:endParaRPr lang="en-US" sz="1100"/>
          </a:p>
          <a:p>
            <a:pPr marL="355600">
              <a:spcBef>
                <a:spcPts val="1700"/>
              </a:spcBef>
              <a:buClr>
                <a:srgbClr val="00C5BA"/>
              </a:buClr>
              <a:tabLst>
                <a:tab pos="355600" algn="l"/>
                <a:tab pos="356235" algn="l"/>
              </a:tabLst>
            </a:pPr>
            <a:r>
              <a:rPr lang="en-US" sz="1100" spc="-25"/>
              <a:t>Algunos</a:t>
            </a:r>
            <a:r>
              <a:rPr lang="en-US" sz="1100" spc="-145"/>
              <a:t> </a:t>
            </a:r>
            <a:r>
              <a:rPr lang="en-US" sz="1100" b="1" spc="20"/>
              <a:t>conceptos</a:t>
            </a:r>
            <a:r>
              <a:rPr lang="en-US" sz="1100" b="1" spc="-45"/>
              <a:t> </a:t>
            </a:r>
            <a:r>
              <a:rPr lang="en-US" sz="1100" b="1" spc="45"/>
              <a:t>clave</a:t>
            </a:r>
            <a:r>
              <a:rPr lang="en-US" sz="1100" b="1" spc="-20"/>
              <a:t> </a:t>
            </a:r>
            <a:r>
              <a:rPr lang="en-US" sz="1100" spc="45"/>
              <a:t>que</a:t>
            </a:r>
            <a:r>
              <a:rPr lang="en-US" sz="1100" spc="-125"/>
              <a:t> </a:t>
            </a:r>
            <a:r>
              <a:rPr lang="en-US" sz="1100" spc="25"/>
              <a:t>conviene</a:t>
            </a:r>
            <a:r>
              <a:rPr lang="en-US" sz="1100" spc="-145"/>
              <a:t> </a:t>
            </a:r>
            <a:r>
              <a:rPr lang="en-US" sz="1100" spc="-45"/>
              <a:t>tener</a:t>
            </a:r>
            <a:r>
              <a:rPr lang="en-US" sz="1100" spc="-100"/>
              <a:t> </a:t>
            </a:r>
            <a:r>
              <a:rPr lang="en-US" sz="1100" spc="20"/>
              <a:t>en</a:t>
            </a:r>
            <a:r>
              <a:rPr lang="en-US" sz="1100" spc="-110"/>
              <a:t> </a:t>
            </a:r>
            <a:r>
              <a:rPr lang="en-US" sz="1100" spc="-15"/>
              <a:t>cuenta:</a:t>
            </a:r>
            <a:endParaRPr lang="en-US" sz="1100"/>
          </a:p>
          <a:p>
            <a:pPr>
              <a:spcBef>
                <a:spcPts val="45"/>
              </a:spcBef>
              <a:buClr>
                <a:srgbClr val="00C5BA"/>
              </a:buClr>
            </a:pPr>
            <a:endParaRPr lang="en-US" sz="1100"/>
          </a:p>
          <a:p>
            <a:pPr marL="756285" lvl="1">
              <a:buClr>
                <a:srgbClr val="00C5BA"/>
              </a:buClr>
              <a:tabLst>
                <a:tab pos="756920" algn="l"/>
              </a:tabLst>
            </a:pPr>
            <a:r>
              <a:rPr lang="en-US" sz="1100" spc="-145"/>
              <a:t>El</a:t>
            </a:r>
            <a:r>
              <a:rPr lang="en-US" sz="1100" spc="-120"/>
              <a:t> </a:t>
            </a:r>
            <a:r>
              <a:rPr lang="en-US" sz="1100" spc="-45"/>
              <a:t>software</a:t>
            </a:r>
            <a:r>
              <a:rPr lang="en-US" sz="1100" spc="-75"/>
              <a:t> </a:t>
            </a:r>
            <a:r>
              <a:rPr lang="en-US" sz="1100" spc="-70"/>
              <a:t>se</a:t>
            </a:r>
            <a:r>
              <a:rPr lang="en-US" sz="1100" spc="-114"/>
              <a:t> </a:t>
            </a:r>
            <a:r>
              <a:rPr lang="en-US" sz="1100" b="1" spc="-50"/>
              <a:t>desarrolla</a:t>
            </a:r>
            <a:r>
              <a:rPr lang="en-US" sz="1100" spc="-50"/>
              <a:t>,</a:t>
            </a:r>
            <a:r>
              <a:rPr lang="en-US" sz="1100" spc="-105"/>
              <a:t> </a:t>
            </a:r>
            <a:r>
              <a:rPr lang="en-US" sz="1100" spc="15"/>
              <a:t>no</a:t>
            </a:r>
            <a:r>
              <a:rPr lang="en-US" sz="1100" spc="-114"/>
              <a:t> </a:t>
            </a:r>
            <a:r>
              <a:rPr lang="en-US" sz="1100" spc="-70"/>
              <a:t>se</a:t>
            </a:r>
            <a:r>
              <a:rPr lang="en-US" sz="1100" spc="-125"/>
              <a:t> </a:t>
            </a:r>
            <a:r>
              <a:rPr lang="en-US" sz="1100" spc="20"/>
              <a:t>fabrica</a:t>
            </a:r>
            <a:endParaRPr lang="en-US" sz="1100"/>
          </a:p>
          <a:p>
            <a:pPr lvl="1">
              <a:spcBef>
                <a:spcPts val="60"/>
              </a:spcBef>
              <a:buClr>
                <a:srgbClr val="00C5BA"/>
              </a:buClr>
            </a:pPr>
            <a:endParaRPr lang="en-US" sz="1100"/>
          </a:p>
          <a:p>
            <a:pPr marL="756285" lvl="1">
              <a:buClr>
                <a:srgbClr val="00C5BA"/>
              </a:buClr>
              <a:tabLst>
                <a:tab pos="756920" algn="l"/>
              </a:tabLst>
            </a:pPr>
            <a:r>
              <a:rPr lang="en-US" sz="1100" spc="-200"/>
              <a:t>E</a:t>
            </a:r>
            <a:r>
              <a:rPr lang="en-US" sz="1100" spc="-85"/>
              <a:t>l</a:t>
            </a:r>
            <a:r>
              <a:rPr lang="en-US" sz="1100" spc="-120"/>
              <a:t> </a:t>
            </a:r>
            <a:r>
              <a:rPr lang="en-US" sz="1100" spc="-85"/>
              <a:t>so</a:t>
            </a:r>
            <a:r>
              <a:rPr lang="en-US" sz="1100" spc="-50"/>
              <a:t>f</a:t>
            </a:r>
            <a:r>
              <a:rPr lang="en-US" sz="1100" spc="-105"/>
              <a:t>t</a:t>
            </a:r>
            <a:r>
              <a:rPr lang="en-US" sz="1100" spc="-20"/>
              <a:t>w</a:t>
            </a:r>
            <a:r>
              <a:rPr lang="en-US" sz="1100" spc="-5"/>
              <a:t>ar</a:t>
            </a:r>
            <a:r>
              <a:rPr lang="en-US" sz="1100"/>
              <a:t>e</a:t>
            </a:r>
            <a:r>
              <a:rPr lang="en-US" sz="1100" spc="-80"/>
              <a:t> </a:t>
            </a:r>
            <a:r>
              <a:rPr lang="en-US" sz="1100" spc="75"/>
              <a:t>e</a:t>
            </a:r>
            <a:r>
              <a:rPr lang="en-US" sz="1100" spc="-215"/>
              <a:t>s</a:t>
            </a:r>
            <a:r>
              <a:rPr lang="en-US" sz="1100" spc="-110"/>
              <a:t> </a:t>
            </a:r>
            <a:r>
              <a:rPr lang="en-US" sz="1100" b="1" spc="15"/>
              <a:t>lógico</a:t>
            </a:r>
            <a:r>
              <a:rPr lang="en-US" sz="1100" b="1" spc="-5"/>
              <a:t> </a:t>
            </a:r>
            <a:r>
              <a:rPr lang="en-US" sz="1100" spc="-180"/>
              <a:t>(</a:t>
            </a:r>
            <a:r>
              <a:rPr lang="en-US" sz="1100" spc="-120"/>
              <a:t>i</a:t>
            </a:r>
            <a:r>
              <a:rPr lang="en-US" sz="1100" spc="-80"/>
              <a:t>n</a:t>
            </a:r>
            <a:r>
              <a:rPr lang="en-US" sz="1100" spc="-65"/>
              <a:t>t</a:t>
            </a:r>
            <a:r>
              <a:rPr lang="en-US" sz="1100" spc="50"/>
              <a:t>an</a:t>
            </a:r>
            <a:r>
              <a:rPr lang="en-US" sz="1100" spc="45"/>
              <a:t>g</a:t>
            </a:r>
            <a:r>
              <a:rPr lang="en-US" sz="1100" spc="-120"/>
              <a:t>i</a:t>
            </a:r>
            <a:r>
              <a:rPr lang="en-US" sz="1100" spc="-25"/>
              <a:t>b</a:t>
            </a:r>
            <a:r>
              <a:rPr lang="en-US" sz="1100" spc="5"/>
              <a:t>l</a:t>
            </a:r>
            <a:r>
              <a:rPr lang="en-US" sz="1100" spc="75"/>
              <a:t>e</a:t>
            </a:r>
            <a:r>
              <a:rPr lang="en-US" sz="1100" spc="-155"/>
              <a:t>)</a:t>
            </a:r>
            <a:r>
              <a:rPr lang="en-US" sz="1100" spc="-145"/>
              <a:t>,</a:t>
            </a:r>
            <a:r>
              <a:rPr lang="en-US" sz="1100" spc="-70"/>
              <a:t> </a:t>
            </a:r>
            <a:r>
              <a:rPr lang="en-US" sz="1100" spc="15"/>
              <a:t>no</a:t>
            </a:r>
            <a:r>
              <a:rPr lang="en-US" sz="1100" spc="-120"/>
              <a:t> </a:t>
            </a:r>
            <a:r>
              <a:rPr lang="en-US" sz="1100" spc="70"/>
              <a:t>e</a:t>
            </a:r>
            <a:r>
              <a:rPr lang="en-US" sz="1100" spc="-215"/>
              <a:t>s</a:t>
            </a:r>
            <a:r>
              <a:rPr lang="en-US" sz="1100" spc="-120"/>
              <a:t> </a:t>
            </a:r>
            <a:r>
              <a:rPr lang="en-US" sz="1100" spc="-45"/>
              <a:t>un</a:t>
            </a:r>
            <a:r>
              <a:rPr lang="en-US" sz="1100" spc="-125"/>
              <a:t> </a:t>
            </a:r>
            <a:r>
              <a:rPr lang="en-US" sz="1100" spc="-25"/>
              <a:t>e</a:t>
            </a:r>
            <a:r>
              <a:rPr lang="en-US" sz="1100" spc="-5"/>
              <a:t>l</a:t>
            </a:r>
            <a:r>
              <a:rPr lang="en-US" sz="1100" spc="75"/>
              <a:t>e</a:t>
            </a:r>
            <a:r>
              <a:rPr lang="en-US" sz="1100" spc="-30"/>
              <a:t>men</a:t>
            </a:r>
            <a:r>
              <a:rPr lang="en-US" sz="1100" spc="-40"/>
              <a:t>t</a:t>
            </a:r>
            <a:r>
              <a:rPr lang="en-US" sz="1100" spc="70"/>
              <a:t>o</a:t>
            </a:r>
            <a:r>
              <a:rPr lang="en-US" sz="1100" spc="-110"/>
              <a:t> </a:t>
            </a:r>
            <a:r>
              <a:rPr lang="en-US" sz="1100" spc="-105"/>
              <a:t>f</a:t>
            </a:r>
            <a:r>
              <a:rPr lang="en-US" sz="1100" spc="-65"/>
              <a:t>í</a:t>
            </a:r>
            <a:r>
              <a:rPr lang="en-US" sz="1100" spc="-225"/>
              <a:t>s</a:t>
            </a:r>
            <a:r>
              <a:rPr lang="en-US" sz="1100" spc="-114"/>
              <a:t>i</a:t>
            </a:r>
            <a:r>
              <a:rPr lang="en-US" sz="1100" spc="135"/>
              <a:t>co</a:t>
            </a:r>
            <a:endParaRPr lang="en-US" sz="1100"/>
          </a:p>
          <a:p>
            <a:pPr lvl="1">
              <a:buClr>
                <a:srgbClr val="00C5BA"/>
              </a:buClr>
            </a:pPr>
            <a:endParaRPr lang="en-US" sz="1100"/>
          </a:p>
          <a:p>
            <a:pPr marL="756285" lvl="1">
              <a:buClr>
                <a:srgbClr val="00C5BA"/>
              </a:buClr>
              <a:tabLst>
                <a:tab pos="756920" algn="l"/>
              </a:tabLst>
            </a:pPr>
            <a:r>
              <a:rPr lang="en-US" sz="1100" spc="-145"/>
              <a:t>El</a:t>
            </a:r>
            <a:r>
              <a:rPr lang="en-US" sz="1100" spc="-114"/>
              <a:t> </a:t>
            </a:r>
            <a:r>
              <a:rPr lang="en-US" sz="1100" spc="-45"/>
              <a:t>software</a:t>
            </a:r>
            <a:r>
              <a:rPr lang="en-US" sz="1100" spc="-65"/>
              <a:t> </a:t>
            </a:r>
            <a:r>
              <a:rPr lang="en-US" sz="1100" b="1" spc="-20"/>
              <a:t>no</a:t>
            </a:r>
            <a:r>
              <a:rPr lang="en-US" sz="1100" b="1" spc="-10"/>
              <a:t> </a:t>
            </a:r>
            <a:r>
              <a:rPr lang="en-US" sz="1100" b="1" spc="-25"/>
              <a:t>se</a:t>
            </a:r>
            <a:r>
              <a:rPr lang="en-US" sz="1100" b="1" spc="-15"/>
              <a:t> </a:t>
            </a:r>
            <a:r>
              <a:rPr lang="en-US" sz="1100" b="1" spc="-25"/>
              <a:t>estropea</a:t>
            </a:r>
            <a:r>
              <a:rPr lang="en-US" sz="1100" b="1"/>
              <a:t> </a:t>
            </a:r>
            <a:r>
              <a:rPr lang="en-US" sz="1100" spc="-60"/>
              <a:t>(por</a:t>
            </a:r>
            <a:r>
              <a:rPr lang="en-US" sz="1100" spc="-80"/>
              <a:t> </a:t>
            </a:r>
            <a:r>
              <a:rPr lang="en-US" sz="1100" spc="-20"/>
              <a:t>lo</a:t>
            </a:r>
            <a:r>
              <a:rPr lang="en-US" sz="1100" spc="-125"/>
              <a:t> </a:t>
            </a:r>
            <a:r>
              <a:rPr lang="en-US" sz="1100" spc="-35"/>
              <a:t>general),</a:t>
            </a:r>
            <a:r>
              <a:rPr lang="en-US" sz="1100" spc="-105"/>
              <a:t> </a:t>
            </a:r>
            <a:r>
              <a:rPr lang="en-US" sz="1100" spc="-95"/>
              <a:t>y</a:t>
            </a:r>
            <a:r>
              <a:rPr lang="en-US" sz="1100" spc="-120"/>
              <a:t> </a:t>
            </a:r>
            <a:r>
              <a:rPr lang="en-US" sz="1100" spc="15"/>
              <a:t>una</a:t>
            </a:r>
            <a:r>
              <a:rPr lang="en-US" sz="1100" spc="-120"/>
              <a:t> </a:t>
            </a:r>
            <a:r>
              <a:rPr lang="en-US" sz="1100" spc="70"/>
              <a:t>copia</a:t>
            </a:r>
            <a:r>
              <a:rPr lang="en-US" sz="1100" spc="-114"/>
              <a:t> </a:t>
            </a:r>
            <a:r>
              <a:rPr lang="en-US" sz="1100" spc="40"/>
              <a:t>produce</a:t>
            </a:r>
            <a:r>
              <a:rPr lang="en-US" sz="1100" spc="-100"/>
              <a:t> </a:t>
            </a:r>
            <a:r>
              <a:rPr lang="en-US" sz="1100" spc="-45"/>
              <a:t>un</a:t>
            </a:r>
            <a:r>
              <a:rPr lang="en-US" sz="1100" spc="-120"/>
              <a:t> </a:t>
            </a:r>
            <a:r>
              <a:rPr lang="en-US" sz="1100" spc="30"/>
              <a:t>clon</a:t>
            </a:r>
            <a:r>
              <a:rPr lang="en-US" sz="1100" spc="-130"/>
              <a:t> </a:t>
            </a:r>
            <a:r>
              <a:rPr lang="en-US" sz="1100" spc="15"/>
              <a:t>del</a:t>
            </a:r>
            <a:r>
              <a:rPr lang="en-US" sz="1100" spc="-95"/>
              <a:t> </a:t>
            </a:r>
            <a:r>
              <a:rPr lang="en-US" sz="1100" spc="-45"/>
              <a:t>software</a:t>
            </a:r>
            <a:r>
              <a:rPr lang="en-US" sz="1100" spc="-75"/>
              <a:t> </a:t>
            </a:r>
            <a:r>
              <a:rPr lang="en-US" sz="1100" spc="-40"/>
              <a:t>original</a:t>
            </a:r>
            <a:endParaRPr lang="en-US" sz="1100"/>
          </a:p>
          <a:p>
            <a:pPr lvl="1">
              <a:buClr>
                <a:srgbClr val="00C5BA"/>
              </a:buClr>
            </a:pPr>
            <a:endParaRPr lang="en-US" sz="1100"/>
          </a:p>
          <a:p>
            <a:pPr marL="756285" lvl="1">
              <a:buClr>
                <a:srgbClr val="00C5BA"/>
              </a:buClr>
              <a:tabLst>
                <a:tab pos="756920" algn="l"/>
              </a:tabLst>
            </a:pPr>
            <a:r>
              <a:rPr lang="en-US" sz="1100" spc="-145"/>
              <a:t>El</a:t>
            </a:r>
            <a:r>
              <a:rPr lang="en-US" sz="1100" spc="-110"/>
              <a:t> </a:t>
            </a:r>
            <a:r>
              <a:rPr lang="en-US" sz="1100" spc="-45"/>
              <a:t>software</a:t>
            </a:r>
            <a:r>
              <a:rPr lang="en-US" sz="1100" spc="-65"/>
              <a:t> </a:t>
            </a:r>
            <a:r>
              <a:rPr lang="en-US" sz="1100" spc="55"/>
              <a:t>puede</a:t>
            </a:r>
            <a:r>
              <a:rPr lang="en-US" sz="1100" spc="-105"/>
              <a:t> </a:t>
            </a:r>
            <a:r>
              <a:rPr lang="en-US" sz="1100" spc="-55"/>
              <a:t>desarrollarse</a:t>
            </a:r>
            <a:r>
              <a:rPr lang="en-US" sz="1100" spc="-100"/>
              <a:t> </a:t>
            </a:r>
            <a:r>
              <a:rPr lang="en-US" sz="1100" spc="125"/>
              <a:t>a</a:t>
            </a:r>
            <a:r>
              <a:rPr lang="en-US" sz="1100" spc="-100"/>
              <a:t> </a:t>
            </a:r>
            <a:r>
              <a:rPr lang="en-US" sz="1100" b="1" spc="20"/>
              <a:t>medida</a:t>
            </a:r>
            <a:r>
              <a:rPr lang="en-US" sz="1100" b="1" spc="15"/>
              <a:t> </a:t>
            </a:r>
            <a:r>
              <a:rPr lang="en-US" sz="1100" spc="5"/>
              <a:t>(aplicaciones</a:t>
            </a:r>
            <a:r>
              <a:rPr lang="en-US" sz="1100" spc="-65"/>
              <a:t> </a:t>
            </a:r>
            <a:r>
              <a:rPr lang="en-US" sz="1100" spc="-30"/>
              <a:t>desarrolladas</a:t>
            </a:r>
            <a:r>
              <a:rPr lang="en-US" sz="1100" spc="-100"/>
              <a:t> </a:t>
            </a:r>
            <a:r>
              <a:rPr lang="en-US" sz="1100" spc="125"/>
              <a:t>a</a:t>
            </a:r>
            <a:r>
              <a:rPr lang="en-US" sz="1100" spc="-120"/>
              <a:t> </a:t>
            </a:r>
            <a:r>
              <a:rPr lang="en-US" sz="1100" spc="10"/>
              <a:t>medida)</a:t>
            </a:r>
            <a:endParaRPr lang="en-US" sz="1100"/>
          </a:p>
          <a:p>
            <a:pPr lvl="1">
              <a:buClr>
                <a:srgbClr val="00C5BA"/>
              </a:buClr>
            </a:pPr>
            <a:endParaRPr lang="en-US" sz="1100"/>
          </a:p>
          <a:p>
            <a:pPr marL="756285" lvl="1">
              <a:buClr>
                <a:srgbClr val="00C5BA"/>
              </a:buClr>
              <a:tabLst>
                <a:tab pos="756920" algn="l"/>
              </a:tabLst>
            </a:pPr>
            <a:r>
              <a:rPr lang="en-US" sz="1100" spc="-200"/>
              <a:t>E</a:t>
            </a:r>
            <a:r>
              <a:rPr lang="en-US" sz="1100" spc="-85"/>
              <a:t>l</a:t>
            </a:r>
            <a:r>
              <a:rPr lang="en-US" sz="1100" spc="-125"/>
              <a:t> </a:t>
            </a:r>
            <a:r>
              <a:rPr lang="en-US" sz="1100" spc="-85"/>
              <a:t>sof</a:t>
            </a:r>
            <a:r>
              <a:rPr lang="en-US" sz="1100" spc="-80"/>
              <a:t>t</a:t>
            </a:r>
            <a:r>
              <a:rPr lang="en-US" sz="1100" spc="-20"/>
              <a:t>w</a:t>
            </a:r>
            <a:r>
              <a:rPr lang="en-US" sz="1100" spc="-5"/>
              <a:t>ar</a:t>
            </a:r>
            <a:r>
              <a:rPr lang="en-US" sz="1100" spc="5"/>
              <a:t>e</a:t>
            </a:r>
            <a:r>
              <a:rPr lang="en-US" sz="1100" spc="-75"/>
              <a:t> </a:t>
            </a:r>
            <a:r>
              <a:rPr lang="en-US" sz="1100" b="1" spc="-50"/>
              <a:t>posibi</a:t>
            </a:r>
            <a:r>
              <a:rPr lang="en-US" sz="1100" b="1" spc="-30"/>
              <a:t>l</a:t>
            </a:r>
            <a:r>
              <a:rPr lang="en-US" sz="1100" b="1" spc="-65"/>
              <a:t>ita</a:t>
            </a:r>
            <a:r>
              <a:rPr lang="en-US" sz="1100" b="1" spc="10"/>
              <a:t> </a:t>
            </a:r>
            <a:r>
              <a:rPr lang="en-US" sz="1100" b="1" spc="-25"/>
              <a:t>e</a:t>
            </a:r>
            <a:r>
              <a:rPr lang="en-US" sz="1100" b="1" spc="-10"/>
              <a:t>l</a:t>
            </a:r>
            <a:r>
              <a:rPr lang="en-US" sz="1100" b="1" spc="-20"/>
              <a:t> </a:t>
            </a:r>
            <a:r>
              <a:rPr lang="en-US" sz="1100" b="1" spc="-110"/>
              <a:t>u</a:t>
            </a:r>
            <a:r>
              <a:rPr lang="en-US" sz="1100" b="1" spc="-85"/>
              <a:t>s</a:t>
            </a:r>
            <a:r>
              <a:rPr lang="en-US" sz="1100" b="1" spc="35"/>
              <a:t>o</a:t>
            </a:r>
            <a:r>
              <a:rPr lang="en-US" sz="1100" b="1" spc="-35"/>
              <a:t> </a:t>
            </a:r>
            <a:r>
              <a:rPr lang="en-US" sz="1100" spc="85"/>
              <a:t>d</a:t>
            </a:r>
            <a:r>
              <a:rPr lang="en-US" sz="1100" spc="75"/>
              <a:t>e</a:t>
            </a:r>
            <a:r>
              <a:rPr lang="en-US" sz="1100" spc="-120"/>
              <a:t>l</a:t>
            </a:r>
            <a:r>
              <a:rPr lang="en-US" sz="1100" spc="-110"/>
              <a:t> </a:t>
            </a:r>
            <a:r>
              <a:rPr lang="en-US" sz="1100" spc="-10"/>
              <a:t>or</a:t>
            </a:r>
            <a:r>
              <a:rPr lang="en-US" sz="1100" spc="-25"/>
              <a:t>d</a:t>
            </a:r>
            <a:r>
              <a:rPr lang="en-US" sz="1100" spc="75"/>
              <a:t>e</a:t>
            </a:r>
            <a:r>
              <a:rPr lang="en-US" sz="1100" spc="60"/>
              <a:t>na</a:t>
            </a:r>
            <a:r>
              <a:rPr lang="en-US" sz="1100" spc="50"/>
              <a:t>d</a:t>
            </a:r>
            <a:r>
              <a:rPr lang="en-US" sz="1100" spc="-65"/>
              <a:t>or</a:t>
            </a:r>
            <a:endParaRPr lang="en-US" sz="1100"/>
          </a:p>
          <a:p>
            <a:pPr lvl="1">
              <a:buClr>
                <a:srgbClr val="00C5BA"/>
              </a:buClr>
            </a:pPr>
            <a:endParaRPr lang="en-US" sz="1100"/>
          </a:p>
          <a:p>
            <a:pPr marL="756285" lvl="1">
              <a:buClr>
                <a:srgbClr val="00C5BA"/>
              </a:buClr>
              <a:tabLst>
                <a:tab pos="756920" algn="l"/>
              </a:tabLst>
            </a:pPr>
            <a:r>
              <a:rPr lang="en-US" sz="1100" spc="-145"/>
              <a:t>El</a:t>
            </a:r>
            <a:r>
              <a:rPr lang="en-US" sz="1100" spc="-114"/>
              <a:t> </a:t>
            </a:r>
            <a:r>
              <a:rPr lang="en-US" sz="1100" spc="-45"/>
              <a:t>software</a:t>
            </a:r>
            <a:r>
              <a:rPr lang="en-US" sz="1100" spc="-65"/>
              <a:t> </a:t>
            </a:r>
            <a:r>
              <a:rPr lang="en-US" sz="1100" spc="-70"/>
              <a:t>se</a:t>
            </a:r>
            <a:r>
              <a:rPr lang="en-US" sz="1100" spc="-114"/>
              <a:t> </a:t>
            </a:r>
            <a:r>
              <a:rPr lang="en-US" sz="1100" spc="-35"/>
              <a:t>desarrolla</a:t>
            </a:r>
            <a:r>
              <a:rPr lang="en-US" sz="1100" spc="-120"/>
              <a:t> </a:t>
            </a:r>
            <a:r>
              <a:rPr lang="en-US" sz="1100" spc="-5"/>
              <a:t>usando</a:t>
            </a:r>
            <a:r>
              <a:rPr lang="en-US" sz="1100" spc="-105"/>
              <a:t> </a:t>
            </a:r>
            <a:r>
              <a:rPr lang="en-US" sz="1100" spc="-45"/>
              <a:t>un</a:t>
            </a:r>
            <a:r>
              <a:rPr lang="en-US" sz="1100" spc="-90"/>
              <a:t> </a:t>
            </a:r>
            <a:r>
              <a:rPr lang="en-US" sz="1100" b="1" spc="-15"/>
              <a:t>lenguaje</a:t>
            </a:r>
            <a:r>
              <a:rPr lang="en-US" sz="1100" b="1" spc="5"/>
              <a:t> </a:t>
            </a:r>
            <a:r>
              <a:rPr lang="en-US" sz="1100" b="1" spc="55"/>
              <a:t>de</a:t>
            </a:r>
            <a:r>
              <a:rPr lang="en-US" sz="1100" b="1" spc="10"/>
              <a:t> </a:t>
            </a:r>
            <a:r>
              <a:rPr lang="en-US" sz="1100" b="1" spc="-10"/>
              <a:t>programación</a:t>
            </a:r>
            <a:r>
              <a:rPr lang="en-US" sz="1100" b="1" spc="25"/>
              <a:t> </a:t>
            </a:r>
            <a:r>
              <a:rPr lang="en-US" sz="1100" spc="-95"/>
              <a:t>y</a:t>
            </a:r>
            <a:r>
              <a:rPr lang="en-US" sz="1100" spc="-105"/>
              <a:t> </a:t>
            </a:r>
            <a:r>
              <a:rPr lang="en-US" sz="1100" spc="15"/>
              <a:t>una</a:t>
            </a:r>
            <a:r>
              <a:rPr lang="en-US" sz="1100" spc="-114"/>
              <a:t> </a:t>
            </a:r>
            <a:r>
              <a:rPr lang="en-US" sz="1100" b="1" spc="-5"/>
              <a:t>metodología</a:t>
            </a:r>
            <a:r>
              <a:rPr lang="en-US" sz="1100" b="1" spc="20"/>
              <a:t> </a:t>
            </a:r>
            <a:r>
              <a:rPr lang="en-US" sz="1100" b="1" spc="55"/>
              <a:t>de</a:t>
            </a:r>
            <a:r>
              <a:rPr lang="en-US" sz="1100" b="1" spc="-5"/>
              <a:t> </a:t>
            </a:r>
            <a:r>
              <a:rPr lang="en-US" sz="1100" b="1" spc="-10"/>
              <a:t>programación</a:t>
            </a:r>
            <a:endParaRPr lang="en-US" sz="1100"/>
          </a:p>
          <a:p>
            <a:endParaRPr lang="en-US" sz="1100"/>
          </a:p>
        </p:txBody>
      </p:sp>
      <p:cxnSp>
        <p:nvCxnSpPr>
          <p:cNvPr id="13" name="Straight Connector 12">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object 8">
            <a:extLst>
              <a:ext uri="{FF2B5EF4-FFF2-40B4-BE49-F238E27FC236}">
                <a16:creationId xmlns:a16="http://schemas.microsoft.com/office/drawing/2014/main" id="{B2BEFA78-8284-5F88-6703-3BB46A4096E1}"/>
              </a:ext>
            </a:extLst>
          </p:cNvPr>
          <p:cNvSpPr txBox="1"/>
          <p:nvPr/>
        </p:nvSpPr>
        <p:spPr>
          <a:xfrm>
            <a:off x="8451604" y="1412489"/>
            <a:ext cx="3197701" cy="4363844"/>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355600" indent="-228600">
              <a:lnSpc>
                <a:spcPct val="90000"/>
              </a:lnSpc>
              <a:spcBef>
                <a:spcPts val="1530"/>
              </a:spcBef>
              <a:buClr>
                <a:srgbClr val="00C5BA"/>
              </a:buClr>
              <a:buFont typeface="Arial" panose="020B0604020202020204" pitchFamily="34" charset="0"/>
              <a:buChar char="•"/>
              <a:tabLst>
                <a:tab pos="355600" algn="l"/>
                <a:tab pos="356235" algn="l"/>
              </a:tabLst>
            </a:pPr>
            <a:r>
              <a:rPr lang="en-US" sz="1600" spc="-25">
                <a:solidFill>
                  <a:schemeClr val="tx1"/>
                </a:solidFill>
              </a:rPr>
              <a:t>Algunos</a:t>
            </a:r>
            <a:r>
              <a:rPr lang="en-US" sz="1600" spc="-150">
                <a:solidFill>
                  <a:schemeClr val="tx1"/>
                </a:solidFill>
              </a:rPr>
              <a:t> </a:t>
            </a:r>
            <a:r>
              <a:rPr lang="en-US" sz="1600" spc="-40">
                <a:solidFill>
                  <a:schemeClr val="tx1"/>
                </a:solidFill>
              </a:rPr>
              <a:t>ejemplos</a:t>
            </a:r>
            <a:r>
              <a:rPr lang="en-US" sz="1600" spc="-145">
                <a:solidFill>
                  <a:schemeClr val="tx1"/>
                </a:solidFill>
              </a:rPr>
              <a:t> </a:t>
            </a:r>
            <a:r>
              <a:rPr lang="en-US" sz="1600" spc="105">
                <a:solidFill>
                  <a:schemeClr val="tx1"/>
                </a:solidFill>
              </a:rPr>
              <a:t>de</a:t>
            </a:r>
            <a:r>
              <a:rPr lang="en-US" sz="1600" spc="-110">
                <a:solidFill>
                  <a:schemeClr val="tx1"/>
                </a:solidFill>
              </a:rPr>
              <a:t> </a:t>
            </a:r>
            <a:r>
              <a:rPr lang="en-US" sz="1600" b="1" spc="15">
                <a:solidFill>
                  <a:schemeClr val="tx1"/>
                </a:solidFill>
              </a:rPr>
              <a:t>aplicaciones</a:t>
            </a:r>
            <a:r>
              <a:rPr lang="en-US" sz="1600" b="1" spc="-40">
                <a:solidFill>
                  <a:schemeClr val="tx1"/>
                </a:solidFill>
              </a:rPr>
              <a:t> </a:t>
            </a:r>
            <a:r>
              <a:rPr lang="en-US" sz="1600" b="1" spc="-75">
                <a:solidFill>
                  <a:schemeClr val="tx1"/>
                </a:solidFill>
              </a:rPr>
              <a:t>informáticas</a:t>
            </a:r>
            <a:r>
              <a:rPr lang="en-US" sz="1600" spc="-75">
                <a:solidFill>
                  <a:schemeClr val="tx1"/>
                </a:solidFill>
              </a:rPr>
              <a:t>:</a:t>
            </a:r>
            <a:endParaRPr lang="en-US" sz="1600">
              <a:solidFill>
                <a:schemeClr val="tx1"/>
              </a:solidFill>
            </a:endParaRPr>
          </a:p>
          <a:p>
            <a:pPr marL="756285" lvl="1" indent="-228600">
              <a:lnSpc>
                <a:spcPct val="90000"/>
              </a:lnSpc>
              <a:spcBef>
                <a:spcPts val="1800"/>
              </a:spcBef>
              <a:buClr>
                <a:srgbClr val="00C5BA"/>
              </a:buClr>
              <a:buFont typeface="Arial" panose="020B0604020202020204" pitchFamily="34" charset="0"/>
              <a:buChar char="•"/>
              <a:tabLst>
                <a:tab pos="756920" algn="l"/>
              </a:tabLst>
            </a:pPr>
            <a:r>
              <a:rPr lang="en-US" sz="1600" spc="-210">
                <a:solidFill>
                  <a:schemeClr val="tx1"/>
                </a:solidFill>
              </a:rPr>
              <a:t>Si</a:t>
            </a:r>
            <a:r>
              <a:rPr lang="en-US" sz="1600" spc="-225">
                <a:solidFill>
                  <a:schemeClr val="tx1"/>
                </a:solidFill>
              </a:rPr>
              <a:t>s</a:t>
            </a:r>
            <a:r>
              <a:rPr lang="en-US" sz="1600" spc="-105">
                <a:solidFill>
                  <a:schemeClr val="tx1"/>
                </a:solidFill>
              </a:rPr>
              <a:t>t</a:t>
            </a:r>
            <a:r>
              <a:rPr lang="en-US" sz="1600" spc="75">
                <a:solidFill>
                  <a:schemeClr val="tx1"/>
                </a:solidFill>
              </a:rPr>
              <a:t>e</a:t>
            </a:r>
            <a:r>
              <a:rPr lang="en-US" sz="1600" spc="35">
                <a:solidFill>
                  <a:schemeClr val="tx1"/>
                </a:solidFill>
              </a:rPr>
              <a:t>ma</a:t>
            </a:r>
            <a:r>
              <a:rPr lang="en-US" sz="1600" spc="-215">
                <a:solidFill>
                  <a:schemeClr val="tx1"/>
                </a:solidFill>
              </a:rPr>
              <a:t>s</a:t>
            </a:r>
            <a:r>
              <a:rPr lang="en-US" sz="1600" spc="-105">
                <a:solidFill>
                  <a:schemeClr val="tx1"/>
                </a:solidFill>
              </a:rPr>
              <a:t> </a:t>
            </a:r>
            <a:r>
              <a:rPr lang="en-US" sz="1600" spc="15">
                <a:solidFill>
                  <a:schemeClr val="tx1"/>
                </a:solidFill>
              </a:rPr>
              <a:t>opera</a:t>
            </a:r>
            <a:r>
              <a:rPr lang="en-US" sz="1600" spc="-5">
                <a:solidFill>
                  <a:schemeClr val="tx1"/>
                </a:solidFill>
              </a:rPr>
              <a:t>t</a:t>
            </a:r>
            <a:r>
              <a:rPr lang="en-US" sz="1600" spc="-120">
                <a:solidFill>
                  <a:schemeClr val="tx1"/>
                </a:solidFill>
              </a:rPr>
              <a:t>i</a:t>
            </a:r>
            <a:r>
              <a:rPr lang="en-US" sz="1600" spc="-40">
                <a:solidFill>
                  <a:schemeClr val="tx1"/>
                </a:solidFill>
              </a:rPr>
              <a:t>v</a:t>
            </a:r>
            <a:r>
              <a:rPr lang="en-US" sz="1600" spc="-75">
                <a:solidFill>
                  <a:schemeClr val="tx1"/>
                </a:solidFill>
              </a:rPr>
              <a:t>os</a:t>
            </a:r>
            <a:r>
              <a:rPr lang="en-US" sz="1600" spc="-120">
                <a:solidFill>
                  <a:schemeClr val="tx1"/>
                </a:solidFill>
              </a:rPr>
              <a:t> </a:t>
            </a:r>
            <a:r>
              <a:rPr lang="en-US" sz="1600" spc="-170">
                <a:solidFill>
                  <a:schemeClr val="tx1"/>
                </a:solidFill>
              </a:rPr>
              <a:t>(</a:t>
            </a:r>
            <a:r>
              <a:rPr lang="en-US" sz="1600" spc="-85">
                <a:solidFill>
                  <a:schemeClr val="tx1"/>
                </a:solidFill>
              </a:rPr>
              <a:t>W</a:t>
            </a:r>
            <a:r>
              <a:rPr lang="en-US" sz="1600" spc="-120">
                <a:solidFill>
                  <a:schemeClr val="tx1"/>
                </a:solidFill>
              </a:rPr>
              <a:t>i</a:t>
            </a:r>
            <a:r>
              <a:rPr lang="en-US" sz="1600" spc="-35">
                <a:solidFill>
                  <a:schemeClr val="tx1"/>
                </a:solidFill>
              </a:rPr>
              <a:t>n</a:t>
            </a:r>
            <a:r>
              <a:rPr lang="en-US" sz="1600" spc="100">
                <a:solidFill>
                  <a:schemeClr val="tx1"/>
                </a:solidFill>
              </a:rPr>
              <a:t>d</a:t>
            </a:r>
            <a:r>
              <a:rPr lang="en-US" sz="1600" spc="75">
                <a:solidFill>
                  <a:schemeClr val="tx1"/>
                </a:solidFill>
              </a:rPr>
              <a:t>o</a:t>
            </a:r>
            <a:r>
              <a:rPr lang="en-US" sz="1600" spc="-5">
                <a:solidFill>
                  <a:schemeClr val="tx1"/>
                </a:solidFill>
              </a:rPr>
              <a:t>w</a:t>
            </a:r>
            <a:r>
              <a:rPr lang="en-US" sz="1600" spc="-204">
                <a:solidFill>
                  <a:schemeClr val="tx1"/>
                </a:solidFill>
              </a:rPr>
              <a:t>s</a:t>
            </a:r>
            <a:r>
              <a:rPr lang="en-US" sz="1600" spc="-145">
                <a:solidFill>
                  <a:schemeClr val="tx1"/>
                </a:solidFill>
              </a:rPr>
              <a:t>,</a:t>
            </a:r>
            <a:r>
              <a:rPr lang="en-US" sz="1600" spc="-85">
                <a:solidFill>
                  <a:schemeClr val="tx1"/>
                </a:solidFill>
              </a:rPr>
              <a:t> </a:t>
            </a:r>
            <a:r>
              <a:rPr lang="en-US" sz="1600" spc="-160">
                <a:solidFill>
                  <a:schemeClr val="tx1"/>
                </a:solidFill>
              </a:rPr>
              <a:t>L</a:t>
            </a:r>
            <a:r>
              <a:rPr lang="en-US" sz="1600" spc="-120">
                <a:solidFill>
                  <a:schemeClr val="tx1"/>
                </a:solidFill>
              </a:rPr>
              <a:t>i</a:t>
            </a:r>
            <a:r>
              <a:rPr lang="en-US" sz="1600" spc="-105">
                <a:solidFill>
                  <a:schemeClr val="tx1"/>
                </a:solidFill>
              </a:rPr>
              <a:t>nux,</a:t>
            </a:r>
            <a:r>
              <a:rPr lang="en-US" sz="1600" spc="-130">
                <a:solidFill>
                  <a:schemeClr val="tx1"/>
                </a:solidFill>
              </a:rPr>
              <a:t> </a:t>
            </a:r>
            <a:r>
              <a:rPr lang="en-US" sz="1600" spc="140">
                <a:solidFill>
                  <a:schemeClr val="tx1"/>
                </a:solidFill>
              </a:rPr>
              <a:t>MacO</a:t>
            </a:r>
            <a:r>
              <a:rPr lang="en-US" sz="1600" spc="-225">
                <a:solidFill>
                  <a:schemeClr val="tx1"/>
                </a:solidFill>
              </a:rPr>
              <a:t>S)</a:t>
            </a:r>
            <a:endParaRPr lang="en-US" sz="1600">
              <a:solidFill>
                <a:schemeClr val="tx1"/>
              </a:solidFill>
            </a:endParaRPr>
          </a:p>
          <a:p>
            <a:pPr lvl="1" indent="-228600">
              <a:lnSpc>
                <a:spcPct val="90000"/>
              </a:lnSpc>
              <a:spcBef>
                <a:spcPts val="50"/>
              </a:spcBef>
              <a:buClr>
                <a:srgbClr val="00C5BA"/>
              </a:buClr>
              <a:buFont typeface="Arial" panose="020B0604020202020204" pitchFamily="34" charset="0"/>
              <a:buChar char="•"/>
            </a:pPr>
            <a:endParaRPr lang="en-US" sz="1600">
              <a:solidFill>
                <a:schemeClr val="tx1"/>
              </a:solidFill>
            </a:endParaRPr>
          </a:p>
          <a:p>
            <a:pPr marL="756285" lvl="1" indent="-228600">
              <a:lnSpc>
                <a:spcPct val="90000"/>
              </a:lnSpc>
              <a:buClr>
                <a:srgbClr val="00C5BA"/>
              </a:buClr>
              <a:buFont typeface="Arial" panose="020B0604020202020204" pitchFamily="34" charset="0"/>
              <a:buChar char="•"/>
              <a:tabLst>
                <a:tab pos="756920" algn="l"/>
              </a:tabLst>
            </a:pPr>
            <a:r>
              <a:rPr lang="en-US" sz="1600" spc="100">
                <a:solidFill>
                  <a:schemeClr val="tx1"/>
                </a:solidFill>
              </a:rPr>
              <a:t>A</a:t>
            </a:r>
            <a:r>
              <a:rPr lang="en-US" sz="1600" spc="-25">
                <a:solidFill>
                  <a:schemeClr val="tx1"/>
                </a:solidFill>
              </a:rPr>
              <a:t>p</a:t>
            </a:r>
            <a:r>
              <a:rPr lang="en-US" sz="1600" spc="5">
                <a:solidFill>
                  <a:schemeClr val="tx1"/>
                </a:solidFill>
              </a:rPr>
              <a:t>l</a:t>
            </a:r>
            <a:r>
              <a:rPr lang="en-US" sz="1600" spc="-120">
                <a:solidFill>
                  <a:schemeClr val="tx1"/>
                </a:solidFill>
              </a:rPr>
              <a:t>i</a:t>
            </a:r>
            <a:r>
              <a:rPr lang="en-US" sz="1600" spc="100">
                <a:solidFill>
                  <a:schemeClr val="tx1"/>
                </a:solidFill>
              </a:rPr>
              <a:t>caci</a:t>
            </a:r>
            <a:r>
              <a:rPr lang="en-US" sz="1600" spc="40">
                <a:solidFill>
                  <a:schemeClr val="tx1"/>
                </a:solidFill>
              </a:rPr>
              <a:t>on</a:t>
            </a:r>
            <a:r>
              <a:rPr lang="en-US" sz="1600" spc="25">
                <a:solidFill>
                  <a:schemeClr val="tx1"/>
                </a:solidFill>
              </a:rPr>
              <a:t>e</a:t>
            </a:r>
            <a:r>
              <a:rPr lang="en-US" sz="1600" spc="-215">
                <a:solidFill>
                  <a:schemeClr val="tx1"/>
                </a:solidFill>
              </a:rPr>
              <a:t>s</a:t>
            </a:r>
            <a:r>
              <a:rPr lang="en-US" sz="1600" spc="-130">
                <a:solidFill>
                  <a:schemeClr val="tx1"/>
                </a:solidFill>
              </a:rPr>
              <a:t> </a:t>
            </a:r>
            <a:r>
              <a:rPr lang="en-US" sz="1600" spc="85">
                <a:solidFill>
                  <a:schemeClr val="tx1"/>
                </a:solidFill>
              </a:rPr>
              <a:t>de</a:t>
            </a:r>
            <a:r>
              <a:rPr lang="en-US" sz="1600" spc="-114">
                <a:solidFill>
                  <a:schemeClr val="tx1"/>
                </a:solidFill>
              </a:rPr>
              <a:t> </a:t>
            </a:r>
            <a:r>
              <a:rPr lang="en-US" sz="1600" spc="35">
                <a:solidFill>
                  <a:schemeClr val="tx1"/>
                </a:solidFill>
              </a:rPr>
              <a:t>con</a:t>
            </a:r>
            <a:r>
              <a:rPr lang="en-US" sz="1600" spc="5">
                <a:solidFill>
                  <a:schemeClr val="tx1"/>
                </a:solidFill>
              </a:rPr>
              <a:t>t</a:t>
            </a:r>
            <a:r>
              <a:rPr lang="en-US" sz="1600" spc="100">
                <a:solidFill>
                  <a:schemeClr val="tx1"/>
                </a:solidFill>
              </a:rPr>
              <a:t>a</a:t>
            </a:r>
            <a:r>
              <a:rPr lang="en-US" sz="1600" spc="110">
                <a:solidFill>
                  <a:schemeClr val="tx1"/>
                </a:solidFill>
              </a:rPr>
              <a:t>b</a:t>
            </a:r>
            <a:r>
              <a:rPr lang="en-US" sz="1600" spc="-120">
                <a:solidFill>
                  <a:schemeClr val="tx1"/>
                </a:solidFill>
              </a:rPr>
              <a:t>i</a:t>
            </a:r>
            <a:r>
              <a:rPr lang="en-US" sz="1600" spc="-105">
                <a:solidFill>
                  <a:schemeClr val="tx1"/>
                </a:solidFill>
              </a:rPr>
              <a:t>l</a:t>
            </a:r>
            <a:r>
              <a:rPr lang="en-US" sz="1600" spc="-120">
                <a:solidFill>
                  <a:schemeClr val="tx1"/>
                </a:solidFill>
              </a:rPr>
              <a:t>i</a:t>
            </a:r>
            <a:r>
              <a:rPr lang="en-US" sz="1600" spc="100">
                <a:solidFill>
                  <a:schemeClr val="tx1"/>
                </a:solidFill>
              </a:rPr>
              <a:t>da</a:t>
            </a:r>
            <a:r>
              <a:rPr lang="en-US" sz="1600" spc="105">
                <a:solidFill>
                  <a:schemeClr val="tx1"/>
                </a:solidFill>
              </a:rPr>
              <a:t>d</a:t>
            </a:r>
            <a:r>
              <a:rPr lang="en-US" sz="1600" spc="-110">
                <a:solidFill>
                  <a:schemeClr val="tx1"/>
                </a:solidFill>
              </a:rPr>
              <a:t> </a:t>
            </a:r>
            <a:r>
              <a:rPr lang="en-US" sz="1600" spc="-95">
                <a:solidFill>
                  <a:schemeClr val="tx1"/>
                </a:solidFill>
              </a:rPr>
              <a:t>y</a:t>
            </a:r>
            <a:r>
              <a:rPr lang="en-US" sz="1600" spc="-125">
                <a:solidFill>
                  <a:schemeClr val="tx1"/>
                </a:solidFill>
              </a:rPr>
              <a:t> </a:t>
            </a:r>
            <a:r>
              <a:rPr lang="en-US" sz="1600" spc="-45">
                <a:solidFill>
                  <a:schemeClr val="tx1"/>
                </a:solidFill>
              </a:rPr>
              <a:t>of</a:t>
            </a:r>
            <a:r>
              <a:rPr lang="en-US" sz="1600" spc="-20">
                <a:solidFill>
                  <a:schemeClr val="tx1"/>
                </a:solidFill>
              </a:rPr>
              <a:t>i</a:t>
            </a:r>
            <a:r>
              <a:rPr lang="en-US" sz="1600" spc="35">
                <a:solidFill>
                  <a:schemeClr val="tx1"/>
                </a:solidFill>
              </a:rPr>
              <a:t>má</a:t>
            </a:r>
            <a:r>
              <a:rPr lang="en-US" sz="1600" spc="-105">
                <a:solidFill>
                  <a:schemeClr val="tx1"/>
                </a:solidFill>
              </a:rPr>
              <a:t>t</a:t>
            </a:r>
            <a:r>
              <a:rPr lang="en-US" sz="1600" spc="-120">
                <a:solidFill>
                  <a:schemeClr val="tx1"/>
                </a:solidFill>
              </a:rPr>
              <a:t>i</a:t>
            </a:r>
            <a:r>
              <a:rPr lang="en-US" sz="1600" spc="160">
                <a:solidFill>
                  <a:schemeClr val="tx1"/>
                </a:solidFill>
              </a:rPr>
              <a:t>ca</a:t>
            </a:r>
            <a:endParaRPr lang="en-US" sz="1600">
              <a:solidFill>
                <a:schemeClr val="tx1"/>
              </a:solidFill>
            </a:endParaRPr>
          </a:p>
          <a:p>
            <a:pPr lvl="1" indent="-228600">
              <a:lnSpc>
                <a:spcPct val="90000"/>
              </a:lnSpc>
              <a:spcBef>
                <a:spcPts val="50"/>
              </a:spcBef>
              <a:buClr>
                <a:srgbClr val="00C5BA"/>
              </a:buClr>
              <a:buFont typeface="Arial" panose="020B0604020202020204" pitchFamily="34" charset="0"/>
              <a:buChar char="•"/>
            </a:pPr>
            <a:endParaRPr lang="en-US" sz="1600">
              <a:solidFill>
                <a:schemeClr val="tx1"/>
              </a:solidFill>
            </a:endParaRPr>
          </a:p>
          <a:p>
            <a:pPr marL="756285" lvl="1" indent="-228600">
              <a:lnSpc>
                <a:spcPct val="90000"/>
              </a:lnSpc>
              <a:buClr>
                <a:srgbClr val="00C5BA"/>
              </a:buClr>
              <a:buFont typeface="Arial" panose="020B0604020202020204" pitchFamily="34" charset="0"/>
              <a:buChar char="•"/>
              <a:tabLst>
                <a:tab pos="756920" algn="l"/>
              </a:tabLst>
            </a:pPr>
            <a:r>
              <a:rPr lang="en-US" sz="1600" spc="100">
                <a:solidFill>
                  <a:schemeClr val="tx1"/>
                </a:solidFill>
              </a:rPr>
              <a:t>A</a:t>
            </a:r>
            <a:r>
              <a:rPr lang="en-US" sz="1600" spc="-25">
                <a:solidFill>
                  <a:schemeClr val="tx1"/>
                </a:solidFill>
              </a:rPr>
              <a:t>p</a:t>
            </a:r>
            <a:r>
              <a:rPr lang="en-US" sz="1600" spc="5">
                <a:solidFill>
                  <a:schemeClr val="tx1"/>
                </a:solidFill>
              </a:rPr>
              <a:t>l</a:t>
            </a:r>
            <a:r>
              <a:rPr lang="en-US" sz="1600" spc="-120">
                <a:solidFill>
                  <a:schemeClr val="tx1"/>
                </a:solidFill>
              </a:rPr>
              <a:t>i</a:t>
            </a:r>
            <a:r>
              <a:rPr lang="en-US" sz="1600" spc="100">
                <a:solidFill>
                  <a:schemeClr val="tx1"/>
                </a:solidFill>
              </a:rPr>
              <a:t>caci</a:t>
            </a:r>
            <a:r>
              <a:rPr lang="en-US" sz="1600" spc="40">
                <a:solidFill>
                  <a:schemeClr val="tx1"/>
                </a:solidFill>
              </a:rPr>
              <a:t>on</a:t>
            </a:r>
            <a:r>
              <a:rPr lang="en-US" sz="1600" spc="25">
                <a:solidFill>
                  <a:schemeClr val="tx1"/>
                </a:solidFill>
              </a:rPr>
              <a:t>e</a:t>
            </a:r>
            <a:r>
              <a:rPr lang="en-US" sz="1600" spc="-215">
                <a:solidFill>
                  <a:schemeClr val="tx1"/>
                </a:solidFill>
              </a:rPr>
              <a:t>s</a:t>
            </a:r>
            <a:r>
              <a:rPr lang="en-US" sz="1600" spc="-130">
                <a:solidFill>
                  <a:schemeClr val="tx1"/>
                </a:solidFill>
              </a:rPr>
              <a:t> </a:t>
            </a:r>
            <a:r>
              <a:rPr lang="en-US" sz="1600" spc="85">
                <a:solidFill>
                  <a:schemeClr val="tx1"/>
                </a:solidFill>
              </a:rPr>
              <a:t>de</a:t>
            </a:r>
            <a:r>
              <a:rPr lang="en-US" sz="1600" spc="-114">
                <a:solidFill>
                  <a:schemeClr val="tx1"/>
                </a:solidFill>
              </a:rPr>
              <a:t> </a:t>
            </a:r>
            <a:r>
              <a:rPr lang="en-US" sz="1600" spc="65">
                <a:solidFill>
                  <a:schemeClr val="tx1"/>
                </a:solidFill>
              </a:rPr>
              <a:t>g</a:t>
            </a:r>
            <a:r>
              <a:rPr lang="en-US" sz="1600" spc="75">
                <a:solidFill>
                  <a:schemeClr val="tx1"/>
                </a:solidFill>
              </a:rPr>
              <a:t>e</a:t>
            </a:r>
            <a:r>
              <a:rPr lang="en-US" sz="1600" spc="-180">
                <a:solidFill>
                  <a:schemeClr val="tx1"/>
                </a:solidFill>
              </a:rPr>
              <a:t>s</a:t>
            </a:r>
            <a:r>
              <a:rPr lang="en-US" sz="1600" spc="-145">
                <a:solidFill>
                  <a:schemeClr val="tx1"/>
                </a:solidFill>
              </a:rPr>
              <a:t>t</a:t>
            </a:r>
            <a:r>
              <a:rPr lang="en-US" sz="1600" spc="-120">
                <a:solidFill>
                  <a:schemeClr val="tx1"/>
                </a:solidFill>
              </a:rPr>
              <a:t>i</a:t>
            </a:r>
            <a:r>
              <a:rPr lang="en-US" sz="1600" spc="15">
                <a:solidFill>
                  <a:schemeClr val="tx1"/>
                </a:solidFill>
              </a:rPr>
              <a:t>ón</a:t>
            </a:r>
            <a:r>
              <a:rPr lang="en-US" sz="1600" spc="-100">
                <a:solidFill>
                  <a:schemeClr val="tx1"/>
                </a:solidFill>
              </a:rPr>
              <a:t> </a:t>
            </a:r>
            <a:r>
              <a:rPr lang="en-US" sz="1600" spc="85">
                <a:solidFill>
                  <a:schemeClr val="tx1"/>
                </a:solidFill>
              </a:rPr>
              <a:t>de</a:t>
            </a:r>
            <a:r>
              <a:rPr lang="en-US" sz="1600" spc="-114">
                <a:solidFill>
                  <a:schemeClr val="tx1"/>
                </a:solidFill>
              </a:rPr>
              <a:t> </a:t>
            </a:r>
            <a:r>
              <a:rPr lang="en-US" sz="1600" spc="105">
                <a:solidFill>
                  <a:schemeClr val="tx1"/>
                </a:solidFill>
              </a:rPr>
              <a:t>ba</a:t>
            </a:r>
            <a:r>
              <a:rPr lang="en-US" sz="1600" spc="-125">
                <a:solidFill>
                  <a:schemeClr val="tx1"/>
                </a:solidFill>
              </a:rPr>
              <a:t>se</a:t>
            </a:r>
            <a:r>
              <a:rPr lang="en-US" sz="1600" spc="-110">
                <a:solidFill>
                  <a:schemeClr val="tx1"/>
                </a:solidFill>
              </a:rPr>
              <a:t>s</a:t>
            </a:r>
            <a:r>
              <a:rPr lang="en-US" sz="1600" spc="-130">
                <a:solidFill>
                  <a:schemeClr val="tx1"/>
                </a:solidFill>
              </a:rPr>
              <a:t> </a:t>
            </a:r>
            <a:r>
              <a:rPr lang="en-US" sz="1600" spc="85">
                <a:solidFill>
                  <a:schemeClr val="tx1"/>
                </a:solidFill>
              </a:rPr>
              <a:t>de</a:t>
            </a:r>
            <a:r>
              <a:rPr lang="en-US" sz="1600" spc="-130">
                <a:solidFill>
                  <a:schemeClr val="tx1"/>
                </a:solidFill>
              </a:rPr>
              <a:t> </a:t>
            </a:r>
            <a:r>
              <a:rPr lang="en-US" sz="1600" spc="45">
                <a:solidFill>
                  <a:schemeClr val="tx1"/>
                </a:solidFill>
              </a:rPr>
              <a:t>da</a:t>
            </a:r>
            <a:r>
              <a:rPr lang="en-US" sz="1600" spc="15">
                <a:solidFill>
                  <a:schemeClr val="tx1"/>
                </a:solidFill>
              </a:rPr>
              <a:t>t</a:t>
            </a:r>
            <a:r>
              <a:rPr lang="en-US" sz="1600" spc="-75">
                <a:solidFill>
                  <a:schemeClr val="tx1"/>
                </a:solidFill>
              </a:rPr>
              <a:t>os</a:t>
            </a:r>
            <a:endParaRPr lang="en-US" sz="1600">
              <a:solidFill>
                <a:schemeClr val="tx1"/>
              </a:solidFill>
            </a:endParaRPr>
          </a:p>
          <a:p>
            <a:pPr lvl="1" indent="-228600">
              <a:lnSpc>
                <a:spcPct val="90000"/>
              </a:lnSpc>
              <a:spcBef>
                <a:spcPts val="50"/>
              </a:spcBef>
              <a:buClr>
                <a:srgbClr val="00C5BA"/>
              </a:buClr>
              <a:buFont typeface="Arial" panose="020B0604020202020204" pitchFamily="34" charset="0"/>
              <a:buChar char="•"/>
            </a:pPr>
            <a:endParaRPr lang="en-US" sz="1600">
              <a:solidFill>
                <a:schemeClr val="tx1"/>
              </a:solidFill>
            </a:endParaRPr>
          </a:p>
          <a:p>
            <a:pPr marL="756285" lvl="1" indent="-228600">
              <a:lnSpc>
                <a:spcPct val="90000"/>
              </a:lnSpc>
              <a:buClr>
                <a:srgbClr val="00C5BA"/>
              </a:buClr>
              <a:buFont typeface="Arial" panose="020B0604020202020204" pitchFamily="34" charset="0"/>
              <a:buChar char="•"/>
              <a:tabLst>
                <a:tab pos="756920" algn="l"/>
              </a:tabLst>
            </a:pPr>
            <a:r>
              <a:rPr lang="en-US" sz="1600" spc="100">
                <a:solidFill>
                  <a:schemeClr val="tx1"/>
                </a:solidFill>
              </a:rPr>
              <a:t>A</a:t>
            </a:r>
            <a:r>
              <a:rPr lang="en-US" sz="1600" spc="-25">
                <a:solidFill>
                  <a:schemeClr val="tx1"/>
                </a:solidFill>
              </a:rPr>
              <a:t>p</a:t>
            </a:r>
            <a:r>
              <a:rPr lang="en-US" sz="1600" spc="5">
                <a:solidFill>
                  <a:schemeClr val="tx1"/>
                </a:solidFill>
              </a:rPr>
              <a:t>l</a:t>
            </a:r>
            <a:r>
              <a:rPr lang="en-US" sz="1600" spc="-120">
                <a:solidFill>
                  <a:schemeClr val="tx1"/>
                </a:solidFill>
              </a:rPr>
              <a:t>i</a:t>
            </a:r>
            <a:r>
              <a:rPr lang="en-US" sz="1600" spc="100">
                <a:solidFill>
                  <a:schemeClr val="tx1"/>
                </a:solidFill>
              </a:rPr>
              <a:t>caci</a:t>
            </a:r>
            <a:r>
              <a:rPr lang="en-US" sz="1600" spc="40">
                <a:solidFill>
                  <a:schemeClr val="tx1"/>
                </a:solidFill>
              </a:rPr>
              <a:t>on</a:t>
            </a:r>
            <a:r>
              <a:rPr lang="en-US" sz="1600" spc="25">
                <a:solidFill>
                  <a:schemeClr val="tx1"/>
                </a:solidFill>
              </a:rPr>
              <a:t>e</a:t>
            </a:r>
            <a:r>
              <a:rPr lang="en-US" sz="1600" spc="-215">
                <a:solidFill>
                  <a:schemeClr val="tx1"/>
                </a:solidFill>
              </a:rPr>
              <a:t>s</a:t>
            </a:r>
            <a:r>
              <a:rPr lang="en-US" sz="1600" spc="-130">
                <a:solidFill>
                  <a:schemeClr val="tx1"/>
                </a:solidFill>
              </a:rPr>
              <a:t> </a:t>
            </a:r>
            <a:r>
              <a:rPr lang="en-US" sz="1600" spc="85">
                <a:solidFill>
                  <a:schemeClr val="tx1"/>
                </a:solidFill>
              </a:rPr>
              <a:t>de</a:t>
            </a:r>
            <a:r>
              <a:rPr lang="en-US" sz="1600" spc="-114">
                <a:solidFill>
                  <a:schemeClr val="tx1"/>
                </a:solidFill>
              </a:rPr>
              <a:t> </a:t>
            </a:r>
            <a:r>
              <a:rPr lang="en-US" sz="1600" spc="-80">
                <a:solidFill>
                  <a:schemeClr val="tx1"/>
                </a:solidFill>
              </a:rPr>
              <a:t>di</a:t>
            </a:r>
            <a:r>
              <a:rPr lang="en-US" sz="1600" spc="-85">
                <a:solidFill>
                  <a:schemeClr val="tx1"/>
                </a:solidFill>
              </a:rPr>
              <a:t>s</a:t>
            </a:r>
            <a:r>
              <a:rPr lang="en-US" sz="1600" spc="75">
                <a:solidFill>
                  <a:schemeClr val="tx1"/>
                </a:solidFill>
              </a:rPr>
              <a:t>e</a:t>
            </a:r>
            <a:r>
              <a:rPr lang="en-US" sz="1600" spc="15">
                <a:solidFill>
                  <a:schemeClr val="tx1"/>
                </a:solidFill>
              </a:rPr>
              <a:t>ño</a:t>
            </a:r>
            <a:r>
              <a:rPr lang="en-US" sz="1600" spc="-114">
                <a:solidFill>
                  <a:schemeClr val="tx1"/>
                </a:solidFill>
              </a:rPr>
              <a:t> </a:t>
            </a:r>
            <a:r>
              <a:rPr lang="en-US" sz="1600" spc="65">
                <a:solidFill>
                  <a:schemeClr val="tx1"/>
                </a:solidFill>
              </a:rPr>
              <a:t>g</a:t>
            </a:r>
            <a:r>
              <a:rPr lang="en-US" sz="1600" spc="-75">
                <a:solidFill>
                  <a:schemeClr val="tx1"/>
                </a:solidFill>
              </a:rPr>
              <a:t>ráf</a:t>
            </a:r>
            <a:r>
              <a:rPr lang="en-US" sz="1600" spc="-40">
                <a:solidFill>
                  <a:schemeClr val="tx1"/>
                </a:solidFill>
              </a:rPr>
              <a:t>i</a:t>
            </a:r>
            <a:r>
              <a:rPr lang="en-US" sz="1600" spc="135">
                <a:solidFill>
                  <a:schemeClr val="tx1"/>
                </a:solidFill>
              </a:rPr>
              <a:t>co</a:t>
            </a:r>
            <a:endParaRPr lang="en-US" sz="1600">
              <a:solidFill>
                <a:schemeClr val="tx1"/>
              </a:solidFill>
            </a:endParaRPr>
          </a:p>
          <a:p>
            <a:pPr lvl="1" indent="-228600">
              <a:lnSpc>
                <a:spcPct val="90000"/>
              </a:lnSpc>
              <a:spcBef>
                <a:spcPts val="50"/>
              </a:spcBef>
              <a:buClr>
                <a:srgbClr val="00C5BA"/>
              </a:buClr>
              <a:buFont typeface="Arial" panose="020B0604020202020204" pitchFamily="34" charset="0"/>
              <a:buChar char="•"/>
            </a:pPr>
            <a:endParaRPr lang="en-US" sz="1600">
              <a:solidFill>
                <a:schemeClr val="tx1"/>
              </a:solidFill>
            </a:endParaRPr>
          </a:p>
          <a:p>
            <a:pPr marL="756285" lvl="1" indent="-228600">
              <a:lnSpc>
                <a:spcPct val="90000"/>
              </a:lnSpc>
              <a:spcBef>
                <a:spcPts val="5"/>
              </a:spcBef>
              <a:buClr>
                <a:srgbClr val="00C5BA"/>
              </a:buClr>
              <a:buFont typeface="Arial" panose="020B0604020202020204" pitchFamily="34" charset="0"/>
              <a:buChar char="•"/>
              <a:tabLst>
                <a:tab pos="756920" algn="l"/>
              </a:tabLst>
            </a:pPr>
            <a:r>
              <a:rPr lang="en-US" sz="1600" spc="20">
                <a:solidFill>
                  <a:schemeClr val="tx1"/>
                </a:solidFill>
              </a:rPr>
              <a:t>Aplicaciones</a:t>
            </a:r>
            <a:r>
              <a:rPr lang="en-US" sz="1600" spc="-140">
                <a:solidFill>
                  <a:schemeClr val="tx1"/>
                </a:solidFill>
              </a:rPr>
              <a:t> </a:t>
            </a:r>
            <a:r>
              <a:rPr lang="en-US" sz="1600" spc="85">
                <a:solidFill>
                  <a:schemeClr val="tx1"/>
                </a:solidFill>
              </a:rPr>
              <a:t>de</a:t>
            </a:r>
            <a:r>
              <a:rPr lang="en-US" sz="1600" spc="-120">
                <a:solidFill>
                  <a:schemeClr val="tx1"/>
                </a:solidFill>
              </a:rPr>
              <a:t> </a:t>
            </a:r>
            <a:r>
              <a:rPr lang="en-US" sz="1600">
                <a:solidFill>
                  <a:schemeClr val="tx1"/>
                </a:solidFill>
              </a:rPr>
              <a:t>correo</a:t>
            </a:r>
            <a:r>
              <a:rPr lang="en-US" sz="1600" spc="-110">
                <a:solidFill>
                  <a:schemeClr val="tx1"/>
                </a:solidFill>
              </a:rPr>
              <a:t> </a:t>
            </a:r>
            <a:r>
              <a:rPr lang="en-US" sz="1600" spc="10">
                <a:solidFill>
                  <a:schemeClr val="tx1"/>
                </a:solidFill>
              </a:rPr>
              <a:t>electrónico</a:t>
            </a:r>
            <a:endParaRPr lang="en-US" sz="1600">
              <a:solidFill>
                <a:schemeClr val="tx1"/>
              </a:solidFill>
            </a:endParaRPr>
          </a:p>
          <a:p>
            <a:pPr lvl="1" indent="-228600">
              <a:lnSpc>
                <a:spcPct val="90000"/>
              </a:lnSpc>
              <a:spcBef>
                <a:spcPts val="50"/>
              </a:spcBef>
              <a:buClr>
                <a:srgbClr val="00C5BA"/>
              </a:buClr>
              <a:buFont typeface="Arial" panose="020B0604020202020204" pitchFamily="34" charset="0"/>
              <a:buChar char="•"/>
            </a:pPr>
            <a:endParaRPr lang="en-US" sz="1600">
              <a:solidFill>
                <a:schemeClr val="tx1"/>
              </a:solidFill>
            </a:endParaRPr>
          </a:p>
          <a:p>
            <a:pPr marL="756285" lvl="1" indent="-228600">
              <a:lnSpc>
                <a:spcPct val="90000"/>
              </a:lnSpc>
              <a:buClr>
                <a:srgbClr val="00C5BA"/>
              </a:buClr>
              <a:buFont typeface="Arial" panose="020B0604020202020204" pitchFamily="34" charset="0"/>
              <a:buChar char="•"/>
              <a:tabLst>
                <a:tab pos="756920" algn="l"/>
              </a:tabLst>
            </a:pPr>
            <a:r>
              <a:rPr lang="en-US" sz="1600" spc="-210">
                <a:solidFill>
                  <a:schemeClr val="tx1"/>
                </a:solidFill>
              </a:rPr>
              <a:t>Si</a:t>
            </a:r>
            <a:r>
              <a:rPr lang="en-US" sz="1600" spc="-225">
                <a:solidFill>
                  <a:schemeClr val="tx1"/>
                </a:solidFill>
              </a:rPr>
              <a:t>s</a:t>
            </a:r>
            <a:r>
              <a:rPr lang="en-US" sz="1600" spc="-105">
                <a:solidFill>
                  <a:schemeClr val="tx1"/>
                </a:solidFill>
              </a:rPr>
              <a:t>t</a:t>
            </a:r>
            <a:r>
              <a:rPr lang="en-US" sz="1600" spc="75">
                <a:solidFill>
                  <a:schemeClr val="tx1"/>
                </a:solidFill>
              </a:rPr>
              <a:t>e</a:t>
            </a:r>
            <a:r>
              <a:rPr lang="en-US" sz="1600" spc="35">
                <a:solidFill>
                  <a:schemeClr val="tx1"/>
                </a:solidFill>
              </a:rPr>
              <a:t>ma</a:t>
            </a:r>
            <a:r>
              <a:rPr lang="en-US" sz="1600" spc="-215">
                <a:solidFill>
                  <a:schemeClr val="tx1"/>
                </a:solidFill>
              </a:rPr>
              <a:t>s</a:t>
            </a:r>
            <a:r>
              <a:rPr lang="en-US" sz="1600" spc="-105">
                <a:solidFill>
                  <a:schemeClr val="tx1"/>
                </a:solidFill>
              </a:rPr>
              <a:t> </a:t>
            </a:r>
            <a:r>
              <a:rPr lang="en-US" sz="1600" spc="85">
                <a:solidFill>
                  <a:schemeClr val="tx1"/>
                </a:solidFill>
              </a:rPr>
              <a:t>de</a:t>
            </a:r>
            <a:r>
              <a:rPr lang="en-US" sz="1600" spc="-114">
                <a:solidFill>
                  <a:schemeClr val="tx1"/>
                </a:solidFill>
              </a:rPr>
              <a:t> </a:t>
            </a:r>
            <a:r>
              <a:rPr lang="en-US" sz="1600" spc="-70">
                <a:solidFill>
                  <a:schemeClr val="tx1"/>
                </a:solidFill>
              </a:rPr>
              <a:t>mensajer</a:t>
            </a:r>
            <a:r>
              <a:rPr lang="en-US" sz="1600" spc="-25">
                <a:solidFill>
                  <a:schemeClr val="tx1"/>
                </a:solidFill>
              </a:rPr>
              <a:t>í</a:t>
            </a:r>
            <a:r>
              <a:rPr lang="en-US" sz="1600" spc="125">
                <a:solidFill>
                  <a:schemeClr val="tx1"/>
                </a:solidFill>
              </a:rPr>
              <a:t>a</a:t>
            </a:r>
            <a:endParaRPr lang="en-US" sz="1600">
              <a:solidFill>
                <a:schemeClr val="tx1"/>
              </a:solidFill>
            </a:endParaRPr>
          </a:p>
        </p:txBody>
      </p:sp>
    </p:spTree>
    <p:extLst>
      <p:ext uri="{BB962C8B-B14F-4D97-AF65-F5344CB8AC3E}">
        <p14:creationId xmlns:p14="http://schemas.microsoft.com/office/powerpoint/2010/main" val="16969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45F3B06-8718-1C67-8BD7-1D0CD3EDC4FF}"/>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b="1" kern="1200" spc="-140">
                <a:solidFill>
                  <a:srgbClr val="FFFFFF"/>
                </a:solidFill>
                <a:latin typeface="+mj-lt"/>
                <a:ea typeface="+mj-ea"/>
                <a:cs typeface="+mj-cs"/>
              </a:rPr>
              <a:t>Soft</a:t>
            </a:r>
            <a:r>
              <a:rPr lang="en-US" sz="4000" b="1" kern="1200" spc="-229">
                <a:solidFill>
                  <a:srgbClr val="FFFFFF"/>
                </a:solidFill>
                <a:latin typeface="+mj-lt"/>
                <a:ea typeface="+mj-ea"/>
                <a:cs typeface="+mj-cs"/>
              </a:rPr>
              <a:t>w</a:t>
            </a:r>
            <a:r>
              <a:rPr lang="en-US" sz="4000" b="1" kern="1200" spc="-10">
                <a:solidFill>
                  <a:srgbClr val="FFFFFF"/>
                </a:solidFill>
                <a:latin typeface="+mj-lt"/>
                <a:ea typeface="+mj-ea"/>
                <a:cs typeface="+mj-cs"/>
              </a:rPr>
              <a:t>ar</a:t>
            </a:r>
            <a:r>
              <a:rPr lang="en-US" sz="4000" b="1" kern="1200" spc="-5">
                <a:solidFill>
                  <a:srgbClr val="FFFFFF"/>
                </a:solidFill>
                <a:latin typeface="+mj-lt"/>
                <a:ea typeface="+mj-ea"/>
                <a:cs typeface="+mj-cs"/>
              </a:rPr>
              <a:t>e</a:t>
            </a:r>
            <a:r>
              <a:rPr lang="en-US" sz="4000" b="1" kern="1200" spc="-50">
                <a:solidFill>
                  <a:srgbClr val="FFFFFF"/>
                </a:solidFill>
                <a:latin typeface="+mj-lt"/>
                <a:ea typeface="+mj-ea"/>
                <a:cs typeface="+mj-cs"/>
              </a:rPr>
              <a:t> </a:t>
            </a:r>
            <a:r>
              <a:rPr lang="en-US" sz="4000" b="1" kern="1200" spc="125">
                <a:solidFill>
                  <a:srgbClr val="FFFFFF"/>
                </a:solidFill>
                <a:latin typeface="+mj-lt"/>
                <a:ea typeface="+mj-ea"/>
                <a:cs typeface="+mj-cs"/>
              </a:rPr>
              <a:t>a</a:t>
            </a:r>
            <a:r>
              <a:rPr lang="en-US" sz="4000" b="1" kern="1200" spc="-30">
                <a:solidFill>
                  <a:srgbClr val="FFFFFF"/>
                </a:solidFill>
                <a:latin typeface="+mj-lt"/>
                <a:ea typeface="+mj-ea"/>
                <a:cs typeface="+mj-cs"/>
              </a:rPr>
              <a:t> </a:t>
            </a:r>
            <a:r>
              <a:rPr lang="en-US" sz="4000" b="1" kern="1200" spc="40">
                <a:solidFill>
                  <a:srgbClr val="FFFFFF"/>
                </a:solidFill>
                <a:latin typeface="+mj-lt"/>
                <a:ea typeface="+mj-ea"/>
                <a:cs typeface="+mj-cs"/>
              </a:rPr>
              <a:t>m</a:t>
            </a:r>
            <a:r>
              <a:rPr lang="en-US" sz="4000" b="1" kern="1200" spc="30">
                <a:solidFill>
                  <a:srgbClr val="FFFFFF"/>
                </a:solidFill>
                <a:latin typeface="+mj-lt"/>
                <a:ea typeface="+mj-ea"/>
                <a:cs typeface="+mj-cs"/>
              </a:rPr>
              <a:t>e</a:t>
            </a:r>
            <a:r>
              <a:rPr lang="en-US" sz="4000" b="1" kern="1200" spc="25">
                <a:solidFill>
                  <a:srgbClr val="FFFFFF"/>
                </a:solidFill>
                <a:latin typeface="+mj-lt"/>
                <a:ea typeface="+mj-ea"/>
                <a:cs typeface="+mj-cs"/>
              </a:rPr>
              <a:t>did</a:t>
            </a:r>
            <a:r>
              <a:rPr lang="en-US" sz="4000" b="1" kern="1200" spc="35">
                <a:solidFill>
                  <a:srgbClr val="FFFFFF"/>
                </a:solidFill>
                <a:latin typeface="+mj-lt"/>
                <a:ea typeface="+mj-ea"/>
                <a:cs typeface="+mj-cs"/>
              </a:rPr>
              <a:t>a</a:t>
            </a:r>
            <a:r>
              <a:rPr lang="en-US" sz="4000" b="1" kern="1200" spc="-40">
                <a:solidFill>
                  <a:srgbClr val="FFFFFF"/>
                </a:solidFill>
                <a:latin typeface="+mj-lt"/>
                <a:ea typeface="+mj-ea"/>
                <a:cs typeface="+mj-cs"/>
              </a:rPr>
              <a:t> </a:t>
            </a:r>
            <a:r>
              <a:rPr lang="en-US" sz="4000" b="1" kern="1200" spc="-105">
                <a:solidFill>
                  <a:srgbClr val="FFFFFF"/>
                </a:solidFill>
                <a:latin typeface="+mj-lt"/>
                <a:ea typeface="+mj-ea"/>
                <a:cs typeface="+mj-cs"/>
              </a:rPr>
              <a:t>vs</a:t>
            </a:r>
            <a:r>
              <a:rPr lang="en-US" sz="4000" b="1" kern="1200" spc="-55">
                <a:solidFill>
                  <a:srgbClr val="FFFFFF"/>
                </a:solidFill>
                <a:latin typeface="+mj-lt"/>
                <a:ea typeface="+mj-ea"/>
                <a:cs typeface="+mj-cs"/>
              </a:rPr>
              <a:t>.</a:t>
            </a:r>
            <a:r>
              <a:rPr lang="en-US" sz="4000" b="1" kern="1200" spc="-30">
                <a:solidFill>
                  <a:srgbClr val="FFFFFF"/>
                </a:solidFill>
                <a:latin typeface="+mj-lt"/>
                <a:ea typeface="+mj-ea"/>
                <a:cs typeface="+mj-cs"/>
              </a:rPr>
              <a:t> </a:t>
            </a:r>
            <a:r>
              <a:rPr lang="en-US" sz="4000" b="1" kern="1200" spc="100">
                <a:solidFill>
                  <a:srgbClr val="FFFFFF"/>
                </a:solidFill>
                <a:latin typeface="+mj-lt"/>
                <a:ea typeface="+mj-ea"/>
                <a:cs typeface="+mj-cs"/>
              </a:rPr>
              <a:t>e</a:t>
            </a:r>
            <a:r>
              <a:rPr lang="en-US" sz="4000" b="1" kern="1200" spc="-210">
                <a:solidFill>
                  <a:srgbClr val="FFFFFF"/>
                </a:solidFill>
                <a:latin typeface="+mj-lt"/>
                <a:ea typeface="+mj-ea"/>
                <a:cs typeface="+mj-cs"/>
              </a:rPr>
              <a:t>s</a:t>
            </a:r>
            <a:r>
              <a:rPr lang="en-US" sz="4000" b="1" kern="1200" spc="-180">
                <a:solidFill>
                  <a:srgbClr val="FFFFFF"/>
                </a:solidFill>
                <a:latin typeface="+mj-lt"/>
                <a:ea typeface="+mj-ea"/>
                <a:cs typeface="+mj-cs"/>
              </a:rPr>
              <a:t>t</a:t>
            </a:r>
            <a:r>
              <a:rPr lang="en-US" sz="4000" b="1" kern="1200" spc="-5">
                <a:solidFill>
                  <a:srgbClr val="FFFFFF"/>
                </a:solidFill>
                <a:latin typeface="+mj-lt"/>
                <a:ea typeface="+mj-ea"/>
                <a:cs typeface="+mj-cs"/>
              </a:rPr>
              <a:t>ándar</a:t>
            </a:r>
            <a:endParaRPr lang="en-US" sz="4000" kern="120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7B0E5A40-1498-A8F9-F10C-E80ED620B1E1}"/>
              </a:ext>
            </a:extLst>
          </p:cNvPr>
          <p:cNvSpPr>
            <a:spLocks noGrp="1"/>
          </p:cNvSpPr>
          <p:nvPr>
            <p:ph idx="1"/>
          </p:nvPr>
        </p:nvSpPr>
        <p:spPr>
          <a:xfrm>
            <a:off x="4380855" y="1412489"/>
            <a:ext cx="3427283" cy="4363844"/>
          </a:xfrm>
        </p:spPr>
        <p:txBody>
          <a:bodyPr vert="horz" lIns="91440" tIns="45720" rIns="91440" bIns="45720" rtlCol="0">
            <a:normAutofit/>
          </a:bodyPr>
          <a:lstStyle/>
          <a:p>
            <a:pPr marL="355600">
              <a:spcBef>
                <a:spcPts val="1700"/>
              </a:spcBef>
              <a:buClr>
                <a:srgbClr val="00C5BA"/>
              </a:buClr>
              <a:tabLst>
                <a:tab pos="355600" algn="l"/>
                <a:tab pos="356235" algn="l"/>
              </a:tabLst>
            </a:pPr>
            <a:r>
              <a:rPr lang="en-US" sz="1000" b="1" spc="-95"/>
              <a:t>Software</a:t>
            </a:r>
            <a:r>
              <a:rPr lang="en-US" sz="1000" b="1" spc="-40"/>
              <a:t> </a:t>
            </a:r>
            <a:r>
              <a:rPr lang="en-US" sz="1000" b="1" spc="110"/>
              <a:t>a</a:t>
            </a:r>
            <a:r>
              <a:rPr lang="en-US" sz="1000" b="1" spc="-40"/>
              <a:t> </a:t>
            </a:r>
            <a:r>
              <a:rPr lang="en-US" sz="1000" b="1" spc="20"/>
              <a:t>medida</a:t>
            </a:r>
            <a:r>
              <a:rPr lang="en-US" sz="1000" spc="-320"/>
              <a:t>:</a:t>
            </a:r>
            <a:endParaRPr lang="en-US" sz="1000"/>
          </a:p>
          <a:p>
            <a:pPr>
              <a:spcBef>
                <a:spcPts val="45"/>
              </a:spcBef>
              <a:buClr>
                <a:srgbClr val="00C5BA"/>
              </a:buClr>
            </a:pPr>
            <a:endParaRPr lang="en-US" sz="1000"/>
          </a:p>
          <a:p>
            <a:pPr marL="756285" lvl="1">
              <a:buClr>
                <a:srgbClr val="00C5BA"/>
              </a:buClr>
              <a:tabLst>
                <a:tab pos="756285" algn="l"/>
                <a:tab pos="756920" algn="l"/>
              </a:tabLst>
            </a:pPr>
            <a:r>
              <a:rPr lang="en-US" sz="1000" spc="-110"/>
              <a:t>Se </a:t>
            </a:r>
            <a:r>
              <a:rPr lang="en-US" sz="1000" spc="-35"/>
              <a:t>desarrolla</a:t>
            </a:r>
            <a:r>
              <a:rPr lang="en-US" sz="1000" spc="-120"/>
              <a:t> </a:t>
            </a:r>
            <a:r>
              <a:rPr lang="en-US" sz="1000" spc="-35"/>
              <a:t>según</a:t>
            </a:r>
            <a:r>
              <a:rPr lang="en-US" sz="1000" spc="-90"/>
              <a:t> </a:t>
            </a:r>
            <a:r>
              <a:rPr lang="en-US" sz="1000" spc="-65"/>
              <a:t>las</a:t>
            </a:r>
            <a:r>
              <a:rPr lang="en-US" sz="1000" spc="-125"/>
              <a:t> </a:t>
            </a:r>
            <a:r>
              <a:rPr lang="en-US" sz="1000" spc="10"/>
              <a:t>especificaciones</a:t>
            </a:r>
            <a:r>
              <a:rPr lang="en-US" sz="1000" spc="-85"/>
              <a:t> </a:t>
            </a:r>
            <a:r>
              <a:rPr lang="en-US" sz="1000" spc="70"/>
              <a:t>o</a:t>
            </a:r>
            <a:r>
              <a:rPr lang="en-US" sz="1000" spc="-110"/>
              <a:t> </a:t>
            </a:r>
            <a:r>
              <a:rPr lang="en-US" sz="1000" spc="-55"/>
              <a:t>requerimientos </a:t>
            </a:r>
            <a:r>
              <a:rPr lang="en-US" sz="1000" spc="85"/>
              <a:t>de</a:t>
            </a:r>
            <a:r>
              <a:rPr lang="en-US" sz="1000" spc="-120"/>
              <a:t> </a:t>
            </a:r>
            <a:r>
              <a:rPr lang="en-US" sz="1000" spc="15"/>
              <a:t>una</a:t>
            </a:r>
            <a:r>
              <a:rPr lang="en-US" sz="1000" spc="-110"/>
              <a:t> </a:t>
            </a:r>
            <a:r>
              <a:rPr lang="en-US" sz="1000" spc="-20"/>
              <a:t>empresa</a:t>
            </a:r>
            <a:r>
              <a:rPr lang="en-US" sz="1000" spc="-105"/>
              <a:t> </a:t>
            </a:r>
            <a:r>
              <a:rPr lang="en-US" sz="1000" spc="-45"/>
              <a:t>u</a:t>
            </a:r>
            <a:r>
              <a:rPr lang="en-US" sz="1000" spc="-110"/>
              <a:t> </a:t>
            </a:r>
            <a:r>
              <a:rPr lang="en-US" sz="1000" spc="-35"/>
              <a:t>organismo</a:t>
            </a:r>
            <a:endParaRPr lang="en-US" sz="1000"/>
          </a:p>
          <a:p>
            <a:pPr marL="756285" lvl="1">
              <a:buClr>
                <a:srgbClr val="00C5BA"/>
              </a:buClr>
              <a:tabLst>
                <a:tab pos="756285" algn="l"/>
                <a:tab pos="756920" algn="l"/>
              </a:tabLst>
            </a:pPr>
            <a:r>
              <a:rPr lang="en-US" sz="1000" spc="-110"/>
              <a:t>Se</a:t>
            </a:r>
            <a:r>
              <a:rPr lang="en-US" sz="1000" spc="-114"/>
              <a:t> </a:t>
            </a:r>
            <a:r>
              <a:rPr lang="en-US" sz="1000" spc="75"/>
              <a:t>adecuan</a:t>
            </a:r>
            <a:r>
              <a:rPr lang="en-US" sz="1000" spc="-114"/>
              <a:t> </a:t>
            </a:r>
            <a:r>
              <a:rPr lang="en-US" sz="1000" spc="125"/>
              <a:t>a</a:t>
            </a:r>
            <a:r>
              <a:rPr lang="en-US" sz="1000" spc="-125"/>
              <a:t> </a:t>
            </a:r>
            <a:r>
              <a:rPr lang="en-US" sz="1000" spc="10"/>
              <a:t>la</a:t>
            </a:r>
            <a:r>
              <a:rPr lang="en-US" sz="1000" spc="-120"/>
              <a:t> </a:t>
            </a:r>
            <a:r>
              <a:rPr lang="en-US" sz="1000" spc="25"/>
              <a:t>actividad</a:t>
            </a:r>
            <a:r>
              <a:rPr lang="en-US" sz="1000" spc="-130"/>
              <a:t> </a:t>
            </a:r>
            <a:r>
              <a:rPr lang="en-US" sz="1000" spc="85"/>
              <a:t>de</a:t>
            </a:r>
            <a:r>
              <a:rPr lang="en-US" sz="1000" spc="-105"/>
              <a:t> </a:t>
            </a:r>
            <a:r>
              <a:rPr lang="en-US" sz="1000" spc="45"/>
              <a:t>dicha</a:t>
            </a:r>
            <a:r>
              <a:rPr lang="en-US" sz="1000" spc="-110"/>
              <a:t> </a:t>
            </a:r>
            <a:r>
              <a:rPr lang="en-US" sz="1000" spc="-20"/>
              <a:t>empresa</a:t>
            </a:r>
            <a:r>
              <a:rPr lang="en-US" sz="1000" spc="-100"/>
              <a:t> </a:t>
            </a:r>
            <a:r>
              <a:rPr lang="en-US" sz="1000" spc="-45"/>
              <a:t>u</a:t>
            </a:r>
            <a:r>
              <a:rPr lang="en-US" sz="1000" spc="-120"/>
              <a:t> </a:t>
            </a:r>
            <a:r>
              <a:rPr lang="en-US" sz="1000" spc="-35"/>
              <a:t>organismo</a:t>
            </a:r>
            <a:r>
              <a:rPr lang="en-US" sz="1000" spc="-95"/>
              <a:t> </a:t>
            </a:r>
            <a:r>
              <a:rPr lang="en-US" sz="1000" spc="-60"/>
              <a:t>(ejemplo:</a:t>
            </a:r>
            <a:r>
              <a:rPr lang="en-US" sz="1000" spc="-85"/>
              <a:t> </a:t>
            </a:r>
            <a:r>
              <a:rPr lang="en-US" sz="1000" spc="-45"/>
              <a:t>software</a:t>
            </a:r>
            <a:r>
              <a:rPr lang="en-US" sz="1000" spc="-70"/>
              <a:t> </a:t>
            </a:r>
            <a:r>
              <a:rPr lang="en-US" sz="1000" spc="-5"/>
              <a:t>propio</a:t>
            </a:r>
            <a:r>
              <a:rPr lang="en-US" sz="1000" spc="-114"/>
              <a:t> </a:t>
            </a:r>
            <a:r>
              <a:rPr lang="en-US" sz="1000" spc="85"/>
              <a:t>de</a:t>
            </a:r>
            <a:r>
              <a:rPr lang="en-US" sz="1000" spc="-105"/>
              <a:t> </a:t>
            </a:r>
            <a:r>
              <a:rPr lang="en-US" sz="1000"/>
              <a:t>facturación)</a:t>
            </a:r>
          </a:p>
          <a:p>
            <a:pPr lvl="1">
              <a:spcBef>
                <a:spcPts val="10"/>
              </a:spcBef>
              <a:buClr>
                <a:srgbClr val="00C5BA"/>
              </a:buClr>
            </a:pPr>
            <a:endParaRPr lang="en-US" sz="1000"/>
          </a:p>
          <a:p>
            <a:pPr marL="1155700" lvl="2">
              <a:buClr>
                <a:srgbClr val="00C5BA"/>
              </a:buClr>
              <a:tabLst>
                <a:tab pos="1155700" algn="l"/>
                <a:tab pos="1156335" algn="l"/>
              </a:tabLst>
            </a:pPr>
            <a:r>
              <a:rPr lang="en-US" sz="1000" b="1" spc="-35"/>
              <a:t>Características</a:t>
            </a:r>
            <a:r>
              <a:rPr lang="en-US" sz="1000" spc="-35"/>
              <a:t>:</a:t>
            </a:r>
            <a:endParaRPr lang="en-US" sz="1000"/>
          </a:p>
          <a:p>
            <a:pPr lvl="2">
              <a:spcBef>
                <a:spcPts val="10"/>
              </a:spcBef>
              <a:buClr>
                <a:srgbClr val="00C5BA"/>
              </a:buClr>
            </a:pPr>
            <a:endParaRPr lang="en-US" sz="1000"/>
          </a:p>
          <a:p>
            <a:pPr marL="1612900" lvl="3">
              <a:buClr>
                <a:srgbClr val="00C5BA"/>
              </a:buClr>
              <a:tabLst>
                <a:tab pos="1612900" algn="l"/>
                <a:tab pos="1613535" algn="l"/>
              </a:tabLst>
            </a:pPr>
            <a:r>
              <a:rPr lang="en-US" sz="1000"/>
              <a:t>Necesita</a:t>
            </a:r>
            <a:r>
              <a:rPr lang="en-US" sz="1000" spc="-70"/>
              <a:t> </a:t>
            </a:r>
            <a:r>
              <a:rPr lang="en-US" sz="1000" spc="-30"/>
              <a:t>un</a:t>
            </a:r>
            <a:r>
              <a:rPr lang="en-US" sz="1000" spc="-75"/>
              <a:t> </a:t>
            </a:r>
            <a:r>
              <a:rPr lang="en-US" sz="1000" spc="-10"/>
              <a:t>tiempo</a:t>
            </a:r>
            <a:r>
              <a:rPr lang="en-US" sz="1000" spc="-75"/>
              <a:t> </a:t>
            </a:r>
            <a:r>
              <a:rPr lang="en-US" sz="1000" spc="65"/>
              <a:t>de</a:t>
            </a:r>
            <a:r>
              <a:rPr lang="en-US" sz="1000" spc="-75"/>
              <a:t> </a:t>
            </a:r>
            <a:r>
              <a:rPr lang="en-US" sz="1000" spc="-30"/>
              <a:t>desarrollo</a:t>
            </a:r>
            <a:r>
              <a:rPr lang="en-US" sz="1000" spc="-110"/>
              <a:t> </a:t>
            </a:r>
            <a:r>
              <a:rPr lang="en-US" sz="1000" spc="15"/>
              <a:t>(como</a:t>
            </a:r>
            <a:r>
              <a:rPr lang="en-US" sz="1000" spc="-75"/>
              <a:t> </a:t>
            </a:r>
            <a:r>
              <a:rPr lang="en-US" sz="1000" spc="-5"/>
              <a:t>cualquier</a:t>
            </a:r>
            <a:r>
              <a:rPr lang="en-US" sz="1000" spc="-114"/>
              <a:t> </a:t>
            </a:r>
            <a:r>
              <a:rPr lang="en-US" sz="1000" spc="-40"/>
              <a:t>software)</a:t>
            </a:r>
            <a:endParaRPr lang="en-US" sz="1000"/>
          </a:p>
          <a:p>
            <a:pPr lvl="3">
              <a:spcBef>
                <a:spcPts val="30"/>
              </a:spcBef>
              <a:buClr>
                <a:srgbClr val="00C5BA"/>
              </a:buClr>
            </a:pPr>
            <a:endParaRPr lang="en-US" sz="1000"/>
          </a:p>
          <a:p>
            <a:pPr marL="1612900" lvl="3">
              <a:buClr>
                <a:srgbClr val="00C5BA"/>
              </a:buClr>
              <a:tabLst>
                <a:tab pos="1612900" algn="l"/>
                <a:tab pos="1613535" algn="l"/>
              </a:tabLst>
            </a:pPr>
            <a:r>
              <a:rPr lang="en-US" sz="1000" spc="-85"/>
              <a:t>Se</a:t>
            </a:r>
            <a:r>
              <a:rPr lang="en-US" sz="1000" spc="-80"/>
              <a:t> </a:t>
            </a:r>
            <a:r>
              <a:rPr lang="en-US" sz="1000" spc="55"/>
              <a:t>adapta</a:t>
            </a:r>
            <a:r>
              <a:rPr lang="en-US" sz="1000" spc="-40"/>
              <a:t> </a:t>
            </a:r>
            <a:r>
              <a:rPr lang="en-US" sz="1000" spc="95"/>
              <a:t>a</a:t>
            </a:r>
            <a:r>
              <a:rPr lang="en-US" sz="1000" spc="-70"/>
              <a:t> </a:t>
            </a:r>
            <a:r>
              <a:rPr lang="en-US" sz="1000" spc="-45"/>
              <a:t>las</a:t>
            </a:r>
            <a:r>
              <a:rPr lang="en-US" sz="1000" spc="-105"/>
              <a:t> </a:t>
            </a:r>
            <a:r>
              <a:rPr lang="en-US" sz="1000" spc="10"/>
              <a:t>necesidades</a:t>
            </a:r>
            <a:r>
              <a:rPr lang="en-US" sz="1000" spc="-105"/>
              <a:t> </a:t>
            </a:r>
            <a:r>
              <a:rPr lang="en-US" sz="1000"/>
              <a:t>específicas</a:t>
            </a:r>
            <a:r>
              <a:rPr lang="en-US" sz="1000" spc="-105"/>
              <a:t> </a:t>
            </a:r>
            <a:r>
              <a:rPr lang="en-US" sz="1000" spc="65"/>
              <a:t>de</a:t>
            </a:r>
            <a:r>
              <a:rPr lang="en-US" sz="1000" spc="-90"/>
              <a:t> </a:t>
            </a:r>
            <a:r>
              <a:rPr lang="en-US" sz="1000" spc="40"/>
              <a:t>dicha</a:t>
            </a:r>
            <a:r>
              <a:rPr lang="en-US" sz="1000" spc="-75"/>
              <a:t> </a:t>
            </a:r>
            <a:r>
              <a:rPr lang="en-US" sz="1000" spc="-10"/>
              <a:t>empresa</a:t>
            </a:r>
            <a:r>
              <a:rPr lang="en-US" sz="1000" spc="-110"/>
              <a:t> </a:t>
            </a:r>
            <a:r>
              <a:rPr lang="en-US" sz="1000" spc="15"/>
              <a:t>(puede</a:t>
            </a:r>
            <a:r>
              <a:rPr lang="en-US" sz="1000" spc="-80"/>
              <a:t> </a:t>
            </a:r>
            <a:r>
              <a:rPr lang="en-US" sz="1000" spc="10"/>
              <a:t>no</a:t>
            </a:r>
            <a:r>
              <a:rPr lang="en-US" sz="1000" spc="-80"/>
              <a:t> </a:t>
            </a:r>
            <a:r>
              <a:rPr lang="en-US" sz="1000" spc="-90"/>
              <a:t>ser</a:t>
            </a:r>
            <a:r>
              <a:rPr lang="en-US" sz="1000" spc="-95"/>
              <a:t> </a:t>
            </a:r>
            <a:r>
              <a:rPr lang="en-US" sz="1000" spc="-5"/>
              <a:t>trasladable</a:t>
            </a:r>
            <a:r>
              <a:rPr lang="en-US" sz="1000" spc="-95"/>
              <a:t> </a:t>
            </a:r>
            <a:r>
              <a:rPr lang="en-US" sz="1000" spc="95"/>
              <a:t>a</a:t>
            </a:r>
            <a:r>
              <a:rPr lang="en-US" sz="1000" spc="-70"/>
              <a:t> </a:t>
            </a:r>
            <a:r>
              <a:rPr lang="en-US" sz="1000" spc="-25"/>
              <a:t>otra</a:t>
            </a:r>
            <a:r>
              <a:rPr lang="en-US" sz="1000" spc="-40"/>
              <a:t> </a:t>
            </a:r>
            <a:r>
              <a:rPr lang="en-US" sz="1000" spc="-25"/>
              <a:t>empresa)</a:t>
            </a:r>
            <a:endParaRPr lang="en-US" sz="1000"/>
          </a:p>
          <a:p>
            <a:pPr lvl="3">
              <a:spcBef>
                <a:spcPts val="30"/>
              </a:spcBef>
              <a:buClr>
                <a:srgbClr val="00C5BA"/>
              </a:buClr>
            </a:pPr>
            <a:endParaRPr lang="en-US" sz="1000"/>
          </a:p>
          <a:p>
            <a:pPr marL="1612900" lvl="3">
              <a:buClr>
                <a:srgbClr val="00C5BA"/>
              </a:buClr>
              <a:tabLst>
                <a:tab pos="1612900" algn="l"/>
                <a:tab pos="1613535" algn="l"/>
              </a:tabLst>
            </a:pPr>
            <a:r>
              <a:rPr lang="en-US" sz="1000" spc="-40"/>
              <a:t>Suele</a:t>
            </a:r>
            <a:r>
              <a:rPr lang="en-US" sz="1000" spc="-130"/>
              <a:t> </a:t>
            </a:r>
            <a:r>
              <a:rPr lang="en-US" sz="1000"/>
              <a:t>contener</a:t>
            </a:r>
            <a:r>
              <a:rPr lang="en-US" sz="1000" spc="-50"/>
              <a:t> </a:t>
            </a:r>
            <a:r>
              <a:rPr lang="en-US" sz="1000" spc="-65"/>
              <a:t>errores </a:t>
            </a:r>
            <a:r>
              <a:rPr lang="en-US" sz="1000" spc="15"/>
              <a:t>(como</a:t>
            </a:r>
            <a:r>
              <a:rPr lang="en-US" sz="1000" spc="-80"/>
              <a:t> </a:t>
            </a:r>
            <a:r>
              <a:rPr lang="en-US" sz="1000" spc="20"/>
              <a:t>todo</a:t>
            </a:r>
            <a:r>
              <a:rPr lang="en-US" sz="1000" spc="-55"/>
              <a:t> </a:t>
            </a:r>
            <a:r>
              <a:rPr lang="en-US" sz="1000" spc="-40"/>
              <a:t>software)</a:t>
            </a:r>
            <a:r>
              <a:rPr lang="en-US" sz="1000" spc="-45"/>
              <a:t> </a:t>
            </a:r>
            <a:r>
              <a:rPr lang="en-US" sz="1000" spc="-70"/>
              <a:t>y</a:t>
            </a:r>
            <a:r>
              <a:rPr lang="en-US" sz="1000" spc="-95"/>
              <a:t> </a:t>
            </a:r>
            <a:r>
              <a:rPr lang="en-US" sz="1000"/>
              <a:t>necesita</a:t>
            </a:r>
            <a:r>
              <a:rPr lang="en-US" sz="1000" spc="-65"/>
              <a:t> </a:t>
            </a:r>
            <a:r>
              <a:rPr lang="en-US" sz="1000" spc="65"/>
              <a:t>de</a:t>
            </a:r>
            <a:r>
              <a:rPr lang="en-US" sz="1000" spc="-90"/>
              <a:t> </a:t>
            </a:r>
            <a:r>
              <a:rPr lang="en-US" sz="1000" spc="10"/>
              <a:t>una</a:t>
            </a:r>
            <a:r>
              <a:rPr lang="en-US" sz="1000" spc="-75"/>
              <a:t> </a:t>
            </a:r>
            <a:r>
              <a:rPr lang="en-US" sz="1000" spc="45"/>
              <a:t>etapa</a:t>
            </a:r>
            <a:r>
              <a:rPr lang="en-US" sz="1000" spc="-50"/>
              <a:t> </a:t>
            </a:r>
            <a:r>
              <a:rPr lang="en-US" sz="1000" spc="65"/>
              <a:t>de</a:t>
            </a:r>
            <a:r>
              <a:rPr lang="en-US" sz="1000" spc="-85"/>
              <a:t> </a:t>
            </a:r>
            <a:r>
              <a:rPr lang="en-US" sz="1000" spc="40"/>
              <a:t>adaptación</a:t>
            </a:r>
            <a:r>
              <a:rPr lang="en-US" sz="1000" spc="-35"/>
              <a:t> </a:t>
            </a:r>
            <a:r>
              <a:rPr lang="en-US" sz="1000" spc="-70"/>
              <a:t>y</a:t>
            </a:r>
            <a:r>
              <a:rPr lang="en-US" sz="1000" spc="-90"/>
              <a:t> </a:t>
            </a:r>
            <a:r>
              <a:rPr lang="en-US" sz="1000" spc="-20"/>
              <a:t>mantenimiento</a:t>
            </a:r>
            <a:endParaRPr lang="en-US" sz="1000"/>
          </a:p>
          <a:p>
            <a:pPr lvl="3">
              <a:spcBef>
                <a:spcPts val="25"/>
              </a:spcBef>
              <a:buClr>
                <a:srgbClr val="00C5BA"/>
              </a:buClr>
            </a:pPr>
            <a:endParaRPr lang="en-US" sz="1000"/>
          </a:p>
          <a:p>
            <a:pPr marL="1612900" lvl="3">
              <a:spcBef>
                <a:spcPts val="5"/>
              </a:spcBef>
              <a:buClr>
                <a:srgbClr val="00C5BA"/>
              </a:buClr>
              <a:tabLst>
                <a:tab pos="1612900" algn="l"/>
                <a:tab pos="1613535" algn="l"/>
              </a:tabLst>
            </a:pPr>
            <a:r>
              <a:rPr lang="en-US" sz="1000" spc="-120"/>
              <a:t>E</a:t>
            </a:r>
            <a:r>
              <a:rPr lang="en-US" sz="1000" spc="-160"/>
              <a:t>s</a:t>
            </a:r>
            <a:r>
              <a:rPr lang="en-US" sz="1000" spc="-100"/>
              <a:t> </a:t>
            </a:r>
            <a:r>
              <a:rPr lang="en-US" sz="1000" spc="-35"/>
              <a:t>m</a:t>
            </a:r>
            <a:r>
              <a:rPr lang="en-US" sz="1000" spc="90"/>
              <a:t>á</a:t>
            </a:r>
            <a:r>
              <a:rPr lang="en-US" sz="1000" spc="-160"/>
              <a:t>s</a:t>
            </a:r>
            <a:r>
              <a:rPr lang="en-US" sz="1000" spc="-100"/>
              <a:t> </a:t>
            </a:r>
            <a:r>
              <a:rPr lang="en-US" sz="1000" spc="150"/>
              <a:t>c</a:t>
            </a:r>
            <a:r>
              <a:rPr lang="en-US" sz="1000" spc="45"/>
              <a:t>o</a:t>
            </a:r>
            <a:r>
              <a:rPr lang="en-US" sz="1000" spc="-135"/>
              <a:t>s</a:t>
            </a:r>
            <a:r>
              <a:rPr lang="en-US" sz="1000" spc="-125"/>
              <a:t>t</a:t>
            </a:r>
            <a:r>
              <a:rPr lang="en-US" sz="1000" spc="45"/>
              <a:t>o</a:t>
            </a:r>
            <a:r>
              <a:rPr lang="en-US" sz="1000" spc="-55"/>
              <a:t>so </a:t>
            </a:r>
            <a:r>
              <a:rPr lang="en-US" sz="1000" spc="30"/>
              <a:t>que</a:t>
            </a:r>
            <a:r>
              <a:rPr lang="en-US" sz="1000" spc="-100"/>
              <a:t> </a:t>
            </a:r>
            <a:r>
              <a:rPr lang="en-US" sz="1000" spc="-15"/>
              <a:t>el</a:t>
            </a:r>
            <a:r>
              <a:rPr lang="en-US" sz="1000" spc="-100"/>
              <a:t> </a:t>
            </a:r>
            <a:r>
              <a:rPr lang="en-US" sz="1000" spc="-60"/>
              <a:t>so</a:t>
            </a:r>
            <a:r>
              <a:rPr lang="en-US" sz="1000" spc="-55"/>
              <a:t>f</a:t>
            </a:r>
            <a:r>
              <a:rPr lang="en-US" sz="1000" spc="-95"/>
              <a:t>t</a:t>
            </a:r>
            <a:r>
              <a:rPr lang="en-US" sz="1000" spc="20"/>
              <a:t>w</a:t>
            </a:r>
            <a:r>
              <a:rPr lang="en-US" sz="1000" spc="90"/>
              <a:t>a</a:t>
            </a:r>
            <a:r>
              <a:rPr lang="en-US" sz="1000" spc="-45"/>
              <a:t>re</a:t>
            </a:r>
            <a:r>
              <a:rPr lang="en-US" sz="1000" spc="-55"/>
              <a:t> </a:t>
            </a:r>
            <a:r>
              <a:rPr lang="en-US" sz="1000" spc="-60"/>
              <a:t>es</a:t>
            </a:r>
            <a:r>
              <a:rPr lang="en-US" sz="1000" spc="-70"/>
              <a:t>t</a:t>
            </a:r>
            <a:r>
              <a:rPr lang="en-US" sz="1000" spc="90"/>
              <a:t>á</a:t>
            </a:r>
            <a:r>
              <a:rPr lang="en-US" sz="1000" spc="20"/>
              <a:t>n</a:t>
            </a:r>
            <a:r>
              <a:rPr lang="en-US" sz="1000" spc="25"/>
              <a:t>d</a:t>
            </a:r>
            <a:r>
              <a:rPr lang="en-US" sz="1000" spc="90"/>
              <a:t>a</a:t>
            </a:r>
            <a:r>
              <a:rPr lang="en-US" sz="1000" spc="-155"/>
              <a:t>r</a:t>
            </a:r>
            <a:endParaRPr lang="en-US" sz="1000"/>
          </a:p>
        </p:txBody>
      </p:sp>
      <p:cxnSp>
        <p:nvCxnSpPr>
          <p:cNvPr id="12" name="Straight Connector 1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8D280121-28A7-DC2E-AD18-6A0DF7BA9201}"/>
              </a:ext>
            </a:extLst>
          </p:cNvPr>
          <p:cNvSpPr txBox="1"/>
          <p:nvPr/>
        </p:nvSpPr>
        <p:spPr>
          <a:xfrm>
            <a:off x="8451604" y="1412489"/>
            <a:ext cx="3197701" cy="4363844"/>
          </a:xfrm>
          <a:prstGeom prst="rect">
            <a:avLst/>
          </a:prstGeom>
        </p:spPr>
        <p:txBody>
          <a:bodyPr vert="horz" lIns="91440" tIns="45720" rIns="91440" bIns="45720" rtlCol="0">
            <a:normAutofit/>
          </a:bodyPr>
          <a:lstStyle/>
          <a:p>
            <a:pPr marL="355600" indent="-228600">
              <a:lnSpc>
                <a:spcPct val="90000"/>
              </a:lnSpc>
              <a:spcBef>
                <a:spcPts val="1700"/>
              </a:spcBef>
              <a:buClr>
                <a:srgbClr val="00C5BA"/>
              </a:buClr>
              <a:buFont typeface="Arial" panose="020B0604020202020204" pitchFamily="34" charset="0"/>
              <a:buChar char="•"/>
              <a:tabLst>
                <a:tab pos="355600" algn="l"/>
                <a:tab pos="356235" algn="l"/>
              </a:tabLst>
            </a:pPr>
            <a:r>
              <a:rPr lang="en-US" sz="1000" b="1" spc="-95"/>
              <a:t>Software</a:t>
            </a:r>
            <a:r>
              <a:rPr lang="en-US" sz="1000" b="1" spc="-40"/>
              <a:t> estánda</a:t>
            </a:r>
            <a:r>
              <a:rPr lang="en-US" sz="1000" b="1" spc="-25"/>
              <a:t>r</a:t>
            </a:r>
            <a:r>
              <a:rPr lang="en-US" sz="1000" spc="-320"/>
              <a:t>:</a:t>
            </a:r>
            <a:endParaRPr lang="en-US" sz="1000"/>
          </a:p>
          <a:p>
            <a:pPr indent="-228600">
              <a:lnSpc>
                <a:spcPct val="90000"/>
              </a:lnSpc>
              <a:spcBef>
                <a:spcPts val="45"/>
              </a:spcBef>
              <a:buClr>
                <a:srgbClr val="00C5BA"/>
              </a:buClr>
              <a:buFont typeface="Arial" panose="020B0604020202020204" pitchFamily="34" charset="0"/>
              <a:buChar char="•"/>
            </a:pPr>
            <a:endParaRPr lang="en-US" sz="1000"/>
          </a:p>
          <a:p>
            <a:pPr marL="756285" lvl="1" indent="-228600">
              <a:lnSpc>
                <a:spcPct val="90000"/>
              </a:lnSpc>
              <a:buClr>
                <a:srgbClr val="00C5BA"/>
              </a:buClr>
              <a:buFont typeface="Arial" panose="020B0604020202020204" pitchFamily="34" charset="0"/>
              <a:buChar char="•"/>
              <a:tabLst>
                <a:tab pos="756285" algn="l"/>
                <a:tab pos="756920" algn="l"/>
              </a:tabLst>
            </a:pPr>
            <a:r>
              <a:rPr lang="en-US" sz="1000" spc="-190"/>
              <a:t>Es</a:t>
            </a:r>
            <a:r>
              <a:rPr lang="en-US" sz="1000" spc="-120"/>
              <a:t> </a:t>
            </a:r>
            <a:r>
              <a:rPr lang="en-US" sz="1000" spc="-45"/>
              <a:t>un</a:t>
            </a:r>
            <a:r>
              <a:rPr lang="en-US" sz="1000" spc="-114"/>
              <a:t> </a:t>
            </a:r>
            <a:r>
              <a:rPr lang="en-US" sz="1000" spc="-45"/>
              <a:t>software</a:t>
            </a:r>
            <a:r>
              <a:rPr lang="en-US" sz="1000" spc="-70"/>
              <a:t> </a:t>
            </a:r>
            <a:r>
              <a:rPr lang="en-US" sz="1000" spc="15"/>
              <a:t>genérico</a:t>
            </a:r>
            <a:r>
              <a:rPr lang="en-US" sz="1000" spc="-80"/>
              <a:t> </a:t>
            </a:r>
            <a:r>
              <a:rPr lang="en-US" sz="1000" spc="-25"/>
              <a:t>(válido</a:t>
            </a:r>
            <a:r>
              <a:rPr lang="en-US" sz="1000" spc="-114"/>
              <a:t> </a:t>
            </a:r>
            <a:r>
              <a:rPr lang="en-US" sz="1000" spc="30"/>
              <a:t>para</a:t>
            </a:r>
            <a:r>
              <a:rPr lang="en-US" sz="1000" spc="-125"/>
              <a:t> </a:t>
            </a:r>
            <a:r>
              <a:rPr lang="en-US" sz="1000" spc="-5"/>
              <a:t>cualquier</a:t>
            </a:r>
            <a:r>
              <a:rPr lang="en-US" sz="1000" spc="-114"/>
              <a:t> </a:t>
            </a:r>
            <a:r>
              <a:rPr lang="en-US" sz="1000" spc="-5"/>
              <a:t>cliente</a:t>
            </a:r>
            <a:r>
              <a:rPr lang="en-US" sz="1000" spc="-105"/>
              <a:t> </a:t>
            </a:r>
            <a:r>
              <a:rPr lang="en-US" sz="1000" spc="5"/>
              <a:t>potencial)</a:t>
            </a:r>
            <a:endParaRPr lang="en-US" sz="1000"/>
          </a:p>
          <a:p>
            <a:pPr marL="756285" lvl="1" indent="-228600">
              <a:lnSpc>
                <a:spcPct val="90000"/>
              </a:lnSpc>
              <a:buClr>
                <a:srgbClr val="00C5BA"/>
              </a:buClr>
              <a:buFont typeface="Arial" panose="020B0604020202020204" pitchFamily="34" charset="0"/>
              <a:buChar char="•"/>
              <a:tabLst>
                <a:tab pos="756285" algn="l"/>
                <a:tab pos="756920" algn="l"/>
              </a:tabLst>
            </a:pPr>
            <a:r>
              <a:rPr lang="en-US" sz="1000" spc="-40"/>
              <a:t>Resuelve</a:t>
            </a:r>
            <a:r>
              <a:rPr lang="en-US" sz="1000" spc="-140"/>
              <a:t> </a:t>
            </a:r>
            <a:r>
              <a:rPr lang="en-US" sz="1000" spc="-65"/>
              <a:t>múltiples</a:t>
            </a:r>
            <a:r>
              <a:rPr lang="en-US" sz="1000" spc="-114"/>
              <a:t> </a:t>
            </a:r>
            <a:r>
              <a:rPr lang="en-US" sz="1000" spc="-5"/>
              <a:t>necesidades,</a:t>
            </a:r>
            <a:r>
              <a:rPr lang="en-US" sz="1000" spc="-65"/>
              <a:t> </a:t>
            </a:r>
            <a:r>
              <a:rPr lang="en-US" sz="1000" spc="-95"/>
              <a:t>y</a:t>
            </a:r>
            <a:r>
              <a:rPr lang="en-US" sz="1000" spc="-110"/>
              <a:t> </a:t>
            </a:r>
            <a:r>
              <a:rPr lang="en-US" sz="1000" spc="-45"/>
              <a:t>suele</a:t>
            </a:r>
            <a:r>
              <a:rPr lang="en-US" sz="1000" spc="-110"/>
              <a:t> </a:t>
            </a:r>
            <a:r>
              <a:rPr lang="en-US" sz="1000" spc="-65"/>
              <a:t>incluir</a:t>
            </a:r>
            <a:r>
              <a:rPr lang="en-US" sz="1000" spc="-105"/>
              <a:t> </a:t>
            </a:r>
            <a:r>
              <a:rPr lang="en-US" sz="1000" spc="-50"/>
              <a:t>herramientas</a:t>
            </a:r>
            <a:r>
              <a:rPr lang="en-US" sz="1000" spc="-80"/>
              <a:t> </a:t>
            </a:r>
            <a:r>
              <a:rPr lang="en-US" sz="1000" spc="85"/>
              <a:t>de</a:t>
            </a:r>
            <a:r>
              <a:rPr lang="en-US" sz="1000" spc="-100"/>
              <a:t> </a:t>
            </a:r>
            <a:r>
              <a:rPr lang="en-US" sz="1000" spc="5"/>
              <a:t>configuración</a:t>
            </a:r>
            <a:endParaRPr lang="en-US" sz="1000"/>
          </a:p>
          <a:p>
            <a:pPr lvl="1" indent="-228600">
              <a:lnSpc>
                <a:spcPct val="90000"/>
              </a:lnSpc>
              <a:spcBef>
                <a:spcPts val="10"/>
              </a:spcBef>
              <a:buClr>
                <a:srgbClr val="00C5BA"/>
              </a:buClr>
              <a:buFont typeface="Arial" panose="020B0604020202020204" pitchFamily="34" charset="0"/>
              <a:buChar char="•"/>
            </a:pPr>
            <a:endParaRPr lang="en-US" sz="1000"/>
          </a:p>
          <a:p>
            <a:pPr marL="1155700" lvl="2" indent="-228600">
              <a:lnSpc>
                <a:spcPct val="90000"/>
              </a:lnSpc>
              <a:buClr>
                <a:srgbClr val="00C5BA"/>
              </a:buClr>
              <a:buFont typeface="Arial" panose="020B0604020202020204" pitchFamily="34" charset="0"/>
              <a:buChar char="•"/>
              <a:tabLst>
                <a:tab pos="1155700" algn="l"/>
                <a:tab pos="1156335" algn="l"/>
              </a:tabLst>
            </a:pPr>
            <a:r>
              <a:rPr lang="en-US" sz="1000" b="1" spc="-35"/>
              <a:t>Características</a:t>
            </a:r>
            <a:r>
              <a:rPr lang="en-US" sz="1000" spc="-35"/>
              <a:t>:</a:t>
            </a:r>
            <a:endParaRPr lang="en-US" sz="1000"/>
          </a:p>
          <a:p>
            <a:pPr lvl="2" indent="-228600">
              <a:lnSpc>
                <a:spcPct val="90000"/>
              </a:lnSpc>
              <a:spcBef>
                <a:spcPts val="10"/>
              </a:spcBef>
              <a:buClr>
                <a:srgbClr val="00C5BA"/>
              </a:buClr>
              <a:buFont typeface="Arial" panose="020B0604020202020204" pitchFamily="34" charset="0"/>
              <a:buChar char="•"/>
            </a:pPr>
            <a:endParaRPr lang="en-US" sz="1000"/>
          </a:p>
          <a:p>
            <a:pPr marL="1612900" lvl="3" indent="-228600">
              <a:lnSpc>
                <a:spcPct val="90000"/>
              </a:lnSpc>
              <a:buClr>
                <a:srgbClr val="00C5BA"/>
              </a:buClr>
              <a:buFont typeface="Arial" panose="020B0604020202020204" pitchFamily="34" charset="0"/>
              <a:buChar char="•"/>
              <a:tabLst>
                <a:tab pos="1612900" algn="l"/>
                <a:tab pos="1613535" algn="l"/>
              </a:tabLst>
            </a:pPr>
            <a:r>
              <a:rPr lang="en-US" sz="1000" spc="-85"/>
              <a:t>Se</a:t>
            </a:r>
            <a:r>
              <a:rPr lang="en-US" sz="1000" spc="-80"/>
              <a:t> </a:t>
            </a:r>
            <a:r>
              <a:rPr lang="en-US" sz="1000" spc="25"/>
              <a:t>compra</a:t>
            </a:r>
            <a:r>
              <a:rPr lang="en-US" sz="1000" spc="-100"/>
              <a:t> </a:t>
            </a:r>
            <a:r>
              <a:rPr lang="en-US" sz="1000" spc="10"/>
              <a:t>ya</a:t>
            </a:r>
            <a:r>
              <a:rPr lang="en-US" sz="1000" spc="-75"/>
              <a:t> </a:t>
            </a:r>
            <a:r>
              <a:rPr lang="en-US" sz="1000" spc="-10"/>
              <a:t>desarrollado</a:t>
            </a:r>
            <a:r>
              <a:rPr lang="en-US" sz="1000" spc="-110"/>
              <a:t> </a:t>
            </a:r>
            <a:r>
              <a:rPr lang="en-US" sz="1000" spc="-40"/>
              <a:t>(tan</a:t>
            </a:r>
            <a:r>
              <a:rPr lang="en-US" sz="1000" spc="-25"/>
              <a:t> </a:t>
            </a:r>
            <a:r>
              <a:rPr lang="en-US" sz="1000" spc="-35"/>
              <a:t>sólo</a:t>
            </a:r>
            <a:r>
              <a:rPr lang="en-US" sz="1000" spc="-95"/>
              <a:t> </a:t>
            </a:r>
            <a:r>
              <a:rPr lang="en-US" sz="1000" spc="-50"/>
              <a:t>se</a:t>
            </a:r>
            <a:r>
              <a:rPr lang="en-US" sz="1000" spc="-95"/>
              <a:t> </a:t>
            </a:r>
            <a:r>
              <a:rPr lang="en-US" sz="1000" spc="45"/>
              <a:t>puede</a:t>
            </a:r>
            <a:r>
              <a:rPr lang="en-US" sz="1000" spc="-100"/>
              <a:t> </a:t>
            </a:r>
            <a:r>
              <a:rPr lang="en-US" sz="1000" spc="-20"/>
              <a:t>configurar</a:t>
            </a:r>
            <a:r>
              <a:rPr lang="en-US" sz="1000" spc="-55"/>
              <a:t> </a:t>
            </a:r>
            <a:r>
              <a:rPr lang="en-US" sz="1000" spc="55"/>
              <a:t>o</a:t>
            </a:r>
            <a:r>
              <a:rPr lang="en-US" sz="1000" spc="-80"/>
              <a:t> </a:t>
            </a:r>
            <a:r>
              <a:rPr lang="en-US" sz="1000" spc="-15"/>
              <a:t>actualizar</a:t>
            </a:r>
            <a:r>
              <a:rPr lang="en-US" sz="1000" spc="-55"/>
              <a:t> </a:t>
            </a:r>
            <a:r>
              <a:rPr lang="en-US" sz="1000" spc="25"/>
              <a:t>llegado</a:t>
            </a:r>
            <a:r>
              <a:rPr lang="en-US" sz="1000" spc="-100"/>
              <a:t> </a:t>
            </a:r>
            <a:r>
              <a:rPr lang="en-US" sz="1000" spc="-15"/>
              <a:t>el</a:t>
            </a:r>
            <a:r>
              <a:rPr lang="en-US" sz="1000" spc="-90"/>
              <a:t> </a:t>
            </a:r>
            <a:r>
              <a:rPr lang="en-US" sz="1000" spc="-20"/>
              <a:t>momento)</a:t>
            </a:r>
            <a:endParaRPr lang="en-US" sz="1000"/>
          </a:p>
          <a:p>
            <a:pPr lvl="3" indent="-228600">
              <a:lnSpc>
                <a:spcPct val="90000"/>
              </a:lnSpc>
              <a:spcBef>
                <a:spcPts val="30"/>
              </a:spcBef>
              <a:buClr>
                <a:srgbClr val="00C5BA"/>
              </a:buClr>
              <a:buFont typeface="Arial" panose="020B0604020202020204" pitchFamily="34" charset="0"/>
              <a:buChar char="•"/>
            </a:pPr>
            <a:endParaRPr lang="en-US" sz="1000"/>
          </a:p>
          <a:p>
            <a:pPr marL="1612900" lvl="3" indent="-228600">
              <a:lnSpc>
                <a:spcPct val="90000"/>
              </a:lnSpc>
              <a:buClr>
                <a:srgbClr val="00C5BA"/>
              </a:buClr>
              <a:buFont typeface="Arial" panose="020B0604020202020204" pitchFamily="34" charset="0"/>
              <a:buChar char="•"/>
              <a:tabLst>
                <a:tab pos="1612900" algn="l"/>
                <a:tab pos="1613535" algn="l"/>
              </a:tabLst>
            </a:pPr>
            <a:r>
              <a:rPr lang="en-US" sz="1000" spc="-40"/>
              <a:t>Suele</a:t>
            </a:r>
            <a:r>
              <a:rPr lang="en-US" sz="1000" spc="-135"/>
              <a:t> </a:t>
            </a:r>
            <a:r>
              <a:rPr lang="en-US" sz="1000" spc="-30"/>
              <a:t>tener</a:t>
            </a:r>
            <a:r>
              <a:rPr lang="en-US" sz="1000" spc="-45"/>
              <a:t> </a:t>
            </a:r>
            <a:r>
              <a:rPr lang="en-US" sz="1000" spc="-25"/>
              <a:t>menos</a:t>
            </a:r>
            <a:r>
              <a:rPr lang="en-US" sz="1000" spc="-95"/>
              <a:t> </a:t>
            </a:r>
            <a:r>
              <a:rPr lang="en-US" sz="1000" spc="-65"/>
              <a:t>errores</a:t>
            </a:r>
            <a:r>
              <a:rPr lang="en-US" sz="1000" spc="-85"/>
              <a:t> </a:t>
            </a:r>
            <a:r>
              <a:rPr lang="en-US" sz="1000" spc="30"/>
              <a:t>que</a:t>
            </a:r>
            <a:r>
              <a:rPr lang="en-US" sz="1000" spc="-95"/>
              <a:t> </a:t>
            </a:r>
            <a:r>
              <a:rPr lang="en-US" sz="1000" spc="-15"/>
              <a:t>el</a:t>
            </a:r>
            <a:r>
              <a:rPr lang="en-US" sz="1000" spc="-95"/>
              <a:t> </a:t>
            </a:r>
            <a:r>
              <a:rPr lang="en-US" sz="1000" spc="-30"/>
              <a:t>software</a:t>
            </a:r>
            <a:r>
              <a:rPr lang="en-US" sz="1000" spc="-50"/>
              <a:t> </a:t>
            </a:r>
            <a:r>
              <a:rPr lang="en-US" sz="1000" spc="95"/>
              <a:t>a</a:t>
            </a:r>
            <a:r>
              <a:rPr lang="en-US" sz="1000" spc="-75"/>
              <a:t> </a:t>
            </a:r>
            <a:r>
              <a:rPr lang="en-US" sz="1000" spc="30"/>
              <a:t>medida</a:t>
            </a:r>
            <a:r>
              <a:rPr lang="en-US" sz="1000" spc="-100"/>
              <a:t> </a:t>
            </a:r>
            <a:r>
              <a:rPr lang="en-US" sz="1000" spc="-20"/>
              <a:t>(ha</a:t>
            </a:r>
            <a:r>
              <a:rPr lang="en-US" sz="1000" spc="-65"/>
              <a:t> </a:t>
            </a:r>
            <a:r>
              <a:rPr lang="en-US" sz="1000" spc="-35"/>
              <a:t>sido</a:t>
            </a:r>
            <a:r>
              <a:rPr lang="en-US" sz="1000" spc="-95"/>
              <a:t> </a:t>
            </a:r>
            <a:r>
              <a:rPr lang="en-US" sz="1000" spc="20"/>
              <a:t>mucho</a:t>
            </a:r>
            <a:r>
              <a:rPr lang="en-US" sz="1000" spc="-100"/>
              <a:t> </a:t>
            </a:r>
            <a:r>
              <a:rPr lang="en-US" sz="1000" spc="-35"/>
              <a:t>más</a:t>
            </a:r>
            <a:r>
              <a:rPr lang="en-US" sz="1000" spc="-95"/>
              <a:t> </a:t>
            </a:r>
            <a:r>
              <a:rPr lang="en-US" sz="1000"/>
              <a:t>testeado</a:t>
            </a:r>
            <a:r>
              <a:rPr lang="en-US" sz="1000" spc="-25"/>
              <a:t> </a:t>
            </a:r>
            <a:r>
              <a:rPr lang="en-US" sz="1000" spc="-15"/>
              <a:t>por</a:t>
            </a:r>
            <a:r>
              <a:rPr lang="en-US" sz="1000" spc="-75"/>
              <a:t> </a:t>
            </a:r>
            <a:r>
              <a:rPr lang="en-US" sz="1000" spc="-15"/>
              <a:t>norma</a:t>
            </a:r>
            <a:r>
              <a:rPr lang="en-US" sz="1000" spc="-75"/>
              <a:t> </a:t>
            </a:r>
            <a:r>
              <a:rPr lang="en-US" sz="1000" spc="-10"/>
              <a:t>general)</a:t>
            </a:r>
            <a:endParaRPr lang="en-US" sz="1000"/>
          </a:p>
          <a:p>
            <a:pPr lvl="3" indent="-228600">
              <a:lnSpc>
                <a:spcPct val="90000"/>
              </a:lnSpc>
              <a:spcBef>
                <a:spcPts val="30"/>
              </a:spcBef>
              <a:buClr>
                <a:srgbClr val="00C5BA"/>
              </a:buClr>
              <a:buFont typeface="Arial" panose="020B0604020202020204" pitchFamily="34" charset="0"/>
              <a:buChar char="•"/>
            </a:pPr>
            <a:endParaRPr lang="en-US" sz="1000"/>
          </a:p>
          <a:p>
            <a:pPr marL="1612900" lvl="3" indent="-228600">
              <a:lnSpc>
                <a:spcPct val="90000"/>
              </a:lnSpc>
              <a:buClr>
                <a:srgbClr val="00C5BA"/>
              </a:buClr>
              <a:buFont typeface="Arial" panose="020B0604020202020204" pitchFamily="34" charset="0"/>
              <a:buChar char="•"/>
              <a:tabLst>
                <a:tab pos="1612900" algn="l"/>
                <a:tab pos="1613535" algn="l"/>
              </a:tabLst>
            </a:pPr>
            <a:r>
              <a:rPr lang="en-US" sz="1000" spc="-140"/>
              <a:t>S</a:t>
            </a:r>
            <a:r>
              <a:rPr lang="en-US" sz="1000" spc="-125"/>
              <a:t>u</a:t>
            </a:r>
            <a:r>
              <a:rPr lang="en-US" sz="1000" spc="-20"/>
              <a:t>e</a:t>
            </a:r>
            <a:r>
              <a:rPr lang="en-US" sz="1000" spc="10"/>
              <a:t>l</a:t>
            </a:r>
            <a:r>
              <a:rPr lang="en-US" sz="1000" spc="65"/>
              <a:t>e</a:t>
            </a:r>
            <a:r>
              <a:rPr lang="en-US" sz="1000" spc="-135"/>
              <a:t> </a:t>
            </a:r>
            <a:r>
              <a:rPr lang="en-US" sz="1000" spc="-95"/>
              <a:t>se</a:t>
            </a:r>
            <a:r>
              <a:rPr lang="en-US" sz="1000" spc="-70"/>
              <a:t>r</a:t>
            </a:r>
            <a:r>
              <a:rPr lang="en-US" sz="1000" spc="-90"/>
              <a:t> </a:t>
            </a:r>
            <a:r>
              <a:rPr lang="en-US" sz="1000" spc="-35"/>
              <a:t>m</a:t>
            </a:r>
            <a:r>
              <a:rPr lang="en-US" sz="1000" spc="90"/>
              <a:t>á</a:t>
            </a:r>
            <a:r>
              <a:rPr lang="en-US" sz="1000" spc="-160"/>
              <a:t>s</a:t>
            </a:r>
            <a:r>
              <a:rPr lang="en-US" sz="1000" spc="-100"/>
              <a:t> </a:t>
            </a:r>
            <a:r>
              <a:rPr lang="en-US" sz="1000" spc="80"/>
              <a:t>b</a:t>
            </a:r>
            <a:r>
              <a:rPr lang="en-US" sz="1000" spc="70"/>
              <a:t>a</a:t>
            </a:r>
            <a:r>
              <a:rPr lang="en-US" sz="1000" spc="-25"/>
              <a:t>r</a:t>
            </a:r>
            <a:r>
              <a:rPr lang="en-US" sz="1000" spc="-40"/>
              <a:t>a</a:t>
            </a:r>
            <a:r>
              <a:rPr lang="en-US" sz="1000" spc="-95"/>
              <a:t>t</a:t>
            </a:r>
            <a:r>
              <a:rPr lang="en-US" sz="1000" spc="55"/>
              <a:t>o</a:t>
            </a:r>
            <a:r>
              <a:rPr lang="en-US" sz="1000" spc="-35"/>
              <a:t> </a:t>
            </a:r>
            <a:r>
              <a:rPr lang="en-US" sz="1000" spc="30"/>
              <a:t>que</a:t>
            </a:r>
            <a:r>
              <a:rPr lang="en-US" sz="1000" spc="-100"/>
              <a:t> </a:t>
            </a:r>
            <a:r>
              <a:rPr lang="en-US" sz="1000" spc="-15"/>
              <a:t>el</a:t>
            </a:r>
            <a:r>
              <a:rPr lang="en-US" sz="1000" spc="-100"/>
              <a:t> </a:t>
            </a:r>
            <a:r>
              <a:rPr lang="en-US" sz="1000" spc="-60"/>
              <a:t>so</a:t>
            </a:r>
            <a:r>
              <a:rPr lang="en-US" sz="1000" spc="-55"/>
              <a:t>f</a:t>
            </a:r>
            <a:r>
              <a:rPr lang="en-US" sz="1000" spc="-95"/>
              <a:t>t</a:t>
            </a:r>
            <a:r>
              <a:rPr lang="en-US" sz="1000" spc="20"/>
              <a:t>w</a:t>
            </a:r>
            <a:r>
              <a:rPr lang="en-US" sz="1000" spc="90"/>
              <a:t>a</a:t>
            </a:r>
            <a:r>
              <a:rPr lang="en-US" sz="1000" spc="-45"/>
              <a:t>re</a:t>
            </a:r>
            <a:r>
              <a:rPr lang="en-US" sz="1000" spc="-55"/>
              <a:t> </a:t>
            </a:r>
            <a:r>
              <a:rPr lang="en-US" sz="1000" spc="95"/>
              <a:t>a</a:t>
            </a:r>
            <a:r>
              <a:rPr lang="en-US" sz="1000" spc="-80"/>
              <a:t> </a:t>
            </a:r>
            <a:r>
              <a:rPr lang="en-US" sz="1000" spc="-35"/>
              <a:t>m</a:t>
            </a:r>
            <a:r>
              <a:rPr lang="en-US" sz="1000" spc="65"/>
              <a:t>ed</a:t>
            </a:r>
            <a:r>
              <a:rPr lang="en-US" sz="1000" spc="-10"/>
              <a:t>i</a:t>
            </a:r>
            <a:r>
              <a:rPr lang="en-US" sz="1000" spc="-15"/>
              <a:t>d</a:t>
            </a:r>
            <a:r>
              <a:rPr lang="en-US" sz="1000" spc="95"/>
              <a:t>a</a:t>
            </a:r>
            <a:endParaRPr lang="en-US" sz="1000"/>
          </a:p>
          <a:p>
            <a:pPr lvl="3" indent="-228600">
              <a:lnSpc>
                <a:spcPct val="90000"/>
              </a:lnSpc>
              <a:spcBef>
                <a:spcPts val="25"/>
              </a:spcBef>
              <a:buClr>
                <a:srgbClr val="00C5BA"/>
              </a:buClr>
              <a:buFont typeface="Arial" panose="020B0604020202020204" pitchFamily="34" charset="0"/>
              <a:buChar char="•"/>
            </a:pPr>
            <a:endParaRPr lang="en-US" sz="1000"/>
          </a:p>
          <a:p>
            <a:pPr marL="1612900" lvl="3" indent="-228600">
              <a:lnSpc>
                <a:spcPct val="90000"/>
              </a:lnSpc>
              <a:spcBef>
                <a:spcPts val="5"/>
              </a:spcBef>
              <a:buClr>
                <a:srgbClr val="00C5BA"/>
              </a:buClr>
              <a:buFont typeface="Arial" panose="020B0604020202020204" pitchFamily="34" charset="0"/>
              <a:buChar char="•"/>
              <a:tabLst>
                <a:tab pos="1612900" algn="l"/>
                <a:tab pos="1613535" algn="l"/>
              </a:tabLst>
            </a:pPr>
            <a:r>
              <a:rPr lang="en-US" sz="1000" spc="-40"/>
              <a:t>Suele</a:t>
            </a:r>
            <a:r>
              <a:rPr lang="en-US" sz="1000" spc="-135"/>
              <a:t> </a:t>
            </a:r>
            <a:r>
              <a:rPr lang="en-US" sz="1000" spc="-45"/>
              <a:t>incluir</a:t>
            </a:r>
            <a:r>
              <a:rPr lang="en-US" sz="1000" spc="-105"/>
              <a:t> </a:t>
            </a:r>
            <a:r>
              <a:rPr lang="en-US" sz="1000" spc="-15"/>
              <a:t>funciones</a:t>
            </a:r>
            <a:r>
              <a:rPr lang="en-US" sz="1000" spc="-80"/>
              <a:t> </a:t>
            </a:r>
            <a:r>
              <a:rPr lang="en-US" sz="1000" spc="30"/>
              <a:t>que</a:t>
            </a:r>
            <a:r>
              <a:rPr lang="en-US" sz="1000" spc="-114"/>
              <a:t> </a:t>
            </a:r>
            <a:r>
              <a:rPr lang="en-US" sz="1000" spc="30"/>
              <a:t>nunca</a:t>
            </a:r>
            <a:r>
              <a:rPr lang="en-US" sz="1000" spc="-75"/>
              <a:t> </a:t>
            </a:r>
            <a:r>
              <a:rPr lang="en-US" sz="1000" spc="-40"/>
              <a:t>serán</a:t>
            </a:r>
            <a:r>
              <a:rPr lang="en-US" sz="1000" spc="-75"/>
              <a:t> </a:t>
            </a:r>
            <a:r>
              <a:rPr lang="en-US" sz="1000" spc="-15"/>
              <a:t>usadas</a:t>
            </a:r>
            <a:r>
              <a:rPr lang="en-US" sz="1000" spc="-90"/>
              <a:t> </a:t>
            </a:r>
            <a:r>
              <a:rPr lang="en-US" sz="1000" spc="-100"/>
              <a:t>(y</a:t>
            </a:r>
            <a:r>
              <a:rPr lang="en-US" sz="1000" spc="-80"/>
              <a:t> </a:t>
            </a:r>
            <a:r>
              <a:rPr lang="en-US" sz="1000" spc="45"/>
              <a:t>puede</a:t>
            </a:r>
            <a:r>
              <a:rPr lang="en-US" sz="1000" spc="-95"/>
              <a:t> </a:t>
            </a:r>
            <a:r>
              <a:rPr lang="en-US" sz="1000" spc="30"/>
              <a:t>carecer</a:t>
            </a:r>
            <a:r>
              <a:rPr lang="en-US" sz="1000" spc="-95"/>
              <a:t> </a:t>
            </a:r>
            <a:r>
              <a:rPr lang="en-US" sz="1000" spc="65"/>
              <a:t>de</a:t>
            </a:r>
            <a:r>
              <a:rPr lang="en-US" sz="1000" spc="-90"/>
              <a:t> </a:t>
            </a:r>
            <a:r>
              <a:rPr lang="en-US" sz="1000" spc="10"/>
              <a:t>opciones</a:t>
            </a:r>
            <a:r>
              <a:rPr lang="en-US" sz="1000" spc="-80"/>
              <a:t> </a:t>
            </a:r>
            <a:r>
              <a:rPr lang="en-US" sz="1000" spc="30"/>
              <a:t>que</a:t>
            </a:r>
            <a:r>
              <a:rPr lang="en-US" sz="1000" spc="-95"/>
              <a:t> </a:t>
            </a:r>
            <a:r>
              <a:rPr lang="en-US" sz="1000" spc="-130"/>
              <a:t>sí</a:t>
            </a:r>
            <a:r>
              <a:rPr lang="en-US" sz="1000" spc="-95"/>
              <a:t> </a:t>
            </a:r>
            <a:r>
              <a:rPr lang="en-US" sz="1000" spc="-50"/>
              <a:t>son</a:t>
            </a:r>
            <a:r>
              <a:rPr lang="en-US" sz="1000" spc="-75"/>
              <a:t> </a:t>
            </a:r>
            <a:r>
              <a:rPr lang="en-US" sz="1000" spc="-35"/>
              <a:t>importantes </a:t>
            </a:r>
            <a:r>
              <a:rPr lang="en-US" sz="1000" spc="25"/>
              <a:t>para</a:t>
            </a:r>
            <a:r>
              <a:rPr lang="en-US" sz="1000" spc="-65"/>
              <a:t> </a:t>
            </a:r>
            <a:r>
              <a:rPr lang="en-US" sz="1000" spc="15"/>
              <a:t>la</a:t>
            </a:r>
            <a:r>
              <a:rPr lang="en-US" sz="1000" spc="-110"/>
              <a:t> </a:t>
            </a:r>
            <a:r>
              <a:rPr lang="en-US" sz="1000" spc="-25"/>
              <a:t>empresa)</a:t>
            </a:r>
            <a:endParaRPr lang="en-US" sz="1000"/>
          </a:p>
        </p:txBody>
      </p:sp>
    </p:spTree>
    <p:extLst>
      <p:ext uri="{BB962C8B-B14F-4D97-AF65-F5344CB8AC3E}">
        <p14:creationId xmlns:p14="http://schemas.microsoft.com/office/powerpoint/2010/main" val="3645573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2A54EF-9A9D-3E2E-BBFE-983734907DFD}"/>
              </a:ext>
            </a:extLst>
          </p:cNvPr>
          <p:cNvSpPr>
            <a:spLocks noGrp="1"/>
          </p:cNvSpPr>
          <p:nvPr>
            <p:ph type="title"/>
          </p:nvPr>
        </p:nvSpPr>
        <p:spPr>
          <a:xfrm>
            <a:off x="714375" y="365125"/>
            <a:ext cx="10639425" cy="415925"/>
          </a:xfrm>
        </p:spPr>
        <p:txBody>
          <a:bodyPr>
            <a:normAutofit fontScale="90000"/>
          </a:bodyPr>
          <a:lstStyle/>
          <a:p>
            <a:r>
              <a:rPr lang="es-ES" sz="1800" b="1" kern="100" dirty="0">
                <a:effectLst/>
                <a:latin typeface="Arial" panose="020B0604020202020204" pitchFamily="34" charset="0"/>
                <a:ea typeface="Aptos" panose="020B0004020202020204" pitchFamily="34" charset="0"/>
                <a:cs typeface="Times New Roman" panose="02020603050405020304" pitchFamily="18" charset="0"/>
              </a:rPr>
              <a:t>Software según el tipo de licencia.</a:t>
            </a: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endParaRPr lang="es-ES" dirty="0"/>
          </a:p>
        </p:txBody>
      </p:sp>
      <p:graphicFrame>
        <p:nvGraphicFramePr>
          <p:cNvPr id="4" name="Marcador de contenido 3">
            <a:extLst>
              <a:ext uri="{FF2B5EF4-FFF2-40B4-BE49-F238E27FC236}">
                <a16:creationId xmlns:a16="http://schemas.microsoft.com/office/drawing/2014/main" id="{B170C55F-5061-FF08-D946-6E1C5DA2707B}"/>
              </a:ext>
            </a:extLst>
          </p:cNvPr>
          <p:cNvGraphicFramePr>
            <a:graphicFrameLocks noGrp="1"/>
          </p:cNvGraphicFramePr>
          <p:nvPr>
            <p:ph idx="1"/>
            <p:extLst>
              <p:ext uri="{D42A27DB-BD31-4B8C-83A1-F6EECF244321}">
                <p14:modId xmlns:p14="http://schemas.microsoft.com/office/powerpoint/2010/main" val="311514411"/>
              </p:ext>
            </p:extLst>
          </p:nvPr>
        </p:nvGraphicFramePr>
        <p:xfrm>
          <a:off x="292173" y="676275"/>
          <a:ext cx="10639425" cy="6037580"/>
        </p:xfrm>
        <a:graphic>
          <a:graphicData uri="http://schemas.openxmlformats.org/drawingml/2006/table">
            <a:tbl>
              <a:tblPr firstRow="1" firstCol="1" bandRow="1">
                <a:tableStyleId>{5C22544A-7EE6-4342-B048-85BDC9FD1C3A}</a:tableStyleId>
              </a:tblPr>
              <a:tblGrid>
                <a:gridCol w="2851077">
                  <a:extLst>
                    <a:ext uri="{9D8B030D-6E8A-4147-A177-3AD203B41FA5}">
                      <a16:colId xmlns:a16="http://schemas.microsoft.com/office/drawing/2014/main" val="875944290"/>
                    </a:ext>
                  </a:extLst>
                </a:gridCol>
                <a:gridCol w="4241873">
                  <a:extLst>
                    <a:ext uri="{9D8B030D-6E8A-4147-A177-3AD203B41FA5}">
                      <a16:colId xmlns:a16="http://schemas.microsoft.com/office/drawing/2014/main" val="2821723982"/>
                    </a:ext>
                  </a:extLst>
                </a:gridCol>
                <a:gridCol w="3546475">
                  <a:extLst>
                    <a:ext uri="{9D8B030D-6E8A-4147-A177-3AD203B41FA5}">
                      <a16:colId xmlns:a16="http://schemas.microsoft.com/office/drawing/2014/main" val="1925277459"/>
                    </a:ext>
                  </a:extLst>
                </a:gridCol>
              </a:tblGrid>
              <a:tr h="211293">
                <a:tc>
                  <a:txBody>
                    <a:bodyPr/>
                    <a:lstStyle/>
                    <a:p>
                      <a:pPr algn="just">
                        <a:lnSpc>
                          <a:spcPct val="115000"/>
                        </a:lnSpc>
                        <a:spcAft>
                          <a:spcPts val="800"/>
                        </a:spcAft>
                      </a:pPr>
                      <a:r>
                        <a:rPr lang="es-ES" sz="1400" kern="0" dirty="0">
                          <a:effectLst/>
                        </a:rPr>
                        <a:t>Tipo de Software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a:effectLst/>
                        </a:rPr>
                        <a:t>Descripción</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a:effectLst/>
                        </a:rPr>
                        <a:t>Ejemplos</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3465224678"/>
                  </a:ext>
                </a:extLst>
              </a:tr>
              <a:tr h="659568">
                <a:tc>
                  <a:txBody>
                    <a:bodyPr/>
                    <a:lstStyle/>
                    <a:p>
                      <a:pPr>
                        <a:lnSpc>
                          <a:spcPct val="115000"/>
                        </a:lnSpc>
                        <a:spcAft>
                          <a:spcPts val="800"/>
                        </a:spcAft>
                      </a:pPr>
                      <a:r>
                        <a:rPr lang="es-ES" sz="1400" kern="0" dirty="0">
                          <a:effectLst/>
                        </a:rPr>
                        <a:t>Software Propietario o Comercial</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a:effectLst/>
                        </a:rPr>
                        <a:t>Desarrollado y distribuido por empresas que poseen los derechos de autor. Suele ser de pago y requiere una licencia para su uso.</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nSpc>
                          <a:spcPct val="115000"/>
                        </a:lnSpc>
                        <a:spcAft>
                          <a:spcPts val="800"/>
                        </a:spcAft>
                      </a:pPr>
                      <a:r>
                        <a:rPr lang="es-ES" sz="1400" kern="0">
                          <a:effectLst/>
                        </a:rPr>
                        <a:t>Microsoft Office, Adobe Photoshop</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3519706396"/>
                  </a:ext>
                </a:extLst>
              </a:tr>
              <a:tr h="883707">
                <a:tc>
                  <a:txBody>
                    <a:bodyPr/>
                    <a:lstStyle/>
                    <a:p>
                      <a:pPr>
                        <a:lnSpc>
                          <a:spcPct val="115000"/>
                        </a:lnSpc>
                        <a:spcAft>
                          <a:spcPts val="800"/>
                        </a:spcAft>
                      </a:pPr>
                      <a:r>
                        <a:rPr lang="es-ES" sz="1400" kern="0">
                          <a:effectLst/>
                        </a:rPr>
                        <a:t>Software de Código Abierto</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dirty="0">
                          <a:effectLst/>
                        </a:rPr>
                        <a:t>Permite el acceso al código fuente, lo que significa que cualquiera puede ver, modificar y distribuir el software de forma gratuita. Suele estar sujeto a licencias de código abierto como GPL, MIT o Apache.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nSpc>
                          <a:spcPct val="115000"/>
                        </a:lnSpc>
                        <a:spcAft>
                          <a:spcPts val="800"/>
                        </a:spcAft>
                      </a:pPr>
                      <a:r>
                        <a:rPr lang="es-ES" sz="1400" kern="0">
                          <a:effectLst/>
                        </a:rPr>
                        <a:t>Linux, Mozilla Firefox</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1958322208"/>
                  </a:ext>
                </a:extLst>
              </a:tr>
              <a:tr h="1107845">
                <a:tc>
                  <a:txBody>
                    <a:bodyPr/>
                    <a:lstStyle/>
                    <a:p>
                      <a:pPr>
                        <a:lnSpc>
                          <a:spcPct val="115000"/>
                        </a:lnSpc>
                        <a:spcAft>
                          <a:spcPts val="800"/>
                        </a:spcAft>
                      </a:pPr>
                      <a:r>
                        <a:rPr lang="es-ES" sz="1400" kern="0">
                          <a:effectLst/>
                        </a:rPr>
                        <a:t>Software Libre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dirty="0">
                          <a:effectLst/>
                        </a:rPr>
                        <a:t>Similar al software de código abierto, permite el acceso al código fuente y su modificación, pero se rige por principios éticos y filosóficos adicionales, como la libertad de los usuarios para usar, estudiar, modificar y distribuir el software.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nSpc>
                          <a:spcPct val="115000"/>
                        </a:lnSpc>
                        <a:spcAft>
                          <a:spcPts val="800"/>
                        </a:spcAft>
                      </a:pPr>
                      <a:r>
                        <a:rPr lang="es-ES" sz="1400" kern="0">
                          <a:effectLst/>
                        </a:rPr>
                        <a:t>GNU Emacs, LibreOffice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2469378663"/>
                  </a:ext>
                </a:extLst>
              </a:tr>
              <a:tr h="659568">
                <a:tc>
                  <a:txBody>
                    <a:bodyPr/>
                    <a:lstStyle/>
                    <a:p>
                      <a:pPr>
                        <a:lnSpc>
                          <a:spcPct val="115000"/>
                        </a:lnSpc>
                        <a:spcAft>
                          <a:spcPts val="800"/>
                        </a:spcAft>
                      </a:pPr>
                      <a:r>
                        <a:rPr lang="es-ES" sz="1400" kern="0">
                          <a:effectLst/>
                        </a:rPr>
                        <a:t>Software Freeware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dirty="0">
                          <a:effectLst/>
                        </a:rPr>
                        <a:t>Gratuito para su uso y distribución, pero el código fuente generalmente no está disponible y el usuario no tiene permiso para modificarlo.</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nSpc>
                          <a:spcPct val="115000"/>
                        </a:lnSpc>
                        <a:spcAft>
                          <a:spcPts val="800"/>
                        </a:spcAft>
                      </a:pPr>
                      <a:r>
                        <a:rPr lang="es-ES" sz="1400" kern="0">
                          <a:effectLst/>
                        </a:rPr>
                        <a:t>CCleaner, Skype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248352240"/>
                  </a:ext>
                </a:extLst>
              </a:tr>
              <a:tr h="659568">
                <a:tc>
                  <a:txBody>
                    <a:bodyPr/>
                    <a:lstStyle/>
                    <a:p>
                      <a:pPr>
                        <a:lnSpc>
                          <a:spcPct val="115000"/>
                        </a:lnSpc>
                        <a:spcAft>
                          <a:spcPts val="800"/>
                        </a:spcAft>
                      </a:pPr>
                      <a:r>
                        <a:rPr lang="es-ES" sz="1400" kern="0">
                          <a:effectLst/>
                        </a:rPr>
                        <a:t>Software Shareware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dirty="0">
                          <a:effectLst/>
                        </a:rPr>
                        <a:t>Se ofrece de forma gratuita para su prueba durante un período limitado de tiempo, después del cual se debe comprar una licencia para seguir utilizándolo.</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nSpc>
                          <a:spcPct val="115000"/>
                        </a:lnSpc>
                        <a:spcAft>
                          <a:spcPts val="800"/>
                        </a:spcAft>
                      </a:pPr>
                      <a:r>
                        <a:rPr lang="es-ES" sz="1400" kern="0" dirty="0">
                          <a:effectLst/>
                        </a:rPr>
                        <a:t>WinRAR, WinZip</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1600208836"/>
                  </a:ext>
                </a:extLst>
              </a:tr>
              <a:tr h="883707">
                <a:tc>
                  <a:txBody>
                    <a:bodyPr/>
                    <a:lstStyle/>
                    <a:p>
                      <a:pPr>
                        <a:lnSpc>
                          <a:spcPct val="115000"/>
                        </a:lnSpc>
                        <a:spcAft>
                          <a:spcPts val="800"/>
                        </a:spcAft>
                      </a:pPr>
                      <a:r>
                        <a:rPr lang="es-ES" sz="1400" kern="0">
                          <a:effectLst/>
                        </a:rPr>
                        <a:t>Software de Dominio Público</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a:effectLst/>
                        </a:rPr>
                        <a:t>No tiene restricciones de propiedad intelectual y puede ser utilizado, modificado y distribuido libremente por cualquier persona para cualquier propósito.</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nSpc>
                          <a:spcPct val="115000"/>
                        </a:lnSpc>
                        <a:spcAft>
                          <a:spcPts val="800"/>
                        </a:spcAft>
                      </a:pPr>
                      <a:r>
                        <a:rPr lang="es-ES" sz="1400" kern="0" dirty="0">
                          <a:effectLst/>
                        </a:rPr>
                        <a:t>Algunos proyectos de software antiguo que han pasado al dominio público</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2664086621"/>
                  </a:ext>
                </a:extLst>
              </a:tr>
              <a:tr h="435431">
                <a:tc>
                  <a:txBody>
                    <a:bodyPr/>
                    <a:lstStyle/>
                    <a:p>
                      <a:pPr>
                        <a:lnSpc>
                          <a:spcPct val="115000"/>
                        </a:lnSpc>
                        <a:spcAft>
                          <a:spcPts val="800"/>
                        </a:spcAft>
                      </a:pPr>
                      <a:r>
                        <a:rPr lang="es-ES" sz="1400" kern="100">
                          <a:effectLst/>
                        </a:rPr>
                        <a:t>Adware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100">
                          <a:effectLst/>
                        </a:rPr>
                        <a:t>Software que se ofrece de forma gratuita, pero que muestra anuncios publicitarios mientras se utiliza.</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tc>
                  <a:txBody>
                    <a:bodyPr/>
                    <a:lstStyle/>
                    <a:p>
                      <a:pPr algn="just">
                        <a:lnSpc>
                          <a:spcPct val="115000"/>
                        </a:lnSpc>
                        <a:spcAft>
                          <a:spcPts val="800"/>
                        </a:spcAft>
                      </a:pPr>
                      <a:r>
                        <a:rPr lang="es-ES" sz="1400" kern="0" dirty="0">
                          <a:effectLst/>
                        </a:rPr>
                        <a:t> </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073" marR="63073" marT="0" marB="0"/>
                </a:tc>
                <a:extLst>
                  <a:ext uri="{0D108BD9-81ED-4DB2-BD59-A6C34878D82A}">
                    <a16:rowId xmlns:a16="http://schemas.microsoft.com/office/drawing/2014/main" val="2743962667"/>
                  </a:ext>
                </a:extLst>
              </a:tr>
            </a:tbl>
          </a:graphicData>
        </a:graphic>
      </p:graphicFrame>
    </p:spTree>
    <p:extLst>
      <p:ext uri="{BB962C8B-B14F-4D97-AF65-F5344CB8AC3E}">
        <p14:creationId xmlns:p14="http://schemas.microsoft.com/office/powerpoint/2010/main" val="3870784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Números en 3D en blanco y naranja">
            <a:extLst>
              <a:ext uri="{FF2B5EF4-FFF2-40B4-BE49-F238E27FC236}">
                <a16:creationId xmlns:a16="http://schemas.microsoft.com/office/drawing/2014/main" id="{FF0F84DD-2245-C25A-C591-2D20E2D63890}"/>
              </a:ext>
            </a:extLst>
          </p:cNvPr>
          <p:cNvPicPr>
            <a:picLocks noChangeAspect="1"/>
          </p:cNvPicPr>
          <p:nvPr/>
        </p:nvPicPr>
        <p:blipFill>
          <a:blip r:embed="rId2">
            <a:alphaModFix amt="40000"/>
          </a:blip>
          <a:src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111C02F7-988F-C8C0-8AF6-0CC4AE59248E}"/>
              </a:ext>
            </a:extLst>
          </p:cNvPr>
          <p:cNvSpPr>
            <a:spLocks noGrp="1"/>
          </p:cNvSpPr>
          <p:nvPr>
            <p:ph type="title"/>
          </p:nvPr>
        </p:nvSpPr>
        <p:spPr>
          <a:xfrm>
            <a:off x="965200" y="965200"/>
            <a:ext cx="10261600" cy="3564869"/>
          </a:xfrm>
        </p:spPr>
        <p:txBody>
          <a:bodyPr vert="horz" lIns="91440" tIns="45720" rIns="91440" bIns="45720" rtlCol="0" anchor="b">
            <a:normAutofit/>
          </a:bodyPr>
          <a:lstStyle/>
          <a:p>
            <a:r>
              <a:rPr lang="en-US" sz="11500">
                <a:ln w="22225">
                  <a:solidFill>
                    <a:schemeClr val="tx1"/>
                  </a:solidFill>
                  <a:miter lim="800000"/>
                </a:ln>
                <a:noFill/>
                <a:effectLst/>
              </a:rPr>
              <a:t>2. Los algoritmos.</a:t>
            </a:r>
            <a:endParaRPr lang="en-US" sz="11500">
              <a:ln w="22225">
                <a:solidFill>
                  <a:schemeClr val="tx1"/>
                </a:solidFill>
                <a:miter lim="800000"/>
              </a:ln>
              <a:noFill/>
            </a:endParaRPr>
          </a:p>
        </p:txBody>
      </p:sp>
    </p:spTree>
    <p:extLst>
      <p:ext uri="{BB962C8B-B14F-4D97-AF65-F5344CB8AC3E}">
        <p14:creationId xmlns:p14="http://schemas.microsoft.com/office/powerpoint/2010/main" val="386290954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B9BF3F-2D5D-4739-55E4-FB5D3FC4A707}"/>
              </a:ext>
            </a:extLst>
          </p:cNvPr>
          <p:cNvSpPr>
            <a:spLocks noGrp="1"/>
          </p:cNvSpPr>
          <p:nvPr>
            <p:ph type="title"/>
          </p:nvPr>
        </p:nvSpPr>
        <p:spPr>
          <a:xfrm>
            <a:off x="686834" y="1153572"/>
            <a:ext cx="3200400" cy="4461163"/>
          </a:xfrm>
        </p:spPr>
        <p:txBody>
          <a:bodyPr>
            <a:normAutofit/>
          </a:bodyPr>
          <a:lstStyle/>
          <a:p>
            <a:r>
              <a:rPr lang="es-ES">
                <a:solidFill>
                  <a:srgbClr val="FFFFFF"/>
                </a:solidFill>
              </a:rPr>
              <a:t>QUE ES UN ALGORITMO</a:t>
            </a:r>
          </a:p>
        </p:txBody>
      </p:sp>
      <p:sp>
        <p:nvSpPr>
          <p:cNvPr id="18"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EAEB8A66-0772-BF55-2B0F-355D63179BA0}"/>
              </a:ext>
            </a:extLst>
          </p:cNvPr>
          <p:cNvSpPr>
            <a:spLocks noGrp="1"/>
          </p:cNvSpPr>
          <p:nvPr>
            <p:ph idx="1"/>
          </p:nvPr>
        </p:nvSpPr>
        <p:spPr>
          <a:xfrm>
            <a:off x="4167272" y="319088"/>
            <a:ext cx="7710403" cy="6415087"/>
          </a:xfrm>
        </p:spPr>
        <p:txBody>
          <a:bodyPr anchor="ctr">
            <a:normAutofit/>
          </a:bodyPr>
          <a:lstStyle/>
          <a:p>
            <a:pPr marL="0" indent="0">
              <a:buNone/>
            </a:pP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Un algoritmo es un conjunto finito de instrucciones precisas y no ambiguas que describe un proceso o método para resolver un problema o realizar una tarea específica. En otras palabras, es un conjunto ordenado de pasos que se siguen para realizar una tarea computacional o matemática. Los algoritmos son utilizados en diversos campos, como la informática, las matemáticas, la ingeniería y la ciencia, para resolver problemas de manera sistemática y eficiente.</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457200" lvl="1" indent="0">
              <a:spcAft>
                <a:spcPts val="800"/>
              </a:spcAft>
              <a:buNone/>
            </a:pPr>
            <a:r>
              <a:rPr lang="es-ES" sz="1200" b="1"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Asignación:</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Establece el valor de una variable.</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Ejemplo: x = 5</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a:t>
            </a:r>
            <a:r>
              <a:rPr lang="es-ES" sz="1200" b="1"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Entrada/Salida:</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Lee datos de entrada o muestra resultados.</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Ejemplo: Leer entrada del usuario o Imprimir resultado</a:t>
            </a:r>
          </a:p>
          <a:p>
            <a:pPr marL="0" indent="0">
              <a:spcAft>
                <a:spcPts val="800"/>
              </a:spcAft>
              <a:buNone/>
            </a:pPr>
            <a:r>
              <a:rPr lang="es-ES" sz="1200" b="1"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Control de flujo: Condicionales:</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Se ejecutan ciertas instrucciones dependiendo de una condición.</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200" kern="100" dirty="0" err="1">
                <a:effectLst/>
                <a:highlight>
                  <a:srgbClr val="FFFFFF"/>
                </a:highlight>
                <a:latin typeface="Arial" panose="020B0604020202020204" pitchFamily="34" charset="0"/>
                <a:ea typeface="Aptos" panose="020B0004020202020204" pitchFamily="34" charset="0"/>
                <a:cs typeface="Times New Roman" panose="02020603050405020304" pitchFamily="18" charset="0"/>
              </a:rPr>
              <a:t>Ejemplo</a:t>
            </a:r>
            <a:r>
              <a:rPr lang="en-GB"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if (x &gt; 10) then ... else ...</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200" b="1"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Bucles/Iteraciones:</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Repiten un conjunto de instrucciones mientras se cumple una condición.</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Ejemplo: </a:t>
            </a:r>
            <a:r>
              <a:rPr lang="es-ES" sz="1200" kern="100" dirty="0" err="1">
                <a:effectLst/>
                <a:highlight>
                  <a:srgbClr val="FFFFFF"/>
                </a:highlight>
                <a:latin typeface="Arial" panose="020B0604020202020204" pitchFamily="34" charset="0"/>
                <a:ea typeface="Aptos" panose="020B0004020202020204" pitchFamily="34" charset="0"/>
                <a:cs typeface="Times New Roman" panose="02020603050405020304" pitchFamily="18" charset="0"/>
              </a:rPr>
              <a:t>while</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(condición) hacer ... o </a:t>
            </a:r>
            <a:r>
              <a:rPr lang="es-ES" sz="1200" kern="100" dirty="0" err="1">
                <a:effectLst/>
                <a:highlight>
                  <a:srgbClr val="FFFFFF"/>
                </a:highlight>
                <a:latin typeface="Arial" panose="020B0604020202020204" pitchFamily="34" charset="0"/>
                <a:ea typeface="Aptos" panose="020B0004020202020204" pitchFamily="34" charset="0"/>
                <a:cs typeface="Times New Roman" panose="02020603050405020304" pitchFamily="18" charset="0"/>
              </a:rPr>
              <a:t>for</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(inicialización; condición; actualización) hacer ...</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457200" lvl="1" indent="0">
              <a:spcAft>
                <a:spcPts val="800"/>
              </a:spcAft>
              <a:buNone/>
            </a:pPr>
            <a:r>
              <a:rPr lang="es-ES" sz="1200" b="1"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Funciones/Procedimientos: </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Agrupan un conjunto de instrucciones para realizar una tarea específica y pueden ser llamados desde otras partes del algoritmo.</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Ejemplo: función sumar(a, b) { </a:t>
            </a:r>
            <a:r>
              <a:rPr lang="es-ES" sz="1200" kern="100" dirty="0" err="1">
                <a:effectLst/>
                <a:highlight>
                  <a:srgbClr val="FFFFFF"/>
                </a:highlight>
                <a:latin typeface="Arial" panose="020B0604020202020204" pitchFamily="34" charset="0"/>
                <a:ea typeface="Aptos" panose="020B0004020202020204" pitchFamily="34" charset="0"/>
                <a:cs typeface="Times New Roman" panose="02020603050405020304" pitchFamily="18" charset="0"/>
              </a:rPr>
              <a:t>return</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a + b }</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457200" lvl="1" indent="0">
              <a:spcAft>
                <a:spcPts val="800"/>
              </a:spcAft>
              <a:buNone/>
            </a:pPr>
            <a:r>
              <a:rPr lang="es-ES" sz="1200" b="1"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Operaciones aritméticas y lógicas:</a:t>
            </a: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 Realizan cálculos matemáticos o manipulan valores booleanos.</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200" kern="100" dirty="0">
                <a:effectLst/>
                <a:highlight>
                  <a:srgbClr val="FFFFFF"/>
                </a:highlight>
                <a:latin typeface="Arial" panose="020B0604020202020204" pitchFamily="34" charset="0"/>
                <a:ea typeface="Aptos" panose="020B0004020202020204" pitchFamily="34" charset="0"/>
                <a:cs typeface="Times New Roman" panose="02020603050405020304" pitchFamily="18" charset="0"/>
              </a:rPr>
              <a:t>Ejemplo: x = a + b o y = (a AND b)</a:t>
            </a:r>
            <a:endParaRPr lang="es-ES" sz="12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s-ES" sz="1200" dirty="0"/>
          </a:p>
        </p:txBody>
      </p:sp>
    </p:spTree>
    <p:extLst>
      <p:ext uri="{BB962C8B-B14F-4D97-AF65-F5344CB8AC3E}">
        <p14:creationId xmlns:p14="http://schemas.microsoft.com/office/powerpoint/2010/main" val="4158085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201137-0AF7-1267-F600-BAC19C9363B0}"/>
              </a:ext>
            </a:extLst>
          </p:cNvPr>
          <p:cNvSpPr>
            <a:spLocks noGrp="1"/>
          </p:cNvSpPr>
          <p:nvPr>
            <p:ph type="title"/>
          </p:nvPr>
        </p:nvSpPr>
        <p:spPr/>
        <p:txBody>
          <a:bodyPr/>
          <a:lstStyle/>
          <a:p>
            <a:r>
              <a:rPr lang="es-ES" sz="1800" b="1" kern="100" dirty="0">
                <a:solidFill>
                  <a:srgbClr val="000000"/>
                </a:solidFill>
                <a:effectLst/>
                <a:highlight>
                  <a:srgbClr val="FFFFFF"/>
                </a:highlight>
                <a:latin typeface="Arial" panose="020B0604020202020204" pitchFamily="34" charset="0"/>
                <a:ea typeface="Aptos" panose="020B0004020202020204" pitchFamily="34" charset="0"/>
                <a:cs typeface="Times New Roman" panose="02020603050405020304" pitchFamily="18" charset="0"/>
              </a:rPr>
              <a:t>Características de un algoritmo</a:t>
            </a:r>
            <a:endParaRPr lang="es-ES" dirty="0"/>
          </a:p>
        </p:txBody>
      </p:sp>
      <p:graphicFrame>
        <p:nvGraphicFramePr>
          <p:cNvPr id="4" name="Diagrama 3">
            <a:extLst>
              <a:ext uri="{FF2B5EF4-FFF2-40B4-BE49-F238E27FC236}">
                <a16:creationId xmlns:a16="http://schemas.microsoft.com/office/drawing/2014/main" id="{1795DB60-C40F-518C-A565-DFB0CD8ECD36}"/>
              </a:ext>
            </a:extLst>
          </p:cNvPr>
          <p:cNvGraphicFramePr/>
          <p:nvPr>
            <p:extLst>
              <p:ext uri="{D42A27DB-BD31-4B8C-83A1-F6EECF244321}">
                <p14:modId xmlns:p14="http://schemas.microsoft.com/office/powerpoint/2010/main" val="2001934025"/>
              </p:ext>
            </p:extLst>
          </p:nvPr>
        </p:nvGraphicFramePr>
        <p:xfrm>
          <a:off x="723900" y="1690687"/>
          <a:ext cx="10744200" cy="3062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2326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7D3654-2F9D-F648-A9AE-E4E51A9FED92}"/>
              </a:ext>
            </a:extLst>
          </p:cNvPr>
          <p:cNvPicPr>
            <a:picLocks noChangeAspect="1"/>
          </p:cNvPicPr>
          <p:nvPr/>
        </p:nvPicPr>
        <p:blipFill>
          <a:blip r:embed="rId2">
            <a:alphaModFix amt="50000"/>
          </a:blip>
          <a:srcRect t="28904" b="13404"/>
          <a:stretch/>
        </p:blipFill>
        <p:spPr>
          <a:xfrm>
            <a:off x="20" y="1"/>
            <a:ext cx="12191980" cy="6857999"/>
          </a:xfrm>
          <a:prstGeom prst="rect">
            <a:avLst/>
          </a:prstGeom>
        </p:spPr>
      </p:pic>
      <p:sp>
        <p:nvSpPr>
          <p:cNvPr id="2" name="Título 1">
            <a:extLst>
              <a:ext uri="{FF2B5EF4-FFF2-40B4-BE49-F238E27FC236}">
                <a16:creationId xmlns:a16="http://schemas.microsoft.com/office/drawing/2014/main" id="{AC736639-B44B-13ED-4485-8C1C17AB1EB6}"/>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effectLst/>
              </a:rPr>
              <a:t>. Pseudocódigo </a:t>
            </a:r>
            <a:endParaRPr lang="en-US" sz="6000">
              <a:solidFill>
                <a:srgbClr val="FFFFFF"/>
              </a:solidFill>
            </a:endParaRPr>
          </a:p>
        </p:txBody>
      </p:sp>
    </p:spTree>
    <p:extLst>
      <p:ext uri="{BB962C8B-B14F-4D97-AF65-F5344CB8AC3E}">
        <p14:creationId xmlns:p14="http://schemas.microsoft.com/office/powerpoint/2010/main" val="40283639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BA178C2-8B02-C553-C219-FA355B3517E8}"/>
              </a:ext>
            </a:extLst>
          </p:cNvPr>
          <p:cNvSpPr>
            <a:spLocks noGrp="1"/>
          </p:cNvSpPr>
          <p:nvPr>
            <p:ph type="title"/>
          </p:nvPr>
        </p:nvSpPr>
        <p:spPr>
          <a:xfrm>
            <a:off x="761803" y="350196"/>
            <a:ext cx="4646904" cy="1624520"/>
          </a:xfrm>
        </p:spPr>
        <p:txBody>
          <a:bodyPr anchor="ctr">
            <a:normAutofit/>
          </a:bodyPr>
          <a:lstStyle/>
          <a:p>
            <a:r>
              <a:rPr lang="es-ES" sz="4000"/>
              <a:t>QUE ES EL PSEUDOCÓDIGO</a:t>
            </a:r>
          </a:p>
        </p:txBody>
      </p:sp>
      <p:sp>
        <p:nvSpPr>
          <p:cNvPr id="3" name="Marcador de contenido 2">
            <a:extLst>
              <a:ext uri="{FF2B5EF4-FFF2-40B4-BE49-F238E27FC236}">
                <a16:creationId xmlns:a16="http://schemas.microsoft.com/office/drawing/2014/main" id="{328AF7FD-3202-7859-367F-87EBF5A6AFF8}"/>
              </a:ext>
            </a:extLst>
          </p:cNvPr>
          <p:cNvSpPr>
            <a:spLocks noGrp="1"/>
          </p:cNvSpPr>
          <p:nvPr>
            <p:ph idx="1"/>
          </p:nvPr>
        </p:nvSpPr>
        <p:spPr>
          <a:xfrm>
            <a:off x="761802" y="2743200"/>
            <a:ext cx="4646905" cy="3613149"/>
          </a:xfrm>
        </p:spPr>
        <p:txBody>
          <a:bodyPr anchor="ctr">
            <a:normAutofit/>
          </a:bodyPr>
          <a:lstStyle/>
          <a:p>
            <a:pPr>
              <a:spcAft>
                <a:spcPts val="800"/>
              </a:spcAft>
            </a:pPr>
            <a:r>
              <a:rPr lang="es-ES" sz="1700" kern="100">
                <a:effectLst/>
                <a:highlight>
                  <a:srgbClr val="FFFFFF"/>
                </a:highlight>
                <a:latin typeface="Arial" panose="020B0604020202020204" pitchFamily="34" charset="0"/>
                <a:ea typeface="Aptos" panose="020B0004020202020204" pitchFamily="34" charset="0"/>
                <a:cs typeface="Times New Roman" panose="02020603050405020304" pitchFamily="18" charset="0"/>
              </a:rPr>
              <a:t>El pseudocódigo es una representación de alto nivel de un algoritmo que se utiliza para describir la lógica de un programa antes de escribirlo en un lenguaje de programación específico. No está ligado a la sintaxis de ningún lenguaje de programación en particular, lo que lo hace más comprensible para personas que no están familiarizadas con un lenguaje de programación en particular.</a:t>
            </a:r>
            <a:endParaRPr lang="es-ES" sz="1700" kern="10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700" kern="100">
                <a:effectLst/>
                <a:highlight>
                  <a:srgbClr val="FFFFFF"/>
                </a:highlight>
                <a:latin typeface="Arial" panose="020B0604020202020204" pitchFamily="34" charset="0"/>
                <a:ea typeface="Aptos" panose="020B0004020202020204" pitchFamily="34" charset="0"/>
                <a:cs typeface="Times New Roman" panose="02020603050405020304" pitchFamily="18" charset="0"/>
              </a:rPr>
              <a:t>El programa que vamos a utilizar para desarrollar el pseudocódigo es Pseint</a:t>
            </a:r>
            <a:endParaRPr lang="es-ES" sz="1700" kern="10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endParaRPr lang="es-ES" sz="1700"/>
          </a:p>
        </p:txBody>
      </p:sp>
      <p:pic>
        <p:nvPicPr>
          <p:cNvPr id="5" name="Picture 4" descr="Gráficas financieras en una pantalla oscura">
            <a:extLst>
              <a:ext uri="{FF2B5EF4-FFF2-40B4-BE49-F238E27FC236}">
                <a16:creationId xmlns:a16="http://schemas.microsoft.com/office/drawing/2014/main" id="{4639F530-64C2-5718-1355-DB6CB70BC136}"/>
              </a:ext>
            </a:extLst>
          </p:cNvPr>
          <p:cNvPicPr>
            <a:picLocks noChangeAspect="1"/>
          </p:cNvPicPr>
          <p:nvPr/>
        </p:nvPicPr>
        <p:blipFill>
          <a:blip r:embed="rId2"/>
          <a:srcRect l="19287" r="25095"/>
          <a:stretch/>
        </p:blipFill>
        <p:spPr>
          <a:xfrm>
            <a:off x="6096000" y="1"/>
            <a:ext cx="6102825" cy="6858000"/>
          </a:xfrm>
          <a:prstGeom prst="rect">
            <a:avLst/>
          </a:prstGeom>
        </p:spPr>
      </p:pic>
    </p:spTree>
    <p:extLst>
      <p:ext uri="{BB962C8B-B14F-4D97-AF65-F5344CB8AC3E}">
        <p14:creationId xmlns:p14="http://schemas.microsoft.com/office/powerpoint/2010/main" val="3020983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8EF14C-F5A5-3F1A-912C-1F3A9A634C34}"/>
              </a:ext>
            </a:extLst>
          </p:cNvPr>
          <p:cNvSpPr>
            <a:spLocks noGrp="1"/>
          </p:cNvSpPr>
          <p:nvPr>
            <p:ph type="title"/>
          </p:nvPr>
        </p:nvSpPr>
        <p:spPr>
          <a:xfrm>
            <a:off x="838200" y="107951"/>
            <a:ext cx="10515600" cy="315912"/>
          </a:xfrm>
        </p:spPr>
        <p:txBody>
          <a:bodyPr>
            <a:normAutofit fontScale="90000"/>
          </a:bodyPr>
          <a:lstStyle/>
          <a:p>
            <a:r>
              <a:rPr lang="es-ES" dirty="0"/>
              <a:t>PSEINT</a:t>
            </a:r>
          </a:p>
        </p:txBody>
      </p:sp>
      <p:graphicFrame>
        <p:nvGraphicFramePr>
          <p:cNvPr id="4" name="Marcador de contenido 3">
            <a:extLst>
              <a:ext uri="{FF2B5EF4-FFF2-40B4-BE49-F238E27FC236}">
                <a16:creationId xmlns:a16="http://schemas.microsoft.com/office/drawing/2014/main" id="{89FE5673-8D65-AB4F-22DB-F5D6807A28E3}"/>
              </a:ext>
            </a:extLst>
          </p:cNvPr>
          <p:cNvGraphicFramePr>
            <a:graphicFrameLocks noGrp="1"/>
          </p:cNvGraphicFramePr>
          <p:nvPr>
            <p:ph idx="1"/>
            <p:extLst>
              <p:ext uri="{D42A27DB-BD31-4B8C-83A1-F6EECF244321}">
                <p14:modId xmlns:p14="http://schemas.microsoft.com/office/powerpoint/2010/main" val="968385998"/>
              </p:ext>
            </p:extLst>
          </p:nvPr>
        </p:nvGraphicFramePr>
        <p:xfrm>
          <a:off x="180975" y="581025"/>
          <a:ext cx="11639549" cy="6091173"/>
        </p:xfrm>
        <a:graphic>
          <a:graphicData uri="http://schemas.openxmlformats.org/drawingml/2006/table">
            <a:tbl>
              <a:tblPr firstRow="1" firstCol="1" bandRow="1">
                <a:tableStyleId>{5C22544A-7EE6-4342-B048-85BDC9FD1C3A}</a:tableStyleId>
              </a:tblPr>
              <a:tblGrid>
                <a:gridCol w="2416681">
                  <a:extLst>
                    <a:ext uri="{9D8B030D-6E8A-4147-A177-3AD203B41FA5}">
                      <a16:colId xmlns:a16="http://schemas.microsoft.com/office/drawing/2014/main" val="3108548017"/>
                    </a:ext>
                  </a:extLst>
                </a:gridCol>
                <a:gridCol w="5047933">
                  <a:extLst>
                    <a:ext uri="{9D8B030D-6E8A-4147-A177-3AD203B41FA5}">
                      <a16:colId xmlns:a16="http://schemas.microsoft.com/office/drawing/2014/main" val="2718609051"/>
                    </a:ext>
                  </a:extLst>
                </a:gridCol>
                <a:gridCol w="4174935">
                  <a:extLst>
                    <a:ext uri="{9D8B030D-6E8A-4147-A177-3AD203B41FA5}">
                      <a16:colId xmlns:a16="http://schemas.microsoft.com/office/drawing/2014/main" val="4191011636"/>
                    </a:ext>
                  </a:extLst>
                </a:gridCol>
              </a:tblGrid>
              <a:tr h="215202">
                <a:tc>
                  <a:txBody>
                    <a:bodyPr/>
                    <a:lstStyle/>
                    <a:p>
                      <a:pPr algn="just">
                        <a:lnSpc>
                          <a:spcPct val="115000"/>
                        </a:lnSpc>
                        <a:spcAft>
                          <a:spcPts val="800"/>
                        </a:spcAft>
                      </a:pPr>
                      <a:r>
                        <a:rPr lang="es-ES" sz="1400" kern="0" dirty="0">
                          <a:effectLst/>
                        </a:rPr>
                        <a:t>Instrucción</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Ejemplo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Descripción</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1386350922"/>
                  </a:ext>
                </a:extLst>
              </a:tr>
              <a:tr h="671775">
                <a:tc>
                  <a:txBody>
                    <a:bodyPr/>
                    <a:lstStyle/>
                    <a:p>
                      <a:pPr algn="just">
                        <a:lnSpc>
                          <a:spcPct val="115000"/>
                        </a:lnSpc>
                        <a:spcAft>
                          <a:spcPts val="800"/>
                        </a:spcAft>
                      </a:pPr>
                      <a:r>
                        <a:rPr lang="es-ES" sz="1400" kern="0" dirty="0">
                          <a:effectLst/>
                        </a:rPr>
                        <a:t>Leer</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Leer variable</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Lee un valor ingresado por el usuario y lo almacena en una variable.</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1093137816"/>
                  </a:ext>
                </a:extLst>
              </a:tr>
              <a:tr h="443489">
                <a:tc>
                  <a:txBody>
                    <a:bodyPr/>
                    <a:lstStyle/>
                    <a:p>
                      <a:pPr algn="just">
                        <a:lnSpc>
                          <a:spcPct val="115000"/>
                        </a:lnSpc>
                        <a:spcAft>
                          <a:spcPts val="800"/>
                        </a:spcAft>
                      </a:pPr>
                      <a:r>
                        <a:rPr lang="es-ES" sz="1400" kern="0" dirty="0">
                          <a:effectLst/>
                        </a:rPr>
                        <a:t>Escribir</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Escribir "Hola mundo"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Imprime o muestra un valor en la salida estándar.</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2698713482"/>
                  </a:ext>
                </a:extLst>
              </a:tr>
              <a:tr h="215202">
                <a:tc>
                  <a:txBody>
                    <a:bodyPr/>
                    <a:lstStyle/>
                    <a:p>
                      <a:pPr algn="just">
                        <a:lnSpc>
                          <a:spcPct val="115000"/>
                        </a:lnSpc>
                        <a:spcAft>
                          <a:spcPts val="800"/>
                        </a:spcAft>
                      </a:pPr>
                      <a:r>
                        <a:rPr lang="es-ES" sz="1400" kern="0">
                          <a:effectLst/>
                        </a:rPr>
                        <a:t>Asignación</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variable = valor</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Asigna un valor a una variable.</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1323967249"/>
                  </a:ext>
                </a:extLst>
              </a:tr>
              <a:tr h="671775">
                <a:tc>
                  <a:txBody>
                    <a:bodyPr/>
                    <a:lstStyle/>
                    <a:p>
                      <a:pPr algn="just">
                        <a:lnSpc>
                          <a:spcPct val="115000"/>
                        </a:lnSpc>
                        <a:spcAft>
                          <a:spcPts val="800"/>
                        </a:spcAft>
                      </a:pPr>
                      <a:r>
                        <a:rPr lang="es-ES" sz="1400" kern="0">
                          <a:effectLst/>
                        </a:rPr>
                        <a:t>Si-Entonces-Sino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Si condición entonces&lt;</a:t>
                      </a:r>
                      <a:r>
                        <a:rPr lang="es-ES" sz="1400" kern="0" dirty="0" err="1">
                          <a:effectLst/>
                        </a:rPr>
                        <a:t>br</a:t>
                      </a:r>
                      <a:r>
                        <a:rPr lang="es-ES" sz="1400" kern="0" dirty="0">
                          <a:effectLst/>
                        </a:rPr>
                        <a:t>&gt;// hacer algo&lt;</a:t>
                      </a:r>
                      <a:r>
                        <a:rPr lang="es-ES" sz="1400" kern="0" dirty="0" err="1">
                          <a:effectLst/>
                        </a:rPr>
                        <a:t>br</a:t>
                      </a:r>
                      <a:r>
                        <a:rPr lang="es-ES" sz="1400" kern="0" dirty="0">
                          <a:effectLst/>
                        </a:rPr>
                        <a:t>&gt;Sino&lt;</a:t>
                      </a:r>
                      <a:r>
                        <a:rPr lang="es-ES" sz="1400" kern="0" dirty="0" err="1">
                          <a:effectLst/>
                        </a:rPr>
                        <a:t>br</a:t>
                      </a:r>
                      <a:r>
                        <a:rPr lang="es-ES" sz="1400" kern="0" dirty="0">
                          <a:effectLst/>
                        </a:rPr>
                        <a:t>&gt;// hacer algo más&lt;</a:t>
                      </a:r>
                      <a:r>
                        <a:rPr lang="es-ES" sz="1400" kern="0" dirty="0" err="1">
                          <a:effectLst/>
                        </a:rPr>
                        <a:t>br</a:t>
                      </a:r>
                      <a:r>
                        <a:rPr lang="es-ES" sz="1400" kern="0" dirty="0">
                          <a:effectLst/>
                        </a:rPr>
                        <a:t>&gt;</a:t>
                      </a:r>
                      <a:r>
                        <a:rPr lang="es-ES" sz="1400" kern="0" dirty="0" err="1">
                          <a:effectLst/>
                        </a:rPr>
                        <a:t>FinSi</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Toma decisiones basadas en una condición.</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3156400878"/>
                  </a:ext>
                </a:extLst>
              </a:tr>
              <a:tr h="671775">
                <a:tc>
                  <a:txBody>
                    <a:bodyPr/>
                    <a:lstStyle/>
                    <a:p>
                      <a:pPr algn="just">
                        <a:lnSpc>
                          <a:spcPct val="115000"/>
                        </a:lnSpc>
                        <a:spcAft>
                          <a:spcPts val="800"/>
                        </a:spcAft>
                      </a:pPr>
                      <a:r>
                        <a:rPr lang="es-ES" sz="1400" kern="0">
                          <a:effectLst/>
                        </a:rPr>
                        <a:t>Mientras</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Mientras condición hacer&lt;</a:t>
                      </a:r>
                      <a:r>
                        <a:rPr lang="es-ES" sz="1400" kern="0" dirty="0" err="1">
                          <a:effectLst/>
                        </a:rPr>
                        <a:t>br</a:t>
                      </a:r>
                      <a:r>
                        <a:rPr lang="es-ES" sz="1400" kern="0" dirty="0">
                          <a:effectLst/>
                        </a:rPr>
                        <a:t>&gt;// hacer algo&lt;</a:t>
                      </a:r>
                      <a:r>
                        <a:rPr lang="es-ES" sz="1400" kern="0" dirty="0" err="1">
                          <a:effectLst/>
                        </a:rPr>
                        <a:t>br</a:t>
                      </a:r>
                      <a:r>
                        <a:rPr lang="es-ES" sz="1400" kern="0" dirty="0">
                          <a:effectLst/>
                        </a:rPr>
                        <a:t>&gt;</a:t>
                      </a:r>
                      <a:r>
                        <a:rPr lang="es-ES" sz="1400" kern="0" dirty="0" err="1">
                          <a:effectLst/>
                        </a:rPr>
                        <a:t>FinMientras</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Ejecuta un bloque de código mientras se cumple una condición.</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2803717852"/>
                  </a:ext>
                </a:extLst>
              </a:tr>
              <a:tr h="900060">
                <a:tc>
                  <a:txBody>
                    <a:bodyPr/>
                    <a:lstStyle/>
                    <a:p>
                      <a:pPr algn="just">
                        <a:lnSpc>
                          <a:spcPct val="115000"/>
                        </a:lnSpc>
                        <a:spcAft>
                          <a:spcPts val="800"/>
                        </a:spcAft>
                      </a:pPr>
                      <a:r>
                        <a:rPr lang="es-ES" sz="1400" kern="0">
                          <a:effectLst/>
                        </a:rPr>
                        <a:t>Repetir-Hasta</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Repetir&lt;</a:t>
                      </a:r>
                      <a:r>
                        <a:rPr lang="es-ES" sz="1400" kern="0" dirty="0" err="1">
                          <a:effectLst/>
                        </a:rPr>
                        <a:t>br</a:t>
                      </a:r>
                      <a:r>
                        <a:rPr lang="es-ES" sz="1400" kern="0" dirty="0">
                          <a:effectLst/>
                        </a:rPr>
                        <a:t>&gt;// hacer algo&lt;</a:t>
                      </a:r>
                      <a:r>
                        <a:rPr lang="es-ES" sz="1400" kern="0" dirty="0" err="1">
                          <a:effectLst/>
                        </a:rPr>
                        <a:t>br</a:t>
                      </a:r>
                      <a:r>
                        <a:rPr lang="es-ES" sz="1400" kern="0" dirty="0">
                          <a:effectLst/>
                        </a:rPr>
                        <a:t>&gt;Hasta que condición</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Ejecuta un bloque de código al menos una vez y luego repite hasta que se cumple una condición.</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3286346526"/>
                  </a:ext>
                </a:extLst>
              </a:tr>
              <a:tr h="443489">
                <a:tc>
                  <a:txBody>
                    <a:bodyPr/>
                    <a:lstStyle/>
                    <a:p>
                      <a:pPr algn="just">
                        <a:lnSpc>
                          <a:spcPct val="115000"/>
                        </a:lnSpc>
                        <a:spcAft>
                          <a:spcPts val="800"/>
                        </a:spcAft>
                      </a:pPr>
                      <a:r>
                        <a:rPr lang="es-ES" sz="1400" kern="0">
                          <a:effectLst/>
                        </a:rPr>
                        <a:t>Para</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Para variable = inicio hasta fin hacer&lt;</a:t>
                      </a:r>
                      <a:r>
                        <a:rPr lang="es-ES" sz="1400" kern="0" dirty="0" err="1">
                          <a:effectLst/>
                        </a:rPr>
                        <a:t>br</a:t>
                      </a:r>
                      <a:r>
                        <a:rPr lang="es-ES" sz="1400" kern="0" dirty="0">
                          <a:effectLst/>
                        </a:rPr>
                        <a:t>&gt;// hacer algo&lt;</a:t>
                      </a:r>
                      <a:r>
                        <a:rPr lang="es-ES" sz="1400" kern="0" dirty="0" err="1">
                          <a:effectLst/>
                        </a:rPr>
                        <a:t>br</a:t>
                      </a:r>
                      <a:r>
                        <a:rPr lang="es-ES" sz="1400" kern="0" dirty="0">
                          <a:effectLst/>
                        </a:rPr>
                        <a:t>&gt;</a:t>
                      </a:r>
                      <a:r>
                        <a:rPr lang="es-ES" sz="1400" kern="0" dirty="0" err="1">
                          <a:effectLst/>
                        </a:rPr>
                        <a:t>FinPara</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Ejecuta un bloque de código un número específico de veces.</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1234351234"/>
                  </a:ext>
                </a:extLst>
              </a:tr>
              <a:tr h="900060">
                <a:tc>
                  <a:txBody>
                    <a:bodyPr/>
                    <a:lstStyle/>
                    <a:p>
                      <a:pPr algn="just">
                        <a:lnSpc>
                          <a:spcPct val="115000"/>
                        </a:lnSpc>
                        <a:spcAft>
                          <a:spcPts val="800"/>
                        </a:spcAft>
                      </a:pPr>
                      <a:r>
                        <a:rPr lang="es-ES" sz="1400" kern="0">
                          <a:effectLst/>
                        </a:rPr>
                        <a:t>Funciones y Procedimientos</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Función </a:t>
                      </a:r>
                      <a:r>
                        <a:rPr lang="es-ES" sz="1400" kern="0" dirty="0" err="1">
                          <a:effectLst/>
                        </a:rPr>
                        <a:t>nombreFuncion</a:t>
                      </a:r>
                      <a:r>
                        <a:rPr lang="es-ES" sz="1400" kern="0" dirty="0">
                          <a:effectLst/>
                        </a:rPr>
                        <a:t>(</a:t>
                      </a:r>
                      <a:r>
                        <a:rPr lang="es-ES" sz="1400" kern="0" dirty="0" err="1">
                          <a:effectLst/>
                        </a:rPr>
                        <a:t>parametros</a:t>
                      </a:r>
                      <a:r>
                        <a:rPr lang="es-ES" sz="1400" kern="0" dirty="0">
                          <a:effectLst/>
                        </a:rPr>
                        <a:t>)&lt;</a:t>
                      </a:r>
                      <a:r>
                        <a:rPr lang="es-ES" sz="1400" kern="0" dirty="0" err="1">
                          <a:effectLst/>
                        </a:rPr>
                        <a:t>br</a:t>
                      </a:r>
                      <a:r>
                        <a:rPr lang="es-ES" sz="1400" kern="0" dirty="0">
                          <a:effectLst/>
                        </a:rPr>
                        <a:t>&gt;// hacer algo&lt;</a:t>
                      </a:r>
                      <a:r>
                        <a:rPr lang="es-ES" sz="1400" kern="0" dirty="0" err="1">
                          <a:effectLst/>
                        </a:rPr>
                        <a:t>br</a:t>
                      </a:r>
                      <a:r>
                        <a:rPr lang="es-ES" sz="1400" kern="0" dirty="0">
                          <a:effectLst/>
                        </a:rPr>
                        <a:t>&gt;Devolver resultado&lt;</a:t>
                      </a:r>
                      <a:r>
                        <a:rPr lang="es-ES" sz="1400" kern="0" dirty="0" err="1">
                          <a:effectLst/>
                        </a:rPr>
                        <a:t>br</a:t>
                      </a:r>
                      <a:r>
                        <a:rPr lang="es-ES" sz="1400" kern="0" dirty="0">
                          <a:effectLst/>
                        </a:rPr>
                        <a:t>&gt;</a:t>
                      </a:r>
                      <a:r>
                        <a:rPr lang="es-ES" sz="1400" kern="0" dirty="0" err="1">
                          <a:effectLst/>
                        </a:rPr>
                        <a:t>FinFunción</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Organiza y reutiliza el código en funciones y procedimientos.</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623865207"/>
                  </a:ext>
                </a:extLst>
              </a:tr>
              <a:tr h="443489">
                <a:tc>
                  <a:txBody>
                    <a:bodyPr/>
                    <a:lstStyle/>
                    <a:p>
                      <a:pPr algn="just">
                        <a:lnSpc>
                          <a:spcPct val="115000"/>
                        </a:lnSpc>
                        <a:spcAft>
                          <a:spcPts val="800"/>
                        </a:spcAft>
                      </a:pPr>
                      <a:r>
                        <a:rPr lang="es-ES" sz="1400" kern="0">
                          <a:effectLst/>
                        </a:rPr>
                        <a:t>Arreglos</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Definir arreglo[numeroElementos]</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Almacena una colección de datos del mismo tipo.</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2334706320"/>
                  </a:ext>
                </a:extLst>
              </a:tr>
              <a:tr h="443489">
                <a:tc>
                  <a:txBody>
                    <a:bodyPr/>
                    <a:lstStyle/>
                    <a:p>
                      <a:pPr algn="just">
                        <a:lnSpc>
                          <a:spcPct val="115000"/>
                        </a:lnSpc>
                        <a:spcAft>
                          <a:spcPts val="800"/>
                        </a:spcAft>
                      </a:pPr>
                      <a:r>
                        <a:rPr lang="es-ES" sz="1400" kern="0">
                          <a:effectLst/>
                        </a:rPr>
                        <a:t>Comentarios</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a:effectLst/>
                        </a:rPr>
                        <a:t>// Este es un comentario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tc>
                  <a:txBody>
                    <a:bodyPr/>
                    <a:lstStyle/>
                    <a:p>
                      <a:pPr algn="just">
                        <a:lnSpc>
                          <a:spcPct val="115000"/>
                        </a:lnSpc>
                        <a:spcAft>
                          <a:spcPts val="800"/>
                        </a:spcAft>
                      </a:pPr>
                      <a:r>
                        <a:rPr lang="es-ES" sz="1400" kern="0" dirty="0">
                          <a:effectLst/>
                        </a:rPr>
                        <a:t>Documenta el código y lo hace más legible.</a:t>
                      </a:r>
                      <a:endParaRPr lang="es-E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8701" marR="58701" marT="0" marB="0"/>
                </a:tc>
                <a:extLst>
                  <a:ext uri="{0D108BD9-81ED-4DB2-BD59-A6C34878D82A}">
                    <a16:rowId xmlns:a16="http://schemas.microsoft.com/office/drawing/2014/main" val="539011144"/>
                  </a:ext>
                </a:extLst>
              </a:tr>
            </a:tbl>
          </a:graphicData>
        </a:graphic>
      </p:graphicFrame>
    </p:spTree>
    <p:extLst>
      <p:ext uri="{BB962C8B-B14F-4D97-AF65-F5344CB8AC3E}">
        <p14:creationId xmlns:p14="http://schemas.microsoft.com/office/powerpoint/2010/main" val="1706898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4B871A-3654-3D2E-D1EE-F3EFB67F0B33}"/>
              </a:ext>
            </a:extLst>
          </p:cNvPr>
          <p:cNvSpPr>
            <a:spLocks noGrp="1"/>
          </p:cNvSpPr>
          <p:nvPr>
            <p:ph type="title"/>
          </p:nvPr>
        </p:nvSpPr>
        <p:spPr>
          <a:xfrm>
            <a:off x="761803" y="350196"/>
            <a:ext cx="4646904" cy="1624520"/>
          </a:xfrm>
        </p:spPr>
        <p:txBody>
          <a:bodyPr anchor="ctr">
            <a:normAutofit/>
          </a:bodyPr>
          <a:lstStyle/>
          <a:p>
            <a:r>
              <a:rPr lang="es-ES" sz="4000"/>
              <a:t>Ejemplo 1</a:t>
            </a:r>
          </a:p>
        </p:txBody>
      </p:sp>
      <p:sp>
        <p:nvSpPr>
          <p:cNvPr id="3" name="Marcador de contenido 2">
            <a:extLst>
              <a:ext uri="{FF2B5EF4-FFF2-40B4-BE49-F238E27FC236}">
                <a16:creationId xmlns:a16="http://schemas.microsoft.com/office/drawing/2014/main" id="{D13A190B-46EA-DA3B-99D2-88C1CD196C23}"/>
              </a:ext>
            </a:extLst>
          </p:cNvPr>
          <p:cNvSpPr>
            <a:spLocks noGrp="1"/>
          </p:cNvSpPr>
          <p:nvPr>
            <p:ph idx="1"/>
          </p:nvPr>
        </p:nvSpPr>
        <p:spPr>
          <a:xfrm>
            <a:off x="400050" y="1600200"/>
            <a:ext cx="5008657" cy="4756149"/>
          </a:xfrm>
        </p:spPr>
        <p:txBody>
          <a:bodyPr anchor="ctr">
            <a:norm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1. Algoritmo AlgoritmoCondicional1</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2. 	definir notas Como Entero</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3. 	escribir "Dime tu nota "</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4. 	leer notas</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5. 	Si notas&gt;0 y notas&lt;5 Entonces</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6. 		escribir "Suspendido"</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7. 		</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8. 	</a:t>
            </a:r>
            <a:r>
              <a:rPr lang="es-ES" sz="1400" dirty="0" err="1">
                <a:effectLst/>
                <a:latin typeface="Consolas" panose="020B0609020204030204" pitchFamily="49" charset="0"/>
                <a:ea typeface="Times New Roman" panose="02020603050405020304" pitchFamily="18" charset="0"/>
                <a:cs typeface="Courier New" panose="02070309020205020404" pitchFamily="49" charset="0"/>
              </a:rPr>
              <a:t>SiNo</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 9. 		Escribir "Aprobado"</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10. 	Fin Si</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11. 		</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12. </a:t>
            </a:r>
            <a:r>
              <a:rPr lang="es-ES" sz="1400" dirty="0" err="1">
                <a:effectLst/>
                <a:latin typeface="Consolas" panose="020B0609020204030204" pitchFamily="49" charset="0"/>
                <a:ea typeface="Times New Roman" panose="02020603050405020304" pitchFamily="18" charset="0"/>
                <a:cs typeface="Courier New" panose="02070309020205020404" pitchFamily="49" charset="0"/>
              </a:rPr>
              <a:t>FinAlgoritmo</a:t>
            </a:r>
            <a:endParaRPr lang="es-ES" sz="1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400" dirty="0">
                <a:effectLst/>
                <a:latin typeface="Consolas" panose="020B0609020204030204" pitchFamily="49" charset="0"/>
                <a:ea typeface="Times New Roman" panose="02020603050405020304" pitchFamily="18" charset="0"/>
                <a:cs typeface="Courier New" panose="02070309020205020404" pitchFamily="49" charset="0"/>
              </a:rPr>
              <a:t>13.  </a:t>
            </a:r>
            <a:endParaRPr lang="es-ES" sz="1400" dirty="0">
              <a:effectLst/>
              <a:latin typeface="Times New Roman" panose="02020603050405020304" pitchFamily="18" charset="0"/>
              <a:ea typeface="Times New Roman" panose="02020603050405020304" pitchFamily="18" charset="0"/>
            </a:endParaRPr>
          </a:p>
          <a:p>
            <a:endParaRPr lang="es-ES" sz="1400" dirty="0"/>
          </a:p>
        </p:txBody>
      </p:sp>
      <p:pic>
        <p:nvPicPr>
          <p:cNvPr id="4" name="Imagen 3" descr="Interfaz de usuario gráfica, Texto, Aplicación, Correo electrónico&#10;&#10;Descripción generada automáticamente">
            <a:extLst>
              <a:ext uri="{FF2B5EF4-FFF2-40B4-BE49-F238E27FC236}">
                <a16:creationId xmlns:a16="http://schemas.microsoft.com/office/drawing/2014/main" id="{8FFD472E-1322-013F-B483-26F22479D7D8}"/>
              </a:ext>
            </a:extLst>
          </p:cNvPr>
          <p:cNvPicPr>
            <a:picLocks noChangeAspect="1"/>
          </p:cNvPicPr>
          <p:nvPr/>
        </p:nvPicPr>
        <p:blipFill>
          <a:blip r:embed="rId2"/>
          <a:srcRect r="43356"/>
          <a:stretch/>
        </p:blipFill>
        <p:spPr>
          <a:xfrm>
            <a:off x="6096000" y="1"/>
            <a:ext cx="6102825" cy="6858000"/>
          </a:xfrm>
          <a:prstGeom prst="rect">
            <a:avLst/>
          </a:prstGeom>
        </p:spPr>
      </p:pic>
    </p:spTree>
    <p:extLst>
      <p:ext uri="{BB962C8B-B14F-4D97-AF65-F5344CB8AC3E}">
        <p14:creationId xmlns:p14="http://schemas.microsoft.com/office/powerpoint/2010/main" val="3586206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03702D-C7DC-8141-4F0E-707A3A3D2AC6}"/>
              </a:ext>
            </a:extLst>
          </p:cNvPr>
          <p:cNvPicPr>
            <a:picLocks noChangeAspect="1"/>
          </p:cNvPicPr>
          <p:nvPr/>
        </p:nvPicPr>
        <p:blipFill>
          <a:blip r:embed="rId2"/>
          <a:srcRect t="2688" b="12997"/>
          <a:stretch/>
        </p:blipFill>
        <p:spPr>
          <a:xfrm>
            <a:off x="20" y="-7619"/>
            <a:ext cx="12191979" cy="6887364"/>
          </a:xfrm>
          <a:prstGeom prst="rect">
            <a:avLst/>
          </a:prstGeom>
        </p:spPr>
      </p:pic>
      <p:sp>
        <p:nvSpPr>
          <p:cNvPr id="8" name="Rectangle 7">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063219" y="-1252908"/>
            <a:ext cx="4065561" cy="12192000"/>
          </a:xfrm>
          <a:prstGeom prst="rect">
            <a:avLst/>
          </a:prstGeom>
          <a:gradFill flip="none" rotWithShape="1">
            <a:gsLst>
              <a:gs pos="17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2CB243-67C5-E304-31A0-4D7D607BA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464116" y="322049"/>
            <a:ext cx="3067943" cy="2408606"/>
          </a:xfrm>
          <a:prstGeom prst="rect">
            <a:avLst/>
          </a:prstGeom>
          <a:gradFill flip="none" rotWithShape="1">
            <a:gsLst>
              <a:gs pos="0">
                <a:schemeClr val="accent2"/>
              </a:gs>
              <a:gs pos="51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11A95761-C93E-94BF-087D-D2A823789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392" y="4172881"/>
            <a:ext cx="7154743" cy="2702991"/>
          </a:xfrm>
          <a:prstGeom prst="rect">
            <a:avLst/>
          </a:prstGeom>
          <a:gradFill flip="none" rotWithShape="1">
            <a:gsLst>
              <a:gs pos="0">
                <a:schemeClr val="accent5"/>
              </a:gs>
              <a:gs pos="52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ítulo 1">
            <a:extLst>
              <a:ext uri="{FF2B5EF4-FFF2-40B4-BE49-F238E27FC236}">
                <a16:creationId xmlns:a16="http://schemas.microsoft.com/office/drawing/2014/main" id="{1854B57D-EB41-8E39-87E9-C63308C71D74}"/>
              </a:ext>
            </a:extLst>
          </p:cNvPr>
          <p:cNvSpPr>
            <a:spLocks noGrp="1"/>
          </p:cNvSpPr>
          <p:nvPr>
            <p:ph type="title"/>
          </p:nvPr>
        </p:nvSpPr>
        <p:spPr>
          <a:xfrm>
            <a:off x="859029" y="1936866"/>
            <a:ext cx="4849044" cy="2839273"/>
          </a:xfrm>
        </p:spPr>
        <p:txBody>
          <a:bodyPr vert="horz" lIns="91440" tIns="45720" rIns="91440" bIns="45720" rtlCol="0" anchor="b">
            <a:normAutofit/>
          </a:bodyPr>
          <a:lstStyle/>
          <a:p>
            <a:r>
              <a:rPr lang="en-US" sz="3600">
                <a:solidFill>
                  <a:srgbClr val="FFFFFF"/>
                </a:solidFill>
                <a:effectLst/>
              </a:rPr>
              <a:t>diagramas de flujo.</a:t>
            </a:r>
            <a:endParaRPr lang="en-US" sz="3600">
              <a:solidFill>
                <a:srgbClr val="FFFFFF"/>
              </a:solidFill>
            </a:endParaRPr>
          </a:p>
        </p:txBody>
      </p:sp>
      <p:sp>
        <p:nvSpPr>
          <p:cNvPr id="14" name="Rectangle 13">
            <a:extLst>
              <a:ext uri="{FF2B5EF4-FFF2-40B4-BE49-F238E27FC236}">
                <a16:creationId xmlns:a16="http://schemas.microsoft.com/office/drawing/2014/main" id="{6E63D1A5-FD49-4756-F62E-786C34E63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06736" y="-7619"/>
            <a:ext cx="995654" cy="6918113"/>
          </a:xfrm>
          <a:prstGeom prst="rect">
            <a:avLst/>
          </a:prstGeom>
          <a:gradFill flip="none" rotWithShape="1">
            <a:gsLst>
              <a:gs pos="0">
                <a:schemeClr val="accent5">
                  <a:alpha val="68000"/>
                </a:schemeClr>
              </a:gs>
              <a:gs pos="37000">
                <a:schemeClr val="accent5">
                  <a:alpha val="0"/>
                </a:schemeClr>
              </a:gs>
            </a:gsLst>
            <a:lin ang="10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447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15E5887-F64C-9418-A38B-9960EA35FE3F}"/>
              </a:ext>
            </a:extLst>
          </p:cNvPr>
          <p:cNvSpPr>
            <a:spLocks noGrp="1"/>
          </p:cNvSpPr>
          <p:nvPr>
            <p:ph type="title"/>
          </p:nvPr>
        </p:nvSpPr>
        <p:spPr>
          <a:xfrm>
            <a:off x="761803" y="350196"/>
            <a:ext cx="4646904" cy="1624520"/>
          </a:xfrm>
        </p:spPr>
        <p:txBody>
          <a:bodyPr anchor="ctr">
            <a:normAutofit/>
          </a:bodyPr>
          <a:lstStyle/>
          <a:p>
            <a:r>
              <a:rPr lang="es-ES" sz="4000"/>
              <a:t>Que es un diagrama de flujo</a:t>
            </a:r>
          </a:p>
        </p:txBody>
      </p:sp>
      <p:sp>
        <p:nvSpPr>
          <p:cNvPr id="3" name="Marcador de contenido 2">
            <a:extLst>
              <a:ext uri="{FF2B5EF4-FFF2-40B4-BE49-F238E27FC236}">
                <a16:creationId xmlns:a16="http://schemas.microsoft.com/office/drawing/2014/main" id="{75BE3535-212C-6DC5-0F40-03F0BA7FF713}"/>
              </a:ext>
            </a:extLst>
          </p:cNvPr>
          <p:cNvSpPr>
            <a:spLocks noGrp="1"/>
          </p:cNvSpPr>
          <p:nvPr>
            <p:ph idx="1"/>
          </p:nvPr>
        </p:nvSpPr>
        <p:spPr>
          <a:xfrm>
            <a:off x="761802" y="2743200"/>
            <a:ext cx="4646905" cy="3613149"/>
          </a:xfrm>
        </p:spPr>
        <p:txBody>
          <a:bodyPr anchor="ctr">
            <a:normAutofit/>
          </a:bodyPr>
          <a:lstStyle/>
          <a:p>
            <a:pPr>
              <a:spcAft>
                <a:spcPts val="800"/>
              </a:spcAft>
            </a:pPr>
            <a:r>
              <a:rPr lang="es-ES" sz="1700" kern="100">
                <a:effectLst/>
                <a:highlight>
                  <a:srgbClr val="FFFFFF"/>
                </a:highlight>
                <a:latin typeface="Arial" panose="020B0604020202020204" pitchFamily="34" charset="0"/>
                <a:ea typeface="Aptos" panose="020B0004020202020204" pitchFamily="34" charset="0"/>
                <a:cs typeface="Times New Roman" panose="02020603050405020304" pitchFamily="18" charset="0"/>
              </a:rPr>
              <a:t>Los diagramas de flujo representan gráficamente el algoritmo. Los pseudocódigos un lenguaje flexible para especificar las instrucciones que se van a usar. Los </a:t>
            </a:r>
            <a:r>
              <a:rPr lang="es-ES" sz="1700" b="1" kern="100">
                <a:effectLst/>
                <a:highlight>
                  <a:srgbClr val="FFFFFF"/>
                </a:highlight>
                <a:latin typeface="Arial" panose="020B0604020202020204" pitchFamily="34" charset="0"/>
                <a:ea typeface="Aptos" panose="020B0004020202020204" pitchFamily="34" charset="0"/>
                <a:cs typeface="Times New Roman" panose="02020603050405020304" pitchFamily="18" charset="0"/>
              </a:rPr>
              <a:t>diagramas de flujo de datos (DFD’s</a:t>
            </a:r>
            <a:r>
              <a:rPr lang="es-ES" sz="1700" kern="100">
                <a:effectLst/>
                <a:highlight>
                  <a:srgbClr val="FFFFFF"/>
                </a:highlight>
                <a:latin typeface="Arial" panose="020B0604020202020204" pitchFamily="34" charset="0"/>
                <a:ea typeface="Aptos" panose="020B0004020202020204" pitchFamily="34" charset="0"/>
                <a:cs typeface="Times New Roman" panose="02020603050405020304" pitchFamily="18" charset="0"/>
              </a:rPr>
              <a:t>) suelen usarse para visualizar algoritmos pequeños o problemas concretos. Nos puede ayudar a escribir el código que necesitamos.</a:t>
            </a:r>
            <a:endParaRPr lang="es-ES" sz="1700" kern="10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700" b="1" kern="100">
                <a:effectLst/>
                <a:highlight>
                  <a:srgbClr val="FFFFFF"/>
                </a:highlight>
                <a:latin typeface="Arial" panose="020B0604020202020204" pitchFamily="34" charset="0"/>
                <a:ea typeface="Aptos" panose="020B0004020202020204" pitchFamily="34" charset="0"/>
                <a:cs typeface="Times New Roman" panose="02020603050405020304" pitchFamily="18" charset="0"/>
              </a:rPr>
              <a:t>Flujo de un programa: </a:t>
            </a:r>
            <a:endParaRPr lang="es-ES" sz="1700" kern="10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700" kern="100">
                <a:effectLst/>
                <a:highlight>
                  <a:srgbClr val="FFFFFF"/>
                </a:highlight>
                <a:latin typeface="Arial" panose="020B0604020202020204" pitchFamily="34" charset="0"/>
                <a:ea typeface="Aptos" panose="020B0004020202020204" pitchFamily="34" charset="0"/>
                <a:cs typeface="Times New Roman" panose="02020603050405020304" pitchFamily="18" charset="0"/>
              </a:rPr>
              <a:t>Se refiere al orden en el que se ejecutan las instrucciones de dicho programa.</a:t>
            </a:r>
            <a:endParaRPr lang="es-ES" sz="1700" kern="10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s-ES" sz="1700"/>
          </a:p>
        </p:txBody>
      </p:sp>
      <p:pic>
        <p:nvPicPr>
          <p:cNvPr id="5" name="Picture 4">
            <a:extLst>
              <a:ext uri="{FF2B5EF4-FFF2-40B4-BE49-F238E27FC236}">
                <a16:creationId xmlns:a16="http://schemas.microsoft.com/office/drawing/2014/main" id="{208D2FB4-46FD-8C1B-8501-0C5694A81548}"/>
              </a:ext>
            </a:extLst>
          </p:cNvPr>
          <p:cNvPicPr>
            <a:picLocks noChangeAspect="1"/>
          </p:cNvPicPr>
          <p:nvPr/>
        </p:nvPicPr>
        <p:blipFill>
          <a:blip r:embed="rId2"/>
          <a:srcRect l="7767" r="42177"/>
          <a:stretch/>
        </p:blipFill>
        <p:spPr>
          <a:xfrm>
            <a:off x="6096000" y="1"/>
            <a:ext cx="6102825" cy="6858000"/>
          </a:xfrm>
          <a:prstGeom prst="rect">
            <a:avLst/>
          </a:prstGeom>
        </p:spPr>
      </p:pic>
    </p:spTree>
    <p:extLst>
      <p:ext uri="{BB962C8B-B14F-4D97-AF65-F5344CB8AC3E}">
        <p14:creationId xmlns:p14="http://schemas.microsoft.com/office/powerpoint/2010/main" val="4406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79F38-C193-2455-7108-E7308534AEBC}"/>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A1531681-58BE-A52B-112D-DA5BCC4754F4}"/>
              </a:ext>
            </a:extLst>
          </p:cNvPr>
          <p:cNvSpPr>
            <a:spLocks noGrp="1"/>
          </p:cNvSpPr>
          <p:nvPr>
            <p:ph idx="1"/>
          </p:nvPr>
        </p:nvSpPr>
        <p:spPr/>
        <p:txBody>
          <a:bodyPr/>
          <a:lstStyle/>
          <a:p>
            <a:endParaRPr lang="es-ES"/>
          </a:p>
        </p:txBody>
      </p:sp>
      <p:pic>
        <p:nvPicPr>
          <p:cNvPr id="11" name="Imagen 10">
            <a:extLst>
              <a:ext uri="{FF2B5EF4-FFF2-40B4-BE49-F238E27FC236}">
                <a16:creationId xmlns:a16="http://schemas.microsoft.com/office/drawing/2014/main" id="{BF5AB5E0-C02D-14D6-0D74-DF87E64A6115}"/>
              </a:ext>
            </a:extLst>
          </p:cNvPr>
          <p:cNvPicPr>
            <a:picLocks noChangeAspect="1"/>
          </p:cNvPicPr>
          <p:nvPr/>
        </p:nvPicPr>
        <p:blipFill>
          <a:blip r:embed="rId2"/>
          <a:stretch>
            <a:fillRect/>
          </a:stretch>
        </p:blipFill>
        <p:spPr>
          <a:xfrm>
            <a:off x="849313" y="404813"/>
            <a:ext cx="11009827" cy="6088061"/>
          </a:xfrm>
          <a:prstGeom prst="rect">
            <a:avLst/>
          </a:prstGeom>
        </p:spPr>
      </p:pic>
    </p:spTree>
    <p:extLst>
      <p:ext uri="{BB962C8B-B14F-4D97-AF65-F5344CB8AC3E}">
        <p14:creationId xmlns:p14="http://schemas.microsoft.com/office/powerpoint/2010/main" val="1151525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2599ED-4B3C-81AF-DF60-B36378934D17}"/>
              </a:ext>
            </a:extLst>
          </p:cNvPr>
          <p:cNvSpPr>
            <a:spLocks noGrp="1"/>
          </p:cNvSpPr>
          <p:nvPr>
            <p:ph type="title"/>
          </p:nvPr>
        </p:nvSpPr>
        <p:spPr/>
        <p:txBody>
          <a:bodyPr/>
          <a:lstStyle/>
          <a:p>
            <a:r>
              <a:rPr lang="es-ES" dirty="0"/>
              <a:t>Ejemplo 1</a:t>
            </a:r>
          </a:p>
        </p:txBody>
      </p:sp>
      <p:pic>
        <p:nvPicPr>
          <p:cNvPr id="6" name="Imagen 5" descr="Diagrama&#10;&#10;Descripción generada automáticamente">
            <a:extLst>
              <a:ext uri="{FF2B5EF4-FFF2-40B4-BE49-F238E27FC236}">
                <a16:creationId xmlns:a16="http://schemas.microsoft.com/office/drawing/2014/main" id="{216D467E-8C17-1306-DEE2-8B561FC423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63062" y="783272"/>
            <a:ext cx="2090738" cy="5538726"/>
          </a:xfrm>
          <a:prstGeom prst="rect">
            <a:avLst/>
          </a:prstGeom>
        </p:spPr>
      </p:pic>
      <p:sp>
        <p:nvSpPr>
          <p:cNvPr id="8" name="CuadroTexto 7">
            <a:extLst>
              <a:ext uri="{FF2B5EF4-FFF2-40B4-BE49-F238E27FC236}">
                <a16:creationId xmlns:a16="http://schemas.microsoft.com/office/drawing/2014/main" id="{C3FC3603-64FE-593A-1577-5823444B88D8}"/>
              </a:ext>
            </a:extLst>
          </p:cNvPr>
          <p:cNvSpPr txBox="1"/>
          <p:nvPr/>
        </p:nvSpPr>
        <p:spPr>
          <a:xfrm>
            <a:off x="1314450" y="1460531"/>
            <a:ext cx="6096000" cy="4432239"/>
          </a:xfrm>
          <a:prstGeom prst="rect">
            <a:avLst/>
          </a:prstGeom>
          <a:noFill/>
        </p:spPr>
        <p:txBody>
          <a:bodyPr wrap="square">
            <a:spAutoFit/>
          </a:bodyPr>
          <a:lstStyle/>
          <a:p>
            <a:pPr>
              <a:lnSpc>
                <a:spcPct val="115000"/>
              </a:lnSpc>
              <a:spcAft>
                <a:spcPts val="800"/>
              </a:spcAft>
            </a:pPr>
            <a:r>
              <a:rPr lang="es-ES" sz="1800" kern="100" dirty="0">
                <a:effectLst/>
                <a:latin typeface="Verdana" panose="020B0604030504040204" pitchFamily="34" charset="0"/>
                <a:ea typeface="Georgia" panose="02040502050405020303" pitchFamily="18" charset="0"/>
                <a:cs typeface="Arial" panose="020B0604020202020204" pitchFamily="34" charset="0"/>
              </a:rPr>
              <a:t>Queremos hacer un programa informático que nos sume dos números y nos de el resultado en pantalla.</a:t>
            </a:r>
            <a:endParaRPr lang="es-ES"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36195" lvl="0" indent="-342900" algn="just">
              <a:lnSpc>
                <a:spcPct val="107000"/>
              </a:lnSpc>
              <a:buFont typeface="Symbol" panose="05050102010706020507" pitchFamily="18" charset="2"/>
              <a:buChar char=""/>
            </a:pPr>
            <a:r>
              <a:rPr lang="es-ES" sz="1800" kern="100" dirty="0">
                <a:effectLst/>
                <a:latin typeface="Verdana" panose="020B0604030504040204" pitchFamily="34" charset="0"/>
                <a:ea typeface="Georgia" panose="02040502050405020303" pitchFamily="18" charset="0"/>
                <a:cs typeface="Arial" panose="020B0604020202020204" pitchFamily="34" charset="0"/>
              </a:rPr>
              <a:t>El símbolo de resultado es un símbolo usado en los diagramas para soluciones con el ordenador.</a:t>
            </a:r>
            <a:endParaRPr lang="es-ES"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36195" lvl="0" indent="-342900">
              <a:lnSpc>
                <a:spcPct val="107000"/>
              </a:lnSpc>
              <a:buFont typeface="Symbol" panose="05050102010706020507" pitchFamily="18" charset="2"/>
              <a:buChar char=""/>
            </a:pPr>
            <a:r>
              <a:rPr lang="es-ES" sz="1800" kern="100" dirty="0">
                <a:effectLst/>
                <a:latin typeface="Verdana" panose="020B0604030504040204" pitchFamily="34" charset="0"/>
                <a:ea typeface="Georgia" panose="02040502050405020303" pitchFamily="18" charset="0"/>
                <a:cs typeface="Arial" panose="020B0604020202020204" pitchFamily="34" charset="0"/>
              </a:rPr>
              <a:t>Es el símbolo de salida del resultado por la pantalla del ordenador</a:t>
            </a:r>
            <a:endParaRPr lang="es-ES"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36195" lvl="0" indent="-342900" algn="just">
              <a:lnSpc>
                <a:spcPct val="107000"/>
              </a:lnSpc>
              <a:spcAft>
                <a:spcPts val="800"/>
              </a:spcAft>
              <a:buFont typeface="Symbol" panose="05050102010706020507" pitchFamily="18" charset="2"/>
              <a:buChar char=""/>
            </a:pPr>
            <a:r>
              <a:rPr lang="es-ES" sz="1800" kern="100" dirty="0">
                <a:effectLst/>
                <a:latin typeface="Verdana" panose="020B0604030504040204" pitchFamily="34" charset="0"/>
                <a:ea typeface="Georgia" panose="02040502050405020303" pitchFamily="18" charset="0"/>
                <a:cs typeface="Arial" panose="020B0604020202020204" pitchFamily="34" charset="0"/>
              </a:rPr>
              <a:t>En el ejercicio tenemos el inicio y el fin, una entrada de datos, para meter los 2 números, una operación a realizar, la suma, y un resultado a mostrar.</a:t>
            </a:r>
            <a:br>
              <a:rPr lang="es-ES" sz="1800" kern="100" dirty="0">
                <a:effectLst/>
                <a:latin typeface="Verdana" panose="020B0604030504040204" pitchFamily="34" charset="0"/>
                <a:ea typeface="Georgia" panose="02040502050405020303" pitchFamily="18" charset="0"/>
                <a:cs typeface="Arial" panose="020B0604020202020204" pitchFamily="34" charset="0"/>
              </a:rPr>
            </a:br>
            <a:r>
              <a:rPr lang="es-ES" sz="1800" kern="100" dirty="0">
                <a:effectLst/>
                <a:latin typeface="Verdana" panose="020B0604030504040204" pitchFamily="34" charset="0"/>
                <a:ea typeface="Georgia" panose="02040502050405020303" pitchFamily="18" charset="0"/>
                <a:cs typeface="Arial" panose="020B0604020202020204" pitchFamily="34" charset="0"/>
              </a:rPr>
              <a:t>Cada uno de esos pasos con su símbolo correspondiente en el diagrama.</a:t>
            </a:r>
            <a:br>
              <a:rPr lang="es-ES" sz="1800" kern="100" dirty="0">
                <a:effectLst/>
                <a:latin typeface="Verdana" panose="020B0604030504040204" pitchFamily="34" charset="0"/>
                <a:ea typeface="Georgia" panose="02040502050405020303" pitchFamily="18" charset="0"/>
                <a:cs typeface="Arial" panose="020B0604020202020204" pitchFamily="34" charset="0"/>
              </a:rPr>
            </a:br>
            <a:endParaRPr lang="es-E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41916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Script de ordenador en una pantalla">
            <a:extLst>
              <a:ext uri="{FF2B5EF4-FFF2-40B4-BE49-F238E27FC236}">
                <a16:creationId xmlns:a16="http://schemas.microsoft.com/office/drawing/2014/main" id="{41B78795-9F53-95F0-2F29-C62297BB45B9}"/>
              </a:ext>
            </a:extLst>
          </p:cNvPr>
          <p:cNvPicPr>
            <a:picLocks noChangeAspect="1"/>
          </p:cNvPicPr>
          <p:nvPr/>
        </p:nvPicPr>
        <p:blipFill>
          <a:blip r:embed="rId2"/>
          <a:srcRect t="5800" b="9569"/>
          <a:stretch/>
        </p:blipFill>
        <p:spPr>
          <a:xfrm>
            <a:off x="20" y="-7619"/>
            <a:ext cx="12191979" cy="6887364"/>
          </a:xfrm>
          <a:prstGeom prst="rect">
            <a:avLst/>
          </a:prstGeom>
        </p:spPr>
      </p:pic>
      <p:sp>
        <p:nvSpPr>
          <p:cNvPr id="8" name="Rectangle 7">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063219" y="-1252908"/>
            <a:ext cx="4065561" cy="12192000"/>
          </a:xfrm>
          <a:prstGeom prst="rect">
            <a:avLst/>
          </a:prstGeom>
          <a:gradFill flip="none" rotWithShape="1">
            <a:gsLst>
              <a:gs pos="17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2CB243-67C5-E304-31A0-4D7D607BA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464116" y="322049"/>
            <a:ext cx="3067943" cy="2408606"/>
          </a:xfrm>
          <a:prstGeom prst="rect">
            <a:avLst/>
          </a:prstGeom>
          <a:gradFill flip="none" rotWithShape="1">
            <a:gsLst>
              <a:gs pos="0">
                <a:schemeClr val="accent2"/>
              </a:gs>
              <a:gs pos="51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11A95761-C93E-94BF-087D-D2A823789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392" y="4172881"/>
            <a:ext cx="7154743" cy="2702991"/>
          </a:xfrm>
          <a:prstGeom prst="rect">
            <a:avLst/>
          </a:prstGeom>
          <a:gradFill flip="none" rotWithShape="1">
            <a:gsLst>
              <a:gs pos="0">
                <a:schemeClr val="accent5"/>
              </a:gs>
              <a:gs pos="52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ítulo 1">
            <a:extLst>
              <a:ext uri="{FF2B5EF4-FFF2-40B4-BE49-F238E27FC236}">
                <a16:creationId xmlns:a16="http://schemas.microsoft.com/office/drawing/2014/main" id="{C3542B58-5BD0-C6E6-E298-9BA476E46A50}"/>
              </a:ext>
            </a:extLst>
          </p:cNvPr>
          <p:cNvSpPr>
            <a:spLocks noGrp="1"/>
          </p:cNvSpPr>
          <p:nvPr>
            <p:ph type="title"/>
          </p:nvPr>
        </p:nvSpPr>
        <p:spPr>
          <a:xfrm>
            <a:off x="859029" y="1936866"/>
            <a:ext cx="4849044" cy="2839273"/>
          </a:xfrm>
        </p:spPr>
        <p:txBody>
          <a:bodyPr vert="horz" lIns="91440" tIns="45720" rIns="91440" bIns="45720" rtlCol="0" anchor="b">
            <a:normAutofit/>
          </a:bodyPr>
          <a:lstStyle/>
          <a:p>
            <a:r>
              <a:rPr lang="en-US" sz="3600">
                <a:solidFill>
                  <a:srgbClr val="FFFFFF"/>
                </a:solidFill>
                <a:effectLst/>
              </a:rPr>
              <a:t>Tipos de lenguajes de programación.</a:t>
            </a:r>
            <a:endParaRPr lang="en-US" sz="3600">
              <a:solidFill>
                <a:srgbClr val="FFFFFF"/>
              </a:solidFill>
            </a:endParaRPr>
          </a:p>
        </p:txBody>
      </p:sp>
      <p:sp>
        <p:nvSpPr>
          <p:cNvPr id="14" name="Rectangle 13">
            <a:extLst>
              <a:ext uri="{FF2B5EF4-FFF2-40B4-BE49-F238E27FC236}">
                <a16:creationId xmlns:a16="http://schemas.microsoft.com/office/drawing/2014/main" id="{6E63D1A5-FD49-4756-F62E-786C34E63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06736" y="-7619"/>
            <a:ext cx="995654" cy="6918113"/>
          </a:xfrm>
          <a:prstGeom prst="rect">
            <a:avLst/>
          </a:prstGeom>
          <a:gradFill flip="none" rotWithShape="1">
            <a:gsLst>
              <a:gs pos="0">
                <a:schemeClr val="accent5">
                  <a:alpha val="68000"/>
                </a:schemeClr>
              </a:gs>
              <a:gs pos="37000">
                <a:schemeClr val="accent5">
                  <a:alpha val="0"/>
                </a:schemeClr>
              </a:gs>
            </a:gsLst>
            <a:lin ang="10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928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9B76AE-8B73-B4E9-4E39-1894EF8CADD2}"/>
              </a:ext>
            </a:extLst>
          </p:cNvPr>
          <p:cNvPicPr>
            <a:picLocks noChangeAspect="1"/>
          </p:cNvPicPr>
          <p:nvPr/>
        </p:nvPicPr>
        <p:blipFill>
          <a:blip r:embed="rId2"/>
          <a:srcRect t="20154"/>
          <a:stretch/>
        </p:blipFill>
        <p:spPr>
          <a:xfrm>
            <a:off x="20" y="-7619"/>
            <a:ext cx="12191979" cy="6887364"/>
          </a:xfrm>
          <a:prstGeom prst="rect">
            <a:avLst/>
          </a:prstGeom>
        </p:spPr>
      </p:pic>
      <p:sp>
        <p:nvSpPr>
          <p:cNvPr id="8" name="Rectangle 7">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063219" y="-1252908"/>
            <a:ext cx="4065561" cy="12192000"/>
          </a:xfrm>
          <a:prstGeom prst="rect">
            <a:avLst/>
          </a:prstGeom>
          <a:gradFill flip="none" rotWithShape="1">
            <a:gsLst>
              <a:gs pos="17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2CB243-67C5-E304-31A0-4D7D607BA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464116" y="322049"/>
            <a:ext cx="3067943" cy="2408606"/>
          </a:xfrm>
          <a:prstGeom prst="rect">
            <a:avLst/>
          </a:prstGeom>
          <a:gradFill flip="none" rotWithShape="1">
            <a:gsLst>
              <a:gs pos="0">
                <a:schemeClr val="accent2"/>
              </a:gs>
              <a:gs pos="51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11A95761-C93E-94BF-087D-D2A823789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392" y="4172881"/>
            <a:ext cx="7154743" cy="2702991"/>
          </a:xfrm>
          <a:prstGeom prst="rect">
            <a:avLst/>
          </a:prstGeom>
          <a:gradFill flip="none" rotWithShape="1">
            <a:gsLst>
              <a:gs pos="0">
                <a:schemeClr val="accent5"/>
              </a:gs>
              <a:gs pos="52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ítulo 1">
            <a:extLst>
              <a:ext uri="{FF2B5EF4-FFF2-40B4-BE49-F238E27FC236}">
                <a16:creationId xmlns:a16="http://schemas.microsoft.com/office/drawing/2014/main" id="{4F5DC194-788D-994B-043A-D23E2C520CD8}"/>
              </a:ext>
            </a:extLst>
          </p:cNvPr>
          <p:cNvSpPr>
            <a:spLocks noGrp="1"/>
          </p:cNvSpPr>
          <p:nvPr>
            <p:ph type="title"/>
          </p:nvPr>
        </p:nvSpPr>
        <p:spPr>
          <a:xfrm>
            <a:off x="859029" y="1936866"/>
            <a:ext cx="4849044" cy="2839273"/>
          </a:xfrm>
        </p:spPr>
        <p:txBody>
          <a:bodyPr vert="horz" lIns="91440" tIns="45720" rIns="91440" bIns="45720" rtlCol="0" anchor="b">
            <a:normAutofit/>
          </a:bodyPr>
          <a:lstStyle/>
          <a:p>
            <a:r>
              <a:rPr lang="en-US" sz="3600">
                <a:solidFill>
                  <a:srgbClr val="FFFFFF"/>
                </a:solidFill>
                <a:effectLst/>
              </a:rPr>
              <a:t>Fases del desarrollo de una aplicación. </a:t>
            </a:r>
            <a:endParaRPr lang="en-US" sz="3600">
              <a:solidFill>
                <a:srgbClr val="FFFFFF"/>
              </a:solidFill>
            </a:endParaRPr>
          </a:p>
        </p:txBody>
      </p:sp>
      <p:sp>
        <p:nvSpPr>
          <p:cNvPr id="14" name="Rectangle 13">
            <a:extLst>
              <a:ext uri="{FF2B5EF4-FFF2-40B4-BE49-F238E27FC236}">
                <a16:creationId xmlns:a16="http://schemas.microsoft.com/office/drawing/2014/main" id="{6E63D1A5-FD49-4756-F62E-786C34E63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06736" y="-7619"/>
            <a:ext cx="995654" cy="6918113"/>
          </a:xfrm>
          <a:prstGeom prst="rect">
            <a:avLst/>
          </a:prstGeom>
          <a:gradFill flip="none" rotWithShape="1">
            <a:gsLst>
              <a:gs pos="0">
                <a:schemeClr val="accent5">
                  <a:alpha val="68000"/>
                </a:schemeClr>
              </a:gs>
              <a:gs pos="37000">
                <a:schemeClr val="accent5">
                  <a:alpha val="0"/>
                </a:schemeClr>
              </a:gs>
            </a:gsLst>
            <a:lin ang="10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96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09491C8B-95E6-352C-5812-0CBCBC15C8DA}"/>
              </a:ext>
            </a:extLst>
          </p:cNvPr>
          <p:cNvSpPr>
            <a:spLocks noGrp="1"/>
          </p:cNvSpPr>
          <p:nvPr>
            <p:ph idx="1"/>
          </p:nvPr>
        </p:nvSpPr>
        <p:spPr>
          <a:xfrm>
            <a:off x="4167272" y="180975"/>
            <a:ext cx="7719928" cy="6429375"/>
          </a:xfrm>
        </p:spPr>
        <p:txBody>
          <a:bodyPr anchor="ctr">
            <a:normAutofit lnSpcReduction="10000"/>
          </a:bodyPr>
          <a:lstStyle/>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Un lenguaje de programación es un conjunto de reglas y símbolos que permiten a los programadores escribir instrucciones que las computadoras pueden entender y ejecutar. Estos lenguajes son como idiomas que le dicen a la computadora qué hacer. Hay diferentes tipos de lenguajes, algunos más fáciles de entender que otros, pero todos sirven para escribir programas y software. </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Ahora veamos los diferentes tipos de lenguajes de programación:</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spcAft>
                <a:spcPts val="800"/>
              </a:spcAft>
              <a:buNone/>
              <a:tabLst>
                <a:tab pos="457200" algn="l"/>
              </a:tabLst>
            </a:pPr>
            <a:r>
              <a:rPr lang="es-ES" sz="1400" b="1" kern="100">
                <a:effectLst/>
                <a:latin typeface="Arial" panose="020B0604020202020204" pitchFamily="34" charset="0"/>
                <a:ea typeface="Aptos" panose="020B0004020202020204" pitchFamily="34" charset="0"/>
                <a:cs typeface="Times New Roman" panose="02020603050405020304" pitchFamily="18" charset="0"/>
              </a:rPr>
              <a:t>Lenguajes de Alto Nivel:</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Los lenguajes de alto nivel están diseñados para ser más fáciles de entender y escribir para los humanos. Estos lenguajes se basan en abstracciones de más alto nivel y suelen tener una sintaxis más clara y legible.</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Ejemplos de lenguajes de alto nivel incluyen Python, Java, C#, JavaScript, Ruby y PHP.</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Los lenguajes de alto nivel suelen ser más portables y generalmente independientes de la plataforma, lo que significa que el mismo código puede ejecutarse en diferentes sistemas operativos con pocos o ningún cambio.</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spcAft>
                <a:spcPts val="800"/>
              </a:spcAft>
              <a:buNone/>
              <a:tabLst>
                <a:tab pos="457200" algn="l"/>
              </a:tabLst>
            </a:pPr>
            <a:r>
              <a:rPr lang="es-ES" sz="1400" b="1" kern="100">
                <a:effectLst/>
                <a:latin typeface="Arial" panose="020B0604020202020204" pitchFamily="34" charset="0"/>
                <a:ea typeface="Aptos" panose="020B0004020202020204" pitchFamily="34" charset="0"/>
                <a:cs typeface="Times New Roman" panose="02020603050405020304" pitchFamily="18" charset="0"/>
              </a:rPr>
              <a:t>Lenguajes de Bajo Nivel:</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Los lenguajes de bajo nivel están más cerca del lenguaje de máquina y son más difíciles de entender y escribir para los humanos. Estos lenguajes están más cerca del hardware de la computadora y están diseñados para controlar directamente los recursos de hardware.</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Ejemplos de lenguajes de bajo nivel incluyen el lenguaje ensamblador (</a:t>
            </a:r>
            <a:r>
              <a:rPr lang="es-ES" sz="1400" kern="100" err="1">
                <a:effectLst/>
                <a:latin typeface="Arial" panose="020B0604020202020204" pitchFamily="34" charset="0"/>
                <a:ea typeface="Aptos" panose="020B0004020202020204" pitchFamily="34" charset="0"/>
                <a:cs typeface="Times New Roman" panose="02020603050405020304" pitchFamily="18" charset="0"/>
              </a:rPr>
              <a:t>assembly</a:t>
            </a:r>
            <a:r>
              <a:rPr lang="es-ES" sz="1400" kern="100">
                <a:effectLst/>
                <a:latin typeface="Arial" panose="020B0604020202020204" pitchFamily="34" charset="0"/>
                <a:ea typeface="Aptos" panose="020B0004020202020204" pitchFamily="34" charset="0"/>
                <a:cs typeface="Times New Roman" panose="02020603050405020304" pitchFamily="18" charset="0"/>
              </a:rPr>
              <a:t> </a:t>
            </a:r>
            <a:r>
              <a:rPr lang="es-ES" sz="1400" kern="100" err="1">
                <a:effectLst/>
                <a:latin typeface="Arial" panose="020B0604020202020204" pitchFamily="34" charset="0"/>
                <a:ea typeface="Aptos" panose="020B0004020202020204" pitchFamily="34" charset="0"/>
                <a:cs typeface="Times New Roman" panose="02020603050405020304" pitchFamily="18" charset="0"/>
              </a:rPr>
              <a:t>language</a:t>
            </a:r>
            <a:r>
              <a:rPr lang="es-ES" sz="1400" kern="100">
                <a:effectLst/>
                <a:latin typeface="Arial" panose="020B0604020202020204" pitchFamily="34" charset="0"/>
                <a:ea typeface="Aptos" panose="020B0004020202020204" pitchFamily="34" charset="0"/>
                <a:cs typeface="Times New Roman" panose="02020603050405020304" pitchFamily="18" charset="0"/>
              </a:rPr>
              <a:t>) y el lenguaje de máquina.</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1400" kern="100">
                <a:effectLst/>
                <a:latin typeface="Arial" panose="020B0604020202020204" pitchFamily="34" charset="0"/>
                <a:ea typeface="Aptos" panose="020B0004020202020204" pitchFamily="34" charset="0"/>
                <a:cs typeface="Times New Roman" panose="02020603050405020304" pitchFamily="18" charset="0"/>
              </a:rPr>
              <a:t>Los lenguajes de bajo nivel suelen estar altamente optimizados para el hardware específico en el que se ejecutan, lo que los hace más eficientes en términos de uso de recursos y velocidad de ejecución. Sin embargo, son menos portables y dependientes de la arquitectura de la computadora específica.</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s-ES" sz="1400"/>
          </a:p>
        </p:txBody>
      </p:sp>
    </p:spTree>
    <p:extLst>
      <p:ext uri="{BB962C8B-B14F-4D97-AF65-F5344CB8AC3E}">
        <p14:creationId xmlns:p14="http://schemas.microsoft.com/office/powerpoint/2010/main" val="4139795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5D019E-5A51-5EEB-6579-F1770FF5DCA1}"/>
              </a:ext>
            </a:extLst>
          </p:cNvPr>
          <p:cNvSpPr>
            <a:spLocks noGrp="1"/>
          </p:cNvSpPr>
          <p:nvPr>
            <p:ph type="title"/>
          </p:nvPr>
        </p:nvSpPr>
        <p:spPr>
          <a:xfrm>
            <a:off x="838200" y="0"/>
            <a:ext cx="10515600" cy="415925"/>
          </a:xfrm>
        </p:spPr>
        <p:txBody>
          <a:bodyPr/>
          <a:lstStyle/>
          <a:p>
            <a:r>
              <a:rPr lang="es-ES" sz="1800" b="1" kern="100" dirty="0">
                <a:effectLst/>
                <a:latin typeface="Arial" panose="020B0604020202020204" pitchFamily="34" charset="0"/>
                <a:ea typeface="Aptos" panose="020B0004020202020204" pitchFamily="34" charset="0"/>
                <a:cs typeface="Times New Roman" panose="02020603050405020304" pitchFamily="18" charset="0"/>
              </a:rPr>
              <a:t>Tipos de lenguajes de programación en función del traductor</a:t>
            </a:r>
            <a:endParaRPr lang="es-ES" dirty="0"/>
          </a:p>
        </p:txBody>
      </p:sp>
      <p:sp>
        <p:nvSpPr>
          <p:cNvPr id="3" name="Marcador de contenido 2">
            <a:extLst>
              <a:ext uri="{FF2B5EF4-FFF2-40B4-BE49-F238E27FC236}">
                <a16:creationId xmlns:a16="http://schemas.microsoft.com/office/drawing/2014/main" id="{051E1711-770F-B391-388B-16F1D7C75DFC}"/>
              </a:ext>
            </a:extLst>
          </p:cNvPr>
          <p:cNvSpPr>
            <a:spLocks noGrp="1"/>
          </p:cNvSpPr>
          <p:nvPr>
            <p:ph idx="1"/>
          </p:nvPr>
        </p:nvSpPr>
        <p:spPr>
          <a:xfrm>
            <a:off x="638175" y="609600"/>
            <a:ext cx="10715625" cy="5567363"/>
          </a:xfrm>
        </p:spPr>
        <p:txBody>
          <a:bodyPr/>
          <a:lstStyle/>
          <a:p>
            <a:r>
              <a:rPr lang="es-ES" sz="1800" kern="100" dirty="0">
                <a:effectLst/>
                <a:latin typeface="Arial" panose="020B0604020202020204" pitchFamily="34" charset="0"/>
                <a:ea typeface="Aptos" panose="020B0004020202020204" pitchFamily="34" charset="0"/>
                <a:cs typeface="Times New Roman" panose="02020603050405020304" pitchFamily="18" charset="0"/>
              </a:rPr>
              <a:t>Un traductor en el contexto de la programación es un software encargado de convertir el código fuente escrito por el programador en un formato que la computadora pueda entender y ejecutar. Dependiendo del tipo de lenguaje de programación y del enfoque de traducción utilizado, pueden existir diferentes tipos de traductores: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s-ES" dirty="0"/>
          </a:p>
        </p:txBody>
      </p:sp>
      <p:graphicFrame>
        <p:nvGraphicFramePr>
          <p:cNvPr id="4" name="Diagrama 3">
            <a:extLst>
              <a:ext uri="{FF2B5EF4-FFF2-40B4-BE49-F238E27FC236}">
                <a16:creationId xmlns:a16="http://schemas.microsoft.com/office/drawing/2014/main" id="{6989028D-2C5E-FE84-30B5-66D51AA56742}"/>
              </a:ext>
            </a:extLst>
          </p:cNvPr>
          <p:cNvGraphicFramePr/>
          <p:nvPr>
            <p:extLst>
              <p:ext uri="{D42A27DB-BD31-4B8C-83A1-F6EECF244321}">
                <p14:modId xmlns:p14="http://schemas.microsoft.com/office/powerpoint/2010/main" val="2344231651"/>
              </p:ext>
            </p:extLst>
          </p:nvPr>
        </p:nvGraphicFramePr>
        <p:xfrm>
          <a:off x="214312" y="1620308"/>
          <a:ext cx="11763375" cy="52376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9446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05CF710-E8F3-FCAD-BEDD-BB18946013E3}"/>
              </a:ext>
            </a:extLst>
          </p:cNvPr>
          <p:cNvSpPr>
            <a:spLocks noGrp="1"/>
          </p:cNvSpPr>
          <p:nvPr>
            <p:ph idx="1"/>
          </p:nvPr>
        </p:nvSpPr>
        <p:spPr>
          <a:xfrm>
            <a:off x="4162425" y="171450"/>
            <a:ext cx="7829550" cy="6534150"/>
          </a:xfrm>
        </p:spPr>
        <p:txBody>
          <a:bodyPr anchor="ctr">
            <a:normAutofit/>
          </a:bodyPr>
          <a:lstStyle/>
          <a:p>
            <a:pPr marL="342900" lvl="0" indent="-342900">
              <a:buFont typeface="Symbol" panose="05050102010706020507" pitchFamily="18" charset="2"/>
              <a:buChar char=""/>
            </a:pPr>
            <a:r>
              <a:rPr lang="es-ES" sz="1400" b="1" kern="100" dirty="0">
                <a:effectLst/>
                <a:latin typeface="Arial" panose="020B0604020202020204" pitchFamily="34" charset="0"/>
                <a:ea typeface="Aptos" panose="020B0004020202020204" pitchFamily="34" charset="0"/>
                <a:cs typeface="Times New Roman" panose="02020603050405020304" pitchFamily="18" charset="0"/>
              </a:rPr>
              <a:t>Lenguajes Compilados: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Requieren de un compilador para traducir el código fuente a código máquina.</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Ejecutan más rápido que los programas interpretados o virtuales.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Necesitan un programa enlazador que permita unir el código objeto con el código de las librerías.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800"/>
              </a:spcAft>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Aunque ofrecen mayor seguridad, no son tan flexibles para modificaciones como los lenguajes interpretados.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Ejemplo: C/C++.</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400" b="1" kern="100" dirty="0">
                <a:effectLst/>
                <a:latin typeface="Arial" panose="020B0604020202020204" pitchFamily="34" charset="0"/>
                <a:ea typeface="Aptos" panose="020B0004020202020204" pitchFamily="34" charset="0"/>
                <a:cs typeface="Times New Roman" panose="02020603050405020304" pitchFamily="18" charset="0"/>
              </a:rPr>
              <a:t>Lenguajes Virtuales: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Son más portables que los lenguajes compilados.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El código se genera como </a:t>
            </a:r>
            <a:r>
              <a:rPr lang="es-ES" sz="1400" kern="100" dirty="0" err="1">
                <a:effectLst/>
                <a:latin typeface="Arial" panose="020B0604020202020204" pitchFamily="34" charset="0"/>
                <a:ea typeface="Aptos" panose="020B0004020202020204" pitchFamily="34" charset="0"/>
                <a:cs typeface="Times New Roman" panose="02020603050405020304" pitchFamily="18" charset="0"/>
              </a:rPr>
              <a:t>bytecode</a:t>
            </a:r>
            <a:r>
              <a:rPr lang="es-ES" sz="1400" kern="100" dirty="0">
                <a:effectLst/>
                <a:latin typeface="Arial" panose="020B0604020202020204" pitchFamily="34" charset="0"/>
                <a:ea typeface="Aptos" panose="020B0004020202020204" pitchFamily="34" charset="0"/>
                <a:cs typeface="Times New Roman" panose="02020603050405020304" pitchFamily="18" charset="0"/>
              </a:rPr>
              <a:t> tras la compilación.</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Pueden ser interpretados por una máquina virtual en cualquier equipo.</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800"/>
              </a:spcAft>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Son más lentos, pero más versátiles.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Ejemplo: Java.</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400" b="1" kern="100" dirty="0">
                <a:effectLst/>
                <a:latin typeface="Arial" panose="020B0604020202020204" pitchFamily="34" charset="0"/>
                <a:ea typeface="Aptos" panose="020B0004020202020204" pitchFamily="34" charset="0"/>
                <a:cs typeface="Times New Roman" panose="02020603050405020304" pitchFamily="18" charset="0"/>
              </a:rPr>
              <a:t>Lenguajes Interpretados: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No generan código objeto.</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El intérprete es un programa que debe estar cargado en memoria.</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Ejecutan cada sentencia del programa mientras se interpreta.</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800"/>
              </a:spcAft>
              <a:buFont typeface="Wingdings" panose="05000000000000000000" pitchFamily="2" charset="2"/>
              <a:buChar char=""/>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Las instrucciones se traducen "al vuelo" a medida que se ejecutan.</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s-ES" sz="1400" kern="100" dirty="0">
                <a:effectLst/>
                <a:latin typeface="Arial" panose="020B0604020202020204" pitchFamily="34" charset="0"/>
                <a:ea typeface="Aptos" panose="020B0004020202020204" pitchFamily="34" charset="0"/>
                <a:cs typeface="Times New Roman" panose="02020603050405020304" pitchFamily="18" charset="0"/>
              </a:rPr>
              <a:t>Ejemplo: PHP.</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s-ES" sz="1400" dirty="0"/>
          </a:p>
        </p:txBody>
      </p:sp>
    </p:spTree>
    <p:extLst>
      <p:ext uri="{BB962C8B-B14F-4D97-AF65-F5344CB8AC3E}">
        <p14:creationId xmlns:p14="http://schemas.microsoft.com/office/powerpoint/2010/main" val="3850514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E883CC-9CB1-1C21-9E13-BC9DC411804E}"/>
              </a:ext>
            </a:extLst>
          </p:cNvPr>
          <p:cNvSpPr>
            <a:spLocks noGrp="1"/>
          </p:cNvSpPr>
          <p:nvPr>
            <p:ph type="title"/>
          </p:nvPr>
        </p:nvSpPr>
        <p:spPr>
          <a:xfrm>
            <a:off x="466722" y="586855"/>
            <a:ext cx="3201366" cy="3387497"/>
          </a:xfrm>
        </p:spPr>
        <p:txBody>
          <a:bodyPr anchor="b">
            <a:normAutofit/>
          </a:bodyPr>
          <a:lstStyle/>
          <a:p>
            <a:pPr algn="r"/>
            <a:r>
              <a:rPr lang="es-ES" sz="4000" b="1" kern="100">
                <a:solidFill>
                  <a:srgbClr val="FFFFFF"/>
                </a:solidFill>
                <a:effectLst/>
                <a:latin typeface="Arial" panose="020B0604020202020204" pitchFamily="34" charset="0"/>
                <a:ea typeface="Aptos" panose="020B0004020202020204" pitchFamily="34" charset="0"/>
                <a:cs typeface="Times New Roman" panose="02020603050405020304" pitchFamily="18" charset="0"/>
              </a:rPr>
              <a:t>C/C++:</a:t>
            </a:r>
            <a:endParaRPr lang="es-ES" sz="4000">
              <a:solidFill>
                <a:srgbClr val="FFFFFF"/>
              </a:solidFill>
            </a:endParaRPr>
          </a:p>
        </p:txBody>
      </p:sp>
      <p:sp>
        <p:nvSpPr>
          <p:cNvPr id="3" name="Marcador de contenido 2">
            <a:extLst>
              <a:ext uri="{FF2B5EF4-FFF2-40B4-BE49-F238E27FC236}">
                <a16:creationId xmlns:a16="http://schemas.microsoft.com/office/drawing/2014/main" id="{473C318B-109A-82CE-3CD0-03B3992FB4E2}"/>
              </a:ext>
            </a:extLst>
          </p:cNvPr>
          <p:cNvSpPr>
            <a:spLocks noGrp="1"/>
          </p:cNvSpPr>
          <p:nvPr>
            <p:ph idx="1"/>
          </p:nvPr>
        </p:nvSpPr>
        <p:spPr>
          <a:xfrm>
            <a:off x="4810259" y="649480"/>
            <a:ext cx="6555347" cy="5546047"/>
          </a:xfrm>
        </p:spPr>
        <p:txBody>
          <a:bodyPr anchor="ctr">
            <a:normAutofit/>
          </a:bodyPr>
          <a:lstStyle/>
          <a:p>
            <a:pPr>
              <a:spcAft>
                <a:spcPts val="800"/>
              </a:spcAft>
            </a:pPr>
            <a:r>
              <a:rPr lang="es-ES" sz="1100" kern="100" dirty="0">
                <a:effectLst/>
                <a:latin typeface="Arial" panose="020B0604020202020204" pitchFamily="34" charset="0"/>
                <a:ea typeface="Aptos" panose="020B0004020202020204" pitchFamily="34" charset="0"/>
                <a:cs typeface="Times New Roman" panose="02020603050405020304" pitchFamily="18" charset="0"/>
              </a:rPr>
              <a:t>Vamos a ver algunos lenguajes de programación mas conocidos y alguna de sus características:</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100" kern="100" dirty="0">
                <a:effectLst/>
                <a:latin typeface="Arial" panose="020B0604020202020204" pitchFamily="34" charset="0"/>
                <a:ea typeface="Aptos" panose="020B0004020202020204" pitchFamily="34" charset="0"/>
                <a:cs typeface="Times New Roman" panose="02020603050405020304" pitchFamily="18" charset="0"/>
              </a:rPr>
              <a:t>C es un lenguaje de programación de propósito general que ofrece un alto rendimiento y un control cercano al hardware. C++ es una extensión de C que agrega características de programación orientada a objetos.</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100" b="1" kern="100" dirty="0">
                <a:effectLst/>
                <a:latin typeface="Arial" panose="020B0604020202020204" pitchFamily="34" charset="0"/>
                <a:ea typeface="Aptos" panose="020B0004020202020204" pitchFamily="34" charset="0"/>
                <a:cs typeface="Times New Roman" panose="02020603050405020304" pitchFamily="18" charset="0"/>
              </a:rPr>
              <a:t>Características de C/C++:</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100" b="1" kern="100">
                <a:effectLst/>
                <a:latin typeface="Arial" panose="020B0604020202020204" pitchFamily="34" charset="0"/>
                <a:ea typeface="Aptos" panose="020B0004020202020204" pitchFamily="34" charset="0"/>
                <a:cs typeface="Times New Roman" panose="02020603050405020304" pitchFamily="18" charset="0"/>
              </a:rPr>
              <a:t>C/C++:</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100" kern="100" dirty="0">
                <a:effectLst/>
                <a:latin typeface="Arial" panose="020B0604020202020204" pitchFamily="34" charset="0"/>
                <a:ea typeface="Aptos" panose="020B0004020202020204" pitchFamily="34" charset="0"/>
                <a:cs typeface="Times New Roman" panose="02020603050405020304" pitchFamily="18" charset="0"/>
              </a:rPr>
              <a:t>Uno de los lenguajes más potentes y utilizados, especialmente asociado a Unix y Linux.</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100" kern="100" dirty="0">
                <a:effectLst/>
                <a:latin typeface="Arial" panose="020B0604020202020204" pitchFamily="34" charset="0"/>
                <a:ea typeface="Aptos" panose="020B0004020202020204" pitchFamily="34" charset="0"/>
                <a:cs typeface="Times New Roman" panose="02020603050405020304" pitchFamily="18" charset="0"/>
              </a:rPr>
              <a:t>Estructurados y basados en funciones.</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100" kern="100" dirty="0">
                <a:effectLst/>
                <a:latin typeface="Arial" panose="020B0604020202020204" pitchFamily="34" charset="0"/>
                <a:ea typeface="Aptos" panose="020B0004020202020204" pitchFamily="34" charset="0"/>
                <a:cs typeface="Times New Roman" panose="02020603050405020304" pitchFamily="18" charset="0"/>
              </a:rPr>
              <a:t>Incluyen el concepto de puntero, necesario para gestionar la memoria, aunque puede resultar complejo para algunos.</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buFont typeface="Wingdings" panose="05000000000000000000" pitchFamily="2" charset="2"/>
              <a:buChar char=""/>
            </a:pPr>
            <a:r>
              <a:rPr lang="es-ES" sz="1100" kern="100" dirty="0">
                <a:effectLst/>
                <a:latin typeface="Arial" panose="020B0604020202020204" pitchFamily="34" charset="0"/>
                <a:ea typeface="Aptos" panose="020B0004020202020204" pitchFamily="34" charset="0"/>
                <a:cs typeface="Times New Roman" panose="02020603050405020304" pitchFamily="18" charset="0"/>
              </a:rPr>
              <a:t>Combina comandos de alto nivel con un control cercano al hardware.</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800"/>
              </a:spcAft>
              <a:buFont typeface="Wingdings" panose="05000000000000000000" pitchFamily="2" charset="2"/>
              <a:buChar char=""/>
            </a:pPr>
            <a:r>
              <a:rPr lang="es-ES" sz="1100" kern="100" dirty="0">
                <a:effectLst/>
                <a:latin typeface="Arial" panose="020B0604020202020204" pitchFamily="34" charset="0"/>
                <a:ea typeface="Aptos" panose="020B0004020202020204" pitchFamily="34" charset="0"/>
                <a:cs typeface="Times New Roman" panose="02020603050405020304" pitchFamily="18" charset="0"/>
              </a:rPr>
              <a:t>Permiten desarrollar programas eficientes, rápidos y de tamaño reducido.</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100" b="1" kern="100">
                <a:effectLst/>
                <a:latin typeface="Arial" panose="020B0604020202020204" pitchFamily="34" charset="0"/>
                <a:ea typeface="Aptos" panose="020B0004020202020204" pitchFamily="34" charset="0"/>
                <a:cs typeface="Times New Roman" panose="02020603050405020304" pitchFamily="18" charset="0"/>
              </a:rPr>
              <a:t>Ejemplo</a:t>
            </a:r>
            <a:r>
              <a:rPr lang="en-GB" sz="1100" b="1" kern="100" dirty="0">
                <a:effectLst/>
                <a:latin typeface="Arial" panose="020B0604020202020204" pitchFamily="34" charset="0"/>
                <a:ea typeface="Aptos" panose="020B0004020202020204" pitchFamily="34" charset="0"/>
                <a:cs typeface="Times New Roman" panose="02020603050405020304" pitchFamily="18" charset="0"/>
              </a:rPr>
              <a:t> </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100">
                <a:effectLst/>
                <a:latin typeface="Consolas" panose="020B0609020204030204" pitchFamily="49" charset="0"/>
                <a:ea typeface="Times New Roman" panose="02020603050405020304" pitchFamily="18" charset="0"/>
                <a:cs typeface="Courier New" panose="02070309020205020404" pitchFamily="49" charset="0"/>
              </a:rPr>
              <a:t>1. #include &lt;stdio.h&gt;</a:t>
            </a:r>
            <a:endParaRPr lang="es-ES" sz="11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100">
                <a:effectLst/>
                <a:latin typeface="Consolas" panose="020B0609020204030204" pitchFamily="49" charset="0"/>
                <a:ea typeface="Times New Roman" panose="02020603050405020304" pitchFamily="18" charset="0"/>
                <a:cs typeface="Courier New" panose="02070309020205020404" pitchFamily="49" charset="0"/>
              </a:rPr>
              <a:t>2. int main() {</a:t>
            </a:r>
            <a:endParaRPr lang="es-ES" sz="11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100">
                <a:effectLst/>
                <a:latin typeface="Consolas" panose="020B0609020204030204" pitchFamily="49" charset="0"/>
                <a:ea typeface="Times New Roman" panose="02020603050405020304" pitchFamily="18" charset="0"/>
                <a:cs typeface="Courier New" panose="02070309020205020404" pitchFamily="49" charset="0"/>
              </a:rPr>
              <a:t>3.     printf("¡Hola, mundo!\n");</a:t>
            </a:r>
            <a:endParaRPr lang="es-ES" sz="11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100">
                <a:effectLst/>
                <a:latin typeface="Consolas" panose="020B0609020204030204" pitchFamily="49" charset="0"/>
                <a:ea typeface="Times New Roman" panose="02020603050405020304" pitchFamily="18" charset="0"/>
                <a:cs typeface="Courier New" panose="02070309020205020404" pitchFamily="49" charset="0"/>
              </a:rPr>
              <a:t>4.     return 0;</a:t>
            </a:r>
            <a:endParaRPr lang="es-ES" sz="11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100">
                <a:effectLst/>
                <a:latin typeface="Consolas" panose="020B0609020204030204" pitchFamily="49" charset="0"/>
                <a:ea typeface="Times New Roman" panose="02020603050405020304" pitchFamily="18" charset="0"/>
                <a:cs typeface="Courier New" panose="02070309020205020404" pitchFamily="49" charset="0"/>
              </a:rPr>
              <a:t>5. }</a:t>
            </a:r>
            <a:endParaRPr lang="es-ES" sz="11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100">
                <a:effectLst/>
                <a:latin typeface="Consolas" panose="020B0609020204030204" pitchFamily="49" charset="0"/>
                <a:ea typeface="Times New Roman" panose="02020603050405020304" pitchFamily="18" charset="0"/>
                <a:cs typeface="Courier New" panose="02070309020205020404" pitchFamily="49" charset="0"/>
              </a:rPr>
              <a:t>6.  </a:t>
            </a:r>
            <a:endParaRPr lang="es-ES" sz="1100">
              <a:effectLst/>
              <a:latin typeface="Times New Roman" panose="02020603050405020304" pitchFamily="18" charset="0"/>
              <a:ea typeface="Times New Roman" panose="02020603050405020304" pitchFamily="18" charset="0"/>
            </a:endParaRPr>
          </a:p>
          <a:p>
            <a:endParaRPr lang="es-ES" sz="1100"/>
          </a:p>
        </p:txBody>
      </p:sp>
    </p:spTree>
    <p:extLst>
      <p:ext uri="{BB962C8B-B14F-4D97-AF65-F5344CB8AC3E}">
        <p14:creationId xmlns:p14="http://schemas.microsoft.com/office/powerpoint/2010/main" val="623263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0383" y="0"/>
            <a:ext cx="8451607"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374517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48D1BAD-1E29-F701-FDB7-9495FDD8076E}"/>
              </a:ext>
            </a:extLst>
          </p:cNvPr>
          <p:cNvSpPr>
            <a:spLocks noGrp="1"/>
          </p:cNvSpPr>
          <p:nvPr>
            <p:ph type="title"/>
          </p:nvPr>
        </p:nvSpPr>
        <p:spPr>
          <a:xfrm>
            <a:off x="1156852" y="637762"/>
            <a:ext cx="2190782" cy="5576770"/>
          </a:xfrm>
        </p:spPr>
        <p:txBody>
          <a:bodyPr anchor="t">
            <a:normAutofit/>
          </a:bodyPr>
          <a:lstStyle/>
          <a:p>
            <a:r>
              <a:rPr lang="es-ES" sz="3600" b="1" kern="100">
                <a:solidFill>
                  <a:schemeClr val="bg1"/>
                </a:solidFill>
                <a:effectLst/>
                <a:latin typeface="Arial" panose="020B0604020202020204" pitchFamily="34" charset="0"/>
                <a:ea typeface="Aptos" panose="020B0004020202020204" pitchFamily="34" charset="0"/>
                <a:cs typeface="Times New Roman" panose="02020603050405020304" pitchFamily="18" charset="0"/>
              </a:rPr>
              <a:t>Java:</a:t>
            </a:r>
            <a:br>
              <a:rPr lang="es-ES" sz="36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s-ES" sz="3600">
              <a:solidFill>
                <a:schemeClr val="bg1"/>
              </a:solidFill>
            </a:endParaRPr>
          </a:p>
        </p:txBody>
      </p:sp>
      <p:sp>
        <p:nvSpPr>
          <p:cNvPr id="12" name="Rectangle 11">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733"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9A37314-04C0-CFB1-01A4-8B4A5FD7EAE1}"/>
              </a:ext>
            </a:extLst>
          </p:cNvPr>
          <p:cNvSpPr>
            <a:spLocks noGrp="1"/>
          </p:cNvSpPr>
          <p:nvPr>
            <p:ph idx="1"/>
          </p:nvPr>
        </p:nvSpPr>
        <p:spPr>
          <a:xfrm>
            <a:off x="4654732" y="850052"/>
            <a:ext cx="6390623" cy="5326911"/>
          </a:xfrm>
        </p:spPr>
        <p:txBody>
          <a:bodyPr>
            <a:normAutofit/>
          </a:bodyPr>
          <a:lstStyle/>
          <a:p>
            <a:pPr>
              <a:spcAft>
                <a:spcPts val="800"/>
              </a:spcAft>
            </a:pPr>
            <a:r>
              <a:rPr lang="es-ES" sz="1300" kern="100">
                <a:effectLst/>
                <a:latin typeface="Arial" panose="020B0604020202020204" pitchFamily="34" charset="0"/>
                <a:ea typeface="Aptos" panose="020B0004020202020204" pitchFamily="34" charset="0"/>
                <a:cs typeface="Times New Roman" panose="02020603050405020304" pitchFamily="18" charset="0"/>
              </a:rPr>
              <a:t>Java es un lenguaje de programación de propósito general, orientado a objetos y diseñado para ser portable, es decir, puede ejecutarse en diferentes plataformas sin necesidad de recompilación.</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300" b="1" kern="100">
                <a:effectLst/>
                <a:latin typeface="Arial" panose="020B0604020202020204" pitchFamily="34" charset="0"/>
                <a:ea typeface="Aptos" panose="020B0004020202020204" pitchFamily="34" charset="0"/>
                <a:cs typeface="Times New Roman" panose="02020603050405020304" pitchFamily="18" charset="0"/>
              </a:rPr>
              <a:t>Características: </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300" kern="100">
                <a:effectLst/>
                <a:latin typeface="Arial" panose="020B0604020202020204" pitchFamily="34" charset="0"/>
                <a:ea typeface="Aptos" panose="020B0004020202020204" pitchFamily="34" charset="0"/>
                <a:cs typeface="Times New Roman" panose="02020603050405020304" pitchFamily="18" charset="0"/>
              </a:rPr>
              <a:t>Simplificación de C++ (no admite sobrecarga de operadores ni herencia múltiple)</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300" kern="100">
                <a:effectLst/>
                <a:latin typeface="Arial" panose="020B0604020202020204" pitchFamily="34" charset="0"/>
                <a:ea typeface="Aptos" panose="020B0004020202020204" pitchFamily="34" charset="0"/>
                <a:cs typeface="Times New Roman" panose="02020603050405020304" pitchFamily="18" charset="0"/>
              </a:rPr>
              <a:t>Manejo más eficiente de cadenas de caracteres</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300" kern="100">
                <a:effectLst/>
                <a:latin typeface="Arial" panose="020B0604020202020204" pitchFamily="34" charset="0"/>
                <a:ea typeface="Aptos" panose="020B0004020202020204" pitchFamily="34" charset="0"/>
                <a:cs typeface="Times New Roman" panose="02020603050405020304" pitchFamily="18" charset="0"/>
              </a:rPr>
              <a:t>Lenguaje 100% orientado a objetos</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300" kern="100">
                <a:effectLst/>
                <a:latin typeface="Arial" panose="020B0604020202020204" pitchFamily="34" charset="0"/>
                <a:ea typeface="Aptos" panose="020B0004020202020204" pitchFamily="34" charset="0"/>
                <a:cs typeface="Times New Roman" panose="02020603050405020304" pitchFamily="18" charset="0"/>
              </a:rPr>
              <a:t>Pensado para trabajar con redes y protocolos de red (TCP/HTTP, HTTPS…)</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Courier New" panose="02070309020205020404" pitchFamily="49" charset="0"/>
              <a:buChar char="o"/>
            </a:pPr>
            <a:r>
              <a:rPr lang="es-ES" sz="1300" kern="100">
                <a:effectLst/>
                <a:latin typeface="Arial" panose="020B0604020202020204" pitchFamily="34" charset="0"/>
                <a:ea typeface="Aptos" panose="020B0004020202020204" pitchFamily="34" charset="0"/>
                <a:cs typeface="Times New Roman" panose="02020603050405020304" pitchFamily="18" charset="0"/>
              </a:rPr>
              <a:t>Portable, seguro y permite la programación concurrente</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300" b="1" kern="100">
                <a:effectLst/>
                <a:latin typeface="Arial" panose="020B0604020202020204" pitchFamily="34" charset="0"/>
                <a:ea typeface="Aptos" panose="020B0004020202020204" pitchFamily="34" charset="0"/>
                <a:cs typeface="Times New Roman" panose="02020603050405020304" pitchFamily="18" charset="0"/>
              </a:rPr>
              <a:t>Ejemplo </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300">
                <a:effectLst/>
                <a:latin typeface="Consolas" panose="020B0609020204030204" pitchFamily="49" charset="0"/>
                <a:ea typeface="Times New Roman" panose="02020603050405020304" pitchFamily="18" charset="0"/>
                <a:cs typeface="Courier New" panose="02070309020205020404" pitchFamily="49" charset="0"/>
              </a:rPr>
              <a:t>1. public class HolaMundo {</a:t>
            </a:r>
            <a:endParaRPr lang="es-ES" sz="13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300">
                <a:effectLst/>
                <a:latin typeface="Consolas" panose="020B0609020204030204" pitchFamily="49" charset="0"/>
                <a:ea typeface="Times New Roman" panose="02020603050405020304" pitchFamily="18" charset="0"/>
                <a:cs typeface="Courier New" panose="02070309020205020404" pitchFamily="49" charset="0"/>
              </a:rPr>
              <a:t>2.     public static void main(String[] args) {</a:t>
            </a:r>
            <a:endParaRPr lang="es-ES" sz="13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300">
                <a:effectLst/>
                <a:latin typeface="Consolas" panose="020B0609020204030204" pitchFamily="49" charset="0"/>
                <a:ea typeface="Times New Roman" panose="02020603050405020304" pitchFamily="18" charset="0"/>
                <a:cs typeface="Courier New" panose="02070309020205020404" pitchFamily="49" charset="0"/>
              </a:rPr>
              <a:t>3.         System.out.println("Hola, mundo!");</a:t>
            </a:r>
            <a:endParaRPr lang="es-ES" sz="13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300">
                <a:effectLst/>
                <a:latin typeface="Consolas" panose="020B0609020204030204" pitchFamily="49" charset="0"/>
                <a:ea typeface="Times New Roman" panose="02020603050405020304" pitchFamily="18" charset="0"/>
                <a:cs typeface="Courier New" panose="02070309020205020404" pitchFamily="49" charset="0"/>
              </a:rPr>
              <a:t>4.     }</a:t>
            </a:r>
            <a:endParaRPr lang="es-ES" sz="13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300">
                <a:effectLst/>
                <a:latin typeface="Consolas" panose="020B0609020204030204" pitchFamily="49" charset="0"/>
                <a:ea typeface="Times New Roman" panose="02020603050405020304" pitchFamily="18" charset="0"/>
                <a:cs typeface="Courier New" panose="02070309020205020404" pitchFamily="49" charset="0"/>
              </a:rPr>
              <a:t>5. }</a:t>
            </a:r>
            <a:endParaRPr lang="es-ES" sz="13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300">
                <a:effectLst/>
                <a:latin typeface="Consolas" panose="020B0609020204030204" pitchFamily="49" charset="0"/>
                <a:ea typeface="Times New Roman" panose="02020603050405020304" pitchFamily="18" charset="0"/>
                <a:cs typeface="Courier New" panose="02070309020205020404" pitchFamily="49" charset="0"/>
              </a:rPr>
              <a:t>6.  </a:t>
            </a:r>
            <a:endParaRPr lang="es-ES" sz="1300">
              <a:effectLst/>
              <a:latin typeface="Times New Roman" panose="02020603050405020304" pitchFamily="18" charset="0"/>
              <a:ea typeface="Times New Roman" panose="02020603050405020304" pitchFamily="18" charset="0"/>
            </a:endParaRPr>
          </a:p>
          <a:p>
            <a:endParaRPr lang="es-ES" sz="1300"/>
          </a:p>
        </p:txBody>
      </p:sp>
    </p:spTree>
    <p:extLst>
      <p:ext uri="{BB962C8B-B14F-4D97-AF65-F5344CB8AC3E}">
        <p14:creationId xmlns:p14="http://schemas.microsoft.com/office/powerpoint/2010/main" val="2541880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0383" y="0"/>
            <a:ext cx="8451607"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374517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7D0FCB-5EB2-15C4-E9FF-759C69F78A0E}"/>
              </a:ext>
            </a:extLst>
          </p:cNvPr>
          <p:cNvSpPr>
            <a:spLocks noGrp="1"/>
          </p:cNvSpPr>
          <p:nvPr>
            <p:ph type="title"/>
          </p:nvPr>
        </p:nvSpPr>
        <p:spPr>
          <a:xfrm>
            <a:off x="1156852" y="637762"/>
            <a:ext cx="2190782" cy="5576770"/>
          </a:xfrm>
        </p:spPr>
        <p:txBody>
          <a:bodyPr anchor="t">
            <a:normAutofit/>
          </a:bodyPr>
          <a:lstStyle/>
          <a:p>
            <a:r>
              <a:rPr lang="en-GB" sz="3600" b="1" kern="100">
                <a:solidFill>
                  <a:schemeClr val="bg1"/>
                </a:solidFill>
                <a:effectLst/>
                <a:latin typeface="Arial" panose="020B0604020202020204" pitchFamily="34" charset="0"/>
                <a:ea typeface="Aptos" panose="020B0004020202020204" pitchFamily="34" charset="0"/>
                <a:cs typeface="Times New Roman" panose="02020603050405020304" pitchFamily="18" charset="0"/>
              </a:rPr>
              <a:t>Python:</a:t>
            </a:r>
            <a:br>
              <a:rPr lang="es-ES" sz="36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s-ES" sz="3600">
              <a:solidFill>
                <a:schemeClr val="bg1"/>
              </a:solidFill>
            </a:endParaRPr>
          </a:p>
        </p:txBody>
      </p:sp>
      <p:sp>
        <p:nvSpPr>
          <p:cNvPr id="12" name="Rectangle 11">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733"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F774C5C-7635-7C76-26C1-1E2DBD34C871}"/>
              </a:ext>
            </a:extLst>
          </p:cNvPr>
          <p:cNvSpPr>
            <a:spLocks noGrp="1"/>
          </p:cNvSpPr>
          <p:nvPr>
            <p:ph idx="1"/>
          </p:nvPr>
        </p:nvSpPr>
        <p:spPr>
          <a:xfrm>
            <a:off x="4654732" y="850052"/>
            <a:ext cx="6390623" cy="5326911"/>
          </a:xfrm>
        </p:spPr>
        <p:txBody>
          <a:bodyPr>
            <a:normAutofit/>
          </a:bodyPr>
          <a:lstStyle/>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Python es un lenguaje de programación interpretado, de alto nivel y multipropósito. Se destaca por su sintaxis clara y legible, que facilita la escritura y comprensión del código.</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b="1" kern="100">
                <a:effectLst/>
                <a:latin typeface="Arial" panose="020B0604020202020204" pitchFamily="34" charset="0"/>
                <a:ea typeface="Aptos" panose="020B0004020202020204" pitchFamily="34" charset="0"/>
                <a:cs typeface="Times New Roman" panose="02020603050405020304" pitchFamily="18" charset="0"/>
              </a:rPr>
              <a:t>Características:</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Lenguaje de alto nivel muy portable</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Lenguaje interpretado</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Orientado a objetos</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Permite incrustarse en otros lenguajes como C/C++</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Uno de los lenguajes más simples y sencillos de aprender</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b="1" kern="100">
                <a:effectLst/>
                <a:latin typeface="Arial" panose="020B0604020202020204" pitchFamily="34" charset="0"/>
                <a:ea typeface="Aptos" panose="020B0004020202020204" pitchFamily="34" charset="0"/>
                <a:cs typeface="Times New Roman" panose="02020603050405020304" pitchFamily="18" charset="0"/>
              </a:rPr>
              <a:t>Ejemplo </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2000">
                <a:effectLst/>
                <a:latin typeface="Consolas" panose="020B0609020204030204" pitchFamily="49" charset="0"/>
                <a:ea typeface="Times New Roman" panose="02020603050405020304" pitchFamily="18" charset="0"/>
                <a:cs typeface="Courier New" panose="02070309020205020404" pitchFamily="49" charset="0"/>
              </a:rPr>
              <a:t>1. print("Hola, mundo!")</a:t>
            </a:r>
            <a:endParaRPr lang="es-ES" sz="2000">
              <a:effectLst/>
              <a:latin typeface="Times New Roman" panose="02020603050405020304" pitchFamily="18" charset="0"/>
              <a:ea typeface="Times New Roman" panose="02020603050405020304" pitchFamily="18" charset="0"/>
            </a:endParaRPr>
          </a:p>
          <a:p>
            <a:endParaRPr lang="es-ES" sz="2000"/>
          </a:p>
        </p:txBody>
      </p:sp>
    </p:spTree>
    <p:extLst>
      <p:ext uri="{BB962C8B-B14F-4D97-AF65-F5344CB8AC3E}">
        <p14:creationId xmlns:p14="http://schemas.microsoft.com/office/powerpoint/2010/main" val="334264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C332ACA-0577-28A3-B128-37CA008EE437}"/>
              </a:ext>
            </a:extLst>
          </p:cNvPr>
          <p:cNvSpPr>
            <a:spLocks noGrp="1"/>
          </p:cNvSpPr>
          <p:nvPr>
            <p:ph type="title"/>
          </p:nvPr>
        </p:nvSpPr>
        <p:spPr>
          <a:xfrm>
            <a:off x="466722" y="586855"/>
            <a:ext cx="3201366" cy="3387497"/>
          </a:xfrm>
        </p:spPr>
        <p:txBody>
          <a:bodyPr anchor="b">
            <a:normAutofit/>
          </a:bodyPr>
          <a:lstStyle/>
          <a:p>
            <a:pPr algn="r"/>
            <a:r>
              <a:rPr lang="es-ES" sz="4000" b="1" kern="100">
                <a:solidFill>
                  <a:srgbClr val="FFFFFF"/>
                </a:solidFill>
                <a:effectLst/>
                <a:latin typeface="Arial" panose="020B0604020202020204" pitchFamily="34" charset="0"/>
                <a:ea typeface="Aptos" panose="020B0004020202020204" pitchFamily="34" charset="0"/>
                <a:cs typeface="Times New Roman" panose="02020603050405020304" pitchFamily="18" charset="0"/>
              </a:rPr>
              <a:t>PHP:</a:t>
            </a:r>
            <a:br>
              <a:rPr lang="es-ES" sz="4000" kern="100">
                <a:solidFill>
                  <a:srgbClr val="FFFFFF"/>
                </a:solidFill>
                <a:effectLst/>
                <a:latin typeface="Aptos" panose="020B0004020202020204" pitchFamily="34" charset="0"/>
                <a:ea typeface="Aptos" panose="020B0004020202020204" pitchFamily="34" charset="0"/>
                <a:cs typeface="Times New Roman" panose="02020603050405020304" pitchFamily="18" charset="0"/>
              </a:rPr>
            </a:br>
            <a:endParaRPr lang="es-ES" sz="4000">
              <a:solidFill>
                <a:srgbClr val="FFFFFF"/>
              </a:solidFill>
            </a:endParaRPr>
          </a:p>
        </p:txBody>
      </p:sp>
      <p:sp>
        <p:nvSpPr>
          <p:cNvPr id="3" name="Marcador de contenido 2">
            <a:extLst>
              <a:ext uri="{FF2B5EF4-FFF2-40B4-BE49-F238E27FC236}">
                <a16:creationId xmlns:a16="http://schemas.microsoft.com/office/drawing/2014/main" id="{1D07362D-B5F5-15E9-1BF2-3069C438B10B}"/>
              </a:ext>
            </a:extLst>
          </p:cNvPr>
          <p:cNvSpPr>
            <a:spLocks noGrp="1"/>
          </p:cNvSpPr>
          <p:nvPr>
            <p:ph idx="1"/>
          </p:nvPr>
        </p:nvSpPr>
        <p:spPr>
          <a:xfrm>
            <a:off x="4810259" y="649480"/>
            <a:ext cx="6555347" cy="5546047"/>
          </a:xfrm>
        </p:spPr>
        <p:txBody>
          <a:bodyPr anchor="ctr">
            <a:normAutofit/>
          </a:bodyPr>
          <a:lstStyle/>
          <a:p>
            <a:pPr>
              <a:spcAft>
                <a:spcPts val="800"/>
              </a:spcAft>
            </a:pPr>
            <a:r>
              <a:rPr lang="es-ES" sz="1700" kern="100">
                <a:effectLst/>
                <a:latin typeface="Arial" panose="020B0604020202020204" pitchFamily="34" charset="0"/>
                <a:ea typeface="Aptos" panose="020B0004020202020204" pitchFamily="34" charset="0"/>
                <a:cs typeface="Times New Roman" panose="02020603050405020304" pitchFamily="18" charset="0"/>
              </a:rPr>
              <a:t>PHP es un lenguaje de programación diseñado específicamente para el desarrollo de aplicaciones web. Se utiliza principalmente para generar contenido dinámico en páginas web.</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700" b="1" kern="100">
                <a:effectLst/>
                <a:latin typeface="Arial" panose="020B0604020202020204" pitchFamily="34" charset="0"/>
                <a:ea typeface="Aptos" panose="020B0004020202020204" pitchFamily="34" charset="0"/>
                <a:cs typeface="Times New Roman" panose="02020603050405020304" pitchFamily="18" charset="0"/>
              </a:rPr>
              <a:t>Características:</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700" kern="100">
                <a:effectLst/>
                <a:latin typeface="Arial" panose="020B0604020202020204" pitchFamily="34" charset="0"/>
                <a:ea typeface="Aptos" panose="020B0004020202020204" pitchFamily="34" charset="0"/>
                <a:cs typeface="Times New Roman" panose="02020603050405020304" pitchFamily="18" charset="0"/>
              </a:rPr>
              <a:t>Lenguaje web de propósito general usado en el servidor</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700" kern="100">
                <a:effectLst/>
                <a:latin typeface="Arial" panose="020B0604020202020204" pitchFamily="34" charset="0"/>
                <a:ea typeface="Aptos" panose="020B0004020202020204" pitchFamily="34" charset="0"/>
                <a:cs typeface="Times New Roman" panose="02020603050405020304" pitchFamily="18" charset="0"/>
              </a:rPr>
              <a:t>Se emplea en aplicaciones como Prestashop, Wordpress</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700" kern="100">
                <a:effectLst/>
                <a:latin typeface="Arial" panose="020B0604020202020204" pitchFamily="34" charset="0"/>
                <a:ea typeface="Aptos" panose="020B0004020202020204" pitchFamily="34" charset="0"/>
                <a:cs typeface="Times New Roman" panose="02020603050405020304" pitchFamily="18" charset="0"/>
              </a:rPr>
              <a:t>Es un lenguaje multiplataforma</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700" kern="100">
                <a:effectLst/>
                <a:latin typeface="Arial" panose="020B0604020202020204" pitchFamily="34" charset="0"/>
                <a:ea typeface="Aptos" panose="020B0004020202020204" pitchFamily="34" charset="0"/>
                <a:cs typeface="Times New Roman" panose="02020603050405020304" pitchFamily="18" charset="0"/>
              </a:rPr>
              <a:t>Orientado al desarrollo de webs dinámicas</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1700" kern="100">
                <a:effectLst/>
                <a:latin typeface="Arial" panose="020B0604020202020204" pitchFamily="34" charset="0"/>
                <a:ea typeface="Aptos" panose="020B0004020202020204" pitchFamily="34" charset="0"/>
                <a:cs typeface="Times New Roman" panose="02020603050405020304" pitchFamily="18" charset="0"/>
              </a:rPr>
              <a:t>Buena integración con MySQL</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Courier New" panose="02070309020205020404" pitchFamily="49" charset="0"/>
              <a:buChar char="o"/>
            </a:pPr>
            <a:r>
              <a:rPr lang="es-ES" sz="1700" kern="100">
                <a:effectLst/>
                <a:latin typeface="Arial" panose="020B0604020202020204" pitchFamily="34" charset="0"/>
                <a:ea typeface="Aptos" panose="020B0004020202020204" pitchFamily="34" charset="0"/>
                <a:cs typeface="Times New Roman" panose="02020603050405020304" pitchFamily="18" charset="0"/>
              </a:rPr>
              <a:t>Orientado a objetos</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700" b="1" kern="100">
                <a:effectLst/>
                <a:latin typeface="Arial" panose="020B0604020202020204" pitchFamily="34" charset="0"/>
                <a:ea typeface="Aptos" panose="020B0004020202020204" pitchFamily="34" charset="0"/>
                <a:cs typeface="Times New Roman" panose="02020603050405020304" pitchFamily="18" charset="0"/>
              </a:rPr>
              <a:t>Ejemplo </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700">
                <a:effectLst/>
                <a:latin typeface="Consolas" panose="020B0609020204030204" pitchFamily="49" charset="0"/>
                <a:ea typeface="Times New Roman" panose="02020603050405020304" pitchFamily="18" charset="0"/>
                <a:cs typeface="Courier New" panose="02070309020205020404" pitchFamily="49" charset="0"/>
              </a:rPr>
              <a:t>1. &lt;?php</a:t>
            </a:r>
            <a:endParaRPr lang="es-ES" sz="17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700">
                <a:effectLst/>
                <a:latin typeface="Consolas" panose="020B0609020204030204" pitchFamily="49" charset="0"/>
                <a:ea typeface="Times New Roman" panose="02020603050405020304" pitchFamily="18" charset="0"/>
                <a:cs typeface="Courier New" panose="02070309020205020404" pitchFamily="49" charset="0"/>
              </a:rPr>
              <a:t>2. echo "Hola, mundo!";</a:t>
            </a:r>
            <a:endParaRPr lang="es-ES" sz="170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700">
                <a:effectLst/>
                <a:latin typeface="Consolas" panose="020B0609020204030204" pitchFamily="49" charset="0"/>
                <a:ea typeface="Times New Roman" panose="02020603050405020304" pitchFamily="18" charset="0"/>
                <a:cs typeface="Courier New" panose="02070309020205020404" pitchFamily="49" charset="0"/>
              </a:rPr>
              <a:t>3. ?&gt;</a:t>
            </a:r>
            <a:endParaRPr lang="es-ES" sz="1700">
              <a:effectLst/>
              <a:latin typeface="Times New Roman" panose="02020603050405020304" pitchFamily="18" charset="0"/>
              <a:ea typeface="Times New Roman" panose="02020603050405020304" pitchFamily="18" charset="0"/>
            </a:endParaRPr>
          </a:p>
          <a:p>
            <a:endParaRPr lang="es-ES" sz="1700"/>
          </a:p>
        </p:txBody>
      </p:sp>
    </p:spTree>
    <p:extLst>
      <p:ext uri="{BB962C8B-B14F-4D97-AF65-F5344CB8AC3E}">
        <p14:creationId xmlns:p14="http://schemas.microsoft.com/office/powerpoint/2010/main" val="2622905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C37B2E3-58EA-64F6-12FE-0AADE6410E06}"/>
              </a:ext>
            </a:extLst>
          </p:cNvPr>
          <p:cNvSpPr>
            <a:spLocks noGrp="1"/>
          </p:cNvSpPr>
          <p:nvPr>
            <p:ph type="title"/>
          </p:nvPr>
        </p:nvSpPr>
        <p:spPr>
          <a:xfrm>
            <a:off x="466722" y="586855"/>
            <a:ext cx="3201366" cy="3387497"/>
          </a:xfrm>
        </p:spPr>
        <p:txBody>
          <a:bodyPr anchor="b">
            <a:normAutofit/>
          </a:bodyPr>
          <a:lstStyle/>
          <a:p>
            <a:pPr algn="r"/>
            <a:r>
              <a:rPr lang="es-ES" sz="4000" b="1" kern="100">
                <a:solidFill>
                  <a:srgbClr val="FFFFFF"/>
                </a:solidFill>
                <a:effectLst/>
                <a:latin typeface="Arial" panose="020B0604020202020204" pitchFamily="34" charset="0"/>
                <a:ea typeface="Aptos" panose="020B0004020202020204" pitchFamily="34" charset="0"/>
                <a:cs typeface="Times New Roman" panose="02020603050405020304" pitchFamily="18" charset="0"/>
              </a:rPr>
              <a:t>JavaScript:</a:t>
            </a:r>
            <a:br>
              <a:rPr lang="es-ES" sz="4000" kern="100">
                <a:solidFill>
                  <a:srgbClr val="FFFFFF"/>
                </a:solidFill>
                <a:effectLst/>
                <a:latin typeface="Aptos" panose="020B0004020202020204" pitchFamily="34" charset="0"/>
                <a:ea typeface="Aptos" panose="020B0004020202020204" pitchFamily="34" charset="0"/>
                <a:cs typeface="Times New Roman" panose="02020603050405020304" pitchFamily="18" charset="0"/>
              </a:rPr>
            </a:br>
            <a:endParaRPr lang="es-ES" sz="4000">
              <a:solidFill>
                <a:srgbClr val="FFFFFF"/>
              </a:solidFill>
            </a:endParaRPr>
          </a:p>
        </p:txBody>
      </p:sp>
      <p:sp>
        <p:nvSpPr>
          <p:cNvPr id="3" name="Marcador de contenido 2">
            <a:extLst>
              <a:ext uri="{FF2B5EF4-FFF2-40B4-BE49-F238E27FC236}">
                <a16:creationId xmlns:a16="http://schemas.microsoft.com/office/drawing/2014/main" id="{68D17937-3476-67B1-3C84-27AAA071FF5B}"/>
              </a:ext>
            </a:extLst>
          </p:cNvPr>
          <p:cNvSpPr>
            <a:spLocks noGrp="1"/>
          </p:cNvSpPr>
          <p:nvPr>
            <p:ph idx="1"/>
          </p:nvPr>
        </p:nvSpPr>
        <p:spPr>
          <a:xfrm>
            <a:off x="4810259" y="649480"/>
            <a:ext cx="6555347" cy="5546047"/>
          </a:xfrm>
        </p:spPr>
        <p:txBody>
          <a:bodyPr anchor="ctr">
            <a:normAutofit/>
          </a:bodyPr>
          <a:lstStyle/>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JavaScript es un lenguaje de programación interpretado que se utiliza principalmente para agregar interactividad a las páginas web. Es un lenguaje de script del lado del cliente, lo que significa que se ejecuta en el navegador del usuario.</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b="1" kern="100">
                <a:effectLst/>
                <a:latin typeface="Arial" panose="020B0604020202020204" pitchFamily="34" charset="0"/>
                <a:ea typeface="Aptos" panose="020B0004020202020204" pitchFamily="34" charset="0"/>
                <a:cs typeface="Times New Roman" panose="02020603050405020304" pitchFamily="18" charset="0"/>
              </a:rPr>
              <a:t>Características:</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Se utiliza mucho en programación web (React…)</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Se parece mucho a Java y C</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Es un lenguaje de scripting seguro y fiable</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Se ejecuta en el lado del cliente</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Courier New" panose="02070309020205020404" pitchFamily="49" charset="0"/>
              <a:buChar char="o"/>
            </a:pPr>
            <a:r>
              <a:rPr lang="es-ES" sz="2000" kern="100">
                <a:effectLst/>
                <a:latin typeface="Arial" panose="020B0604020202020204" pitchFamily="34" charset="0"/>
                <a:ea typeface="Aptos" panose="020B0004020202020204" pitchFamily="34" charset="0"/>
                <a:cs typeface="Times New Roman" panose="02020603050405020304" pitchFamily="18" charset="0"/>
              </a:rPr>
              <a:t>Su código es visible (hay que tener en cuenta aspectos de seguridad)</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b="1" kern="100">
                <a:effectLst/>
                <a:latin typeface="Arial" panose="020B0604020202020204" pitchFamily="34" charset="0"/>
                <a:ea typeface="Aptos" panose="020B0004020202020204" pitchFamily="34" charset="0"/>
                <a:cs typeface="Times New Roman" panose="02020603050405020304" pitchFamily="18" charset="0"/>
              </a:rPr>
              <a:t>Ejemplo </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2000">
                <a:effectLst/>
                <a:latin typeface="Consolas" panose="020B0609020204030204" pitchFamily="49" charset="0"/>
                <a:ea typeface="Times New Roman" panose="02020603050405020304" pitchFamily="18" charset="0"/>
                <a:cs typeface="Courier New" panose="02070309020205020404" pitchFamily="49" charset="0"/>
              </a:rPr>
              <a:t>1. console.log("Hola, mundo!");</a:t>
            </a:r>
            <a:endParaRPr lang="es-ES" sz="2000">
              <a:effectLst/>
              <a:latin typeface="Times New Roman" panose="02020603050405020304" pitchFamily="18" charset="0"/>
              <a:ea typeface="Times New Roman" panose="02020603050405020304" pitchFamily="18" charset="0"/>
            </a:endParaRPr>
          </a:p>
          <a:p>
            <a:endParaRPr lang="es-ES" sz="2000"/>
          </a:p>
        </p:txBody>
      </p:sp>
    </p:spTree>
    <p:extLst>
      <p:ext uri="{BB962C8B-B14F-4D97-AF65-F5344CB8AC3E}">
        <p14:creationId xmlns:p14="http://schemas.microsoft.com/office/powerpoint/2010/main" val="91404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861343-9C59-81DB-2DF3-04A85268F5AC}"/>
              </a:ext>
            </a:extLst>
          </p:cNvPr>
          <p:cNvSpPr>
            <a:spLocks noGrp="1"/>
          </p:cNvSpPr>
          <p:nvPr>
            <p:ph type="title"/>
          </p:nvPr>
        </p:nvSpPr>
        <p:spPr>
          <a:xfrm>
            <a:off x="466722" y="586855"/>
            <a:ext cx="3201366" cy="3387497"/>
          </a:xfrm>
        </p:spPr>
        <p:txBody>
          <a:bodyPr anchor="b">
            <a:normAutofit/>
          </a:bodyPr>
          <a:lstStyle/>
          <a:p>
            <a:pPr algn="r"/>
            <a:r>
              <a:rPr lang="es-ES" sz="4000" b="1" kern="100">
                <a:solidFill>
                  <a:srgbClr val="FFFFFF"/>
                </a:solidFill>
                <a:effectLst/>
                <a:latin typeface="Arial" panose="020B0604020202020204" pitchFamily="34" charset="0"/>
                <a:ea typeface="Aptos" panose="020B0004020202020204" pitchFamily="34" charset="0"/>
                <a:cs typeface="Times New Roman" panose="02020603050405020304" pitchFamily="18" charset="0"/>
              </a:rPr>
              <a:t>C#:</a:t>
            </a:r>
            <a:br>
              <a:rPr lang="es-ES" sz="4000" kern="100">
                <a:solidFill>
                  <a:srgbClr val="FFFFFF"/>
                </a:solidFill>
                <a:effectLst/>
                <a:latin typeface="Aptos" panose="020B0004020202020204" pitchFamily="34" charset="0"/>
                <a:ea typeface="Aptos" panose="020B0004020202020204" pitchFamily="34" charset="0"/>
                <a:cs typeface="Times New Roman" panose="02020603050405020304" pitchFamily="18" charset="0"/>
              </a:rPr>
            </a:br>
            <a:endParaRPr lang="es-ES" sz="4000">
              <a:solidFill>
                <a:srgbClr val="FFFFFF"/>
              </a:solidFill>
            </a:endParaRPr>
          </a:p>
        </p:txBody>
      </p:sp>
      <p:sp>
        <p:nvSpPr>
          <p:cNvPr id="3" name="Marcador de contenido 2">
            <a:extLst>
              <a:ext uri="{FF2B5EF4-FFF2-40B4-BE49-F238E27FC236}">
                <a16:creationId xmlns:a16="http://schemas.microsoft.com/office/drawing/2014/main" id="{714E40F4-5326-C991-0BCD-B3FD4C706219}"/>
              </a:ext>
            </a:extLst>
          </p:cNvPr>
          <p:cNvSpPr>
            <a:spLocks noGrp="1"/>
          </p:cNvSpPr>
          <p:nvPr>
            <p:ph idx="1"/>
          </p:nvPr>
        </p:nvSpPr>
        <p:spPr>
          <a:xfrm>
            <a:off x="4504548" y="285750"/>
            <a:ext cx="7525527" cy="6372225"/>
          </a:xfrm>
        </p:spPr>
        <p:txBody>
          <a:bodyPr anchor="ctr">
            <a:normAutofit/>
          </a:bodyPr>
          <a:lstStyle/>
          <a:p>
            <a:pPr>
              <a:spcAft>
                <a:spcPts val="800"/>
              </a:spcAft>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C# es un lenguaje de programación desarrollado por Microsoft y diseñado para crear aplicaciones en el </a:t>
            </a:r>
            <a:r>
              <a:rPr lang="es-ES" sz="1200" kern="100" dirty="0" err="1">
                <a:effectLst/>
                <a:latin typeface="Arial" panose="020B0604020202020204" pitchFamily="34" charset="0"/>
                <a:ea typeface="Aptos" panose="020B0004020202020204" pitchFamily="34" charset="0"/>
                <a:cs typeface="Times New Roman" panose="02020603050405020304" pitchFamily="18" charset="0"/>
              </a:rPr>
              <a:t>framework</a:t>
            </a:r>
            <a:r>
              <a:rPr lang="es-ES" sz="1200" kern="100" dirty="0">
                <a:effectLst/>
                <a:latin typeface="Arial" panose="020B0604020202020204" pitchFamily="34" charset="0"/>
                <a:ea typeface="Aptos" panose="020B0004020202020204" pitchFamily="34" charset="0"/>
                <a:cs typeface="Times New Roman" panose="02020603050405020304" pitchFamily="18" charset="0"/>
              </a:rPr>
              <a:t> .NET. Es similar a Java en muchos aspectos y se utiliza principalmente para el desarrollo de software empresarial y de escritorio.</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200" b="1" kern="100" dirty="0">
                <a:effectLst/>
                <a:latin typeface="Arial" panose="020B0604020202020204" pitchFamily="34" charset="0"/>
                <a:ea typeface="Aptos" panose="020B0004020202020204" pitchFamily="34" charset="0"/>
                <a:cs typeface="Times New Roman" panose="02020603050405020304" pitchFamily="18" charset="0"/>
              </a:rPr>
              <a:t>Características:</a:t>
            </a:r>
            <a:r>
              <a:rPr lang="es-ES" sz="1200" kern="100" dirty="0">
                <a:effectLst/>
                <a:latin typeface="Arial" panose="020B0604020202020204" pitchFamily="34" charset="0"/>
                <a:ea typeface="Aptos" panose="020B0004020202020204" pitchFamily="34" charset="0"/>
                <a:cs typeface="Times New Roman" panose="02020603050405020304" pitchFamily="18" charset="0"/>
              </a:rPr>
              <a:t> </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Fácil de Aprender: C# tiene una sintaxis limpia y fácil de entender, lo que lo hace ideal para principiantes en la programación.</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Orientado a Objetos: Permite organizar el código en objetos que pueden contener datos y funciones, facilitando el desarrollo y la reutilización del código.</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Interoperabilidad con .NET: C# se integra bien con el ecosistema de desarrollo de Microsoft, lo que brinda acceso a muchas bibliotecas y herramientas útiles.</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Seguridad Integrada: C# proporciona características de seguridad integradas para proteger el código contra errores y amenazas de seguridad.</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Multiplataforma: A través de .NET Core y .NET 5, C# es compatible con múltiples sistemas operativos, lo que permite crear aplicaciones que se ejecutan en diferentes plataformas.</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Programación Asíncrona: Permite la escritura de código que puede manejar múltiples tareas a la vez, lo que mejora la eficiencia y la capacidad de respuesta de las aplicaciones.</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200" b="1" kern="100" dirty="0" err="1">
                <a:effectLst/>
                <a:latin typeface="Arial" panose="020B0604020202020204" pitchFamily="34" charset="0"/>
                <a:ea typeface="Aptos" panose="020B0004020202020204" pitchFamily="34" charset="0"/>
                <a:cs typeface="Times New Roman" panose="02020603050405020304" pitchFamily="18" charset="0"/>
              </a:rPr>
              <a:t>Ejemplo</a:t>
            </a:r>
            <a:r>
              <a:rPr lang="en-GB" sz="1200" b="1" kern="100" dirty="0">
                <a:effectLst/>
                <a:latin typeface="Arial" panose="020B0604020202020204" pitchFamily="34" charset="0"/>
                <a:ea typeface="Aptos" panose="020B0004020202020204" pitchFamily="34" charset="0"/>
                <a:cs typeface="Times New Roman" panose="02020603050405020304" pitchFamily="18" charset="0"/>
              </a:rPr>
              <a:t> </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200" dirty="0">
                <a:effectLst/>
                <a:latin typeface="Consolas" panose="020B0609020204030204" pitchFamily="49" charset="0"/>
                <a:ea typeface="Times New Roman" panose="02020603050405020304" pitchFamily="18" charset="0"/>
                <a:cs typeface="Courier New" panose="02070309020205020404" pitchFamily="49" charset="0"/>
              </a:rPr>
              <a:t>1. using System;</a:t>
            </a:r>
            <a:endParaRPr lang="es-ES" sz="12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200" dirty="0">
                <a:effectLst/>
                <a:latin typeface="Consolas" panose="020B0609020204030204" pitchFamily="49" charset="0"/>
                <a:ea typeface="Times New Roman" panose="02020603050405020304" pitchFamily="18" charset="0"/>
                <a:cs typeface="Courier New" panose="02070309020205020404" pitchFamily="49" charset="0"/>
              </a:rPr>
              <a:t>2. class Program {</a:t>
            </a:r>
            <a:endParaRPr lang="es-ES" sz="12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200" dirty="0">
                <a:effectLst/>
                <a:latin typeface="Consolas" panose="020B0609020204030204" pitchFamily="49" charset="0"/>
                <a:ea typeface="Times New Roman" panose="02020603050405020304" pitchFamily="18" charset="0"/>
                <a:cs typeface="Courier New" panose="02070309020205020404" pitchFamily="49" charset="0"/>
              </a:rPr>
              <a:t>3.     static void Main(string[] </a:t>
            </a:r>
            <a:r>
              <a:rPr lang="en-GB" sz="1200" dirty="0" err="1">
                <a:effectLst/>
                <a:latin typeface="Consolas" panose="020B0609020204030204" pitchFamily="49" charset="0"/>
                <a:ea typeface="Times New Roman" panose="02020603050405020304" pitchFamily="18" charset="0"/>
                <a:cs typeface="Courier New" panose="02070309020205020404" pitchFamily="49" charset="0"/>
              </a:rPr>
              <a:t>args</a:t>
            </a:r>
            <a:r>
              <a:rPr lang="en-GB" sz="1200" dirty="0">
                <a:effectLst/>
                <a:latin typeface="Consolas" panose="020B0609020204030204" pitchFamily="49" charset="0"/>
                <a:ea typeface="Times New Roman" panose="02020603050405020304" pitchFamily="18" charset="0"/>
                <a:cs typeface="Courier New" panose="02070309020205020404" pitchFamily="49" charset="0"/>
              </a:rPr>
              <a:t>) {</a:t>
            </a:r>
            <a:endParaRPr lang="es-ES" sz="12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200" dirty="0">
                <a:effectLst/>
                <a:latin typeface="Consolas" panose="020B0609020204030204" pitchFamily="49" charset="0"/>
                <a:ea typeface="Times New Roman" panose="02020603050405020304" pitchFamily="18" charset="0"/>
                <a:cs typeface="Courier New" panose="02070309020205020404" pitchFamily="49" charset="0"/>
              </a:rPr>
              <a:t>4.         </a:t>
            </a:r>
            <a:r>
              <a:rPr lang="es-ES" sz="1200" dirty="0" err="1">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s-ES" sz="1200" dirty="0">
                <a:effectLst/>
                <a:latin typeface="Consolas" panose="020B0609020204030204" pitchFamily="49" charset="0"/>
                <a:ea typeface="Times New Roman" panose="02020603050405020304" pitchFamily="18" charset="0"/>
                <a:cs typeface="Courier New" panose="02070309020205020404" pitchFamily="49" charset="0"/>
              </a:rPr>
              <a:t>("Hola, mundo!");</a:t>
            </a:r>
            <a:endParaRPr lang="es-ES" sz="12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200" dirty="0">
                <a:effectLst/>
                <a:latin typeface="Consolas" panose="020B0609020204030204" pitchFamily="49" charset="0"/>
                <a:ea typeface="Times New Roman" panose="02020603050405020304" pitchFamily="18" charset="0"/>
                <a:cs typeface="Courier New" panose="02070309020205020404" pitchFamily="49" charset="0"/>
              </a:rPr>
              <a:t>5.     }</a:t>
            </a:r>
            <a:endParaRPr lang="es-ES" sz="12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200" dirty="0">
                <a:effectLst/>
                <a:latin typeface="Consolas" panose="020B0609020204030204" pitchFamily="49" charset="0"/>
                <a:ea typeface="Times New Roman" panose="02020603050405020304" pitchFamily="18" charset="0"/>
                <a:cs typeface="Courier New" panose="02070309020205020404" pitchFamily="49" charset="0"/>
              </a:rPr>
              <a:t>6. }</a:t>
            </a:r>
            <a:endParaRPr lang="es-ES" sz="1200" dirty="0">
              <a:effectLst/>
              <a:latin typeface="Times New Roman" panose="02020603050405020304" pitchFamily="18" charset="0"/>
              <a:ea typeface="Times New Roman" panose="02020603050405020304" pitchFamily="18" charset="0"/>
            </a:endParaRPr>
          </a:p>
          <a:p>
            <a:endParaRPr lang="es-ES" sz="1200" dirty="0"/>
          </a:p>
        </p:txBody>
      </p:sp>
    </p:spTree>
    <p:extLst>
      <p:ext uri="{BB962C8B-B14F-4D97-AF65-F5344CB8AC3E}">
        <p14:creationId xmlns:p14="http://schemas.microsoft.com/office/powerpoint/2010/main" val="1406034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F5A75E33-525F-E318-02A3-B4F3F82BCD57}"/>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a:solidFill>
                  <a:schemeClr val="bg1">
                    <a:lumMod val="95000"/>
                    <a:lumOff val="5000"/>
                  </a:schemeClr>
                </a:solidFill>
                <a:effectLst/>
              </a:rPr>
              <a:t>4. Fases del desarrollo de una aplicación. </a:t>
            </a:r>
            <a:br>
              <a:rPr lang="en-US" sz="5400">
                <a:solidFill>
                  <a:schemeClr val="bg1">
                    <a:lumMod val="95000"/>
                    <a:lumOff val="5000"/>
                  </a:schemeClr>
                </a:solidFill>
                <a:effectLst/>
              </a:rPr>
            </a:br>
            <a:endParaRPr lang="en-US" sz="5400">
              <a:solidFill>
                <a:schemeClr val="bg1">
                  <a:lumMod val="95000"/>
                  <a:lumOff val="5000"/>
                </a:schemeClr>
              </a:solidFill>
            </a:endParaRPr>
          </a:p>
        </p:txBody>
      </p:sp>
    </p:spTree>
    <p:extLst>
      <p:ext uri="{BB962C8B-B14F-4D97-AF65-F5344CB8AC3E}">
        <p14:creationId xmlns:p14="http://schemas.microsoft.com/office/powerpoint/2010/main" val="2231297286"/>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CBD114C-9D08-C46A-0CD0-6F4B884B4417}"/>
              </a:ext>
            </a:extLst>
          </p:cNvPr>
          <p:cNvSpPr>
            <a:spLocks noGrp="1"/>
          </p:cNvSpPr>
          <p:nvPr>
            <p:ph idx="1"/>
          </p:nvPr>
        </p:nvSpPr>
        <p:spPr>
          <a:xfrm>
            <a:off x="695325" y="142875"/>
            <a:ext cx="10658475" cy="6034088"/>
          </a:xfrm>
        </p:spPr>
        <p:txBody>
          <a:bodyPr/>
          <a:lstStyle/>
          <a:p>
            <a:r>
              <a:rPr lang="es-ES" sz="1800" kern="100" dirty="0">
                <a:effectLst/>
                <a:latin typeface="Arial" panose="020B0604020202020204" pitchFamily="34" charset="0"/>
                <a:ea typeface="Aptos" panose="020B0004020202020204" pitchFamily="34" charset="0"/>
                <a:cs typeface="Times New Roman" panose="02020603050405020304" pitchFamily="18" charset="0"/>
              </a:rPr>
              <a:t>El desarrollo de software sigue un proceso estructurado que consta de varias fases, cada una diseñada para llevar a cabo actividades específicas con el objetivo final de crear un producto de software de calidad que satisfaga las necesidades del cliente. </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s-ES" dirty="0"/>
          </a:p>
        </p:txBody>
      </p:sp>
      <p:graphicFrame>
        <p:nvGraphicFramePr>
          <p:cNvPr id="4" name="Diagrama 3">
            <a:extLst>
              <a:ext uri="{FF2B5EF4-FFF2-40B4-BE49-F238E27FC236}">
                <a16:creationId xmlns:a16="http://schemas.microsoft.com/office/drawing/2014/main" id="{B1019368-1231-E80E-DCA4-C32DA072674E}"/>
              </a:ext>
            </a:extLst>
          </p:cNvPr>
          <p:cNvGraphicFramePr/>
          <p:nvPr>
            <p:extLst>
              <p:ext uri="{D42A27DB-BD31-4B8C-83A1-F6EECF244321}">
                <p14:modId xmlns:p14="http://schemas.microsoft.com/office/powerpoint/2010/main" val="3007426367"/>
              </p:ext>
            </p:extLst>
          </p:nvPr>
        </p:nvGraphicFramePr>
        <p:xfrm>
          <a:off x="1066800" y="1057276"/>
          <a:ext cx="10725150" cy="5657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5039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F892E19-92E7-4BB2-8C3F-DBDFE8D9D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11" name="Group 10">
              <a:extLst>
                <a:ext uri="{FF2B5EF4-FFF2-40B4-BE49-F238E27FC236}">
                  <a16:creationId xmlns:a16="http://schemas.microsoft.com/office/drawing/2014/main" id="{81E493D3-31D9-4B80-9798-EEA082E12A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19" name="Freeform: Shape 18">
                <a:extLst>
                  <a:ext uri="{FF2B5EF4-FFF2-40B4-BE49-F238E27FC236}">
                    <a16:creationId xmlns:a16="http://schemas.microsoft.com/office/drawing/2014/main" id="{62E6AA4D-EC17-45B5-B621-DF0FD91FD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D56F11D0-7966-41FE-AAB9-EC0C54F11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2" name="Group 11">
              <a:extLst>
                <a:ext uri="{FF2B5EF4-FFF2-40B4-BE49-F238E27FC236}">
                  <a16:creationId xmlns:a16="http://schemas.microsoft.com/office/drawing/2014/main" id="{CEDE579A-0A12-4A10-85D4-A8DA1663B89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13" name="Group 12">
                <a:extLst>
                  <a:ext uri="{FF2B5EF4-FFF2-40B4-BE49-F238E27FC236}">
                    <a16:creationId xmlns:a16="http://schemas.microsoft.com/office/drawing/2014/main" id="{15CA79E3-BA58-419A-8541-7498AC2633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17" name="Freeform: Shape 16">
                  <a:extLst>
                    <a:ext uri="{FF2B5EF4-FFF2-40B4-BE49-F238E27FC236}">
                      <a16:creationId xmlns:a16="http://schemas.microsoft.com/office/drawing/2014/main" id="{2348C622-BC44-4959-B64E-427015FD1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8841A98-AA1D-4F65-A368-EF31110B0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4" name="Group 13">
                <a:extLst>
                  <a:ext uri="{FF2B5EF4-FFF2-40B4-BE49-F238E27FC236}">
                    <a16:creationId xmlns:a16="http://schemas.microsoft.com/office/drawing/2014/main" id="{E6609F08-9B2C-4879-AC68-E3E537BED7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15" name="Freeform: Shape 14">
                  <a:extLst>
                    <a:ext uri="{FF2B5EF4-FFF2-40B4-BE49-F238E27FC236}">
                      <a16:creationId xmlns:a16="http://schemas.microsoft.com/office/drawing/2014/main" id="{6910EFC9-D70D-42FD-BCCD-AB1F710BF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83BEF371-1E22-4C4F-A62F-AC6B92CAE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3" name="Marcador de contenido 2">
            <a:extLst>
              <a:ext uri="{FF2B5EF4-FFF2-40B4-BE49-F238E27FC236}">
                <a16:creationId xmlns:a16="http://schemas.microsoft.com/office/drawing/2014/main" id="{44A3A891-F8AD-22B4-6403-B70B9DE87781}"/>
              </a:ext>
            </a:extLst>
          </p:cNvPr>
          <p:cNvSpPr>
            <a:spLocks noGrp="1"/>
          </p:cNvSpPr>
          <p:nvPr>
            <p:ph idx="1"/>
          </p:nvPr>
        </p:nvSpPr>
        <p:spPr>
          <a:xfrm>
            <a:off x="4838701" y="323850"/>
            <a:ext cx="7096124" cy="6448425"/>
          </a:xfrm>
        </p:spPr>
        <p:txBody>
          <a:bodyPr>
            <a:normAutofit fontScale="92500" lnSpcReduction="10000"/>
          </a:bodyPr>
          <a:lstStyle/>
          <a:p>
            <a:pPr marL="342900" lvl="0" indent="-342900">
              <a:spcAft>
                <a:spcPts val="800"/>
              </a:spcAft>
              <a:buFont typeface="+mj-lt"/>
              <a:buAutoNum type="arabicPeriod"/>
            </a:pPr>
            <a:r>
              <a:rPr lang="es-ES" sz="1400" b="1"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Recolección de Requisitos: </a:t>
            </a: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En esta fase, se identifican y documentan los requisitos del cliente y del sistema. Esto implica comprender las necesidades del usuario final, los objetivos del proyecto y las restricciones técnicas y comerciales.</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mj-lt"/>
              <a:buAutoNum type="arabicPeriod"/>
            </a:pPr>
            <a:r>
              <a:rPr lang="es-ES" sz="1400" b="1"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Análisis: </a:t>
            </a: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Durante esta fase, se analizan los requisitos recopilados para comprender su alcance y complejidad. Se pueden identificar posibles riesgos y se establece una visión clara del sistema que se va a desarrollar.</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mj-lt"/>
              <a:buAutoNum type="arabicPeriod"/>
            </a:pPr>
            <a:r>
              <a:rPr lang="es-ES" sz="1400" b="1"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Diseño: </a:t>
            </a: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En esta etapa, se diseña la arquitectura del sistema y se elaboran los diseños detallados de cada componente del software. Esto incluye el diseño de la base de datos, la interfaz de usuario y la lógica de negocio.</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mj-lt"/>
              <a:buAutoNum type="arabicPeriod"/>
            </a:pPr>
            <a:r>
              <a:rPr lang="es-ES" sz="1400" b="1"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Implementación (Codificación): </a:t>
            </a: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Durante la fase de implementación, se escribe y se prueba el código del software de acuerdo con los diseños y especificaciones establecidos en las fases anteriores. Se aplican prácticas de codificación robustas y se realizan pruebas unitarias para garantizar la calidad del código.</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mj-lt"/>
              <a:buAutoNum type="arabicPeriod"/>
            </a:pPr>
            <a:r>
              <a:rPr lang="es-ES" sz="1400" b="1"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Pruebas: </a:t>
            </a: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En esta fase, se llevan a cabo pruebas exhaustivas para validar el software y garantizar que cumple con los requisitos establecidos. Esto incluye pruebas funcionales, de rendimiento, de seguridad y de usabilidad, entre otras.</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mj-lt"/>
              <a:buAutoNum type="arabicPeriod"/>
            </a:pPr>
            <a:r>
              <a:rPr lang="es-ES" sz="1400" b="1"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Despliegue (Implementación): </a:t>
            </a: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Una vez que el software ha pasado con éxito las pruebas, se implementa en el entorno de producción. Esto puede implicar la instalación del software en los servidores del cliente o su distribución a través de una tienda de aplicaciones, dependiendo del tipo de software.</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mj-lt"/>
              <a:buAutoNum type="arabicPeriod"/>
            </a:pPr>
            <a:r>
              <a:rPr lang="es-ES" sz="1400" b="1"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Mantenimiento: </a:t>
            </a: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La fase de mantenimiento involucra la corrección de errores, la implementación de actualizaciones y mejoras, y el soporte continuo al usuario final. Esta fase garantiza que el software siga siendo funcional y cumpla con las necesidades cambiantes del cliente a lo largo del tiempo.</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solidFill>
                  <a:schemeClr val="tx1">
                    <a:alpha val="80000"/>
                  </a:schemeClr>
                </a:solidFill>
                <a:effectLst/>
                <a:latin typeface="Arial" panose="020B0604020202020204" pitchFamily="34" charset="0"/>
                <a:ea typeface="Aptos" panose="020B0004020202020204" pitchFamily="34" charset="0"/>
                <a:cs typeface="Times New Roman" panose="02020603050405020304" pitchFamily="18" charset="0"/>
              </a:rPr>
              <a:t>Es importante destacar que estas fases no son necesariamente lineales y pueden superponerse en ciertos puntos del proceso de desarrollo. Además, la metodología de desarrollo específica utilizada por un equipo puede influir en cómo se llevan a cabo estas fases y en qué medida se aplican. Sin embargo, estas son las fases comunes que se encuentran en la mayoría de los proyectos de desarrollo de software.</a:t>
            </a:r>
            <a:endParaRPr lang="es-ES" sz="1400" kern="100" dirty="0">
              <a:solidFill>
                <a:schemeClr val="tx1">
                  <a:alpha val="80000"/>
                </a:schemeClr>
              </a:solidFill>
              <a:effectLst/>
              <a:latin typeface="Aptos" panose="020B0004020202020204" pitchFamily="34" charset="0"/>
              <a:ea typeface="Aptos" panose="020B0004020202020204" pitchFamily="34" charset="0"/>
              <a:cs typeface="Times New Roman" panose="02020603050405020304" pitchFamily="18" charset="0"/>
            </a:endParaRPr>
          </a:p>
          <a:p>
            <a:endParaRPr lang="es-ES" sz="1400" dirty="0">
              <a:solidFill>
                <a:schemeClr val="tx1">
                  <a:alpha val="80000"/>
                </a:schemeClr>
              </a:solidFill>
            </a:endParaRPr>
          </a:p>
        </p:txBody>
      </p:sp>
    </p:spTree>
    <p:extLst>
      <p:ext uri="{BB962C8B-B14F-4D97-AF65-F5344CB8AC3E}">
        <p14:creationId xmlns:p14="http://schemas.microsoft.com/office/powerpoint/2010/main" val="63464973"/>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5847BC-D271-117F-ED04-5C381CCF32FE}"/>
              </a:ext>
            </a:extLst>
          </p:cNvPr>
          <p:cNvSpPr>
            <a:spLocks noGrp="1"/>
          </p:cNvSpPr>
          <p:nvPr>
            <p:ph type="title"/>
          </p:nvPr>
        </p:nvSpPr>
        <p:spPr>
          <a:xfrm>
            <a:off x="638175" y="165101"/>
            <a:ext cx="10515600" cy="315912"/>
          </a:xfrm>
        </p:spPr>
        <p:txBody>
          <a:bodyPr>
            <a:normAutofit fontScale="90000"/>
          </a:bodyPr>
          <a:lstStyle/>
          <a:p>
            <a:r>
              <a:rPr lang="es-ES" sz="1800" b="1" kern="100" dirty="0">
                <a:effectLst/>
                <a:latin typeface="Arial" panose="020B0604020202020204" pitchFamily="34" charset="0"/>
                <a:ea typeface="Aptos" panose="020B0004020202020204" pitchFamily="34" charset="0"/>
                <a:cs typeface="Times New Roman" panose="02020603050405020304" pitchFamily="18" charset="0"/>
              </a:rPr>
              <a:t>Modelos de ciclo de vida</a:t>
            </a:r>
            <a:endParaRPr lang="es-ES" dirty="0"/>
          </a:p>
        </p:txBody>
      </p:sp>
      <p:sp>
        <p:nvSpPr>
          <p:cNvPr id="3" name="Marcador de contenido 2">
            <a:extLst>
              <a:ext uri="{FF2B5EF4-FFF2-40B4-BE49-F238E27FC236}">
                <a16:creationId xmlns:a16="http://schemas.microsoft.com/office/drawing/2014/main" id="{FB1DE833-04D3-86EE-55D0-31A73F9DADE3}"/>
              </a:ext>
            </a:extLst>
          </p:cNvPr>
          <p:cNvSpPr>
            <a:spLocks noGrp="1"/>
          </p:cNvSpPr>
          <p:nvPr>
            <p:ph idx="1"/>
          </p:nvPr>
        </p:nvSpPr>
        <p:spPr>
          <a:xfrm>
            <a:off x="171350" y="618875"/>
            <a:ext cx="7010400" cy="6238875"/>
          </a:xfrm>
        </p:spPr>
        <p:txBody>
          <a:bodyPr>
            <a:normAutofit/>
          </a:bodyPr>
          <a:lstStyle/>
          <a:p>
            <a:pPr algn="just">
              <a:lnSpc>
                <a:spcPct val="115000"/>
              </a:lnSpc>
              <a:spcAft>
                <a:spcPts val="800"/>
              </a:spcAft>
            </a:pPr>
            <a:r>
              <a:rPr lang="es-ES" sz="1200" b="1" kern="100" dirty="0">
                <a:effectLst/>
                <a:latin typeface="Arial" panose="020B0604020202020204" pitchFamily="34" charset="0"/>
                <a:ea typeface="Aptos" panose="020B0004020202020204" pitchFamily="34" charset="0"/>
                <a:cs typeface="Times New Roman" panose="02020603050405020304" pitchFamily="18" charset="0"/>
              </a:rPr>
              <a:t>Modelo en Cascada (</a:t>
            </a:r>
            <a:r>
              <a:rPr lang="es-ES" sz="1200" b="1" kern="100" dirty="0" err="1">
                <a:effectLst/>
                <a:latin typeface="Arial" panose="020B0604020202020204" pitchFamily="34" charset="0"/>
                <a:ea typeface="Aptos" panose="020B0004020202020204" pitchFamily="34" charset="0"/>
                <a:cs typeface="Times New Roman" panose="02020603050405020304" pitchFamily="18" charset="0"/>
              </a:rPr>
              <a:t>Waterfall</a:t>
            </a:r>
            <a:r>
              <a:rPr lang="es-ES" sz="1200" b="1" kern="100" dirty="0">
                <a:effectLst/>
                <a:latin typeface="Arial" panose="020B0604020202020204" pitchFamily="34" charset="0"/>
                <a:ea typeface="Aptos" panose="020B0004020202020204" pitchFamily="34" charset="0"/>
                <a:cs typeface="Times New Roman" panose="02020603050405020304" pitchFamily="18" charset="0"/>
              </a:rPr>
              <a:t>): </a:t>
            </a:r>
            <a:r>
              <a:rPr lang="es-ES" sz="1200" kern="100" dirty="0">
                <a:effectLst/>
                <a:latin typeface="Arial" panose="020B0604020202020204" pitchFamily="34" charset="0"/>
                <a:ea typeface="Aptos" panose="020B0004020202020204" pitchFamily="34" charset="0"/>
                <a:cs typeface="Times New Roman" panose="02020603050405020304" pitchFamily="18" charset="0"/>
              </a:rPr>
              <a:t>En este modelo, el proceso de desarrollo avanza de manera secuencial a través de una serie de fases: requisitos, diseño, implementación, pruebas y mantenimiento. Cada fase debe completarse antes de pasar a la siguiente, y cualquier cambio en los requisitos puede ser costoso y difícil de manejar.</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Es adecuado para proyectos con requisitos bien definidos y estables desde el principio.</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s-ES" sz="1200" b="1" kern="100" dirty="0">
                <a:effectLst/>
                <a:latin typeface="Arial" panose="020B0604020202020204" pitchFamily="34" charset="0"/>
                <a:ea typeface="Aptos" panose="020B0004020202020204" pitchFamily="34" charset="0"/>
                <a:cs typeface="Times New Roman" panose="02020603050405020304" pitchFamily="18" charset="0"/>
              </a:rPr>
              <a:t>Modelo en Espiral: </a:t>
            </a:r>
            <a:r>
              <a:rPr lang="es-ES" sz="1200" kern="100" dirty="0">
                <a:effectLst/>
                <a:latin typeface="Arial" panose="020B0604020202020204" pitchFamily="34" charset="0"/>
                <a:ea typeface="Aptos" panose="020B0004020202020204" pitchFamily="34" charset="0"/>
                <a:cs typeface="Times New Roman" panose="02020603050405020304" pitchFamily="18" charset="0"/>
              </a:rPr>
              <a:t>Este modelo combina elementos del modelo en cascada con iteraciones y prototipos. El proceso avanza a través de varias iteraciones, cada una de las cuales incluye actividades de todas las fases del ciclo de vida, pero con un enfoque en la mitigación de riesgos.</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Es adecuado para proyectos grandes y complejos donde los requisitos no están completamente definidos desde el principio y donde la gestión de riesgos es una preocupación importante.</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s-ES" sz="1200" b="1" kern="100" dirty="0">
                <a:effectLst/>
                <a:latin typeface="Arial" panose="020B0604020202020204" pitchFamily="34" charset="0"/>
                <a:ea typeface="Aptos" panose="020B0004020202020204" pitchFamily="34" charset="0"/>
                <a:cs typeface="Times New Roman" panose="02020603050405020304" pitchFamily="18" charset="0"/>
              </a:rPr>
              <a:t>Modelo de Desarrollo Incremental: </a:t>
            </a:r>
            <a:r>
              <a:rPr lang="es-ES" sz="1200" kern="100" dirty="0">
                <a:effectLst/>
                <a:latin typeface="Arial" panose="020B0604020202020204" pitchFamily="34" charset="0"/>
                <a:ea typeface="Aptos" panose="020B0004020202020204" pitchFamily="34" charset="0"/>
                <a:cs typeface="Times New Roman" panose="02020603050405020304" pitchFamily="18" charset="0"/>
              </a:rPr>
              <a:t>En este modelo, el desarrollo se divide en incrementos o versiones funcionales del software. Cada incremento agrega funcionalidades adicionales al sistema, lo que permite entregas tempranas y frecuentes al cliente.</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Es adecuado para proyectos donde se pueden identificar claramente los componentes que se pueden desarrollar de manera incremental y donde se requieren entregas tempranas.</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s-ES" sz="1200" b="1" kern="100" dirty="0">
                <a:effectLst/>
                <a:latin typeface="Arial" panose="020B0604020202020204" pitchFamily="34" charset="0"/>
                <a:ea typeface="Aptos" panose="020B0004020202020204" pitchFamily="34" charset="0"/>
                <a:cs typeface="Times New Roman" panose="02020603050405020304" pitchFamily="18" charset="0"/>
              </a:rPr>
              <a:t>Modelo de Desarrollo en V: </a:t>
            </a:r>
            <a:r>
              <a:rPr lang="es-ES" sz="1200" kern="100" dirty="0">
                <a:effectLst/>
                <a:latin typeface="Arial" panose="020B0604020202020204" pitchFamily="34" charset="0"/>
                <a:ea typeface="Aptos" panose="020B0004020202020204" pitchFamily="34" charset="0"/>
                <a:cs typeface="Times New Roman" panose="02020603050405020304" pitchFamily="18" charset="0"/>
              </a:rPr>
              <a:t>Este modelo muestra una relación entre las fases del desarrollo (izquierda) y las fases de prueba (derecha). Las actividades de desarrollo (como análisis, diseño, implementación) se corresponden con actividades de prueba (como pruebas unitarias, de integración y de aceptación).</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s-ES" sz="1200" kern="100" dirty="0">
                <a:effectLst/>
                <a:latin typeface="Arial" panose="020B0604020202020204" pitchFamily="34" charset="0"/>
                <a:ea typeface="Aptos" panose="020B0004020202020204" pitchFamily="34" charset="0"/>
                <a:cs typeface="Times New Roman" panose="02020603050405020304" pitchFamily="18" charset="0"/>
              </a:rPr>
              <a:t>Es adecuado para proyectos donde se desea una fuerte integración entre el desarrollo y las actividades de prueba.</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s-ES" sz="2000" dirty="0"/>
          </a:p>
        </p:txBody>
      </p:sp>
      <p:graphicFrame>
        <p:nvGraphicFramePr>
          <p:cNvPr id="4" name="Diagrama 3">
            <a:extLst>
              <a:ext uri="{FF2B5EF4-FFF2-40B4-BE49-F238E27FC236}">
                <a16:creationId xmlns:a16="http://schemas.microsoft.com/office/drawing/2014/main" id="{A7056F30-C62A-779A-375E-D0EE7E6C2287}"/>
              </a:ext>
            </a:extLst>
          </p:cNvPr>
          <p:cNvGraphicFramePr/>
          <p:nvPr>
            <p:extLst>
              <p:ext uri="{D42A27DB-BD31-4B8C-83A1-F6EECF244321}">
                <p14:modId xmlns:p14="http://schemas.microsoft.com/office/powerpoint/2010/main" val="3146401006"/>
              </p:ext>
            </p:extLst>
          </p:nvPr>
        </p:nvGraphicFramePr>
        <p:xfrm>
          <a:off x="7276699" y="2012231"/>
          <a:ext cx="5064292" cy="22806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39090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10" name="Freeform: Shape 9">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3" name="Freeform: Shape 12">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7D5B9AD-264B-B797-3F5A-401AF0A39CDB}"/>
              </a:ext>
            </a:extLst>
          </p:cNvPr>
          <p:cNvSpPr>
            <a:spLocks noGrp="1"/>
          </p:cNvSpPr>
          <p:nvPr>
            <p:ph type="title"/>
          </p:nvPr>
        </p:nvSpPr>
        <p:spPr>
          <a:xfrm>
            <a:off x="2242409" y="895483"/>
            <a:ext cx="5786232" cy="3011190"/>
          </a:xfrm>
        </p:spPr>
        <p:txBody>
          <a:bodyPr vert="horz" lIns="91440" tIns="45720" rIns="91440" bIns="45720" rtlCol="0" anchor="b">
            <a:normAutofit/>
          </a:bodyPr>
          <a:lstStyle/>
          <a:p>
            <a:pPr algn="ctr"/>
            <a:r>
              <a:rPr lang="en-US" sz="5400" kern="1200">
                <a:solidFill>
                  <a:schemeClr val="bg1"/>
                </a:solidFill>
                <a:effectLst/>
                <a:latin typeface="+mj-lt"/>
                <a:ea typeface="+mj-ea"/>
                <a:cs typeface="+mj-cs"/>
              </a:rPr>
              <a:t>Metodologías agiles</a:t>
            </a:r>
            <a:endParaRPr lang="en-US" sz="5400" kern="1200">
              <a:solidFill>
                <a:schemeClr val="bg1"/>
              </a:solidFill>
              <a:latin typeface="+mj-lt"/>
              <a:ea typeface="+mj-ea"/>
              <a:cs typeface="+mj-cs"/>
            </a:endParaRPr>
          </a:p>
        </p:txBody>
      </p:sp>
      <p:sp>
        <p:nvSpPr>
          <p:cNvPr id="19"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1"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3"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4" name="Freeform: Shape 23">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0" name="Oval 29">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Oval 31">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Freeform: Shape 33">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6" name="Freeform: Shape 35">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76112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8C2C155-9F4B-3B2F-59CB-515F72B84091}"/>
              </a:ext>
            </a:extLst>
          </p:cNvPr>
          <p:cNvSpPr>
            <a:spLocks noGrp="1"/>
          </p:cNvSpPr>
          <p:nvPr>
            <p:ph idx="1"/>
          </p:nvPr>
        </p:nvSpPr>
        <p:spPr>
          <a:xfrm>
            <a:off x="838200" y="1929384"/>
            <a:ext cx="10515600" cy="4251960"/>
          </a:xfrm>
        </p:spPr>
        <p:txBody>
          <a:bodyPr>
            <a:normAutofit/>
          </a:bodyPr>
          <a:lstStyle/>
          <a:p>
            <a:r>
              <a:rPr lang="es-ES" sz="2000" kern="100">
                <a:effectLst/>
                <a:latin typeface="Arial" panose="020B0604020202020204" pitchFamily="34" charset="0"/>
                <a:ea typeface="Aptos" panose="020B0004020202020204" pitchFamily="34" charset="0"/>
                <a:cs typeface="Times New Roman" panose="02020603050405020304" pitchFamily="18" charset="0"/>
              </a:rPr>
              <a:t>Las metodologías ágiles han revolucionado la forma en que se desarrollan y entregan los proyectos de software, al enfocarse en la flexibilidad, la colaboración y la adaptación continua. Estas metodologías se centran en la entrega iterativa e incremental de software funcional, lo que permite a los equipos responder rápidamente a los cambios en los requisitos y en el entorno del proyecto. En esta sección, exploraremos las metodologías ágiles más comunes, destacando sus principios fundamentales, características distintivas y aplicaciones en el desarrollo de software.</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Las metodologías ágiles, se basa en 4 principios fundamentales</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tabLst>
                <a:tab pos="457200" algn="l"/>
              </a:tabLst>
            </a:pPr>
            <a:r>
              <a:rPr lang="es-ES" sz="2000" kern="100">
                <a:effectLst/>
                <a:latin typeface="Arial" panose="020B0604020202020204" pitchFamily="34" charset="0"/>
                <a:ea typeface="Aptos" panose="020B0004020202020204" pitchFamily="34" charset="0"/>
                <a:cs typeface="Times New Roman" panose="02020603050405020304" pitchFamily="18" charset="0"/>
              </a:rPr>
              <a:t>Valoramos más a los individuos y su interacción que a los procesos y las herramientas.</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tabLst>
                <a:tab pos="457200" algn="l"/>
              </a:tabLst>
            </a:pPr>
            <a:r>
              <a:rPr lang="es-ES" sz="2000" kern="100">
                <a:effectLst/>
                <a:latin typeface="Arial" panose="020B0604020202020204" pitchFamily="34" charset="0"/>
                <a:ea typeface="Aptos" panose="020B0004020202020204" pitchFamily="34" charset="0"/>
                <a:cs typeface="Times New Roman" panose="02020603050405020304" pitchFamily="18" charset="0"/>
              </a:rPr>
              <a:t>Valoramos más el software que funciona que la documentación exhaustiva.</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tabLst>
                <a:tab pos="457200" algn="l"/>
              </a:tabLst>
            </a:pPr>
            <a:r>
              <a:rPr lang="es-ES" sz="2000" kern="100">
                <a:effectLst/>
                <a:latin typeface="Arial" panose="020B0604020202020204" pitchFamily="34" charset="0"/>
                <a:ea typeface="Aptos" panose="020B0004020202020204" pitchFamily="34" charset="0"/>
                <a:cs typeface="Times New Roman" panose="02020603050405020304" pitchFamily="18" charset="0"/>
              </a:rPr>
              <a:t>Valoramos más la colaboración con el cliente que la negociación contractual.</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Symbol" panose="05050102010706020507" pitchFamily="18" charset="2"/>
              <a:buChar char=""/>
              <a:tabLst>
                <a:tab pos="457200" algn="l"/>
              </a:tabLst>
            </a:pPr>
            <a:r>
              <a:rPr lang="es-ES" sz="2000" kern="100">
                <a:effectLst/>
                <a:latin typeface="Arial" panose="020B0604020202020204" pitchFamily="34" charset="0"/>
                <a:ea typeface="Aptos" panose="020B0004020202020204" pitchFamily="34" charset="0"/>
                <a:cs typeface="Times New Roman" panose="02020603050405020304" pitchFamily="18" charset="0"/>
              </a:rPr>
              <a:t>Valoramos más la respuesta al cambio que el seguimiento de un plan.</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000"/>
          </a:p>
        </p:txBody>
      </p:sp>
    </p:spTree>
    <p:extLst>
      <p:ext uri="{BB962C8B-B14F-4D97-AF65-F5344CB8AC3E}">
        <p14:creationId xmlns:p14="http://schemas.microsoft.com/office/powerpoint/2010/main" val="3346102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C563068-4581-8C71-341B-2C22304A0298}"/>
              </a:ext>
            </a:extLst>
          </p:cNvPr>
          <p:cNvSpPr>
            <a:spLocks noGrp="1"/>
          </p:cNvSpPr>
          <p:nvPr>
            <p:ph type="title"/>
          </p:nvPr>
        </p:nvSpPr>
        <p:spPr>
          <a:xfrm>
            <a:off x="572493" y="238539"/>
            <a:ext cx="11018520" cy="1434415"/>
          </a:xfrm>
        </p:spPr>
        <p:txBody>
          <a:bodyPr anchor="b">
            <a:normAutofit/>
          </a:bodyPr>
          <a:lstStyle/>
          <a:p>
            <a:r>
              <a:rPr lang="es-ES" sz="5400" b="1" kern="100">
                <a:effectLst/>
                <a:latin typeface="Arial" panose="020B0604020202020204" pitchFamily="34" charset="0"/>
                <a:ea typeface="Aptos" panose="020B0004020202020204" pitchFamily="34" charset="0"/>
                <a:cs typeface="Times New Roman" panose="02020603050405020304" pitchFamily="18" charset="0"/>
              </a:rPr>
              <a:t>Scrum</a:t>
            </a:r>
            <a:endParaRPr lang="es-E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07B8DE4-A249-FDD1-9126-81A7265D318E}"/>
              </a:ext>
            </a:extLst>
          </p:cNvPr>
          <p:cNvSpPr>
            <a:spLocks noGrp="1"/>
          </p:cNvSpPr>
          <p:nvPr>
            <p:ph idx="1"/>
          </p:nvPr>
        </p:nvSpPr>
        <p:spPr>
          <a:xfrm>
            <a:off x="572493" y="2071316"/>
            <a:ext cx="6713552" cy="4119172"/>
          </a:xfrm>
        </p:spPr>
        <p:txBody>
          <a:bodyPr anchor="t">
            <a:normAutofit/>
          </a:bodyPr>
          <a:lstStyle/>
          <a:p>
            <a:pPr>
              <a:spcAft>
                <a:spcPts val="800"/>
              </a:spcAft>
            </a:pPr>
            <a:r>
              <a:rPr lang="es-ES" sz="1700" kern="100">
                <a:effectLst/>
                <a:latin typeface="Arial" panose="020B0604020202020204" pitchFamily="34" charset="0"/>
                <a:ea typeface="Aptos" panose="020B0004020202020204" pitchFamily="34" charset="0"/>
                <a:cs typeface="Times New Roman" panose="02020603050405020304" pitchFamily="18" charset="0"/>
              </a:rPr>
              <a:t>Scrum es un marco de trabajo para desarrollo ágil de software que se ha expandido a otras industrias.</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700" kern="100">
                <a:effectLst/>
                <a:latin typeface="Arial" panose="020B0604020202020204" pitchFamily="34" charset="0"/>
                <a:ea typeface="Aptos" panose="020B0004020202020204" pitchFamily="34" charset="0"/>
                <a:cs typeface="Times New Roman" panose="02020603050405020304" pitchFamily="18" charset="0"/>
              </a:rPr>
              <a:t>Es un proceso en el que se aplican de manera regular un conjunto de buenas prácticas para trabajar colaborativamente, en equipo y obtener el mejor resultado posible de proyectos, caracterizado por:</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tabLst>
                <a:tab pos="457200" algn="l"/>
              </a:tabLst>
            </a:pPr>
            <a:r>
              <a:rPr lang="es-ES" sz="1700" kern="100">
                <a:effectLst/>
                <a:latin typeface="Arial" panose="020B0604020202020204" pitchFamily="34" charset="0"/>
                <a:ea typeface="Aptos" panose="020B0004020202020204" pitchFamily="34" charset="0"/>
                <a:cs typeface="Times New Roman" panose="02020603050405020304" pitchFamily="18" charset="0"/>
              </a:rPr>
              <a:t>Adoptar una estrategia de desarrollo incremental, en lugar de la planificación y ejecución completa del producto.</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tabLst>
                <a:tab pos="457200" algn="l"/>
              </a:tabLst>
            </a:pPr>
            <a:r>
              <a:rPr lang="es-ES" sz="1700" kern="100">
                <a:effectLst/>
                <a:latin typeface="Arial" panose="020B0604020202020204" pitchFamily="34" charset="0"/>
                <a:ea typeface="Aptos" panose="020B0004020202020204" pitchFamily="34" charset="0"/>
                <a:cs typeface="Times New Roman" panose="02020603050405020304" pitchFamily="18" charset="0"/>
              </a:rPr>
              <a:t>Basar la calidad del resultado más en el conocimiento tácito de las personas en equipos auto organizados, que en la calidad de los procesos empleados.</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Symbol" panose="05050102010706020507" pitchFamily="18" charset="2"/>
              <a:buChar char=""/>
              <a:tabLst>
                <a:tab pos="457200" algn="l"/>
              </a:tabLst>
            </a:pPr>
            <a:r>
              <a:rPr lang="es-ES" sz="1700" kern="100">
                <a:effectLst/>
                <a:latin typeface="Arial" panose="020B0604020202020204" pitchFamily="34" charset="0"/>
                <a:ea typeface="Aptos" panose="020B0004020202020204" pitchFamily="34" charset="0"/>
                <a:cs typeface="Times New Roman" panose="02020603050405020304" pitchFamily="18" charset="0"/>
              </a:rPr>
              <a:t>Solapar las diferentes fases del desarrollo, en lugar de realizar una tras otra en un ciclo secuencial o en cascada</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700"/>
          </a:p>
        </p:txBody>
      </p:sp>
      <p:pic>
        <p:nvPicPr>
          <p:cNvPr id="4" name="Imagen 3" descr="Diagrama&#10;&#10;Descripción generada automáticamente">
            <a:extLst>
              <a:ext uri="{FF2B5EF4-FFF2-40B4-BE49-F238E27FC236}">
                <a16:creationId xmlns:a16="http://schemas.microsoft.com/office/drawing/2014/main" id="{D6AEB27A-E1DE-243C-992A-293AF29F912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1102" r="31137" b="-2"/>
          <a:stretch/>
        </p:blipFill>
        <p:spPr bwMode="auto">
          <a:xfrm>
            <a:off x="7675658" y="2093976"/>
            <a:ext cx="3941064" cy="4096512"/>
          </a:xfrm>
          <a:prstGeom prst="rect">
            <a:avLst/>
          </a:prstGeom>
          <a:noFill/>
          <a:extLst>
            <a:ext uri="{53640926-AAD7-44D8-BBD7-CCE9431645EC}">
              <a14:shadowObscured xmlns:a14="http://schemas.microsoft.com/office/drawing/2010/main"/>
            </a:ext>
          </a:extLst>
        </p:spPr>
      </p:pic>
    </p:spTree>
    <p:extLst>
      <p:ext uri="{BB962C8B-B14F-4D97-AF65-F5344CB8AC3E}">
        <p14:creationId xmlns:p14="http://schemas.microsoft.com/office/powerpoint/2010/main" val="800351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4DBC343-A6B0-9016-1150-3379A6FD30A5}"/>
              </a:ext>
            </a:extLst>
          </p:cNvPr>
          <p:cNvSpPr>
            <a:spLocks noGrp="1"/>
          </p:cNvSpPr>
          <p:nvPr>
            <p:ph type="title"/>
          </p:nvPr>
        </p:nvSpPr>
        <p:spPr>
          <a:xfrm>
            <a:off x="572493" y="238539"/>
            <a:ext cx="11018520" cy="1434415"/>
          </a:xfrm>
        </p:spPr>
        <p:txBody>
          <a:bodyPr anchor="b">
            <a:normAutofit/>
          </a:bodyPr>
          <a:lstStyle/>
          <a:p>
            <a:r>
              <a:rPr lang="es-ES" sz="5400"/>
              <a:t>Como funciona</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19DEA7F-7B70-B99B-1105-426A5249CB44}"/>
              </a:ext>
            </a:extLst>
          </p:cNvPr>
          <p:cNvSpPr>
            <a:spLocks noGrp="1"/>
          </p:cNvSpPr>
          <p:nvPr>
            <p:ph idx="1"/>
          </p:nvPr>
        </p:nvSpPr>
        <p:spPr>
          <a:xfrm>
            <a:off x="572493" y="2071316"/>
            <a:ext cx="6713552" cy="4119172"/>
          </a:xfrm>
        </p:spPr>
        <p:txBody>
          <a:bodyPr anchor="t">
            <a:normAutofit/>
          </a:bodyPr>
          <a:lstStyle/>
          <a:p>
            <a:pPr>
              <a:spcAft>
                <a:spcPts val="800"/>
              </a:spcAft>
            </a:pPr>
            <a:r>
              <a:rPr lang="es-ES" sz="1500" kern="100">
                <a:effectLst/>
                <a:latin typeface="Arial" panose="020B0604020202020204" pitchFamily="34" charset="0"/>
                <a:ea typeface="Aptos" panose="020B0004020202020204" pitchFamily="34" charset="0"/>
                <a:cs typeface="Times New Roman" panose="02020603050405020304" pitchFamily="18" charset="0"/>
              </a:rPr>
              <a:t>Al inicio del proyecto se elabora la Lista del Producto o Product</a:t>
            </a:r>
            <a:r>
              <a:rPr lang="es-ES" sz="1500" i="1" kern="100">
                <a:effectLst/>
                <a:latin typeface="Arial" panose="020B0604020202020204" pitchFamily="34" charset="0"/>
                <a:ea typeface="Aptos" panose="020B0004020202020204" pitchFamily="34" charset="0"/>
                <a:cs typeface="Times New Roman" panose="02020603050405020304" pitchFamily="18" charset="0"/>
              </a:rPr>
              <a:t> Backlog</a:t>
            </a:r>
            <a:r>
              <a:rPr lang="es-ES" sz="1500" kern="100">
                <a:effectLst/>
                <a:latin typeface="Arial" panose="020B0604020202020204" pitchFamily="34" charset="0"/>
                <a:ea typeface="Aptos" panose="020B0004020202020204" pitchFamily="34" charset="0"/>
                <a:cs typeface="Times New Roman" panose="02020603050405020304" pitchFamily="18" charset="0"/>
              </a:rPr>
              <a:t>, que son las características o funcionalidades (ordenadas según su prioridad) que debe tener el producto; pueden ir cambiando durante el desarrollo.</a:t>
            </a:r>
            <a:endParaRPr lang="es-ES" sz="15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tabLst>
                <a:tab pos="457200" algn="l"/>
              </a:tabLst>
            </a:pPr>
            <a:r>
              <a:rPr lang="es-ES" sz="1500" kern="100">
                <a:effectLst/>
                <a:latin typeface="Arial" panose="020B0604020202020204" pitchFamily="34" charset="0"/>
                <a:ea typeface="Aptos" panose="020B0004020202020204" pitchFamily="34" charset="0"/>
                <a:cs typeface="Times New Roman" panose="02020603050405020304" pitchFamily="18" charset="0"/>
              </a:rPr>
              <a:t>Cuando el equipo se pone a trabajar, se organiza en bloques de tiempo, llamados </a:t>
            </a:r>
            <a:r>
              <a:rPr lang="es-ES" sz="1500" i="1" kern="100">
                <a:effectLst/>
                <a:latin typeface="Arial" panose="020B0604020202020204" pitchFamily="34" charset="0"/>
                <a:ea typeface="Aptos" panose="020B0004020202020204" pitchFamily="34" charset="0"/>
                <a:cs typeface="Times New Roman" panose="02020603050405020304" pitchFamily="18" charset="0"/>
              </a:rPr>
              <a:t>Timeboxes. </a:t>
            </a:r>
            <a:r>
              <a:rPr lang="es-ES" sz="1500" kern="100">
                <a:effectLst/>
                <a:latin typeface="Arial" panose="020B0604020202020204" pitchFamily="34" charset="0"/>
                <a:ea typeface="Aptos" panose="020B0004020202020204" pitchFamily="34" charset="0"/>
                <a:cs typeface="Times New Roman" panose="02020603050405020304" pitchFamily="18" charset="0"/>
              </a:rPr>
              <a:t>El Timebox (caja de tiempo) es una técnica empleada en Scrum para limitar la duración de todos sus eventos. Una vez superado el tiempo establecido y conocido por todos los asistentes, el evento en curso debe finalizar.</a:t>
            </a:r>
            <a:endParaRPr lang="es-ES" sz="15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Symbol" panose="05050102010706020507" pitchFamily="18" charset="2"/>
              <a:buChar char=""/>
              <a:tabLst>
                <a:tab pos="457200" algn="l"/>
              </a:tabLst>
            </a:pPr>
            <a:r>
              <a:rPr lang="es-ES" sz="1500" kern="100">
                <a:effectLst/>
                <a:latin typeface="Arial" panose="020B0604020202020204" pitchFamily="34" charset="0"/>
                <a:ea typeface="Aptos" panose="020B0004020202020204" pitchFamily="34" charset="0"/>
                <a:cs typeface="Times New Roman" panose="02020603050405020304" pitchFamily="18" charset="0"/>
              </a:rPr>
              <a:t>El corazón de Scrum es un </a:t>
            </a:r>
            <a:r>
              <a:rPr lang="es-ES" sz="1500" i="1" kern="100">
                <a:effectLst/>
                <a:latin typeface="Arial" panose="020B0604020202020204" pitchFamily="34" charset="0"/>
                <a:ea typeface="Aptos" panose="020B0004020202020204" pitchFamily="34" charset="0"/>
                <a:cs typeface="Times New Roman" panose="02020603050405020304" pitchFamily="18" charset="0"/>
              </a:rPr>
              <a:t>Sprint</a:t>
            </a:r>
            <a:r>
              <a:rPr lang="es-ES" sz="1500" kern="100">
                <a:effectLst/>
                <a:latin typeface="Arial" panose="020B0604020202020204" pitchFamily="34" charset="0"/>
                <a:ea typeface="Aptos" panose="020B0004020202020204" pitchFamily="34" charset="0"/>
                <a:cs typeface="Times New Roman" panose="02020603050405020304" pitchFamily="18" charset="0"/>
              </a:rPr>
              <a:t>, es un intervalo prefijado de tiempo (no inferior a una semana ni superior a un mes) durante el cual se crea un incremento de producto "Hecho o Terminado" utilizable, potencialmente entregable.</a:t>
            </a:r>
            <a:endParaRPr lang="es-ES" sz="1500" kern="100">
              <a:effectLst/>
              <a:latin typeface="Aptos" panose="020B0004020202020204" pitchFamily="34" charset="0"/>
              <a:ea typeface="Aptos" panose="020B0004020202020204" pitchFamily="34" charset="0"/>
              <a:cs typeface="Times New Roman" panose="02020603050405020304" pitchFamily="18" charset="0"/>
            </a:endParaRPr>
          </a:p>
          <a:p>
            <a:r>
              <a:rPr lang="es-ES" sz="1500">
                <a:effectLst/>
                <a:latin typeface="Arial" panose="020B0604020202020204" pitchFamily="34" charset="0"/>
                <a:ea typeface="Aptos" panose="020B0004020202020204" pitchFamily="34" charset="0"/>
              </a:rPr>
              <a:t>El Incremento es el avance y el valor </a:t>
            </a:r>
            <a:endParaRPr lang="es-ES" sz="1500"/>
          </a:p>
        </p:txBody>
      </p:sp>
      <p:pic>
        <p:nvPicPr>
          <p:cNvPr id="4" name="Imagen 3">
            <a:extLst>
              <a:ext uri="{FF2B5EF4-FFF2-40B4-BE49-F238E27FC236}">
                <a16:creationId xmlns:a16="http://schemas.microsoft.com/office/drawing/2014/main" id="{B7259433-E1F4-ED5C-4E27-4BEB6C76FCE1}"/>
              </a:ext>
            </a:extLst>
          </p:cNvPr>
          <p:cNvPicPr>
            <a:picLocks noChangeAspect="1"/>
          </p:cNvPicPr>
          <p:nvPr/>
        </p:nvPicPr>
        <p:blipFill>
          <a:blip r:embed="rId2" cstate="print">
            <a:extLst>
              <a:ext uri="{28A0092B-C50C-407E-A947-70E740481C1C}">
                <a14:useLocalDpi xmlns:a14="http://schemas.microsoft.com/office/drawing/2010/main" val="0"/>
              </a:ext>
            </a:extLst>
          </a:blip>
          <a:srcRect l="7307" r="3464" b="2"/>
          <a:stretch/>
        </p:blipFill>
        <p:spPr bwMode="auto">
          <a:xfrm>
            <a:off x="7675658" y="2093976"/>
            <a:ext cx="3941064" cy="4096512"/>
          </a:xfrm>
          <a:prstGeom prst="rect">
            <a:avLst/>
          </a:prstGeom>
          <a:noFill/>
        </p:spPr>
      </p:pic>
    </p:spTree>
    <p:extLst>
      <p:ext uri="{BB962C8B-B14F-4D97-AF65-F5344CB8AC3E}">
        <p14:creationId xmlns:p14="http://schemas.microsoft.com/office/powerpoint/2010/main" val="810105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F812D4F-7B12-B353-1E24-F76AC938A85E}"/>
              </a:ext>
            </a:extLst>
          </p:cNvPr>
          <p:cNvSpPr>
            <a:spLocks noGrp="1"/>
          </p:cNvSpPr>
          <p:nvPr>
            <p:ph type="title"/>
          </p:nvPr>
        </p:nvSpPr>
        <p:spPr>
          <a:xfrm>
            <a:off x="838200" y="365125"/>
            <a:ext cx="10515600" cy="1325563"/>
          </a:xfrm>
        </p:spPr>
        <p:txBody>
          <a:bodyPr>
            <a:normAutofit/>
          </a:bodyPr>
          <a:lstStyle/>
          <a:p>
            <a:r>
              <a:rPr lang="es-ES" sz="4600" b="1" kern="100">
                <a:effectLst/>
                <a:latin typeface="Arial" panose="020B0604020202020204" pitchFamily="34" charset="0"/>
                <a:ea typeface="Aptos" panose="020B0004020202020204" pitchFamily="34" charset="0"/>
                <a:cs typeface="Times New Roman" panose="02020603050405020304" pitchFamily="18" charset="0"/>
              </a:rPr>
              <a:t>1º Etapas de desarrollo de los Sprint</a:t>
            </a:r>
            <a:endParaRPr lang="es-ES" sz="4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7CE1305-0F01-9C9A-24F8-A0FA53B1446F}"/>
              </a:ext>
            </a:extLst>
          </p:cNvPr>
          <p:cNvSpPr>
            <a:spLocks noGrp="1"/>
          </p:cNvSpPr>
          <p:nvPr>
            <p:ph idx="1"/>
          </p:nvPr>
        </p:nvSpPr>
        <p:spPr>
          <a:xfrm>
            <a:off x="499872" y="1942337"/>
            <a:ext cx="11425428" cy="4550537"/>
          </a:xfrm>
        </p:spPr>
        <p:txBody>
          <a:bodyPr>
            <a:normAutofit fontScale="92500" lnSpcReduction="10000"/>
          </a:bodyPr>
          <a:lstStyle/>
          <a:p>
            <a:r>
              <a:rPr lang="es-ES" sz="1400" b="1" kern="100" dirty="0">
                <a:effectLst/>
                <a:latin typeface="Arial" panose="020B0604020202020204" pitchFamily="34" charset="0"/>
                <a:ea typeface="Aptos" panose="020B0004020202020204" pitchFamily="34" charset="0"/>
                <a:cs typeface="Times New Roman" panose="02020603050405020304" pitchFamily="18" charset="0"/>
              </a:rPr>
              <a:t>Reunión de planificación de Sprint: El Sprint </a:t>
            </a:r>
            <a:r>
              <a:rPr lang="es-ES" sz="1400" b="1" kern="100" dirty="0" err="1">
                <a:effectLst/>
                <a:latin typeface="Arial" panose="020B0604020202020204" pitchFamily="34" charset="0"/>
                <a:ea typeface="Aptos" panose="020B0004020202020204" pitchFamily="34" charset="0"/>
                <a:cs typeface="Times New Roman" panose="02020603050405020304" pitchFamily="18" charset="0"/>
              </a:rPr>
              <a:t>planning</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La reunión de planificación del Sprint requiere de la asistencia de todo el equipo y  tiene una duración variable dependiendo de la longitud del Sprint, (de una semana  a un mes).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En esta reunión se define el incremento de producto "entregable" que se  llevará a cabo, la forma en que el equipo desarrollará el incremento y el trabajo  asignado a cada uno.</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Al final de la reunión cada miembro el equipo sabe e</a:t>
            </a:r>
            <a:r>
              <a:rPr lang="es-ES" sz="1400" u="heavy" kern="100" dirty="0">
                <a:effectLst/>
                <a:latin typeface="Arial" panose="020B0604020202020204" pitchFamily="34" charset="0"/>
                <a:ea typeface="Aptos" panose="020B0004020202020204" pitchFamily="34" charset="0"/>
                <a:cs typeface="Times New Roman" panose="02020603050405020304" pitchFamily="18" charset="0"/>
              </a:rPr>
              <a:t>n qué trabajará, qué se </a:t>
            </a:r>
            <a:r>
              <a:rPr lang="es-ES" sz="1400" kern="100" dirty="0">
                <a:effectLst/>
                <a:latin typeface="Arial" panose="020B0604020202020204" pitchFamily="34" charset="0"/>
                <a:ea typeface="Aptos" panose="020B0004020202020204" pitchFamily="34" charset="0"/>
                <a:cs typeface="Times New Roman" panose="02020603050405020304" pitchFamily="18" charset="0"/>
              </a:rPr>
              <a:t> </a:t>
            </a:r>
            <a:r>
              <a:rPr lang="es-ES" sz="1400" u="heavy" kern="100" dirty="0">
                <a:effectLst/>
                <a:latin typeface="Arial" panose="020B0604020202020204" pitchFamily="34" charset="0"/>
                <a:ea typeface="Aptos" panose="020B0004020202020204" pitchFamily="34" charset="0"/>
                <a:cs typeface="Times New Roman" panose="02020603050405020304" pitchFamily="18" charset="0"/>
              </a:rPr>
              <a:t>espera que haga y la forma en que lo hará posible. </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Las reuniones de planificación recogen las ideas y aportaciones al proyecto de  cualquiera de sus integrantes, de manera que el resultado final de la reunión no  es una imposición del "jefe" o del departamento más importante, sino una  suma de acuerdos con la que todos los participantes están implicados al mismo  nivel aunque con papeles diferentes .</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El Sprint </a:t>
            </a:r>
            <a:r>
              <a:rPr lang="es-ES" sz="1400" kern="100" dirty="0" err="1">
                <a:effectLst/>
                <a:latin typeface="Arial" panose="020B0604020202020204" pitchFamily="34" charset="0"/>
                <a:ea typeface="Aptos" panose="020B0004020202020204" pitchFamily="34" charset="0"/>
                <a:cs typeface="Times New Roman" panose="02020603050405020304" pitchFamily="18" charset="0"/>
              </a:rPr>
              <a:t>Planning</a:t>
            </a:r>
            <a:r>
              <a:rPr lang="es-ES" sz="1400" kern="100" dirty="0">
                <a:effectLst/>
                <a:latin typeface="Arial" panose="020B0604020202020204" pitchFamily="34" charset="0"/>
                <a:ea typeface="Aptos" panose="020B0004020202020204" pitchFamily="34" charset="0"/>
                <a:cs typeface="Times New Roman" panose="02020603050405020304" pitchFamily="18" charset="0"/>
              </a:rPr>
              <a:t> es un evento dentro de la metodología ágil Scrum que marca el inicio de un nuevo sprint. Durante este evento, el equipo Scrum planifica el trabajo que realizará durante el próximo sprint, que es un período de tiempo fijo, típicamente de una a cuatro semanas.</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Durante el Sprint </a:t>
            </a:r>
            <a:r>
              <a:rPr lang="es-ES" sz="1400" kern="100" dirty="0" err="1">
                <a:effectLst/>
                <a:latin typeface="Arial" panose="020B0604020202020204" pitchFamily="34" charset="0"/>
                <a:ea typeface="Aptos" panose="020B0004020202020204" pitchFamily="34" charset="0"/>
                <a:cs typeface="Times New Roman" panose="02020603050405020304" pitchFamily="18" charset="0"/>
              </a:rPr>
              <a:t>Planning</a:t>
            </a:r>
            <a:r>
              <a:rPr lang="es-ES" sz="1400" kern="100" dirty="0">
                <a:effectLst/>
                <a:latin typeface="Arial" panose="020B0604020202020204" pitchFamily="34" charset="0"/>
                <a:ea typeface="Aptos" panose="020B0004020202020204" pitchFamily="34" charset="0"/>
                <a:cs typeface="Times New Roman" panose="02020603050405020304" pitchFamily="18" charset="0"/>
              </a:rPr>
              <a:t>, el equipo revisa y selecciona las historias de usuario o elementos del backlog del producto que se trabajarán durante el sprint. Estas historias de usuario son descripciones de funcionalidades que aportan valor al producto y que se han priorizado en función de su importancia para el cliente o usuario final.</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400" kern="100" dirty="0">
                <a:effectLst/>
                <a:latin typeface="Arial" panose="020B0604020202020204" pitchFamily="34" charset="0"/>
                <a:ea typeface="Aptos" panose="020B0004020202020204" pitchFamily="34" charset="0"/>
                <a:cs typeface="Times New Roman" panose="02020603050405020304" pitchFamily="18" charset="0"/>
              </a:rPr>
              <a:t>El objetivo del Sprint </a:t>
            </a:r>
            <a:r>
              <a:rPr lang="es-ES" sz="1400" kern="100" dirty="0" err="1">
                <a:effectLst/>
                <a:latin typeface="Arial" panose="020B0604020202020204" pitchFamily="34" charset="0"/>
                <a:ea typeface="Aptos" panose="020B0004020202020204" pitchFamily="34" charset="0"/>
                <a:cs typeface="Times New Roman" panose="02020603050405020304" pitchFamily="18" charset="0"/>
              </a:rPr>
              <a:t>Planning</a:t>
            </a:r>
            <a:r>
              <a:rPr lang="es-ES" sz="1400" kern="100" dirty="0">
                <a:effectLst/>
                <a:latin typeface="Arial" panose="020B0604020202020204" pitchFamily="34" charset="0"/>
                <a:ea typeface="Aptos" panose="020B0004020202020204" pitchFamily="34" charset="0"/>
                <a:cs typeface="Times New Roman" panose="02020603050405020304" pitchFamily="18" charset="0"/>
              </a:rPr>
              <a:t> es asegurarse de que el equipo comprenda completamente lo que se espera de ellos durante el sprint y que tengan una comprensión clara de cómo pueden lograrlo. Durante el evento, el equipo discute las tareas necesarias para completar las historias de usuario seleccionadas y las desglosa en tareas más pequeñas si es necesario. También se define cómo se medirá el éxito de cada historia de usuario</a:t>
            </a:r>
            <a:endParaRPr lang="es-E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s-ES" sz="1400" dirty="0"/>
          </a:p>
        </p:txBody>
      </p:sp>
    </p:spTree>
    <p:extLst>
      <p:ext uri="{BB962C8B-B14F-4D97-AF65-F5344CB8AC3E}">
        <p14:creationId xmlns:p14="http://schemas.microsoft.com/office/powerpoint/2010/main" val="242156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D0600DC-4E16-1805-F89A-65768E815939}"/>
              </a:ext>
            </a:extLst>
          </p:cNvPr>
          <p:cNvSpPr>
            <a:spLocks noGrp="1"/>
          </p:cNvSpPr>
          <p:nvPr>
            <p:ph type="title"/>
          </p:nvPr>
        </p:nvSpPr>
        <p:spPr>
          <a:xfrm>
            <a:off x="838200" y="365125"/>
            <a:ext cx="10515600" cy="1325563"/>
          </a:xfrm>
        </p:spPr>
        <p:txBody>
          <a:bodyPr>
            <a:normAutofit/>
          </a:bodyPr>
          <a:lstStyle/>
          <a:p>
            <a:r>
              <a:rPr lang="es-ES" sz="5400" b="1" kern="100">
                <a:effectLst/>
                <a:latin typeface="Arial" panose="020B0604020202020204" pitchFamily="34" charset="0"/>
                <a:ea typeface="Aptos" panose="020B0004020202020204" pitchFamily="34" charset="0"/>
                <a:cs typeface="Times New Roman" panose="02020603050405020304" pitchFamily="18" charset="0"/>
              </a:rPr>
              <a:t> El Scrum Diario o daily Scrum</a:t>
            </a:r>
            <a:endParaRPr lang="es-E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458AD9E-6876-93C2-28F6-153233085F74}"/>
              </a:ext>
            </a:extLst>
          </p:cNvPr>
          <p:cNvSpPr>
            <a:spLocks noGrp="1"/>
          </p:cNvSpPr>
          <p:nvPr>
            <p:ph idx="1"/>
          </p:nvPr>
        </p:nvSpPr>
        <p:spPr>
          <a:xfrm>
            <a:off x="838200" y="1929384"/>
            <a:ext cx="10515600" cy="4251960"/>
          </a:xfrm>
        </p:spPr>
        <p:txBody>
          <a:bodyPr>
            <a:normAutofit/>
          </a:bodyPr>
          <a:lstStyle/>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Es una pequeña reunión de </a:t>
            </a:r>
            <a:r>
              <a:rPr lang="es-ES" sz="1900" u="heavy" kern="100">
                <a:effectLst/>
                <a:latin typeface="Arial" panose="020B0604020202020204" pitchFamily="34" charset="0"/>
                <a:ea typeface="Aptos" panose="020B0004020202020204" pitchFamily="34" charset="0"/>
                <a:cs typeface="Times New Roman" panose="02020603050405020304" pitchFamily="18" charset="0"/>
              </a:rPr>
              <a:t>no más de 15 minutos</a:t>
            </a:r>
            <a:r>
              <a:rPr lang="es-ES" sz="1900" kern="100">
                <a:effectLst/>
                <a:latin typeface="Arial" panose="020B0604020202020204" pitchFamily="34" charset="0"/>
                <a:ea typeface="Aptos" panose="020B0004020202020204" pitchFamily="34" charset="0"/>
                <a:cs typeface="Times New Roman" panose="02020603050405020304" pitchFamily="18" charset="0"/>
              </a:rPr>
              <a:t> de duración y que  normalmente se desarrolla de pie a primera hora de la mañana.</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Su objetivo es que el equipo de desarrollo se sincronice.</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Primero, cada miembro expone el trabajo realizado en las 24 horas anteriores,  si ha habido algún problema o imprevisto que se haya interpuesto en la  consecución del objetivo diario y el trabajo que se prevé desarrollar en el día.</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El Scrum Master o facilitador es la persona que se encarga de eliminar los  escollos que se hayan podido interponer en el trabajo de los restantes  integrantes del equipo.</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Los Scrums diarios mejoran la comunicación, evitan otras reuniones, identifican  y eliminan obstáculos para el desarrollo, destacan y promueven la rápida toma  de decisiones, y mejoran el nivel de de conocimiento del proyecto del equipo  de desarrollo. Esta es una reunión clave de inspección y adaptación.</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900"/>
          </a:p>
        </p:txBody>
      </p:sp>
    </p:spTree>
    <p:extLst>
      <p:ext uri="{BB962C8B-B14F-4D97-AF65-F5344CB8AC3E}">
        <p14:creationId xmlns:p14="http://schemas.microsoft.com/office/powerpoint/2010/main" val="3364141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A051C58-FDBA-ABAC-E630-EBDC16D20CD8}"/>
              </a:ext>
            </a:extLst>
          </p:cNvPr>
          <p:cNvSpPr>
            <a:spLocks noGrp="1"/>
          </p:cNvSpPr>
          <p:nvPr>
            <p:ph type="title"/>
          </p:nvPr>
        </p:nvSpPr>
        <p:spPr>
          <a:xfrm>
            <a:off x="838200" y="365125"/>
            <a:ext cx="10515600" cy="1325563"/>
          </a:xfrm>
        </p:spPr>
        <p:txBody>
          <a:bodyPr>
            <a:normAutofit/>
          </a:bodyPr>
          <a:lstStyle/>
          <a:p>
            <a:r>
              <a:rPr lang="en-GB" sz="5000" b="1" kern="100">
                <a:effectLst/>
                <a:latin typeface="Arial" panose="020B0604020202020204" pitchFamily="34" charset="0"/>
                <a:ea typeface="Aptos" panose="020B0004020202020204" pitchFamily="34" charset="0"/>
                <a:cs typeface="Times New Roman" panose="02020603050405020304" pitchFamily="18" charset="0"/>
              </a:rPr>
              <a:t>Revisión del Sprint: Review Sprint</a:t>
            </a:r>
            <a:endParaRPr lang="es-ES" sz="50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FB49CFA-28C4-8197-E070-0F6664F21C1F}"/>
              </a:ext>
            </a:extLst>
          </p:cNvPr>
          <p:cNvSpPr>
            <a:spLocks noGrp="1"/>
          </p:cNvSpPr>
          <p:nvPr>
            <p:ph idx="1"/>
          </p:nvPr>
        </p:nvSpPr>
        <p:spPr>
          <a:xfrm>
            <a:off x="838200" y="1929384"/>
            <a:ext cx="10515600" cy="4251960"/>
          </a:xfrm>
        </p:spPr>
        <p:txBody>
          <a:bodyPr>
            <a:normAutofit/>
          </a:bodyPr>
          <a:lstStyle/>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Se lleva a cabo al final del Sprint, para inspeccionar el incremento y adaptar, si es necesario, el Product Backlog.</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El Equipo Scrum y el cliente colaboran durante la revisión de lo que se hizo en el Sprint. Esta es una reunión informal, y la presentación del incremento está destinada a obtener retroalimentación y fomentar la colaboración.</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En función de las aportaciones del cliente, pueden recogerse cambios del Product Backlog para introducirlos en el siguiente Sprint.</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La revisión de Sprint está dirigida por el </a:t>
            </a:r>
            <a:r>
              <a:rPr lang="es-ES" sz="1900" i="1" kern="100">
                <a:effectLst/>
                <a:latin typeface="Arial" panose="020B0604020202020204" pitchFamily="34" charset="0"/>
                <a:ea typeface="Aptos" panose="020B0004020202020204" pitchFamily="34" charset="0"/>
                <a:cs typeface="Times New Roman" panose="02020603050405020304" pitchFamily="18" charset="0"/>
              </a:rPr>
              <a:t>Projet Owner</a:t>
            </a:r>
            <a:r>
              <a:rPr lang="es-ES" sz="1900" kern="100">
                <a:effectLst/>
                <a:latin typeface="Arial" panose="020B0604020202020204" pitchFamily="34" charset="0"/>
                <a:ea typeface="Aptos" panose="020B0004020202020204" pitchFamily="34" charset="0"/>
                <a:cs typeface="Times New Roman" panose="02020603050405020304" pitchFamily="18" charset="0"/>
              </a:rPr>
              <a:t>, que se encarga de velar por el cumplimiento de lo establecido en la estrategia evitando modificaciones en los objetivos o elementos esenciales del proyecto que podrían poner en peligro su consecución.</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900" kern="100">
                <a:effectLst/>
                <a:latin typeface="Arial" panose="020B0604020202020204" pitchFamily="34" charset="0"/>
                <a:ea typeface="Aptos" panose="020B0004020202020204" pitchFamily="34" charset="0"/>
                <a:cs typeface="Times New Roman" panose="02020603050405020304" pitchFamily="18" charset="0"/>
              </a:rPr>
              <a:t>El resultado de esta reunión es un Product Backlog revisado que define los ítems del Product Backlog de mayor valor o probables para el siguiente Sprint.</a:t>
            </a:r>
            <a:endParaRPr lang="es-ES" sz="19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900"/>
          </a:p>
        </p:txBody>
      </p:sp>
    </p:spTree>
    <p:extLst>
      <p:ext uri="{BB962C8B-B14F-4D97-AF65-F5344CB8AC3E}">
        <p14:creationId xmlns:p14="http://schemas.microsoft.com/office/powerpoint/2010/main" val="3424343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33D8824-95E3-E379-F571-741D5AB8B90B}"/>
              </a:ext>
            </a:extLst>
          </p:cNvPr>
          <p:cNvSpPr>
            <a:spLocks noGrp="1"/>
          </p:cNvSpPr>
          <p:nvPr>
            <p:ph type="title"/>
          </p:nvPr>
        </p:nvSpPr>
        <p:spPr>
          <a:xfrm>
            <a:off x="838200" y="365125"/>
            <a:ext cx="10515600" cy="1325563"/>
          </a:xfrm>
        </p:spPr>
        <p:txBody>
          <a:bodyPr>
            <a:normAutofit/>
          </a:bodyPr>
          <a:lstStyle/>
          <a:p>
            <a:r>
              <a:rPr lang="es-ES" sz="4200" b="1" kern="100">
                <a:effectLst/>
                <a:latin typeface="Arial" panose="020B0604020202020204" pitchFamily="34" charset="0"/>
                <a:ea typeface="Aptos" panose="020B0004020202020204" pitchFamily="34" charset="0"/>
                <a:cs typeface="Times New Roman" panose="02020603050405020304" pitchFamily="18" charset="0"/>
              </a:rPr>
              <a:t>Retrospectiva del Sprint: Retrospective Sprint</a:t>
            </a:r>
            <a:endParaRPr lang="es-ES" sz="42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D9F7827-CF9B-0C19-4033-EEF45685FD1A}"/>
              </a:ext>
            </a:extLst>
          </p:cNvPr>
          <p:cNvSpPr>
            <a:spLocks noGrp="1"/>
          </p:cNvSpPr>
          <p:nvPr>
            <p:ph idx="1"/>
          </p:nvPr>
        </p:nvSpPr>
        <p:spPr>
          <a:xfrm>
            <a:off x="838200" y="1929384"/>
            <a:ext cx="10515600" cy="4251960"/>
          </a:xfrm>
        </p:spPr>
        <p:txBody>
          <a:bodyPr>
            <a:normAutofit/>
          </a:bodyPr>
          <a:lstStyle/>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Es la oportunidad para el Equipo Scrum de inspeccionarse a sí mismo y crear un  plan de mejoras para ejecutar durante el siguiente sprint. El propósito de la  retrospectiva de Sprint es:</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Revisar cómo fue el último Sprint en lo que respecta a las personas, relaciones,  procesos y herramientas;</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Identificar y ordenar los temas principales que salieron bien y las potenciales  mejoras, y</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Crear un plan para la implementación de mejoras con respecto a cómo el  Equipo Scrum hace su trabajo.</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2000" kern="100">
                <a:effectLst/>
                <a:latin typeface="Arial" panose="020B0604020202020204" pitchFamily="34" charset="0"/>
                <a:ea typeface="Aptos" panose="020B0004020202020204" pitchFamily="34" charset="0"/>
                <a:cs typeface="Times New Roman" panose="02020603050405020304" pitchFamily="18" charset="0"/>
              </a:rPr>
              <a:t>Y después de esta última reunión, volvemos a comenzar el ciclo una vez  cumplido el período de tiempo marcado para el Sprint.</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000"/>
          </a:p>
        </p:txBody>
      </p:sp>
    </p:spTree>
    <p:extLst>
      <p:ext uri="{BB962C8B-B14F-4D97-AF65-F5344CB8AC3E}">
        <p14:creationId xmlns:p14="http://schemas.microsoft.com/office/powerpoint/2010/main" val="656887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AF74760-61C7-2049-8C6A-C3347D4C7C22}"/>
              </a:ext>
            </a:extLst>
          </p:cNvPr>
          <p:cNvSpPr>
            <a:spLocks noGrp="1"/>
          </p:cNvSpPr>
          <p:nvPr>
            <p:ph type="title"/>
          </p:nvPr>
        </p:nvSpPr>
        <p:spPr>
          <a:xfrm>
            <a:off x="572493" y="238539"/>
            <a:ext cx="11018520" cy="1434415"/>
          </a:xfrm>
        </p:spPr>
        <p:txBody>
          <a:bodyPr anchor="b">
            <a:normAutofit/>
          </a:bodyPr>
          <a:lstStyle/>
          <a:p>
            <a:r>
              <a:rPr lang="es-ES" sz="5400" b="1" kern="100">
                <a:effectLst/>
                <a:latin typeface="Arial" panose="020B0604020202020204" pitchFamily="34" charset="0"/>
                <a:ea typeface="Aptos" panose="020B0004020202020204" pitchFamily="34" charset="0"/>
                <a:cs typeface="Times New Roman" panose="02020603050405020304" pitchFamily="18" charset="0"/>
              </a:rPr>
              <a:t>Scrum. Roles  </a:t>
            </a:r>
            <a:endParaRPr lang="es-ES" sz="5400"/>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063E826-17ED-761A-B370-28E598CEEEF0}"/>
              </a:ext>
            </a:extLst>
          </p:cNvPr>
          <p:cNvSpPr>
            <a:spLocks noGrp="1"/>
          </p:cNvSpPr>
          <p:nvPr>
            <p:ph idx="1"/>
          </p:nvPr>
        </p:nvSpPr>
        <p:spPr>
          <a:xfrm>
            <a:off x="162918" y="1833191"/>
            <a:ext cx="9076332" cy="4786270"/>
          </a:xfrm>
        </p:spPr>
        <p:txBody>
          <a:bodyPr anchor="t">
            <a:normAutofit fontScale="92500"/>
          </a:bodyPr>
          <a:lstStyle/>
          <a:p>
            <a:pPr marL="0" indent="0">
              <a:spcAft>
                <a:spcPts val="800"/>
              </a:spcAft>
              <a:buNone/>
            </a:pPr>
            <a:r>
              <a:rPr lang="es-ES" sz="900" b="1" kern="100" dirty="0">
                <a:effectLst/>
                <a:latin typeface="Arial" panose="020B0604020202020204" pitchFamily="34" charset="0"/>
                <a:ea typeface="Aptos" panose="020B0004020202020204" pitchFamily="34" charset="0"/>
                <a:cs typeface="Times New Roman" panose="02020603050405020304" pitchFamily="18" charset="0"/>
              </a:rPr>
              <a:t>Propietario del Producto (</a:t>
            </a:r>
            <a:r>
              <a:rPr lang="es-ES" sz="900" b="1" kern="100" dirty="0" err="1">
                <a:effectLst/>
                <a:latin typeface="Arial" panose="020B0604020202020204" pitchFamily="34" charset="0"/>
                <a:ea typeface="Aptos" panose="020B0004020202020204" pitchFamily="34" charset="0"/>
                <a:cs typeface="Times New Roman" panose="02020603050405020304" pitchFamily="18" charset="0"/>
              </a:rPr>
              <a:t>Product</a:t>
            </a:r>
            <a:r>
              <a:rPr lang="es-ES" sz="900" b="1" kern="100" dirty="0">
                <a:effectLst/>
                <a:latin typeface="Arial" panose="020B0604020202020204" pitchFamily="34" charset="0"/>
                <a:ea typeface="Aptos" panose="020B0004020202020204" pitchFamily="34" charset="0"/>
                <a:cs typeface="Times New Roman" panose="02020603050405020304" pitchFamily="18" charset="0"/>
              </a:rPr>
              <a:t> </a:t>
            </a:r>
            <a:r>
              <a:rPr lang="es-ES" sz="900" b="1" kern="100" dirty="0" err="1">
                <a:effectLst/>
                <a:latin typeface="Arial" panose="020B0604020202020204" pitchFamily="34" charset="0"/>
                <a:ea typeface="Aptos" panose="020B0004020202020204" pitchFamily="34" charset="0"/>
                <a:cs typeface="Times New Roman" panose="02020603050405020304" pitchFamily="18" charset="0"/>
              </a:rPr>
              <a:t>Owner</a:t>
            </a:r>
            <a:r>
              <a:rPr lang="es-ES" sz="900" b="1" kern="100" dirty="0">
                <a:effectLst/>
                <a:latin typeface="Arial" panose="020B0604020202020204" pitchFamily="34" charset="0"/>
                <a:ea typeface="Aptos" panose="020B0004020202020204" pitchFamily="34" charset="0"/>
                <a:cs typeface="Times New Roman" panose="02020603050405020304" pitchFamily="18" charset="0"/>
              </a:rPr>
              <a:t>):</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900" kern="100" dirty="0">
                <a:effectLst/>
                <a:latin typeface="Arial" panose="020B0604020202020204" pitchFamily="34" charset="0"/>
                <a:ea typeface="Aptos" panose="020B0004020202020204" pitchFamily="34" charset="0"/>
                <a:cs typeface="Times New Roman" panose="02020603050405020304" pitchFamily="18" charset="0"/>
              </a:rPr>
              <a:t>Representa los intereses de la comunidad de interesados.</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900" kern="100" dirty="0">
                <a:effectLst/>
                <a:latin typeface="Arial" panose="020B0604020202020204" pitchFamily="34" charset="0"/>
                <a:ea typeface="Aptos" panose="020B0004020202020204" pitchFamily="34" charset="0"/>
                <a:cs typeface="Times New Roman" panose="02020603050405020304" pitchFamily="18" charset="0"/>
              </a:rPr>
              <a:t>Es la Voz del Cliente, dado a que asegura que las necesidades explícitas e implícitas del cliente se conviertan en Historias de Usuario en la Lista</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s-ES" sz="900" kern="100" dirty="0">
                <a:effectLst/>
                <a:latin typeface="Arial" panose="020B0604020202020204" pitchFamily="34" charset="0"/>
                <a:ea typeface="Aptos" panose="020B0004020202020204" pitchFamily="34" charset="0"/>
                <a:cs typeface="Times New Roman" panose="02020603050405020304" pitchFamily="18" charset="0"/>
              </a:rPr>
              <a:t>Priorizada de Pendientes del Producto y posteriormente sean utilizadas para crear los entregables del Proyecto.</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s-ES" sz="900" kern="100" dirty="0">
                <a:effectLst/>
                <a:latin typeface="Arial" panose="020B0604020202020204" pitchFamily="34" charset="0"/>
                <a:ea typeface="Aptos" panose="020B0004020202020204" pitchFamily="34" charset="0"/>
                <a:cs typeface="Times New Roman" panose="02020603050405020304" pitchFamily="18" charset="0"/>
              </a:rPr>
              <a:t>Debe comprender y apoyar los intereses de todas las partes interesadas y también entender las necesidades y el funcionamiento del Equipo Scrum.</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900" b="1" kern="100" dirty="0">
                <a:effectLst/>
                <a:latin typeface="Arial" panose="020B0604020202020204" pitchFamily="34" charset="0"/>
                <a:ea typeface="Aptos" panose="020B0004020202020204" pitchFamily="34" charset="0"/>
                <a:cs typeface="Times New Roman" panose="02020603050405020304" pitchFamily="18" charset="0"/>
              </a:rPr>
              <a:t>Scrum Master:</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Su principal responsabilidad es la garantizar que todos los miembros del Equipo Scrum sigan correctamente los procesos Scrum, incluyendo el Propietario del Producto.</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Debe asegurar que la gestión de proyectos avance sin problemas, y que los miembros del Equipo Scrum cuenten con las </a:t>
            </a:r>
            <a:r>
              <a:rPr lang="es-ES" sz="900" b="1" kern="100" dirty="0">
                <a:effectLst/>
                <a:latin typeface="Arial" panose="020B0604020202020204" pitchFamily="34" charset="0"/>
                <a:ea typeface="Aptos" panose="020B0004020202020204" pitchFamily="34" charset="0"/>
                <a:cs typeface="Times New Roman" panose="02020603050405020304" pitchFamily="18" charset="0"/>
              </a:rPr>
              <a:t>herramientas necesarias para realizar el trabajo.</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Debe ser un Facilitador y Líder Servicial.</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s-ES" sz="900" b="1" kern="100" dirty="0">
                <a:effectLst/>
                <a:latin typeface="Arial" panose="020B0604020202020204" pitchFamily="34" charset="0"/>
                <a:ea typeface="Aptos" panose="020B0004020202020204" pitchFamily="34" charset="0"/>
                <a:cs typeface="Times New Roman" panose="02020603050405020304" pitchFamily="18" charset="0"/>
              </a:rPr>
              <a:t>Equipo Scrum (Scrum </a:t>
            </a:r>
            <a:r>
              <a:rPr lang="es-ES" sz="900" b="1" kern="100" dirty="0" err="1">
                <a:effectLst/>
                <a:latin typeface="Arial" panose="020B0604020202020204" pitchFamily="34" charset="0"/>
                <a:ea typeface="Aptos" panose="020B0004020202020204" pitchFamily="34" charset="0"/>
                <a:cs typeface="Times New Roman" panose="02020603050405020304" pitchFamily="18" charset="0"/>
              </a:rPr>
              <a:t>Team</a:t>
            </a:r>
            <a:r>
              <a:rPr lang="es-ES" sz="900" b="1" kern="100" dirty="0">
                <a:effectLst/>
                <a:latin typeface="Arial" panose="020B0604020202020204" pitchFamily="34" charset="0"/>
                <a:ea typeface="Aptos" panose="020B0004020202020204" pitchFamily="34" charset="0"/>
                <a:cs typeface="Times New Roman" panose="02020603050405020304" pitchFamily="18" charset="0"/>
              </a:rPr>
              <a:t>):</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Es un grupo o equipo de personas que son responsables de entender los requerimientos del negocio especificados por el  Propietario del Producto,</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Estimar Historias de Usuario</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Crear los </a:t>
            </a:r>
            <a:r>
              <a:rPr lang="es-ES" sz="900" kern="100" dirty="0" err="1">
                <a:effectLst/>
                <a:latin typeface="Arial" panose="020B0604020202020204" pitchFamily="34" charset="0"/>
                <a:ea typeface="Aptos" panose="020B0004020202020204" pitchFamily="34" charset="0"/>
                <a:cs typeface="Times New Roman" panose="02020603050405020304" pitchFamily="18" charset="0"/>
              </a:rPr>
              <a:t>Sprints</a:t>
            </a:r>
            <a:r>
              <a:rPr lang="es-ES" sz="900" kern="100" dirty="0">
                <a:effectLst/>
                <a:latin typeface="Arial" panose="020B0604020202020204" pitchFamily="34" charset="0"/>
                <a:ea typeface="Aptos" panose="020B0004020202020204" pitchFamily="34" charset="0"/>
                <a:cs typeface="Times New Roman" panose="02020603050405020304" pitchFamily="18" charset="0"/>
              </a:rPr>
              <a:t> del Proyecto.</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Deben ser </a:t>
            </a:r>
            <a:r>
              <a:rPr lang="es-ES" sz="900" kern="100" dirty="0" err="1">
                <a:effectLst/>
                <a:latin typeface="Arial" panose="020B0604020202020204" pitchFamily="34" charset="0"/>
                <a:ea typeface="Aptos" panose="020B0004020202020204" pitchFamily="34" charset="0"/>
                <a:cs typeface="Times New Roman" panose="02020603050405020304" pitchFamily="18" charset="0"/>
              </a:rPr>
              <a:t>Auto-organizados</a:t>
            </a:r>
            <a:r>
              <a:rPr lang="es-ES" sz="900" kern="100" dirty="0">
                <a:effectLst/>
                <a:latin typeface="Arial" panose="020B0604020202020204" pitchFamily="34" charset="0"/>
                <a:ea typeface="Aptos" panose="020B0004020202020204" pitchFamily="34" charset="0"/>
                <a:cs typeface="Times New Roman" panose="02020603050405020304" pitchFamily="18" charset="0"/>
              </a:rPr>
              <a:t>, </a:t>
            </a:r>
            <a:r>
              <a:rPr lang="es-ES" sz="900" kern="100" dirty="0" err="1">
                <a:effectLst/>
                <a:latin typeface="Arial" panose="020B0604020202020204" pitchFamily="34" charset="0"/>
                <a:ea typeface="Aptos" panose="020B0004020202020204" pitchFamily="34" charset="0"/>
                <a:cs typeface="Times New Roman" panose="02020603050405020304" pitchFamily="18" charset="0"/>
              </a:rPr>
              <a:t>Inter-funcionales</a:t>
            </a:r>
            <a:r>
              <a:rPr lang="es-ES" sz="900" kern="100" dirty="0">
                <a:effectLst/>
                <a:latin typeface="Arial" panose="020B0604020202020204" pitchFamily="34" charset="0"/>
                <a:ea typeface="Aptos" panose="020B0004020202020204" pitchFamily="34" charset="0"/>
                <a:cs typeface="Times New Roman" panose="02020603050405020304" pitchFamily="18" charset="0"/>
              </a:rPr>
              <a:t>, utilizar comunicación frontal</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Font typeface="Times New Roman" panose="02020603050405020304" pitchFamily="18" charset="0"/>
              <a:buChar char="•"/>
              <a:tabLst>
                <a:tab pos="457200" algn="l"/>
              </a:tabLst>
            </a:pPr>
            <a:r>
              <a:rPr lang="es-ES" sz="900" kern="100" dirty="0">
                <a:effectLst/>
                <a:latin typeface="Arial" panose="020B0604020202020204" pitchFamily="34" charset="0"/>
                <a:ea typeface="Aptos" panose="020B0004020202020204" pitchFamily="34" charset="0"/>
                <a:cs typeface="Times New Roman" panose="02020603050405020304" pitchFamily="18" charset="0"/>
              </a:rPr>
              <a:t>Realizarán entregas iterativas del product</a:t>
            </a:r>
            <a:r>
              <a:rPr lang="es-ES" sz="900" b="1" kern="100" dirty="0">
                <a:effectLst/>
                <a:latin typeface="Arial" panose="020B0604020202020204" pitchFamily="34" charset="0"/>
                <a:ea typeface="Aptos" panose="020B0004020202020204" pitchFamily="34" charset="0"/>
                <a:cs typeface="Times New Roman" panose="02020603050405020304" pitchFamily="18" charset="0"/>
              </a:rPr>
              <a:t>o</a:t>
            </a:r>
            <a:endParaRPr lang="es-ES" sz="9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s-ES" sz="900" dirty="0"/>
          </a:p>
        </p:txBody>
      </p:sp>
      <p:pic>
        <p:nvPicPr>
          <p:cNvPr id="4" name="Imagen 3">
            <a:extLst>
              <a:ext uri="{FF2B5EF4-FFF2-40B4-BE49-F238E27FC236}">
                <a16:creationId xmlns:a16="http://schemas.microsoft.com/office/drawing/2014/main" id="{64E5143C-B510-A283-9812-D4C7F1A6FBA6}"/>
              </a:ext>
            </a:extLst>
          </p:cNvPr>
          <p:cNvPicPr>
            <a:picLocks noChangeAspect="1"/>
          </p:cNvPicPr>
          <p:nvPr/>
        </p:nvPicPr>
        <p:blipFill>
          <a:blip r:embed="rId2" cstate="print">
            <a:extLst>
              <a:ext uri="{28A0092B-C50C-407E-A947-70E740481C1C}">
                <a14:useLocalDpi xmlns:a14="http://schemas.microsoft.com/office/drawing/2010/main" val="0"/>
              </a:ext>
            </a:extLst>
          </a:blip>
          <a:srcRect l="1997" r="1795" b="-3"/>
          <a:stretch/>
        </p:blipFill>
        <p:spPr bwMode="auto">
          <a:xfrm>
            <a:off x="9484396" y="2536747"/>
            <a:ext cx="2135111" cy="2219326"/>
          </a:xfrm>
          <a:prstGeom prst="rect">
            <a:avLst/>
          </a:prstGeom>
          <a:noFill/>
        </p:spPr>
      </p:pic>
    </p:spTree>
    <p:extLst>
      <p:ext uri="{BB962C8B-B14F-4D97-AF65-F5344CB8AC3E}">
        <p14:creationId xmlns:p14="http://schemas.microsoft.com/office/powerpoint/2010/main" val="9381662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3" name="Oval 12">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637F1876-789D-2E8F-6355-A30AA4F806DB}"/>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effectLst/>
                <a:latin typeface="+mj-lt"/>
                <a:ea typeface="+mj-ea"/>
                <a:cs typeface="+mj-cs"/>
              </a:rPr>
              <a:t>Roles en el desarrollo de software</a:t>
            </a:r>
            <a:endParaRPr lang="en-US" sz="5400" kern="1200">
              <a:solidFill>
                <a:schemeClr val="bg1"/>
              </a:solidFill>
              <a:latin typeface="+mj-lt"/>
              <a:ea typeface="+mj-ea"/>
              <a:cs typeface="+mj-cs"/>
            </a:endParaRPr>
          </a:p>
        </p:txBody>
      </p:sp>
      <p:sp>
        <p:nvSpPr>
          <p:cNvPr id="15"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7"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19"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3" name="Oval 22">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Oval 24">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7"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137771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A5902B7-8078-7FDF-7A64-3B79D42B59BE}"/>
              </a:ext>
            </a:extLst>
          </p:cNvPr>
          <p:cNvSpPr>
            <a:spLocks noGrp="1"/>
          </p:cNvSpPr>
          <p:nvPr>
            <p:ph idx="1"/>
          </p:nvPr>
        </p:nvSpPr>
        <p:spPr>
          <a:xfrm>
            <a:off x="5126418" y="552091"/>
            <a:ext cx="6224335" cy="5431536"/>
          </a:xfrm>
        </p:spPr>
        <p:txBody>
          <a:bodyPr anchor="ctr">
            <a:normAutofit/>
          </a:bodyPr>
          <a:lstStyle/>
          <a:p>
            <a:r>
              <a:rPr lang="es-ES" sz="2200">
                <a:effectLst/>
                <a:latin typeface="Arial" panose="020B0604020202020204" pitchFamily="34" charset="0"/>
                <a:ea typeface="Aptos" panose="020B0004020202020204" pitchFamily="34" charset="0"/>
              </a:rPr>
              <a:t>Los roles desempeñan un papel crucial en el éxito de cualquier proyecto de desarrollo de software, ya que proporcionan claridad en las responsabilidades, promueven la especialización y la colaboración, y facilitan la gestión eficiente del proyecto. En esta sección, exploraremos los roles más comunes en el desarrollo de software y analizaremos sus responsabilidades, habilidades requeridas y relaciones con otros roles en el equipo. Comprender estos roles es esencial para construir equipos de desarrollo eficaces y garantizar la entrega exitosa de proyectos de software.</a:t>
            </a:r>
            <a:endParaRPr lang="es-ES" sz="2200">
              <a:effectLst/>
              <a:latin typeface="Calibri" panose="020F0502020204030204" pitchFamily="34" charset="0"/>
              <a:ea typeface="Aptos" panose="020B0004020202020204" pitchFamily="34" charset="0"/>
            </a:endParaRPr>
          </a:p>
          <a:p>
            <a:endParaRPr lang="es-ES" sz="2200"/>
          </a:p>
        </p:txBody>
      </p:sp>
    </p:spTree>
    <p:extLst>
      <p:ext uri="{BB962C8B-B14F-4D97-AF65-F5344CB8AC3E}">
        <p14:creationId xmlns:p14="http://schemas.microsoft.com/office/powerpoint/2010/main" val="39981454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6884947-6F93-7712-ACB6-7D188EAF8D94}"/>
              </a:ext>
            </a:extLst>
          </p:cNvPr>
          <p:cNvSpPr>
            <a:spLocks noGrp="1"/>
          </p:cNvSpPr>
          <p:nvPr>
            <p:ph type="title"/>
          </p:nvPr>
        </p:nvSpPr>
        <p:spPr>
          <a:xfrm>
            <a:off x="841248" y="548640"/>
            <a:ext cx="3600860" cy="5431536"/>
          </a:xfrm>
        </p:spPr>
        <p:txBody>
          <a:bodyPr>
            <a:normAutofit/>
          </a:bodyPr>
          <a:lstStyle/>
          <a:p>
            <a:r>
              <a:rPr lang="es-ES" sz="5000" b="1" kern="100">
                <a:effectLst/>
                <a:latin typeface="Arial" panose="020B0604020202020204" pitchFamily="34" charset="0"/>
                <a:ea typeface="Aptos" panose="020B0004020202020204" pitchFamily="34" charset="0"/>
                <a:cs typeface="Times New Roman" panose="02020603050405020304" pitchFamily="18" charset="0"/>
              </a:rPr>
              <a:t>A) Arquitecto de Software:</a:t>
            </a:r>
            <a:br>
              <a:rPr lang="es-ES" sz="5000" kern="100">
                <a:effectLst/>
                <a:latin typeface="Aptos" panose="020B0004020202020204" pitchFamily="34" charset="0"/>
                <a:ea typeface="Aptos" panose="020B0004020202020204" pitchFamily="34" charset="0"/>
                <a:cs typeface="Times New Roman" panose="02020603050405020304" pitchFamily="18" charset="0"/>
              </a:rPr>
            </a:br>
            <a:endParaRPr lang="es-ES" sz="50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C590E35-1AA4-07E4-259D-F4473112BE55}"/>
              </a:ext>
            </a:extLst>
          </p:cNvPr>
          <p:cNvSpPr>
            <a:spLocks noGrp="1"/>
          </p:cNvSpPr>
          <p:nvPr>
            <p:ph idx="1"/>
          </p:nvPr>
        </p:nvSpPr>
        <p:spPr>
          <a:xfrm>
            <a:off x="5126418" y="552091"/>
            <a:ext cx="6224335" cy="5431536"/>
          </a:xfrm>
        </p:spPr>
        <p:txBody>
          <a:bodyPr anchor="ctr">
            <a:normAutofit/>
          </a:bodyPr>
          <a:lstStyle/>
          <a:p>
            <a:r>
              <a:rPr lang="es-ES" sz="2200" kern="100">
                <a:effectLst/>
                <a:latin typeface="Arial" panose="020B0604020202020204" pitchFamily="34" charset="0"/>
                <a:ea typeface="Aptos" panose="020B0004020202020204" pitchFamily="34" charset="0"/>
                <a:cs typeface="Times New Roman" panose="02020603050405020304" pitchFamily="18" charset="0"/>
              </a:rPr>
              <a:t>El Arquitecto de Software es responsable de diseñar la estructura global de un sistema de software. Esto implica tomar decisiones importantes sobre la arquitectura del sistema, como la elección de tecnologías, el diseño de componentes principales, la definición de interfaces y la planificación de la integración de sistemas. Además, el Arquitecto de Software debe considerar aspectos como el rendimiento, la escalabilidad, la seguridad y la usabilidad del sistema. Su objetivo principal es garantizar que el sistema de software sea robusto, eficiente y cumpla con los requisitos del cliente o usuario final.</a:t>
            </a:r>
            <a:endParaRPr lang="es-ES" sz="22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200"/>
          </a:p>
        </p:txBody>
      </p:sp>
    </p:spTree>
    <p:extLst>
      <p:ext uri="{BB962C8B-B14F-4D97-AF65-F5344CB8AC3E}">
        <p14:creationId xmlns:p14="http://schemas.microsoft.com/office/powerpoint/2010/main" val="675647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BAEA6B-611C-96B3-B8F8-1D7EAC675221}"/>
              </a:ext>
            </a:extLst>
          </p:cNvPr>
          <p:cNvSpPr>
            <a:spLocks noGrp="1"/>
          </p:cNvSpPr>
          <p:nvPr>
            <p:ph type="title"/>
          </p:nvPr>
        </p:nvSpPr>
        <p:spPr>
          <a:xfrm>
            <a:off x="841248" y="548640"/>
            <a:ext cx="3600860" cy="5431536"/>
          </a:xfrm>
        </p:spPr>
        <p:txBody>
          <a:bodyPr>
            <a:normAutofit/>
          </a:bodyPr>
          <a:lstStyle/>
          <a:p>
            <a:r>
              <a:rPr lang="es-ES" sz="5400" b="1" kern="100">
                <a:effectLst/>
                <a:latin typeface="Arial" panose="020B0604020202020204" pitchFamily="34" charset="0"/>
                <a:ea typeface="Aptos" panose="020B0004020202020204" pitchFamily="34" charset="0"/>
                <a:cs typeface="Times New Roman" panose="02020603050405020304" pitchFamily="18" charset="0"/>
              </a:rPr>
              <a:t>Jefe de Proyecto:</a:t>
            </a:r>
            <a:br>
              <a:rPr lang="es-ES" sz="5400" kern="100">
                <a:effectLst/>
                <a:latin typeface="Aptos" panose="020B0004020202020204" pitchFamily="34" charset="0"/>
                <a:ea typeface="Aptos" panose="020B0004020202020204" pitchFamily="34" charset="0"/>
                <a:cs typeface="Times New Roman" panose="02020603050405020304" pitchFamily="18" charset="0"/>
              </a:rPr>
            </a:br>
            <a:endParaRPr lang="es-ES" sz="5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9B84456-8CB8-EC5C-A7F9-1DF118E6428B}"/>
              </a:ext>
            </a:extLst>
          </p:cNvPr>
          <p:cNvSpPr>
            <a:spLocks noGrp="1"/>
          </p:cNvSpPr>
          <p:nvPr>
            <p:ph idx="1"/>
          </p:nvPr>
        </p:nvSpPr>
        <p:spPr>
          <a:xfrm>
            <a:off x="5126418" y="552091"/>
            <a:ext cx="6224335" cy="5431536"/>
          </a:xfrm>
        </p:spPr>
        <p:txBody>
          <a:bodyPr anchor="ctr">
            <a:normAutofit/>
          </a:bodyPr>
          <a:lstStyle/>
          <a:p>
            <a:r>
              <a:rPr lang="es-ES" sz="2200" kern="100">
                <a:effectLst/>
                <a:latin typeface="Arial" panose="020B0604020202020204" pitchFamily="34" charset="0"/>
                <a:ea typeface="Aptos" panose="020B0004020202020204" pitchFamily="34" charset="0"/>
                <a:cs typeface="Times New Roman" panose="02020603050405020304" pitchFamily="18" charset="0"/>
              </a:rPr>
              <a:t>El Jefe de Proyecto es responsable de la gestión general del proyecto de desarrollo de software. Esto incluye la planificación, la asignación de recursos, el seguimiento del progreso, la gestión de riesgos y la comunicación con los stakeholders. El Jefe de Proyecto coordina las actividades del equipo de desarrollo y garantiza que el proyecto se entregue a tiempo y dentro del presupuesto establecido. También es responsable de resolver conflictos, tomar decisiones y asegurarse de que se cumplan los objetivos del proyecto.</a:t>
            </a:r>
            <a:endParaRPr lang="es-ES" sz="22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200"/>
          </a:p>
        </p:txBody>
      </p:sp>
    </p:spTree>
    <p:extLst>
      <p:ext uri="{BB962C8B-B14F-4D97-AF65-F5344CB8AC3E}">
        <p14:creationId xmlns:p14="http://schemas.microsoft.com/office/powerpoint/2010/main" val="3518323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C48E5B6-79CC-8784-B1FE-1A37329B3DA8}"/>
              </a:ext>
            </a:extLst>
          </p:cNvPr>
          <p:cNvSpPr>
            <a:spLocks noGrp="1"/>
          </p:cNvSpPr>
          <p:nvPr>
            <p:ph type="title"/>
          </p:nvPr>
        </p:nvSpPr>
        <p:spPr>
          <a:xfrm>
            <a:off x="841248" y="548640"/>
            <a:ext cx="3600860" cy="5431536"/>
          </a:xfrm>
        </p:spPr>
        <p:txBody>
          <a:bodyPr>
            <a:normAutofit/>
          </a:bodyPr>
          <a:lstStyle/>
          <a:p>
            <a:r>
              <a:rPr lang="es-ES" sz="5400" b="1" kern="100">
                <a:effectLst/>
                <a:latin typeface="Arial" panose="020B0604020202020204" pitchFamily="34" charset="0"/>
                <a:ea typeface="Aptos" panose="020B0004020202020204" pitchFamily="34" charset="0"/>
                <a:cs typeface="Times New Roman" panose="02020603050405020304" pitchFamily="18" charset="0"/>
              </a:rPr>
              <a:t>Analista de Sistemas:</a:t>
            </a:r>
            <a:br>
              <a:rPr lang="es-ES" sz="5400" kern="100">
                <a:effectLst/>
                <a:latin typeface="Aptos" panose="020B0004020202020204" pitchFamily="34" charset="0"/>
                <a:ea typeface="Aptos" panose="020B0004020202020204" pitchFamily="34" charset="0"/>
                <a:cs typeface="Times New Roman" panose="02020603050405020304" pitchFamily="18" charset="0"/>
              </a:rPr>
            </a:br>
            <a:endParaRPr lang="es-ES" sz="5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621259B-A969-1A0C-E5A2-E36C41CCE5BC}"/>
              </a:ext>
            </a:extLst>
          </p:cNvPr>
          <p:cNvSpPr>
            <a:spLocks noGrp="1"/>
          </p:cNvSpPr>
          <p:nvPr>
            <p:ph idx="1"/>
          </p:nvPr>
        </p:nvSpPr>
        <p:spPr>
          <a:xfrm>
            <a:off x="5126418" y="552091"/>
            <a:ext cx="6224335" cy="5431536"/>
          </a:xfrm>
        </p:spPr>
        <p:txBody>
          <a:bodyPr anchor="ctr">
            <a:normAutofit/>
          </a:bodyPr>
          <a:lstStyle/>
          <a:p>
            <a:r>
              <a:rPr lang="es-ES" sz="2200" kern="100">
                <a:effectLst/>
                <a:latin typeface="Arial" panose="020B0604020202020204" pitchFamily="34" charset="0"/>
                <a:ea typeface="Aptos" panose="020B0004020202020204" pitchFamily="34" charset="0"/>
                <a:cs typeface="Times New Roman" panose="02020603050405020304" pitchFamily="18" charset="0"/>
              </a:rPr>
              <a:t>El Analista de Sistemas es responsable de analizar y documentar los requisitos del sistema de software. Esto implica colaborar con los stakeholders para comprender sus necesidades y traducirlas en especificaciones claras y detalladas para el equipo de desarrollo. El Analista de Sistemas también puede participar en la evaluación de tecnologías y soluciones existentes, y en la identificación de oportunidades de mejora en los sistemas existentes.</a:t>
            </a:r>
            <a:endParaRPr lang="es-ES" sz="22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200"/>
          </a:p>
        </p:txBody>
      </p:sp>
    </p:spTree>
    <p:extLst>
      <p:ext uri="{BB962C8B-B14F-4D97-AF65-F5344CB8AC3E}">
        <p14:creationId xmlns:p14="http://schemas.microsoft.com/office/powerpoint/2010/main" val="19472964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CD79E7D-72EC-1FE1-D4FD-BC80EA9EE26A}"/>
              </a:ext>
            </a:extLst>
          </p:cNvPr>
          <p:cNvSpPr>
            <a:spLocks noGrp="1"/>
          </p:cNvSpPr>
          <p:nvPr>
            <p:ph type="title"/>
          </p:nvPr>
        </p:nvSpPr>
        <p:spPr>
          <a:xfrm>
            <a:off x="841248" y="548640"/>
            <a:ext cx="3600860" cy="5431536"/>
          </a:xfrm>
        </p:spPr>
        <p:txBody>
          <a:bodyPr>
            <a:normAutofit/>
          </a:bodyPr>
          <a:lstStyle/>
          <a:p>
            <a:r>
              <a:rPr lang="es-ES" sz="3800" b="1" kern="100">
                <a:effectLst/>
                <a:latin typeface="Arial" panose="020B0604020202020204" pitchFamily="34" charset="0"/>
                <a:ea typeface="Aptos" panose="020B0004020202020204" pitchFamily="34" charset="0"/>
                <a:cs typeface="Times New Roman" panose="02020603050405020304" pitchFamily="18" charset="0"/>
              </a:rPr>
              <a:t>Analista Programador:</a:t>
            </a:r>
            <a:br>
              <a:rPr lang="es-ES" sz="3800" kern="100">
                <a:effectLst/>
                <a:latin typeface="Aptos" panose="020B0004020202020204" pitchFamily="34" charset="0"/>
                <a:ea typeface="Aptos" panose="020B0004020202020204" pitchFamily="34" charset="0"/>
                <a:cs typeface="Times New Roman" panose="02020603050405020304" pitchFamily="18" charset="0"/>
              </a:rPr>
            </a:br>
            <a:endParaRPr lang="es-ES" sz="38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455769A-9140-D25F-5A12-9E37BC6B3F41}"/>
              </a:ext>
            </a:extLst>
          </p:cNvPr>
          <p:cNvSpPr>
            <a:spLocks noGrp="1"/>
          </p:cNvSpPr>
          <p:nvPr>
            <p:ph idx="1"/>
          </p:nvPr>
        </p:nvSpPr>
        <p:spPr>
          <a:xfrm>
            <a:off x="5126418" y="552091"/>
            <a:ext cx="6224335" cy="5431536"/>
          </a:xfrm>
        </p:spPr>
        <p:txBody>
          <a:bodyPr anchor="ctr">
            <a:normAutofit/>
          </a:bodyPr>
          <a:lstStyle/>
          <a:p>
            <a:r>
              <a:rPr lang="es-ES" sz="2200" kern="100">
                <a:effectLst/>
                <a:latin typeface="Arial" panose="020B0604020202020204" pitchFamily="34" charset="0"/>
                <a:ea typeface="Aptos" panose="020B0004020202020204" pitchFamily="34" charset="0"/>
                <a:cs typeface="Times New Roman" panose="02020603050405020304" pitchFamily="18" charset="0"/>
              </a:rPr>
              <a:t>El Analista Programador es responsable de analizar, diseñar, desarrollar y probar software utilizando diferentes lenguajes de programación y tecnologías. Trabaja en estrecha colaboración con los Analistas de Sistemas para entender los requisitos del sistema y traducirlos en código funcional. Además de escribir código, el Analista Programador también puede participar en la identificación y resolución de problemas durante el desarrollo del software.</a:t>
            </a:r>
            <a:endParaRPr lang="es-ES" sz="22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200"/>
          </a:p>
        </p:txBody>
      </p:sp>
    </p:spTree>
    <p:extLst>
      <p:ext uri="{BB962C8B-B14F-4D97-AF65-F5344CB8AC3E}">
        <p14:creationId xmlns:p14="http://schemas.microsoft.com/office/powerpoint/2010/main" val="41091466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904FCAA-8BF8-712E-8782-F3CDEF439E7E}"/>
              </a:ext>
            </a:extLst>
          </p:cNvPr>
          <p:cNvSpPr>
            <a:spLocks noGrp="1"/>
          </p:cNvSpPr>
          <p:nvPr>
            <p:ph type="title"/>
          </p:nvPr>
        </p:nvSpPr>
        <p:spPr>
          <a:xfrm>
            <a:off x="841248" y="548640"/>
            <a:ext cx="3600860" cy="5431536"/>
          </a:xfrm>
        </p:spPr>
        <p:txBody>
          <a:bodyPr>
            <a:normAutofit/>
          </a:bodyPr>
          <a:lstStyle/>
          <a:p>
            <a:r>
              <a:rPr lang="es-ES" sz="3800" b="1" kern="100">
                <a:effectLst/>
                <a:latin typeface="Arial" panose="020B0604020202020204" pitchFamily="34" charset="0"/>
                <a:ea typeface="Aptos" panose="020B0004020202020204" pitchFamily="34" charset="0"/>
                <a:cs typeface="Times New Roman" panose="02020603050405020304" pitchFamily="18" charset="0"/>
              </a:rPr>
              <a:t>Programador:</a:t>
            </a:r>
            <a:br>
              <a:rPr lang="es-ES" sz="3800" kern="100">
                <a:effectLst/>
                <a:latin typeface="Aptos" panose="020B0004020202020204" pitchFamily="34" charset="0"/>
                <a:ea typeface="Aptos" panose="020B0004020202020204" pitchFamily="34" charset="0"/>
                <a:cs typeface="Times New Roman" panose="02020603050405020304" pitchFamily="18" charset="0"/>
              </a:rPr>
            </a:br>
            <a:endParaRPr lang="es-ES" sz="38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635B6BB-F481-866D-1183-43580D7AAD19}"/>
              </a:ext>
            </a:extLst>
          </p:cNvPr>
          <p:cNvSpPr>
            <a:spLocks noGrp="1"/>
          </p:cNvSpPr>
          <p:nvPr>
            <p:ph idx="1"/>
          </p:nvPr>
        </p:nvSpPr>
        <p:spPr>
          <a:xfrm>
            <a:off x="5126418" y="552091"/>
            <a:ext cx="6224335" cy="5431536"/>
          </a:xfrm>
        </p:spPr>
        <p:txBody>
          <a:bodyPr anchor="ctr">
            <a:normAutofit/>
          </a:bodyPr>
          <a:lstStyle/>
          <a:p>
            <a:r>
              <a:rPr lang="es-ES" sz="2200" kern="100">
                <a:effectLst/>
                <a:latin typeface="Arial" panose="020B0604020202020204" pitchFamily="34" charset="0"/>
                <a:ea typeface="Aptos" panose="020B0004020202020204" pitchFamily="34" charset="0"/>
                <a:cs typeface="Times New Roman" panose="02020603050405020304" pitchFamily="18" charset="0"/>
              </a:rPr>
              <a:t>El Programador es responsable de escribir código de software siguiendo las especificaciones proporcionadas por los Analistas de Sistemas o los Analistas Programadores. Esto implica comprender los requisitos del sistema y traducirlos en código funcional utilizando diferentes lenguajes de programación y tecnologías. El Programador también puede participar en la depuración y optimización del código, así como en la integración de componentes de software.</a:t>
            </a:r>
            <a:endParaRPr lang="es-ES" sz="22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200"/>
          </a:p>
        </p:txBody>
      </p:sp>
    </p:spTree>
    <p:extLst>
      <p:ext uri="{BB962C8B-B14F-4D97-AF65-F5344CB8AC3E}">
        <p14:creationId xmlns:p14="http://schemas.microsoft.com/office/powerpoint/2010/main" val="4264564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A4A1214-C671-7669-4AC1-36990EE76C4E}"/>
              </a:ext>
            </a:extLst>
          </p:cNvPr>
          <p:cNvSpPr>
            <a:spLocks noGrp="1"/>
          </p:cNvSpPr>
          <p:nvPr>
            <p:ph type="title"/>
          </p:nvPr>
        </p:nvSpPr>
        <p:spPr>
          <a:xfrm>
            <a:off x="841248" y="548640"/>
            <a:ext cx="3600860" cy="5431536"/>
          </a:xfrm>
        </p:spPr>
        <p:txBody>
          <a:bodyPr>
            <a:normAutofit/>
          </a:bodyPr>
          <a:lstStyle/>
          <a:p>
            <a:r>
              <a:rPr lang="es-ES" sz="5400" b="1" kern="100">
                <a:effectLst/>
                <a:latin typeface="Arial" panose="020B0604020202020204" pitchFamily="34" charset="0"/>
                <a:ea typeface="Aptos" panose="020B0004020202020204" pitchFamily="34" charset="0"/>
                <a:cs typeface="Times New Roman" panose="02020603050405020304" pitchFamily="18" charset="0"/>
              </a:rPr>
              <a:t>Tester:</a:t>
            </a:r>
            <a:br>
              <a:rPr lang="es-ES" sz="5400" kern="100">
                <a:effectLst/>
                <a:latin typeface="Aptos" panose="020B0004020202020204" pitchFamily="34" charset="0"/>
                <a:ea typeface="Aptos" panose="020B0004020202020204" pitchFamily="34" charset="0"/>
                <a:cs typeface="Times New Roman" panose="02020603050405020304" pitchFamily="18" charset="0"/>
              </a:rPr>
            </a:br>
            <a:endParaRPr lang="es-ES" sz="5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05A1795-75B0-F6E9-2D19-5BC0009DC2B9}"/>
              </a:ext>
            </a:extLst>
          </p:cNvPr>
          <p:cNvSpPr>
            <a:spLocks noGrp="1"/>
          </p:cNvSpPr>
          <p:nvPr>
            <p:ph idx="1"/>
          </p:nvPr>
        </p:nvSpPr>
        <p:spPr>
          <a:xfrm>
            <a:off x="5126418" y="552091"/>
            <a:ext cx="6224335" cy="5431536"/>
          </a:xfrm>
        </p:spPr>
        <p:txBody>
          <a:bodyPr anchor="ctr">
            <a:normAutofit/>
          </a:bodyPr>
          <a:lstStyle/>
          <a:p>
            <a:r>
              <a:rPr lang="es-ES" sz="2200" kern="100">
                <a:effectLst/>
                <a:latin typeface="Arial" panose="020B0604020202020204" pitchFamily="34" charset="0"/>
                <a:ea typeface="Aptos" panose="020B0004020202020204" pitchFamily="34" charset="0"/>
                <a:cs typeface="Times New Roman" panose="02020603050405020304" pitchFamily="18" charset="0"/>
              </a:rPr>
              <a:t>El Tester es responsable de probar el software para identificar y reportar errores o defectos. Utiliza una variedad de técnicas de pruebas, como pruebas unitarias, pruebas de integración y pruebas de aceptación, para garantizar que el software funcione como se espera y cumpla con los requisitos del cliente. El Tester trabaja en estrecha colaboración con los desarrolladores para resolver problemas y mejorar la calidad del software.</a:t>
            </a:r>
            <a:endParaRPr lang="es-ES" sz="22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200"/>
          </a:p>
        </p:txBody>
      </p:sp>
    </p:spTree>
    <p:extLst>
      <p:ext uri="{BB962C8B-B14F-4D97-AF65-F5344CB8AC3E}">
        <p14:creationId xmlns:p14="http://schemas.microsoft.com/office/powerpoint/2010/main" val="20900066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3168B55-2DEB-329B-A683-93BABB4BB578}"/>
              </a:ext>
            </a:extLst>
          </p:cNvPr>
          <p:cNvSpPr>
            <a:spLocks noGrp="1"/>
          </p:cNvSpPr>
          <p:nvPr>
            <p:ph type="title"/>
          </p:nvPr>
        </p:nvSpPr>
        <p:spPr>
          <a:xfrm>
            <a:off x="841248" y="548640"/>
            <a:ext cx="3600860" cy="5431536"/>
          </a:xfrm>
        </p:spPr>
        <p:txBody>
          <a:bodyPr>
            <a:normAutofit/>
          </a:bodyPr>
          <a:lstStyle/>
          <a:p>
            <a:r>
              <a:rPr lang="es-ES" sz="3400" b="1" kern="100">
                <a:effectLst/>
                <a:latin typeface="Arial" panose="020B0604020202020204" pitchFamily="34" charset="0"/>
                <a:ea typeface="Aptos" panose="020B0004020202020204" pitchFamily="34" charset="0"/>
                <a:cs typeface="Times New Roman" panose="02020603050405020304" pitchFamily="18" charset="0"/>
              </a:rPr>
              <a:t>Quality Assurance (Aseguramiento de la Calidad):</a:t>
            </a:r>
            <a:br>
              <a:rPr lang="es-ES" sz="3400" kern="100">
                <a:effectLst/>
                <a:latin typeface="Aptos" panose="020B0004020202020204" pitchFamily="34" charset="0"/>
                <a:ea typeface="Aptos" panose="020B0004020202020204" pitchFamily="34" charset="0"/>
                <a:cs typeface="Times New Roman" panose="02020603050405020304" pitchFamily="18" charset="0"/>
              </a:rPr>
            </a:br>
            <a:endParaRPr lang="es-ES" sz="3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F841E14-0A43-BB3D-7505-BD93EA8DB0EF}"/>
              </a:ext>
            </a:extLst>
          </p:cNvPr>
          <p:cNvSpPr>
            <a:spLocks noGrp="1"/>
          </p:cNvSpPr>
          <p:nvPr>
            <p:ph idx="1"/>
          </p:nvPr>
        </p:nvSpPr>
        <p:spPr>
          <a:xfrm>
            <a:off x="5126418" y="552091"/>
            <a:ext cx="6224335" cy="5431536"/>
          </a:xfrm>
        </p:spPr>
        <p:txBody>
          <a:bodyPr anchor="ctr">
            <a:normAutofit/>
          </a:bodyPr>
          <a:lstStyle/>
          <a:p>
            <a:r>
              <a:rPr lang="es-ES" sz="2200" kern="100">
                <a:effectLst/>
                <a:latin typeface="Arial" panose="020B0604020202020204" pitchFamily="34" charset="0"/>
                <a:ea typeface="Aptos" panose="020B0004020202020204" pitchFamily="34" charset="0"/>
                <a:cs typeface="Times New Roman" panose="02020603050405020304" pitchFamily="18" charset="0"/>
              </a:rPr>
              <a:t>El QA es responsable de garantizar la calidad del software a lo largo de todo el ciclo de vida del desarrollo. Esto implica establecer estándares y procesos de calidad, realizar revisiones de código, realizar pruebas de software y asegurar el cumplimiento de los requisitos del cliente. El QA también puede participar en la identificación y resolución de problemas de calidad y en la mejora continua de los procesos de desarrollo.</a:t>
            </a:r>
            <a:endParaRPr lang="es-ES" sz="22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200"/>
          </a:p>
        </p:txBody>
      </p:sp>
    </p:spTree>
    <p:extLst>
      <p:ext uri="{BB962C8B-B14F-4D97-AF65-F5344CB8AC3E}">
        <p14:creationId xmlns:p14="http://schemas.microsoft.com/office/powerpoint/2010/main" val="294336590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6109</Words>
  <Application>Microsoft Office PowerPoint</Application>
  <PresentationFormat>Panorámica</PresentationFormat>
  <Paragraphs>419</Paragraphs>
  <Slides>52</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52</vt:i4>
      </vt:variant>
    </vt:vector>
  </HeadingPairs>
  <TitlesOfParts>
    <vt:vector size="63" baseType="lpstr">
      <vt:lpstr>Aptos</vt:lpstr>
      <vt:lpstr>Aptos Display</vt:lpstr>
      <vt:lpstr>Arial</vt:lpstr>
      <vt:lpstr>Calibri</vt:lpstr>
      <vt:lpstr>Consolas</vt:lpstr>
      <vt:lpstr>Courier New</vt:lpstr>
      <vt:lpstr>Symbol</vt:lpstr>
      <vt:lpstr>Times New Roman</vt:lpstr>
      <vt:lpstr>Verdana</vt:lpstr>
      <vt:lpstr>Wingdings</vt:lpstr>
      <vt:lpstr>Tema de Office</vt:lpstr>
      <vt:lpstr>ENTORNOS DE DESARROLLO</vt:lpstr>
      <vt:lpstr>INDICE</vt:lpstr>
      <vt:lpstr>UD1: Desarrollo del software</vt:lpstr>
      <vt:lpstr>Conceptos de programa informático y de aplicación informática</vt:lpstr>
      <vt:lpstr>Conceptos de programa informático y de aplicación informática</vt:lpstr>
      <vt:lpstr>Software, aplicación informática</vt:lpstr>
      <vt:lpstr>Software a medida vs. estándar</vt:lpstr>
      <vt:lpstr>Software según el tipo de licencia. </vt:lpstr>
      <vt:lpstr>2. Los algoritmos.</vt:lpstr>
      <vt:lpstr>QUE ES UN ALGORITMO</vt:lpstr>
      <vt:lpstr>Características de un algoritmo</vt:lpstr>
      <vt:lpstr>. Pseudocódigo </vt:lpstr>
      <vt:lpstr>QUE ES EL PSEUDOCÓDIGO</vt:lpstr>
      <vt:lpstr>PSEINT</vt:lpstr>
      <vt:lpstr>Ejemplo 1</vt:lpstr>
      <vt:lpstr>diagramas de flujo.</vt:lpstr>
      <vt:lpstr>Que es un diagrama de flujo</vt:lpstr>
      <vt:lpstr>Presentación de PowerPoint</vt:lpstr>
      <vt:lpstr>Ejemplo 1</vt:lpstr>
      <vt:lpstr>Tipos de lenguajes de programación.</vt:lpstr>
      <vt:lpstr>Fases del desarrollo de una aplicación. </vt:lpstr>
      <vt:lpstr>Presentación de PowerPoint</vt:lpstr>
      <vt:lpstr>Tipos de lenguajes de programación en función del traductor</vt:lpstr>
      <vt:lpstr>Presentación de PowerPoint</vt:lpstr>
      <vt:lpstr>C/C++:</vt:lpstr>
      <vt:lpstr>Java: </vt:lpstr>
      <vt:lpstr>Python: </vt:lpstr>
      <vt:lpstr>PHP: </vt:lpstr>
      <vt:lpstr>JavaScript: </vt:lpstr>
      <vt:lpstr>C#: </vt:lpstr>
      <vt:lpstr>4. Fases del desarrollo de una aplicación.  </vt:lpstr>
      <vt:lpstr>Presentación de PowerPoint</vt:lpstr>
      <vt:lpstr>Presentación de PowerPoint</vt:lpstr>
      <vt:lpstr>Modelos de ciclo de vida</vt:lpstr>
      <vt:lpstr>Metodologías agiles</vt:lpstr>
      <vt:lpstr>Presentación de PowerPoint</vt:lpstr>
      <vt:lpstr>Scrum</vt:lpstr>
      <vt:lpstr>Como funciona</vt:lpstr>
      <vt:lpstr>1º Etapas de desarrollo de los Sprint</vt:lpstr>
      <vt:lpstr> El Scrum Diario o daily Scrum</vt:lpstr>
      <vt:lpstr>Revisión del Sprint: Review Sprint</vt:lpstr>
      <vt:lpstr>Retrospectiva del Sprint: Retrospective Sprint</vt:lpstr>
      <vt:lpstr>Scrum. Roles  </vt:lpstr>
      <vt:lpstr>Roles en el desarrollo de software</vt:lpstr>
      <vt:lpstr>Presentación de PowerPoint</vt:lpstr>
      <vt:lpstr>A) Arquitecto de Software: </vt:lpstr>
      <vt:lpstr>Jefe de Proyecto: </vt:lpstr>
      <vt:lpstr>Analista de Sistemas: </vt:lpstr>
      <vt:lpstr>Analista Programador: </vt:lpstr>
      <vt:lpstr>Programador: </vt:lpstr>
      <vt:lpstr>Tester: </vt:lpstr>
      <vt:lpstr>Quality Assurance (Aseguramiento de la Calidad):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Alberto Ruiz</dc:creator>
  <cp:lastModifiedBy>Alberto Ruiz</cp:lastModifiedBy>
  <cp:revision>1</cp:revision>
  <dcterms:created xsi:type="dcterms:W3CDTF">2024-08-27T10:43:04Z</dcterms:created>
  <dcterms:modified xsi:type="dcterms:W3CDTF">2024-08-27T11:30:06Z</dcterms:modified>
</cp:coreProperties>
</file>