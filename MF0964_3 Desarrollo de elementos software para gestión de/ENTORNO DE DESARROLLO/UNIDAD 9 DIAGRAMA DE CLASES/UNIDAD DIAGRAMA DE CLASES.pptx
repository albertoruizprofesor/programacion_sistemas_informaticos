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3" r:id="rId1"/>
  </p:sldMasterIdLst>
  <p:notesMasterIdLst>
    <p:notesMasterId r:id="rId33"/>
  </p:notesMasterIdLst>
  <p:sldIdLst>
    <p:sldId id="256" r:id="rId2"/>
    <p:sldId id="257" r:id="rId3"/>
    <p:sldId id="258" r:id="rId4"/>
    <p:sldId id="259" r:id="rId5"/>
    <p:sldId id="286" r:id="rId6"/>
    <p:sldId id="260" r:id="rId7"/>
    <p:sldId id="287" r:id="rId8"/>
    <p:sldId id="261" r:id="rId9"/>
    <p:sldId id="288" r:id="rId10"/>
    <p:sldId id="262" r:id="rId11"/>
    <p:sldId id="297" r:id="rId12"/>
    <p:sldId id="263" r:id="rId13"/>
    <p:sldId id="264" r:id="rId14"/>
    <p:sldId id="289" r:id="rId15"/>
    <p:sldId id="290" r:id="rId16"/>
    <p:sldId id="265" r:id="rId17"/>
    <p:sldId id="267" r:id="rId18"/>
    <p:sldId id="270" r:id="rId19"/>
    <p:sldId id="269" r:id="rId20"/>
    <p:sldId id="291" r:id="rId21"/>
    <p:sldId id="268" r:id="rId22"/>
    <p:sldId id="271" r:id="rId23"/>
    <p:sldId id="295" r:id="rId24"/>
    <p:sldId id="272" r:id="rId25"/>
    <p:sldId id="296" r:id="rId26"/>
    <p:sldId id="266" r:id="rId27"/>
    <p:sldId id="276" r:id="rId28"/>
    <p:sldId id="293" r:id="rId29"/>
    <p:sldId id="283" r:id="rId30"/>
    <p:sldId id="294" r:id="rId31"/>
    <p:sldId id="278" r:id="rId32"/>
  </p:sldIdLst>
  <p:sldSz cx="24384000" cy="13716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D77201-8218-4F12-B846-3591E561E322}" v="4" dt="2025-04-07T17:09:39.11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9" d="100"/>
          <a:sy n="49" d="100"/>
        </p:scale>
        <p:origin x="1038"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berto Ruiz" userId="47fa91d207cfb014" providerId="LiveId" clId="{BAE1EFFD-A842-43C1-B634-9BE9416EB92B}"/>
    <pc:docChg chg="undo custSel addSld delSld modSld sldOrd">
      <pc:chgData name="Alberto Ruiz" userId="47fa91d207cfb014" providerId="LiveId" clId="{BAE1EFFD-A842-43C1-B634-9BE9416EB92B}" dt="2024-06-03T15:07:13.654" v="3096" actId="1076"/>
      <pc:docMkLst>
        <pc:docMk/>
      </pc:docMkLst>
      <pc:sldChg chg="addSp delSp modSp mod">
        <pc:chgData name="Alberto Ruiz" userId="47fa91d207cfb014" providerId="LiveId" clId="{BAE1EFFD-A842-43C1-B634-9BE9416EB92B}" dt="2024-04-25T10:47:08.206" v="18" actId="1076"/>
        <pc:sldMkLst>
          <pc:docMk/>
          <pc:sldMk cId="0" sldId="256"/>
        </pc:sldMkLst>
      </pc:sldChg>
      <pc:sldChg chg="addSp modSp mod setBg">
        <pc:chgData name="Alberto Ruiz" userId="47fa91d207cfb014" providerId="LiveId" clId="{BAE1EFFD-A842-43C1-B634-9BE9416EB92B}" dt="2024-04-25T10:47:28.340" v="29" actId="403"/>
        <pc:sldMkLst>
          <pc:docMk/>
          <pc:sldMk cId="0" sldId="257"/>
        </pc:sldMkLst>
      </pc:sldChg>
      <pc:sldChg chg="modSp mod">
        <pc:chgData name="Alberto Ruiz" userId="47fa91d207cfb014" providerId="LiveId" clId="{BAE1EFFD-A842-43C1-B634-9BE9416EB92B}" dt="2024-05-29T10:19:47.789" v="3083" actId="13926"/>
        <pc:sldMkLst>
          <pc:docMk/>
          <pc:sldMk cId="0" sldId="258"/>
        </pc:sldMkLst>
      </pc:sldChg>
      <pc:sldChg chg="delSp modSp mod">
        <pc:chgData name="Alberto Ruiz" userId="47fa91d207cfb014" providerId="LiveId" clId="{BAE1EFFD-A842-43C1-B634-9BE9416EB92B}" dt="2024-04-25T10:48:42.173" v="52" actId="1076"/>
        <pc:sldMkLst>
          <pc:docMk/>
          <pc:sldMk cId="0" sldId="259"/>
        </pc:sldMkLst>
      </pc:sldChg>
      <pc:sldChg chg="modSp mod">
        <pc:chgData name="Alberto Ruiz" userId="47fa91d207cfb014" providerId="LiveId" clId="{BAE1EFFD-A842-43C1-B634-9BE9416EB92B}" dt="2024-04-25T10:49:15.039" v="66" actId="207"/>
        <pc:sldMkLst>
          <pc:docMk/>
          <pc:sldMk cId="0" sldId="260"/>
        </pc:sldMkLst>
      </pc:sldChg>
      <pc:sldChg chg="modSp mod">
        <pc:chgData name="Alberto Ruiz" userId="47fa91d207cfb014" providerId="LiveId" clId="{BAE1EFFD-A842-43C1-B634-9BE9416EB92B}" dt="2024-04-25T10:49:24.799" v="69" actId="403"/>
        <pc:sldMkLst>
          <pc:docMk/>
          <pc:sldMk cId="0" sldId="261"/>
        </pc:sldMkLst>
      </pc:sldChg>
      <pc:sldChg chg="addSp delSp modSp mod">
        <pc:chgData name="Alberto Ruiz" userId="47fa91d207cfb014" providerId="LiveId" clId="{BAE1EFFD-A842-43C1-B634-9BE9416EB92B}" dt="2024-05-29T10:20:33.954" v="3087" actId="207"/>
        <pc:sldMkLst>
          <pc:docMk/>
          <pc:sldMk cId="0" sldId="262"/>
        </pc:sldMkLst>
      </pc:sldChg>
      <pc:sldChg chg="modSp mod modNotes">
        <pc:chgData name="Alberto Ruiz" userId="47fa91d207cfb014" providerId="LiveId" clId="{BAE1EFFD-A842-43C1-B634-9BE9416EB92B}" dt="2024-04-25T11:25:13.151" v="290" actId="1076"/>
        <pc:sldMkLst>
          <pc:docMk/>
          <pc:sldMk cId="0" sldId="263"/>
        </pc:sldMkLst>
      </pc:sldChg>
      <pc:sldChg chg="modSp mod modNotes">
        <pc:chgData name="Alberto Ruiz" userId="47fa91d207cfb014" providerId="LiveId" clId="{BAE1EFFD-A842-43C1-B634-9BE9416EB92B}" dt="2024-04-25T10:50:17.576" v="74" actId="113"/>
        <pc:sldMkLst>
          <pc:docMk/>
          <pc:sldMk cId="0" sldId="264"/>
        </pc:sldMkLst>
      </pc:sldChg>
      <pc:sldChg chg="modSp mod">
        <pc:chgData name="Alberto Ruiz" userId="47fa91d207cfb014" providerId="LiveId" clId="{BAE1EFFD-A842-43C1-B634-9BE9416EB92B}" dt="2024-05-29T10:21:47.006" v="3088" actId="13926"/>
        <pc:sldMkLst>
          <pc:docMk/>
          <pc:sldMk cId="0" sldId="265"/>
        </pc:sldMkLst>
      </pc:sldChg>
      <pc:sldChg chg="addSp delSp modSp mod ord">
        <pc:chgData name="Alberto Ruiz" userId="47fa91d207cfb014" providerId="LiveId" clId="{BAE1EFFD-A842-43C1-B634-9BE9416EB92B}" dt="2024-05-29T10:24:37.487" v="3094" actId="13926"/>
        <pc:sldMkLst>
          <pc:docMk/>
          <pc:sldMk cId="0" sldId="266"/>
        </pc:sldMkLst>
      </pc:sldChg>
      <pc:sldChg chg="addSp delSp modSp mod ord">
        <pc:chgData name="Alberto Ruiz" userId="47fa91d207cfb014" providerId="LiveId" clId="{BAE1EFFD-A842-43C1-B634-9BE9416EB92B}" dt="2024-05-29T10:21:55.910" v="3089" actId="13926"/>
        <pc:sldMkLst>
          <pc:docMk/>
          <pc:sldMk cId="0" sldId="267"/>
        </pc:sldMkLst>
      </pc:sldChg>
      <pc:sldChg chg="addSp delSp modSp mod ord">
        <pc:chgData name="Alberto Ruiz" userId="47fa91d207cfb014" providerId="LiveId" clId="{BAE1EFFD-A842-43C1-B634-9BE9416EB92B}" dt="2024-06-02T09:24:05.020" v="3095" actId="1076"/>
        <pc:sldMkLst>
          <pc:docMk/>
          <pc:sldMk cId="0" sldId="268"/>
        </pc:sldMkLst>
      </pc:sldChg>
      <pc:sldChg chg="addSp delSp modSp mod ord">
        <pc:chgData name="Alberto Ruiz" userId="47fa91d207cfb014" providerId="LiveId" clId="{BAE1EFFD-A842-43C1-B634-9BE9416EB92B}" dt="2024-05-29T10:22:11.192" v="3091" actId="13926"/>
        <pc:sldMkLst>
          <pc:docMk/>
          <pc:sldMk cId="0" sldId="269"/>
        </pc:sldMkLst>
      </pc:sldChg>
      <pc:sldChg chg="delSp modSp mod ord">
        <pc:chgData name="Alberto Ruiz" userId="47fa91d207cfb014" providerId="LiveId" clId="{BAE1EFFD-A842-43C1-B634-9BE9416EB92B}" dt="2024-05-29T10:22:03.932" v="3090" actId="13926"/>
        <pc:sldMkLst>
          <pc:docMk/>
          <pc:sldMk cId="0" sldId="270"/>
        </pc:sldMkLst>
      </pc:sldChg>
      <pc:sldChg chg="addSp delSp modSp mod ord modNotesTx">
        <pc:chgData name="Alberto Ruiz" userId="47fa91d207cfb014" providerId="LiveId" clId="{BAE1EFFD-A842-43C1-B634-9BE9416EB92B}" dt="2024-05-29T10:22:25.527" v="3093" actId="13926"/>
        <pc:sldMkLst>
          <pc:docMk/>
          <pc:sldMk cId="0" sldId="271"/>
        </pc:sldMkLst>
      </pc:sldChg>
      <pc:sldChg chg="delSp modSp mod ord">
        <pc:chgData name="Alberto Ruiz" userId="47fa91d207cfb014" providerId="LiveId" clId="{BAE1EFFD-A842-43C1-B634-9BE9416EB92B}" dt="2024-06-03T15:07:13.654" v="3096" actId="1076"/>
        <pc:sldMkLst>
          <pc:docMk/>
          <pc:sldMk cId="0" sldId="272"/>
        </pc:sldMkLst>
      </pc:sldChg>
      <pc:sldChg chg="modSp del mod">
        <pc:chgData name="Alberto Ruiz" userId="47fa91d207cfb014" providerId="LiveId" clId="{BAE1EFFD-A842-43C1-B634-9BE9416EB92B}" dt="2024-04-25T14:38:28.616" v="2179" actId="47"/>
        <pc:sldMkLst>
          <pc:docMk/>
          <pc:sldMk cId="0" sldId="273"/>
        </pc:sldMkLst>
      </pc:sldChg>
      <pc:sldChg chg="modSp del mod">
        <pc:chgData name="Alberto Ruiz" userId="47fa91d207cfb014" providerId="LiveId" clId="{BAE1EFFD-A842-43C1-B634-9BE9416EB92B}" dt="2024-04-25T14:38:32.319" v="2180" actId="47"/>
        <pc:sldMkLst>
          <pc:docMk/>
          <pc:sldMk cId="0" sldId="274"/>
        </pc:sldMkLst>
      </pc:sldChg>
      <pc:sldChg chg="modSp del mod">
        <pc:chgData name="Alberto Ruiz" userId="47fa91d207cfb014" providerId="LiveId" clId="{BAE1EFFD-A842-43C1-B634-9BE9416EB92B}" dt="2024-04-25T14:38:51.989" v="2181" actId="47"/>
        <pc:sldMkLst>
          <pc:docMk/>
          <pc:sldMk cId="0" sldId="275"/>
        </pc:sldMkLst>
      </pc:sldChg>
      <pc:sldChg chg="delSp modSp mod">
        <pc:chgData name="Alberto Ruiz" userId="47fa91d207cfb014" providerId="LiveId" clId="{BAE1EFFD-A842-43C1-B634-9BE9416EB92B}" dt="2024-04-25T14:40:06.850" v="2199" actId="1076"/>
        <pc:sldMkLst>
          <pc:docMk/>
          <pc:sldMk cId="0" sldId="276"/>
        </pc:sldMkLst>
      </pc:sldChg>
      <pc:sldChg chg="modSp del mod">
        <pc:chgData name="Alberto Ruiz" userId="47fa91d207cfb014" providerId="LiveId" clId="{BAE1EFFD-A842-43C1-B634-9BE9416EB92B}" dt="2024-04-25T14:58:31.865" v="2319" actId="47"/>
        <pc:sldMkLst>
          <pc:docMk/>
          <pc:sldMk cId="0" sldId="277"/>
        </pc:sldMkLst>
      </pc:sldChg>
      <pc:sldChg chg="del">
        <pc:chgData name="Alberto Ruiz" userId="47fa91d207cfb014" providerId="LiveId" clId="{BAE1EFFD-A842-43C1-B634-9BE9416EB92B}" dt="2024-04-25T14:39:34.262" v="2187" actId="47"/>
        <pc:sldMkLst>
          <pc:docMk/>
          <pc:sldMk cId="0" sldId="279"/>
        </pc:sldMkLst>
      </pc:sldChg>
      <pc:sldChg chg="modSp del mod">
        <pc:chgData name="Alberto Ruiz" userId="47fa91d207cfb014" providerId="LiveId" clId="{BAE1EFFD-A842-43C1-B634-9BE9416EB92B}" dt="2024-04-25T14:39:31.334" v="2186" actId="47"/>
        <pc:sldMkLst>
          <pc:docMk/>
          <pc:sldMk cId="0" sldId="280"/>
        </pc:sldMkLst>
      </pc:sldChg>
      <pc:sldChg chg="del">
        <pc:chgData name="Alberto Ruiz" userId="47fa91d207cfb014" providerId="LiveId" clId="{BAE1EFFD-A842-43C1-B634-9BE9416EB92B}" dt="2024-04-25T14:58:43.424" v="2320" actId="47"/>
        <pc:sldMkLst>
          <pc:docMk/>
          <pc:sldMk cId="0" sldId="281"/>
        </pc:sldMkLst>
      </pc:sldChg>
      <pc:sldChg chg="del">
        <pc:chgData name="Alberto Ruiz" userId="47fa91d207cfb014" providerId="LiveId" clId="{BAE1EFFD-A842-43C1-B634-9BE9416EB92B}" dt="2024-04-25T14:58:49.444" v="2321" actId="47"/>
        <pc:sldMkLst>
          <pc:docMk/>
          <pc:sldMk cId="0" sldId="282"/>
        </pc:sldMkLst>
      </pc:sldChg>
      <pc:sldChg chg="modSp mod ord">
        <pc:chgData name="Alberto Ruiz" userId="47fa91d207cfb014" providerId="LiveId" clId="{BAE1EFFD-A842-43C1-B634-9BE9416EB92B}" dt="2024-04-25T14:43:03.042" v="2250" actId="6549"/>
        <pc:sldMkLst>
          <pc:docMk/>
          <pc:sldMk cId="0" sldId="283"/>
        </pc:sldMkLst>
      </pc:sldChg>
      <pc:sldChg chg="modSp del mod">
        <pc:chgData name="Alberto Ruiz" userId="47fa91d207cfb014" providerId="LiveId" clId="{BAE1EFFD-A842-43C1-B634-9BE9416EB92B}" dt="2024-04-25T15:01:07.055" v="2323" actId="47"/>
        <pc:sldMkLst>
          <pc:docMk/>
          <pc:sldMk cId="0" sldId="284"/>
        </pc:sldMkLst>
      </pc:sldChg>
      <pc:sldChg chg="modSp del mod">
        <pc:chgData name="Alberto Ruiz" userId="47fa91d207cfb014" providerId="LiveId" clId="{BAE1EFFD-A842-43C1-B634-9BE9416EB92B}" dt="2024-04-25T15:01:04.719" v="2322" actId="47"/>
        <pc:sldMkLst>
          <pc:docMk/>
          <pc:sldMk cId="0" sldId="285"/>
        </pc:sldMkLst>
      </pc:sldChg>
      <pc:sldChg chg="delSp modSp add del mod">
        <pc:chgData name="Alberto Ruiz" userId="47fa91d207cfb014" providerId="LiveId" clId="{BAE1EFFD-A842-43C1-B634-9BE9416EB92B}" dt="2024-04-25T10:49:04.142" v="63" actId="403"/>
        <pc:sldMkLst>
          <pc:docMk/>
          <pc:sldMk cId="3280731153" sldId="286"/>
        </pc:sldMkLst>
      </pc:sldChg>
      <pc:sldChg chg="addSp modSp new mod">
        <pc:chgData name="Alberto Ruiz" userId="47fa91d207cfb014" providerId="LiveId" clId="{BAE1EFFD-A842-43C1-B634-9BE9416EB92B}" dt="2024-04-25T11:19:16.472" v="157" actId="14100"/>
        <pc:sldMkLst>
          <pc:docMk/>
          <pc:sldMk cId="2657063601" sldId="287"/>
        </pc:sldMkLst>
      </pc:sldChg>
      <pc:sldChg chg="addSp modSp new mod">
        <pc:chgData name="Alberto Ruiz" userId="47fa91d207cfb014" providerId="LiveId" clId="{BAE1EFFD-A842-43C1-B634-9BE9416EB92B}" dt="2024-04-25T11:21:34.239" v="235" actId="20577"/>
        <pc:sldMkLst>
          <pc:docMk/>
          <pc:sldMk cId="770934253" sldId="288"/>
        </pc:sldMkLst>
      </pc:sldChg>
      <pc:sldChg chg="addSp modSp new mod">
        <pc:chgData name="Alberto Ruiz" userId="47fa91d207cfb014" providerId="LiveId" clId="{BAE1EFFD-A842-43C1-B634-9BE9416EB92B}" dt="2024-04-25T11:27:28.231" v="513" actId="14100"/>
        <pc:sldMkLst>
          <pc:docMk/>
          <pc:sldMk cId="2780075297" sldId="289"/>
        </pc:sldMkLst>
      </pc:sldChg>
      <pc:sldChg chg="addSp delSp modSp new mod">
        <pc:chgData name="Alberto Ruiz" userId="47fa91d207cfb014" providerId="LiveId" clId="{BAE1EFFD-A842-43C1-B634-9BE9416EB92B}" dt="2024-04-25T11:29:44.464" v="591" actId="14100"/>
        <pc:sldMkLst>
          <pc:docMk/>
          <pc:sldMk cId="1726586578" sldId="290"/>
        </pc:sldMkLst>
      </pc:sldChg>
      <pc:sldChg chg="addSp modSp new mod">
        <pc:chgData name="Alberto Ruiz" userId="47fa91d207cfb014" providerId="LiveId" clId="{BAE1EFFD-A842-43C1-B634-9BE9416EB92B}" dt="2024-05-14T11:29:59.638" v="2533" actId="14100"/>
        <pc:sldMkLst>
          <pc:docMk/>
          <pc:sldMk cId="1117895493" sldId="291"/>
        </pc:sldMkLst>
      </pc:sldChg>
      <pc:sldChg chg="delSp add del mod">
        <pc:chgData name="Alberto Ruiz" userId="47fa91d207cfb014" providerId="LiveId" clId="{BAE1EFFD-A842-43C1-B634-9BE9416EB92B}" dt="2024-04-25T14:41:44.520" v="2249" actId="47"/>
        <pc:sldMkLst>
          <pc:docMk/>
          <pc:sldMk cId="1811368961" sldId="292"/>
        </pc:sldMkLst>
      </pc:sldChg>
      <pc:sldChg chg="addSp modSp new mod">
        <pc:chgData name="Alberto Ruiz" userId="47fa91d207cfb014" providerId="LiveId" clId="{BAE1EFFD-A842-43C1-B634-9BE9416EB92B}" dt="2024-04-25T14:41:41.963" v="2248" actId="1076"/>
        <pc:sldMkLst>
          <pc:docMk/>
          <pc:sldMk cId="601726613" sldId="293"/>
        </pc:sldMkLst>
      </pc:sldChg>
      <pc:sldChg chg="addSp modSp new mod">
        <pc:chgData name="Alberto Ruiz" userId="47fa91d207cfb014" providerId="LiveId" clId="{BAE1EFFD-A842-43C1-B634-9BE9416EB92B}" dt="2024-04-25T14:52:57.522" v="2318" actId="403"/>
        <pc:sldMkLst>
          <pc:docMk/>
          <pc:sldMk cId="3391494331" sldId="294"/>
        </pc:sldMkLst>
      </pc:sldChg>
      <pc:sldChg chg="addSp modSp new del mod">
        <pc:chgData name="Alberto Ruiz" userId="47fa91d207cfb014" providerId="LiveId" clId="{BAE1EFFD-A842-43C1-B634-9BE9416EB92B}" dt="2024-05-13T10:43:19.226" v="2399" actId="47"/>
        <pc:sldMkLst>
          <pc:docMk/>
          <pc:sldMk cId="2711712713" sldId="295"/>
        </pc:sldMkLst>
      </pc:sldChg>
      <pc:sldChg chg="addSp modSp new mod">
        <pc:chgData name="Alberto Ruiz" userId="47fa91d207cfb014" providerId="LiveId" clId="{BAE1EFFD-A842-43C1-B634-9BE9416EB92B}" dt="2024-05-14T11:35:20.739" v="3075" actId="20577"/>
        <pc:sldMkLst>
          <pc:docMk/>
          <pc:sldMk cId="3108096792" sldId="295"/>
        </pc:sldMkLst>
      </pc:sldChg>
    </pc:docChg>
  </pc:docChgLst>
  <pc:docChgLst>
    <pc:chgData name="Alberto Ruiz" userId="47fa91d207cfb014" providerId="LiveId" clId="{4ED77201-8218-4F12-B846-3591E561E322}"/>
    <pc:docChg chg="addSld delSld modSld">
      <pc:chgData name="Alberto Ruiz" userId="47fa91d207cfb014" providerId="LiveId" clId="{4ED77201-8218-4F12-B846-3591E561E322}" dt="2025-04-07T17:21:05.891" v="77" actId="1076"/>
      <pc:docMkLst>
        <pc:docMk/>
      </pc:docMkLst>
      <pc:sldChg chg="modSp mod">
        <pc:chgData name="Alberto Ruiz" userId="47fa91d207cfb014" providerId="LiveId" clId="{4ED77201-8218-4F12-B846-3591E561E322}" dt="2025-04-07T17:04:41.488" v="10" actId="12"/>
        <pc:sldMkLst>
          <pc:docMk/>
          <pc:sldMk cId="0" sldId="257"/>
        </pc:sldMkLst>
        <pc:spChg chg="mod">
          <ac:chgData name="Alberto Ruiz" userId="47fa91d207cfb014" providerId="LiveId" clId="{4ED77201-8218-4F12-B846-3591E561E322}" dt="2025-04-07T17:04:41.488" v="10" actId="12"/>
          <ac:spMkLst>
            <pc:docMk/>
            <pc:sldMk cId="0" sldId="257"/>
            <ac:spMk id="96" creationId="{00000000-0000-0000-0000-000000000000}"/>
          </ac:spMkLst>
        </pc:spChg>
      </pc:sldChg>
      <pc:sldChg chg="modSp mod">
        <pc:chgData name="Alberto Ruiz" userId="47fa91d207cfb014" providerId="LiveId" clId="{4ED77201-8218-4F12-B846-3591E561E322}" dt="2025-04-07T17:21:05.891" v="77" actId="1076"/>
        <pc:sldMkLst>
          <pc:docMk/>
          <pc:sldMk cId="1117895493" sldId="291"/>
        </pc:sldMkLst>
        <pc:spChg chg="mod">
          <ac:chgData name="Alberto Ruiz" userId="47fa91d207cfb014" providerId="LiveId" clId="{4ED77201-8218-4F12-B846-3591E561E322}" dt="2025-04-07T17:20:58.636" v="75" actId="14100"/>
          <ac:spMkLst>
            <pc:docMk/>
            <pc:sldMk cId="1117895493" sldId="291"/>
            <ac:spMk id="2" creationId="{677142BA-316A-D24D-1CD9-4A6A1527A433}"/>
          </ac:spMkLst>
        </pc:spChg>
        <pc:spChg chg="mod">
          <ac:chgData name="Alberto Ruiz" userId="47fa91d207cfb014" providerId="LiveId" clId="{4ED77201-8218-4F12-B846-3591E561E322}" dt="2025-04-07T17:21:05.891" v="77" actId="1076"/>
          <ac:spMkLst>
            <pc:docMk/>
            <pc:sldMk cId="1117895493" sldId="291"/>
            <ac:spMk id="6" creationId="{D57FFC53-735B-35F1-A93D-31B3E59AA978}"/>
          </ac:spMkLst>
        </pc:spChg>
        <pc:picChg chg="mod">
          <ac:chgData name="Alberto Ruiz" userId="47fa91d207cfb014" providerId="LiveId" clId="{4ED77201-8218-4F12-B846-3591E561E322}" dt="2025-04-07T17:21:01.814" v="76" actId="1076"/>
          <ac:picMkLst>
            <pc:docMk/>
            <pc:sldMk cId="1117895493" sldId="291"/>
            <ac:picMk id="8" creationId="{7F3BA557-0C57-5DFE-7140-C31BE15570D9}"/>
          </ac:picMkLst>
        </pc:picChg>
      </pc:sldChg>
      <pc:sldChg chg="addSp modSp new mod">
        <pc:chgData name="Alberto Ruiz" userId="47fa91d207cfb014" providerId="LiveId" clId="{4ED77201-8218-4F12-B846-3591E561E322}" dt="2025-04-07T17:00:49.288" v="8" actId="1076"/>
        <pc:sldMkLst>
          <pc:docMk/>
          <pc:sldMk cId="2308939487" sldId="296"/>
        </pc:sldMkLst>
        <pc:graphicFrameChg chg="add mod">
          <ac:chgData name="Alberto Ruiz" userId="47fa91d207cfb014" providerId="LiveId" clId="{4ED77201-8218-4F12-B846-3591E561E322}" dt="2025-04-07T17:00:24.278" v="1"/>
          <ac:graphicFrameMkLst>
            <pc:docMk/>
            <pc:sldMk cId="2308939487" sldId="296"/>
            <ac:graphicFrameMk id="2" creationId="{927CCAC4-BE37-3A72-998E-9BF8EF9D737B}"/>
          </ac:graphicFrameMkLst>
        </pc:graphicFrameChg>
        <pc:picChg chg="add mod">
          <ac:chgData name="Alberto Ruiz" userId="47fa91d207cfb014" providerId="LiveId" clId="{4ED77201-8218-4F12-B846-3591E561E322}" dt="2025-04-07T17:00:49.288" v="8" actId="1076"/>
          <ac:picMkLst>
            <pc:docMk/>
            <pc:sldMk cId="2308939487" sldId="296"/>
            <ac:picMk id="4" creationId="{DADB2602-43D4-866C-8E8F-8BE76D7EF58E}"/>
          </ac:picMkLst>
        </pc:picChg>
        <pc:picChg chg="add mod">
          <ac:chgData name="Alberto Ruiz" userId="47fa91d207cfb014" providerId="LiveId" clId="{4ED77201-8218-4F12-B846-3591E561E322}" dt="2025-04-07T17:00:29.013" v="2"/>
          <ac:picMkLst>
            <pc:docMk/>
            <pc:sldMk cId="2308939487" sldId="296"/>
            <ac:picMk id="1025" creationId="{3A29BC5F-0E19-326D-F761-79685C0C6701}"/>
          </ac:picMkLst>
        </pc:picChg>
        <pc:picChg chg="add mod">
          <ac:chgData name="Alberto Ruiz" userId="47fa91d207cfb014" providerId="LiveId" clId="{4ED77201-8218-4F12-B846-3591E561E322}" dt="2025-04-07T17:00:29.013" v="2"/>
          <ac:picMkLst>
            <pc:docMk/>
            <pc:sldMk cId="2308939487" sldId="296"/>
            <ac:picMk id="1026" creationId="{D9FE08D0-8960-980C-6B88-00C6A5553D61}"/>
          </ac:picMkLst>
        </pc:picChg>
        <pc:picChg chg="add mod">
          <ac:chgData name="Alberto Ruiz" userId="47fa91d207cfb014" providerId="LiveId" clId="{4ED77201-8218-4F12-B846-3591E561E322}" dt="2025-04-07T17:00:29.013" v="2"/>
          <ac:picMkLst>
            <pc:docMk/>
            <pc:sldMk cId="2308939487" sldId="296"/>
            <ac:picMk id="1027" creationId="{8BC6B788-878E-8D17-CFA4-42F71D875044}"/>
          </ac:picMkLst>
        </pc:picChg>
        <pc:picChg chg="add mod">
          <ac:chgData name="Alberto Ruiz" userId="47fa91d207cfb014" providerId="LiveId" clId="{4ED77201-8218-4F12-B846-3591E561E322}" dt="2025-04-07T17:00:29.013" v="2"/>
          <ac:picMkLst>
            <pc:docMk/>
            <pc:sldMk cId="2308939487" sldId="296"/>
            <ac:picMk id="1028" creationId="{A45A3F16-2701-D223-6FA3-32551C5D1C18}"/>
          </ac:picMkLst>
        </pc:picChg>
        <pc:picChg chg="add mod">
          <ac:chgData name="Alberto Ruiz" userId="47fa91d207cfb014" providerId="LiveId" clId="{4ED77201-8218-4F12-B846-3591E561E322}" dt="2025-04-07T17:00:29.013" v="2"/>
          <ac:picMkLst>
            <pc:docMk/>
            <pc:sldMk cId="2308939487" sldId="296"/>
            <ac:picMk id="1029" creationId="{F869D192-7426-DF66-0732-5419F4F88BE1}"/>
          </ac:picMkLst>
        </pc:picChg>
      </pc:sldChg>
      <pc:sldChg chg="addSp modSp new mod">
        <pc:chgData name="Alberto Ruiz" userId="47fa91d207cfb014" providerId="LiveId" clId="{4ED77201-8218-4F12-B846-3591E561E322}" dt="2025-04-07T17:10:04.972" v="19" actId="1076"/>
        <pc:sldMkLst>
          <pc:docMk/>
          <pc:sldMk cId="3192279922" sldId="297"/>
        </pc:sldMkLst>
        <pc:spChg chg="add">
          <ac:chgData name="Alberto Ruiz" userId="47fa91d207cfb014" providerId="LiveId" clId="{4ED77201-8218-4F12-B846-3591E561E322}" dt="2025-04-07T17:09:37.278" v="12"/>
          <ac:spMkLst>
            <pc:docMk/>
            <pc:sldMk cId="3192279922" sldId="297"/>
            <ac:spMk id="2" creationId="{ECCB2D54-B2C0-0B7A-B0F0-1B5CB91C4939}"/>
          </ac:spMkLst>
        </pc:spChg>
        <pc:picChg chg="add mod">
          <ac:chgData name="Alberto Ruiz" userId="47fa91d207cfb014" providerId="LiveId" clId="{4ED77201-8218-4F12-B846-3591E561E322}" dt="2025-04-07T17:10:04.972" v="19" actId="1076"/>
          <ac:picMkLst>
            <pc:docMk/>
            <pc:sldMk cId="3192279922" sldId="297"/>
            <ac:picMk id="4" creationId="{7121092E-2712-14A0-D8AD-53B1C2BC086A}"/>
          </ac:picMkLst>
        </pc:picChg>
      </pc:sldChg>
      <pc:sldChg chg="new del">
        <pc:chgData name="Alberto Ruiz" userId="47fa91d207cfb014" providerId="LiveId" clId="{4ED77201-8218-4F12-B846-3591E561E322}" dt="2025-04-07T17:19:34.852" v="63" actId="47"/>
        <pc:sldMkLst>
          <pc:docMk/>
          <pc:sldMk cId="2042007138" sldId="298"/>
        </pc:sldMkLst>
      </pc:sldChg>
      <pc:sldChg chg="new del">
        <pc:chgData name="Alberto Ruiz" userId="47fa91d207cfb014" providerId="LiveId" clId="{4ED77201-8218-4F12-B846-3591E561E322}" dt="2025-04-07T17:19:36.097" v="64" actId="47"/>
        <pc:sldMkLst>
          <pc:docMk/>
          <pc:sldMk cId="2381840492" sldId="299"/>
        </pc:sldMkLst>
      </pc:sldChg>
      <pc:sldChg chg="new del">
        <pc:chgData name="Alberto Ruiz" userId="47fa91d207cfb014" providerId="LiveId" clId="{4ED77201-8218-4F12-B846-3591E561E322}" dt="2025-04-07T17:19:37.450" v="65" actId="47"/>
        <pc:sldMkLst>
          <pc:docMk/>
          <pc:sldMk cId="1379106658" sldId="300"/>
        </pc:sldMkLst>
      </pc:sldChg>
      <pc:sldChg chg="new del">
        <pc:chgData name="Alberto Ruiz" userId="47fa91d207cfb014" providerId="LiveId" clId="{4ED77201-8218-4F12-B846-3591E561E322}" dt="2025-04-07T17:19:41.382" v="66" actId="47"/>
        <pc:sldMkLst>
          <pc:docMk/>
          <pc:sldMk cId="4289666964" sldId="301"/>
        </pc:sldMkLst>
      </pc:sldChg>
      <pc:sldChg chg="new del">
        <pc:chgData name="Alberto Ruiz" userId="47fa91d207cfb014" providerId="LiveId" clId="{4ED77201-8218-4F12-B846-3591E561E322}" dt="2025-04-07T17:19:41.382" v="66" actId="47"/>
        <pc:sldMkLst>
          <pc:docMk/>
          <pc:sldMk cId="220741571" sldId="302"/>
        </pc:sldMkLst>
      </pc:sldChg>
      <pc:sldChg chg="new del">
        <pc:chgData name="Alberto Ruiz" userId="47fa91d207cfb014" providerId="LiveId" clId="{4ED77201-8218-4F12-B846-3591E561E322}" dt="2025-04-07T17:19:41.382" v="66" actId="47"/>
        <pc:sldMkLst>
          <pc:docMk/>
          <pc:sldMk cId="3170425468" sldId="303"/>
        </pc:sldMkLst>
      </pc:sldChg>
      <pc:sldChg chg="new del">
        <pc:chgData name="Alberto Ruiz" userId="47fa91d207cfb014" providerId="LiveId" clId="{4ED77201-8218-4F12-B846-3591E561E322}" dt="2025-04-07T17:19:41.382" v="66" actId="47"/>
        <pc:sldMkLst>
          <pc:docMk/>
          <pc:sldMk cId="447635651" sldId="304"/>
        </pc:sldMkLst>
      </pc:sldChg>
      <pc:sldChg chg="new del">
        <pc:chgData name="Alberto Ruiz" userId="47fa91d207cfb014" providerId="LiveId" clId="{4ED77201-8218-4F12-B846-3591E561E322}" dt="2025-04-07T17:19:44.527" v="67" actId="47"/>
        <pc:sldMkLst>
          <pc:docMk/>
          <pc:sldMk cId="935412631" sldId="305"/>
        </pc:sldMkLst>
      </pc:sldChg>
      <pc:sldChg chg="new del">
        <pc:chgData name="Alberto Ruiz" userId="47fa91d207cfb014" providerId="LiveId" clId="{4ED77201-8218-4F12-B846-3591E561E322}" dt="2025-04-07T17:19:44.527" v="67" actId="47"/>
        <pc:sldMkLst>
          <pc:docMk/>
          <pc:sldMk cId="1998747793" sldId="306"/>
        </pc:sldMkLst>
      </pc:sldChg>
      <pc:sldChg chg="new del">
        <pc:chgData name="Alberto Ruiz" userId="47fa91d207cfb014" providerId="LiveId" clId="{4ED77201-8218-4F12-B846-3591E561E322}" dt="2025-04-07T17:19:44.527" v="67" actId="47"/>
        <pc:sldMkLst>
          <pc:docMk/>
          <pc:sldMk cId="2475221761" sldId="307"/>
        </pc:sldMkLst>
      </pc:sldChg>
      <pc:sldChg chg="new del">
        <pc:chgData name="Alberto Ruiz" userId="47fa91d207cfb014" providerId="LiveId" clId="{4ED77201-8218-4F12-B846-3591E561E322}" dt="2025-04-07T17:19:44.527" v="67" actId="47"/>
        <pc:sldMkLst>
          <pc:docMk/>
          <pc:sldMk cId="2343925688" sldId="308"/>
        </pc:sldMkLst>
      </pc:sldChg>
      <pc:sldChg chg="new del">
        <pc:chgData name="Alberto Ruiz" userId="47fa91d207cfb014" providerId="LiveId" clId="{4ED77201-8218-4F12-B846-3591E561E322}" dt="2025-04-07T17:19:44.527" v="67" actId="47"/>
        <pc:sldMkLst>
          <pc:docMk/>
          <pc:sldMk cId="1914182497" sldId="309"/>
        </pc:sldMkLst>
      </pc:sldChg>
      <pc:sldChg chg="new del">
        <pc:chgData name="Alberto Ruiz" userId="47fa91d207cfb014" providerId="LiveId" clId="{4ED77201-8218-4F12-B846-3591E561E322}" dt="2025-04-07T17:19:44.527" v="67" actId="47"/>
        <pc:sldMkLst>
          <pc:docMk/>
          <pc:sldMk cId="2381739321" sldId="310"/>
        </pc:sldMkLst>
      </pc:sldChg>
      <pc:sldChg chg="new del">
        <pc:chgData name="Alberto Ruiz" userId="47fa91d207cfb014" providerId="LiveId" clId="{4ED77201-8218-4F12-B846-3591E561E322}" dt="2025-04-07T17:19:47.815" v="68" actId="47"/>
        <pc:sldMkLst>
          <pc:docMk/>
          <pc:sldMk cId="1998027496" sldId="311"/>
        </pc:sldMkLst>
      </pc:sldChg>
      <pc:sldChg chg="new del">
        <pc:chgData name="Alberto Ruiz" userId="47fa91d207cfb014" providerId="LiveId" clId="{4ED77201-8218-4F12-B846-3591E561E322}" dt="2025-04-07T17:19:47.815" v="68" actId="47"/>
        <pc:sldMkLst>
          <pc:docMk/>
          <pc:sldMk cId="285490593" sldId="312"/>
        </pc:sldMkLst>
      </pc:sldChg>
      <pc:sldChg chg="new del">
        <pc:chgData name="Alberto Ruiz" userId="47fa91d207cfb014" providerId="LiveId" clId="{4ED77201-8218-4F12-B846-3591E561E322}" dt="2025-04-07T17:19:47.815" v="68" actId="47"/>
        <pc:sldMkLst>
          <pc:docMk/>
          <pc:sldMk cId="844730819" sldId="313"/>
        </pc:sldMkLst>
      </pc:sldChg>
      <pc:sldChg chg="new del">
        <pc:chgData name="Alberto Ruiz" userId="47fa91d207cfb014" providerId="LiveId" clId="{4ED77201-8218-4F12-B846-3591E561E322}" dt="2025-04-07T17:19:47.815" v="68" actId="47"/>
        <pc:sldMkLst>
          <pc:docMk/>
          <pc:sldMk cId="682333408" sldId="314"/>
        </pc:sldMkLst>
      </pc:sldChg>
      <pc:sldChg chg="new del">
        <pc:chgData name="Alberto Ruiz" userId="47fa91d207cfb014" providerId="LiveId" clId="{4ED77201-8218-4F12-B846-3591E561E322}" dt="2025-04-07T17:19:47.815" v="68" actId="47"/>
        <pc:sldMkLst>
          <pc:docMk/>
          <pc:sldMk cId="1541303966" sldId="315"/>
        </pc:sldMkLst>
      </pc:sldChg>
      <pc:sldChg chg="new del">
        <pc:chgData name="Alberto Ruiz" userId="47fa91d207cfb014" providerId="LiveId" clId="{4ED77201-8218-4F12-B846-3591E561E322}" dt="2025-04-07T17:19:50.711" v="69" actId="47"/>
        <pc:sldMkLst>
          <pc:docMk/>
          <pc:sldMk cId="526047989" sldId="316"/>
        </pc:sldMkLst>
      </pc:sldChg>
      <pc:sldChg chg="new del">
        <pc:chgData name="Alberto Ruiz" userId="47fa91d207cfb014" providerId="LiveId" clId="{4ED77201-8218-4F12-B846-3591E561E322}" dt="2025-04-07T17:19:50.711" v="69" actId="47"/>
        <pc:sldMkLst>
          <pc:docMk/>
          <pc:sldMk cId="2226362531" sldId="317"/>
        </pc:sldMkLst>
      </pc:sldChg>
      <pc:sldChg chg="new del">
        <pc:chgData name="Alberto Ruiz" userId="47fa91d207cfb014" providerId="LiveId" clId="{4ED77201-8218-4F12-B846-3591E561E322}" dt="2025-04-07T17:19:50.711" v="69" actId="47"/>
        <pc:sldMkLst>
          <pc:docMk/>
          <pc:sldMk cId="252021026" sldId="318"/>
        </pc:sldMkLst>
      </pc:sldChg>
      <pc:sldChg chg="new del">
        <pc:chgData name="Alberto Ruiz" userId="47fa91d207cfb014" providerId="LiveId" clId="{4ED77201-8218-4F12-B846-3591E561E322}" dt="2025-04-07T17:19:50.711" v="69" actId="47"/>
        <pc:sldMkLst>
          <pc:docMk/>
          <pc:sldMk cId="3894871243" sldId="319"/>
        </pc:sldMkLst>
      </pc:sldChg>
      <pc:sldChg chg="new del">
        <pc:chgData name="Alberto Ruiz" userId="47fa91d207cfb014" providerId="LiveId" clId="{4ED77201-8218-4F12-B846-3591E561E322}" dt="2025-04-07T17:19:53.420" v="70" actId="47"/>
        <pc:sldMkLst>
          <pc:docMk/>
          <pc:sldMk cId="308031801" sldId="320"/>
        </pc:sldMkLst>
      </pc:sldChg>
      <pc:sldChg chg="new del">
        <pc:chgData name="Alberto Ruiz" userId="47fa91d207cfb014" providerId="LiveId" clId="{4ED77201-8218-4F12-B846-3591E561E322}" dt="2025-04-07T17:19:53.420" v="70" actId="47"/>
        <pc:sldMkLst>
          <pc:docMk/>
          <pc:sldMk cId="3297694794" sldId="321"/>
        </pc:sldMkLst>
      </pc:sldChg>
      <pc:sldChg chg="new del">
        <pc:chgData name="Alberto Ruiz" userId="47fa91d207cfb014" providerId="LiveId" clId="{4ED77201-8218-4F12-B846-3591E561E322}" dt="2025-04-07T17:19:53.420" v="70" actId="47"/>
        <pc:sldMkLst>
          <pc:docMk/>
          <pc:sldMk cId="2574048810" sldId="322"/>
        </pc:sldMkLst>
      </pc:sldChg>
      <pc:sldChg chg="new del">
        <pc:chgData name="Alberto Ruiz" userId="47fa91d207cfb014" providerId="LiveId" clId="{4ED77201-8218-4F12-B846-3591E561E322}" dt="2025-04-07T17:19:53.420" v="70" actId="47"/>
        <pc:sldMkLst>
          <pc:docMk/>
          <pc:sldMk cId="4017992524" sldId="323"/>
        </pc:sldMkLst>
      </pc:sldChg>
      <pc:sldChg chg="new del">
        <pc:chgData name="Alberto Ruiz" userId="47fa91d207cfb014" providerId="LiveId" clId="{4ED77201-8218-4F12-B846-3591E561E322}" dt="2025-04-07T17:19:59.726" v="71" actId="47"/>
        <pc:sldMkLst>
          <pc:docMk/>
          <pc:sldMk cId="3334351534" sldId="324"/>
        </pc:sldMkLst>
      </pc:sldChg>
      <pc:sldChg chg="new del">
        <pc:chgData name="Alberto Ruiz" userId="47fa91d207cfb014" providerId="LiveId" clId="{4ED77201-8218-4F12-B846-3591E561E322}" dt="2025-04-07T17:19:59.726" v="71" actId="47"/>
        <pc:sldMkLst>
          <pc:docMk/>
          <pc:sldMk cId="780731049" sldId="325"/>
        </pc:sldMkLst>
      </pc:sldChg>
      <pc:sldChg chg="new del">
        <pc:chgData name="Alberto Ruiz" userId="47fa91d207cfb014" providerId="LiveId" clId="{4ED77201-8218-4F12-B846-3591E561E322}" dt="2025-04-07T17:19:59.726" v="71" actId="47"/>
        <pc:sldMkLst>
          <pc:docMk/>
          <pc:sldMk cId="716604031" sldId="326"/>
        </pc:sldMkLst>
      </pc:sldChg>
      <pc:sldChg chg="new del">
        <pc:chgData name="Alberto Ruiz" userId="47fa91d207cfb014" providerId="LiveId" clId="{4ED77201-8218-4F12-B846-3591E561E322}" dt="2025-04-07T17:19:59.726" v="71" actId="47"/>
        <pc:sldMkLst>
          <pc:docMk/>
          <pc:sldMk cId="2296965039" sldId="327"/>
        </pc:sldMkLst>
      </pc:sldChg>
      <pc:sldChg chg="new del">
        <pc:chgData name="Alberto Ruiz" userId="47fa91d207cfb014" providerId="LiveId" clId="{4ED77201-8218-4F12-B846-3591E561E322}" dt="2025-04-07T17:19:59.726" v="71" actId="47"/>
        <pc:sldMkLst>
          <pc:docMk/>
          <pc:sldMk cId="2489023620" sldId="328"/>
        </pc:sldMkLst>
      </pc:sldChg>
      <pc:sldChg chg="new del">
        <pc:chgData name="Alberto Ruiz" userId="47fa91d207cfb014" providerId="LiveId" clId="{4ED77201-8218-4F12-B846-3591E561E322}" dt="2025-04-07T17:19:59.726" v="71" actId="47"/>
        <pc:sldMkLst>
          <pc:docMk/>
          <pc:sldMk cId="2119775112" sldId="329"/>
        </pc:sldMkLst>
      </pc:sldChg>
      <pc:sldChg chg="new del">
        <pc:chgData name="Alberto Ruiz" userId="47fa91d207cfb014" providerId="LiveId" clId="{4ED77201-8218-4F12-B846-3591E561E322}" dt="2025-04-07T17:19:59.726" v="71" actId="47"/>
        <pc:sldMkLst>
          <pc:docMk/>
          <pc:sldMk cId="264616093" sldId="330"/>
        </pc:sldMkLst>
      </pc:sldChg>
      <pc:sldChg chg="new del">
        <pc:chgData name="Alberto Ruiz" userId="47fa91d207cfb014" providerId="LiveId" clId="{4ED77201-8218-4F12-B846-3591E561E322}" dt="2025-04-07T17:19:59.726" v="71" actId="47"/>
        <pc:sldMkLst>
          <pc:docMk/>
          <pc:sldMk cId="2969084678" sldId="331"/>
        </pc:sldMkLst>
      </pc:sldChg>
      <pc:sldChg chg="new del">
        <pc:chgData name="Alberto Ruiz" userId="47fa91d207cfb014" providerId="LiveId" clId="{4ED77201-8218-4F12-B846-3591E561E322}" dt="2025-04-07T17:19:59.726" v="71" actId="47"/>
        <pc:sldMkLst>
          <pc:docMk/>
          <pc:sldMk cId="2050614646" sldId="332"/>
        </pc:sldMkLst>
      </pc:sldChg>
      <pc:sldChg chg="new del">
        <pc:chgData name="Alberto Ruiz" userId="47fa91d207cfb014" providerId="LiveId" clId="{4ED77201-8218-4F12-B846-3591E561E322}" dt="2025-04-07T17:19:59.726" v="71" actId="47"/>
        <pc:sldMkLst>
          <pc:docMk/>
          <pc:sldMk cId="438980839" sldId="333"/>
        </pc:sldMkLst>
      </pc:sldChg>
      <pc:sldChg chg="new del">
        <pc:chgData name="Alberto Ruiz" userId="47fa91d207cfb014" providerId="LiveId" clId="{4ED77201-8218-4F12-B846-3591E561E322}" dt="2025-04-07T17:20:03.442" v="72" actId="47"/>
        <pc:sldMkLst>
          <pc:docMk/>
          <pc:sldMk cId="642573145" sldId="334"/>
        </pc:sldMkLst>
      </pc:sldChg>
      <pc:sldChg chg="new del">
        <pc:chgData name="Alberto Ruiz" userId="47fa91d207cfb014" providerId="LiveId" clId="{4ED77201-8218-4F12-B846-3591E561E322}" dt="2025-04-07T17:20:03.442" v="72" actId="47"/>
        <pc:sldMkLst>
          <pc:docMk/>
          <pc:sldMk cId="1812944145" sldId="335"/>
        </pc:sldMkLst>
      </pc:sldChg>
      <pc:sldChg chg="new del">
        <pc:chgData name="Alberto Ruiz" userId="47fa91d207cfb014" providerId="LiveId" clId="{4ED77201-8218-4F12-B846-3591E561E322}" dt="2025-04-07T17:20:03.442" v="72" actId="47"/>
        <pc:sldMkLst>
          <pc:docMk/>
          <pc:sldMk cId="13048276" sldId="336"/>
        </pc:sldMkLst>
      </pc:sldChg>
      <pc:sldChg chg="new del">
        <pc:chgData name="Alberto Ruiz" userId="47fa91d207cfb014" providerId="LiveId" clId="{4ED77201-8218-4F12-B846-3591E561E322}" dt="2025-04-07T17:20:03.442" v="72" actId="47"/>
        <pc:sldMkLst>
          <pc:docMk/>
          <pc:sldMk cId="675356285" sldId="337"/>
        </pc:sldMkLst>
      </pc:sldChg>
      <pc:sldChg chg="new del">
        <pc:chgData name="Alberto Ruiz" userId="47fa91d207cfb014" providerId="LiveId" clId="{4ED77201-8218-4F12-B846-3591E561E322}" dt="2025-04-07T17:20:05.126" v="73" actId="47"/>
        <pc:sldMkLst>
          <pc:docMk/>
          <pc:sldMk cId="4824599" sldId="338"/>
        </pc:sldMkLst>
      </pc:sldChg>
      <pc:sldChg chg="new del">
        <pc:chgData name="Alberto Ruiz" userId="47fa91d207cfb014" providerId="LiveId" clId="{4ED77201-8218-4F12-B846-3591E561E322}" dt="2025-04-07T17:18:55.230" v="62" actId="47"/>
        <pc:sldMkLst>
          <pc:docMk/>
          <pc:sldMk cId="74707675" sldId="339"/>
        </pc:sldMkLst>
      </pc:sldChg>
    </pc:docChg>
  </pc:docChgLst>
  <pc:docChgLst>
    <pc:chgData name="Alberto Ruiz" userId="47fa91d207cfb014" providerId="LiveId" clId="{9831A9FC-8CAA-4DB3-BCC8-F9A013E44004}"/>
    <pc:docChg chg="custSel modSld">
      <pc:chgData name="Alberto Ruiz" userId="47fa91d207cfb014" providerId="LiveId" clId="{9831A9FC-8CAA-4DB3-BCC8-F9A013E44004}" dt="2024-08-07T10:21:47.023" v="45" actId="27636"/>
      <pc:docMkLst>
        <pc:docMk/>
      </pc:docMkLst>
      <pc:sldChg chg="addSp modSp mod setBg">
        <pc:chgData name="Alberto Ruiz" userId="47fa91d207cfb014" providerId="LiveId" clId="{9831A9FC-8CAA-4DB3-BCC8-F9A013E44004}" dt="2024-08-07T10:17:59.290" v="1" actId="1076"/>
        <pc:sldMkLst>
          <pc:docMk/>
          <pc:sldMk cId="0" sldId="258"/>
        </pc:sldMkLst>
      </pc:sldChg>
      <pc:sldChg chg="delSp modSp mod">
        <pc:chgData name="Alberto Ruiz" userId="47fa91d207cfb014" providerId="LiveId" clId="{9831A9FC-8CAA-4DB3-BCC8-F9A013E44004}" dt="2024-08-07T10:19:45.268" v="20"/>
        <pc:sldMkLst>
          <pc:docMk/>
          <pc:sldMk cId="0" sldId="259"/>
        </pc:sldMkLst>
      </pc:sldChg>
      <pc:sldChg chg="modSp mod">
        <pc:chgData name="Alberto Ruiz" userId="47fa91d207cfb014" providerId="LiveId" clId="{9831A9FC-8CAA-4DB3-BCC8-F9A013E44004}" dt="2024-08-07T10:20:28.737" v="31" actId="1076"/>
        <pc:sldMkLst>
          <pc:docMk/>
          <pc:sldMk cId="0" sldId="261"/>
        </pc:sldMkLst>
      </pc:sldChg>
      <pc:sldChg chg="addSp modSp mod setBg">
        <pc:chgData name="Alberto Ruiz" userId="47fa91d207cfb014" providerId="LiveId" clId="{9831A9FC-8CAA-4DB3-BCC8-F9A013E44004}" dt="2024-08-07T10:20:52.339" v="34" actId="26606"/>
        <pc:sldMkLst>
          <pc:docMk/>
          <pc:sldMk cId="0" sldId="267"/>
        </pc:sldMkLst>
      </pc:sldChg>
      <pc:sldChg chg="addSp modSp mod setBg">
        <pc:chgData name="Alberto Ruiz" userId="47fa91d207cfb014" providerId="LiveId" clId="{9831A9FC-8CAA-4DB3-BCC8-F9A013E44004}" dt="2024-08-07T10:20:58.020" v="35" actId="26606"/>
        <pc:sldMkLst>
          <pc:docMk/>
          <pc:sldMk cId="0" sldId="270"/>
        </pc:sldMkLst>
      </pc:sldChg>
      <pc:sldChg chg="delSp modSp mod">
        <pc:chgData name="Alberto Ruiz" userId="47fa91d207cfb014" providerId="LiveId" clId="{9831A9FC-8CAA-4DB3-BCC8-F9A013E44004}" dt="2024-08-07T10:19:56.172" v="28"/>
        <pc:sldMkLst>
          <pc:docMk/>
          <pc:sldMk cId="3280731153" sldId="286"/>
        </pc:sldMkLst>
      </pc:sldChg>
      <pc:sldChg chg="modSp mod">
        <pc:chgData name="Alberto Ruiz" userId="47fa91d207cfb014" providerId="LiveId" clId="{9831A9FC-8CAA-4DB3-BCC8-F9A013E44004}" dt="2024-08-07T10:20:15.601" v="29" actId="14100"/>
        <pc:sldMkLst>
          <pc:docMk/>
          <pc:sldMk cId="2657063601" sldId="287"/>
        </pc:sldMkLst>
      </pc:sldChg>
      <pc:sldChg chg="addSp modSp mod setBg">
        <pc:chgData name="Alberto Ruiz" userId="47fa91d207cfb014" providerId="LiveId" clId="{9831A9FC-8CAA-4DB3-BCC8-F9A013E44004}" dt="2024-08-07T10:20:40.899" v="32" actId="26606"/>
        <pc:sldMkLst>
          <pc:docMk/>
          <pc:sldMk cId="2780075297" sldId="289"/>
        </pc:sldMkLst>
      </pc:sldChg>
      <pc:sldChg chg="addSp modSp mod setBg">
        <pc:chgData name="Alberto Ruiz" userId="47fa91d207cfb014" providerId="LiveId" clId="{9831A9FC-8CAA-4DB3-BCC8-F9A013E44004}" dt="2024-08-07T10:20:45.005" v="33" actId="26606"/>
        <pc:sldMkLst>
          <pc:docMk/>
          <pc:sldMk cId="1726586578" sldId="290"/>
        </pc:sldMkLst>
      </pc:sldChg>
      <pc:sldChg chg="addSp modSp mod setBg">
        <pc:chgData name="Alberto Ruiz" userId="47fa91d207cfb014" providerId="LiveId" clId="{9831A9FC-8CAA-4DB3-BCC8-F9A013E44004}" dt="2024-08-07T10:21:06.756" v="36" actId="26606"/>
        <pc:sldMkLst>
          <pc:docMk/>
          <pc:sldMk cId="1117895493" sldId="291"/>
        </pc:sldMkLst>
      </pc:sldChg>
      <pc:sldChg chg="addSp modSp mod setBg">
        <pc:chgData name="Alberto Ruiz" userId="47fa91d207cfb014" providerId="LiveId" clId="{9831A9FC-8CAA-4DB3-BCC8-F9A013E44004}" dt="2024-08-07T10:21:47.023" v="45" actId="27636"/>
        <pc:sldMkLst>
          <pc:docMk/>
          <pc:sldMk cId="3391494331" sldId="294"/>
        </pc:sldMkLst>
      </pc:sldChg>
      <pc:sldChg chg="addSp modSp mod setBg">
        <pc:chgData name="Alberto Ruiz" userId="47fa91d207cfb014" providerId="LiveId" clId="{9831A9FC-8CAA-4DB3-BCC8-F9A013E44004}" dt="2024-08-07T10:21:21.641" v="37" actId="26606"/>
        <pc:sldMkLst>
          <pc:docMk/>
          <pc:sldMk cId="3108096792" sldId="29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1"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r>
              <a:rPr lang="es-ES" sz="4400" b="0" strike="noStrike" spc="-1">
                <a:solidFill>
                  <a:srgbClr val="000000"/>
                </a:solidFill>
                <a:latin typeface="Arial"/>
              </a:rPr>
              <a:t>Pulse para desplazar la diapositiva</a:t>
            </a:r>
          </a:p>
        </p:txBody>
      </p:sp>
      <p:sp>
        <p:nvSpPr>
          <p:cNvPr id="8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es-ES" sz="2000" b="0" strike="noStrike" spc="-1">
                <a:solidFill>
                  <a:srgbClr val="000000"/>
                </a:solidFill>
                <a:latin typeface="Arial"/>
              </a:rPr>
              <a:t>Pulse para editar el formato de las notas</a:t>
            </a:r>
          </a:p>
        </p:txBody>
      </p:sp>
      <p:sp>
        <p:nvSpPr>
          <p:cNvPr id="8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s-ES" sz="1400" b="0" strike="noStrike" spc="-1">
                <a:solidFill>
                  <a:srgbClr val="000000"/>
                </a:solidFill>
                <a:latin typeface="Times New Roman"/>
              </a:rPr>
              <a:t>&lt;cabecera&gt;</a:t>
            </a:r>
          </a:p>
        </p:txBody>
      </p:sp>
      <p:sp>
        <p:nvSpPr>
          <p:cNvPr id="84" name="PlaceHolder 4"/>
          <p:cNvSpPr>
            <a:spLocks noGrp="1"/>
          </p:cNvSpPr>
          <p:nvPr>
            <p:ph type="dt" idx="3"/>
          </p:nvPr>
        </p:nvSpPr>
        <p:spPr>
          <a:xfrm>
            <a:off x="4278960" y="0"/>
            <a:ext cx="3280680" cy="534240"/>
          </a:xfrm>
          <a:prstGeom prst="rect">
            <a:avLst/>
          </a:prstGeom>
          <a:noFill/>
          <a:ln w="0">
            <a:noFill/>
          </a:ln>
        </p:spPr>
        <p:txBody>
          <a:bodyPr lIns="0" tIns="0" rIns="0" bIns="0" anchor="t">
            <a:noAutofit/>
          </a:bodyPr>
          <a:lstStyle>
            <a:lvl1pPr indent="0" algn="r">
              <a:buNone/>
              <a:defRPr lang="es-ES" sz="1400" b="0" strike="noStrike" spc="-1">
                <a:solidFill>
                  <a:srgbClr val="000000"/>
                </a:solidFill>
                <a:latin typeface="Times New Roman"/>
              </a:defRPr>
            </a:lvl1pPr>
          </a:lstStyle>
          <a:p>
            <a:pPr indent="0" algn="r">
              <a:buNone/>
            </a:pPr>
            <a:r>
              <a:rPr lang="es-ES" sz="1400" b="0" strike="noStrike" spc="-1">
                <a:solidFill>
                  <a:srgbClr val="000000"/>
                </a:solidFill>
                <a:latin typeface="Times New Roman"/>
              </a:rPr>
              <a:t>&lt;fecha/hora&gt;</a:t>
            </a:r>
          </a:p>
        </p:txBody>
      </p:sp>
      <p:sp>
        <p:nvSpPr>
          <p:cNvPr id="85" name="PlaceHolder 5"/>
          <p:cNvSpPr>
            <a:spLocks noGrp="1"/>
          </p:cNvSpPr>
          <p:nvPr>
            <p:ph type="ftr" idx="4"/>
          </p:nvPr>
        </p:nvSpPr>
        <p:spPr>
          <a:xfrm>
            <a:off x="0" y="10157400"/>
            <a:ext cx="3280680" cy="534240"/>
          </a:xfrm>
          <a:prstGeom prst="rect">
            <a:avLst/>
          </a:prstGeom>
          <a:noFill/>
          <a:ln w="0">
            <a:noFill/>
          </a:ln>
        </p:spPr>
        <p:txBody>
          <a:bodyPr lIns="0" tIns="0" rIns="0" bIns="0" anchor="b">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&lt;pie de página&gt;</a:t>
            </a:r>
          </a:p>
        </p:txBody>
      </p:sp>
      <p:sp>
        <p:nvSpPr>
          <p:cNvPr id="86" name="PlaceHolder 6"/>
          <p:cNvSpPr>
            <a:spLocks noGrp="1"/>
          </p:cNvSpPr>
          <p:nvPr>
            <p:ph type="sldNum" idx="5"/>
          </p:nvPr>
        </p:nvSpPr>
        <p:spPr>
          <a:xfrm>
            <a:off x="4278960" y="10157400"/>
            <a:ext cx="3280680" cy="534240"/>
          </a:xfrm>
          <a:prstGeom prst="rect">
            <a:avLst/>
          </a:prstGeom>
          <a:noFill/>
          <a:ln w="0">
            <a:noFill/>
          </a:ln>
        </p:spPr>
        <p:txBody>
          <a:bodyPr lIns="0" tIns="0" rIns="0" bIns="0" anchor="b">
            <a:noAutofit/>
          </a:bodyPr>
          <a:lstStyle>
            <a:lvl1pPr indent="0" algn="r">
              <a:buNone/>
              <a:defRPr lang="es-ES" sz="1400" b="0" strike="noStrike" spc="-1">
                <a:solidFill>
                  <a:srgbClr val="000000"/>
                </a:solidFill>
                <a:latin typeface="Times New Roman"/>
              </a:defRPr>
            </a:lvl1pPr>
          </a:lstStyle>
          <a:p>
            <a:pPr indent="0" algn="r">
              <a:buNone/>
            </a:pPr>
            <a:fld id="{A9A57045-5CB5-412B-AB94-DF3674B322A2}" type="slidenum">
              <a:rPr lang="es-ES" sz="1400" b="0" strike="noStrike" spc="-1">
                <a:solidFill>
                  <a:srgbClr val="000000"/>
                </a:solidFill>
                <a:latin typeface="Times New Roman"/>
              </a:rPr>
              <a:t>‹Nº›</a:t>
            </a:fld>
            <a:endParaRPr lang="es-E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PlaceHolder 1"/>
          <p:cNvSpPr>
            <a:spLocks noGrp="1" noRot="1" noChangeAspect="1"/>
          </p:cNvSpPr>
          <p:nvPr>
            <p:ph type="sldImg"/>
          </p:nvPr>
        </p:nvSpPr>
        <p:spPr>
          <a:xfrm>
            <a:off x="381000" y="685800"/>
            <a:ext cx="6094413" cy="3427413"/>
          </a:xfrm>
          <a:prstGeom prst="rect">
            <a:avLst/>
          </a:prstGeom>
          <a:ln w="0">
            <a:noFill/>
          </a:ln>
        </p:spPr>
      </p:sp>
      <p:sp>
        <p:nvSpPr>
          <p:cNvPr id="244" name="PlaceHolder 2"/>
          <p:cNvSpPr>
            <a:spLocks noGrp="1"/>
          </p:cNvSpPr>
          <p:nvPr>
            <p:ph type="body"/>
          </p:nvPr>
        </p:nvSpPr>
        <p:spPr>
          <a:xfrm>
            <a:off x="914400" y="4343400"/>
            <a:ext cx="5027760" cy="4113360"/>
          </a:xfrm>
          <a:prstGeom prst="rect">
            <a:avLst/>
          </a:prstGeom>
          <a:noFill/>
          <a:ln w="0">
            <a:noFill/>
          </a:ln>
        </p:spPr>
        <p:txBody>
          <a:bodyPr lIns="90000" tIns="45000" rIns="90000" bIns="45000" anchor="t">
            <a:noAutofit/>
          </a:bodyPr>
          <a:lstStyle/>
          <a:p>
            <a:pPr marL="216000" indent="0">
              <a:lnSpc>
                <a:spcPct val="100000"/>
              </a:lnSpc>
              <a:buNone/>
              <a:tabLst>
                <a:tab pos="0" algn="l"/>
              </a:tabLst>
            </a:pPr>
            <a:r>
              <a:rPr lang="es-ES" sz="2000" b="0" strike="noStrike" spc="-1">
                <a:solidFill>
                  <a:srgbClr val="000000"/>
                </a:solidFill>
                <a:latin typeface="Arial"/>
              </a:rPr>
              <a:t>Notación camel Case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PlaceHolder 1"/>
          <p:cNvSpPr>
            <a:spLocks noGrp="1" noRot="1" noChangeAspect="1"/>
          </p:cNvSpPr>
          <p:nvPr>
            <p:ph type="sldImg"/>
          </p:nvPr>
        </p:nvSpPr>
        <p:spPr>
          <a:xfrm>
            <a:off x="381000" y="685800"/>
            <a:ext cx="6094413" cy="3427413"/>
          </a:xfrm>
          <a:prstGeom prst="rect">
            <a:avLst/>
          </a:prstGeom>
          <a:ln w="0">
            <a:noFill/>
          </a:ln>
        </p:spPr>
      </p:sp>
      <p:sp>
        <p:nvSpPr>
          <p:cNvPr id="246" name="PlaceHolder 2"/>
          <p:cNvSpPr>
            <a:spLocks noGrp="1"/>
          </p:cNvSpPr>
          <p:nvPr>
            <p:ph type="body"/>
          </p:nvPr>
        </p:nvSpPr>
        <p:spPr>
          <a:xfrm>
            <a:off x="914400" y="4343400"/>
            <a:ext cx="5027760" cy="4113360"/>
          </a:xfrm>
          <a:prstGeom prst="rect">
            <a:avLst/>
          </a:prstGeom>
          <a:noFill/>
          <a:ln w="0">
            <a:noFill/>
          </a:ln>
        </p:spPr>
        <p:txBody>
          <a:bodyPr lIns="90000" tIns="45000" rIns="90000" bIns="45000" anchor="t">
            <a:noAutofit/>
          </a:bodyPr>
          <a:lstStyle/>
          <a:p>
            <a:pPr marL="216000" indent="0">
              <a:lnSpc>
                <a:spcPct val="100000"/>
              </a:lnSpc>
              <a:buNone/>
              <a:tabLst>
                <a:tab pos="0" algn="l"/>
              </a:tabLst>
            </a:pPr>
            <a:r>
              <a:rPr lang="es-ES" sz="2000" b="0" strike="noStrike" spc="-1">
                <a:solidFill>
                  <a:srgbClr val="000000"/>
                </a:solidFill>
                <a:latin typeface="Arial"/>
              </a:rPr>
              <a:t>Notación camel Case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17488" y="812800"/>
            <a:ext cx="7124700" cy="4008438"/>
          </a:xfrm>
        </p:spPr>
      </p:sp>
      <p:sp>
        <p:nvSpPr>
          <p:cNvPr id="3" name="Marcador de notas 2"/>
          <p:cNvSpPr>
            <a:spLocks noGrp="1"/>
          </p:cNvSpPr>
          <p:nvPr>
            <p:ph type="body" idx="1"/>
          </p:nvPr>
        </p:nvSpPr>
        <p:spPr/>
        <p:txBody>
          <a:bodyPr/>
          <a:lstStyle/>
          <a:p>
            <a:r>
              <a:rPr lang="es-ES" dirty="0"/>
              <a:t>Como sería avión y pasajero</a:t>
            </a:r>
          </a:p>
        </p:txBody>
      </p:sp>
      <p:sp>
        <p:nvSpPr>
          <p:cNvPr id="4" name="Marcador de número de diapositiva 3"/>
          <p:cNvSpPr>
            <a:spLocks noGrp="1"/>
          </p:cNvSpPr>
          <p:nvPr>
            <p:ph type="sldNum" idx="5"/>
          </p:nvPr>
        </p:nvSpPr>
        <p:spPr/>
        <p:txBody>
          <a:bodyPr/>
          <a:lstStyle/>
          <a:p>
            <a:pPr indent="0" algn="r">
              <a:buNone/>
            </a:pPr>
            <a:fld id="{A9A57045-5CB5-412B-AB94-DF3674B322A2}" type="slidenum">
              <a:rPr lang="es-ES" sz="1400" b="0" strike="noStrike" spc="-1" smtClean="0">
                <a:solidFill>
                  <a:srgbClr val="000000"/>
                </a:solidFill>
                <a:latin typeface="Times New Roman"/>
              </a:rPr>
              <a:t>22</a:t>
            </a:fld>
            <a:endParaRPr lang="es-ES" sz="1400" b="0" strike="noStrike" spc="-1">
              <a:solidFill>
                <a:srgbClr val="000000"/>
              </a:solidFill>
              <a:latin typeface="Times New Roman"/>
            </a:endParaRPr>
          </a:p>
        </p:txBody>
      </p:sp>
    </p:spTree>
    <p:extLst>
      <p:ext uri="{BB962C8B-B14F-4D97-AF65-F5344CB8AC3E}">
        <p14:creationId xmlns:p14="http://schemas.microsoft.com/office/powerpoint/2010/main" val="343642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2B4292-AD6A-0572-B780-CD608DEE917B}"/>
              </a:ext>
            </a:extLst>
          </p:cNvPr>
          <p:cNvSpPr>
            <a:spLocks noGrp="1"/>
          </p:cNvSpPr>
          <p:nvPr>
            <p:ph type="ctrTitle"/>
          </p:nvPr>
        </p:nvSpPr>
        <p:spPr>
          <a:xfrm>
            <a:off x="3048000" y="2244726"/>
            <a:ext cx="18288000" cy="4775200"/>
          </a:xfrm>
        </p:spPr>
        <p:txBody>
          <a:bodyPr anchor="b"/>
          <a:lstStyle>
            <a:lvl1pPr algn="ctr">
              <a:defRPr sz="12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633E3D4C-53D7-6780-7AAE-9A9C78652F51}"/>
              </a:ext>
            </a:extLst>
          </p:cNvPr>
          <p:cNvSpPr>
            <a:spLocks noGrp="1"/>
          </p:cNvSpPr>
          <p:nvPr>
            <p:ph type="subTitle" idx="1"/>
          </p:nvPr>
        </p:nvSpPr>
        <p:spPr>
          <a:xfrm>
            <a:off x="3048000" y="7204076"/>
            <a:ext cx="18288000"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A04F62F8-909F-709F-E065-EB6CDC5C85CF}"/>
              </a:ext>
            </a:extLst>
          </p:cNvPr>
          <p:cNvSpPr>
            <a:spLocks noGrp="1"/>
          </p:cNvSpPr>
          <p:nvPr>
            <p:ph type="dt" sz="half" idx="10"/>
          </p:nvPr>
        </p:nvSpPr>
        <p:spPr/>
        <p:txBody>
          <a:bodyPr/>
          <a:lstStyle/>
          <a:p>
            <a:fld id="{DC85E89F-0AAA-4E34-9BD7-38C560E08DD4}" type="datetimeFigureOut">
              <a:rPr lang="es-ES" smtClean="0"/>
              <a:t>07/04/2025</a:t>
            </a:fld>
            <a:endParaRPr lang="es-ES"/>
          </a:p>
        </p:txBody>
      </p:sp>
      <p:sp>
        <p:nvSpPr>
          <p:cNvPr id="5" name="Marcador de pie de página 4">
            <a:extLst>
              <a:ext uri="{FF2B5EF4-FFF2-40B4-BE49-F238E27FC236}">
                <a16:creationId xmlns:a16="http://schemas.microsoft.com/office/drawing/2014/main" id="{42DA7310-42B6-BC85-1F90-C95A36864F7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60DD1382-566E-EBED-D1FD-1E67BE49A34C}"/>
              </a:ext>
            </a:extLst>
          </p:cNvPr>
          <p:cNvSpPr>
            <a:spLocks noGrp="1"/>
          </p:cNvSpPr>
          <p:nvPr>
            <p:ph type="sldNum" sz="quarter" idx="12"/>
          </p:nvPr>
        </p:nvSpPr>
        <p:spPr/>
        <p:txBody>
          <a:bodyPr/>
          <a:lstStyle/>
          <a:p>
            <a:pPr indent="0" algn="ctr">
              <a:lnSpc>
                <a:spcPct val="100000"/>
              </a:lnSpc>
              <a:buNone/>
              <a:tabLst>
                <a:tab pos="0" algn="l"/>
              </a:tabLst>
            </a:pPr>
            <a:fld id="{CC9D4882-0EF5-49E1-B295-21E20AB9C030}" type="slidenum">
              <a:rPr lang="es-ES" sz="2600" b="0" strike="noStrike" spc="-1" smtClean="0">
                <a:solidFill>
                  <a:srgbClr val="000000"/>
                </a:solidFill>
                <a:latin typeface="Open Sans ExtraBold"/>
                <a:ea typeface="Open Sans ExtraBold"/>
              </a:rPr>
              <a:t>‹Nº›</a:t>
            </a:fld>
            <a:endParaRPr lang="es-ES" sz="2600" b="0" strike="noStrike" spc="-1">
              <a:solidFill>
                <a:srgbClr val="000000"/>
              </a:solidFill>
              <a:latin typeface="Times New Roman"/>
            </a:endParaRPr>
          </a:p>
        </p:txBody>
      </p:sp>
    </p:spTree>
    <p:extLst>
      <p:ext uri="{BB962C8B-B14F-4D97-AF65-F5344CB8AC3E}">
        <p14:creationId xmlns:p14="http://schemas.microsoft.com/office/powerpoint/2010/main" val="2083375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D1687B-1871-2B63-4694-4FA1D211C441}"/>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1CAB3F0E-4938-7079-46E8-099A84E4C6F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B22BBC6-04C3-E878-F59B-46C5818DE442}"/>
              </a:ext>
            </a:extLst>
          </p:cNvPr>
          <p:cNvSpPr>
            <a:spLocks noGrp="1"/>
          </p:cNvSpPr>
          <p:nvPr>
            <p:ph type="dt" sz="half" idx="10"/>
          </p:nvPr>
        </p:nvSpPr>
        <p:spPr/>
        <p:txBody>
          <a:bodyPr/>
          <a:lstStyle/>
          <a:p>
            <a:fld id="{DC85E89F-0AAA-4E34-9BD7-38C560E08DD4}" type="datetimeFigureOut">
              <a:rPr lang="es-ES" smtClean="0"/>
              <a:t>07/04/2025</a:t>
            </a:fld>
            <a:endParaRPr lang="es-ES"/>
          </a:p>
        </p:txBody>
      </p:sp>
      <p:sp>
        <p:nvSpPr>
          <p:cNvPr id="5" name="Marcador de pie de página 4">
            <a:extLst>
              <a:ext uri="{FF2B5EF4-FFF2-40B4-BE49-F238E27FC236}">
                <a16:creationId xmlns:a16="http://schemas.microsoft.com/office/drawing/2014/main" id="{3B7FA755-32DE-0CEB-488E-090A7EABC7D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503C9A1A-112B-B01D-02F9-76453C81976C}"/>
              </a:ext>
            </a:extLst>
          </p:cNvPr>
          <p:cNvSpPr>
            <a:spLocks noGrp="1"/>
          </p:cNvSpPr>
          <p:nvPr>
            <p:ph type="sldNum" sz="quarter" idx="12"/>
          </p:nvPr>
        </p:nvSpPr>
        <p:spPr/>
        <p:txBody>
          <a:bodyPr/>
          <a:lstStyle/>
          <a:p>
            <a:pPr indent="0" algn="ctr">
              <a:lnSpc>
                <a:spcPct val="100000"/>
              </a:lnSpc>
              <a:buNone/>
              <a:tabLst>
                <a:tab pos="0" algn="l"/>
              </a:tabLst>
            </a:pPr>
            <a:fld id="{CC9D4882-0EF5-49E1-B295-21E20AB9C030}" type="slidenum">
              <a:rPr lang="es-ES" sz="2600" b="0" strike="noStrike" spc="-1" smtClean="0">
                <a:solidFill>
                  <a:srgbClr val="000000"/>
                </a:solidFill>
                <a:latin typeface="Open Sans ExtraBold"/>
                <a:ea typeface="Open Sans ExtraBold"/>
              </a:rPr>
              <a:t>‹Nº›</a:t>
            </a:fld>
            <a:endParaRPr lang="es-ES" sz="2600" b="0" strike="noStrike" spc="-1">
              <a:solidFill>
                <a:srgbClr val="000000"/>
              </a:solidFill>
              <a:latin typeface="Times New Roman"/>
            </a:endParaRPr>
          </a:p>
        </p:txBody>
      </p:sp>
    </p:spTree>
    <p:extLst>
      <p:ext uri="{BB962C8B-B14F-4D97-AF65-F5344CB8AC3E}">
        <p14:creationId xmlns:p14="http://schemas.microsoft.com/office/powerpoint/2010/main" val="1414134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726022-E271-F273-4A6A-784F9267806C}"/>
              </a:ext>
            </a:extLst>
          </p:cNvPr>
          <p:cNvSpPr>
            <a:spLocks noGrp="1"/>
          </p:cNvSpPr>
          <p:nvPr>
            <p:ph type="title"/>
          </p:nvPr>
        </p:nvSpPr>
        <p:spPr>
          <a:xfrm>
            <a:off x="1663700" y="3419477"/>
            <a:ext cx="21031200" cy="5705474"/>
          </a:xfrm>
        </p:spPr>
        <p:txBody>
          <a:bodyPr anchor="b"/>
          <a:lstStyle>
            <a:lvl1pPr>
              <a:defRPr sz="12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F93FCAEA-1470-5ACF-8B89-CF47A1764949}"/>
              </a:ext>
            </a:extLst>
          </p:cNvPr>
          <p:cNvSpPr>
            <a:spLocks noGrp="1"/>
          </p:cNvSpPr>
          <p:nvPr>
            <p:ph type="body" idx="1"/>
          </p:nvPr>
        </p:nvSpPr>
        <p:spPr>
          <a:xfrm>
            <a:off x="1663700" y="9178927"/>
            <a:ext cx="21031200" cy="3000374"/>
          </a:xfrm>
        </p:spPr>
        <p:txBody>
          <a:bodyPr/>
          <a:lstStyle>
            <a:lvl1pPr marL="0" indent="0">
              <a:buNone/>
              <a:defRPr sz="4800">
                <a:solidFill>
                  <a:schemeClr val="tx1">
                    <a:tint val="82000"/>
                  </a:schemeClr>
                </a:solidFill>
              </a:defRPr>
            </a:lvl1pPr>
            <a:lvl2pPr marL="914400" indent="0">
              <a:buNone/>
              <a:defRPr sz="4000">
                <a:solidFill>
                  <a:schemeClr val="tx1">
                    <a:tint val="82000"/>
                  </a:schemeClr>
                </a:solidFill>
              </a:defRPr>
            </a:lvl2pPr>
            <a:lvl3pPr marL="1828800" indent="0">
              <a:buNone/>
              <a:defRPr sz="3600">
                <a:solidFill>
                  <a:schemeClr val="tx1">
                    <a:tint val="82000"/>
                  </a:schemeClr>
                </a:solidFill>
              </a:defRPr>
            </a:lvl3pPr>
            <a:lvl4pPr marL="2743200" indent="0">
              <a:buNone/>
              <a:defRPr sz="3200">
                <a:solidFill>
                  <a:schemeClr val="tx1">
                    <a:tint val="82000"/>
                  </a:schemeClr>
                </a:solidFill>
              </a:defRPr>
            </a:lvl4pPr>
            <a:lvl5pPr marL="3657600" indent="0">
              <a:buNone/>
              <a:defRPr sz="3200">
                <a:solidFill>
                  <a:schemeClr val="tx1">
                    <a:tint val="82000"/>
                  </a:schemeClr>
                </a:solidFill>
              </a:defRPr>
            </a:lvl5pPr>
            <a:lvl6pPr marL="4572000" indent="0">
              <a:buNone/>
              <a:defRPr sz="3200">
                <a:solidFill>
                  <a:schemeClr val="tx1">
                    <a:tint val="82000"/>
                  </a:schemeClr>
                </a:solidFill>
              </a:defRPr>
            </a:lvl6pPr>
            <a:lvl7pPr marL="5486400" indent="0">
              <a:buNone/>
              <a:defRPr sz="3200">
                <a:solidFill>
                  <a:schemeClr val="tx1">
                    <a:tint val="82000"/>
                  </a:schemeClr>
                </a:solidFill>
              </a:defRPr>
            </a:lvl7pPr>
            <a:lvl8pPr marL="6400800" indent="0">
              <a:buNone/>
              <a:defRPr sz="3200">
                <a:solidFill>
                  <a:schemeClr val="tx1">
                    <a:tint val="82000"/>
                  </a:schemeClr>
                </a:solidFill>
              </a:defRPr>
            </a:lvl8pPr>
            <a:lvl9pPr marL="7315200" indent="0">
              <a:buNone/>
              <a:defRPr sz="32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6FEDCAC2-5FB5-4CB0-F9EE-F8F4F941F61D}"/>
              </a:ext>
            </a:extLst>
          </p:cNvPr>
          <p:cNvSpPr>
            <a:spLocks noGrp="1"/>
          </p:cNvSpPr>
          <p:nvPr>
            <p:ph type="dt" sz="half" idx="10"/>
          </p:nvPr>
        </p:nvSpPr>
        <p:spPr/>
        <p:txBody>
          <a:bodyPr/>
          <a:lstStyle/>
          <a:p>
            <a:fld id="{DC85E89F-0AAA-4E34-9BD7-38C560E08DD4}" type="datetimeFigureOut">
              <a:rPr lang="es-ES" smtClean="0"/>
              <a:t>07/04/2025</a:t>
            </a:fld>
            <a:endParaRPr lang="es-ES"/>
          </a:p>
        </p:txBody>
      </p:sp>
      <p:sp>
        <p:nvSpPr>
          <p:cNvPr id="5" name="Marcador de pie de página 4">
            <a:extLst>
              <a:ext uri="{FF2B5EF4-FFF2-40B4-BE49-F238E27FC236}">
                <a16:creationId xmlns:a16="http://schemas.microsoft.com/office/drawing/2014/main" id="{85BE32F8-D7B6-3E5A-2FE6-7F028AF2BA2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A676D73-CE9F-39BF-3495-4F2CB83E201C}"/>
              </a:ext>
            </a:extLst>
          </p:cNvPr>
          <p:cNvSpPr>
            <a:spLocks noGrp="1"/>
          </p:cNvSpPr>
          <p:nvPr>
            <p:ph type="sldNum" sz="quarter" idx="12"/>
          </p:nvPr>
        </p:nvSpPr>
        <p:spPr/>
        <p:txBody>
          <a:bodyPr/>
          <a:lstStyle/>
          <a:p>
            <a:pPr indent="0" algn="ctr">
              <a:lnSpc>
                <a:spcPct val="100000"/>
              </a:lnSpc>
              <a:buNone/>
              <a:tabLst>
                <a:tab pos="0" algn="l"/>
              </a:tabLst>
            </a:pPr>
            <a:fld id="{CC9D4882-0EF5-49E1-B295-21E20AB9C030}" type="slidenum">
              <a:rPr lang="es-ES" sz="2600" b="0" strike="noStrike" spc="-1" smtClean="0">
                <a:solidFill>
                  <a:srgbClr val="000000"/>
                </a:solidFill>
                <a:latin typeface="Open Sans ExtraBold"/>
                <a:ea typeface="Open Sans ExtraBold"/>
              </a:rPr>
              <a:t>‹Nº›</a:t>
            </a:fld>
            <a:endParaRPr lang="es-ES" sz="2600" b="0" strike="noStrike" spc="-1">
              <a:solidFill>
                <a:srgbClr val="000000"/>
              </a:solidFill>
              <a:latin typeface="Times New Roman"/>
            </a:endParaRPr>
          </a:p>
        </p:txBody>
      </p:sp>
    </p:spTree>
    <p:extLst>
      <p:ext uri="{BB962C8B-B14F-4D97-AF65-F5344CB8AC3E}">
        <p14:creationId xmlns:p14="http://schemas.microsoft.com/office/powerpoint/2010/main" val="3335140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1F6F37-E128-4941-9612-E5E85D7F8F3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45ABBC92-1F89-744C-6D44-5A50B3C5FFEA}"/>
              </a:ext>
            </a:extLst>
          </p:cNvPr>
          <p:cNvSpPr>
            <a:spLocks noGrp="1"/>
          </p:cNvSpPr>
          <p:nvPr>
            <p:ph sz="half" idx="1"/>
          </p:nvPr>
        </p:nvSpPr>
        <p:spPr>
          <a:xfrm>
            <a:off x="1676400" y="3651250"/>
            <a:ext cx="10363200" cy="87026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A13748B1-C2F1-E947-2A1E-D3CD494E15FA}"/>
              </a:ext>
            </a:extLst>
          </p:cNvPr>
          <p:cNvSpPr>
            <a:spLocks noGrp="1"/>
          </p:cNvSpPr>
          <p:nvPr>
            <p:ph sz="half" idx="2"/>
          </p:nvPr>
        </p:nvSpPr>
        <p:spPr>
          <a:xfrm>
            <a:off x="12344400" y="3651250"/>
            <a:ext cx="10363200" cy="87026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C552AA67-88D6-3C63-AA63-4810306F2672}"/>
              </a:ext>
            </a:extLst>
          </p:cNvPr>
          <p:cNvSpPr>
            <a:spLocks noGrp="1"/>
          </p:cNvSpPr>
          <p:nvPr>
            <p:ph type="dt" sz="half" idx="10"/>
          </p:nvPr>
        </p:nvSpPr>
        <p:spPr/>
        <p:txBody>
          <a:bodyPr/>
          <a:lstStyle/>
          <a:p>
            <a:fld id="{DC85E89F-0AAA-4E34-9BD7-38C560E08DD4}" type="datetimeFigureOut">
              <a:rPr lang="es-ES" smtClean="0"/>
              <a:t>07/04/2025</a:t>
            </a:fld>
            <a:endParaRPr lang="es-ES"/>
          </a:p>
        </p:txBody>
      </p:sp>
      <p:sp>
        <p:nvSpPr>
          <p:cNvPr id="6" name="Marcador de pie de página 5">
            <a:extLst>
              <a:ext uri="{FF2B5EF4-FFF2-40B4-BE49-F238E27FC236}">
                <a16:creationId xmlns:a16="http://schemas.microsoft.com/office/drawing/2014/main" id="{7200525F-6296-1D80-5022-1FEEAEFEFDE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489A418-3E20-0453-3CA6-6BA61EDEC4A4}"/>
              </a:ext>
            </a:extLst>
          </p:cNvPr>
          <p:cNvSpPr>
            <a:spLocks noGrp="1"/>
          </p:cNvSpPr>
          <p:nvPr>
            <p:ph type="sldNum" sz="quarter" idx="12"/>
          </p:nvPr>
        </p:nvSpPr>
        <p:spPr/>
        <p:txBody>
          <a:bodyPr/>
          <a:lstStyle/>
          <a:p>
            <a:pPr indent="0" algn="ctr">
              <a:lnSpc>
                <a:spcPct val="100000"/>
              </a:lnSpc>
              <a:buNone/>
              <a:tabLst>
                <a:tab pos="0" algn="l"/>
              </a:tabLst>
            </a:pPr>
            <a:fld id="{CC9D4882-0EF5-49E1-B295-21E20AB9C030}" type="slidenum">
              <a:rPr lang="es-ES" sz="2600" b="0" strike="noStrike" spc="-1" smtClean="0">
                <a:solidFill>
                  <a:srgbClr val="000000"/>
                </a:solidFill>
                <a:latin typeface="Open Sans ExtraBold"/>
                <a:ea typeface="Open Sans ExtraBold"/>
              </a:rPr>
              <a:t>‹Nº›</a:t>
            </a:fld>
            <a:endParaRPr lang="es-ES" sz="2600" b="0" strike="noStrike" spc="-1">
              <a:solidFill>
                <a:srgbClr val="000000"/>
              </a:solidFill>
              <a:latin typeface="Times New Roman"/>
            </a:endParaRPr>
          </a:p>
        </p:txBody>
      </p:sp>
    </p:spTree>
    <p:extLst>
      <p:ext uri="{BB962C8B-B14F-4D97-AF65-F5344CB8AC3E}">
        <p14:creationId xmlns:p14="http://schemas.microsoft.com/office/powerpoint/2010/main" val="1649250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95C9B7-05E7-2C97-2FA2-DBA4AEAD0A79}"/>
              </a:ext>
            </a:extLst>
          </p:cNvPr>
          <p:cNvSpPr>
            <a:spLocks noGrp="1"/>
          </p:cNvSpPr>
          <p:nvPr>
            <p:ph type="title"/>
          </p:nvPr>
        </p:nvSpPr>
        <p:spPr>
          <a:xfrm>
            <a:off x="1679576" y="730251"/>
            <a:ext cx="21031200" cy="2651126"/>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6D94C61E-DEFB-37E6-99E9-A31664574D29}"/>
              </a:ext>
            </a:extLst>
          </p:cNvPr>
          <p:cNvSpPr>
            <a:spLocks noGrp="1"/>
          </p:cNvSpPr>
          <p:nvPr>
            <p:ph type="body" idx="1"/>
          </p:nvPr>
        </p:nvSpPr>
        <p:spPr>
          <a:xfrm>
            <a:off x="1679577" y="3362326"/>
            <a:ext cx="10315574"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E3AE89A-626E-63C6-3746-A2383B573F41}"/>
              </a:ext>
            </a:extLst>
          </p:cNvPr>
          <p:cNvSpPr>
            <a:spLocks noGrp="1"/>
          </p:cNvSpPr>
          <p:nvPr>
            <p:ph sz="half" idx="2"/>
          </p:nvPr>
        </p:nvSpPr>
        <p:spPr>
          <a:xfrm>
            <a:off x="1679577" y="5010150"/>
            <a:ext cx="10315574" cy="73691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2778D913-3390-89D3-7DE1-1D9E750639B0}"/>
              </a:ext>
            </a:extLst>
          </p:cNvPr>
          <p:cNvSpPr>
            <a:spLocks noGrp="1"/>
          </p:cNvSpPr>
          <p:nvPr>
            <p:ph type="body" sz="quarter" idx="3"/>
          </p:nvPr>
        </p:nvSpPr>
        <p:spPr>
          <a:xfrm>
            <a:off x="12344400" y="3362326"/>
            <a:ext cx="1036637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DA70D77-447B-C0FA-2C2A-8732CE6BD524}"/>
              </a:ext>
            </a:extLst>
          </p:cNvPr>
          <p:cNvSpPr>
            <a:spLocks noGrp="1"/>
          </p:cNvSpPr>
          <p:nvPr>
            <p:ph sz="quarter" idx="4"/>
          </p:nvPr>
        </p:nvSpPr>
        <p:spPr>
          <a:xfrm>
            <a:off x="12344400" y="5010150"/>
            <a:ext cx="10366376" cy="73691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FF1ADC5D-B10C-0311-35B3-0437EE6DF3E7}"/>
              </a:ext>
            </a:extLst>
          </p:cNvPr>
          <p:cNvSpPr>
            <a:spLocks noGrp="1"/>
          </p:cNvSpPr>
          <p:nvPr>
            <p:ph type="dt" sz="half" idx="10"/>
          </p:nvPr>
        </p:nvSpPr>
        <p:spPr/>
        <p:txBody>
          <a:bodyPr/>
          <a:lstStyle/>
          <a:p>
            <a:fld id="{DC85E89F-0AAA-4E34-9BD7-38C560E08DD4}" type="datetimeFigureOut">
              <a:rPr lang="es-ES" smtClean="0"/>
              <a:t>07/04/2025</a:t>
            </a:fld>
            <a:endParaRPr lang="es-ES"/>
          </a:p>
        </p:txBody>
      </p:sp>
      <p:sp>
        <p:nvSpPr>
          <p:cNvPr id="8" name="Marcador de pie de página 7">
            <a:extLst>
              <a:ext uri="{FF2B5EF4-FFF2-40B4-BE49-F238E27FC236}">
                <a16:creationId xmlns:a16="http://schemas.microsoft.com/office/drawing/2014/main" id="{FF8C495B-9D1D-6516-6E77-9CBFD4EB3D1C}"/>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DBD4F5D0-D7C4-B061-9EC6-78539D96552B}"/>
              </a:ext>
            </a:extLst>
          </p:cNvPr>
          <p:cNvSpPr>
            <a:spLocks noGrp="1"/>
          </p:cNvSpPr>
          <p:nvPr>
            <p:ph type="sldNum" sz="quarter" idx="12"/>
          </p:nvPr>
        </p:nvSpPr>
        <p:spPr/>
        <p:txBody>
          <a:bodyPr/>
          <a:lstStyle/>
          <a:p>
            <a:pPr indent="0" algn="ctr">
              <a:lnSpc>
                <a:spcPct val="100000"/>
              </a:lnSpc>
              <a:buNone/>
              <a:tabLst>
                <a:tab pos="0" algn="l"/>
              </a:tabLst>
            </a:pPr>
            <a:fld id="{CC9D4882-0EF5-49E1-B295-21E20AB9C030}" type="slidenum">
              <a:rPr lang="es-ES" sz="2600" b="0" strike="noStrike" spc="-1" smtClean="0">
                <a:solidFill>
                  <a:srgbClr val="000000"/>
                </a:solidFill>
                <a:latin typeface="Open Sans ExtraBold"/>
                <a:ea typeface="Open Sans ExtraBold"/>
              </a:rPr>
              <a:t>‹Nº›</a:t>
            </a:fld>
            <a:endParaRPr lang="es-ES" sz="2600" b="0" strike="noStrike" spc="-1">
              <a:solidFill>
                <a:srgbClr val="000000"/>
              </a:solidFill>
              <a:latin typeface="Times New Roman"/>
            </a:endParaRPr>
          </a:p>
        </p:txBody>
      </p:sp>
    </p:spTree>
    <p:extLst>
      <p:ext uri="{BB962C8B-B14F-4D97-AF65-F5344CB8AC3E}">
        <p14:creationId xmlns:p14="http://schemas.microsoft.com/office/powerpoint/2010/main" val="2498712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F0C1AC-84BF-994A-E152-954A72DDF5DD}"/>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D1C9125C-68DE-4B9F-39DB-540E664AA234}"/>
              </a:ext>
            </a:extLst>
          </p:cNvPr>
          <p:cNvSpPr>
            <a:spLocks noGrp="1"/>
          </p:cNvSpPr>
          <p:nvPr>
            <p:ph type="dt" sz="half" idx="10"/>
          </p:nvPr>
        </p:nvSpPr>
        <p:spPr/>
        <p:txBody>
          <a:bodyPr/>
          <a:lstStyle/>
          <a:p>
            <a:fld id="{DC85E89F-0AAA-4E34-9BD7-38C560E08DD4}" type="datetimeFigureOut">
              <a:rPr lang="es-ES" smtClean="0"/>
              <a:t>07/04/2025</a:t>
            </a:fld>
            <a:endParaRPr lang="es-ES"/>
          </a:p>
        </p:txBody>
      </p:sp>
      <p:sp>
        <p:nvSpPr>
          <p:cNvPr id="4" name="Marcador de pie de página 3">
            <a:extLst>
              <a:ext uri="{FF2B5EF4-FFF2-40B4-BE49-F238E27FC236}">
                <a16:creationId xmlns:a16="http://schemas.microsoft.com/office/drawing/2014/main" id="{178504FA-B70C-7AC4-DA5C-D23DAB192ED4}"/>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2E20D2DE-1616-2DF3-E02B-2D9DA1D1CE67}"/>
              </a:ext>
            </a:extLst>
          </p:cNvPr>
          <p:cNvSpPr>
            <a:spLocks noGrp="1"/>
          </p:cNvSpPr>
          <p:nvPr>
            <p:ph type="sldNum" sz="quarter" idx="12"/>
          </p:nvPr>
        </p:nvSpPr>
        <p:spPr/>
        <p:txBody>
          <a:bodyPr/>
          <a:lstStyle/>
          <a:p>
            <a:pPr indent="0" algn="ctr">
              <a:lnSpc>
                <a:spcPct val="100000"/>
              </a:lnSpc>
              <a:buNone/>
              <a:tabLst>
                <a:tab pos="0" algn="l"/>
              </a:tabLst>
            </a:pPr>
            <a:fld id="{CC9D4882-0EF5-49E1-B295-21E20AB9C030}" type="slidenum">
              <a:rPr lang="es-ES" sz="2600" b="0" strike="noStrike" spc="-1" smtClean="0">
                <a:solidFill>
                  <a:srgbClr val="000000"/>
                </a:solidFill>
                <a:latin typeface="Open Sans ExtraBold"/>
                <a:ea typeface="Open Sans ExtraBold"/>
              </a:rPr>
              <a:t>‹Nº›</a:t>
            </a:fld>
            <a:endParaRPr lang="es-ES" sz="2600" b="0" strike="noStrike" spc="-1">
              <a:solidFill>
                <a:srgbClr val="000000"/>
              </a:solidFill>
              <a:latin typeface="Times New Roman"/>
            </a:endParaRPr>
          </a:p>
        </p:txBody>
      </p:sp>
    </p:spTree>
    <p:extLst>
      <p:ext uri="{BB962C8B-B14F-4D97-AF65-F5344CB8AC3E}">
        <p14:creationId xmlns:p14="http://schemas.microsoft.com/office/powerpoint/2010/main" val="2452949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8C81780-16DA-9194-069A-E028077E05E7}"/>
              </a:ext>
            </a:extLst>
          </p:cNvPr>
          <p:cNvSpPr>
            <a:spLocks noGrp="1"/>
          </p:cNvSpPr>
          <p:nvPr>
            <p:ph type="dt" sz="half" idx="10"/>
          </p:nvPr>
        </p:nvSpPr>
        <p:spPr/>
        <p:txBody>
          <a:bodyPr/>
          <a:lstStyle/>
          <a:p>
            <a:fld id="{DC85E89F-0AAA-4E34-9BD7-38C560E08DD4}" type="datetimeFigureOut">
              <a:rPr lang="es-ES" smtClean="0"/>
              <a:t>07/04/2025</a:t>
            </a:fld>
            <a:endParaRPr lang="es-ES"/>
          </a:p>
        </p:txBody>
      </p:sp>
      <p:sp>
        <p:nvSpPr>
          <p:cNvPr id="3" name="Marcador de pie de página 2">
            <a:extLst>
              <a:ext uri="{FF2B5EF4-FFF2-40B4-BE49-F238E27FC236}">
                <a16:creationId xmlns:a16="http://schemas.microsoft.com/office/drawing/2014/main" id="{A79767DF-072E-04B1-8EE9-CA6A0C93521E}"/>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47F05ED2-211C-FFD6-A036-7B6236EF6A00}"/>
              </a:ext>
            </a:extLst>
          </p:cNvPr>
          <p:cNvSpPr>
            <a:spLocks noGrp="1"/>
          </p:cNvSpPr>
          <p:nvPr>
            <p:ph type="sldNum" sz="quarter" idx="12"/>
          </p:nvPr>
        </p:nvSpPr>
        <p:spPr/>
        <p:txBody>
          <a:bodyPr/>
          <a:lstStyle/>
          <a:p>
            <a:pPr indent="0" algn="ctr">
              <a:lnSpc>
                <a:spcPct val="100000"/>
              </a:lnSpc>
              <a:buNone/>
              <a:tabLst>
                <a:tab pos="0" algn="l"/>
              </a:tabLst>
            </a:pPr>
            <a:fld id="{CC9D4882-0EF5-49E1-B295-21E20AB9C030}" type="slidenum">
              <a:rPr lang="es-ES" sz="2600" b="0" strike="noStrike" spc="-1" smtClean="0">
                <a:solidFill>
                  <a:srgbClr val="000000"/>
                </a:solidFill>
                <a:latin typeface="Open Sans ExtraBold"/>
                <a:ea typeface="Open Sans ExtraBold"/>
              </a:rPr>
              <a:t>‹Nº›</a:t>
            </a:fld>
            <a:endParaRPr lang="es-ES" sz="2600" b="0" strike="noStrike" spc="-1">
              <a:solidFill>
                <a:srgbClr val="000000"/>
              </a:solidFill>
              <a:latin typeface="Times New Roman"/>
            </a:endParaRPr>
          </a:p>
        </p:txBody>
      </p:sp>
    </p:spTree>
    <p:extLst>
      <p:ext uri="{BB962C8B-B14F-4D97-AF65-F5344CB8AC3E}">
        <p14:creationId xmlns:p14="http://schemas.microsoft.com/office/powerpoint/2010/main" val="1154890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3C172B-5D51-22A4-F1F9-5A57AF5F70D7}"/>
              </a:ext>
            </a:extLst>
          </p:cNvPr>
          <p:cNvSpPr>
            <a:spLocks noGrp="1"/>
          </p:cNvSpPr>
          <p:nvPr>
            <p:ph type="title"/>
          </p:nvPr>
        </p:nvSpPr>
        <p:spPr>
          <a:xfrm>
            <a:off x="1679577" y="914400"/>
            <a:ext cx="7864474" cy="3200400"/>
          </a:xfrm>
        </p:spPr>
        <p:txBody>
          <a:bodyPr anchor="b"/>
          <a:lstStyle>
            <a:lvl1pPr>
              <a:defRPr sz="64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C213582A-9959-6253-F6AD-848C13FD74A4}"/>
              </a:ext>
            </a:extLst>
          </p:cNvPr>
          <p:cNvSpPr>
            <a:spLocks noGrp="1"/>
          </p:cNvSpPr>
          <p:nvPr>
            <p:ph idx="1"/>
          </p:nvPr>
        </p:nvSpPr>
        <p:spPr>
          <a:xfrm>
            <a:off x="10366376" y="1974851"/>
            <a:ext cx="12344400"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4CAC633D-8671-0812-6187-0A9E3C72FEE0}"/>
              </a:ext>
            </a:extLst>
          </p:cNvPr>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BB12115-E030-E266-F6D7-C118DAB3319A}"/>
              </a:ext>
            </a:extLst>
          </p:cNvPr>
          <p:cNvSpPr>
            <a:spLocks noGrp="1"/>
          </p:cNvSpPr>
          <p:nvPr>
            <p:ph type="dt" sz="half" idx="10"/>
          </p:nvPr>
        </p:nvSpPr>
        <p:spPr/>
        <p:txBody>
          <a:bodyPr/>
          <a:lstStyle/>
          <a:p>
            <a:fld id="{DC85E89F-0AAA-4E34-9BD7-38C560E08DD4}" type="datetimeFigureOut">
              <a:rPr lang="es-ES" smtClean="0"/>
              <a:t>07/04/2025</a:t>
            </a:fld>
            <a:endParaRPr lang="es-ES"/>
          </a:p>
        </p:txBody>
      </p:sp>
      <p:sp>
        <p:nvSpPr>
          <p:cNvPr id="6" name="Marcador de pie de página 5">
            <a:extLst>
              <a:ext uri="{FF2B5EF4-FFF2-40B4-BE49-F238E27FC236}">
                <a16:creationId xmlns:a16="http://schemas.microsoft.com/office/drawing/2014/main" id="{298581CB-5001-D88F-CC77-89C1D9D47CE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8DBB9BC-E636-60E3-FF74-2A8D289900D8}"/>
              </a:ext>
            </a:extLst>
          </p:cNvPr>
          <p:cNvSpPr>
            <a:spLocks noGrp="1"/>
          </p:cNvSpPr>
          <p:nvPr>
            <p:ph type="sldNum" sz="quarter" idx="12"/>
          </p:nvPr>
        </p:nvSpPr>
        <p:spPr/>
        <p:txBody>
          <a:bodyPr/>
          <a:lstStyle/>
          <a:p>
            <a:pPr indent="0" algn="ctr">
              <a:lnSpc>
                <a:spcPct val="100000"/>
              </a:lnSpc>
              <a:buNone/>
              <a:tabLst>
                <a:tab pos="0" algn="l"/>
              </a:tabLst>
            </a:pPr>
            <a:fld id="{CC9D4882-0EF5-49E1-B295-21E20AB9C030}" type="slidenum">
              <a:rPr lang="es-ES" sz="2600" b="0" strike="noStrike" spc="-1" smtClean="0">
                <a:solidFill>
                  <a:srgbClr val="000000"/>
                </a:solidFill>
                <a:latin typeface="Open Sans ExtraBold"/>
                <a:ea typeface="Open Sans ExtraBold"/>
              </a:rPr>
              <a:t>‹Nº›</a:t>
            </a:fld>
            <a:endParaRPr lang="es-ES" sz="2600" b="0" strike="noStrike" spc="-1">
              <a:solidFill>
                <a:srgbClr val="000000"/>
              </a:solidFill>
              <a:latin typeface="Times New Roman"/>
            </a:endParaRPr>
          </a:p>
        </p:txBody>
      </p:sp>
    </p:spTree>
    <p:extLst>
      <p:ext uri="{BB962C8B-B14F-4D97-AF65-F5344CB8AC3E}">
        <p14:creationId xmlns:p14="http://schemas.microsoft.com/office/powerpoint/2010/main" val="1710447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A70E47-9DF1-BAAF-703F-1B8830222DD7}"/>
              </a:ext>
            </a:extLst>
          </p:cNvPr>
          <p:cNvSpPr>
            <a:spLocks noGrp="1"/>
          </p:cNvSpPr>
          <p:nvPr>
            <p:ph type="title"/>
          </p:nvPr>
        </p:nvSpPr>
        <p:spPr>
          <a:xfrm>
            <a:off x="1679577" y="914400"/>
            <a:ext cx="7864474" cy="3200400"/>
          </a:xfrm>
        </p:spPr>
        <p:txBody>
          <a:bodyPr anchor="b"/>
          <a:lstStyle>
            <a:lvl1pPr>
              <a:defRPr sz="64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609E1EDA-D4A4-CE2D-BACC-F795AED62454}"/>
              </a:ext>
            </a:extLst>
          </p:cNvPr>
          <p:cNvSpPr>
            <a:spLocks noGrp="1"/>
          </p:cNvSpPr>
          <p:nvPr>
            <p:ph type="pic" idx="1"/>
          </p:nvPr>
        </p:nvSpPr>
        <p:spPr>
          <a:xfrm>
            <a:off x="10366376" y="1974851"/>
            <a:ext cx="12344400" cy="9747250"/>
          </a:xfr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s-ES"/>
          </a:p>
        </p:txBody>
      </p:sp>
      <p:sp>
        <p:nvSpPr>
          <p:cNvPr id="4" name="Marcador de texto 3">
            <a:extLst>
              <a:ext uri="{FF2B5EF4-FFF2-40B4-BE49-F238E27FC236}">
                <a16:creationId xmlns:a16="http://schemas.microsoft.com/office/drawing/2014/main" id="{8A6B9648-FE2C-5F15-B25B-063455807932}"/>
              </a:ext>
            </a:extLst>
          </p:cNvPr>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B34713C-4D49-DC35-6461-2915D3317CDE}"/>
              </a:ext>
            </a:extLst>
          </p:cNvPr>
          <p:cNvSpPr>
            <a:spLocks noGrp="1"/>
          </p:cNvSpPr>
          <p:nvPr>
            <p:ph type="dt" sz="half" idx="10"/>
          </p:nvPr>
        </p:nvSpPr>
        <p:spPr/>
        <p:txBody>
          <a:bodyPr/>
          <a:lstStyle/>
          <a:p>
            <a:fld id="{DC85E89F-0AAA-4E34-9BD7-38C560E08DD4}" type="datetimeFigureOut">
              <a:rPr lang="es-ES" smtClean="0"/>
              <a:t>07/04/2025</a:t>
            </a:fld>
            <a:endParaRPr lang="es-ES"/>
          </a:p>
        </p:txBody>
      </p:sp>
      <p:sp>
        <p:nvSpPr>
          <p:cNvPr id="6" name="Marcador de pie de página 5">
            <a:extLst>
              <a:ext uri="{FF2B5EF4-FFF2-40B4-BE49-F238E27FC236}">
                <a16:creationId xmlns:a16="http://schemas.microsoft.com/office/drawing/2014/main" id="{D5EFCC10-7C71-6CE0-5261-1E7EDF04192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100206D2-BB29-A177-BCF2-D3A5CBCFC04A}"/>
              </a:ext>
            </a:extLst>
          </p:cNvPr>
          <p:cNvSpPr>
            <a:spLocks noGrp="1"/>
          </p:cNvSpPr>
          <p:nvPr>
            <p:ph type="sldNum" sz="quarter" idx="12"/>
          </p:nvPr>
        </p:nvSpPr>
        <p:spPr/>
        <p:txBody>
          <a:bodyPr/>
          <a:lstStyle/>
          <a:p>
            <a:pPr indent="0" algn="ctr">
              <a:lnSpc>
                <a:spcPct val="100000"/>
              </a:lnSpc>
              <a:buNone/>
              <a:tabLst>
                <a:tab pos="0" algn="l"/>
              </a:tabLst>
            </a:pPr>
            <a:fld id="{CC9D4882-0EF5-49E1-B295-21E20AB9C030}" type="slidenum">
              <a:rPr lang="es-ES" sz="2600" b="0" strike="noStrike" spc="-1" smtClean="0">
                <a:solidFill>
                  <a:srgbClr val="000000"/>
                </a:solidFill>
                <a:latin typeface="Open Sans ExtraBold"/>
                <a:ea typeface="Open Sans ExtraBold"/>
              </a:rPr>
              <a:t>‹Nº›</a:t>
            </a:fld>
            <a:endParaRPr lang="es-ES" sz="2600" b="0" strike="noStrike" spc="-1">
              <a:solidFill>
                <a:srgbClr val="000000"/>
              </a:solidFill>
              <a:latin typeface="Times New Roman"/>
            </a:endParaRPr>
          </a:p>
        </p:txBody>
      </p:sp>
    </p:spTree>
    <p:extLst>
      <p:ext uri="{BB962C8B-B14F-4D97-AF65-F5344CB8AC3E}">
        <p14:creationId xmlns:p14="http://schemas.microsoft.com/office/powerpoint/2010/main" val="3699680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FADCCD-8B86-6DF6-AC05-7955E295BCF9}"/>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595C9807-C208-327D-396E-E8211AD8FF5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B595DD7-4C15-0CA6-1FE1-91B1791E9FD8}"/>
              </a:ext>
            </a:extLst>
          </p:cNvPr>
          <p:cNvSpPr>
            <a:spLocks noGrp="1"/>
          </p:cNvSpPr>
          <p:nvPr>
            <p:ph type="dt" sz="half" idx="10"/>
          </p:nvPr>
        </p:nvSpPr>
        <p:spPr/>
        <p:txBody>
          <a:bodyPr/>
          <a:lstStyle/>
          <a:p>
            <a:fld id="{DC85E89F-0AAA-4E34-9BD7-38C560E08DD4}" type="datetimeFigureOut">
              <a:rPr lang="es-ES" smtClean="0"/>
              <a:t>07/04/2025</a:t>
            </a:fld>
            <a:endParaRPr lang="es-ES"/>
          </a:p>
        </p:txBody>
      </p:sp>
      <p:sp>
        <p:nvSpPr>
          <p:cNvPr id="5" name="Marcador de pie de página 4">
            <a:extLst>
              <a:ext uri="{FF2B5EF4-FFF2-40B4-BE49-F238E27FC236}">
                <a16:creationId xmlns:a16="http://schemas.microsoft.com/office/drawing/2014/main" id="{98E43602-A869-D4D0-71D6-DA7BF0B0252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59A1B394-0CE3-F927-2FD6-4EE2EEDBF98B}"/>
              </a:ext>
            </a:extLst>
          </p:cNvPr>
          <p:cNvSpPr>
            <a:spLocks noGrp="1"/>
          </p:cNvSpPr>
          <p:nvPr>
            <p:ph type="sldNum" sz="quarter" idx="12"/>
          </p:nvPr>
        </p:nvSpPr>
        <p:spPr/>
        <p:txBody>
          <a:bodyPr/>
          <a:lstStyle/>
          <a:p>
            <a:pPr indent="0" algn="ctr">
              <a:lnSpc>
                <a:spcPct val="100000"/>
              </a:lnSpc>
              <a:buNone/>
              <a:tabLst>
                <a:tab pos="0" algn="l"/>
              </a:tabLst>
            </a:pPr>
            <a:fld id="{CC9D4882-0EF5-49E1-B295-21E20AB9C030}" type="slidenum">
              <a:rPr lang="es-ES" sz="2600" b="0" strike="noStrike" spc="-1" smtClean="0">
                <a:solidFill>
                  <a:srgbClr val="000000"/>
                </a:solidFill>
                <a:latin typeface="Open Sans ExtraBold"/>
                <a:ea typeface="Open Sans ExtraBold"/>
              </a:rPr>
              <a:t>‹Nº›</a:t>
            </a:fld>
            <a:endParaRPr lang="es-ES" sz="2600" b="0" strike="noStrike" spc="-1">
              <a:solidFill>
                <a:srgbClr val="000000"/>
              </a:solidFill>
              <a:latin typeface="Times New Roman"/>
            </a:endParaRPr>
          </a:p>
        </p:txBody>
      </p:sp>
    </p:spTree>
    <p:extLst>
      <p:ext uri="{BB962C8B-B14F-4D97-AF65-F5344CB8AC3E}">
        <p14:creationId xmlns:p14="http://schemas.microsoft.com/office/powerpoint/2010/main" val="129782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D2911CD-D8F5-856B-7704-346417935A1D}"/>
              </a:ext>
            </a:extLst>
          </p:cNvPr>
          <p:cNvSpPr>
            <a:spLocks noGrp="1"/>
          </p:cNvSpPr>
          <p:nvPr>
            <p:ph type="title" orient="vert"/>
          </p:nvPr>
        </p:nvSpPr>
        <p:spPr>
          <a:xfrm>
            <a:off x="17449800" y="730250"/>
            <a:ext cx="5257800" cy="11623676"/>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4DC12E5A-24F9-8E9C-10DA-06B48A21445A}"/>
              </a:ext>
            </a:extLst>
          </p:cNvPr>
          <p:cNvSpPr>
            <a:spLocks noGrp="1"/>
          </p:cNvSpPr>
          <p:nvPr>
            <p:ph type="body" orient="vert" idx="1"/>
          </p:nvPr>
        </p:nvSpPr>
        <p:spPr>
          <a:xfrm>
            <a:off x="1676400" y="730250"/>
            <a:ext cx="15468600" cy="11623676"/>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8B64E80-99C6-17B7-D6D0-0200A53CFD5E}"/>
              </a:ext>
            </a:extLst>
          </p:cNvPr>
          <p:cNvSpPr>
            <a:spLocks noGrp="1"/>
          </p:cNvSpPr>
          <p:nvPr>
            <p:ph type="dt" sz="half" idx="10"/>
          </p:nvPr>
        </p:nvSpPr>
        <p:spPr/>
        <p:txBody>
          <a:bodyPr/>
          <a:lstStyle/>
          <a:p>
            <a:fld id="{DC85E89F-0AAA-4E34-9BD7-38C560E08DD4}" type="datetimeFigureOut">
              <a:rPr lang="es-ES" smtClean="0"/>
              <a:t>07/04/2025</a:t>
            </a:fld>
            <a:endParaRPr lang="es-ES"/>
          </a:p>
        </p:txBody>
      </p:sp>
      <p:sp>
        <p:nvSpPr>
          <p:cNvPr id="5" name="Marcador de pie de página 4">
            <a:extLst>
              <a:ext uri="{FF2B5EF4-FFF2-40B4-BE49-F238E27FC236}">
                <a16:creationId xmlns:a16="http://schemas.microsoft.com/office/drawing/2014/main" id="{CA17FD63-37FA-8D22-6F70-940648315DB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8EFBCFC-B3CA-1FB6-2BFD-D73FC1997FA0}"/>
              </a:ext>
            </a:extLst>
          </p:cNvPr>
          <p:cNvSpPr>
            <a:spLocks noGrp="1"/>
          </p:cNvSpPr>
          <p:nvPr>
            <p:ph type="sldNum" sz="quarter" idx="12"/>
          </p:nvPr>
        </p:nvSpPr>
        <p:spPr/>
        <p:txBody>
          <a:bodyPr/>
          <a:lstStyle/>
          <a:p>
            <a:pPr indent="0" algn="ctr">
              <a:lnSpc>
                <a:spcPct val="100000"/>
              </a:lnSpc>
              <a:buNone/>
              <a:tabLst>
                <a:tab pos="0" algn="l"/>
              </a:tabLst>
            </a:pPr>
            <a:fld id="{CC9D4882-0EF5-49E1-B295-21E20AB9C030}" type="slidenum">
              <a:rPr lang="es-ES" sz="2600" b="0" strike="noStrike" spc="-1" smtClean="0">
                <a:solidFill>
                  <a:srgbClr val="000000"/>
                </a:solidFill>
                <a:latin typeface="Open Sans ExtraBold"/>
                <a:ea typeface="Open Sans ExtraBold"/>
              </a:rPr>
              <a:t>‹Nº›</a:t>
            </a:fld>
            <a:endParaRPr lang="es-ES" sz="2600" b="0" strike="noStrike" spc="-1">
              <a:solidFill>
                <a:srgbClr val="000000"/>
              </a:solidFill>
              <a:latin typeface="Times New Roman"/>
            </a:endParaRPr>
          </a:p>
        </p:txBody>
      </p:sp>
    </p:spTree>
    <p:extLst>
      <p:ext uri="{BB962C8B-B14F-4D97-AF65-F5344CB8AC3E}">
        <p14:creationId xmlns:p14="http://schemas.microsoft.com/office/powerpoint/2010/main" val="1381353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1659130-4E77-FE9E-619E-513F73BCB0D4}"/>
              </a:ext>
            </a:extLst>
          </p:cNvPr>
          <p:cNvSpPr>
            <a:spLocks noGrp="1"/>
          </p:cNvSpPr>
          <p:nvPr>
            <p:ph type="title"/>
          </p:nvPr>
        </p:nvSpPr>
        <p:spPr>
          <a:xfrm>
            <a:off x="1676400" y="730251"/>
            <a:ext cx="21031200" cy="2651126"/>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9D1BF36-FE1D-39A9-25C5-CAEAB7005DA5}"/>
              </a:ext>
            </a:extLst>
          </p:cNvPr>
          <p:cNvSpPr>
            <a:spLocks noGrp="1"/>
          </p:cNvSpPr>
          <p:nvPr>
            <p:ph type="body" idx="1"/>
          </p:nvPr>
        </p:nvSpPr>
        <p:spPr>
          <a:xfrm>
            <a:off x="1676400" y="3651250"/>
            <a:ext cx="21031200" cy="870267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53090E4-0B71-84E8-6755-3BC63B5BC0B6}"/>
              </a:ext>
            </a:extLst>
          </p:cNvPr>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400">
                <a:solidFill>
                  <a:schemeClr val="tx1">
                    <a:tint val="82000"/>
                  </a:schemeClr>
                </a:solidFill>
              </a:defRPr>
            </a:lvl1pPr>
          </a:lstStyle>
          <a:p>
            <a:fld id="{DC85E89F-0AAA-4E34-9BD7-38C560E08DD4}" type="datetimeFigureOut">
              <a:rPr lang="es-ES" smtClean="0"/>
              <a:t>07/04/2025</a:t>
            </a:fld>
            <a:endParaRPr lang="es-ES"/>
          </a:p>
        </p:txBody>
      </p:sp>
      <p:sp>
        <p:nvSpPr>
          <p:cNvPr id="5" name="Marcador de pie de página 4">
            <a:extLst>
              <a:ext uri="{FF2B5EF4-FFF2-40B4-BE49-F238E27FC236}">
                <a16:creationId xmlns:a16="http://schemas.microsoft.com/office/drawing/2014/main" id="{BC204356-8DB9-122C-BE65-404E88FBE8A9}"/>
              </a:ext>
            </a:extLst>
          </p:cNvPr>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4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724BF00B-39AA-C2F9-2197-BD4596E48949}"/>
              </a:ext>
            </a:extLst>
          </p:cNvPr>
          <p:cNvSpPr>
            <a:spLocks noGrp="1"/>
          </p:cNvSpPr>
          <p:nvPr>
            <p:ph type="sldNum" sz="quarter" idx="4"/>
          </p:nvPr>
        </p:nvSpPr>
        <p:spPr>
          <a:xfrm>
            <a:off x="17221200" y="12712701"/>
            <a:ext cx="5486400" cy="730250"/>
          </a:xfrm>
          <a:prstGeom prst="rect">
            <a:avLst/>
          </a:prstGeom>
        </p:spPr>
        <p:txBody>
          <a:bodyPr vert="horz" lIns="91440" tIns="45720" rIns="91440" bIns="45720" rtlCol="0" anchor="ctr"/>
          <a:lstStyle>
            <a:lvl1pPr algn="r">
              <a:defRPr sz="2400">
                <a:solidFill>
                  <a:schemeClr val="tx1">
                    <a:tint val="82000"/>
                  </a:schemeClr>
                </a:solidFill>
              </a:defRPr>
            </a:lvl1pPr>
          </a:lstStyle>
          <a:p>
            <a:pPr indent="0" algn="ctr">
              <a:lnSpc>
                <a:spcPct val="100000"/>
              </a:lnSpc>
              <a:buNone/>
              <a:tabLst>
                <a:tab pos="0" algn="l"/>
              </a:tabLst>
            </a:pPr>
            <a:fld id="{CC9D4882-0EF5-49E1-B295-21E20AB9C030}" type="slidenum">
              <a:rPr lang="es-ES" sz="2600" b="0" strike="noStrike" spc="-1" smtClean="0">
                <a:solidFill>
                  <a:srgbClr val="000000"/>
                </a:solidFill>
                <a:latin typeface="Open Sans ExtraBold"/>
                <a:ea typeface="Open Sans ExtraBold"/>
              </a:rPr>
              <a:t>‹Nº›</a:t>
            </a:fld>
            <a:endParaRPr lang="es-ES" sz="2600" b="0" strike="noStrike" spc="-1">
              <a:solidFill>
                <a:srgbClr val="000000"/>
              </a:solidFill>
              <a:latin typeface="Times New Roman"/>
            </a:endParaRPr>
          </a:p>
        </p:txBody>
      </p:sp>
    </p:spTree>
    <p:extLst>
      <p:ext uri="{BB962C8B-B14F-4D97-AF65-F5344CB8AC3E}">
        <p14:creationId xmlns:p14="http://schemas.microsoft.com/office/powerpoint/2010/main" val="3442828679"/>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s-E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dia-installer.de/index.html.es"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s://www.youtube.com/watch?v=C3GJtv0EngY" TargetMode="External"/><Relationship Id="rId2" Type="http://schemas.openxmlformats.org/officeDocument/2006/relationships/hyperlink" Target="https://wiki.gnome.org/Apps/Dia/" TargetMode="External"/><Relationship Id="rId1" Type="http://schemas.openxmlformats.org/officeDocument/2006/relationships/slideLayout" Target="../slideLayouts/slideLayout7.xml"/><Relationship Id="rId6" Type="http://schemas.openxmlformats.org/officeDocument/2006/relationships/hyperlink" Target="https://sites.google.com/site/todouml/ejercicios" TargetMode="External"/><Relationship Id="rId5" Type="http://schemas.openxmlformats.org/officeDocument/2006/relationships/hyperlink" Target="https://www.youtube.com/watch?v=xkwJ9GwgZJU" TargetMode="External"/><Relationship Id="rId4" Type="http://schemas.openxmlformats.org/officeDocument/2006/relationships/hyperlink" Target="https://www.youtube.com/watch?v=4H7Aft7kLD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Créatif."/>
          <p:cNvSpPr/>
          <p:nvPr/>
        </p:nvSpPr>
        <p:spPr>
          <a:xfrm>
            <a:off x="2772720" y="2253914"/>
            <a:ext cx="13549320" cy="5337406"/>
          </a:xfrm>
          <a:prstGeom prst="rect">
            <a:avLst/>
          </a:prstGeom>
          <a:noFill/>
          <a:ln w="12700">
            <a:noFill/>
          </a:ln>
        </p:spPr>
        <p:style>
          <a:lnRef idx="0">
            <a:scrgbClr r="0" g="0" b="0"/>
          </a:lnRef>
          <a:fillRef idx="0">
            <a:scrgbClr r="0" g="0" b="0"/>
          </a:fillRef>
          <a:effectRef idx="0">
            <a:scrgbClr r="0" g="0" b="0"/>
          </a:effectRef>
          <a:fontRef idx="minor"/>
        </p:style>
        <p:txBody>
          <a:bodyPr lIns="50760" tIns="50760" rIns="50760" bIns="50760" anchor="b">
            <a:spAutoFit/>
          </a:bodyPr>
          <a:lstStyle/>
          <a:p>
            <a:pPr>
              <a:lnSpc>
                <a:spcPct val="70000"/>
              </a:lnSpc>
              <a:tabLst>
                <a:tab pos="0" algn="l"/>
              </a:tabLst>
            </a:pPr>
            <a:r>
              <a:rPr lang="es-ES" sz="12000" b="0" strike="noStrike" spc="-531" dirty="0">
                <a:solidFill>
                  <a:schemeClr val="tx1">
                    <a:lumMod val="50000"/>
                    <a:lumOff val="50000"/>
                  </a:schemeClr>
                </a:solidFill>
                <a:latin typeface="Open Sans Bold"/>
                <a:ea typeface="Open Sans Bold"/>
              </a:rPr>
              <a:t>TEMA 5: ELABORACIÓN DE DIAGRAMAS DE CLASES</a:t>
            </a:r>
            <a:endParaRPr lang="es-ES" sz="12000" b="0" strike="noStrike" spc="-1" dirty="0">
              <a:solidFill>
                <a:schemeClr val="tx1">
                  <a:lumMod val="50000"/>
                  <a:lumOff val="50000"/>
                </a:schemeClr>
              </a:solidFill>
              <a:latin typeface="Arial"/>
            </a:endParaRPr>
          </a:p>
        </p:txBody>
      </p:sp>
      <p:sp>
        <p:nvSpPr>
          <p:cNvPr id="91" name="© 2020 Créatif,…"/>
          <p:cNvSpPr/>
          <p:nvPr/>
        </p:nvSpPr>
        <p:spPr>
          <a:xfrm>
            <a:off x="2772720" y="7539840"/>
            <a:ext cx="14809320" cy="932040"/>
          </a:xfrm>
          <a:prstGeom prst="rect">
            <a:avLst/>
          </a:prstGeom>
          <a:noFill/>
          <a:ln w="12700">
            <a:noFill/>
          </a:ln>
        </p:spPr>
        <p:style>
          <a:lnRef idx="0">
            <a:scrgbClr r="0" g="0" b="0"/>
          </a:lnRef>
          <a:fillRef idx="0">
            <a:scrgbClr r="0" g="0" b="0"/>
          </a:fillRef>
          <a:effectRef idx="0">
            <a:scrgbClr r="0" g="0" b="0"/>
          </a:effectRef>
          <a:fontRef idx="minor"/>
        </p:style>
        <p:txBody>
          <a:bodyPr lIns="50760" tIns="50760" rIns="50760" bIns="50760" anchor="t">
            <a:spAutoFit/>
          </a:bodyPr>
          <a:lstStyle/>
          <a:p>
            <a:pPr>
              <a:lnSpc>
                <a:spcPct val="100000"/>
              </a:lnSpc>
              <a:tabLst>
                <a:tab pos="0" algn="l"/>
              </a:tabLst>
            </a:pPr>
            <a:endParaRPr lang="es-ES" sz="5400" b="0" strike="noStrike" spc="-1">
              <a:solidFill>
                <a:schemeClr val="accent5">
                  <a:lumOff val="16270"/>
                </a:schemeClr>
              </a:solidFill>
              <a:latin typeface="Open Sans"/>
              <a:ea typeface="Open Sans"/>
            </a:endParaRPr>
          </a:p>
        </p:txBody>
      </p:sp>
      <p:sp>
        <p:nvSpPr>
          <p:cNvPr id="93" name="Rectangle"/>
          <p:cNvSpPr/>
          <p:nvPr/>
        </p:nvSpPr>
        <p:spPr>
          <a:xfrm>
            <a:off x="2772720" y="11585520"/>
            <a:ext cx="5050440" cy="562320"/>
          </a:xfrm>
          <a:prstGeom prst="rect">
            <a:avLst/>
          </a:prstGeom>
          <a:solidFill>
            <a:schemeClr val="accent1">
              <a:satOff val="-20007"/>
              <a:lumOff val="19999"/>
            </a:schemeClr>
          </a:solidFill>
          <a:ln w="1270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tabLst>
                <a:tab pos="0" algn="l"/>
              </a:tabLst>
            </a:pPr>
            <a:endParaRPr lang="es-ES" sz="3200" b="0" strike="noStrike" spc="-1">
              <a:solidFill>
                <a:srgbClr val="FFFFFF"/>
              </a:solidFill>
              <a:latin typeface="Lato Regular"/>
              <a:ea typeface="Lato Regular"/>
            </a:endParaRPr>
          </a:p>
        </p:txBody>
      </p:sp>
      <p:sp>
        <p:nvSpPr>
          <p:cNvPr id="94" name="Welcome Slide"/>
          <p:cNvSpPr/>
          <p:nvPr/>
        </p:nvSpPr>
        <p:spPr>
          <a:xfrm>
            <a:off x="3087720" y="11615730"/>
            <a:ext cx="3464394" cy="502621"/>
          </a:xfrm>
          <a:prstGeom prst="rect">
            <a:avLst/>
          </a:prstGeom>
          <a:noFill/>
          <a:ln w="12700">
            <a:noFill/>
          </a:ln>
        </p:spPr>
        <p:style>
          <a:lnRef idx="0">
            <a:scrgbClr r="0" g="0" b="0"/>
          </a:lnRef>
          <a:fillRef idx="0">
            <a:scrgbClr r="0" g="0" b="0"/>
          </a:fillRef>
          <a:effectRef idx="0">
            <a:scrgbClr r="0" g="0" b="0"/>
          </a:effectRef>
          <a:fontRef idx="minor"/>
        </p:style>
        <p:txBody>
          <a:bodyPr wrap="none" lIns="50760" tIns="50760" rIns="50760" bIns="50760" anchor="ctr">
            <a:spAutoFit/>
          </a:bodyPr>
          <a:lstStyle/>
          <a:p>
            <a:pPr>
              <a:lnSpc>
                <a:spcPct val="100000"/>
              </a:lnSpc>
              <a:tabLst>
                <a:tab pos="0" algn="l"/>
              </a:tabLst>
            </a:pPr>
            <a:r>
              <a:rPr lang="es-ES" sz="2600" b="0" strike="noStrike" spc="-1">
                <a:solidFill>
                  <a:schemeClr val="bg1"/>
                </a:solidFill>
                <a:latin typeface="Lato-Light"/>
                <a:ea typeface="Lato-Light"/>
              </a:rPr>
              <a:t>Alberto Ruiz Rodriguez</a:t>
            </a:r>
            <a:endParaRPr lang="es-ES" sz="2600" b="0" strike="noStrike" spc="-1">
              <a:solidFill>
                <a:schemeClr val="bg1"/>
              </a:solidFill>
              <a:latin typeface="Arial"/>
            </a:endParaRPr>
          </a:p>
        </p:txBody>
      </p:sp>
      <p:pic>
        <p:nvPicPr>
          <p:cNvPr id="5" name="Imagen 4">
            <a:extLst>
              <a:ext uri="{FF2B5EF4-FFF2-40B4-BE49-F238E27FC236}">
                <a16:creationId xmlns:a16="http://schemas.microsoft.com/office/drawing/2014/main" id="{C0A9E59D-61B7-9FC5-259B-75AFAF607B7A}"/>
              </a:ext>
            </a:extLst>
          </p:cNvPr>
          <p:cNvPicPr>
            <a:picLocks noChangeAspect="1"/>
          </p:cNvPicPr>
          <p:nvPr/>
        </p:nvPicPr>
        <p:blipFill>
          <a:blip r:embed="rId2"/>
          <a:stretch>
            <a:fillRect/>
          </a:stretch>
        </p:blipFill>
        <p:spPr>
          <a:xfrm>
            <a:off x="17205867" y="3800802"/>
            <a:ext cx="6554618" cy="25999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1" name="Rectangle 100">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24383390"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 y="0"/>
            <a:ext cx="2438339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95" name="CuadroTexto 1"/>
          <p:cNvSpPr/>
          <p:nvPr/>
        </p:nvSpPr>
        <p:spPr>
          <a:xfrm>
            <a:off x="1882202" y="13577"/>
            <a:ext cx="19667096" cy="2651126"/>
          </a:xfrm>
          <a:prstGeom prst="rect">
            <a:avLst/>
          </a:prstGeom>
        </p:spPr>
        <p:style>
          <a:lnRef idx="0">
            <a:scrgbClr r="0" g="0" b="0"/>
          </a:lnRef>
          <a:fillRef idx="0">
            <a:scrgbClr r="0" g="0" b="0"/>
          </a:fillRef>
          <a:effectRef idx="0">
            <a:scrgbClr r="0" g="0" b="0"/>
          </a:effectRef>
          <a:fontRef idx="minor"/>
        </p:style>
        <p:txBody>
          <a:bodyPr vertOverflow="overflow" horzOverflow="overflow" vert="horz" lIns="91440" tIns="45720" rIns="91440" bIns="45720" numCol="1" spcCol="38160" rtlCol="0" anchor="b">
            <a:normAutofit/>
          </a:bodyPr>
          <a:lstStyle/>
          <a:p>
            <a:pPr algn="ctr">
              <a:lnSpc>
                <a:spcPct val="90000"/>
              </a:lnSpc>
              <a:spcBef>
                <a:spcPct val="0"/>
              </a:spcBef>
              <a:spcAft>
                <a:spcPts val="600"/>
              </a:spcAft>
              <a:tabLst>
                <a:tab pos="0" algn="l"/>
              </a:tabLst>
            </a:pPr>
            <a:r>
              <a:rPr lang="en-US" sz="7200" b="1" strike="noStrike" kern="1200" spc="-1" dirty="0">
                <a:solidFill>
                  <a:schemeClr val="tx2"/>
                </a:solidFill>
                <a:latin typeface="+mj-lt"/>
                <a:ea typeface="+mj-ea"/>
                <a:cs typeface="+mj-cs"/>
              </a:rPr>
              <a:t>INDICE</a:t>
            </a:r>
            <a:endParaRPr lang="en-US" sz="7200" b="0" strike="noStrike" kern="1200" spc="-1" dirty="0">
              <a:solidFill>
                <a:schemeClr val="tx2"/>
              </a:solidFill>
              <a:latin typeface="+mj-lt"/>
              <a:ea typeface="+mj-ea"/>
              <a:cs typeface="+mj-cs"/>
            </a:endParaRPr>
          </a:p>
        </p:txBody>
      </p:sp>
      <p:grpSp>
        <p:nvGrpSpPr>
          <p:cNvPr id="105" name="Group 104">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579780" y="0"/>
            <a:ext cx="7804220" cy="4765954"/>
            <a:chOff x="6867015" y="-1"/>
            <a:chExt cx="5324985" cy="3251912"/>
          </a:xfrm>
          <a:solidFill>
            <a:schemeClr val="accent5">
              <a:alpha val="10000"/>
            </a:schemeClr>
          </a:solidFill>
        </p:grpSpPr>
        <p:sp>
          <p:nvSpPr>
            <p:cNvPr id="106" name="Freeform: Shape 105">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Freeform: Shape 106">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Freeform: Shape 107">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Freeform: Shape 108">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6" name="CuadroTexto 6"/>
          <p:cNvSpPr/>
          <p:nvPr/>
        </p:nvSpPr>
        <p:spPr>
          <a:xfrm>
            <a:off x="1047750" y="3543300"/>
            <a:ext cx="21945600" cy="9182100"/>
          </a:xfrm>
          <a:prstGeom prst="rect">
            <a:avLst/>
          </a:prstGeom>
        </p:spPr>
        <p:style>
          <a:lnRef idx="0">
            <a:scrgbClr r="0" g="0" b="0"/>
          </a:lnRef>
          <a:fillRef idx="0">
            <a:scrgbClr r="0" g="0" b="0"/>
          </a:fillRef>
          <a:effectRef idx="0">
            <a:scrgbClr r="0" g="0" b="0"/>
          </a:effectRef>
          <a:fontRef idx="minor"/>
        </p:style>
        <p:txBody>
          <a:bodyPr vert="horz" lIns="91440" tIns="45720" rIns="91440" bIns="45720" rtlCol="0">
            <a:normAutofit/>
          </a:bodyPr>
          <a:lstStyle/>
          <a:p>
            <a:pPr marL="1543230" indent="-742950">
              <a:lnSpc>
                <a:spcPct val="90000"/>
              </a:lnSpc>
              <a:spcAft>
                <a:spcPts val="600"/>
              </a:spcAft>
              <a:buClr>
                <a:srgbClr val="6D7478"/>
              </a:buClr>
              <a:buFont typeface="Wingdings" panose="05000000000000000000" pitchFamily="2" charset="2"/>
              <a:buChar char="q"/>
            </a:pPr>
            <a:r>
              <a:rPr lang="en-US" sz="4000" b="0" strike="noStrike" spc="-1" dirty="0" err="1">
                <a:solidFill>
                  <a:schemeClr val="tx2"/>
                </a:solidFill>
              </a:rPr>
              <a:t>Introducción</a:t>
            </a:r>
            <a:endParaRPr lang="en-US" sz="4000" b="0" strike="noStrike" spc="-1" dirty="0">
              <a:solidFill>
                <a:schemeClr val="tx2"/>
              </a:solidFill>
            </a:endParaRPr>
          </a:p>
          <a:p>
            <a:pPr marL="1543230" indent="-742950">
              <a:lnSpc>
                <a:spcPct val="90000"/>
              </a:lnSpc>
              <a:spcAft>
                <a:spcPts val="600"/>
              </a:spcAft>
              <a:buClr>
                <a:srgbClr val="6D7478"/>
              </a:buClr>
              <a:buFont typeface="Wingdings" panose="05000000000000000000" pitchFamily="2" charset="2"/>
              <a:buChar char="q"/>
            </a:pPr>
            <a:r>
              <a:rPr lang="en-US" sz="4000" b="0" strike="noStrike" spc="-1" dirty="0" err="1">
                <a:solidFill>
                  <a:schemeClr val="tx2"/>
                </a:solidFill>
              </a:rPr>
              <a:t>Notación</a:t>
            </a:r>
            <a:r>
              <a:rPr lang="en-US" sz="4000" b="0" strike="noStrike" spc="-1" dirty="0">
                <a:solidFill>
                  <a:schemeClr val="tx2"/>
                </a:solidFill>
              </a:rPr>
              <a:t> de </a:t>
            </a:r>
            <a:r>
              <a:rPr lang="en-US" sz="4000" b="0" strike="noStrike" spc="-1" dirty="0" err="1">
                <a:solidFill>
                  <a:schemeClr val="tx2"/>
                </a:solidFill>
              </a:rPr>
              <a:t>los</a:t>
            </a:r>
            <a:r>
              <a:rPr lang="en-US" sz="4000" b="0" strike="noStrike" spc="-1" dirty="0">
                <a:solidFill>
                  <a:schemeClr val="tx2"/>
                </a:solidFill>
              </a:rPr>
              <a:t> </a:t>
            </a:r>
            <a:r>
              <a:rPr lang="en-US" sz="4000" b="0" strike="noStrike" spc="-1" dirty="0" err="1">
                <a:solidFill>
                  <a:schemeClr val="tx2"/>
                </a:solidFill>
              </a:rPr>
              <a:t>diagramas</a:t>
            </a:r>
            <a:r>
              <a:rPr lang="en-US" sz="4000" b="0" strike="noStrike" spc="-1" dirty="0">
                <a:solidFill>
                  <a:schemeClr val="tx2"/>
                </a:solidFill>
              </a:rPr>
              <a:t> de </a:t>
            </a:r>
            <a:r>
              <a:rPr lang="en-US" sz="4000" b="0" strike="noStrike" spc="-1" dirty="0" err="1">
                <a:solidFill>
                  <a:schemeClr val="tx2"/>
                </a:solidFill>
              </a:rPr>
              <a:t>clases</a:t>
            </a:r>
            <a:endParaRPr lang="en-US" sz="4000" b="0" strike="noStrike" spc="-1" dirty="0">
              <a:solidFill>
                <a:schemeClr val="tx2"/>
              </a:solidFill>
            </a:endParaRPr>
          </a:p>
          <a:p>
            <a:pPr marL="2114550" lvl="3" indent="-742950">
              <a:lnSpc>
                <a:spcPct val="90000"/>
              </a:lnSpc>
              <a:spcAft>
                <a:spcPts val="600"/>
              </a:spcAft>
              <a:buClr>
                <a:srgbClr val="6D7478"/>
              </a:buClr>
              <a:buFont typeface="Wingdings" panose="05000000000000000000" pitchFamily="2" charset="2"/>
              <a:buChar char="q"/>
            </a:pPr>
            <a:r>
              <a:rPr lang="en-US" sz="4000" b="0" strike="noStrike" spc="-1" dirty="0" err="1">
                <a:solidFill>
                  <a:schemeClr val="tx2"/>
                </a:solidFill>
              </a:rPr>
              <a:t>Clases</a:t>
            </a:r>
            <a:endParaRPr lang="en-US" sz="4000" b="0" strike="noStrike" spc="-1" dirty="0">
              <a:solidFill>
                <a:schemeClr val="tx2"/>
              </a:solidFill>
            </a:endParaRPr>
          </a:p>
          <a:p>
            <a:pPr marL="2114550" lvl="3" indent="-742950">
              <a:lnSpc>
                <a:spcPct val="90000"/>
              </a:lnSpc>
              <a:spcAft>
                <a:spcPts val="600"/>
              </a:spcAft>
              <a:buClr>
                <a:srgbClr val="6D7478"/>
              </a:buClr>
              <a:buFont typeface="Wingdings" panose="05000000000000000000" pitchFamily="2" charset="2"/>
              <a:buChar char="q"/>
            </a:pPr>
            <a:r>
              <a:rPr lang="en-US" sz="4000" b="0" strike="noStrike" spc="-1" dirty="0" err="1">
                <a:solidFill>
                  <a:schemeClr val="tx2"/>
                </a:solidFill>
              </a:rPr>
              <a:t>Atributos</a:t>
            </a:r>
            <a:endParaRPr lang="en-US" sz="4000" b="0" strike="noStrike" spc="-1" dirty="0">
              <a:solidFill>
                <a:schemeClr val="tx2"/>
              </a:solidFill>
            </a:endParaRPr>
          </a:p>
          <a:p>
            <a:pPr marL="2114550" lvl="3" indent="-742950">
              <a:lnSpc>
                <a:spcPct val="90000"/>
              </a:lnSpc>
              <a:spcAft>
                <a:spcPts val="600"/>
              </a:spcAft>
              <a:buClr>
                <a:srgbClr val="6D7478"/>
              </a:buClr>
              <a:buFont typeface="Wingdings" panose="05000000000000000000" pitchFamily="2" charset="2"/>
              <a:buChar char="q"/>
            </a:pPr>
            <a:r>
              <a:rPr lang="en-US" sz="4000" b="0" strike="noStrike" spc="-1" dirty="0" err="1">
                <a:solidFill>
                  <a:schemeClr val="tx2"/>
                </a:solidFill>
              </a:rPr>
              <a:t>Notas</a:t>
            </a:r>
            <a:r>
              <a:rPr lang="en-US" sz="4000" b="0" strike="noStrike" spc="-1" dirty="0">
                <a:solidFill>
                  <a:schemeClr val="tx2"/>
                </a:solidFill>
              </a:rPr>
              <a:t> </a:t>
            </a:r>
            <a:r>
              <a:rPr lang="en-US" sz="4000" b="0" strike="noStrike" spc="-1" dirty="0" err="1">
                <a:solidFill>
                  <a:schemeClr val="tx2"/>
                </a:solidFill>
              </a:rPr>
              <a:t>adjuntas</a:t>
            </a:r>
            <a:endParaRPr lang="en-US" sz="4000" b="0" strike="noStrike" spc="-1" dirty="0">
              <a:solidFill>
                <a:schemeClr val="tx2"/>
              </a:solidFill>
            </a:endParaRPr>
          </a:p>
          <a:p>
            <a:pPr marL="2114550" lvl="3" indent="-742950">
              <a:lnSpc>
                <a:spcPct val="90000"/>
              </a:lnSpc>
              <a:spcAft>
                <a:spcPts val="600"/>
              </a:spcAft>
              <a:buClr>
                <a:srgbClr val="6D7478"/>
              </a:buClr>
              <a:buFont typeface="Wingdings" panose="05000000000000000000" pitchFamily="2" charset="2"/>
              <a:buChar char="q"/>
            </a:pPr>
            <a:r>
              <a:rPr lang="en-US" sz="4000" b="0" strike="noStrike" spc="-1" dirty="0" err="1">
                <a:solidFill>
                  <a:schemeClr val="tx2"/>
                </a:solidFill>
              </a:rPr>
              <a:t>Métodos</a:t>
            </a:r>
            <a:endParaRPr lang="en-US" sz="4000" b="0" strike="noStrike" spc="-1" dirty="0">
              <a:solidFill>
                <a:schemeClr val="tx2"/>
              </a:solidFill>
            </a:endParaRPr>
          </a:p>
          <a:p>
            <a:pPr marL="2114550" lvl="3" indent="-742950">
              <a:lnSpc>
                <a:spcPct val="90000"/>
              </a:lnSpc>
              <a:spcAft>
                <a:spcPts val="600"/>
              </a:spcAft>
              <a:buClr>
                <a:srgbClr val="6D7478"/>
              </a:buClr>
              <a:buFont typeface="Wingdings" panose="05000000000000000000" pitchFamily="2" charset="2"/>
              <a:buChar char="q"/>
            </a:pPr>
            <a:r>
              <a:rPr lang="en-US" sz="4000" b="0" strike="noStrike" spc="-1" dirty="0" err="1">
                <a:solidFill>
                  <a:schemeClr val="tx2"/>
                </a:solidFill>
              </a:rPr>
              <a:t>Objetos:instanciación</a:t>
            </a:r>
            <a:endParaRPr lang="en-US" sz="4000" b="0" strike="noStrike" spc="-1" dirty="0">
              <a:solidFill>
                <a:schemeClr val="tx2"/>
              </a:solidFill>
            </a:endParaRPr>
          </a:p>
          <a:p>
            <a:pPr marL="2114550" lvl="3" indent="-742950">
              <a:lnSpc>
                <a:spcPct val="90000"/>
              </a:lnSpc>
              <a:spcAft>
                <a:spcPts val="600"/>
              </a:spcAft>
              <a:buClr>
                <a:srgbClr val="6D7478"/>
              </a:buClr>
              <a:buFont typeface="Wingdings" panose="05000000000000000000" pitchFamily="2" charset="2"/>
              <a:buChar char="q"/>
            </a:pPr>
            <a:r>
              <a:rPr lang="en-US" sz="4000" b="0" strike="noStrike" spc="-1" dirty="0" err="1">
                <a:solidFill>
                  <a:schemeClr val="tx2"/>
                </a:solidFill>
              </a:rPr>
              <a:t>Relaciones</a:t>
            </a:r>
            <a:r>
              <a:rPr lang="en-US" sz="4000" b="0" strike="noStrike" spc="-1" dirty="0">
                <a:solidFill>
                  <a:schemeClr val="tx2"/>
                </a:solidFill>
              </a:rPr>
              <a:t>: </a:t>
            </a:r>
            <a:r>
              <a:rPr lang="en-US" sz="4000" b="0" strike="noStrike" spc="-1" dirty="0" err="1">
                <a:solidFill>
                  <a:schemeClr val="tx2"/>
                </a:solidFill>
              </a:rPr>
              <a:t>asociaciones</a:t>
            </a:r>
            <a:r>
              <a:rPr lang="en-US" sz="4000" b="0" strike="noStrike" spc="-1" dirty="0">
                <a:solidFill>
                  <a:schemeClr val="tx2"/>
                </a:solidFill>
              </a:rPr>
              <a:t>.</a:t>
            </a:r>
          </a:p>
          <a:p>
            <a:pPr marL="2114550" lvl="3" indent="-742950">
              <a:lnSpc>
                <a:spcPct val="90000"/>
              </a:lnSpc>
              <a:spcAft>
                <a:spcPts val="600"/>
              </a:spcAft>
              <a:buClr>
                <a:srgbClr val="6D7478"/>
              </a:buClr>
              <a:buFont typeface="Wingdings" panose="05000000000000000000" pitchFamily="2" charset="2"/>
              <a:buChar char="q"/>
            </a:pPr>
            <a:r>
              <a:rPr lang="en-US" sz="4000" b="0" strike="noStrike" spc="-1" dirty="0" err="1">
                <a:solidFill>
                  <a:schemeClr val="tx2"/>
                </a:solidFill>
              </a:rPr>
              <a:t>Relaciones</a:t>
            </a:r>
            <a:r>
              <a:rPr lang="en-US" sz="4000" b="0" strike="noStrike" spc="-1" dirty="0">
                <a:solidFill>
                  <a:schemeClr val="tx2"/>
                </a:solidFill>
              </a:rPr>
              <a:t>: </a:t>
            </a:r>
            <a:r>
              <a:rPr lang="en-US" sz="4000" b="0" strike="noStrike" spc="-1" dirty="0" err="1">
                <a:solidFill>
                  <a:schemeClr val="tx2"/>
                </a:solidFill>
              </a:rPr>
              <a:t>herencia</a:t>
            </a:r>
            <a:r>
              <a:rPr lang="en-US" sz="4000" b="0" strike="noStrike" spc="-1" dirty="0">
                <a:solidFill>
                  <a:schemeClr val="tx2"/>
                </a:solidFill>
              </a:rPr>
              <a:t> (</a:t>
            </a:r>
            <a:r>
              <a:rPr lang="en-US" sz="4000" b="0" strike="noStrike" spc="-1" dirty="0" err="1">
                <a:solidFill>
                  <a:schemeClr val="tx2"/>
                </a:solidFill>
              </a:rPr>
              <a:t>Asociación</a:t>
            </a:r>
            <a:r>
              <a:rPr lang="en-US" sz="4000" b="0" strike="noStrike" spc="-1" dirty="0">
                <a:solidFill>
                  <a:schemeClr val="tx2"/>
                </a:solidFill>
              </a:rPr>
              <a:t> y </a:t>
            </a:r>
            <a:r>
              <a:rPr lang="en-US" sz="4000" b="0" strike="noStrike" spc="-1" dirty="0" err="1">
                <a:solidFill>
                  <a:schemeClr val="tx2"/>
                </a:solidFill>
              </a:rPr>
              <a:t>herencia</a:t>
            </a:r>
            <a:r>
              <a:rPr lang="en-US" sz="4000" b="0" strike="noStrike" spc="-1" dirty="0">
                <a:solidFill>
                  <a:schemeClr val="tx2"/>
                </a:solidFill>
              </a:rPr>
              <a:t>, </a:t>
            </a:r>
            <a:r>
              <a:rPr lang="en-US" sz="4000" b="0" strike="noStrike" spc="-1" dirty="0" err="1">
                <a:solidFill>
                  <a:schemeClr val="tx2"/>
                </a:solidFill>
              </a:rPr>
              <a:t>clases</a:t>
            </a:r>
            <a:r>
              <a:rPr lang="en-US" sz="4000" b="0" strike="noStrike" spc="-1" dirty="0">
                <a:solidFill>
                  <a:schemeClr val="tx2"/>
                </a:solidFill>
              </a:rPr>
              <a:t> </a:t>
            </a:r>
            <a:r>
              <a:rPr lang="en-US" sz="4000" b="0" strike="noStrike" spc="-1" dirty="0" err="1">
                <a:solidFill>
                  <a:schemeClr val="tx2"/>
                </a:solidFill>
              </a:rPr>
              <a:t>abstractas</a:t>
            </a:r>
            <a:r>
              <a:rPr lang="en-US" sz="4000" b="0" strike="noStrike" spc="-1" dirty="0">
                <a:solidFill>
                  <a:schemeClr val="tx2"/>
                </a:solidFill>
              </a:rPr>
              <a:t>)</a:t>
            </a:r>
          </a:p>
          <a:p>
            <a:pPr marL="2114550" lvl="3" indent="-742950">
              <a:lnSpc>
                <a:spcPct val="90000"/>
              </a:lnSpc>
              <a:spcAft>
                <a:spcPts val="600"/>
              </a:spcAft>
              <a:buClr>
                <a:srgbClr val="6D7478"/>
              </a:buClr>
              <a:buFont typeface="Wingdings" panose="05000000000000000000" pitchFamily="2" charset="2"/>
              <a:buChar char="q"/>
            </a:pPr>
            <a:r>
              <a:rPr lang="en-US" sz="4000" b="0" strike="noStrike" spc="-1" dirty="0" err="1">
                <a:solidFill>
                  <a:schemeClr val="tx2"/>
                </a:solidFill>
              </a:rPr>
              <a:t>Visibilidad</a:t>
            </a:r>
            <a:endParaRPr lang="en-US" sz="4000" b="0" strike="noStrike" spc="-1" dirty="0">
              <a:solidFill>
                <a:schemeClr val="tx2"/>
              </a:solidFill>
            </a:endParaRPr>
          </a:p>
          <a:p>
            <a:pPr marL="2114550" lvl="3" indent="-742950">
              <a:lnSpc>
                <a:spcPct val="90000"/>
              </a:lnSpc>
              <a:spcAft>
                <a:spcPts val="600"/>
              </a:spcAft>
              <a:buClr>
                <a:srgbClr val="6D7478"/>
              </a:buClr>
              <a:buFont typeface="Wingdings" panose="05000000000000000000" pitchFamily="2" charset="2"/>
              <a:buChar char="q"/>
            </a:pPr>
            <a:r>
              <a:rPr lang="en-US" sz="4000" b="0" strike="noStrike" spc="-1" dirty="0" err="1">
                <a:solidFill>
                  <a:schemeClr val="tx2"/>
                </a:solidFill>
              </a:rPr>
              <a:t>Relaciones</a:t>
            </a:r>
            <a:r>
              <a:rPr lang="en-US" sz="4000" b="0" strike="noStrike" spc="-1" dirty="0">
                <a:solidFill>
                  <a:schemeClr val="tx2"/>
                </a:solidFill>
              </a:rPr>
              <a:t>, </a:t>
            </a:r>
            <a:r>
              <a:rPr lang="en-US" sz="4000" b="0" strike="noStrike" spc="-1" dirty="0" err="1">
                <a:solidFill>
                  <a:schemeClr val="tx2"/>
                </a:solidFill>
              </a:rPr>
              <a:t>composición</a:t>
            </a:r>
            <a:r>
              <a:rPr lang="en-US" sz="4000" b="0" strike="noStrike" spc="-1" dirty="0">
                <a:solidFill>
                  <a:schemeClr val="tx2"/>
                </a:solidFill>
              </a:rPr>
              <a:t> y </a:t>
            </a:r>
            <a:r>
              <a:rPr lang="en-US" sz="4000" b="0" strike="noStrike" spc="-1" dirty="0" err="1">
                <a:solidFill>
                  <a:schemeClr val="tx2"/>
                </a:solidFill>
              </a:rPr>
              <a:t>agregación</a:t>
            </a:r>
            <a:r>
              <a:rPr lang="en-US" sz="4000" b="0" strike="noStrike" spc="-1" dirty="0">
                <a:solidFill>
                  <a:schemeClr val="tx2"/>
                </a:solidFill>
              </a:rPr>
              <a:t>.</a:t>
            </a:r>
          </a:p>
          <a:p>
            <a:pPr marL="609750" indent="-742950">
              <a:lnSpc>
                <a:spcPct val="90000"/>
              </a:lnSpc>
              <a:spcAft>
                <a:spcPts val="600"/>
              </a:spcAft>
              <a:buClr>
                <a:srgbClr val="6D7478"/>
              </a:buClr>
              <a:buFont typeface="Wingdings" panose="05000000000000000000" pitchFamily="2" charset="2"/>
              <a:buChar char="q"/>
            </a:pPr>
            <a:r>
              <a:rPr lang="en-US" sz="4000" b="0" strike="noStrike" spc="-1" dirty="0">
                <a:solidFill>
                  <a:schemeClr val="tx2"/>
                </a:solidFill>
              </a:rPr>
              <a:t> </a:t>
            </a:r>
            <a:r>
              <a:rPr lang="en-US" sz="4000" b="0" strike="noStrike" spc="-1" dirty="0" err="1">
                <a:solidFill>
                  <a:schemeClr val="tx2"/>
                </a:solidFill>
              </a:rPr>
              <a:t>Herramientas</a:t>
            </a:r>
            <a:r>
              <a:rPr lang="en-US" sz="4000" b="0" strike="noStrike" spc="-1" dirty="0">
                <a:solidFill>
                  <a:schemeClr val="tx2"/>
                </a:solidFill>
              </a:rPr>
              <a:t> para la </a:t>
            </a:r>
            <a:r>
              <a:rPr lang="en-US" sz="4000" b="0" strike="noStrike" spc="-1" dirty="0" err="1">
                <a:solidFill>
                  <a:schemeClr val="tx2"/>
                </a:solidFill>
              </a:rPr>
              <a:t>elaboración</a:t>
            </a:r>
            <a:r>
              <a:rPr lang="en-US" sz="4000" b="0" strike="noStrike" spc="-1" dirty="0">
                <a:solidFill>
                  <a:schemeClr val="tx2"/>
                </a:solidFill>
              </a:rPr>
              <a:t> de </a:t>
            </a:r>
            <a:r>
              <a:rPr lang="en-US" sz="4000" b="0" strike="noStrike" spc="-1" dirty="0" err="1">
                <a:solidFill>
                  <a:schemeClr val="tx2"/>
                </a:solidFill>
              </a:rPr>
              <a:t>diagramas</a:t>
            </a:r>
            <a:r>
              <a:rPr lang="en-US" sz="4000" b="0" strike="noStrike" spc="-1" dirty="0">
                <a:solidFill>
                  <a:schemeClr val="tx2"/>
                </a:solidFill>
              </a:rPr>
              <a:t> de </a:t>
            </a:r>
            <a:r>
              <a:rPr lang="en-US" sz="4000" b="0" strike="noStrike" spc="-1" dirty="0" err="1">
                <a:solidFill>
                  <a:schemeClr val="tx2"/>
                </a:solidFill>
              </a:rPr>
              <a:t>clases</a:t>
            </a:r>
            <a:r>
              <a:rPr lang="en-US" sz="4000" b="0" strike="noStrike" spc="-1" dirty="0">
                <a:solidFill>
                  <a:schemeClr val="tx2"/>
                </a:solidFill>
              </a:rPr>
              <a:t>.</a:t>
            </a:r>
          </a:p>
          <a:p>
            <a:pPr indent="-228600">
              <a:lnSpc>
                <a:spcPct val="90000"/>
              </a:lnSpc>
              <a:spcAft>
                <a:spcPts val="600"/>
              </a:spcAft>
              <a:buFont typeface="Arial" panose="020B0604020202020204" pitchFamily="34" charset="0"/>
              <a:buChar char="•"/>
            </a:pPr>
            <a:endParaRPr lang="en-US" sz="4000" b="0" strike="noStrike" spc="-1" dirty="0">
              <a:solidFill>
                <a:schemeClr val="tx2"/>
              </a:solidFill>
            </a:endParaRPr>
          </a:p>
          <a:p>
            <a:pPr indent="-228600">
              <a:lnSpc>
                <a:spcPct val="90000"/>
              </a:lnSpc>
              <a:spcAft>
                <a:spcPts val="600"/>
              </a:spcAft>
              <a:buFont typeface="Arial" panose="020B0604020202020204" pitchFamily="34" charset="0"/>
              <a:buChar char="•"/>
            </a:pPr>
            <a:endParaRPr lang="en-US" sz="4000" b="0" strike="noStrike" spc="-1" dirty="0">
              <a:solidFill>
                <a:schemeClr val="tx2"/>
              </a:solidFill>
            </a:endParaRPr>
          </a:p>
          <a:p>
            <a:pPr marL="1028880" indent="-228600">
              <a:lnSpc>
                <a:spcPct val="90000"/>
              </a:lnSpc>
              <a:spcAft>
                <a:spcPts val="600"/>
              </a:spcAft>
              <a:buFont typeface="Arial" panose="020B0604020202020204" pitchFamily="34" charset="0"/>
              <a:buChar char="•"/>
              <a:tabLst>
                <a:tab pos="0" algn="l"/>
              </a:tabLst>
            </a:pPr>
            <a:endParaRPr lang="en-US" sz="4000" b="0" strike="noStrike" spc="-1" dirty="0">
              <a:solidFill>
                <a:schemeClr val="tx2"/>
              </a:solidFill>
            </a:endParaRPr>
          </a:p>
          <a:p>
            <a:pPr marL="1028880" indent="-228600">
              <a:lnSpc>
                <a:spcPct val="90000"/>
              </a:lnSpc>
              <a:spcAft>
                <a:spcPts val="600"/>
              </a:spcAft>
              <a:buFont typeface="Arial" panose="020B0604020202020204" pitchFamily="34" charset="0"/>
              <a:buChar char="•"/>
              <a:tabLst>
                <a:tab pos="0" algn="l"/>
              </a:tabLst>
            </a:pPr>
            <a:endParaRPr lang="en-US" sz="4000" b="0" strike="noStrike" spc="-1" dirty="0">
              <a:solidFill>
                <a:schemeClr val="tx2"/>
              </a:solidFill>
            </a:endParaRPr>
          </a:p>
          <a:p>
            <a:pPr marL="1028880" indent="-228600">
              <a:lnSpc>
                <a:spcPct val="90000"/>
              </a:lnSpc>
              <a:spcAft>
                <a:spcPts val="600"/>
              </a:spcAft>
              <a:buFont typeface="Arial" panose="020B0604020202020204" pitchFamily="34" charset="0"/>
              <a:buChar char="•"/>
              <a:tabLst>
                <a:tab pos="0" algn="l"/>
              </a:tabLst>
            </a:pPr>
            <a:endParaRPr lang="en-US" sz="4000" b="0" strike="noStrike" spc="-1" dirty="0">
              <a:solidFill>
                <a:schemeClr val="tx2"/>
              </a:solidFill>
            </a:endParaRPr>
          </a:p>
          <a:p>
            <a:pPr marL="1028880" indent="-228600">
              <a:lnSpc>
                <a:spcPct val="90000"/>
              </a:lnSpc>
              <a:spcAft>
                <a:spcPts val="600"/>
              </a:spcAft>
              <a:buFont typeface="Arial" panose="020B0604020202020204" pitchFamily="34" charset="0"/>
              <a:buChar char="•"/>
              <a:tabLst>
                <a:tab pos="0" algn="l"/>
              </a:tabLst>
            </a:pPr>
            <a:endParaRPr lang="en-US" sz="4000" b="0" strike="noStrike" spc="-1" dirty="0">
              <a:solidFill>
                <a:schemeClr val="tx2"/>
              </a:solidFill>
            </a:endParaRPr>
          </a:p>
        </p:txBody>
      </p:sp>
      <p:grpSp>
        <p:nvGrpSpPr>
          <p:cNvPr id="111" name="Group 110">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9365342"/>
            <a:ext cx="5797899" cy="4350656"/>
            <a:chOff x="-305" y="-1"/>
            <a:chExt cx="3832880" cy="2876136"/>
          </a:xfrm>
        </p:grpSpPr>
        <p:sp>
          <p:nvSpPr>
            <p:cNvPr id="112" name="Freeform: Shape 111">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Freeform: Shape 112">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Shape 113">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Shape 114">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 name="Rectangle 103">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adroTexto 4"/>
          <p:cNvSpPr/>
          <p:nvPr/>
        </p:nvSpPr>
        <p:spPr>
          <a:xfrm>
            <a:off x="1676400" y="730250"/>
            <a:ext cx="21031200" cy="2651126"/>
          </a:xfrm>
          <a:prstGeom prst="rect">
            <a:avLst/>
          </a:prstGeom>
        </p:spPr>
        <p:style>
          <a:lnRef idx="0">
            <a:scrgbClr r="0" g="0" b="0"/>
          </a:lnRef>
          <a:fillRef idx="0">
            <a:scrgbClr r="0" g="0" b="0"/>
          </a:fillRef>
          <a:effectRef idx="0">
            <a:scrgbClr r="0" g="0" b="0"/>
          </a:effectRef>
          <a:fontRef idx="minor"/>
        </p:style>
        <p:txBody>
          <a:bodyPr vert="horz" lIns="91440" tIns="45720" rIns="91440" bIns="45720" rtlCol="0" anchor="ctr">
            <a:normAutofit/>
          </a:bodyPr>
          <a:lstStyle/>
          <a:p>
            <a:pPr marL="1028880" indent="-1028880">
              <a:lnSpc>
                <a:spcPct val="90000"/>
              </a:lnSpc>
              <a:spcBef>
                <a:spcPct val="0"/>
              </a:spcBef>
              <a:spcAft>
                <a:spcPts val="600"/>
              </a:spcAft>
              <a:buClr>
                <a:srgbClr val="6D7478"/>
              </a:buClr>
            </a:pPr>
            <a:r>
              <a:rPr lang="en-US" sz="10800" b="0" strike="noStrike" kern="1200" spc="-1">
                <a:solidFill>
                  <a:schemeClr val="tx1"/>
                </a:solidFill>
                <a:latin typeface="+mj-lt"/>
                <a:ea typeface="+mj-ea"/>
                <a:cs typeface="+mj-cs"/>
              </a:rPr>
              <a:t>Introducción</a:t>
            </a:r>
          </a:p>
        </p:txBody>
      </p:sp>
      <p:sp>
        <p:nvSpPr>
          <p:cNvPr id="10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38072" y="3354746"/>
            <a:ext cx="21707856" cy="36576"/>
          </a:xfrm>
          <a:custGeom>
            <a:avLst/>
            <a:gdLst>
              <a:gd name="connsiteX0" fmla="*/ 0 w 21707856"/>
              <a:gd name="connsiteY0" fmla="*/ 0 h 36576"/>
              <a:gd name="connsiteX1" fmla="*/ 1112528 w 21707856"/>
              <a:gd name="connsiteY1" fmla="*/ 0 h 36576"/>
              <a:gd name="connsiteX2" fmla="*/ 1790898 w 21707856"/>
              <a:gd name="connsiteY2" fmla="*/ 0 h 36576"/>
              <a:gd name="connsiteX3" fmla="*/ 2035112 w 21707856"/>
              <a:gd name="connsiteY3" fmla="*/ 0 h 36576"/>
              <a:gd name="connsiteX4" fmla="*/ 2279325 w 21707856"/>
              <a:gd name="connsiteY4" fmla="*/ 0 h 36576"/>
              <a:gd name="connsiteX5" fmla="*/ 2523538 w 21707856"/>
              <a:gd name="connsiteY5" fmla="*/ 0 h 36576"/>
              <a:gd name="connsiteX6" fmla="*/ 2767752 w 21707856"/>
              <a:gd name="connsiteY6" fmla="*/ 0 h 36576"/>
              <a:gd name="connsiteX7" fmla="*/ 3229044 w 21707856"/>
              <a:gd name="connsiteY7" fmla="*/ 0 h 36576"/>
              <a:gd name="connsiteX8" fmla="*/ 3473257 w 21707856"/>
              <a:gd name="connsiteY8" fmla="*/ 0 h 36576"/>
              <a:gd name="connsiteX9" fmla="*/ 3934549 w 21707856"/>
              <a:gd name="connsiteY9" fmla="*/ 0 h 36576"/>
              <a:gd name="connsiteX10" fmla="*/ 4829998 w 21707856"/>
              <a:gd name="connsiteY10" fmla="*/ 0 h 36576"/>
              <a:gd name="connsiteX11" fmla="*/ 5074211 w 21707856"/>
              <a:gd name="connsiteY11" fmla="*/ 0 h 36576"/>
              <a:gd name="connsiteX12" fmla="*/ 5101346 w 21707856"/>
              <a:gd name="connsiteY12" fmla="*/ 0 h 36576"/>
              <a:gd name="connsiteX13" fmla="*/ 6213874 w 21707856"/>
              <a:gd name="connsiteY13" fmla="*/ 0 h 36576"/>
              <a:gd name="connsiteX14" fmla="*/ 6241009 w 21707856"/>
              <a:gd name="connsiteY14" fmla="*/ 0 h 36576"/>
              <a:gd name="connsiteX15" fmla="*/ 6919379 w 21707856"/>
              <a:gd name="connsiteY15" fmla="*/ 0 h 36576"/>
              <a:gd name="connsiteX16" fmla="*/ 6946514 w 21707856"/>
              <a:gd name="connsiteY16" fmla="*/ 0 h 36576"/>
              <a:gd name="connsiteX17" fmla="*/ 7841963 w 21707856"/>
              <a:gd name="connsiteY17" fmla="*/ 0 h 36576"/>
              <a:gd name="connsiteX18" fmla="*/ 8520333 w 21707856"/>
              <a:gd name="connsiteY18" fmla="*/ 0 h 36576"/>
              <a:gd name="connsiteX19" fmla="*/ 9415783 w 21707856"/>
              <a:gd name="connsiteY19" fmla="*/ 0 h 36576"/>
              <a:gd name="connsiteX20" fmla="*/ 10094153 w 21707856"/>
              <a:gd name="connsiteY20" fmla="*/ 0 h 36576"/>
              <a:gd name="connsiteX21" fmla="*/ 10989602 w 21707856"/>
              <a:gd name="connsiteY21" fmla="*/ 0 h 36576"/>
              <a:gd name="connsiteX22" fmla="*/ 11885051 w 21707856"/>
              <a:gd name="connsiteY22" fmla="*/ 0 h 36576"/>
              <a:gd name="connsiteX23" fmla="*/ 12997579 w 21707856"/>
              <a:gd name="connsiteY23" fmla="*/ 0 h 36576"/>
              <a:gd name="connsiteX24" fmla="*/ 13024714 w 21707856"/>
              <a:gd name="connsiteY24" fmla="*/ 0 h 36576"/>
              <a:gd name="connsiteX25" fmla="*/ 13051848 w 21707856"/>
              <a:gd name="connsiteY25" fmla="*/ 0 h 36576"/>
              <a:gd name="connsiteX26" fmla="*/ 14164376 w 21707856"/>
              <a:gd name="connsiteY26" fmla="*/ 0 h 36576"/>
              <a:gd name="connsiteX27" fmla="*/ 14625668 w 21707856"/>
              <a:gd name="connsiteY27" fmla="*/ 0 h 36576"/>
              <a:gd name="connsiteX28" fmla="*/ 15738196 w 21707856"/>
              <a:gd name="connsiteY28" fmla="*/ 0 h 36576"/>
              <a:gd name="connsiteX29" fmla="*/ 16199488 w 21707856"/>
              <a:gd name="connsiteY29" fmla="*/ 0 h 36576"/>
              <a:gd name="connsiteX30" fmla="*/ 17094937 w 21707856"/>
              <a:gd name="connsiteY30" fmla="*/ 0 h 36576"/>
              <a:gd name="connsiteX31" fmla="*/ 17339150 w 21707856"/>
              <a:gd name="connsiteY31" fmla="*/ 0 h 36576"/>
              <a:gd name="connsiteX32" fmla="*/ 18017520 w 21707856"/>
              <a:gd name="connsiteY32" fmla="*/ 0 h 36576"/>
              <a:gd name="connsiteX33" fmla="*/ 18695891 w 21707856"/>
              <a:gd name="connsiteY33" fmla="*/ 0 h 36576"/>
              <a:gd name="connsiteX34" fmla="*/ 19157183 w 21707856"/>
              <a:gd name="connsiteY34" fmla="*/ 0 h 36576"/>
              <a:gd name="connsiteX35" fmla="*/ 19618475 w 21707856"/>
              <a:gd name="connsiteY35" fmla="*/ 0 h 36576"/>
              <a:gd name="connsiteX36" fmla="*/ 19645610 w 21707856"/>
              <a:gd name="connsiteY36" fmla="*/ 0 h 36576"/>
              <a:gd name="connsiteX37" fmla="*/ 19672744 w 21707856"/>
              <a:gd name="connsiteY37" fmla="*/ 0 h 36576"/>
              <a:gd name="connsiteX38" fmla="*/ 19699879 w 21707856"/>
              <a:gd name="connsiteY38" fmla="*/ 0 h 36576"/>
              <a:gd name="connsiteX39" fmla="*/ 19727014 w 21707856"/>
              <a:gd name="connsiteY39" fmla="*/ 0 h 36576"/>
              <a:gd name="connsiteX40" fmla="*/ 19754149 w 21707856"/>
              <a:gd name="connsiteY40" fmla="*/ 0 h 36576"/>
              <a:gd name="connsiteX41" fmla="*/ 20215441 w 21707856"/>
              <a:gd name="connsiteY41" fmla="*/ 0 h 36576"/>
              <a:gd name="connsiteX42" fmla="*/ 20242576 w 21707856"/>
              <a:gd name="connsiteY42" fmla="*/ 0 h 36576"/>
              <a:gd name="connsiteX43" fmla="*/ 21707856 w 21707856"/>
              <a:gd name="connsiteY43" fmla="*/ 0 h 36576"/>
              <a:gd name="connsiteX44" fmla="*/ 21707856 w 21707856"/>
              <a:gd name="connsiteY44" fmla="*/ 36576 h 36576"/>
              <a:gd name="connsiteX45" fmla="*/ 20812407 w 21707856"/>
              <a:gd name="connsiteY45" fmla="*/ 36576 h 36576"/>
              <a:gd name="connsiteX46" fmla="*/ 20134036 w 21707856"/>
              <a:gd name="connsiteY46" fmla="*/ 36576 h 36576"/>
              <a:gd name="connsiteX47" fmla="*/ 19889823 w 21707856"/>
              <a:gd name="connsiteY47" fmla="*/ 36576 h 36576"/>
              <a:gd name="connsiteX48" fmla="*/ 18777295 w 21707856"/>
              <a:gd name="connsiteY48" fmla="*/ 36576 h 36576"/>
              <a:gd name="connsiteX49" fmla="*/ 17881846 w 21707856"/>
              <a:gd name="connsiteY49" fmla="*/ 36576 h 36576"/>
              <a:gd name="connsiteX50" fmla="*/ 17420554 w 21707856"/>
              <a:gd name="connsiteY50" fmla="*/ 36576 h 36576"/>
              <a:gd name="connsiteX51" fmla="*/ 16308027 w 21707856"/>
              <a:gd name="connsiteY51" fmla="*/ 36576 h 36576"/>
              <a:gd name="connsiteX52" fmla="*/ 15629656 w 21707856"/>
              <a:gd name="connsiteY52" fmla="*/ 36576 h 36576"/>
              <a:gd name="connsiteX53" fmla="*/ 15385443 w 21707856"/>
              <a:gd name="connsiteY53" fmla="*/ 36576 h 36576"/>
              <a:gd name="connsiteX54" fmla="*/ 14272915 w 21707856"/>
              <a:gd name="connsiteY54" fmla="*/ 36576 h 36576"/>
              <a:gd name="connsiteX55" fmla="*/ 14028702 w 21707856"/>
              <a:gd name="connsiteY55" fmla="*/ 36576 h 36576"/>
              <a:gd name="connsiteX56" fmla="*/ 13784489 w 21707856"/>
              <a:gd name="connsiteY56" fmla="*/ 36576 h 36576"/>
              <a:gd name="connsiteX57" fmla="*/ 13106118 w 21707856"/>
              <a:gd name="connsiteY57" fmla="*/ 36576 h 36576"/>
              <a:gd name="connsiteX58" fmla="*/ 12210669 w 21707856"/>
              <a:gd name="connsiteY58" fmla="*/ 36576 h 36576"/>
              <a:gd name="connsiteX59" fmla="*/ 11098141 w 21707856"/>
              <a:gd name="connsiteY59" fmla="*/ 36576 h 36576"/>
              <a:gd name="connsiteX60" fmla="*/ 10853928 w 21707856"/>
              <a:gd name="connsiteY60" fmla="*/ 36576 h 36576"/>
              <a:gd name="connsiteX61" fmla="*/ 10826793 w 21707856"/>
              <a:gd name="connsiteY61" fmla="*/ 36576 h 36576"/>
              <a:gd name="connsiteX62" fmla="*/ 9714266 w 21707856"/>
              <a:gd name="connsiteY62" fmla="*/ 36576 h 36576"/>
              <a:gd name="connsiteX63" fmla="*/ 9470052 w 21707856"/>
              <a:gd name="connsiteY63" fmla="*/ 36576 h 36576"/>
              <a:gd name="connsiteX64" fmla="*/ 9442917 w 21707856"/>
              <a:gd name="connsiteY64" fmla="*/ 36576 h 36576"/>
              <a:gd name="connsiteX65" fmla="*/ 8547468 w 21707856"/>
              <a:gd name="connsiteY65" fmla="*/ 36576 h 36576"/>
              <a:gd name="connsiteX66" fmla="*/ 8520333 w 21707856"/>
              <a:gd name="connsiteY66" fmla="*/ 36576 h 36576"/>
              <a:gd name="connsiteX67" fmla="*/ 7407806 w 21707856"/>
              <a:gd name="connsiteY67" fmla="*/ 36576 h 36576"/>
              <a:gd name="connsiteX68" fmla="*/ 6729435 w 21707856"/>
              <a:gd name="connsiteY68" fmla="*/ 36576 h 36576"/>
              <a:gd name="connsiteX69" fmla="*/ 6268143 w 21707856"/>
              <a:gd name="connsiteY69" fmla="*/ 36576 h 36576"/>
              <a:gd name="connsiteX70" fmla="*/ 6241009 w 21707856"/>
              <a:gd name="connsiteY70" fmla="*/ 36576 h 36576"/>
              <a:gd name="connsiteX71" fmla="*/ 6213874 w 21707856"/>
              <a:gd name="connsiteY71" fmla="*/ 36576 h 36576"/>
              <a:gd name="connsiteX72" fmla="*/ 5535503 w 21707856"/>
              <a:gd name="connsiteY72" fmla="*/ 36576 h 36576"/>
              <a:gd name="connsiteX73" fmla="*/ 4640054 w 21707856"/>
              <a:gd name="connsiteY73" fmla="*/ 36576 h 36576"/>
              <a:gd name="connsiteX74" fmla="*/ 3961684 w 21707856"/>
              <a:gd name="connsiteY74" fmla="*/ 36576 h 36576"/>
              <a:gd name="connsiteX75" fmla="*/ 3066235 w 21707856"/>
              <a:gd name="connsiteY75" fmla="*/ 36576 h 36576"/>
              <a:gd name="connsiteX76" fmla="*/ 2170786 w 21707856"/>
              <a:gd name="connsiteY76" fmla="*/ 36576 h 36576"/>
              <a:gd name="connsiteX77" fmla="*/ 1709494 w 21707856"/>
              <a:gd name="connsiteY77" fmla="*/ 36576 h 36576"/>
              <a:gd name="connsiteX78" fmla="*/ 1248202 w 21707856"/>
              <a:gd name="connsiteY78" fmla="*/ 36576 h 36576"/>
              <a:gd name="connsiteX79" fmla="*/ 786910 w 21707856"/>
              <a:gd name="connsiteY79" fmla="*/ 36576 h 36576"/>
              <a:gd name="connsiteX80" fmla="*/ 0 w 21707856"/>
              <a:gd name="connsiteY80" fmla="*/ 36576 h 36576"/>
              <a:gd name="connsiteX81" fmla="*/ 0 w 21707856"/>
              <a:gd name="connsiteY81"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21707856" h="36576" fill="none" extrusionOk="0">
                <a:moveTo>
                  <a:pt x="0" y="0"/>
                </a:moveTo>
                <a:cubicBezTo>
                  <a:pt x="436618" y="-48832"/>
                  <a:pt x="804164" y="8597"/>
                  <a:pt x="1112528" y="0"/>
                </a:cubicBezTo>
                <a:cubicBezTo>
                  <a:pt x="1420892" y="-8597"/>
                  <a:pt x="1567179" y="-13728"/>
                  <a:pt x="1790898" y="0"/>
                </a:cubicBezTo>
                <a:cubicBezTo>
                  <a:pt x="2014617" y="13728"/>
                  <a:pt x="1942554" y="10896"/>
                  <a:pt x="2035112" y="0"/>
                </a:cubicBezTo>
                <a:cubicBezTo>
                  <a:pt x="2127670" y="-10896"/>
                  <a:pt x="2206354" y="11574"/>
                  <a:pt x="2279325" y="0"/>
                </a:cubicBezTo>
                <a:cubicBezTo>
                  <a:pt x="2352296" y="-11574"/>
                  <a:pt x="2407529" y="7413"/>
                  <a:pt x="2523538" y="0"/>
                </a:cubicBezTo>
                <a:cubicBezTo>
                  <a:pt x="2639547" y="-7413"/>
                  <a:pt x="2646730" y="9423"/>
                  <a:pt x="2767752" y="0"/>
                </a:cubicBezTo>
                <a:cubicBezTo>
                  <a:pt x="2888774" y="-9423"/>
                  <a:pt x="3114856" y="-1305"/>
                  <a:pt x="3229044" y="0"/>
                </a:cubicBezTo>
                <a:cubicBezTo>
                  <a:pt x="3343232" y="1305"/>
                  <a:pt x="3379439" y="5758"/>
                  <a:pt x="3473257" y="0"/>
                </a:cubicBezTo>
                <a:cubicBezTo>
                  <a:pt x="3567075" y="-5758"/>
                  <a:pt x="3704601" y="15288"/>
                  <a:pt x="3934549" y="0"/>
                </a:cubicBezTo>
                <a:cubicBezTo>
                  <a:pt x="4164497" y="-15288"/>
                  <a:pt x="4612484" y="21618"/>
                  <a:pt x="4829998" y="0"/>
                </a:cubicBezTo>
                <a:cubicBezTo>
                  <a:pt x="5047512" y="-21618"/>
                  <a:pt x="4959802" y="4245"/>
                  <a:pt x="5074211" y="0"/>
                </a:cubicBezTo>
                <a:cubicBezTo>
                  <a:pt x="5188620" y="-4245"/>
                  <a:pt x="5093915" y="-839"/>
                  <a:pt x="5101346" y="0"/>
                </a:cubicBezTo>
                <a:cubicBezTo>
                  <a:pt x="5108778" y="839"/>
                  <a:pt x="5914609" y="7837"/>
                  <a:pt x="6213874" y="0"/>
                </a:cubicBezTo>
                <a:cubicBezTo>
                  <a:pt x="6513139" y="-7837"/>
                  <a:pt x="6231473" y="16"/>
                  <a:pt x="6241009" y="0"/>
                </a:cubicBezTo>
                <a:cubicBezTo>
                  <a:pt x="6250545" y="-16"/>
                  <a:pt x="6612731" y="11452"/>
                  <a:pt x="6919379" y="0"/>
                </a:cubicBezTo>
                <a:cubicBezTo>
                  <a:pt x="7226027" y="-11452"/>
                  <a:pt x="6937116" y="995"/>
                  <a:pt x="6946514" y="0"/>
                </a:cubicBezTo>
                <a:cubicBezTo>
                  <a:pt x="6955912" y="-995"/>
                  <a:pt x="7594205" y="-16759"/>
                  <a:pt x="7841963" y="0"/>
                </a:cubicBezTo>
                <a:cubicBezTo>
                  <a:pt x="8089721" y="16759"/>
                  <a:pt x="8298859" y="-5374"/>
                  <a:pt x="8520333" y="0"/>
                </a:cubicBezTo>
                <a:cubicBezTo>
                  <a:pt x="8741807" y="5374"/>
                  <a:pt x="9149771" y="26227"/>
                  <a:pt x="9415783" y="0"/>
                </a:cubicBezTo>
                <a:cubicBezTo>
                  <a:pt x="9681795" y="-26227"/>
                  <a:pt x="9760528" y="12613"/>
                  <a:pt x="10094153" y="0"/>
                </a:cubicBezTo>
                <a:cubicBezTo>
                  <a:pt x="10427778" y="-12613"/>
                  <a:pt x="10699657" y="18953"/>
                  <a:pt x="10989602" y="0"/>
                </a:cubicBezTo>
                <a:cubicBezTo>
                  <a:pt x="11279547" y="-18953"/>
                  <a:pt x="11686273" y="-31662"/>
                  <a:pt x="11885051" y="0"/>
                </a:cubicBezTo>
                <a:cubicBezTo>
                  <a:pt x="12083829" y="31662"/>
                  <a:pt x="12727690" y="-3490"/>
                  <a:pt x="12997579" y="0"/>
                </a:cubicBezTo>
                <a:cubicBezTo>
                  <a:pt x="13267468" y="3490"/>
                  <a:pt x="13012423" y="-474"/>
                  <a:pt x="13024714" y="0"/>
                </a:cubicBezTo>
                <a:cubicBezTo>
                  <a:pt x="13037006" y="474"/>
                  <a:pt x="13044842" y="-216"/>
                  <a:pt x="13051848" y="0"/>
                </a:cubicBezTo>
                <a:cubicBezTo>
                  <a:pt x="13058854" y="216"/>
                  <a:pt x="13766274" y="18183"/>
                  <a:pt x="14164376" y="0"/>
                </a:cubicBezTo>
                <a:cubicBezTo>
                  <a:pt x="14562478" y="-18183"/>
                  <a:pt x="14423280" y="-21665"/>
                  <a:pt x="14625668" y="0"/>
                </a:cubicBezTo>
                <a:cubicBezTo>
                  <a:pt x="14828056" y="21665"/>
                  <a:pt x="15321076" y="-48864"/>
                  <a:pt x="15738196" y="0"/>
                </a:cubicBezTo>
                <a:cubicBezTo>
                  <a:pt x="16155316" y="48864"/>
                  <a:pt x="16009825" y="4790"/>
                  <a:pt x="16199488" y="0"/>
                </a:cubicBezTo>
                <a:cubicBezTo>
                  <a:pt x="16389151" y="-4790"/>
                  <a:pt x="16900150" y="42725"/>
                  <a:pt x="17094937" y="0"/>
                </a:cubicBezTo>
                <a:cubicBezTo>
                  <a:pt x="17289724" y="-42725"/>
                  <a:pt x="17277398" y="7502"/>
                  <a:pt x="17339150" y="0"/>
                </a:cubicBezTo>
                <a:cubicBezTo>
                  <a:pt x="17400902" y="-7502"/>
                  <a:pt x="17830911" y="-5678"/>
                  <a:pt x="18017520" y="0"/>
                </a:cubicBezTo>
                <a:cubicBezTo>
                  <a:pt x="18204129" y="5678"/>
                  <a:pt x="18456704" y="-8928"/>
                  <a:pt x="18695891" y="0"/>
                </a:cubicBezTo>
                <a:cubicBezTo>
                  <a:pt x="18935078" y="8928"/>
                  <a:pt x="18984158" y="7980"/>
                  <a:pt x="19157183" y="0"/>
                </a:cubicBezTo>
                <a:cubicBezTo>
                  <a:pt x="19330208" y="-7980"/>
                  <a:pt x="19455202" y="3115"/>
                  <a:pt x="19618475" y="0"/>
                </a:cubicBezTo>
                <a:cubicBezTo>
                  <a:pt x="19781748" y="-3115"/>
                  <a:pt x="19636683" y="-91"/>
                  <a:pt x="19645610" y="0"/>
                </a:cubicBezTo>
                <a:cubicBezTo>
                  <a:pt x="19654537" y="91"/>
                  <a:pt x="19659968" y="-281"/>
                  <a:pt x="19672744" y="0"/>
                </a:cubicBezTo>
                <a:cubicBezTo>
                  <a:pt x="19685520" y="281"/>
                  <a:pt x="19694425" y="-122"/>
                  <a:pt x="19699879" y="0"/>
                </a:cubicBezTo>
                <a:cubicBezTo>
                  <a:pt x="19705333" y="122"/>
                  <a:pt x="19715301" y="1174"/>
                  <a:pt x="19727014" y="0"/>
                </a:cubicBezTo>
                <a:cubicBezTo>
                  <a:pt x="19738728" y="-1174"/>
                  <a:pt x="19743690" y="74"/>
                  <a:pt x="19754149" y="0"/>
                </a:cubicBezTo>
                <a:cubicBezTo>
                  <a:pt x="19764609" y="-74"/>
                  <a:pt x="20087826" y="13960"/>
                  <a:pt x="20215441" y="0"/>
                </a:cubicBezTo>
                <a:cubicBezTo>
                  <a:pt x="20343056" y="-13960"/>
                  <a:pt x="20233317" y="549"/>
                  <a:pt x="20242576" y="0"/>
                </a:cubicBezTo>
                <a:cubicBezTo>
                  <a:pt x="20251836" y="-549"/>
                  <a:pt x="21049530" y="22487"/>
                  <a:pt x="21707856" y="0"/>
                </a:cubicBezTo>
                <a:cubicBezTo>
                  <a:pt x="21707203" y="13956"/>
                  <a:pt x="21709425" y="23769"/>
                  <a:pt x="21707856" y="36576"/>
                </a:cubicBezTo>
                <a:cubicBezTo>
                  <a:pt x="21265687" y="47554"/>
                  <a:pt x="21185306" y="27485"/>
                  <a:pt x="20812407" y="36576"/>
                </a:cubicBezTo>
                <a:cubicBezTo>
                  <a:pt x="20439508" y="45667"/>
                  <a:pt x="20342452" y="33567"/>
                  <a:pt x="20134036" y="36576"/>
                </a:cubicBezTo>
                <a:cubicBezTo>
                  <a:pt x="19925620" y="39585"/>
                  <a:pt x="19955543" y="25767"/>
                  <a:pt x="19889823" y="36576"/>
                </a:cubicBezTo>
                <a:cubicBezTo>
                  <a:pt x="19824103" y="47385"/>
                  <a:pt x="19066878" y="81530"/>
                  <a:pt x="18777295" y="36576"/>
                </a:cubicBezTo>
                <a:cubicBezTo>
                  <a:pt x="18487712" y="-8378"/>
                  <a:pt x="18156713" y="12470"/>
                  <a:pt x="17881846" y="36576"/>
                </a:cubicBezTo>
                <a:cubicBezTo>
                  <a:pt x="17606979" y="60682"/>
                  <a:pt x="17635663" y="21709"/>
                  <a:pt x="17420554" y="36576"/>
                </a:cubicBezTo>
                <a:cubicBezTo>
                  <a:pt x="17205445" y="51443"/>
                  <a:pt x="16780406" y="51311"/>
                  <a:pt x="16308027" y="36576"/>
                </a:cubicBezTo>
                <a:cubicBezTo>
                  <a:pt x="15835648" y="21841"/>
                  <a:pt x="15850489" y="45497"/>
                  <a:pt x="15629656" y="36576"/>
                </a:cubicBezTo>
                <a:cubicBezTo>
                  <a:pt x="15408823" y="27655"/>
                  <a:pt x="15434759" y="32188"/>
                  <a:pt x="15385443" y="36576"/>
                </a:cubicBezTo>
                <a:cubicBezTo>
                  <a:pt x="15336127" y="40964"/>
                  <a:pt x="14755305" y="61220"/>
                  <a:pt x="14272915" y="36576"/>
                </a:cubicBezTo>
                <a:cubicBezTo>
                  <a:pt x="13790525" y="11932"/>
                  <a:pt x="14121907" y="33090"/>
                  <a:pt x="14028702" y="36576"/>
                </a:cubicBezTo>
                <a:cubicBezTo>
                  <a:pt x="13935497" y="40062"/>
                  <a:pt x="13899808" y="31821"/>
                  <a:pt x="13784489" y="36576"/>
                </a:cubicBezTo>
                <a:cubicBezTo>
                  <a:pt x="13669170" y="41331"/>
                  <a:pt x="13356624" y="42047"/>
                  <a:pt x="13106118" y="36576"/>
                </a:cubicBezTo>
                <a:cubicBezTo>
                  <a:pt x="12855612" y="31105"/>
                  <a:pt x="12643761" y="45691"/>
                  <a:pt x="12210669" y="36576"/>
                </a:cubicBezTo>
                <a:cubicBezTo>
                  <a:pt x="11777577" y="27461"/>
                  <a:pt x="11443674" y="-16359"/>
                  <a:pt x="11098141" y="36576"/>
                </a:cubicBezTo>
                <a:cubicBezTo>
                  <a:pt x="10752608" y="89511"/>
                  <a:pt x="10916511" y="27817"/>
                  <a:pt x="10853928" y="36576"/>
                </a:cubicBezTo>
                <a:cubicBezTo>
                  <a:pt x="10791345" y="45335"/>
                  <a:pt x="10836953" y="37846"/>
                  <a:pt x="10826793" y="36576"/>
                </a:cubicBezTo>
                <a:cubicBezTo>
                  <a:pt x="10816633" y="35306"/>
                  <a:pt x="10100443" y="-16716"/>
                  <a:pt x="9714266" y="36576"/>
                </a:cubicBezTo>
                <a:cubicBezTo>
                  <a:pt x="9328089" y="89868"/>
                  <a:pt x="9556897" y="29133"/>
                  <a:pt x="9470052" y="36576"/>
                </a:cubicBezTo>
                <a:cubicBezTo>
                  <a:pt x="9383207" y="44019"/>
                  <a:pt x="9451790" y="35899"/>
                  <a:pt x="9442917" y="36576"/>
                </a:cubicBezTo>
                <a:cubicBezTo>
                  <a:pt x="9434045" y="37253"/>
                  <a:pt x="8788011" y="73682"/>
                  <a:pt x="8547468" y="36576"/>
                </a:cubicBezTo>
                <a:cubicBezTo>
                  <a:pt x="8306925" y="-530"/>
                  <a:pt x="8529170" y="36623"/>
                  <a:pt x="8520333" y="36576"/>
                </a:cubicBezTo>
                <a:cubicBezTo>
                  <a:pt x="8511496" y="36529"/>
                  <a:pt x="7753206" y="44215"/>
                  <a:pt x="7407806" y="36576"/>
                </a:cubicBezTo>
                <a:cubicBezTo>
                  <a:pt x="7062406" y="28937"/>
                  <a:pt x="6924752" y="10847"/>
                  <a:pt x="6729435" y="36576"/>
                </a:cubicBezTo>
                <a:cubicBezTo>
                  <a:pt x="6534118" y="62305"/>
                  <a:pt x="6442839" y="47089"/>
                  <a:pt x="6268143" y="36576"/>
                </a:cubicBezTo>
                <a:cubicBezTo>
                  <a:pt x="6093447" y="26063"/>
                  <a:pt x="6249694" y="35260"/>
                  <a:pt x="6241009" y="36576"/>
                </a:cubicBezTo>
                <a:cubicBezTo>
                  <a:pt x="6232324" y="37892"/>
                  <a:pt x="6221735" y="37119"/>
                  <a:pt x="6213874" y="36576"/>
                </a:cubicBezTo>
                <a:cubicBezTo>
                  <a:pt x="6206013" y="36033"/>
                  <a:pt x="5814993" y="51921"/>
                  <a:pt x="5535503" y="36576"/>
                </a:cubicBezTo>
                <a:cubicBezTo>
                  <a:pt x="5256013" y="21231"/>
                  <a:pt x="5055153" y="1724"/>
                  <a:pt x="4640054" y="36576"/>
                </a:cubicBezTo>
                <a:cubicBezTo>
                  <a:pt x="4224955" y="71428"/>
                  <a:pt x="4120470" y="12211"/>
                  <a:pt x="3961684" y="36576"/>
                </a:cubicBezTo>
                <a:cubicBezTo>
                  <a:pt x="3802898" y="60942"/>
                  <a:pt x="3326272" y="19568"/>
                  <a:pt x="3066235" y="36576"/>
                </a:cubicBezTo>
                <a:cubicBezTo>
                  <a:pt x="2806198" y="53584"/>
                  <a:pt x="2473100" y="73583"/>
                  <a:pt x="2170786" y="36576"/>
                </a:cubicBezTo>
                <a:cubicBezTo>
                  <a:pt x="1868472" y="-431"/>
                  <a:pt x="1931604" y="28923"/>
                  <a:pt x="1709494" y="36576"/>
                </a:cubicBezTo>
                <a:cubicBezTo>
                  <a:pt x="1487384" y="44229"/>
                  <a:pt x="1393997" y="28794"/>
                  <a:pt x="1248202" y="36576"/>
                </a:cubicBezTo>
                <a:cubicBezTo>
                  <a:pt x="1102407" y="44358"/>
                  <a:pt x="1017514" y="45456"/>
                  <a:pt x="786910" y="36576"/>
                </a:cubicBezTo>
                <a:cubicBezTo>
                  <a:pt x="556306" y="27696"/>
                  <a:pt x="330530" y="18118"/>
                  <a:pt x="0" y="36576"/>
                </a:cubicBezTo>
                <a:cubicBezTo>
                  <a:pt x="-280" y="19369"/>
                  <a:pt x="-134" y="7627"/>
                  <a:pt x="0" y="0"/>
                </a:cubicBezTo>
                <a:close/>
              </a:path>
              <a:path w="21707856" h="36576" stroke="0" extrusionOk="0">
                <a:moveTo>
                  <a:pt x="0" y="0"/>
                </a:moveTo>
                <a:cubicBezTo>
                  <a:pt x="129286" y="-9900"/>
                  <a:pt x="260370" y="-16997"/>
                  <a:pt x="461292" y="0"/>
                </a:cubicBezTo>
                <a:cubicBezTo>
                  <a:pt x="662214" y="16997"/>
                  <a:pt x="475112" y="165"/>
                  <a:pt x="488427" y="0"/>
                </a:cubicBezTo>
                <a:cubicBezTo>
                  <a:pt x="501743" y="-165"/>
                  <a:pt x="1140858" y="28654"/>
                  <a:pt x="1600954" y="0"/>
                </a:cubicBezTo>
                <a:cubicBezTo>
                  <a:pt x="2061050" y="-28654"/>
                  <a:pt x="1871265" y="10903"/>
                  <a:pt x="2062246" y="0"/>
                </a:cubicBezTo>
                <a:cubicBezTo>
                  <a:pt x="2253227" y="-10903"/>
                  <a:pt x="2362544" y="-20870"/>
                  <a:pt x="2523538" y="0"/>
                </a:cubicBezTo>
                <a:cubicBezTo>
                  <a:pt x="2684532" y="20870"/>
                  <a:pt x="3360401" y="-6615"/>
                  <a:pt x="3636066" y="0"/>
                </a:cubicBezTo>
                <a:cubicBezTo>
                  <a:pt x="3911731" y="6615"/>
                  <a:pt x="3811588" y="-2064"/>
                  <a:pt x="3880279" y="0"/>
                </a:cubicBezTo>
                <a:cubicBezTo>
                  <a:pt x="3948970" y="2064"/>
                  <a:pt x="4527287" y="-47083"/>
                  <a:pt x="4992807" y="0"/>
                </a:cubicBezTo>
                <a:cubicBezTo>
                  <a:pt x="5458327" y="47083"/>
                  <a:pt x="5748821" y="-8133"/>
                  <a:pt x="6105335" y="0"/>
                </a:cubicBezTo>
                <a:cubicBezTo>
                  <a:pt x="6461849" y="8133"/>
                  <a:pt x="6455516" y="-5124"/>
                  <a:pt x="6783705" y="0"/>
                </a:cubicBezTo>
                <a:cubicBezTo>
                  <a:pt x="7111894" y="5124"/>
                  <a:pt x="7429189" y="-10047"/>
                  <a:pt x="7896233" y="0"/>
                </a:cubicBezTo>
                <a:cubicBezTo>
                  <a:pt x="8363277" y="10047"/>
                  <a:pt x="8165627" y="5195"/>
                  <a:pt x="8357525" y="0"/>
                </a:cubicBezTo>
                <a:cubicBezTo>
                  <a:pt x="8549423" y="-5195"/>
                  <a:pt x="8671344" y="-4988"/>
                  <a:pt x="8818817" y="0"/>
                </a:cubicBezTo>
                <a:cubicBezTo>
                  <a:pt x="8966290" y="4988"/>
                  <a:pt x="9440474" y="-20441"/>
                  <a:pt x="9714266" y="0"/>
                </a:cubicBezTo>
                <a:cubicBezTo>
                  <a:pt x="9988058" y="20441"/>
                  <a:pt x="10052256" y="-12552"/>
                  <a:pt x="10175558" y="0"/>
                </a:cubicBezTo>
                <a:cubicBezTo>
                  <a:pt x="10298860" y="12552"/>
                  <a:pt x="10762539" y="35637"/>
                  <a:pt x="11288085" y="0"/>
                </a:cubicBezTo>
                <a:cubicBezTo>
                  <a:pt x="11813631" y="-35637"/>
                  <a:pt x="11957963" y="3788"/>
                  <a:pt x="12400613" y="0"/>
                </a:cubicBezTo>
                <a:cubicBezTo>
                  <a:pt x="12843263" y="-3788"/>
                  <a:pt x="12902919" y="14905"/>
                  <a:pt x="13078983" y="0"/>
                </a:cubicBezTo>
                <a:cubicBezTo>
                  <a:pt x="13255047" y="-14905"/>
                  <a:pt x="13382117" y="7853"/>
                  <a:pt x="13540275" y="0"/>
                </a:cubicBezTo>
                <a:cubicBezTo>
                  <a:pt x="13698433" y="-7853"/>
                  <a:pt x="13554789" y="970"/>
                  <a:pt x="13567410" y="0"/>
                </a:cubicBezTo>
                <a:cubicBezTo>
                  <a:pt x="13580032" y="-970"/>
                  <a:pt x="13752672" y="1840"/>
                  <a:pt x="13811623" y="0"/>
                </a:cubicBezTo>
                <a:cubicBezTo>
                  <a:pt x="13870574" y="-1840"/>
                  <a:pt x="13983083" y="-4130"/>
                  <a:pt x="14055837" y="0"/>
                </a:cubicBezTo>
                <a:cubicBezTo>
                  <a:pt x="14128591" y="4130"/>
                  <a:pt x="14348895" y="20112"/>
                  <a:pt x="14517129" y="0"/>
                </a:cubicBezTo>
                <a:cubicBezTo>
                  <a:pt x="14685363" y="-20112"/>
                  <a:pt x="15109951" y="45993"/>
                  <a:pt x="15629656" y="0"/>
                </a:cubicBezTo>
                <a:cubicBezTo>
                  <a:pt x="16149361" y="-45993"/>
                  <a:pt x="15978906" y="31365"/>
                  <a:pt x="16308027" y="0"/>
                </a:cubicBezTo>
                <a:cubicBezTo>
                  <a:pt x="16637148" y="-31365"/>
                  <a:pt x="16655719" y="16981"/>
                  <a:pt x="16769319" y="0"/>
                </a:cubicBezTo>
                <a:cubicBezTo>
                  <a:pt x="16882919" y="-16981"/>
                  <a:pt x="16789897" y="832"/>
                  <a:pt x="16796454" y="0"/>
                </a:cubicBezTo>
                <a:cubicBezTo>
                  <a:pt x="16803012" y="-832"/>
                  <a:pt x="16811204" y="1147"/>
                  <a:pt x="16823588" y="0"/>
                </a:cubicBezTo>
                <a:cubicBezTo>
                  <a:pt x="16835972" y="-1147"/>
                  <a:pt x="17408977" y="22558"/>
                  <a:pt x="17719037" y="0"/>
                </a:cubicBezTo>
                <a:cubicBezTo>
                  <a:pt x="18029097" y="-22558"/>
                  <a:pt x="17852172" y="-7836"/>
                  <a:pt x="17963251" y="0"/>
                </a:cubicBezTo>
                <a:cubicBezTo>
                  <a:pt x="18074330" y="7836"/>
                  <a:pt x="18524701" y="-8599"/>
                  <a:pt x="19075778" y="0"/>
                </a:cubicBezTo>
                <a:cubicBezTo>
                  <a:pt x="19626855" y="8599"/>
                  <a:pt x="19432938" y="10898"/>
                  <a:pt x="19537070" y="0"/>
                </a:cubicBezTo>
                <a:cubicBezTo>
                  <a:pt x="19641202" y="-10898"/>
                  <a:pt x="19557165" y="206"/>
                  <a:pt x="19564205" y="0"/>
                </a:cubicBezTo>
                <a:cubicBezTo>
                  <a:pt x="19571245" y="-206"/>
                  <a:pt x="20174378" y="-27276"/>
                  <a:pt x="20459654" y="0"/>
                </a:cubicBezTo>
                <a:cubicBezTo>
                  <a:pt x="20744930" y="27276"/>
                  <a:pt x="20601803" y="11879"/>
                  <a:pt x="20703868" y="0"/>
                </a:cubicBezTo>
                <a:cubicBezTo>
                  <a:pt x="20805933" y="-11879"/>
                  <a:pt x="21270567" y="36992"/>
                  <a:pt x="21707856" y="0"/>
                </a:cubicBezTo>
                <a:cubicBezTo>
                  <a:pt x="21709505" y="15396"/>
                  <a:pt x="21709132" y="22428"/>
                  <a:pt x="21707856" y="36576"/>
                </a:cubicBezTo>
                <a:cubicBezTo>
                  <a:pt x="21607813" y="32505"/>
                  <a:pt x="21580996" y="28387"/>
                  <a:pt x="21463643" y="36576"/>
                </a:cubicBezTo>
                <a:cubicBezTo>
                  <a:pt x="21346290" y="44765"/>
                  <a:pt x="21443267" y="36418"/>
                  <a:pt x="21436508" y="36576"/>
                </a:cubicBezTo>
                <a:cubicBezTo>
                  <a:pt x="21429749" y="36734"/>
                  <a:pt x="21300525" y="34719"/>
                  <a:pt x="21192294" y="36576"/>
                </a:cubicBezTo>
                <a:cubicBezTo>
                  <a:pt x="21084063" y="38433"/>
                  <a:pt x="20924418" y="52474"/>
                  <a:pt x="20731002" y="36576"/>
                </a:cubicBezTo>
                <a:cubicBezTo>
                  <a:pt x="20537586" y="20678"/>
                  <a:pt x="20203573" y="6311"/>
                  <a:pt x="20052632" y="36576"/>
                </a:cubicBezTo>
                <a:cubicBezTo>
                  <a:pt x="19901691" y="66842"/>
                  <a:pt x="19862863" y="45003"/>
                  <a:pt x="19808419" y="36576"/>
                </a:cubicBezTo>
                <a:cubicBezTo>
                  <a:pt x="19753975" y="28149"/>
                  <a:pt x="18941544" y="29634"/>
                  <a:pt x="18695891" y="36576"/>
                </a:cubicBezTo>
                <a:cubicBezTo>
                  <a:pt x="18450238" y="43518"/>
                  <a:pt x="18294580" y="8872"/>
                  <a:pt x="18017520" y="36576"/>
                </a:cubicBezTo>
                <a:cubicBezTo>
                  <a:pt x="17740460" y="64280"/>
                  <a:pt x="17363850" y="22655"/>
                  <a:pt x="16904993" y="36576"/>
                </a:cubicBezTo>
                <a:cubicBezTo>
                  <a:pt x="16446136" y="50497"/>
                  <a:pt x="16346013" y="55768"/>
                  <a:pt x="16009544" y="36576"/>
                </a:cubicBezTo>
                <a:cubicBezTo>
                  <a:pt x="15673075" y="17384"/>
                  <a:pt x="15762584" y="27480"/>
                  <a:pt x="15548252" y="36576"/>
                </a:cubicBezTo>
                <a:cubicBezTo>
                  <a:pt x="15333920" y="45672"/>
                  <a:pt x="14995329" y="45477"/>
                  <a:pt x="14652803" y="36576"/>
                </a:cubicBezTo>
                <a:cubicBezTo>
                  <a:pt x="14310277" y="27675"/>
                  <a:pt x="14489332" y="44269"/>
                  <a:pt x="14408589" y="36576"/>
                </a:cubicBezTo>
                <a:cubicBezTo>
                  <a:pt x="14327846" y="28883"/>
                  <a:pt x="13938429" y="50747"/>
                  <a:pt x="13730219" y="36576"/>
                </a:cubicBezTo>
                <a:cubicBezTo>
                  <a:pt x="13522009" y="22406"/>
                  <a:pt x="13710298" y="35615"/>
                  <a:pt x="13703084" y="36576"/>
                </a:cubicBezTo>
                <a:cubicBezTo>
                  <a:pt x="13695871" y="37537"/>
                  <a:pt x="12932184" y="64110"/>
                  <a:pt x="12590556" y="36576"/>
                </a:cubicBezTo>
                <a:cubicBezTo>
                  <a:pt x="12248928" y="9042"/>
                  <a:pt x="12239067" y="42940"/>
                  <a:pt x="11912186" y="36576"/>
                </a:cubicBezTo>
                <a:cubicBezTo>
                  <a:pt x="11585305" y="30213"/>
                  <a:pt x="11069502" y="31530"/>
                  <a:pt x="10799658" y="36576"/>
                </a:cubicBezTo>
                <a:cubicBezTo>
                  <a:pt x="10529814" y="41622"/>
                  <a:pt x="10562273" y="48589"/>
                  <a:pt x="10338366" y="36576"/>
                </a:cubicBezTo>
                <a:cubicBezTo>
                  <a:pt x="10114459" y="24563"/>
                  <a:pt x="10154033" y="33688"/>
                  <a:pt x="10094153" y="36576"/>
                </a:cubicBezTo>
                <a:cubicBezTo>
                  <a:pt x="10034273" y="39464"/>
                  <a:pt x="9563797" y="43005"/>
                  <a:pt x="9415783" y="36576"/>
                </a:cubicBezTo>
                <a:cubicBezTo>
                  <a:pt x="9267769" y="30148"/>
                  <a:pt x="8896833" y="36928"/>
                  <a:pt x="8520333" y="36576"/>
                </a:cubicBezTo>
                <a:cubicBezTo>
                  <a:pt x="8143833" y="36225"/>
                  <a:pt x="7819560" y="-6048"/>
                  <a:pt x="7407806" y="36576"/>
                </a:cubicBezTo>
                <a:cubicBezTo>
                  <a:pt x="6996052" y="79200"/>
                  <a:pt x="6714190" y="8188"/>
                  <a:pt x="6512357" y="36576"/>
                </a:cubicBezTo>
                <a:cubicBezTo>
                  <a:pt x="6310524" y="64964"/>
                  <a:pt x="5942007" y="78830"/>
                  <a:pt x="5399829" y="36576"/>
                </a:cubicBezTo>
                <a:cubicBezTo>
                  <a:pt x="4857651" y="-5678"/>
                  <a:pt x="4853257" y="43702"/>
                  <a:pt x="4504380" y="36576"/>
                </a:cubicBezTo>
                <a:cubicBezTo>
                  <a:pt x="4155503" y="29450"/>
                  <a:pt x="4367815" y="41229"/>
                  <a:pt x="4260167" y="36576"/>
                </a:cubicBezTo>
                <a:cubicBezTo>
                  <a:pt x="4152519" y="31923"/>
                  <a:pt x="3664390" y="48958"/>
                  <a:pt x="3364718" y="36576"/>
                </a:cubicBezTo>
                <a:cubicBezTo>
                  <a:pt x="3065046" y="24194"/>
                  <a:pt x="2996419" y="29892"/>
                  <a:pt x="2903426" y="36576"/>
                </a:cubicBezTo>
                <a:cubicBezTo>
                  <a:pt x="2810433" y="43260"/>
                  <a:pt x="2762650" y="24524"/>
                  <a:pt x="2659212" y="36576"/>
                </a:cubicBezTo>
                <a:cubicBezTo>
                  <a:pt x="2555774" y="48628"/>
                  <a:pt x="2641363" y="37543"/>
                  <a:pt x="2632078" y="36576"/>
                </a:cubicBezTo>
                <a:cubicBezTo>
                  <a:pt x="2622793" y="35609"/>
                  <a:pt x="2473115" y="31236"/>
                  <a:pt x="2387864" y="36576"/>
                </a:cubicBezTo>
                <a:cubicBezTo>
                  <a:pt x="2302613" y="41916"/>
                  <a:pt x="2194362" y="28392"/>
                  <a:pt x="2143651" y="36576"/>
                </a:cubicBezTo>
                <a:cubicBezTo>
                  <a:pt x="2092940" y="44760"/>
                  <a:pt x="1662472" y="25035"/>
                  <a:pt x="1465280" y="36576"/>
                </a:cubicBezTo>
                <a:cubicBezTo>
                  <a:pt x="1268088" y="48117"/>
                  <a:pt x="1061348" y="49960"/>
                  <a:pt x="786910" y="36576"/>
                </a:cubicBezTo>
                <a:cubicBezTo>
                  <a:pt x="512472" y="23193"/>
                  <a:pt x="353081" y="44478"/>
                  <a:pt x="0" y="36576"/>
                </a:cubicBezTo>
                <a:cubicBezTo>
                  <a:pt x="1259" y="23203"/>
                  <a:pt x="-1128" y="8142"/>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CuadroTexto 6"/>
          <p:cNvSpPr/>
          <p:nvPr/>
        </p:nvSpPr>
        <p:spPr>
          <a:xfrm>
            <a:off x="1676400" y="3858768"/>
            <a:ext cx="21031200" cy="8503920"/>
          </a:xfrm>
          <a:prstGeom prst="rect">
            <a:avLst/>
          </a:prstGeom>
        </p:spPr>
        <p:style>
          <a:lnRef idx="0">
            <a:scrgbClr r="0" g="0" b="0"/>
          </a:lnRef>
          <a:fillRef idx="0">
            <a:scrgbClr r="0" g="0" b="0"/>
          </a:fillRef>
          <a:effectRef idx="0">
            <a:scrgbClr r="0" g="0" b="0"/>
          </a:effectRef>
          <a:fontRef idx="minor"/>
        </p:style>
        <p:txBody>
          <a:bodyPr vert="horz" lIns="91440" tIns="45720" rIns="91440" bIns="45720" rtlCol="0">
            <a:normAutofit/>
          </a:bodyPr>
          <a:lstStyle/>
          <a:p>
            <a:pPr indent="-228600">
              <a:lnSpc>
                <a:spcPct val="90000"/>
              </a:lnSpc>
              <a:spcAft>
                <a:spcPts val="600"/>
              </a:spcAft>
              <a:buFont typeface="Arial" panose="020B0604020202020204" pitchFamily="34" charset="0"/>
              <a:buChar char="•"/>
              <a:tabLst>
                <a:tab pos="0" algn="l"/>
              </a:tabLst>
            </a:pPr>
            <a:r>
              <a:rPr lang="en-US" sz="4400" b="1" strike="noStrike" spc="-1" dirty="0"/>
              <a:t>¿Para </a:t>
            </a:r>
            <a:r>
              <a:rPr lang="en-US" sz="4400" b="1" strike="noStrike" spc="-1" dirty="0" err="1"/>
              <a:t>qué</a:t>
            </a:r>
            <a:r>
              <a:rPr lang="en-US" sz="4400" b="1" strike="noStrike" spc="-1" dirty="0"/>
              <a:t> </a:t>
            </a:r>
            <a:r>
              <a:rPr lang="en-US" sz="4400" b="1" strike="noStrike" spc="-1" dirty="0" err="1"/>
              <a:t>sirve</a:t>
            </a:r>
            <a:r>
              <a:rPr lang="en-US" sz="4400" b="1" strike="noStrike" spc="-1" dirty="0"/>
              <a:t> la POO?</a:t>
            </a:r>
            <a:endParaRPr lang="en-US" sz="4400" b="0" strike="noStrike" spc="-1" dirty="0"/>
          </a:p>
          <a:p>
            <a:pPr indent="-228600">
              <a:lnSpc>
                <a:spcPct val="90000"/>
              </a:lnSpc>
              <a:spcAft>
                <a:spcPts val="600"/>
              </a:spcAft>
              <a:buFont typeface="Arial" panose="020B0604020202020204" pitchFamily="34" charset="0"/>
              <a:buChar char="•"/>
              <a:tabLst>
                <a:tab pos="0" algn="l"/>
              </a:tabLst>
            </a:pPr>
            <a:r>
              <a:rPr lang="en-US" sz="4400" b="0" strike="noStrike" spc="-1" dirty="0"/>
              <a:t>La </a:t>
            </a:r>
            <a:r>
              <a:rPr lang="en-US" sz="4400" b="0" strike="noStrike" spc="-1" dirty="0" err="1"/>
              <a:t>programación</a:t>
            </a:r>
            <a:r>
              <a:rPr lang="en-US" sz="4400" b="0" strike="noStrike" spc="-1" dirty="0"/>
              <a:t> </a:t>
            </a:r>
            <a:r>
              <a:rPr lang="en-US" sz="4400" b="0" strike="noStrike" spc="-1" dirty="0" err="1"/>
              <a:t>estructurada</a:t>
            </a:r>
            <a:r>
              <a:rPr lang="en-US" sz="4400" b="0" strike="noStrike" spc="-1" dirty="0"/>
              <a:t> se </a:t>
            </a:r>
            <a:r>
              <a:rPr lang="en-US" sz="4400" b="0" strike="noStrike" spc="-1" dirty="0" err="1"/>
              <a:t>centraba</a:t>
            </a:r>
            <a:r>
              <a:rPr lang="en-US" sz="4400" b="0" strike="noStrike" spc="-1" dirty="0"/>
              <a:t> </a:t>
            </a:r>
            <a:r>
              <a:rPr lang="en-US" sz="4400" b="0" strike="noStrike" spc="-1" dirty="0" err="1"/>
              <a:t>más</a:t>
            </a:r>
            <a:r>
              <a:rPr lang="en-US" sz="4400" b="0" strike="noStrike" spc="-1" dirty="0"/>
              <a:t> </a:t>
            </a:r>
            <a:r>
              <a:rPr lang="en-US" sz="4400" b="0" strike="noStrike" spc="-1" dirty="0" err="1"/>
              <a:t>en</a:t>
            </a:r>
            <a:r>
              <a:rPr lang="en-US" sz="4400" b="0" strike="noStrike" spc="-1" dirty="0"/>
              <a:t> la </a:t>
            </a:r>
            <a:r>
              <a:rPr lang="en-US" sz="4400" b="1" strike="noStrike" spc="-1" dirty="0" err="1"/>
              <a:t>funcionalidad</a:t>
            </a:r>
            <a:r>
              <a:rPr lang="en-US" sz="4400" b="0" strike="noStrike" spc="-1" dirty="0" err="1"/>
              <a:t>que</a:t>
            </a:r>
            <a:r>
              <a:rPr lang="en-US" sz="4400" b="0" strike="noStrike" spc="-1" dirty="0"/>
              <a:t> </a:t>
            </a:r>
            <a:r>
              <a:rPr lang="en-US" sz="4400" b="0" strike="noStrike" spc="-1" dirty="0" err="1"/>
              <a:t>en</a:t>
            </a:r>
            <a:r>
              <a:rPr lang="en-US" sz="4400" b="0" strike="noStrike" spc="-1" dirty="0"/>
              <a:t> </a:t>
            </a:r>
            <a:r>
              <a:rPr lang="en-US" sz="4400" b="0" strike="noStrike" spc="-1" dirty="0" err="1"/>
              <a:t>los</a:t>
            </a:r>
            <a:r>
              <a:rPr lang="en-US" sz="4400" b="0" strike="noStrike" spc="-1" dirty="0"/>
              <a:t> </a:t>
            </a:r>
            <a:r>
              <a:rPr lang="en-US" sz="4400" b="1" strike="noStrike" spc="-1" dirty="0" err="1"/>
              <a:t>datos</a:t>
            </a:r>
            <a:r>
              <a:rPr lang="en-US" sz="4400" b="1" strike="noStrike" spc="-1" dirty="0"/>
              <a:t> </a:t>
            </a:r>
            <a:r>
              <a:rPr lang="en-US" sz="4400" b="0" strike="noStrike" spc="-1" dirty="0"/>
              <a:t>El </a:t>
            </a:r>
            <a:r>
              <a:rPr lang="en-US" sz="4400" b="0" strike="noStrike" spc="-1" dirty="0" err="1"/>
              <a:t>programador</a:t>
            </a:r>
            <a:r>
              <a:rPr lang="en-US" sz="4400" b="0" strike="noStrike" spc="-1" dirty="0"/>
              <a:t> se </a:t>
            </a:r>
            <a:r>
              <a:rPr lang="en-US" sz="4400" b="0" strike="noStrike" spc="-1" dirty="0" err="1"/>
              <a:t>centraba</a:t>
            </a:r>
            <a:r>
              <a:rPr lang="en-US" sz="4400" b="0" strike="noStrike" spc="-1" dirty="0"/>
              <a:t> </a:t>
            </a:r>
            <a:r>
              <a:rPr lang="en-US" sz="4400" b="0" strike="noStrike" spc="-1" dirty="0" err="1"/>
              <a:t>en</a:t>
            </a:r>
            <a:r>
              <a:rPr lang="en-US" sz="4400" b="0" strike="noStrike" spc="-1" dirty="0"/>
              <a:t> </a:t>
            </a:r>
            <a:r>
              <a:rPr lang="en-US" sz="4400" b="1" strike="noStrike" spc="-1" dirty="0"/>
              <a:t>“</a:t>
            </a:r>
            <a:r>
              <a:rPr lang="en-US" sz="4400" b="1" strike="noStrike" spc="-1" dirty="0" err="1"/>
              <a:t>qué</a:t>
            </a:r>
            <a:r>
              <a:rPr lang="en-US" sz="4400" b="1" strike="noStrike" spc="-1" dirty="0"/>
              <a:t> pasos </a:t>
            </a:r>
            <a:r>
              <a:rPr lang="en-US" sz="4400" b="1" strike="noStrike" spc="-1" dirty="0" err="1"/>
              <a:t>debía</a:t>
            </a:r>
            <a:r>
              <a:rPr lang="en-US" sz="4400" b="1" strike="noStrike" spc="-1" dirty="0"/>
              <a:t> </a:t>
            </a:r>
            <a:r>
              <a:rPr lang="en-US" sz="4400" b="1" strike="noStrike" spc="-1" dirty="0" err="1"/>
              <a:t>seguir”</a:t>
            </a:r>
            <a:r>
              <a:rPr lang="en-US" sz="4400" b="0" strike="noStrike" spc="-1" dirty="0" err="1"/>
              <a:t>para</a:t>
            </a:r>
            <a:r>
              <a:rPr lang="en-US" sz="4400" b="0" strike="noStrike" spc="-1" dirty="0"/>
              <a:t> resolver </a:t>
            </a:r>
            <a:r>
              <a:rPr lang="en-US" sz="4400" b="0" strike="noStrike" spc="-1" dirty="0" err="1"/>
              <a:t>el</a:t>
            </a:r>
            <a:r>
              <a:rPr lang="en-US" sz="4400" b="0" strike="noStrike" spc="-1" dirty="0"/>
              <a:t> </a:t>
            </a:r>
            <a:r>
              <a:rPr lang="en-US" sz="4400" b="0" strike="noStrike" spc="-1" dirty="0" err="1"/>
              <a:t>problema</a:t>
            </a:r>
            <a:r>
              <a:rPr lang="en-US" sz="4400" b="0" strike="noStrike" spc="-1" dirty="0"/>
              <a:t> La POO </a:t>
            </a:r>
            <a:r>
              <a:rPr lang="en-US" sz="4400" b="0" strike="noStrike" spc="-1" dirty="0" err="1"/>
              <a:t>representa</a:t>
            </a:r>
            <a:r>
              <a:rPr lang="en-US" sz="4400" b="0" strike="noStrike" spc="-1" dirty="0"/>
              <a:t> </a:t>
            </a:r>
            <a:r>
              <a:rPr lang="en-US" sz="4400" b="0" strike="noStrike" spc="-1" dirty="0" err="1"/>
              <a:t>los</a:t>
            </a:r>
            <a:r>
              <a:rPr lang="en-US" sz="4400" b="0" strike="noStrike" spc="-1" dirty="0"/>
              <a:t> </a:t>
            </a:r>
            <a:r>
              <a:rPr lang="en-US" sz="4400" b="0" strike="noStrike" spc="-1" dirty="0" err="1"/>
              <a:t>elementos</a:t>
            </a:r>
            <a:r>
              <a:rPr lang="en-US" sz="4400" b="0" strike="noStrike" spc="-1" dirty="0"/>
              <a:t> del </a:t>
            </a:r>
            <a:r>
              <a:rPr lang="en-US" sz="4400" b="0" strike="noStrike" spc="-1" dirty="0" err="1"/>
              <a:t>problema</a:t>
            </a:r>
            <a:r>
              <a:rPr lang="en-US" sz="4400" b="0" strike="noStrike" spc="-1" dirty="0"/>
              <a:t> que </a:t>
            </a:r>
            <a:r>
              <a:rPr lang="en-US" sz="4400" b="0" strike="noStrike" spc="-1" dirty="0" err="1"/>
              <a:t>vamos</a:t>
            </a:r>
            <a:r>
              <a:rPr lang="en-US" sz="4400" b="0" strike="noStrike" spc="-1" dirty="0"/>
              <a:t> a resolver De </a:t>
            </a:r>
            <a:r>
              <a:rPr lang="en-US" sz="4400" b="0" strike="noStrike" spc="-1" dirty="0" err="1"/>
              <a:t>esta</a:t>
            </a:r>
            <a:r>
              <a:rPr lang="en-US" sz="4400" b="0" strike="noStrike" spc="-1" dirty="0"/>
              <a:t> forma, se </a:t>
            </a:r>
            <a:r>
              <a:rPr lang="en-US" sz="4400" b="0" strike="noStrike" spc="-1" dirty="0" err="1"/>
              <a:t>crean</a:t>
            </a:r>
            <a:r>
              <a:rPr lang="en-US" sz="4400" b="0" strike="noStrike" spc="-1" dirty="0"/>
              <a:t> </a:t>
            </a:r>
            <a:r>
              <a:rPr lang="en-US" sz="4400" b="1" strike="noStrike" spc="-1" dirty="0" err="1"/>
              <a:t>objetos</a:t>
            </a:r>
            <a:r>
              <a:rPr lang="en-US" sz="4400" b="1" strike="noStrike" spc="-1" dirty="0"/>
              <a:t> </a:t>
            </a:r>
            <a:r>
              <a:rPr lang="en-US" sz="4400" b="0" strike="noStrike" spc="-1" dirty="0"/>
              <a:t>que </a:t>
            </a:r>
            <a:r>
              <a:rPr lang="en-US" sz="4400" b="0" strike="noStrike" spc="-1" dirty="0" err="1"/>
              <a:t>tienen</a:t>
            </a:r>
            <a:r>
              <a:rPr lang="en-US" sz="4400" b="0" strike="noStrike" spc="-1" dirty="0"/>
              <a:t> </a:t>
            </a:r>
            <a:r>
              <a:rPr lang="en-US" sz="4400" b="1" strike="noStrike" spc="-1" dirty="0" err="1"/>
              <a:t>atributos</a:t>
            </a:r>
            <a:r>
              <a:rPr lang="en-US" sz="4400" b="0" strike="noStrike" spc="-1" dirty="0" err="1"/>
              <a:t>y</a:t>
            </a:r>
            <a:r>
              <a:rPr lang="en-US" sz="4400" b="0" strike="noStrike" spc="-1" dirty="0"/>
              <a:t> </a:t>
            </a:r>
            <a:r>
              <a:rPr lang="en-US" sz="4400" b="1" strike="noStrike" spc="-1" dirty="0" err="1"/>
              <a:t>comportamiento</a:t>
            </a:r>
            <a:r>
              <a:rPr lang="en-US" sz="4400" b="1" strike="noStrike" spc="-1" dirty="0"/>
              <a:t> </a:t>
            </a:r>
            <a:r>
              <a:rPr lang="en-US" sz="4400" b="0" strike="noStrike" spc="-1" dirty="0"/>
              <a:t>Los </a:t>
            </a:r>
            <a:r>
              <a:rPr lang="en-US" sz="4400" b="0" strike="noStrike" spc="-1" dirty="0" err="1"/>
              <a:t>objetos</a:t>
            </a:r>
            <a:r>
              <a:rPr lang="en-US" sz="4400" b="0" strike="noStrike" spc="-1" dirty="0"/>
              <a:t> </a:t>
            </a:r>
            <a:r>
              <a:rPr lang="en-US" sz="4400" b="0" strike="noStrike" spc="-1" dirty="0" err="1"/>
              <a:t>interactúan</a:t>
            </a:r>
            <a:r>
              <a:rPr lang="en-US" sz="4400" b="0" strike="noStrike" spc="-1" dirty="0"/>
              <a:t> entre </a:t>
            </a:r>
            <a:r>
              <a:rPr lang="en-US" sz="4400" b="0" strike="noStrike" spc="-1" dirty="0" err="1"/>
              <a:t>si</a:t>
            </a:r>
            <a:r>
              <a:rPr lang="en-US" sz="4400" b="0" strike="noStrike" spc="-1" dirty="0"/>
              <a:t> </a:t>
            </a:r>
            <a:r>
              <a:rPr lang="en-US" sz="4400" b="0" strike="noStrike" spc="-1" dirty="0" err="1"/>
              <a:t>enviándose</a:t>
            </a:r>
            <a:r>
              <a:rPr lang="en-US" sz="4400" b="0" strike="noStrike" spc="-1" dirty="0"/>
              <a:t> </a:t>
            </a:r>
            <a:r>
              <a:rPr lang="en-US" sz="4400" b="1" strike="noStrike" spc="-1" dirty="0" err="1"/>
              <a:t>mensajes</a:t>
            </a:r>
            <a:r>
              <a:rPr lang="en-US" sz="4400" b="0" strike="noStrike" spc="-1" dirty="0"/>
              <a:t>(paso de </a:t>
            </a:r>
            <a:r>
              <a:rPr lang="en-US" sz="4400" b="0" strike="noStrike" spc="-1" dirty="0" err="1"/>
              <a:t>mensajes</a:t>
            </a:r>
            <a:r>
              <a:rPr lang="en-US" sz="4400" b="0" strike="noStrike" spc="-1" dirty="0"/>
              <a:t>) </a:t>
            </a:r>
            <a:r>
              <a:rPr lang="en-US" sz="4400" b="0" strike="noStrike" spc="-1" dirty="0" err="1"/>
              <a:t>por</a:t>
            </a:r>
            <a:r>
              <a:rPr lang="en-US" sz="4400" b="0" strike="noStrike" spc="-1" dirty="0"/>
              <a:t> </a:t>
            </a:r>
            <a:r>
              <a:rPr lang="en-US" sz="4400" b="0" strike="noStrike" spc="-1" dirty="0" err="1"/>
              <a:t>ejemplo</a:t>
            </a:r>
            <a:r>
              <a:rPr lang="en-US" sz="4400" b="0" strike="noStrike" spc="-1" dirty="0"/>
              <a:t> </a:t>
            </a:r>
            <a:r>
              <a:rPr lang="en-US" sz="4400" b="0" strike="noStrike" spc="-1" dirty="0" err="1"/>
              <a:t>invocar</a:t>
            </a:r>
            <a:r>
              <a:rPr lang="en-US" sz="4400" b="0" strike="noStrike" spc="-1" dirty="0"/>
              <a:t> un </a:t>
            </a:r>
            <a:r>
              <a:rPr lang="en-US" sz="4400" b="0" strike="noStrike" spc="-1" dirty="0" err="1"/>
              <a:t>método</a:t>
            </a:r>
            <a:r>
              <a:rPr lang="en-US" sz="4400" b="0" strike="noStrike" spc="-1" dirty="0"/>
              <a:t>.</a:t>
            </a:r>
          </a:p>
        </p:txBody>
      </p:sp>
      <p:sp>
        <p:nvSpPr>
          <p:cNvPr id="99" name="CuadroTexto 8"/>
          <p:cNvSpPr/>
          <p:nvPr/>
        </p:nvSpPr>
        <p:spPr>
          <a:xfrm>
            <a:off x="711120" y="7514430"/>
            <a:ext cx="22472730" cy="6046355"/>
          </a:xfrm>
          <a:prstGeom prst="rect">
            <a:avLst/>
          </a:prstGeom>
          <a:noFill/>
          <a:ln w="1270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spcAft>
                <a:spcPts val="600"/>
              </a:spcAft>
              <a:tabLst>
                <a:tab pos="0" algn="l"/>
              </a:tabLst>
            </a:pPr>
            <a:r>
              <a:rPr lang="es-ES" sz="4400" b="1" strike="noStrike" spc="-1" dirty="0">
                <a:solidFill>
                  <a:srgbClr val="78330B"/>
                </a:solidFill>
                <a:latin typeface="Century Gothic"/>
                <a:ea typeface="Lato Regular"/>
              </a:rPr>
              <a:t>CONCEPTOS A TENER EN CUENTA</a:t>
            </a:r>
            <a:endParaRPr lang="es-ES" sz="4400" b="0" strike="noStrike" spc="-1" dirty="0">
              <a:solidFill>
                <a:srgbClr val="000000"/>
              </a:solidFill>
              <a:latin typeface="Arial"/>
            </a:endParaRPr>
          </a:p>
          <a:p>
            <a:pPr>
              <a:spcAft>
                <a:spcPts val="600"/>
              </a:spcAft>
              <a:tabLst>
                <a:tab pos="0" algn="l"/>
              </a:tabLst>
            </a:pPr>
            <a:endParaRPr lang="es-ES" sz="4400" b="0" strike="noStrike" spc="-1" dirty="0">
              <a:solidFill>
                <a:srgbClr val="000000"/>
              </a:solidFill>
              <a:latin typeface="Arial"/>
            </a:endParaRPr>
          </a:p>
          <a:p>
            <a:pPr>
              <a:spcAft>
                <a:spcPts val="600"/>
              </a:spcAft>
              <a:tabLst>
                <a:tab pos="0" algn="l"/>
              </a:tabLst>
            </a:pPr>
            <a:r>
              <a:rPr lang="es-ES" sz="4400" b="1" strike="noStrike" spc="-1" dirty="0">
                <a:solidFill>
                  <a:srgbClr val="000000"/>
                </a:solidFill>
                <a:highlight>
                  <a:srgbClr val="FFFF00"/>
                </a:highlight>
                <a:latin typeface="Century Gothic"/>
                <a:ea typeface="Lato Regular"/>
              </a:rPr>
              <a:t>Mensaje: </a:t>
            </a:r>
            <a:r>
              <a:rPr lang="es-ES" sz="4400" b="0" strike="noStrike" spc="-1" dirty="0">
                <a:solidFill>
                  <a:srgbClr val="000000"/>
                </a:solidFill>
                <a:highlight>
                  <a:srgbClr val="FFFF00"/>
                </a:highlight>
                <a:latin typeface="Century Gothic"/>
                <a:ea typeface="Lato Regular"/>
              </a:rPr>
              <a:t>cuando un objeto ejecuta un método, en realidad “pasa un mensaje”</a:t>
            </a:r>
            <a:endParaRPr lang="es-ES" sz="4400" b="0" strike="noStrike" spc="-1" dirty="0">
              <a:solidFill>
                <a:srgbClr val="000000"/>
              </a:solidFill>
              <a:highlight>
                <a:srgbClr val="FFFF00"/>
              </a:highlight>
              <a:latin typeface="Arial"/>
            </a:endParaRPr>
          </a:p>
          <a:p>
            <a:pPr>
              <a:spcAft>
                <a:spcPts val="600"/>
              </a:spcAft>
              <a:tabLst>
                <a:tab pos="0" algn="l"/>
              </a:tabLst>
            </a:pPr>
            <a:r>
              <a:rPr lang="es-ES" sz="4400" b="1" strike="noStrike" spc="-1" dirty="0">
                <a:solidFill>
                  <a:srgbClr val="000000"/>
                </a:solidFill>
                <a:highlight>
                  <a:srgbClr val="FFFF00"/>
                </a:highlight>
                <a:latin typeface="Century Gothic"/>
                <a:ea typeface="Lato Regular"/>
              </a:rPr>
              <a:t>Modelo UML: </a:t>
            </a:r>
            <a:r>
              <a:rPr lang="es-ES" sz="4400" b="0" strike="noStrike" spc="-1" dirty="0">
                <a:solidFill>
                  <a:srgbClr val="000000"/>
                </a:solidFill>
                <a:highlight>
                  <a:srgbClr val="FFFF00"/>
                </a:highlight>
                <a:latin typeface="Century Gothic"/>
                <a:ea typeface="Lato Regular"/>
              </a:rPr>
              <a:t>muestra cómo “es” el sistema, pero no “cómo se implementará”</a:t>
            </a:r>
            <a:endParaRPr lang="es-ES" sz="4400" b="0" strike="noStrike" spc="-1" dirty="0">
              <a:solidFill>
                <a:srgbClr val="000000"/>
              </a:solidFill>
              <a:highlight>
                <a:srgbClr val="FFFF00"/>
              </a:highlight>
              <a:latin typeface="Arial"/>
            </a:endParaRPr>
          </a:p>
          <a:p>
            <a:pPr>
              <a:spcAft>
                <a:spcPts val="600"/>
              </a:spcAft>
              <a:tabLst>
                <a:tab pos="0" algn="l"/>
              </a:tabLst>
            </a:pPr>
            <a:r>
              <a:rPr lang="es-ES" sz="4400" b="1" strike="noStrike" spc="-1" dirty="0">
                <a:solidFill>
                  <a:srgbClr val="000000"/>
                </a:solidFill>
                <a:latin typeface="Century Gothic"/>
                <a:ea typeface="Lato Regular"/>
              </a:rPr>
              <a:t>OMG: </a:t>
            </a:r>
            <a:r>
              <a:rPr lang="es-ES" sz="4400" b="0" strike="noStrike" spc="-1" dirty="0">
                <a:solidFill>
                  <a:srgbClr val="000000"/>
                </a:solidFill>
                <a:latin typeface="Century Gothic"/>
                <a:ea typeface="Lato Regular"/>
              </a:rPr>
              <a:t>organismo que promueve y fomenta la POO y mantiene UML</a:t>
            </a:r>
            <a:endParaRPr lang="es-ES" sz="4400" b="0" strike="noStrike" spc="-1" dirty="0">
              <a:solidFill>
                <a:srgbClr val="000000"/>
              </a:solidFill>
              <a:latin typeface="Arial"/>
            </a:endParaRPr>
          </a:p>
          <a:p>
            <a:pPr>
              <a:spcAft>
                <a:spcPts val="600"/>
              </a:spcAft>
              <a:tabLst>
                <a:tab pos="0" algn="l"/>
              </a:tabLst>
            </a:pPr>
            <a:r>
              <a:rPr lang="es-ES" sz="4400" b="1" strike="noStrike" spc="-1" dirty="0">
                <a:solidFill>
                  <a:srgbClr val="000000"/>
                </a:solidFill>
                <a:highlight>
                  <a:srgbClr val="FFFF00"/>
                </a:highlight>
                <a:latin typeface="Century Gothic"/>
                <a:ea typeface="Lato Regular"/>
              </a:rPr>
              <a:t>OO: </a:t>
            </a:r>
            <a:r>
              <a:rPr lang="es-ES" sz="4400" b="0" strike="noStrike" spc="-1" dirty="0">
                <a:solidFill>
                  <a:srgbClr val="000000"/>
                </a:solidFill>
                <a:highlight>
                  <a:srgbClr val="FFFF00"/>
                </a:highlight>
                <a:latin typeface="Century Gothic"/>
                <a:ea typeface="Lato Regular"/>
              </a:rPr>
              <a:t>orientación a objetos</a:t>
            </a:r>
            <a:endParaRPr lang="es-ES" sz="4400" b="0" strike="noStrike" spc="-1" dirty="0">
              <a:solidFill>
                <a:srgbClr val="000000"/>
              </a:solidFill>
              <a:highlight>
                <a:srgbClr val="FFFF00"/>
              </a:highlight>
              <a:latin typeface="Arial"/>
            </a:endParaRPr>
          </a:p>
          <a:p>
            <a:pPr>
              <a:spcAft>
                <a:spcPts val="600"/>
              </a:spcAft>
              <a:tabLst>
                <a:tab pos="0" algn="l"/>
              </a:tabLst>
            </a:pPr>
            <a:r>
              <a:rPr lang="es-ES" sz="4400" b="1" strike="noStrike" spc="-1" dirty="0">
                <a:solidFill>
                  <a:srgbClr val="000000"/>
                </a:solidFill>
                <a:highlight>
                  <a:srgbClr val="FFFF00"/>
                </a:highlight>
                <a:latin typeface="Century Gothic"/>
                <a:ea typeface="Lato Regular"/>
              </a:rPr>
              <a:t>POO: </a:t>
            </a:r>
            <a:r>
              <a:rPr lang="es-ES" sz="4400" b="0" strike="noStrike" spc="-1" dirty="0">
                <a:solidFill>
                  <a:srgbClr val="000000"/>
                </a:solidFill>
                <a:highlight>
                  <a:srgbClr val="FFFF00"/>
                </a:highlight>
                <a:latin typeface="Century Gothic"/>
                <a:ea typeface="Lato Regular"/>
              </a:rPr>
              <a:t>programación orientada a objetos</a:t>
            </a:r>
            <a:endParaRPr lang="es-ES" sz="4400" b="0" strike="noStrike" spc="-1" dirty="0">
              <a:solidFill>
                <a:srgbClr val="000000"/>
              </a:solidFill>
              <a:highlight>
                <a:srgbClr val="FFFF00"/>
              </a:highlight>
              <a:latin typeface="Arial"/>
            </a:endParaRPr>
          </a:p>
          <a:p>
            <a:pPr>
              <a:spcAft>
                <a:spcPts val="600"/>
              </a:spcAft>
              <a:tabLst>
                <a:tab pos="0" algn="l"/>
              </a:tabLst>
            </a:pPr>
            <a:r>
              <a:rPr lang="es-ES" sz="4400" b="1" strike="noStrike" spc="-1" dirty="0">
                <a:solidFill>
                  <a:srgbClr val="000000"/>
                </a:solidFill>
                <a:highlight>
                  <a:srgbClr val="FFFF00"/>
                </a:highlight>
                <a:latin typeface="Century Gothic"/>
                <a:ea typeface="Lato Regular"/>
              </a:rPr>
              <a:t>UML</a:t>
            </a:r>
            <a:r>
              <a:rPr lang="es-ES" sz="4400" b="0" strike="noStrike" spc="-1" dirty="0">
                <a:solidFill>
                  <a:srgbClr val="000000"/>
                </a:solidFill>
                <a:highlight>
                  <a:srgbClr val="FFFF00"/>
                </a:highlight>
                <a:latin typeface="Century Gothic"/>
                <a:ea typeface="Lato Regular"/>
              </a:rPr>
              <a:t>: lenguaje unificado de modelado</a:t>
            </a:r>
            <a:endParaRPr lang="es-ES" sz="4400" b="0" strike="noStrike" spc="-1" dirty="0">
              <a:solidFill>
                <a:srgbClr val="000000"/>
              </a:solidFill>
              <a:highlight>
                <a:srgbClr val="FFFF00"/>
              </a:highlight>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CuadroTexto 12"/>
          <p:cNvSpPr/>
          <p:nvPr/>
        </p:nvSpPr>
        <p:spPr>
          <a:xfrm>
            <a:off x="943620" y="569561"/>
            <a:ext cx="23068380" cy="3737968"/>
          </a:xfrm>
          <a:prstGeom prst="rect">
            <a:avLst/>
          </a:prstGeom>
          <a:noFill/>
          <a:ln w="1270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marL="216000" indent="-216000">
              <a:lnSpc>
                <a:spcPct val="150000"/>
              </a:lnSpc>
              <a:buClr>
                <a:srgbClr val="6D7478"/>
              </a:buClr>
              <a:buFont typeface="Arial"/>
              <a:buChar char="•"/>
            </a:pPr>
            <a:r>
              <a:rPr lang="es-ES" sz="6600" b="1" strike="noStrike" spc="-1" dirty="0">
                <a:solidFill>
                  <a:srgbClr val="6D7478"/>
                </a:solidFill>
                <a:latin typeface="Lato Regular"/>
                <a:ea typeface="Lato Regular"/>
              </a:rPr>
              <a:t>OMT</a:t>
            </a:r>
            <a:r>
              <a:rPr lang="es-ES" sz="4000" b="0" strike="noStrike" spc="-1" dirty="0">
                <a:solidFill>
                  <a:srgbClr val="6D7478"/>
                </a:solidFill>
                <a:latin typeface="Lato Regular"/>
                <a:ea typeface="Lato Regular"/>
              </a:rPr>
              <a:t> </a:t>
            </a:r>
            <a:endParaRPr lang="es-ES" sz="4000" b="0" strike="noStrike" spc="-1" dirty="0">
              <a:solidFill>
                <a:srgbClr val="000000"/>
              </a:solidFill>
              <a:latin typeface="Arial"/>
            </a:endParaRPr>
          </a:p>
          <a:p>
            <a:pPr marL="216000" indent="-216000">
              <a:lnSpc>
                <a:spcPct val="150000"/>
              </a:lnSpc>
              <a:buClr>
                <a:srgbClr val="6D7478"/>
              </a:buClr>
              <a:buFont typeface="Arial"/>
              <a:buChar char="•"/>
            </a:pPr>
            <a:r>
              <a:rPr lang="es-ES" sz="3200" b="0" strike="noStrike" spc="-1" dirty="0">
                <a:solidFill>
                  <a:srgbClr val="6D7478"/>
                </a:solidFill>
                <a:latin typeface="Lato Regular"/>
                <a:ea typeface="Lato Regular"/>
              </a:rPr>
              <a:t>OMT (</a:t>
            </a:r>
            <a:r>
              <a:rPr lang="es-ES" sz="3200" b="0" strike="noStrike" spc="-1" dirty="0" err="1">
                <a:solidFill>
                  <a:srgbClr val="6D7478"/>
                </a:solidFill>
                <a:latin typeface="Lato Regular"/>
                <a:ea typeface="Lato Regular"/>
              </a:rPr>
              <a:t>Object</a:t>
            </a:r>
            <a:r>
              <a:rPr lang="es-ES" sz="3200" b="0" strike="noStrike" spc="-1" dirty="0">
                <a:solidFill>
                  <a:srgbClr val="6D7478"/>
                </a:solidFill>
                <a:latin typeface="Lato Regular"/>
                <a:ea typeface="Lato Regular"/>
              </a:rPr>
              <a:t> </a:t>
            </a:r>
            <a:r>
              <a:rPr lang="es-ES" sz="3200" b="0" strike="noStrike" spc="-1" dirty="0" err="1">
                <a:solidFill>
                  <a:srgbClr val="6D7478"/>
                </a:solidFill>
                <a:latin typeface="Lato Regular"/>
                <a:ea typeface="Lato Regular"/>
              </a:rPr>
              <a:t>Modeling</a:t>
            </a:r>
            <a:r>
              <a:rPr lang="es-ES" sz="3200" b="0" strike="noStrike" spc="-1" dirty="0">
                <a:solidFill>
                  <a:srgbClr val="6D7478"/>
                </a:solidFill>
                <a:latin typeface="Lato Regular"/>
                <a:ea typeface="Lato Regular"/>
              </a:rPr>
              <a:t> </a:t>
            </a:r>
            <a:r>
              <a:rPr lang="es-ES" sz="3200" b="0" strike="noStrike" spc="-1" dirty="0" err="1">
                <a:solidFill>
                  <a:srgbClr val="6D7478"/>
                </a:solidFill>
                <a:latin typeface="Lato Regular"/>
                <a:ea typeface="Lato Regular"/>
              </a:rPr>
              <a:t>Technique</a:t>
            </a:r>
            <a:r>
              <a:rPr lang="es-ES" sz="3200" b="0" strike="noStrike" spc="-1" dirty="0">
                <a:solidFill>
                  <a:srgbClr val="6D7478"/>
                </a:solidFill>
                <a:latin typeface="Lato Regular"/>
                <a:ea typeface="Lato Regular"/>
              </a:rPr>
              <a:t>) es una técnica de modelado de objetos desarrollada por James Rumbaugh y otros en la década de 1990. Es una técnica para el análisis y diseño de sistemas orientados a objetos que se basa en la identificación y representación de objetos, sus relaciones y comportamientos.</a:t>
            </a:r>
            <a:endParaRPr lang="es-ES" sz="3200" b="0" strike="noStrike" spc="-1" dirty="0">
              <a:solidFill>
                <a:srgbClr val="000000"/>
              </a:solidFill>
              <a:latin typeface="Arial"/>
            </a:endParaRPr>
          </a:p>
        </p:txBody>
      </p:sp>
      <p:graphicFrame>
        <p:nvGraphicFramePr>
          <p:cNvPr id="104" name="Tabla 15"/>
          <p:cNvGraphicFramePr/>
          <p:nvPr>
            <p:extLst>
              <p:ext uri="{D42A27DB-BD31-4B8C-83A1-F6EECF244321}">
                <p14:modId xmlns:p14="http://schemas.microsoft.com/office/powerpoint/2010/main" val="1347050549"/>
              </p:ext>
            </p:extLst>
          </p:nvPr>
        </p:nvGraphicFramePr>
        <p:xfrm>
          <a:off x="876300" y="4608952"/>
          <a:ext cx="23203020" cy="4899859"/>
        </p:xfrm>
        <a:graphic>
          <a:graphicData uri="http://schemas.openxmlformats.org/drawingml/2006/table">
            <a:tbl>
              <a:tblPr/>
              <a:tblGrid>
                <a:gridCol w="11601510">
                  <a:extLst>
                    <a:ext uri="{9D8B030D-6E8A-4147-A177-3AD203B41FA5}">
                      <a16:colId xmlns:a16="http://schemas.microsoft.com/office/drawing/2014/main" val="20000"/>
                    </a:ext>
                  </a:extLst>
                </a:gridCol>
                <a:gridCol w="11601510">
                  <a:extLst>
                    <a:ext uri="{9D8B030D-6E8A-4147-A177-3AD203B41FA5}">
                      <a16:colId xmlns:a16="http://schemas.microsoft.com/office/drawing/2014/main" val="20001"/>
                    </a:ext>
                  </a:extLst>
                </a:gridCol>
              </a:tblGrid>
              <a:tr h="346511">
                <a:tc>
                  <a:txBody>
                    <a:bodyPr/>
                    <a:lstStyle/>
                    <a:p>
                      <a:pPr algn="ctr">
                        <a:lnSpc>
                          <a:spcPct val="100000"/>
                        </a:lnSpc>
                        <a:tabLst>
                          <a:tab pos="0" algn="l"/>
                        </a:tabLst>
                      </a:pPr>
                      <a:r>
                        <a:rPr lang="es-ES" sz="3200" b="0" strike="noStrike" spc="-1" dirty="0">
                          <a:solidFill>
                            <a:srgbClr val="6D7478"/>
                          </a:solidFill>
                          <a:latin typeface="Abadi" panose="020B0604020104020204" pitchFamily="34" charset="0"/>
                          <a:ea typeface="Open Sans ExtraBold"/>
                        </a:rPr>
                        <a:t>Ventajas</a:t>
                      </a:r>
                      <a:endParaRPr lang="es-ES" sz="3200" b="0" strike="noStrike" spc="-1" dirty="0">
                        <a:solidFill>
                          <a:srgbClr val="000000"/>
                        </a:solidFill>
                        <a:latin typeface="Abadi" panose="020B0604020104020204" pitchFamily="34" charset="0"/>
                      </a:endParaRPr>
                    </a:p>
                  </a:txBody>
                  <a:tcPr>
                    <a:lnL w="12240">
                      <a:solidFill>
                        <a:srgbClr val="6D7478"/>
                      </a:solidFill>
                      <a:prstDash val="solid"/>
                    </a:lnL>
                    <a:lnR w="12240">
                      <a:solidFill>
                        <a:srgbClr val="6D7478"/>
                      </a:solidFill>
                      <a:prstDash val="solid"/>
                    </a:lnR>
                    <a:lnT w="12240">
                      <a:solidFill>
                        <a:srgbClr val="6D7478"/>
                      </a:solidFill>
                      <a:prstDash val="solid"/>
                    </a:lnT>
                    <a:lnB w="12240">
                      <a:solidFill>
                        <a:srgbClr val="6D7478"/>
                      </a:solidFill>
                      <a:prstDash val="solid"/>
                    </a:lnB>
                    <a:solidFill>
                      <a:srgbClr val="CCFFCC"/>
                    </a:solidFill>
                  </a:tcPr>
                </a:tc>
                <a:tc>
                  <a:txBody>
                    <a:bodyPr/>
                    <a:lstStyle/>
                    <a:p>
                      <a:pPr algn="ctr">
                        <a:lnSpc>
                          <a:spcPct val="100000"/>
                        </a:lnSpc>
                        <a:tabLst>
                          <a:tab pos="0" algn="l"/>
                        </a:tabLst>
                      </a:pPr>
                      <a:r>
                        <a:rPr lang="es-ES" sz="3200" b="0" strike="noStrike" spc="-1" dirty="0">
                          <a:solidFill>
                            <a:srgbClr val="6D7478"/>
                          </a:solidFill>
                          <a:latin typeface="Abadi" panose="020B0604020104020204" pitchFamily="34" charset="0"/>
                          <a:ea typeface="Open Sans ExtraBold"/>
                        </a:rPr>
                        <a:t>Desventajas</a:t>
                      </a:r>
                      <a:endParaRPr lang="es-ES" sz="3200" b="0" strike="noStrike" spc="-1" dirty="0">
                        <a:solidFill>
                          <a:srgbClr val="000000"/>
                        </a:solidFill>
                        <a:latin typeface="Abadi" panose="020B0604020104020204" pitchFamily="34" charset="0"/>
                      </a:endParaRPr>
                    </a:p>
                  </a:txBody>
                  <a:tcPr>
                    <a:lnL w="12240">
                      <a:solidFill>
                        <a:srgbClr val="6D7478"/>
                      </a:solidFill>
                      <a:prstDash val="solid"/>
                    </a:lnL>
                    <a:lnR w="12240">
                      <a:solidFill>
                        <a:srgbClr val="6D7478"/>
                      </a:solidFill>
                      <a:prstDash val="solid"/>
                    </a:lnR>
                    <a:lnT w="12240">
                      <a:solidFill>
                        <a:srgbClr val="6D7478"/>
                      </a:solidFill>
                      <a:prstDash val="solid"/>
                    </a:lnT>
                    <a:lnB w="12240">
                      <a:solidFill>
                        <a:srgbClr val="6D7478"/>
                      </a:solidFill>
                      <a:prstDash val="solid"/>
                    </a:lnB>
                    <a:solidFill>
                      <a:srgbClr val="F9D1BA"/>
                    </a:solidFill>
                  </a:tcPr>
                </a:tc>
                <a:extLst>
                  <a:ext uri="{0D108BD9-81ED-4DB2-BD59-A6C34878D82A}">
                    <a16:rowId xmlns:a16="http://schemas.microsoft.com/office/drawing/2014/main" val="10000"/>
                  </a:ext>
                </a:extLst>
              </a:tr>
              <a:tr h="4320739">
                <a:tc>
                  <a:txBody>
                    <a:bodyPr/>
                    <a:lstStyle/>
                    <a:p>
                      <a:pPr marL="216000" indent="-216000">
                        <a:lnSpc>
                          <a:spcPct val="100000"/>
                        </a:lnSpc>
                        <a:buClr>
                          <a:srgbClr val="6D7478"/>
                        </a:buClr>
                        <a:buFont typeface="Arial"/>
                        <a:buChar char="•"/>
                      </a:pPr>
                      <a:r>
                        <a:rPr lang="es-ES" sz="3200" b="0" strike="noStrike" spc="-1" dirty="0">
                          <a:solidFill>
                            <a:srgbClr val="6D7478"/>
                          </a:solidFill>
                          <a:latin typeface="Abadi" panose="020B0604020104020204" pitchFamily="34" charset="0"/>
                          <a:ea typeface="Open Sans ExtraBold"/>
                        </a:rPr>
                        <a:t>se centra en la identificación de objetos y sus relaciones, lo que puede resultar en un diseño de sistema más claro y simple.</a:t>
                      </a:r>
                      <a:endParaRPr lang="es-ES" sz="3200" b="0" strike="noStrike" spc="-1" dirty="0">
                        <a:solidFill>
                          <a:srgbClr val="000000"/>
                        </a:solidFill>
                        <a:latin typeface="Abadi" panose="020B0604020104020204" pitchFamily="34" charset="0"/>
                      </a:endParaRPr>
                    </a:p>
                    <a:p>
                      <a:pPr marL="216000" indent="-216000">
                        <a:lnSpc>
                          <a:spcPct val="100000"/>
                        </a:lnSpc>
                        <a:buClr>
                          <a:srgbClr val="6D7478"/>
                        </a:buClr>
                        <a:buFont typeface="Arial"/>
                        <a:buChar char="•"/>
                      </a:pPr>
                      <a:r>
                        <a:rPr lang="es-ES" sz="3200" b="0" strike="noStrike" spc="-1" dirty="0">
                          <a:solidFill>
                            <a:srgbClr val="6D7478"/>
                          </a:solidFill>
                          <a:latin typeface="Abadi" panose="020B0604020104020204" pitchFamily="34" charset="0"/>
                          <a:ea typeface="Open Sans ExtraBold"/>
                        </a:rPr>
                        <a:t>OMT es fácil de entender y aprender, lo que lo hace ideal para equipos de desarrollo de software más pequeños y menos experimentados.</a:t>
                      </a:r>
                      <a:endParaRPr lang="es-ES" sz="3200" b="0" strike="noStrike" spc="-1" dirty="0">
                        <a:solidFill>
                          <a:srgbClr val="000000"/>
                        </a:solidFill>
                        <a:latin typeface="Abadi" panose="020B0604020104020204" pitchFamily="34" charset="0"/>
                      </a:endParaRPr>
                    </a:p>
                    <a:p>
                      <a:pPr marL="216000" indent="-216000">
                        <a:lnSpc>
                          <a:spcPct val="100000"/>
                        </a:lnSpc>
                        <a:buClr>
                          <a:srgbClr val="6D7478"/>
                        </a:buClr>
                        <a:buFont typeface="Arial"/>
                        <a:buChar char="•"/>
                      </a:pPr>
                      <a:r>
                        <a:rPr lang="es-ES" sz="3200" b="0" strike="noStrike" spc="-1" dirty="0">
                          <a:solidFill>
                            <a:srgbClr val="6D7478"/>
                          </a:solidFill>
                          <a:latin typeface="Abadi" panose="020B0604020104020204" pitchFamily="34" charset="0"/>
                          <a:ea typeface="Open Sans ExtraBold"/>
                        </a:rPr>
                        <a:t>La metodología OMT es adecuada para proyectos de diferentes tamaños y complejidades.</a:t>
                      </a:r>
                      <a:endParaRPr lang="es-ES" sz="3200" b="0" strike="noStrike" spc="-1" dirty="0">
                        <a:solidFill>
                          <a:srgbClr val="000000"/>
                        </a:solidFill>
                        <a:latin typeface="Abadi" panose="020B0604020104020204" pitchFamily="34" charset="0"/>
                      </a:endParaRPr>
                    </a:p>
                    <a:p>
                      <a:pPr>
                        <a:lnSpc>
                          <a:spcPct val="100000"/>
                        </a:lnSpc>
                        <a:tabLst>
                          <a:tab pos="0" algn="l"/>
                        </a:tabLst>
                      </a:pPr>
                      <a:endParaRPr lang="es-ES" sz="3200" b="0" strike="noStrike" spc="-1" dirty="0">
                        <a:solidFill>
                          <a:srgbClr val="000000"/>
                        </a:solidFill>
                        <a:latin typeface="Abadi" panose="020B0604020104020204" pitchFamily="34" charset="0"/>
                      </a:endParaRPr>
                    </a:p>
                  </a:txBody>
                  <a:tcPr>
                    <a:lnL w="12240">
                      <a:solidFill>
                        <a:srgbClr val="6D7478"/>
                      </a:solidFill>
                      <a:prstDash val="solid"/>
                    </a:lnL>
                    <a:lnR w="12240">
                      <a:solidFill>
                        <a:srgbClr val="6D7478"/>
                      </a:solidFill>
                      <a:prstDash val="solid"/>
                    </a:lnR>
                    <a:lnT w="12240">
                      <a:solidFill>
                        <a:srgbClr val="6D7478"/>
                      </a:solidFill>
                      <a:prstDash val="solid"/>
                    </a:lnT>
                    <a:lnB w="12240">
                      <a:solidFill>
                        <a:srgbClr val="6D7478"/>
                      </a:solidFill>
                      <a:prstDash val="solid"/>
                    </a:lnB>
                    <a:solidFill>
                      <a:srgbClr val="CCFFCC"/>
                    </a:solidFill>
                  </a:tcPr>
                </a:tc>
                <a:tc>
                  <a:txBody>
                    <a:bodyPr/>
                    <a:lstStyle/>
                    <a:p>
                      <a:pPr marL="216000" indent="-216000">
                        <a:lnSpc>
                          <a:spcPct val="100000"/>
                        </a:lnSpc>
                        <a:buClr>
                          <a:srgbClr val="6D7478"/>
                        </a:buClr>
                        <a:buFont typeface="Arial"/>
                        <a:buChar char="•"/>
                      </a:pPr>
                      <a:r>
                        <a:rPr lang="es-ES" sz="3200" b="0" strike="noStrike" spc="-1" dirty="0">
                          <a:solidFill>
                            <a:srgbClr val="6D7478"/>
                          </a:solidFill>
                          <a:latin typeface="Abadi" panose="020B0604020104020204" pitchFamily="34" charset="0"/>
                          <a:ea typeface="Open Sans ExtraBold"/>
                        </a:rPr>
                        <a:t>OMT es una metodología menos conocida que UML y no cuenta con la misma cantidad de herramientas de apoyo disponibles.</a:t>
                      </a:r>
                      <a:endParaRPr lang="es-ES" sz="3200" b="0" strike="noStrike" spc="-1" dirty="0">
                        <a:solidFill>
                          <a:srgbClr val="000000"/>
                        </a:solidFill>
                        <a:latin typeface="Abadi" panose="020B0604020104020204" pitchFamily="34" charset="0"/>
                      </a:endParaRPr>
                    </a:p>
                    <a:p>
                      <a:pPr marL="216000" indent="-216000">
                        <a:lnSpc>
                          <a:spcPct val="100000"/>
                        </a:lnSpc>
                        <a:buClr>
                          <a:srgbClr val="6D7478"/>
                        </a:buClr>
                        <a:buFont typeface="Arial"/>
                        <a:buChar char="•"/>
                      </a:pPr>
                      <a:r>
                        <a:rPr lang="es-ES" sz="3200" b="0" strike="noStrike" spc="-1" dirty="0">
                          <a:solidFill>
                            <a:srgbClr val="6D7478"/>
                          </a:solidFill>
                          <a:latin typeface="Abadi" panose="020B0604020104020204" pitchFamily="34" charset="0"/>
                          <a:ea typeface="Open Sans ExtraBold"/>
                        </a:rPr>
                        <a:t>OMT no es tan extensible como UML y puede ser difícil de adaptar a proyectos específicos.</a:t>
                      </a:r>
                      <a:endParaRPr lang="es-ES" sz="3200" b="0" strike="noStrike" spc="-1" dirty="0">
                        <a:solidFill>
                          <a:srgbClr val="000000"/>
                        </a:solidFill>
                        <a:latin typeface="Abadi" panose="020B0604020104020204" pitchFamily="34" charset="0"/>
                      </a:endParaRPr>
                    </a:p>
                    <a:p>
                      <a:pPr marL="216000" indent="-216000">
                        <a:lnSpc>
                          <a:spcPct val="100000"/>
                        </a:lnSpc>
                        <a:buClr>
                          <a:srgbClr val="6D7478"/>
                        </a:buClr>
                        <a:buFont typeface="Arial"/>
                        <a:buChar char="•"/>
                      </a:pPr>
                      <a:r>
                        <a:rPr lang="es-ES" sz="3200" b="0" strike="noStrike" spc="-1" dirty="0">
                          <a:solidFill>
                            <a:srgbClr val="6D7478"/>
                          </a:solidFill>
                          <a:latin typeface="Abadi" panose="020B0604020104020204" pitchFamily="34" charset="0"/>
                          <a:ea typeface="Open Sans ExtraBold"/>
                        </a:rPr>
                        <a:t>La falta de una notación visual bien definida en OMT puede dificultar la comprensión y el intercambio de modelos entre diferentes miembros del equipo de desarrollo de software.</a:t>
                      </a:r>
                      <a:endParaRPr lang="es-ES" sz="3200" b="0" strike="noStrike" spc="-1" dirty="0">
                        <a:solidFill>
                          <a:srgbClr val="000000"/>
                        </a:solidFill>
                        <a:latin typeface="Abadi" panose="020B0604020104020204" pitchFamily="34" charset="0"/>
                      </a:endParaRPr>
                    </a:p>
                    <a:p>
                      <a:pPr>
                        <a:lnSpc>
                          <a:spcPct val="100000"/>
                        </a:lnSpc>
                        <a:tabLst>
                          <a:tab pos="0" algn="l"/>
                        </a:tabLst>
                      </a:pPr>
                      <a:endParaRPr lang="es-ES" sz="3200" b="0" strike="noStrike" spc="-1" dirty="0">
                        <a:solidFill>
                          <a:srgbClr val="000000"/>
                        </a:solidFill>
                        <a:latin typeface="Abadi" panose="020B0604020104020204" pitchFamily="34" charset="0"/>
                      </a:endParaRPr>
                    </a:p>
                  </a:txBody>
                  <a:tcPr>
                    <a:lnL w="12240">
                      <a:solidFill>
                        <a:srgbClr val="6D7478"/>
                      </a:solidFill>
                      <a:prstDash val="solid"/>
                    </a:lnL>
                    <a:lnR w="12240">
                      <a:solidFill>
                        <a:srgbClr val="6D7478"/>
                      </a:solidFill>
                      <a:prstDash val="solid"/>
                    </a:lnR>
                    <a:lnT w="12240">
                      <a:solidFill>
                        <a:srgbClr val="6D7478"/>
                      </a:solidFill>
                      <a:prstDash val="solid"/>
                    </a:lnT>
                    <a:lnB w="12240">
                      <a:solidFill>
                        <a:srgbClr val="6D7478"/>
                      </a:solidFill>
                      <a:prstDash val="solid"/>
                    </a:lnB>
                    <a:solidFill>
                      <a:srgbClr val="F9D1BA"/>
                    </a:solidFill>
                  </a:tcPr>
                </a:tc>
                <a:extLst>
                  <a:ext uri="{0D108BD9-81ED-4DB2-BD59-A6C34878D82A}">
                    <a16:rowId xmlns:a16="http://schemas.microsoft.com/office/drawing/2014/main" val="10001"/>
                  </a:ext>
                </a:extLst>
              </a:tr>
            </a:tbl>
          </a:graphicData>
        </a:graphic>
      </p:graphicFrame>
      <p:sp>
        <p:nvSpPr>
          <p:cNvPr id="105" name="CuadroTexto 17"/>
          <p:cNvSpPr/>
          <p:nvPr/>
        </p:nvSpPr>
        <p:spPr>
          <a:xfrm>
            <a:off x="1055310" y="9612420"/>
            <a:ext cx="21899940" cy="3691801"/>
          </a:xfrm>
          <a:prstGeom prst="rect">
            <a:avLst/>
          </a:prstGeom>
          <a:noFill/>
          <a:ln w="1270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marL="216000" indent="-216000">
              <a:lnSpc>
                <a:spcPct val="150000"/>
              </a:lnSpc>
              <a:buClr>
                <a:srgbClr val="6D7478"/>
              </a:buClr>
              <a:buFont typeface="Open Sans Bold"/>
              <a:buAutoNum type="arabicPeriod"/>
            </a:pPr>
            <a:r>
              <a:rPr lang="es-ES" sz="3200" b="1" strike="noStrike" spc="-1" dirty="0">
                <a:solidFill>
                  <a:srgbClr val="6D7478"/>
                </a:solidFill>
                <a:latin typeface="Lato Regular"/>
                <a:ea typeface="Lato Regular"/>
              </a:rPr>
              <a:t>Visual </a:t>
            </a:r>
            <a:r>
              <a:rPr lang="es-ES" sz="3200" b="1" strike="noStrike" spc="-1" dirty="0" err="1">
                <a:solidFill>
                  <a:srgbClr val="6D7478"/>
                </a:solidFill>
                <a:latin typeface="Lato Regular"/>
                <a:ea typeface="Lato Regular"/>
              </a:rPr>
              <a:t>Paradigm</a:t>
            </a:r>
            <a:r>
              <a:rPr lang="es-ES" sz="3200" b="0" strike="noStrike" spc="-1" dirty="0">
                <a:solidFill>
                  <a:srgbClr val="6D7478"/>
                </a:solidFill>
                <a:latin typeface="Lato Regular"/>
                <a:ea typeface="Lato Regular"/>
              </a:rPr>
              <a:t>: es una herramienta de modelado UML que también admite la creación de diagramas OMT.</a:t>
            </a:r>
            <a:endParaRPr lang="es-ES" sz="3200" b="0" strike="noStrike" spc="-1" dirty="0">
              <a:solidFill>
                <a:srgbClr val="000000"/>
              </a:solidFill>
              <a:latin typeface="Arial"/>
            </a:endParaRPr>
          </a:p>
          <a:p>
            <a:pPr marL="216000" indent="-216000">
              <a:lnSpc>
                <a:spcPct val="150000"/>
              </a:lnSpc>
              <a:buClr>
                <a:srgbClr val="6D7478"/>
              </a:buClr>
              <a:buFont typeface="Open Sans Bold"/>
              <a:buAutoNum type="arabicPeriod"/>
            </a:pPr>
            <a:r>
              <a:rPr lang="es-ES" sz="3200" b="1" strike="noStrike" spc="-1" dirty="0" err="1">
                <a:solidFill>
                  <a:srgbClr val="6D7478"/>
                </a:solidFill>
                <a:latin typeface="Lato Regular"/>
                <a:ea typeface="Lato Regular"/>
              </a:rPr>
              <a:t>Rational</a:t>
            </a:r>
            <a:r>
              <a:rPr lang="es-ES" sz="3200" b="1" strike="noStrike" spc="-1" dirty="0">
                <a:solidFill>
                  <a:srgbClr val="6D7478"/>
                </a:solidFill>
                <a:latin typeface="Lato Regular"/>
                <a:ea typeface="Lato Regular"/>
              </a:rPr>
              <a:t> Rose:</a:t>
            </a:r>
            <a:r>
              <a:rPr lang="es-ES" sz="3200" b="0" strike="noStrike" spc="-1" dirty="0">
                <a:solidFill>
                  <a:srgbClr val="6D7478"/>
                </a:solidFill>
                <a:latin typeface="Lato Regular"/>
                <a:ea typeface="Lato Regular"/>
              </a:rPr>
              <a:t> es una herramienta de modelado UML que también admite la creación de diagramas OMT.</a:t>
            </a:r>
            <a:endParaRPr lang="es-ES" sz="3200" b="0" strike="noStrike" spc="-1" dirty="0">
              <a:solidFill>
                <a:srgbClr val="000000"/>
              </a:solidFill>
              <a:latin typeface="Arial"/>
            </a:endParaRPr>
          </a:p>
          <a:p>
            <a:pPr marL="216000" indent="-216000">
              <a:lnSpc>
                <a:spcPct val="150000"/>
              </a:lnSpc>
              <a:buClr>
                <a:srgbClr val="6D7478"/>
              </a:buClr>
              <a:buFont typeface="Open Sans Bold"/>
              <a:buAutoNum type="arabicPeriod"/>
            </a:pPr>
            <a:r>
              <a:rPr lang="es-ES" sz="3200" b="1" strike="noStrike" spc="-1" dirty="0" err="1">
                <a:solidFill>
                  <a:srgbClr val="6D7478"/>
                </a:solidFill>
                <a:latin typeface="Lato Regular"/>
                <a:ea typeface="Lato Regular"/>
              </a:rPr>
              <a:t>Modelio</a:t>
            </a:r>
            <a:r>
              <a:rPr lang="es-ES" sz="3200" b="1" strike="noStrike" spc="-1" dirty="0">
                <a:solidFill>
                  <a:srgbClr val="6D7478"/>
                </a:solidFill>
                <a:latin typeface="Lato Regular"/>
                <a:ea typeface="Lato Regular"/>
              </a:rPr>
              <a:t>:</a:t>
            </a:r>
            <a:r>
              <a:rPr lang="es-ES" sz="3200" b="0" strike="noStrike" spc="-1" dirty="0">
                <a:solidFill>
                  <a:srgbClr val="6D7478"/>
                </a:solidFill>
                <a:latin typeface="Lato Regular"/>
                <a:ea typeface="Lato Regular"/>
              </a:rPr>
              <a:t> es una herramienta de modelado UML que admite la creación de varios tipos de diagramas, incluidos los diagramas OMT.</a:t>
            </a:r>
            <a:endParaRPr lang="es-ES" sz="3200" b="0" strike="noStrike" spc="-1" dirty="0">
              <a:solidFill>
                <a:srgbClr val="000000"/>
              </a:solidFill>
              <a:latin typeface="Arial"/>
            </a:endParaRPr>
          </a:p>
          <a:p>
            <a:pPr marL="216000" indent="-216000">
              <a:lnSpc>
                <a:spcPct val="150000"/>
              </a:lnSpc>
              <a:buClr>
                <a:srgbClr val="6D7478"/>
              </a:buClr>
              <a:buFont typeface="Open Sans Bold"/>
              <a:buAutoNum type="arabicPeriod"/>
            </a:pPr>
            <a:r>
              <a:rPr lang="es-ES" sz="3200" b="1" strike="noStrike" spc="-1" dirty="0" err="1">
                <a:solidFill>
                  <a:srgbClr val="6D7478"/>
                </a:solidFill>
                <a:latin typeface="Lato Regular"/>
                <a:ea typeface="Lato Regular"/>
              </a:rPr>
              <a:t>Astah</a:t>
            </a:r>
            <a:r>
              <a:rPr lang="es-ES" sz="3200" b="1" strike="noStrike" spc="-1" dirty="0">
                <a:solidFill>
                  <a:srgbClr val="6D7478"/>
                </a:solidFill>
                <a:latin typeface="Lato Regular"/>
                <a:ea typeface="Lato Regular"/>
              </a:rPr>
              <a:t>:</a:t>
            </a:r>
            <a:r>
              <a:rPr lang="es-ES" sz="3200" b="0" strike="noStrike" spc="-1" dirty="0">
                <a:solidFill>
                  <a:srgbClr val="6D7478"/>
                </a:solidFill>
                <a:latin typeface="Lato Regular"/>
                <a:ea typeface="Lato Regular"/>
              </a:rPr>
              <a:t> es una herramienta de modelado UML que también admite la creación de diagramas OMT.</a:t>
            </a:r>
            <a:endParaRPr lang="es-ES" sz="3200" b="0" strike="noStrike" spc="-1" dirty="0">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CuadroTexto 10"/>
          <p:cNvSpPr/>
          <p:nvPr/>
        </p:nvSpPr>
        <p:spPr>
          <a:xfrm>
            <a:off x="438120" y="114480"/>
            <a:ext cx="10666440" cy="2179912"/>
          </a:xfrm>
          <a:prstGeom prst="rect">
            <a:avLst/>
          </a:prstGeom>
          <a:noFill/>
          <a:ln w="1270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50000"/>
              </a:lnSpc>
              <a:tabLst>
                <a:tab pos="0" algn="l"/>
              </a:tabLst>
            </a:pPr>
            <a:r>
              <a:rPr lang="es-ES" sz="6600" b="1" strike="noStrike" spc="-1" dirty="0">
                <a:solidFill>
                  <a:srgbClr val="6D7478"/>
                </a:solidFill>
                <a:latin typeface="Lato Regular"/>
                <a:ea typeface="Lato Regular"/>
              </a:rPr>
              <a:t>UML </a:t>
            </a:r>
            <a:endParaRPr lang="es-ES" sz="6600" b="0" strike="noStrike" spc="-1" dirty="0">
              <a:solidFill>
                <a:srgbClr val="000000"/>
              </a:solidFill>
              <a:latin typeface="Arial"/>
            </a:endParaRPr>
          </a:p>
          <a:p>
            <a:pPr>
              <a:lnSpc>
                <a:spcPct val="150000"/>
              </a:lnSpc>
              <a:tabLst>
                <a:tab pos="0" algn="l"/>
              </a:tabLst>
            </a:pPr>
            <a:r>
              <a:rPr lang="es-ES" sz="2800" b="0" strike="noStrike" spc="-1" dirty="0">
                <a:solidFill>
                  <a:srgbClr val="6D7478"/>
                </a:solidFill>
                <a:latin typeface="Lato Regular"/>
                <a:ea typeface="Lato Regular"/>
              </a:rPr>
              <a:t>(Lenguaje de Modelado Unificado)  </a:t>
            </a:r>
            <a:endParaRPr lang="es-ES" sz="2800" b="0" strike="noStrike" spc="-1" dirty="0">
              <a:solidFill>
                <a:srgbClr val="000000"/>
              </a:solidFill>
              <a:latin typeface="Arial"/>
            </a:endParaRPr>
          </a:p>
        </p:txBody>
      </p:sp>
      <p:graphicFrame>
        <p:nvGraphicFramePr>
          <p:cNvPr id="103" name="Tabla 15"/>
          <p:cNvGraphicFramePr/>
          <p:nvPr>
            <p:extLst>
              <p:ext uri="{D42A27DB-BD31-4B8C-83A1-F6EECF244321}">
                <p14:modId xmlns:p14="http://schemas.microsoft.com/office/powerpoint/2010/main" val="2247657736"/>
              </p:ext>
            </p:extLst>
          </p:nvPr>
        </p:nvGraphicFramePr>
        <p:xfrm>
          <a:off x="438120" y="3386070"/>
          <a:ext cx="23157990" cy="8412480"/>
        </p:xfrm>
        <a:graphic>
          <a:graphicData uri="http://schemas.openxmlformats.org/drawingml/2006/table">
            <a:tbl>
              <a:tblPr/>
              <a:tblGrid>
                <a:gridCol w="11578995">
                  <a:extLst>
                    <a:ext uri="{9D8B030D-6E8A-4147-A177-3AD203B41FA5}">
                      <a16:colId xmlns:a16="http://schemas.microsoft.com/office/drawing/2014/main" val="20000"/>
                    </a:ext>
                  </a:extLst>
                </a:gridCol>
                <a:gridCol w="11578995">
                  <a:extLst>
                    <a:ext uri="{9D8B030D-6E8A-4147-A177-3AD203B41FA5}">
                      <a16:colId xmlns:a16="http://schemas.microsoft.com/office/drawing/2014/main" val="20001"/>
                    </a:ext>
                  </a:extLst>
                </a:gridCol>
              </a:tblGrid>
              <a:tr h="0">
                <a:tc>
                  <a:txBody>
                    <a:bodyPr/>
                    <a:lstStyle/>
                    <a:p>
                      <a:pPr algn="ctr">
                        <a:lnSpc>
                          <a:spcPct val="100000"/>
                        </a:lnSpc>
                        <a:tabLst>
                          <a:tab pos="0" algn="l"/>
                        </a:tabLst>
                      </a:pPr>
                      <a:r>
                        <a:rPr lang="es-ES" sz="3600" b="0" strike="noStrike" spc="-1">
                          <a:solidFill>
                            <a:srgbClr val="6D7478"/>
                          </a:solidFill>
                          <a:latin typeface="Abadi" panose="020B0604020104020204" pitchFamily="34" charset="0"/>
                          <a:ea typeface="Open Sans ExtraBold"/>
                        </a:rPr>
                        <a:t>Ventajas</a:t>
                      </a:r>
                      <a:endParaRPr lang="es-ES" sz="3600" b="0" strike="noStrike" spc="-1">
                        <a:solidFill>
                          <a:srgbClr val="000000"/>
                        </a:solidFill>
                        <a:latin typeface="Abadi" panose="020B0604020104020204" pitchFamily="34" charset="0"/>
                      </a:endParaRPr>
                    </a:p>
                  </a:txBody>
                  <a:tcPr>
                    <a:lnL w="12240">
                      <a:solidFill>
                        <a:srgbClr val="6D7478"/>
                      </a:solidFill>
                      <a:prstDash val="solid"/>
                    </a:lnL>
                    <a:lnR w="12240">
                      <a:solidFill>
                        <a:srgbClr val="6D7478"/>
                      </a:solidFill>
                      <a:prstDash val="solid"/>
                    </a:lnR>
                    <a:lnT w="12240">
                      <a:solidFill>
                        <a:srgbClr val="6D7478"/>
                      </a:solidFill>
                      <a:prstDash val="solid"/>
                    </a:lnT>
                    <a:lnB w="12240">
                      <a:solidFill>
                        <a:srgbClr val="6D7478"/>
                      </a:solidFill>
                      <a:prstDash val="solid"/>
                    </a:lnB>
                    <a:solidFill>
                      <a:srgbClr val="CCFFCC"/>
                    </a:solidFill>
                  </a:tcPr>
                </a:tc>
                <a:tc>
                  <a:txBody>
                    <a:bodyPr/>
                    <a:lstStyle/>
                    <a:p>
                      <a:pPr algn="ctr">
                        <a:lnSpc>
                          <a:spcPct val="100000"/>
                        </a:lnSpc>
                        <a:tabLst>
                          <a:tab pos="0" algn="l"/>
                        </a:tabLst>
                      </a:pPr>
                      <a:r>
                        <a:rPr lang="es-ES" sz="3600" b="0" strike="noStrike" spc="-1">
                          <a:solidFill>
                            <a:srgbClr val="6D7478"/>
                          </a:solidFill>
                          <a:latin typeface="Abadi" panose="020B0604020104020204" pitchFamily="34" charset="0"/>
                          <a:ea typeface="Open Sans ExtraBold"/>
                        </a:rPr>
                        <a:t>Desventajas</a:t>
                      </a:r>
                      <a:endParaRPr lang="es-ES" sz="3600" b="0" strike="noStrike" spc="-1">
                        <a:solidFill>
                          <a:srgbClr val="000000"/>
                        </a:solidFill>
                        <a:latin typeface="Abadi" panose="020B0604020104020204" pitchFamily="34" charset="0"/>
                      </a:endParaRPr>
                    </a:p>
                  </a:txBody>
                  <a:tcPr>
                    <a:lnL w="12240">
                      <a:solidFill>
                        <a:srgbClr val="6D7478"/>
                      </a:solidFill>
                      <a:prstDash val="solid"/>
                    </a:lnL>
                    <a:lnR w="12240">
                      <a:solidFill>
                        <a:srgbClr val="6D7478"/>
                      </a:solidFill>
                      <a:prstDash val="solid"/>
                    </a:lnR>
                    <a:lnT w="12240">
                      <a:solidFill>
                        <a:srgbClr val="6D7478"/>
                      </a:solidFill>
                      <a:prstDash val="solid"/>
                    </a:lnT>
                    <a:lnB w="12240">
                      <a:solidFill>
                        <a:srgbClr val="6D7478"/>
                      </a:solidFill>
                      <a:prstDash val="solid"/>
                    </a:lnB>
                    <a:solidFill>
                      <a:srgbClr val="F9D1BA"/>
                    </a:solidFill>
                  </a:tcPr>
                </a:tc>
                <a:extLst>
                  <a:ext uri="{0D108BD9-81ED-4DB2-BD59-A6C34878D82A}">
                    <a16:rowId xmlns:a16="http://schemas.microsoft.com/office/drawing/2014/main" val="10000"/>
                  </a:ext>
                </a:extLst>
              </a:tr>
              <a:tr h="370800">
                <a:tc>
                  <a:txBody>
                    <a:bodyPr/>
                    <a:lstStyle/>
                    <a:p>
                      <a:pPr marL="216000" indent="-216000">
                        <a:lnSpc>
                          <a:spcPct val="100000"/>
                        </a:lnSpc>
                        <a:buClr>
                          <a:srgbClr val="6D7478"/>
                        </a:buClr>
                        <a:buFont typeface="Arial"/>
                        <a:buChar char="•"/>
                      </a:pPr>
                      <a:r>
                        <a:rPr lang="es-ES" sz="3600" b="0" strike="noStrike" spc="-1" dirty="0">
                          <a:solidFill>
                            <a:srgbClr val="6D7478"/>
                          </a:solidFill>
                          <a:latin typeface="Abadi" panose="020B0604020104020204" pitchFamily="34" charset="0"/>
                          <a:ea typeface="Open Sans ExtraBold"/>
                        </a:rPr>
                        <a:t>UML es un lenguaje de modelado ampliamente utilizado que cuenta con una gran cantidad de herramientas de software de apoyo.</a:t>
                      </a:r>
                      <a:endParaRPr lang="es-ES" sz="3600" b="0" strike="noStrike" spc="-1" dirty="0">
                        <a:solidFill>
                          <a:srgbClr val="000000"/>
                        </a:solidFill>
                        <a:latin typeface="Abadi" panose="020B0604020104020204" pitchFamily="34" charset="0"/>
                      </a:endParaRPr>
                    </a:p>
                    <a:p>
                      <a:pPr marL="216000" indent="-216000">
                        <a:lnSpc>
                          <a:spcPct val="100000"/>
                        </a:lnSpc>
                        <a:buClr>
                          <a:srgbClr val="6D7478"/>
                        </a:buClr>
                        <a:buFont typeface="Arial"/>
                        <a:buChar char="•"/>
                      </a:pPr>
                      <a:r>
                        <a:rPr lang="es-ES" sz="3600" b="0" strike="noStrike" spc="-1" dirty="0">
                          <a:solidFill>
                            <a:srgbClr val="6D7478"/>
                          </a:solidFill>
                          <a:latin typeface="Abadi" panose="020B0604020104020204" pitchFamily="34" charset="0"/>
                          <a:ea typeface="Open Sans ExtraBold"/>
                        </a:rPr>
                        <a:t>UML es un lenguaje visual que es fácil de entender y compartir entre diferentes miembros del equipo de desarrollo de software.</a:t>
                      </a:r>
                      <a:endParaRPr lang="es-ES" sz="3600" b="0" strike="noStrike" spc="-1" dirty="0">
                        <a:solidFill>
                          <a:srgbClr val="000000"/>
                        </a:solidFill>
                        <a:latin typeface="Abadi" panose="020B0604020104020204" pitchFamily="34" charset="0"/>
                      </a:endParaRPr>
                    </a:p>
                    <a:p>
                      <a:pPr marL="216000" indent="-216000">
                        <a:lnSpc>
                          <a:spcPct val="100000"/>
                        </a:lnSpc>
                        <a:buClr>
                          <a:srgbClr val="6D7478"/>
                        </a:buClr>
                        <a:buFont typeface="Arial"/>
                        <a:buChar char="•"/>
                      </a:pPr>
                      <a:r>
                        <a:rPr lang="es-ES" sz="3600" b="0" strike="noStrike" spc="-1" dirty="0">
                          <a:solidFill>
                            <a:srgbClr val="6D7478"/>
                          </a:solidFill>
                          <a:latin typeface="Abadi" panose="020B0604020104020204" pitchFamily="34" charset="0"/>
                          <a:ea typeface="Open Sans ExtraBold"/>
                        </a:rPr>
                        <a:t>UML es un lenguaje extensible que se puede personalizar para adaptarse a las necesidades específicas de un proyecto.</a:t>
                      </a:r>
                      <a:endParaRPr lang="es-ES" sz="3600" b="0" strike="noStrike" spc="-1" dirty="0">
                        <a:solidFill>
                          <a:srgbClr val="000000"/>
                        </a:solidFill>
                        <a:latin typeface="Abadi" panose="020B0604020104020204" pitchFamily="34" charset="0"/>
                      </a:endParaRPr>
                    </a:p>
                    <a:p>
                      <a:pPr marL="216000" indent="-216000">
                        <a:lnSpc>
                          <a:spcPct val="100000"/>
                        </a:lnSpc>
                        <a:buClr>
                          <a:srgbClr val="6D7478"/>
                        </a:buClr>
                        <a:buFont typeface="Arial"/>
                        <a:buChar char="•"/>
                      </a:pPr>
                      <a:r>
                        <a:rPr lang="es-ES" sz="3600" b="0" strike="noStrike" spc="-1" dirty="0">
                          <a:solidFill>
                            <a:srgbClr val="6D7478"/>
                          </a:solidFill>
                          <a:latin typeface="Abadi" panose="020B0604020104020204" pitchFamily="34" charset="0"/>
                          <a:ea typeface="Open Sans ExtraBold"/>
                        </a:rPr>
                        <a:t>UML es compatible con una gran variedad de metodologías de desarrollo de software, incluyendo Scrum y Agile.</a:t>
                      </a:r>
                      <a:endParaRPr lang="es-ES" sz="3600" b="0" strike="noStrike" spc="-1" dirty="0">
                        <a:solidFill>
                          <a:srgbClr val="000000"/>
                        </a:solidFill>
                        <a:latin typeface="Abadi" panose="020B0604020104020204" pitchFamily="34" charset="0"/>
                      </a:endParaRPr>
                    </a:p>
                    <a:p>
                      <a:pPr>
                        <a:lnSpc>
                          <a:spcPct val="100000"/>
                        </a:lnSpc>
                        <a:tabLst>
                          <a:tab pos="0" algn="l"/>
                        </a:tabLst>
                      </a:pPr>
                      <a:endParaRPr lang="es-ES" sz="3600" b="0" strike="noStrike" spc="-1" dirty="0">
                        <a:solidFill>
                          <a:srgbClr val="000000"/>
                        </a:solidFill>
                        <a:latin typeface="Abadi" panose="020B0604020104020204" pitchFamily="34" charset="0"/>
                      </a:endParaRPr>
                    </a:p>
                    <a:p>
                      <a:pPr>
                        <a:lnSpc>
                          <a:spcPct val="100000"/>
                        </a:lnSpc>
                        <a:tabLst>
                          <a:tab pos="0" algn="l"/>
                        </a:tabLst>
                      </a:pPr>
                      <a:endParaRPr lang="es-ES" sz="3600" b="0" strike="noStrike" spc="-1" dirty="0">
                        <a:solidFill>
                          <a:srgbClr val="000000"/>
                        </a:solidFill>
                        <a:latin typeface="Abadi" panose="020B0604020104020204" pitchFamily="34" charset="0"/>
                      </a:endParaRPr>
                    </a:p>
                  </a:txBody>
                  <a:tcPr>
                    <a:lnL w="12240">
                      <a:solidFill>
                        <a:srgbClr val="6D7478"/>
                      </a:solidFill>
                      <a:prstDash val="solid"/>
                    </a:lnL>
                    <a:lnR w="12240">
                      <a:solidFill>
                        <a:srgbClr val="6D7478"/>
                      </a:solidFill>
                      <a:prstDash val="solid"/>
                    </a:lnR>
                    <a:lnT w="12240">
                      <a:solidFill>
                        <a:srgbClr val="6D7478"/>
                      </a:solidFill>
                      <a:prstDash val="solid"/>
                    </a:lnT>
                    <a:lnB w="12240">
                      <a:solidFill>
                        <a:srgbClr val="6D7478"/>
                      </a:solidFill>
                      <a:prstDash val="solid"/>
                    </a:lnB>
                    <a:solidFill>
                      <a:srgbClr val="CCFFCC"/>
                    </a:solidFill>
                  </a:tcPr>
                </a:tc>
                <a:tc>
                  <a:txBody>
                    <a:bodyPr/>
                    <a:lstStyle/>
                    <a:p>
                      <a:pPr marL="216000" indent="-216000">
                        <a:lnSpc>
                          <a:spcPct val="100000"/>
                        </a:lnSpc>
                        <a:buClr>
                          <a:srgbClr val="6D7478"/>
                        </a:buClr>
                        <a:buFont typeface="Arial"/>
                        <a:buChar char="•"/>
                      </a:pPr>
                      <a:r>
                        <a:rPr lang="es-ES" sz="3600" b="0" strike="noStrike" spc="-1" dirty="0">
                          <a:solidFill>
                            <a:srgbClr val="6D7478"/>
                          </a:solidFill>
                          <a:latin typeface="Abadi" panose="020B0604020104020204" pitchFamily="34" charset="0"/>
                          <a:ea typeface="Open Sans ExtraBold"/>
                        </a:rPr>
                        <a:t>UML puede ser complejo y difícil de aprender para los principiantes.</a:t>
                      </a:r>
                      <a:endParaRPr lang="es-ES" sz="3600" b="0" strike="noStrike" spc="-1" dirty="0">
                        <a:solidFill>
                          <a:srgbClr val="000000"/>
                        </a:solidFill>
                        <a:latin typeface="Abadi" panose="020B0604020104020204" pitchFamily="34" charset="0"/>
                      </a:endParaRPr>
                    </a:p>
                    <a:p>
                      <a:pPr marL="216000" indent="-216000">
                        <a:lnSpc>
                          <a:spcPct val="100000"/>
                        </a:lnSpc>
                        <a:buClr>
                          <a:srgbClr val="6D7478"/>
                        </a:buClr>
                        <a:buFont typeface="Arial"/>
                        <a:buChar char="•"/>
                      </a:pPr>
                      <a:r>
                        <a:rPr lang="es-ES" sz="3600" b="0" strike="noStrike" spc="-1" dirty="0">
                          <a:solidFill>
                            <a:srgbClr val="6D7478"/>
                          </a:solidFill>
                          <a:latin typeface="Abadi" panose="020B0604020104020204" pitchFamily="34" charset="0"/>
                          <a:ea typeface="Open Sans ExtraBold"/>
                        </a:rPr>
                        <a:t>El uso excesivo de diagramas y técnicas de modelado en UML puede resultar en documentación excesiva y desactualizada.</a:t>
                      </a:r>
                      <a:endParaRPr lang="es-ES" sz="3600" b="0" strike="noStrike" spc="-1" dirty="0">
                        <a:solidFill>
                          <a:srgbClr val="000000"/>
                        </a:solidFill>
                        <a:latin typeface="Abadi" panose="020B0604020104020204" pitchFamily="34" charset="0"/>
                      </a:endParaRPr>
                    </a:p>
                    <a:p>
                      <a:pPr marL="216000" indent="-216000">
                        <a:lnSpc>
                          <a:spcPct val="100000"/>
                        </a:lnSpc>
                        <a:buClr>
                          <a:srgbClr val="6D7478"/>
                        </a:buClr>
                        <a:buFont typeface="Arial"/>
                        <a:buChar char="•"/>
                      </a:pPr>
                      <a:r>
                        <a:rPr lang="es-ES" sz="3600" b="0" strike="noStrike" spc="-1" dirty="0">
                          <a:solidFill>
                            <a:srgbClr val="6D7478"/>
                          </a:solidFill>
                          <a:latin typeface="Abadi" panose="020B0604020104020204" pitchFamily="34" charset="0"/>
                          <a:ea typeface="Open Sans ExtraBold"/>
                        </a:rPr>
                        <a:t>La creación de modelos en UML puede requerir una gran cantidad de tiempo y esfuerzo.</a:t>
                      </a:r>
                      <a:endParaRPr lang="es-ES" sz="3600" b="0" strike="noStrike" spc="-1" dirty="0">
                        <a:solidFill>
                          <a:srgbClr val="000000"/>
                        </a:solidFill>
                        <a:latin typeface="Abadi" panose="020B0604020104020204" pitchFamily="34" charset="0"/>
                      </a:endParaRPr>
                    </a:p>
                    <a:p>
                      <a:pPr>
                        <a:lnSpc>
                          <a:spcPct val="100000"/>
                        </a:lnSpc>
                        <a:tabLst>
                          <a:tab pos="0" algn="l"/>
                        </a:tabLst>
                      </a:pPr>
                      <a:endParaRPr lang="es-ES" sz="3600" b="0" strike="noStrike" spc="-1" dirty="0">
                        <a:solidFill>
                          <a:srgbClr val="000000"/>
                        </a:solidFill>
                        <a:latin typeface="Abadi" panose="020B0604020104020204" pitchFamily="34" charset="0"/>
                      </a:endParaRPr>
                    </a:p>
                    <a:p>
                      <a:pPr>
                        <a:lnSpc>
                          <a:spcPct val="100000"/>
                        </a:lnSpc>
                        <a:tabLst>
                          <a:tab pos="0" algn="l"/>
                        </a:tabLst>
                      </a:pPr>
                      <a:endParaRPr lang="es-ES" sz="3600" b="0" strike="noStrike" spc="-1" dirty="0">
                        <a:solidFill>
                          <a:srgbClr val="000000"/>
                        </a:solidFill>
                        <a:latin typeface="Abadi" panose="020B0604020104020204" pitchFamily="34" charset="0"/>
                      </a:endParaRPr>
                    </a:p>
                  </a:txBody>
                  <a:tcPr>
                    <a:lnL w="12240">
                      <a:solidFill>
                        <a:srgbClr val="6D7478"/>
                      </a:solidFill>
                      <a:prstDash val="solid"/>
                    </a:lnL>
                    <a:lnR w="12240">
                      <a:solidFill>
                        <a:srgbClr val="6D7478"/>
                      </a:solidFill>
                      <a:prstDash val="solid"/>
                    </a:lnR>
                    <a:lnT w="12240">
                      <a:solidFill>
                        <a:srgbClr val="6D7478"/>
                      </a:solidFill>
                      <a:prstDash val="solid"/>
                    </a:lnT>
                    <a:lnB w="12240">
                      <a:solidFill>
                        <a:srgbClr val="6D7478"/>
                      </a:solidFill>
                      <a:prstDash val="solid"/>
                    </a:lnB>
                    <a:solidFill>
                      <a:srgbClr val="F9D1BA"/>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80731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Rectángulo 3"/>
          <p:cNvSpPr/>
          <p:nvPr/>
        </p:nvSpPr>
        <p:spPr>
          <a:xfrm>
            <a:off x="8572680" y="498600"/>
            <a:ext cx="6380280" cy="487080"/>
          </a:xfrm>
          <a:prstGeom prst="rect">
            <a:avLst/>
          </a:prstGeom>
          <a:solidFill>
            <a:schemeClr val="accent1">
              <a:hueOff val="-176470"/>
              <a:satOff val="-53329"/>
              <a:lumOff val="-11960"/>
            </a:schemeClr>
          </a:solidFill>
          <a:ln w="12700">
            <a:noFill/>
          </a:ln>
        </p:spPr>
        <p:style>
          <a:lnRef idx="0">
            <a:scrgbClr r="0" g="0" b="0"/>
          </a:lnRef>
          <a:fillRef idx="0">
            <a:scrgbClr r="0" g="0" b="0"/>
          </a:fillRef>
          <a:effectRef idx="0">
            <a:scrgbClr r="0" g="0" b="0"/>
          </a:effectRef>
          <a:fontRef idx="minor"/>
        </p:style>
        <p:txBody>
          <a:bodyPr vertOverflow="overflow" horzOverflow="overflow" lIns="0" tIns="0" rIns="0" bIns="0" numCol="1" spcCol="38160" anchor="ctr">
            <a:spAutoFit/>
          </a:bodyPr>
          <a:lstStyle/>
          <a:p>
            <a:pPr algn="ctr">
              <a:lnSpc>
                <a:spcPct val="100000"/>
              </a:lnSpc>
              <a:tabLst>
                <a:tab pos="0" algn="l"/>
              </a:tabLst>
            </a:pPr>
            <a:r>
              <a:rPr lang="es-ES" sz="3200" b="0" strike="noStrike" spc="-1">
                <a:solidFill>
                  <a:srgbClr val="FFFFFF"/>
                </a:solidFill>
                <a:latin typeface="Lato Regular"/>
                <a:ea typeface="Lato Regular"/>
              </a:rPr>
              <a:t>CICLO DE VIDA DE UN OBJETO</a:t>
            </a:r>
            <a:endParaRPr lang="es-ES" sz="3200" b="0" strike="noStrike" spc="-1">
              <a:solidFill>
                <a:srgbClr val="FFFFFF"/>
              </a:solidFill>
              <a:latin typeface="Arial"/>
            </a:endParaRPr>
          </a:p>
        </p:txBody>
      </p:sp>
      <p:grpSp>
        <p:nvGrpSpPr>
          <p:cNvPr id="107" name="Diagrama 4"/>
          <p:cNvGrpSpPr/>
          <p:nvPr/>
        </p:nvGrpSpPr>
        <p:grpSpPr>
          <a:xfrm>
            <a:off x="1809720" y="628560"/>
            <a:ext cx="21144240" cy="12362040"/>
            <a:chOff x="1809720" y="628560"/>
            <a:chExt cx="21144240" cy="12362040"/>
          </a:xfrm>
        </p:grpSpPr>
        <p:sp>
          <p:nvSpPr>
            <p:cNvPr id="108" name="Rectángulo 107"/>
            <p:cNvSpPr/>
            <p:nvPr/>
          </p:nvSpPr>
          <p:spPr>
            <a:xfrm>
              <a:off x="1809720" y="1439280"/>
              <a:ext cx="21144240" cy="1155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ES" sz="1800" b="0" strike="noStrike" spc="-1">
                <a:solidFill>
                  <a:srgbClr val="000000"/>
                </a:solidFill>
                <a:latin typeface="Arial"/>
                <a:ea typeface="DejaVu Sans"/>
              </a:endParaRPr>
            </a:p>
          </p:txBody>
        </p:sp>
        <p:sp>
          <p:nvSpPr>
            <p:cNvPr id="109" name="Flecha: circular 108"/>
            <p:cNvSpPr/>
            <p:nvPr/>
          </p:nvSpPr>
          <p:spPr>
            <a:xfrm>
              <a:off x="6753240" y="628560"/>
              <a:ext cx="11257200" cy="11257200"/>
            </a:xfrm>
            <a:prstGeom prst="circularArrow">
              <a:avLst>
                <a:gd name="adj1" fmla="val 5689"/>
                <a:gd name="adj2" fmla="val 340510"/>
                <a:gd name="adj3" fmla="val 12174821"/>
                <a:gd name="adj4" fmla="val 18449236"/>
                <a:gd name="adj5" fmla="val 5908"/>
              </a:avLst>
            </a:prstGeom>
            <a:solidFill>
              <a:schemeClr val="accent1">
                <a:tint val="40000"/>
                <a:hueOff val="0"/>
                <a:satOff val="0"/>
                <a:lumOff val="0"/>
                <a:alphaOff val="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ES" sz="1800" b="0" strike="noStrike" spc="-1">
                <a:solidFill>
                  <a:srgbClr val="000000"/>
                </a:solidFill>
                <a:latin typeface="Arial"/>
                <a:ea typeface="DejaVu Sans"/>
              </a:endParaRPr>
            </a:p>
          </p:txBody>
        </p:sp>
        <p:sp>
          <p:nvSpPr>
            <p:cNvPr id="110" name="Rectángulo: esquinas redondeadas 109"/>
            <p:cNvSpPr/>
            <p:nvPr/>
          </p:nvSpPr>
          <p:spPr>
            <a:xfrm>
              <a:off x="8226720" y="1442520"/>
              <a:ext cx="8310240" cy="4154400"/>
            </a:xfrm>
            <a:prstGeom prst="roundRect">
              <a:avLst>
                <a:gd name="adj" fmla="val 16667"/>
              </a:avLst>
            </a:prstGeom>
            <a:solidFill>
              <a:schemeClr val="accent1">
                <a:hueOff val="0"/>
                <a:satOff val="0"/>
                <a:lumOff val="0"/>
                <a:alphaOff val="0"/>
              </a:schemeClr>
            </a:solidFill>
            <a:ln>
              <a:solidFill>
                <a:srgbClr val="78330B"/>
              </a:solidFill>
              <a:round/>
            </a:ln>
          </p:spPr>
          <p:style>
            <a:lnRef idx="2">
              <a:scrgbClr r="0" g="0" b="0"/>
            </a:lnRef>
            <a:fillRef idx="0">
              <a:scrgbClr r="0" g="0" b="0"/>
            </a:fillRef>
            <a:effectRef idx="0">
              <a:scrgbClr r="0" g="0" b="0"/>
            </a:effectRef>
            <a:fontRef idx="minor"/>
          </p:style>
          <p:txBody>
            <a:bodyPr lIns="122040" tIns="122040" rIns="122040" bIns="122040" numCol="1" spcCol="1440" anchor="ctr">
              <a:noAutofit/>
            </a:bodyPr>
            <a:lstStyle/>
            <a:p>
              <a:pPr algn="ctr">
                <a:lnSpc>
                  <a:spcPct val="90000"/>
                </a:lnSpc>
                <a:spcAft>
                  <a:spcPts val="1120"/>
                </a:spcAft>
                <a:tabLst>
                  <a:tab pos="0" algn="l"/>
                </a:tabLst>
              </a:pPr>
              <a:r>
                <a:rPr lang="es-ES" sz="3200" b="0" strike="noStrike" spc="-1">
                  <a:solidFill>
                    <a:schemeClr val="bg1"/>
                  </a:solidFill>
                  <a:latin typeface="Open Sans ExtraBold"/>
                  <a:ea typeface="Open Sans ExtraBold"/>
                </a:rPr>
                <a:t>1.Creación de los objetos (a medida que son necesarios)</a:t>
              </a:r>
              <a:endParaRPr lang="es-ES" sz="3200" b="0" strike="noStrike" spc="-1">
                <a:solidFill>
                  <a:schemeClr val="bg1"/>
                </a:solidFill>
                <a:latin typeface="Arial"/>
              </a:endParaRPr>
            </a:p>
          </p:txBody>
        </p:sp>
        <p:sp>
          <p:nvSpPr>
            <p:cNvPr id="111" name="Rectángulo: esquinas redondeadas 110"/>
            <p:cNvSpPr/>
            <p:nvPr/>
          </p:nvSpPr>
          <p:spPr>
            <a:xfrm>
              <a:off x="13141440" y="8836200"/>
              <a:ext cx="8310240" cy="4154400"/>
            </a:xfrm>
            <a:prstGeom prst="roundRect">
              <a:avLst>
                <a:gd name="adj" fmla="val 16667"/>
              </a:avLst>
            </a:prstGeom>
            <a:solidFill>
              <a:schemeClr val="accent1">
                <a:hueOff val="0"/>
                <a:satOff val="0"/>
                <a:lumOff val="0"/>
                <a:alphaOff val="0"/>
              </a:schemeClr>
            </a:solidFill>
            <a:ln>
              <a:solidFill>
                <a:srgbClr val="78330B"/>
              </a:solidFill>
              <a:round/>
            </a:ln>
          </p:spPr>
          <p:style>
            <a:lnRef idx="2">
              <a:scrgbClr r="0" g="0" b="0"/>
            </a:lnRef>
            <a:fillRef idx="0">
              <a:scrgbClr r="0" g="0" b="0"/>
            </a:fillRef>
            <a:effectRef idx="0">
              <a:scrgbClr r="0" g="0" b="0"/>
            </a:effectRef>
            <a:fontRef idx="minor"/>
          </p:style>
          <p:txBody>
            <a:bodyPr lIns="122040" tIns="122040" rIns="122040" bIns="122040" numCol="1" spcCol="1440" anchor="ctr">
              <a:noAutofit/>
            </a:bodyPr>
            <a:lstStyle/>
            <a:p>
              <a:pPr algn="ctr">
                <a:lnSpc>
                  <a:spcPct val="90000"/>
                </a:lnSpc>
                <a:spcAft>
                  <a:spcPts val="1120"/>
                </a:spcAft>
                <a:tabLst>
                  <a:tab pos="0" algn="l"/>
                </a:tabLst>
              </a:pPr>
              <a:r>
                <a:rPr lang="es-ES" sz="3200" b="0" strike="noStrike" spc="-1">
                  <a:solidFill>
                    <a:schemeClr val="bg1"/>
                  </a:solidFill>
                  <a:latin typeface="Open Sans ExtraBold"/>
                  <a:ea typeface="Open Sans ExtraBold"/>
                </a:rPr>
                <a:t>2.El usuario interactúa con el programa y los objetos intercambian mensajes</a:t>
              </a:r>
              <a:endParaRPr lang="es-ES" sz="3200" b="0" strike="noStrike" spc="-1">
                <a:solidFill>
                  <a:schemeClr val="bg1"/>
                </a:solidFill>
                <a:latin typeface="Arial"/>
              </a:endParaRPr>
            </a:p>
          </p:txBody>
        </p:sp>
        <p:sp>
          <p:nvSpPr>
            <p:cNvPr id="112" name="Rectángulo: esquinas redondeadas 111"/>
            <p:cNvSpPr/>
            <p:nvPr/>
          </p:nvSpPr>
          <p:spPr>
            <a:xfrm>
              <a:off x="3007080" y="8836200"/>
              <a:ext cx="8310240" cy="4154400"/>
            </a:xfrm>
            <a:prstGeom prst="roundRect">
              <a:avLst>
                <a:gd name="adj" fmla="val 16667"/>
              </a:avLst>
            </a:prstGeom>
            <a:solidFill>
              <a:schemeClr val="accent1">
                <a:hueOff val="0"/>
                <a:satOff val="0"/>
                <a:lumOff val="0"/>
                <a:alphaOff val="0"/>
              </a:schemeClr>
            </a:solidFill>
            <a:ln>
              <a:solidFill>
                <a:srgbClr val="78330B"/>
              </a:solidFill>
              <a:round/>
            </a:ln>
          </p:spPr>
          <p:style>
            <a:lnRef idx="2">
              <a:scrgbClr r="0" g="0" b="0"/>
            </a:lnRef>
            <a:fillRef idx="0">
              <a:scrgbClr r="0" g="0" b="0"/>
            </a:fillRef>
            <a:effectRef idx="0">
              <a:scrgbClr r="0" g="0" b="0"/>
            </a:effectRef>
            <a:fontRef idx="minor"/>
          </p:style>
          <p:txBody>
            <a:bodyPr lIns="122040" tIns="122040" rIns="122040" bIns="122040" numCol="1" spcCol="1440" anchor="ctr">
              <a:noAutofit/>
            </a:bodyPr>
            <a:lstStyle/>
            <a:p>
              <a:pPr algn="ctr">
                <a:lnSpc>
                  <a:spcPct val="90000"/>
                </a:lnSpc>
                <a:spcAft>
                  <a:spcPts val="1120"/>
                </a:spcAft>
                <a:tabLst>
                  <a:tab pos="0" algn="l"/>
                </a:tabLst>
              </a:pPr>
              <a:r>
                <a:rPr lang="es-ES" sz="3200" b="0" strike="noStrike" spc="-1">
                  <a:solidFill>
                    <a:schemeClr val="bg1"/>
                  </a:solidFill>
                  <a:latin typeface="Open Sans ExtraBold"/>
                  <a:ea typeface="Open Sans ExtraBold"/>
                </a:rPr>
                <a:t>3.Los objetos que no son necesarios se destruyen(ya sea de forma programada o automatizada) En Java existe un sistema encargado de la destrucción de objetos no utilizados (Garbage collector)</a:t>
              </a:r>
              <a:endParaRPr lang="es-ES" sz="3200" b="0" strike="noStrike" spc="-1">
                <a:solidFill>
                  <a:schemeClr val="bg1"/>
                </a:solidFill>
                <a:latin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1F59E59-19CA-9953-6653-49C276790B20}"/>
              </a:ext>
            </a:extLst>
          </p:cNvPr>
          <p:cNvPicPr>
            <a:picLocks noChangeAspect="1"/>
          </p:cNvPicPr>
          <p:nvPr/>
        </p:nvPicPr>
        <p:blipFill>
          <a:blip r:embed="rId2"/>
          <a:stretch>
            <a:fillRect/>
          </a:stretch>
        </p:blipFill>
        <p:spPr>
          <a:xfrm>
            <a:off x="1531620" y="237027"/>
            <a:ext cx="22166580" cy="13256484"/>
          </a:xfrm>
          <a:prstGeom prst="rect">
            <a:avLst/>
          </a:prstGeom>
        </p:spPr>
      </p:pic>
    </p:spTree>
    <p:extLst>
      <p:ext uri="{BB962C8B-B14F-4D97-AF65-F5344CB8AC3E}">
        <p14:creationId xmlns:p14="http://schemas.microsoft.com/office/powerpoint/2010/main" val="2657063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CuadroTexto 4"/>
          <p:cNvSpPr/>
          <p:nvPr/>
        </p:nvSpPr>
        <p:spPr>
          <a:xfrm>
            <a:off x="5029200" y="324360"/>
            <a:ext cx="12190680" cy="898729"/>
          </a:xfrm>
          <a:prstGeom prst="rect">
            <a:avLst/>
          </a:prstGeom>
          <a:noFill/>
          <a:ln w="1270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50000"/>
              </a:lnSpc>
              <a:tabLst>
                <a:tab pos="0" algn="l"/>
              </a:tabLst>
            </a:pPr>
            <a:r>
              <a:rPr lang="es-ES" sz="3200" b="0" strike="noStrike" spc="-1" dirty="0">
                <a:solidFill>
                  <a:srgbClr val="6D7478"/>
                </a:solidFill>
                <a:latin typeface="Lato Regular"/>
                <a:ea typeface="Lato Regular"/>
              </a:rPr>
              <a:t>2. </a:t>
            </a:r>
            <a:r>
              <a:rPr lang="es-ES" sz="4000" b="1" strike="noStrike" spc="-1" dirty="0">
                <a:solidFill>
                  <a:srgbClr val="6D7478"/>
                </a:solidFill>
                <a:latin typeface="Lato Regular"/>
                <a:ea typeface="Lato Regular"/>
              </a:rPr>
              <a:t>Notación de los diagramas de clases</a:t>
            </a:r>
            <a:endParaRPr lang="es-ES" sz="3200" b="1" strike="noStrike" spc="-1" dirty="0">
              <a:solidFill>
                <a:srgbClr val="000000"/>
              </a:solidFill>
              <a:latin typeface="Arial"/>
            </a:endParaRPr>
          </a:p>
        </p:txBody>
      </p:sp>
      <p:sp>
        <p:nvSpPr>
          <p:cNvPr id="114" name="CuadroTexto 7"/>
          <p:cNvSpPr/>
          <p:nvPr/>
        </p:nvSpPr>
        <p:spPr>
          <a:xfrm>
            <a:off x="935820" y="1465380"/>
            <a:ext cx="22661640" cy="4752000"/>
          </a:xfrm>
          <a:prstGeom prst="rect">
            <a:avLst/>
          </a:prstGeom>
          <a:noFill/>
          <a:ln w="1270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50000"/>
              </a:lnSpc>
              <a:tabLst>
                <a:tab pos="0" algn="l"/>
              </a:tabLst>
            </a:pPr>
            <a:r>
              <a:rPr lang="es-ES" sz="4400" b="0" strike="noStrike" spc="-1">
                <a:solidFill>
                  <a:srgbClr val="6D7478"/>
                </a:solidFill>
                <a:latin typeface="Lato Regular"/>
                <a:ea typeface="Lato Regular"/>
              </a:rPr>
              <a:t>UML</a:t>
            </a:r>
            <a:r>
              <a:rPr lang="es-ES" sz="1800" b="0" strike="noStrike" spc="-1">
                <a:solidFill>
                  <a:srgbClr val="6D7478"/>
                </a:solidFill>
                <a:latin typeface="Lato Regular"/>
                <a:ea typeface="Lato Regular"/>
              </a:rPr>
              <a:t> </a:t>
            </a:r>
            <a:r>
              <a:rPr lang="es-ES" sz="4000" b="0" strike="noStrike" spc="-1">
                <a:solidFill>
                  <a:srgbClr val="6D7478"/>
                </a:solidFill>
                <a:latin typeface="Lato Regular"/>
                <a:ea typeface="Lato Regular"/>
              </a:rPr>
              <a:t>es una herramienta muy útil para la ingeniería inversa de aplicaciones ya existentes, ya que permite analizar la estructura y el comportamiento del software de manera visual y sistemática, la primera versión es de 1997 la última es de 2017, creado en 1955 Grady Booch, Jacobson y Rumbaugh el primero escribió el libro “Análisis y diseño orientado a objetos”</a:t>
            </a:r>
            <a:endParaRPr lang="es-ES" sz="4000" b="0" strike="noStrike" spc="-1">
              <a:solidFill>
                <a:srgbClr val="000000"/>
              </a:solidFill>
              <a:latin typeface="Arial"/>
            </a:endParaRPr>
          </a:p>
        </p:txBody>
      </p:sp>
      <p:sp>
        <p:nvSpPr>
          <p:cNvPr id="115" name="Rectángulo: esquinas redondeadas 9"/>
          <p:cNvSpPr/>
          <p:nvPr/>
        </p:nvSpPr>
        <p:spPr>
          <a:xfrm>
            <a:off x="819000" y="5759640"/>
            <a:ext cx="23010840" cy="1620360"/>
          </a:xfrm>
          <a:prstGeom prst="roundRect">
            <a:avLst>
              <a:gd name="adj" fmla="val 16667"/>
            </a:avLst>
          </a:prstGeom>
          <a:solidFill>
            <a:schemeClr val="accent1">
              <a:hueOff val="-176470"/>
              <a:satOff val="-53329"/>
              <a:lumOff val="-11960"/>
            </a:schemeClr>
          </a:solidFill>
          <a:ln w="12700">
            <a:noFill/>
          </a:ln>
        </p:spPr>
        <p:style>
          <a:lnRef idx="0">
            <a:scrgbClr r="0" g="0" b="0"/>
          </a:lnRef>
          <a:fillRef idx="0">
            <a:scrgbClr r="0" g="0" b="0"/>
          </a:fillRef>
          <a:effectRef idx="0">
            <a:scrgbClr r="0" g="0" b="0"/>
          </a:effectRef>
          <a:fontRef idx="minor"/>
        </p:style>
        <p:txBody>
          <a:bodyPr vertOverflow="overflow" horzOverflow="overflow" lIns="0" tIns="0" rIns="0" bIns="0" numCol="1" spcCol="38160" anchor="ctr">
            <a:spAutoFit/>
          </a:bodyPr>
          <a:lstStyle/>
          <a:p>
            <a:pPr algn="ctr">
              <a:lnSpc>
                <a:spcPct val="100000"/>
              </a:lnSpc>
              <a:tabLst>
                <a:tab pos="0" algn="l"/>
              </a:tabLst>
            </a:pPr>
            <a:r>
              <a:rPr lang="es-ES" sz="4800" b="0" strike="noStrike" spc="-1">
                <a:solidFill>
                  <a:srgbClr val="FFFFFF"/>
                </a:solidFill>
                <a:latin typeface="Lato Regular"/>
                <a:ea typeface="Lato Regular"/>
              </a:rPr>
              <a:t>LAS CLASES Y METODOS SUELEN REPRESENTARSE EN DIAGRAMAS MEDIANTE ANOTACIONES UML</a:t>
            </a:r>
            <a:endParaRPr lang="es-ES" sz="4800" b="0" strike="noStrike" spc="-1">
              <a:solidFill>
                <a:srgbClr val="FFFFFF"/>
              </a:solidFill>
              <a:latin typeface="Arial"/>
            </a:endParaRPr>
          </a:p>
        </p:txBody>
      </p:sp>
      <p:sp>
        <p:nvSpPr>
          <p:cNvPr id="116" name="Elipse 10"/>
          <p:cNvSpPr/>
          <p:nvPr/>
        </p:nvSpPr>
        <p:spPr>
          <a:xfrm>
            <a:off x="9720000" y="7560000"/>
            <a:ext cx="4227840" cy="689400"/>
          </a:xfrm>
          <a:prstGeom prst="ellipse">
            <a:avLst/>
          </a:prstGeom>
          <a:solidFill>
            <a:srgbClr val="78330B"/>
          </a:solidFill>
          <a:ln>
            <a:solidFill>
              <a:srgbClr val="E9EEF2"/>
            </a:solidFill>
            <a:round/>
          </a:ln>
        </p:spPr>
        <p:style>
          <a:lnRef idx="2">
            <a:schemeClr val="accent6"/>
          </a:lnRef>
          <a:fillRef idx="1">
            <a:schemeClr val="lt1"/>
          </a:fillRef>
          <a:effectRef idx="0">
            <a:schemeClr val="accent6"/>
          </a:effectRef>
          <a:fontRef idx="minor"/>
        </p:style>
        <p:txBody>
          <a:bodyPr vertOverflow="overflow" horzOverflow="overflow" lIns="0" tIns="0" rIns="0" bIns="0" numCol="1" spcCol="38160" anchor="ctr">
            <a:spAutoFit/>
          </a:bodyPr>
          <a:lstStyle/>
          <a:p>
            <a:pPr algn="ctr">
              <a:lnSpc>
                <a:spcPct val="100000"/>
              </a:lnSpc>
              <a:tabLst>
                <a:tab pos="0" algn="l"/>
              </a:tabLst>
            </a:pPr>
            <a:r>
              <a:rPr lang="es-ES" sz="3200" b="0" strike="noStrike" spc="-1">
                <a:solidFill>
                  <a:srgbClr val="FFFFFF"/>
                </a:solidFill>
                <a:latin typeface="Open Sans ExtraBold"/>
                <a:ea typeface="Open Sans ExtraBold"/>
              </a:rPr>
              <a:t>OMG</a:t>
            </a:r>
            <a:endParaRPr lang="es-ES" sz="3200" b="0" strike="noStrike" spc="-1">
              <a:solidFill>
                <a:srgbClr val="000000"/>
              </a:solidFill>
              <a:latin typeface="Arial"/>
            </a:endParaRPr>
          </a:p>
        </p:txBody>
      </p:sp>
      <p:sp>
        <p:nvSpPr>
          <p:cNvPr id="117" name="Flecha: hacia abajo 11"/>
          <p:cNvSpPr/>
          <p:nvPr/>
        </p:nvSpPr>
        <p:spPr>
          <a:xfrm>
            <a:off x="11430000" y="8280000"/>
            <a:ext cx="836640" cy="857520"/>
          </a:xfrm>
          <a:prstGeom prst="downArrow">
            <a:avLst>
              <a:gd name="adj1" fmla="val 50000"/>
              <a:gd name="adj2" fmla="val 50000"/>
            </a:avLst>
          </a:prstGeom>
          <a:solidFill>
            <a:schemeClr val="accent1">
              <a:hueOff val="-176470"/>
              <a:satOff val="-53329"/>
              <a:lumOff val="-11960"/>
            </a:schemeClr>
          </a:solidFill>
          <a:ln w="12700">
            <a:noFill/>
          </a:ln>
        </p:spPr>
        <p:style>
          <a:lnRef idx="0">
            <a:scrgbClr r="0" g="0" b="0"/>
          </a:lnRef>
          <a:fillRef idx="0">
            <a:scrgbClr r="0" g="0" b="0"/>
          </a:fillRef>
          <a:effectRef idx="0">
            <a:scrgbClr r="0" g="0" b="0"/>
          </a:effectRef>
          <a:fontRef idx="minor"/>
        </p:style>
        <p:txBody>
          <a:bodyPr vertOverflow="overflow" horzOverflow="overflow" lIns="0" tIns="0" rIns="0" bIns="0" numCol="1" spcCol="38160" anchor="ctr">
            <a:spAutoFit/>
          </a:bodyPr>
          <a:lstStyle/>
          <a:p>
            <a:pPr algn="ctr">
              <a:lnSpc>
                <a:spcPct val="100000"/>
              </a:lnSpc>
              <a:tabLst>
                <a:tab pos="0" algn="l"/>
              </a:tabLst>
            </a:pPr>
            <a:endParaRPr lang="es-ES" sz="3200" b="0" strike="noStrike" spc="-1">
              <a:solidFill>
                <a:srgbClr val="FFFFFF"/>
              </a:solidFill>
              <a:latin typeface="Lato Regular"/>
              <a:ea typeface="Lato Regular"/>
            </a:endParaRPr>
          </a:p>
        </p:txBody>
      </p:sp>
      <p:sp>
        <p:nvSpPr>
          <p:cNvPr id="118" name="CuadroTexto 12"/>
          <p:cNvSpPr/>
          <p:nvPr/>
        </p:nvSpPr>
        <p:spPr>
          <a:xfrm>
            <a:off x="360000" y="8640000"/>
            <a:ext cx="23400000" cy="979520"/>
          </a:xfrm>
          <a:prstGeom prst="rect">
            <a:avLst/>
          </a:prstGeom>
          <a:noFill/>
          <a:ln w="1270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50000"/>
              </a:lnSpc>
              <a:tabLst>
                <a:tab pos="0" algn="l"/>
              </a:tabLst>
            </a:pPr>
            <a:r>
              <a:rPr lang="es-ES" sz="4400" b="0" strike="noStrike" spc="-1" dirty="0">
                <a:solidFill>
                  <a:srgbClr val="6D7478"/>
                </a:solidFill>
                <a:latin typeface="Lato Regular"/>
                <a:ea typeface="Lato Regular"/>
              </a:rPr>
              <a:t>Consorcio que se encarga de crear estándares UML con guías, especificaciones y certificados.</a:t>
            </a:r>
            <a:endParaRPr lang="es-ES" sz="4400" b="0" strike="noStrike" spc="-1" dirty="0">
              <a:solidFill>
                <a:srgbClr val="000000"/>
              </a:solidFill>
              <a:latin typeface="Arial"/>
            </a:endParaRPr>
          </a:p>
        </p:txBody>
      </p:sp>
      <p:sp>
        <p:nvSpPr>
          <p:cNvPr id="119" name="Rectángulo: esquinas redondeadas 13"/>
          <p:cNvSpPr/>
          <p:nvPr/>
        </p:nvSpPr>
        <p:spPr>
          <a:xfrm>
            <a:off x="685800" y="10904040"/>
            <a:ext cx="23010840" cy="1620360"/>
          </a:xfrm>
          <a:prstGeom prst="roundRect">
            <a:avLst>
              <a:gd name="adj" fmla="val 16667"/>
            </a:avLst>
          </a:prstGeom>
          <a:solidFill>
            <a:schemeClr val="accent1">
              <a:hueOff val="-176470"/>
              <a:satOff val="-53329"/>
              <a:lumOff val="-11960"/>
            </a:schemeClr>
          </a:solidFill>
          <a:ln w="12700">
            <a:noFill/>
          </a:ln>
        </p:spPr>
        <p:style>
          <a:lnRef idx="0">
            <a:scrgbClr r="0" g="0" b="0"/>
          </a:lnRef>
          <a:fillRef idx="0">
            <a:scrgbClr r="0" g="0" b="0"/>
          </a:fillRef>
          <a:effectRef idx="0">
            <a:scrgbClr r="0" g="0" b="0"/>
          </a:effectRef>
          <a:fontRef idx="minor"/>
        </p:style>
        <p:txBody>
          <a:bodyPr vertOverflow="overflow" horzOverflow="overflow" lIns="0" tIns="0" rIns="0" bIns="0" numCol="1" spcCol="38160" anchor="ctr">
            <a:spAutoFit/>
          </a:bodyPr>
          <a:lstStyle/>
          <a:p>
            <a:pPr algn="ctr">
              <a:lnSpc>
                <a:spcPct val="100000"/>
              </a:lnSpc>
              <a:tabLst>
                <a:tab pos="0" algn="l"/>
              </a:tabLst>
            </a:pPr>
            <a:r>
              <a:rPr lang="es-ES" sz="4800" b="0" strike="noStrike" spc="-1">
                <a:solidFill>
                  <a:srgbClr val="FFFFFF"/>
                </a:solidFill>
                <a:latin typeface="Lato Regular"/>
                <a:ea typeface="Lato Regular"/>
              </a:rPr>
              <a:t>UML ES MUY UTIL EN TODA CLASE DE PROYECTOS, GRANDES O PEQUEÑOS</a:t>
            </a:r>
            <a:endParaRPr lang="es-ES" sz="4800" b="0" strike="noStrike" spc="-1">
              <a:solidFill>
                <a:srgbClr val="FFFFFF"/>
              </a:solidFill>
              <a:latin typeface="Arial"/>
            </a:endParaRPr>
          </a:p>
        </p:txBody>
      </p:sp>
      <p:sp>
        <p:nvSpPr>
          <p:cNvPr id="120" name="CuadroTexto 14"/>
          <p:cNvSpPr/>
          <p:nvPr/>
        </p:nvSpPr>
        <p:spPr>
          <a:xfrm>
            <a:off x="451800" y="12617640"/>
            <a:ext cx="7419240" cy="83196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wrap="none" lIns="50760" tIns="50760" rIns="50760" bIns="50760" numCol="1" spcCol="38160" anchor="ctr">
            <a:spAutoFit/>
          </a:bodyPr>
          <a:lstStyle/>
          <a:p>
            <a:pPr>
              <a:lnSpc>
                <a:spcPct val="150000"/>
              </a:lnSpc>
              <a:tabLst>
                <a:tab pos="0" algn="l"/>
              </a:tabLst>
            </a:pPr>
            <a:r>
              <a:rPr lang="es-ES" sz="3200" b="0" strike="noStrike" spc="-1" dirty="0">
                <a:solidFill>
                  <a:schemeClr val="accent3">
                    <a:lumOff val="-7840"/>
                  </a:schemeClr>
                </a:solidFill>
                <a:latin typeface="Lato Regular"/>
                <a:ea typeface="Lato Regular"/>
              </a:rPr>
              <a:t>Actividad: entra en la web y hojéala</a:t>
            </a:r>
            <a:endParaRPr lang="es-ES" sz="3200" b="0" strike="noStrike" spc="-1" dirty="0">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0F0C77D-6C41-16F6-CB08-59E22E4749C5}"/>
              </a:ext>
            </a:extLst>
          </p:cNvPr>
          <p:cNvPicPr>
            <a:picLocks noChangeAspect="1"/>
          </p:cNvPicPr>
          <p:nvPr/>
        </p:nvPicPr>
        <p:blipFill>
          <a:blip r:embed="rId2"/>
          <a:stretch>
            <a:fillRect/>
          </a:stretch>
        </p:blipFill>
        <p:spPr>
          <a:xfrm>
            <a:off x="3277137" y="2927752"/>
            <a:ext cx="17301446" cy="8753708"/>
          </a:xfrm>
          <a:prstGeom prst="rect">
            <a:avLst/>
          </a:prstGeom>
        </p:spPr>
      </p:pic>
      <p:sp>
        <p:nvSpPr>
          <p:cNvPr id="4" name="CuadroTexto 3">
            <a:extLst>
              <a:ext uri="{FF2B5EF4-FFF2-40B4-BE49-F238E27FC236}">
                <a16:creationId xmlns:a16="http://schemas.microsoft.com/office/drawing/2014/main" id="{74F1530F-2576-2067-4705-0340F29493BA}"/>
              </a:ext>
            </a:extLst>
          </p:cNvPr>
          <p:cNvSpPr txBox="1"/>
          <p:nvPr/>
        </p:nvSpPr>
        <p:spPr>
          <a:xfrm>
            <a:off x="3735492" y="711101"/>
            <a:ext cx="13146932" cy="1323439"/>
          </a:xfrm>
          <a:prstGeom prst="rect">
            <a:avLst/>
          </a:prstGeom>
          <a:noFill/>
        </p:spPr>
        <p:txBody>
          <a:bodyPr wrap="none" rtlCol="0">
            <a:spAutoFit/>
          </a:bodyPr>
          <a:lstStyle/>
          <a:p>
            <a:r>
              <a:rPr lang="es-ES" sz="8000" dirty="0"/>
              <a:t>ESTRUCTURA DE UNA CLASE</a:t>
            </a:r>
          </a:p>
        </p:txBody>
      </p:sp>
    </p:spTree>
    <p:extLst>
      <p:ext uri="{BB962C8B-B14F-4D97-AF65-F5344CB8AC3E}">
        <p14:creationId xmlns:p14="http://schemas.microsoft.com/office/powerpoint/2010/main" val="770934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Rectángulo 11"/>
          <p:cNvSpPr/>
          <p:nvPr/>
        </p:nvSpPr>
        <p:spPr>
          <a:xfrm>
            <a:off x="1198371" y="1304877"/>
            <a:ext cx="2075040" cy="738664"/>
          </a:xfrm>
          <a:prstGeom prst="rect">
            <a:avLst/>
          </a:prstGeom>
          <a:solidFill>
            <a:srgbClr val="3A6C8E"/>
          </a:solidFill>
          <a:ln>
            <a:solidFill>
              <a:srgbClr val="78330B"/>
            </a:solidFill>
            <a:round/>
          </a:ln>
        </p:spPr>
        <p:style>
          <a:lnRef idx="3">
            <a:schemeClr val="lt1"/>
          </a:lnRef>
          <a:fillRef idx="1">
            <a:schemeClr val="accent2"/>
          </a:fillRef>
          <a:effectRef idx="1">
            <a:schemeClr val="accent2"/>
          </a:effectRef>
          <a:fontRef idx="minor"/>
        </p:style>
        <p:txBody>
          <a:bodyPr vertOverflow="overflow" horzOverflow="overflow" lIns="0" tIns="0" rIns="0" bIns="0" numCol="1" spcCol="38160" anchor="ctr">
            <a:spAutoFit/>
          </a:bodyPr>
          <a:lstStyle/>
          <a:p>
            <a:pPr algn="ctr">
              <a:lnSpc>
                <a:spcPct val="100000"/>
              </a:lnSpc>
              <a:tabLst>
                <a:tab pos="0" algn="l"/>
              </a:tabLst>
            </a:pPr>
            <a:r>
              <a:rPr lang="es-ES" sz="4800" b="0" strike="noStrike" spc="-1">
                <a:solidFill>
                  <a:srgbClr val="FFFFFF"/>
                </a:solidFill>
                <a:latin typeface="Lato Regular"/>
                <a:ea typeface="Lato Regular"/>
              </a:rPr>
              <a:t>Public</a:t>
            </a:r>
            <a:endParaRPr lang="es-ES" sz="4800" b="0" strike="noStrike" spc="-1">
              <a:solidFill>
                <a:srgbClr val="000000"/>
              </a:solidFill>
              <a:latin typeface="Arial"/>
            </a:endParaRPr>
          </a:p>
        </p:txBody>
      </p:sp>
      <p:sp>
        <p:nvSpPr>
          <p:cNvPr id="124" name="Rectángulo 15"/>
          <p:cNvSpPr/>
          <p:nvPr/>
        </p:nvSpPr>
        <p:spPr>
          <a:xfrm>
            <a:off x="5721616" y="1283636"/>
            <a:ext cx="3920590" cy="738664"/>
          </a:xfrm>
          <a:prstGeom prst="rect">
            <a:avLst/>
          </a:prstGeom>
          <a:solidFill>
            <a:srgbClr val="3A6C8E"/>
          </a:solidFill>
          <a:ln>
            <a:solidFill>
              <a:srgbClr val="78330B"/>
            </a:solidFill>
            <a:round/>
          </a:ln>
        </p:spPr>
        <p:style>
          <a:lnRef idx="3">
            <a:schemeClr val="lt1"/>
          </a:lnRef>
          <a:fillRef idx="1">
            <a:schemeClr val="accent2"/>
          </a:fillRef>
          <a:effectRef idx="1">
            <a:schemeClr val="accent2"/>
          </a:effectRef>
          <a:fontRef idx="minor"/>
        </p:style>
        <p:txBody>
          <a:bodyPr vertOverflow="overflow" horzOverflow="overflow" wrap="square" lIns="0" tIns="0" rIns="0" bIns="0" numCol="1" spcCol="38160" anchor="ctr">
            <a:spAutoFit/>
          </a:bodyPr>
          <a:lstStyle/>
          <a:p>
            <a:pPr algn="ctr">
              <a:lnSpc>
                <a:spcPct val="100000"/>
              </a:lnSpc>
              <a:tabLst>
                <a:tab pos="0" algn="l"/>
              </a:tabLst>
            </a:pPr>
            <a:r>
              <a:rPr lang="es-ES" sz="4800" b="0" strike="noStrike" spc="-1">
                <a:solidFill>
                  <a:srgbClr val="FFFFFF"/>
                </a:solidFill>
                <a:latin typeface="Lato Regular"/>
                <a:ea typeface="Lato Regular"/>
              </a:rPr>
              <a:t>Protected</a:t>
            </a:r>
            <a:endParaRPr lang="es-ES" sz="4800" b="0" strike="noStrike" spc="-1">
              <a:solidFill>
                <a:srgbClr val="000000"/>
              </a:solidFill>
              <a:latin typeface="Arial"/>
            </a:endParaRPr>
          </a:p>
        </p:txBody>
      </p:sp>
      <p:sp>
        <p:nvSpPr>
          <p:cNvPr id="125" name="Rectángulo 16"/>
          <p:cNvSpPr/>
          <p:nvPr/>
        </p:nvSpPr>
        <p:spPr>
          <a:xfrm>
            <a:off x="11216846" y="1283636"/>
            <a:ext cx="2075040" cy="738664"/>
          </a:xfrm>
          <a:prstGeom prst="rect">
            <a:avLst/>
          </a:prstGeom>
          <a:solidFill>
            <a:srgbClr val="3A6C8E"/>
          </a:solidFill>
          <a:ln>
            <a:solidFill>
              <a:srgbClr val="78330B"/>
            </a:solidFill>
            <a:round/>
          </a:ln>
        </p:spPr>
        <p:style>
          <a:lnRef idx="3">
            <a:schemeClr val="lt1"/>
          </a:lnRef>
          <a:fillRef idx="1">
            <a:schemeClr val="accent2"/>
          </a:fillRef>
          <a:effectRef idx="1">
            <a:schemeClr val="accent2"/>
          </a:effectRef>
          <a:fontRef idx="minor"/>
        </p:style>
        <p:txBody>
          <a:bodyPr vertOverflow="overflow" horzOverflow="overflow" lIns="0" tIns="0" rIns="0" bIns="0" numCol="1" spcCol="38160" anchor="ctr">
            <a:spAutoFit/>
          </a:bodyPr>
          <a:lstStyle/>
          <a:p>
            <a:pPr algn="ctr">
              <a:lnSpc>
                <a:spcPct val="100000"/>
              </a:lnSpc>
              <a:tabLst>
                <a:tab pos="0" algn="l"/>
              </a:tabLst>
            </a:pPr>
            <a:r>
              <a:rPr lang="es-ES" sz="4800" b="0" strike="noStrike" spc="-1">
                <a:solidFill>
                  <a:srgbClr val="FFFFFF"/>
                </a:solidFill>
                <a:latin typeface="Lato Regular"/>
                <a:ea typeface="Lato Regular"/>
              </a:rPr>
              <a:t>Private</a:t>
            </a:r>
            <a:endParaRPr lang="es-ES" sz="4800" b="0" strike="noStrike" spc="-1">
              <a:solidFill>
                <a:srgbClr val="000000"/>
              </a:solidFill>
              <a:latin typeface="Arial"/>
            </a:endParaRPr>
          </a:p>
        </p:txBody>
      </p:sp>
      <p:sp>
        <p:nvSpPr>
          <p:cNvPr id="126" name="Rectángulo 17"/>
          <p:cNvSpPr/>
          <p:nvPr/>
        </p:nvSpPr>
        <p:spPr>
          <a:xfrm>
            <a:off x="1198371" y="2415753"/>
            <a:ext cx="1389240" cy="1354217"/>
          </a:xfrm>
          <a:prstGeom prst="rect">
            <a:avLst/>
          </a:prstGeom>
          <a:gradFill rotWithShape="0">
            <a:gsLst>
              <a:gs pos="0">
                <a:srgbClr val="D2E7F6"/>
              </a:gs>
              <a:gs pos="100000">
                <a:srgbClr val="EDF4FB"/>
              </a:gs>
            </a:gsLst>
            <a:lin ang="16200000"/>
          </a:gradFill>
          <a:ln>
            <a:solidFill>
              <a:srgbClr val="8CA9BC"/>
            </a:solidFill>
            <a:round/>
          </a:ln>
        </p:spPr>
        <p:style>
          <a:lnRef idx="1">
            <a:schemeClr val="accent4"/>
          </a:lnRef>
          <a:fillRef idx="2">
            <a:schemeClr val="accent4"/>
          </a:fillRef>
          <a:effectRef idx="1">
            <a:schemeClr val="accent4"/>
          </a:effectRef>
          <a:fontRef idx="minor"/>
        </p:style>
        <p:txBody>
          <a:bodyPr vertOverflow="overflow" horzOverflow="overflow" lIns="0" tIns="0" rIns="0" bIns="0" numCol="1" spcCol="38160" anchor="ctr">
            <a:spAutoFit/>
          </a:bodyPr>
          <a:lstStyle/>
          <a:p>
            <a:pPr algn="ctr">
              <a:lnSpc>
                <a:spcPct val="100000"/>
              </a:lnSpc>
              <a:tabLst>
                <a:tab pos="0" algn="l"/>
              </a:tabLst>
            </a:pPr>
            <a:r>
              <a:rPr lang="es-ES" sz="8800" b="1" strike="noStrike" spc="-1">
                <a:solidFill>
                  <a:srgbClr val="78330B"/>
                </a:solidFill>
                <a:latin typeface="Lato Regular"/>
                <a:ea typeface="Lato Regular"/>
              </a:rPr>
              <a:t>+</a:t>
            </a:r>
            <a:endParaRPr lang="es-ES" sz="8800" b="0" strike="noStrike" spc="-1">
              <a:solidFill>
                <a:srgbClr val="000000"/>
              </a:solidFill>
              <a:latin typeface="Arial"/>
            </a:endParaRPr>
          </a:p>
        </p:txBody>
      </p:sp>
      <p:sp>
        <p:nvSpPr>
          <p:cNvPr id="127" name="Rectángulo 18"/>
          <p:cNvSpPr/>
          <p:nvPr/>
        </p:nvSpPr>
        <p:spPr>
          <a:xfrm>
            <a:off x="6683940" y="2481197"/>
            <a:ext cx="1389240" cy="1354217"/>
          </a:xfrm>
          <a:prstGeom prst="rect">
            <a:avLst/>
          </a:prstGeom>
          <a:gradFill rotWithShape="0">
            <a:gsLst>
              <a:gs pos="0">
                <a:srgbClr val="D2E7F6"/>
              </a:gs>
              <a:gs pos="100000">
                <a:srgbClr val="EDF4FB"/>
              </a:gs>
            </a:gsLst>
            <a:lin ang="16200000"/>
          </a:gradFill>
          <a:ln>
            <a:solidFill>
              <a:srgbClr val="8CA9BC"/>
            </a:solidFill>
            <a:round/>
          </a:ln>
        </p:spPr>
        <p:style>
          <a:lnRef idx="1">
            <a:schemeClr val="accent4"/>
          </a:lnRef>
          <a:fillRef idx="2">
            <a:schemeClr val="accent4"/>
          </a:fillRef>
          <a:effectRef idx="1">
            <a:schemeClr val="accent4"/>
          </a:effectRef>
          <a:fontRef idx="minor"/>
        </p:style>
        <p:txBody>
          <a:bodyPr vertOverflow="overflow" horzOverflow="overflow" lIns="0" tIns="0" rIns="0" bIns="0" numCol="1" spcCol="38160" anchor="ctr">
            <a:spAutoFit/>
          </a:bodyPr>
          <a:lstStyle/>
          <a:p>
            <a:pPr algn="ctr">
              <a:lnSpc>
                <a:spcPct val="100000"/>
              </a:lnSpc>
              <a:tabLst>
                <a:tab pos="0" algn="l"/>
              </a:tabLst>
            </a:pPr>
            <a:r>
              <a:rPr lang="es-ES" sz="8800" b="1" strike="noStrike" spc="-1">
                <a:solidFill>
                  <a:srgbClr val="78330B"/>
                </a:solidFill>
                <a:latin typeface="Lato Regular"/>
                <a:ea typeface="Lato Regular"/>
              </a:rPr>
              <a:t>#</a:t>
            </a:r>
            <a:endParaRPr lang="es-ES" sz="8800" b="0" strike="noStrike" spc="-1">
              <a:solidFill>
                <a:srgbClr val="000000"/>
              </a:solidFill>
              <a:latin typeface="Arial"/>
            </a:endParaRPr>
          </a:p>
        </p:txBody>
      </p:sp>
      <p:sp>
        <p:nvSpPr>
          <p:cNvPr id="128" name="Rectángulo 19"/>
          <p:cNvSpPr/>
          <p:nvPr/>
        </p:nvSpPr>
        <p:spPr>
          <a:xfrm>
            <a:off x="11559745" y="2327290"/>
            <a:ext cx="1389240" cy="1354217"/>
          </a:xfrm>
          <a:prstGeom prst="rect">
            <a:avLst/>
          </a:prstGeom>
          <a:gradFill rotWithShape="0">
            <a:gsLst>
              <a:gs pos="0">
                <a:srgbClr val="D2E7F6"/>
              </a:gs>
              <a:gs pos="100000">
                <a:srgbClr val="EDF4FB"/>
              </a:gs>
            </a:gsLst>
            <a:lin ang="16200000"/>
          </a:gradFill>
          <a:ln>
            <a:solidFill>
              <a:srgbClr val="8CA9BC"/>
            </a:solidFill>
            <a:round/>
          </a:ln>
        </p:spPr>
        <p:style>
          <a:lnRef idx="1">
            <a:schemeClr val="accent4"/>
          </a:lnRef>
          <a:fillRef idx="2">
            <a:schemeClr val="accent4"/>
          </a:fillRef>
          <a:effectRef idx="1">
            <a:schemeClr val="accent4"/>
          </a:effectRef>
          <a:fontRef idx="minor"/>
        </p:style>
        <p:txBody>
          <a:bodyPr vertOverflow="overflow" horzOverflow="overflow" lIns="0" tIns="0" rIns="0" bIns="0" numCol="1" spcCol="38160" anchor="ctr">
            <a:spAutoFit/>
          </a:bodyPr>
          <a:lstStyle/>
          <a:p>
            <a:pPr algn="ctr">
              <a:lnSpc>
                <a:spcPct val="100000"/>
              </a:lnSpc>
              <a:tabLst>
                <a:tab pos="0" algn="l"/>
              </a:tabLst>
            </a:pPr>
            <a:r>
              <a:rPr lang="es-ES" sz="8800" b="1" strike="noStrike" spc="-1" dirty="0">
                <a:solidFill>
                  <a:srgbClr val="78330B"/>
                </a:solidFill>
                <a:latin typeface="Lato Regular"/>
                <a:ea typeface="Lato Regular"/>
              </a:rPr>
              <a:t>-</a:t>
            </a:r>
            <a:endParaRPr lang="es-ES" sz="8800" b="0" strike="noStrike" spc="-1" dirty="0">
              <a:solidFill>
                <a:srgbClr val="000000"/>
              </a:solidFill>
              <a:latin typeface="Arial"/>
            </a:endParaRPr>
          </a:p>
        </p:txBody>
      </p:sp>
      <p:sp>
        <p:nvSpPr>
          <p:cNvPr id="130" name="CuadroTexto 20"/>
          <p:cNvSpPr/>
          <p:nvPr/>
        </p:nvSpPr>
        <p:spPr>
          <a:xfrm>
            <a:off x="5628893" y="4022094"/>
            <a:ext cx="3920591" cy="910361"/>
          </a:xfrm>
          <a:prstGeom prst="rect">
            <a:avLst/>
          </a:prstGeom>
          <a:solidFill>
            <a:srgbClr val="CCFFCC"/>
          </a:solidFill>
          <a:ln w="12700">
            <a:noFill/>
          </a:ln>
        </p:spPr>
        <p:style>
          <a:lnRef idx="0">
            <a:scrgbClr r="0" g="0" b="0"/>
          </a:lnRef>
          <a:fillRef idx="0">
            <a:scrgbClr r="0" g="0" b="0"/>
          </a:fillRef>
          <a:effectRef idx="0">
            <a:scrgbClr r="0" g="0" b="0"/>
          </a:effectRef>
          <a:fontRef idx="minor"/>
        </p:style>
        <p:txBody>
          <a:bodyPr vertOverflow="overflow" horzOverflow="overflow" wrap="square" lIns="50760" tIns="50760" rIns="50760" bIns="50760" numCol="1" spcCol="38160" anchor="ctr">
            <a:spAutoFit/>
          </a:bodyPr>
          <a:lstStyle/>
          <a:p>
            <a:pPr algn="ctr">
              <a:lnSpc>
                <a:spcPct val="150000"/>
              </a:lnSpc>
              <a:tabLst>
                <a:tab pos="0" algn="l"/>
              </a:tabLst>
            </a:pPr>
            <a:r>
              <a:rPr lang="es-ES" sz="4000" b="1" spc="-1" dirty="0">
                <a:solidFill>
                  <a:schemeClr val="accent3">
                    <a:lumOff val="-7840"/>
                  </a:schemeClr>
                </a:solidFill>
                <a:latin typeface="Lato Regular"/>
                <a:ea typeface="Lato Regular"/>
              </a:rPr>
              <a:t>CLASE BASE</a:t>
            </a:r>
          </a:p>
        </p:txBody>
      </p:sp>
      <p:sp>
        <p:nvSpPr>
          <p:cNvPr id="131" name="CuadroTexto 26"/>
          <p:cNvSpPr/>
          <p:nvPr/>
        </p:nvSpPr>
        <p:spPr>
          <a:xfrm>
            <a:off x="372414" y="5022969"/>
            <a:ext cx="3430689" cy="910361"/>
          </a:xfrm>
          <a:prstGeom prst="rect">
            <a:avLst/>
          </a:prstGeom>
          <a:solidFill>
            <a:srgbClr val="CCFFCC"/>
          </a:solidFill>
          <a:ln w="12700">
            <a:noFill/>
          </a:ln>
        </p:spPr>
        <p:style>
          <a:lnRef idx="0">
            <a:scrgbClr r="0" g="0" b="0"/>
          </a:lnRef>
          <a:fillRef idx="0">
            <a:scrgbClr r="0" g="0" b="0"/>
          </a:fillRef>
          <a:effectRef idx="0">
            <a:scrgbClr r="0" g="0" b="0"/>
          </a:effectRef>
          <a:fontRef idx="minor"/>
        </p:style>
        <p:txBody>
          <a:bodyPr vertOverflow="overflow" horzOverflow="overflow" wrap="square" lIns="50760" tIns="50760" rIns="50760" bIns="50760" numCol="1" spcCol="38160" anchor="ctr">
            <a:spAutoFit/>
          </a:bodyPr>
          <a:lstStyle/>
          <a:p>
            <a:pPr algn="ctr">
              <a:lnSpc>
                <a:spcPct val="150000"/>
              </a:lnSpc>
              <a:tabLst>
                <a:tab pos="0" algn="l"/>
              </a:tabLst>
            </a:pPr>
            <a:r>
              <a:rPr lang="es-ES" sz="4000" b="1" strike="noStrike" spc="-1">
                <a:solidFill>
                  <a:schemeClr val="accent3">
                    <a:lumOff val="-7840"/>
                  </a:schemeClr>
                </a:solidFill>
                <a:latin typeface="Lato Regular"/>
                <a:ea typeface="Lato Regular"/>
              </a:rPr>
              <a:t>SUBCLASES</a:t>
            </a:r>
            <a:endParaRPr lang="es-ES" sz="4000" b="0" strike="noStrike" spc="-1">
              <a:solidFill>
                <a:srgbClr val="000000"/>
              </a:solidFill>
              <a:latin typeface="Arial"/>
            </a:endParaRPr>
          </a:p>
        </p:txBody>
      </p:sp>
      <p:sp>
        <p:nvSpPr>
          <p:cNvPr id="135" name="CuadroTexto 27"/>
          <p:cNvSpPr/>
          <p:nvPr/>
        </p:nvSpPr>
        <p:spPr>
          <a:xfrm>
            <a:off x="598259" y="6276599"/>
            <a:ext cx="2979000" cy="1949171"/>
          </a:xfrm>
          <a:prstGeom prst="rect">
            <a:avLst/>
          </a:prstGeom>
          <a:solidFill>
            <a:srgbClr val="CCFFCC"/>
          </a:solidFill>
          <a:ln w="12700">
            <a:noFill/>
          </a:ln>
        </p:spPr>
        <p:style>
          <a:lnRef idx="0">
            <a:scrgbClr r="0" g="0" b="0"/>
          </a:lnRef>
          <a:fillRef idx="0">
            <a:scrgbClr r="0" g="0" b="0"/>
          </a:fillRef>
          <a:effectRef idx="0">
            <a:scrgbClr r="0" g="0" b="0"/>
          </a:effectRef>
          <a:fontRef idx="minor"/>
        </p:style>
        <p:txBody>
          <a:bodyPr vertOverflow="overflow" horzOverflow="overflow" lIns="50760" tIns="50760" rIns="50760" bIns="50760" numCol="1" spcCol="38160" anchor="ctr">
            <a:spAutoFit/>
          </a:bodyPr>
          <a:lstStyle/>
          <a:p>
            <a:pPr algn="ctr">
              <a:lnSpc>
                <a:spcPct val="100000"/>
              </a:lnSpc>
              <a:tabLst>
                <a:tab pos="0" algn="l"/>
              </a:tabLst>
            </a:pPr>
            <a:r>
              <a:rPr lang="es-ES" sz="4000" b="1" strike="noStrike" spc="-1" dirty="0">
                <a:solidFill>
                  <a:srgbClr val="000000"/>
                </a:solidFill>
                <a:latin typeface="Lato Regular"/>
                <a:ea typeface="Lato Regular"/>
              </a:rPr>
              <a:t>SUBCLASES DE LAS SUBCLASES</a:t>
            </a:r>
            <a:endParaRPr lang="es-ES" sz="4000" b="0" strike="noStrike" spc="-1" dirty="0">
              <a:solidFill>
                <a:srgbClr val="000000"/>
              </a:solidFill>
              <a:latin typeface="Arial"/>
            </a:endParaRPr>
          </a:p>
        </p:txBody>
      </p:sp>
      <p:sp>
        <p:nvSpPr>
          <p:cNvPr id="136" name="CuadroTexto 29"/>
          <p:cNvSpPr/>
          <p:nvPr/>
        </p:nvSpPr>
        <p:spPr>
          <a:xfrm>
            <a:off x="5497226" y="5215265"/>
            <a:ext cx="3920590" cy="718065"/>
          </a:xfrm>
          <a:prstGeom prst="rect">
            <a:avLst/>
          </a:prstGeom>
          <a:solidFill>
            <a:srgbClr val="CCFFCC"/>
          </a:solidFill>
          <a:ln w="12700">
            <a:noFill/>
          </a:ln>
        </p:spPr>
        <p:style>
          <a:lnRef idx="0">
            <a:scrgbClr r="0" g="0" b="0"/>
          </a:lnRef>
          <a:fillRef idx="0">
            <a:scrgbClr r="0" g="0" b="0"/>
          </a:fillRef>
          <a:effectRef idx="0">
            <a:scrgbClr r="0" g="0" b="0"/>
          </a:effectRef>
          <a:fontRef idx="minor"/>
        </p:style>
        <p:txBody>
          <a:bodyPr vertOverflow="overflow" horzOverflow="overflow" wrap="square" lIns="50760" tIns="50760" rIns="50760" bIns="50760" numCol="1" spcCol="38160" anchor="ctr">
            <a:spAutoFit/>
          </a:bodyPr>
          <a:lstStyle/>
          <a:p>
            <a:pPr algn="ctr">
              <a:lnSpc>
                <a:spcPct val="100000"/>
              </a:lnSpc>
              <a:tabLst>
                <a:tab pos="0" algn="l"/>
              </a:tabLst>
            </a:pPr>
            <a:r>
              <a:rPr lang="es-ES" sz="4000" b="1" strike="noStrike" spc="-1" dirty="0">
                <a:solidFill>
                  <a:srgbClr val="000000"/>
                </a:solidFill>
                <a:latin typeface="Lato Regular"/>
                <a:ea typeface="Lato Regular"/>
              </a:rPr>
              <a:t>SUBCLASES</a:t>
            </a:r>
            <a:endParaRPr lang="es-ES" sz="4000" b="0" strike="noStrike" spc="-1" dirty="0">
              <a:solidFill>
                <a:srgbClr val="000000"/>
              </a:solidFill>
              <a:latin typeface="Arial"/>
            </a:endParaRPr>
          </a:p>
        </p:txBody>
      </p:sp>
      <p:sp>
        <p:nvSpPr>
          <p:cNvPr id="142" name="Rectángulo 141"/>
          <p:cNvSpPr/>
          <p:nvPr/>
        </p:nvSpPr>
        <p:spPr>
          <a:xfrm>
            <a:off x="10122540" y="451462"/>
            <a:ext cx="4138920" cy="718920"/>
          </a:xfrm>
          <a:prstGeom prst="rect">
            <a:avLst/>
          </a:prstGeom>
          <a:solidFill>
            <a:srgbClr val="FFFF00"/>
          </a:solidFill>
          <a:ln w="0">
            <a:solidFill>
              <a:srgbClr val="08263A"/>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s-ES" sz="4000" b="1" strike="noStrike" spc="-1" dirty="0">
                <a:latin typeface="Arial"/>
                <a:ea typeface="DejaVu Sans"/>
              </a:rPr>
              <a:t>VISIBILIDAD</a:t>
            </a:r>
            <a:endParaRPr lang="es-ES" sz="4000" b="0" strike="noStrike" spc="-1" dirty="0">
              <a:latin typeface="Arial"/>
            </a:endParaRPr>
          </a:p>
        </p:txBody>
      </p:sp>
      <p:sp>
        <p:nvSpPr>
          <p:cNvPr id="2" name="CuadroTexto 20">
            <a:extLst>
              <a:ext uri="{FF2B5EF4-FFF2-40B4-BE49-F238E27FC236}">
                <a16:creationId xmlns:a16="http://schemas.microsoft.com/office/drawing/2014/main" id="{25BEE727-EE34-9398-88FD-5A0E779CB813}"/>
              </a:ext>
            </a:extLst>
          </p:cNvPr>
          <p:cNvSpPr/>
          <p:nvPr/>
        </p:nvSpPr>
        <p:spPr>
          <a:xfrm>
            <a:off x="127462" y="3951198"/>
            <a:ext cx="3920591" cy="910361"/>
          </a:xfrm>
          <a:prstGeom prst="rect">
            <a:avLst/>
          </a:prstGeom>
          <a:solidFill>
            <a:srgbClr val="CCFFCC"/>
          </a:solidFill>
          <a:ln w="12700">
            <a:noFill/>
          </a:ln>
        </p:spPr>
        <p:style>
          <a:lnRef idx="0">
            <a:scrgbClr r="0" g="0" b="0"/>
          </a:lnRef>
          <a:fillRef idx="0">
            <a:scrgbClr r="0" g="0" b="0"/>
          </a:fillRef>
          <a:effectRef idx="0">
            <a:scrgbClr r="0" g="0" b="0"/>
          </a:effectRef>
          <a:fontRef idx="minor"/>
        </p:style>
        <p:txBody>
          <a:bodyPr vertOverflow="overflow" horzOverflow="overflow" wrap="square" lIns="50760" tIns="50760" rIns="50760" bIns="50760" numCol="1" spcCol="38160" anchor="ctr">
            <a:spAutoFit/>
          </a:bodyPr>
          <a:lstStyle/>
          <a:p>
            <a:pPr algn="ctr">
              <a:lnSpc>
                <a:spcPct val="150000"/>
              </a:lnSpc>
              <a:tabLst>
                <a:tab pos="0" algn="l"/>
              </a:tabLst>
            </a:pPr>
            <a:r>
              <a:rPr lang="es-ES" sz="4000" b="1" spc="-1" dirty="0">
                <a:solidFill>
                  <a:schemeClr val="accent3">
                    <a:lumOff val="-7840"/>
                  </a:schemeClr>
                </a:solidFill>
                <a:latin typeface="Lato Regular"/>
                <a:ea typeface="Lato Regular"/>
              </a:rPr>
              <a:t>CLASE BASE</a:t>
            </a:r>
          </a:p>
        </p:txBody>
      </p:sp>
      <p:sp>
        <p:nvSpPr>
          <p:cNvPr id="3" name="CuadroTexto 20">
            <a:extLst>
              <a:ext uri="{FF2B5EF4-FFF2-40B4-BE49-F238E27FC236}">
                <a16:creationId xmlns:a16="http://schemas.microsoft.com/office/drawing/2014/main" id="{4C43E81C-B3DD-6DFB-B5D2-BA9C5577F544}"/>
              </a:ext>
            </a:extLst>
          </p:cNvPr>
          <p:cNvSpPr/>
          <p:nvPr/>
        </p:nvSpPr>
        <p:spPr>
          <a:xfrm>
            <a:off x="10294070" y="3986498"/>
            <a:ext cx="3920591" cy="910361"/>
          </a:xfrm>
          <a:prstGeom prst="rect">
            <a:avLst/>
          </a:prstGeom>
          <a:solidFill>
            <a:srgbClr val="CCFFCC"/>
          </a:solidFill>
          <a:ln w="12700">
            <a:noFill/>
          </a:ln>
        </p:spPr>
        <p:style>
          <a:lnRef idx="0">
            <a:scrgbClr r="0" g="0" b="0"/>
          </a:lnRef>
          <a:fillRef idx="0">
            <a:scrgbClr r="0" g="0" b="0"/>
          </a:fillRef>
          <a:effectRef idx="0">
            <a:scrgbClr r="0" g="0" b="0"/>
          </a:effectRef>
          <a:fontRef idx="minor"/>
        </p:style>
        <p:txBody>
          <a:bodyPr vertOverflow="overflow" horzOverflow="overflow" wrap="square" lIns="50760" tIns="50760" rIns="50760" bIns="50760" numCol="1" spcCol="38160" anchor="ctr">
            <a:spAutoFit/>
          </a:bodyPr>
          <a:lstStyle/>
          <a:p>
            <a:pPr algn="ctr">
              <a:lnSpc>
                <a:spcPct val="150000"/>
              </a:lnSpc>
              <a:tabLst>
                <a:tab pos="0" algn="l"/>
              </a:tabLst>
            </a:pPr>
            <a:r>
              <a:rPr lang="es-ES" sz="4000" b="1" spc="-1" dirty="0">
                <a:solidFill>
                  <a:schemeClr val="accent3">
                    <a:lumOff val="-7840"/>
                  </a:schemeClr>
                </a:solidFill>
                <a:latin typeface="Lato Regular"/>
                <a:ea typeface="Lato Regular"/>
              </a:rPr>
              <a:t>CLASE BASE</a:t>
            </a:r>
          </a:p>
        </p:txBody>
      </p:sp>
      <p:pic>
        <p:nvPicPr>
          <p:cNvPr id="5" name="Imagen 4">
            <a:extLst>
              <a:ext uri="{FF2B5EF4-FFF2-40B4-BE49-F238E27FC236}">
                <a16:creationId xmlns:a16="http://schemas.microsoft.com/office/drawing/2014/main" id="{4F46012C-0627-5427-32B8-EA628AAF4D3D}"/>
              </a:ext>
            </a:extLst>
          </p:cNvPr>
          <p:cNvPicPr>
            <a:picLocks noChangeAspect="1"/>
          </p:cNvPicPr>
          <p:nvPr/>
        </p:nvPicPr>
        <p:blipFill>
          <a:blip r:embed="rId2"/>
          <a:stretch>
            <a:fillRect/>
          </a:stretch>
        </p:blipFill>
        <p:spPr>
          <a:xfrm>
            <a:off x="10294070" y="5289878"/>
            <a:ext cx="13320310" cy="79746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121092E-2712-14A0-D8AD-53B1C2BC086A}"/>
              </a:ext>
            </a:extLst>
          </p:cNvPr>
          <p:cNvPicPr>
            <a:picLocks noChangeAspect="1"/>
          </p:cNvPicPr>
          <p:nvPr/>
        </p:nvPicPr>
        <p:blipFill>
          <a:blip r:embed="rId2"/>
          <a:stretch>
            <a:fillRect/>
          </a:stretch>
        </p:blipFill>
        <p:spPr>
          <a:xfrm>
            <a:off x="421137" y="1945532"/>
            <a:ext cx="23103762" cy="7081736"/>
          </a:xfrm>
          <a:prstGeom prst="rect">
            <a:avLst/>
          </a:prstGeom>
        </p:spPr>
      </p:pic>
    </p:spTree>
    <p:extLst>
      <p:ext uri="{BB962C8B-B14F-4D97-AF65-F5344CB8AC3E}">
        <p14:creationId xmlns:p14="http://schemas.microsoft.com/office/powerpoint/2010/main" val="3192279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Rectángulo 13"/>
          <p:cNvSpPr/>
          <p:nvPr/>
        </p:nvSpPr>
        <p:spPr>
          <a:xfrm>
            <a:off x="8962920" y="360000"/>
            <a:ext cx="7596000" cy="487080"/>
          </a:xfrm>
          <a:prstGeom prst="rect">
            <a:avLst/>
          </a:prstGeom>
          <a:solidFill>
            <a:schemeClr val="accent1">
              <a:hueOff val="-176470"/>
              <a:satOff val="-53329"/>
              <a:lumOff val="-11960"/>
            </a:schemeClr>
          </a:solidFill>
          <a:ln w="12700">
            <a:noFill/>
          </a:ln>
        </p:spPr>
        <p:style>
          <a:lnRef idx="0">
            <a:scrgbClr r="0" g="0" b="0"/>
          </a:lnRef>
          <a:fillRef idx="0">
            <a:scrgbClr r="0" g="0" b="0"/>
          </a:fillRef>
          <a:effectRef idx="0">
            <a:scrgbClr r="0" g="0" b="0"/>
          </a:effectRef>
          <a:fontRef idx="minor"/>
        </p:style>
        <p:txBody>
          <a:bodyPr vertOverflow="overflow" horzOverflow="overflow" lIns="0" tIns="0" rIns="0" bIns="0" numCol="1" spcCol="38160" anchor="ctr">
            <a:spAutoFit/>
          </a:bodyPr>
          <a:lstStyle/>
          <a:p>
            <a:pPr algn="ctr">
              <a:lnSpc>
                <a:spcPct val="100000"/>
              </a:lnSpc>
              <a:tabLst>
                <a:tab pos="0" algn="l"/>
              </a:tabLst>
            </a:pPr>
            <a:r>
              <a:rPr lang="es-ES" sz="3200" b="0" strike="noStrike" spc="-1">
                <a:solidFill>
                  <a:srgbClr val="FFFFFF"/>
                </a:solidFill>
                <a:latin typeface="Lato Regular"/>
                <a:ea typeface="Lato Regular"/>
              </a:rPr>
              <a:t>ATRIBUTOS DE CLASE</a:t>
            </a:r>
            <a:endParaRPr lang="es-ES" sz="3200" b="0" strike="noStrike" spc="-1">
              <a:solidFill>
                <a:srgbClr val="FFFFFF"/>
              </a:solidFill>
              <a:latin typeface="Arial"/>
            </a:endParaRPr>
          </a:p>
        </p:txBody>
      </p:sp>
      <p:pic>
        <p:nvPicPr>
          <p:cNvPr id="146" name="Imagen 17"/>
          <p:cNvPicPr/>
          <p:nvPr/>
        </p:nvPicPr>
        <p:blipFill>
          <a:blip r:embed="rId3"/>
          <a:stretch/>
        </p:blipFill>
        <p:spPr>
          <a:xfrm>
            <a:off x="540000" y="2166480"/>
            <a:ext cx="5325120" cy="5212440"/>
          </a:xfrm>
          <a:prstGeom prst="rect">
            <a:avLst/>
          </a:prstGeom>
          <a:ln w="0">
            <a:noFill/>
          </a:ln>
        </p:spPr>
      </p:pic>
      <p:pic>
        <p:nvPicPr>
          <p:cNvPr id="147" name="Imagen 19"/>
          <p:cNvPicPr/>
          <p:nvPr/>
        </p:nvPicPr>
        <p:blipFill>
          <a:blip r:embed="rId4"/>
          <a:stretch/>
        </p:blipFill>
        <p:spPr>
          <a:xfrm>
            <a:off x="6112800" y="2597760"/>
            <a:ext cx="5593320" cy="4260240"/>
          </a:xfrm>
          <a:prstGeom prst="rect">
            <a:avLst/>
          </a:prstGeom>
          <a:ln w="0">
            <a:noFill/>
          </a:ln>
        </p:spPr>
      </p:pic>
      <p:pic>
        <p:nvPicPr>
          <p:cNvPr id="148" name="Imagen 21"/>
          <p:cNvPicPr/>
          <p:nvPr/>
        </p:nvPicPr>
        <p:blipFill>
          <a:blip r:embed="rId5"/>
          <a:stretch/>
        </p:blipFill>
        <p:spPr>
          <a:xfrm>
            <a:off x="12240000" y="2815680"/>
            <a:ext cx="10843200" cy="3424680"/>
          </a:xfrm>
          <a:prstGeom prst="rect">
            <a:avLst/>
          </a:prstGeom>
          <a:ln w="0">
            <a:noFill/>
          </a:ln>
        </p:spPr>
      </p:pic>
      <p:sp>
        <p:nvSpPr>
          <p:cNvPr id="149" name="CuadroTexto 23"/>
          <p:cNvSpPr/>
          <p:nvPr/>
        </p:nvSpPr>
        <p:spPr>
          <a:xfrm>
            <a:off x="6300000" y="1923840"/>
            <a:ext cx="4678920" cy="609120"/>
          </a:xfrm>
          <a:prstGeom prst="rect">
            <a:avLst/>
          </a:prstGeom>
          <a:solidFill>
            <a:srgbClr val="C9211E"/>
          </a:solidFill>
          <a:ln w="12700">
            <a:noFill/>
          </a:ln>
        </p:spPr>
        <p:style>
          <a:lnRef idx="0">
            <a:scrgbClr r="0" g="0" b="0"/>
          </a:lnRef>
          <a:fillRef idx="0">
            <a:scrgbClr r="0" g="0" b="0"/>
          </a:fillRef>
          <a:effectRef idx="0">
            <a:scrgbClr r="0" g="0" b="0"/>
          </a:effectRef>
          <a:fontRef idx="minor"/>
        </p:style>
        <p:txBody>
          <a:bodyPr vertOverflow="overflow" horzOverflow="overflow" lIns="0" tIns="0" rIns="0" bIns="0" numCol="1" spcCol="38160" anchor="ctr">
            <a:spAutoFit/>
          </a:bodyPr>
          <a:lstStyle/>
          <a:p>
            <a:pPr algn="ctr">
              <a:lnSpc>
                <a:spcPct val="100000"/>
              </a:lnSpc>
              <a:tabLst>
                <a:tab pos="0" algn="l"/>
              </a:tabLst>
            </a:pPr>
            <a:r>
              <a:rPr lang="es-ES" sz="4000" b="1" strike="noStrike" spc="-1">
                <a:solidFill>
                  <a:srgbClr val="FFFFFF"/>
                </a:solidFill>
                <a:latin typeface="Arial"/>
                <a:ea typeface="DejaVu Sans"/>
              </a:rPr>
              <a:t>Valores iniciales</a:t>
            </a:r>
            <a:endParaRPr lang="es-ES" sz="4000" b="0" strike="noStrike" spc="-1">
              <a:solidFill>
                <a:srgbClr val="000000"/>
              </a:solidFill>
              <a:latin typeface="Arial"/>
            </a:endParaRPr>
          </a:p>
        </p:txBody>
      </p:sp>
      <p:sp>
        <p:nvSpPr>
          <p:cNvPr id="150" name="Rectángulo 24"/>
          <p:cNvSpPr/>
          <p:nvPr/>
        </p:nvSpPr>
        <p:spPr>
          <a:xfrm>
            <a:off x="720000" y="1737000"/>
            <a:ext cx="4858920" cy="974160"/>
          </a:xfrm>
          <a:prstGeom prst="rect">
            <a:avLst/>
          </a:prstGeom>
          <a:solidFill>
            <a:srgbClr val="C9211E"/>
          </a:solidFill>
          <a:ln w="12700">
            <a:noFill/>
          </a:ln>
        </p:spPr>
        <p:style>
          <a:lnRef idx="0">
            <a:scrgbClr r="0" g="0" b="0"/>
          </a:lnRef>
          <a:fillRef idx="0">
            <a:scrgbClr r="0" g="0" b="0"/>
          </a:fillRef>
          <a:effectRef idx="0">
            <a:scrgbClr r="0" g="0" b="0"/>
          </a:effectRef>
          <a:fontRef idx="minor"/>
        </p:style>
        <p:txBody>
          <a:bodyPr vertOverflow="overflow" horzOverflow="overflow" lIns="0" tIns="0" rIns="0" bIns="0" numCol="1" spcCol="38160" anchor="ctr">
            <a:spAutoFit/>
          </a:bodyPr>
          <a:lstStyle/>
          <a:p>
            <a:pPr algn="ctr">
              <a:lnSpc>
                <a:spcPct val="100000"/>
              </a:lnSpc>
              <a:tabLst>
                <a:tab pos="0" algn="l"/>
              </a:tabLst>
            </a:pPr>
            <a:r>
              <a:rPr lang="es-ES" sz="3200" b="0" strike="noStrike" spc="-1">
                <a:solidFill>
                  <a:srgbClr val="FFFFFF"/>
                </a:solidFill>
                <a:latin typeface="Lato Regular"/>
                <a:ea typeface="Lato Regular"/>
              </a:rPr>
              <a:t>EJEMPLO CON ATRIBUTOS DE CLASE</a:t>
            </a:r>
            <a:endParaRPr lang="es-ES" sz="3200" b="0" strike="noStrike" spc="-1">
              <a:solidFill>
                <a:srgbClr val="000000"/>
              </a:solidFill>
              <a:latin typeface="Arial"/>
            </a:endParaRPr>
          </a:p>
        </p:txBody>
      </p:sp>
      <p:sp>
        <p:nvSpPr>
          <p:cNvPr id="151" name="CuadroTexto 15"/>
          <p:cNvSpPr/>
          <p:nvPr/>
        </p:nvSpPr>
        <p:spPr>
          <a:xfrm>
            <a:off x="12240000" y="1909800"/>
            <a:ext cx="7378920" cy="609120"/>
          </a:xfrm>
          <a:prstGeom prst="rect">
            <a:avLst/>
          </a:prstGeom>
          <a:solidFill>
            <a:srgbClr val="C9211E"/>
          </a:solidFill>
          <a:ln w="12700">
            <a:noFill/>
          </a:ln>
        </p:spPr>
        <p:style>
          <a:lnRef idx="0">
            <a:scrgbClr r="0" g="0" b="0"/>
          </a:lnRef>
          <a:fillRef idx="0">
            <a:scrgbClr r="0" g="0" b="0"/>
          </a:fillRef>
          <a:effectRef idx="0">
            <a:scrgbClr r="0" g="0" b="0"/>
          </a:effectRef>
          <a:fontRef idx="minor"/>
        </p:style>
        <p:txBody>
          <a:bodyPr vertOverflow="overflow" horzOverflow="overflow" lIns="0" tIns="0" rIns="0" bIns="0" numCol="1" spcCol="38160" anchor="ctr">
            <a:spAutoFit/>
          </a:bodyPr>
          <a:lstStyle/>
          <a:p>
            <a:pPr algn="ctr">
              <a:lnSpc>
                <a:spcPct val="100000"/>
              </a:lnSpc>
              <a:tabLst>
                <a:tab pos="0" algn="l"/>
              </a:tabLst>
            </a:pPr>
            <a:r>
              <a:rPr lang="es-ES" sz="4000" b="1" strike="noStrike" spc="-1">
                <a:solidFill>
                  <a:srgbClr val="FFFFFF"/>
                </a:solidFill>
                <a:latin typeface="Arial"/>
                <a:ea typeface="DejaVu Sans"/>
              </a:rPr>
              <a:t>CON RESTRICCIONES</a:t>
            </a:r>
            <a:endParaRPr lang="es-ES" sz="4000" b="0" strike="noStrike" spc="-1">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Rectángulo 22"/>
          <p:cNvSpPr/>
          <p:nvPr/>
        </p:nvSpPr>
        <p:spPr>
          <a:xfrm>
            <a:off x="508125" y="8440160"/>
            <a:ext cx="23367750" cy="2092881"/>
          </a:xfrm>
          <a:prstGeom prst="rect">
            <a:avLst/>
          </a:prstGeom>
          <a:gradFill rotWithShape="0">
            <a:gsLst>
              <a:gs pos="0">
                <a:srgbClr val="D2E7F6"/>
              </a:gs>
              <a:gs pos="100000">
                <a:srgbClr val="EDF4FB"/>
              </a:gs>
            </a:gsLst>
            <a:lin ang="16200000"/>
          </a:gradFill>
          <a:ln>
            <a:solidFill>
              <a:srgbClr val="8CA9BC"/>
            </a:solidFill>
            <a:round/>
          </a:ln>
        </p:spPr>
        <p:style>
          <a:lnRef idx="1">
            <a:schemeClr val="accent4"/>
          </a:lnRef>
          <a:fillRef idx="2">
            <a:schemeClr val="accent4"/>
          </a:fillRef>
          <a:effectRef idx="1">
            <a:schemeClr val="accent4"/>
          </a:effectRef>
          <a:fontRef idx="minor"/>
        </p:style>
        <p:txBody>
          <a:bodyPr vertOverflow="overflow" horzOverflow="overflow" wrap="square" lIns="0" tIns="0" rIns="0" bIns="0" numCol="1" spcCol="38160" anchor="ctr">
            <a:spAutoFit/>
          </a:bodyPr>
          <a:lstStyle/>
          <a:p>
            <a:pPr algn="ctr">
              <a:lnSpc>
                <a:spcPct val="100000"/>
              </a:lnSpc>
              <a:tabLst>
                <a:tab pos="0" algn="l"/>
              </a:tabLst>
            </a:pPr>
            <a:r>
              <a:rPr lang="es-ES" sz="3200" b="0" strike="noStrike" spc="-1" dirty="0">
                <a:solidFill>
                  <a:srgbClr val="78330B"/>
                </a:solidFill>
                <a:latin typeface="Lato Regular"/>
                <a:ea typeface="Lato Regular"/>
              </a:rPr>
              <a:t>¿Cómo podemos saber la estructura de un diagrama cuando hablemos con un cliente sobre una aplicación?</a:t>
            </a:r>
            <a:endParaRPr lang="es-ES" sz="3200" b="0" strike="noStrike" spc="-1" dirty="0">
              <a:solidFill>
                <a:srgbClr val="000000"/>
              </a:solidFill>
              <a:latin typeface="Arial"/>
            </a:endParaRPr>
          </a:p>
          <a:p>
            <a:pPr algn="ctr">
              <a:lnSpc>
                <a:spcPct val="100000"/>
              </a:lnSpc>
              <a:tabLst>
                <a:tab pos="0" algn="l"/>
              </a:tabLst>
            </a:pPr>
            <a:endParaRPr lang="es-ES" sz="3200" b="0" strike="noStrike" spc="-1" dirty="0">
              <a:solidFill>
                <a:srgbClr val="000000"/>
              </a:solidFill>
              <a:latin typeface="Arial"/>
            </a:endParaRPr>
          </a:p>
          <a:p>
            <a:pPr algn="ctr">
              <a:lnSpc>
                <a:spcPct val="100000"/>
              </a:lnSpc>
              <a:tabLst>
                <a:tab pos="0" algn="l"/>
              </a:tabLst>
            </a:pPr>
            <a:r>
              <a:rPr lang="es-ES" sz="4000" b="1" strike="noStrike" spc="-1" dirty="0">
                <a:solidFill>
                  <a:srgbClr val="78330B"/>
                </a:solidFill>
                <a:latin typeface="Lato Regular"/>
                <a:ea typeface="Lato Regular"/>
              </a:rPr>
              <a:t>El teorema del frigorífico.</a:t>
            </a:r>
            <a:endParaRPr lang="es-ES" sz="4000" b="1" strike="noStrike" spc="-1" dirty="0">
              <a:solidFill>
                <a:srgbClr val="000000"/>
              </a:solidFill>
              <a:latin typeface="Arial"/>
            </a:endParaRPr>
          </a:p>
          <a:p>
            <a:pPr algn="ctr">
              <a:lnSpc>
                <a:spcPct val="100000"/>
              </a:lnSpc>
              <a:tabLst>
                <a:tab pos="0" algn="l"/>
              </a:tabLst>
            </a:pPr>
            <a:r>
              <a:rPr lang="es-ES" sz="3200" b="0" i="1" strike="noStrike" spc="-1" dirty="0">
                <a:solidFill>
                  <a:srgbClr val="78330B"/>
                </a:solidFill>
                <a:latin typeface="Lato Regular"/>
                <a:ea typeface="Lato Regular"/>
              </a:rPr>
              <a:t>Un cliente quiere un frigorífico de color metálico,  de un metro ochenta de altura, ecológico y que pueda regular temperatura .</a:t>
            </a:r>
            <a:endParaRPr lang="es-ES" sz="3200" b="0" strike="noStrike" spc="-1" dirty="0">
              <a:solidFill>
                <a:srgbClr val="000000"/>
              </a:solidFill>
              <a:latin typeface="Arial"/>
            </a:endParaRPr>
          </a:p>
        </p:txBody>
      </p:sp>
      <p:sp>
        <p:nvSpPr>
          <p:cNvPr id="153" name="Rectángulo 23"/>
          <p:cNvSpPr/>
          <p:nvPr/>
        </p:nvSpPr>
        <p:spPr>
          <a:xfrm>
            <a:off x="9488520" y="540000"/>
            <a:ext cx="4370400" cy="974160"/>
          </a:xfrm>
          <a:prstGeom prst="rect">
            <a:avLst/>
          </a:prstGeom>
          <a:solidFill>
            <a:schemeClr val="accent1">
              <a:hueOff val="-176470"/>
              <a:satOff val="-53329"/>
              <a:lumOff val="-11960"/>
            </a:schemeClr>
          </a:solidFill>
          <a:ln w="12700">
            <a:noFill/>
          </a:ln>
        </p:spPr>
        <p:style>
          <a:lnRef idx="0">
            <a:scrgbClr r="0" g="0" b="0"/>
          </a:lnRef>
          <a:fillRef idx="0">
            <a:scrgbClr r="0" g="0" b="0"/>
          </a:fillRef>
          <a:effectRef idx="0">
            <a:scrgbClr r="0" g="0" b="0"/>
          </a:effectRef>
          <a:fontRef idx="minor"/>
        </p:style>
        <p:txBody>
          <a:bodyPr vertOverflow="overflow" horzOverflow="overflow" lIns="0" tIns="0" rIns="0" bIns="0" numCol="1" spcCol="38160" anchor="ctr">
            <a:spAutoFit/>
          </a:bodyPr>
          <a:lstStyle/>
          <a:p>
            <a:pPr algn="ctr">
              <a:lnSpc>
                <a:spcPct val="100000"/>
              </a:lnSpc>
              <a:tabLst>
                <a:tab pos="0" algn="l"/>
              </a:tabLst>
            </a:pPr>
            <a:r>
              <a:rPr lang="es-ES" sz="3200" b="0" strike="noStrike" spc="-1">
                <a:solidFill>
                  <a:srgbClr val="FFFFFF"/>
                </a:solidFill>
                <a:latin typeface="Lato Regular"/>
                <a:ea typeface="Lato Regular"/>
              </a:rPr>
              <a:t>Objetos; instanciación</a:t>
            </a:r>
            <a:endParaRPr lang="es-ES" sz="3200" b="0" strike="noStrike" spc="-1">
              <a:solidFill>
                <a:srgbClr val="FFFFFF"/>
              </a:solidFill>
              <a:latin typeface="Arial"/>
            </a:endParaRPr>
          </a:p>
        </p:txBody>
      </p:sp>
      <p:pic>
        <p:nvPicPr>
          <p:cNvPr id="154" name="Imagen 13"/>
          <p:cNvPicPr/>
          <p:nvPr/>
        </p:nvPicPr>
        <p:blipFill>
          <a:blip r:embed="rId3"/>
          <a:srcRect b="35422"/>
          <a:stretch/>
        </p:blipFill>
        <p:spPr>
          <a:xfrm>
            <a:off x="6492240" y="2715480"/>
            <a:ext cx="11146680" cy="5383440"/>
          </a:xfrm>
          <a:prstGeom prst="rect">
            <a:avLst/>
          </a:prstGeom>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6906711-0AFB-47DD-A4B6-4E94B38B8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84000"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A91F649-894C-41F6-A21D-3D1AC558E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84000" cy="5755664"/>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CuadroTexto 1">
            <a:extLst>
              <a:ext uri="{FF2B5EF4-FFF2-40B4-BE49-F238E27FC236}">
                <a16:creationId xmlns:a16="http://schemas.microsoft.com/office/drawing/2014/main" id="{D885A5FD-29B1-17B8-DE55-3306F2AC50F8}"/>
              </a:ext>
            </a:extLst>
          </p:cNvPr>
          <p:cNvSpPr txBox="1"/>
          <p:nvPr/>
        </p:nvSpPr>
        <p:spPr>
          <a:xfrm>
            <a:off x="1277762" y="781050"/>
            <a:ext cx="21819280" cy="3020602"/>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6300" kern="1200">
                <a:solidFill>
                  <a:srgbClr val="FFFFFF"/>
                </a:solidFill>
                <a:latin typeface="+mj-lt"/>
                <a:ea typeface="+mj-ea"/>
                <a:cs typeface="+mj-cs"/>
              </a:rPr>
              <a:t>Existen diferentes maneras de representar una clase usando solo</a:t>
            </a:r>
          </a:p>
          <a:p>
            <a:pPr algn="ctr">
              <a:lnSpc>
                <a:spcPct val="90000"/>
              </a:lnSpc>
              <a:spcBef>
                <a:spcPct val="0"/>
              </a:spcBef>
              <a:spcAft>
                <a:spcPts val="600"/>
              </a:spcAft>
            </a:pPr>
            <a:r>
              <a:rPr lang="en-US" sz="6300" kern="1200">
                <a:solidFill>
                  <a:srgbClr val="FFFFFF"/>
                </a:solidFill>
                <a:latin typeface="+mj-lt"/>
                <a:ea typeface="+mj-ea"/>
                <a:cs typeface="+mj-cs"/>
              </a:rPr>
              <a:t>El nombre de la clase, los atributos, o atributos  y métodos.</a:t>
            </a:r>
          </a:p>
        </p:txBody>
      </p:sp>
      <p:sp>
        <p:nvSpPr>
          <p:cNvPr id="13" name="sketch line">
            <a:extLst>
              <a:ext uri="{FF2B5EF4-FFF2-40B4-BE49-F238E27FC236}">
                <a16:creationId xmlns:a16="http://schemas.microsoft.com/office/drawing/2014/main" id="{56037404-66BD-46B5-9323-1B5313196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48412" y="3506532"/>
            <a:ext cx="8487178" cy="36576"/>
          </a:xfrm>
          <a:custGeom>
            <a:avLst/>
            <a:gdLst>
              <a:gd name="connsiteX0" fmla="*/ 0 w 8487178"/>
              <a:gd name="connsiteY0" fmla="*/ 0 h 36576"/>
              <a:gd name="connsiteX1" fmla="*/ 567988 w 8487178"/>
              <a:gd name="connsiteY1" fmla="*/ 0 h 36576"/>
              <a:gd name="connsiteX2" fmla="*/ 1220848 w 8487178"/>
              <a:gd name="connsiteY2" fmla="*/ 0 h 36576"/>
              <a:gd name="connsiteX3" fmla="*/ 1958580 w 8487178"/>
              <a:gd name="connsiteY3" fmla="*/ 0 h 36576"/>
              <a:gd name="connsiteX4" fmla="*/ 2526568 w 8487178"/>
              <a:gd name="connsiteY4" fmla="*/ 0 h 36576"/>
              <a:gd name="connsiteX5" fmla="*/ 3179427 w 8487178"/>
              <a:gd name="connsiteY5" fmla="*/ 0 h 36576"/>
              <a:gd name="connsiteX6" fmla="*/ 4002031 w 8487178"/>
              <a:gd name="connsiteY6" fmla="*/ 0 h 36576"/>
              <a:gd name="connsiteX7" fmla="*/ 4485147 w 8487178"/>
              <a:gd name="connsiteY7" fmla="*/ 0 h 36576"/>
              <a:gd name="connsiteX8" fmla="*/ 5222879 w 8487178"/>
              <a:gd name="connsiteY8" fmla="*/ 0 h 36576"/>
              <a:gd name="connsiteX9" fmla="*/ 5705995 w 8487178"/>
              <a:gd name="connsiteY9" fmla="*/ 0 h 36576"/>
              <a:gd name="connsiteX10" fmla="*/ 6358855 w 8487178"/>
              <a:gd name="connsiteY10" fmla="*/ 0 h 36576"/>
              <a:gd name="connsiteX11" fmla="*/ 7096587 w 8487178"/>
              <a:gd name="connsiteY11" fmla="*/ 0 h 36576"/>
              <a:gd name="connsiteX12" fmla="*/ 7494831 w 8487178"/>
              <a:gd name="connsiteY12" fmla="*/ 0 h 36576"/>
              <a:gd name="connsiteX13" fmla="*/ 7893076 w 8487178"/>
              <a:gd name="connsiteY13" fmla="*/ 0 h 36576"/>
              <a:gd name="connsiteX14" fmla="*/ 8487178 w 8487178"/>
              <a:gd name="connsiteY14" fmla="*/ 0 h 36576"/>
              <a:gd name="connsiteX15" fmla="*/ 8487178 w 8487178"/>
              <a:gd name="connsiteY15" fmla="*/ 36576 h 36576"/>
              <a:gd name="connsiteX16" fmla="*/ 7749446 w 8487178"/>
              <a:gd name="connsiteY16" fmla="*/ 36576 h 36576"/>
              <a:gd name="connsiteX17" fmla="*/ 7096587 w 8487178"/>
              <a:gd name="connsiteY17" fmla="*/ 36576 h 36576"/>
              <a:gd name="connsiteX18" fmla="*/ 6528598 w 8487178"/>
              <a:gd name="connsiteY18" fmla="*/ 36576 h 36576"/>
              <a:gd name="connsiteX19" fmla="*/ 5790867 w 8487178"/>
              <a:gd name="connsiteY19" fmla="*/ 36576 h 36576"/>
              <a:gd name="connsiteX20" fmla="*/ 5138007 w 8487178"/>
              <a:gd name="connsiteY20" fmla="*/ 36576 h 36576"/>
              <a:gd name="connsiteX21" fmla="*/ 4315404 w 8487178"/>
              <a:gd name="connsiteY21" fmla="*/ 36576 h 36576"/>
              <a:gd name="connsiteX22" fmla="*/ 3492800 w 8487178"/>
              <a:gd name="connsiteY22" fmla="*/ 36576 h 36576"/>
              <a:gd name="connsiteX23" fmla="*/ 2755069 w 8487178"/>
              <a:gd name="connsiteY23" fmla="*/ 36576 h 36576"/>
              <a:gd name="connsiteX24" fmla="*/ 2017337 w 8487178"/>
              <a:gd name="connsiteY24" fmla="*/ 36576 h 36576"/>
              <a:gd name="connsiteX25" fmla="*/ 1279605 w 8487178"/>
              <a:gd name="connsiteY25" fmla="*/ 36576 h 36576"/>
              <a:gd name="connsiteX26" fmla="*/ 796489 w 8487178"/>
              <a:gd name="connsiteY26" fmla="*/ 36576 h 36576"/>
              <a:gd name="connsiteX27" fmla="*/ 0 w 8487178"/>
              <a:gd name="connsiteY27" fmla="*/ 36576 h 36576"/>
              <a:gd name="connsiteX28" fmla="*/ 0 w 8487178"/>
              <a:gd name="connsiteY28"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487178" h="36576" fill="none" extrusionOk="0">
                <a:moveTo>
                  <a:pt x="0" y="0"/>
                </a:moveTo>
                <a:cubicBezTo>
                  <a:pt x="214426" y="-20763"/>
                  <a:pt x="298857" y="-20851"/>
                  <a:pt x="567988" y="0"/>
                </a:cubicBezTo>
                <a:cubicBezTo>
                  <a:pt x="837119" y="20851"/>
                  <a:pt x="1009049" y="6451"/>
                  <a:pt x="1220848" y="0"/>
                </a:cubicBezTo>
                <a:cubicBezTo>
                  <a:pt x="1432647" y="-6451"/>
                  <a:pt x="1750626" y="20194"/>
                  <a:pt x="1958580" y="0"/>
                </a:cubicBezTo>
                <a:cubicBezTo>
                  <a:pt x="2166534" y="-20194"/>
                  <a:pt x="2346480" y="3625"/>
                  <a:pt x="2526568" y="0"/>
                </a:cubicBezTo>
                <a:cubicBezTo>
                  <a:pt x="2706656" y="-3625"/>
                  <a:pt x="3011640" y="6087"/>
                  <a:pt x="3179427" y="0"/>
                </a:cubicBezTo>
                <a:cubicBezTo>
                  <a:pt x="3347214" y="-6087"/>
                  <a:pt x="3655216" y="19365"/>
                  <a:pt x="4002031" y="0"/>
                </a:cubicBezTo>
                <a:cubicBezTo>
                  <a:pt x="4348846" y="-19365"/>
                  <a:pt x="4274029" y="6383"/>
                  <a:pt x="4485147" y="0"/>
                </a:cubicBezTo>
                <a:cubicBezTo>
                  <a:pt x="4696265" y="-6383"/>
                  <a:pt x="4929799" y="-26319"/>
                  <a:pt x="5222879" y="0"/>
                </a:cubicBezTo>
                <a:cubicBezTo>
                  <a:pt x="5515959" y="26319"/>
                  <a:pt x="5467217" y="-6358"/>
                  <a:pt x="5705995" y="0"/>
                </a:cubicBezTo>
                <a:cubicBezTo>
                  <a:pt x="5944773" y="6358"/>
                  <a:pt x="6079101" y="3677"/>
                  <a:pt x="6358855" y="0"/>
                </a:cubicBezTo>
                <a:cubicBezTo>
                  <a:pt x="6638609" y="-3677"/>
                  <a:pt x="6805251" y="-12985"/>
                  <a:pt x="7096587" y="0"/>
                </a:cubicBezTo>
                <a:cubicBezTo>
                  <a:pt x="7387923" y="12985"/>
                  <a:pt x="7344268" y="-8684"/>
                  <a:pt x="7494831" y="0"/>
                </a:cubicBezTo>
                <a:cubicBezTo>
                  <a:pt x="7645394" y="8684"/>
                  <a:pt x="7737609" y="7049"/>
                  <a:pt x="7893076" y="0"/>
                </a:cubicBezTo>
                <a:cubicBezTo>
                  <a:pt x="8048543" y="-7049"/>
                  <a:pt x="8317689" y="6091"/>
                  <a:pt x="8487178" y="0"/>
                </a:cubicBezTo>
                <a:cubicBezTo>
                  <a:pt x="8487639" y="9258"/>
                  <a:pt x="8488625" y="24151"/>
                  <a:pt x="8487178" y="36576"/>
                </a:cubicBezTo>
                <a:cubicBezTo>
                  <a:pt x="8267217" y="52681"/>
                  <a:pt x="8095871" y="68258"/>
                  <a:pt x="7749446" y="36576"/>
                </a:cubicBezTo>
                <a:cubicBezTo>
                  <a:pt x="7403021" y="4894"/>
                  <a:pt x="7407700" y="64962"/>
                  <a:pt x="7096587" y="36576"/>
                </a:cubicBezTo>
                <a:cubicBezTo>
                  <a:pt x="6785474" y="8190"/>
                  <a:pt x="6687713" y="51846"/>
                  <a:pt x="6528598" y="36576"/>
                </a:cubicBezTo>
                <a:cubicBezTo>
                  <a:pt x="6369483" y="21306"/>
                  <a:pt x="6135709" y="62051"/>
                  <a:pt x="5790867" y="36576"/>
                </a:cubicBezTo>
                <a:cubicBezTo>
                  <a:pt x="5446025" y="11101"/>
                  <a:pt x="5346753" y="28097"/>
                  <a:pt x="5138007" y="36576"/>
                </a:cubicBezTo>
                <a:cubicBezTo>
                  <a:pt x="4929261" y="45055"/>
                  <a:pt x="4665040" y="63229"/>
                  <a:pt x="4315404" y="36576"/>
                </a:cubicBezTo>
                <a:cubicBezTo>
                  <a:pt x="3965768" y="9923"/>
                  <a:pt x="3839316" y="59606"/>
                  <a:pt x="3492800" y="36576"/>
                </a:cubicBezTo>
                <a:cubicBezTo>
                  <a:pt x="3146284" y="13546"/>
                  <a:pt x="2973016" y="57543"/>
                  <a:pt x="2755069" y="36576"/>
                </a:cubicBezTo>
                <a:cubicBezTo>
                  <a:pt x="2537122" y="15609"/>
                  <a:pt x="2298951" y="44535"/>
                  <a:pt x="2017337" y="36576"/>
                </a:cubicBezTo>
                <a:cubicBezTo>
                  <a:pt x="1735723" y="28617"/>
                  <a:pt x="1544142" y="8566"/>
                  <a:pt x="1279605" y="36576"/>
                </a:cubicBezTo>
                <a:cubicBezTo>
                  <a:pt x="1015068" y="64586"/>
                  <a:pt x="1028784" y="36866"/>
                  <a:pt x="796489" y="36576"/>
                </a:cubicBezTo>
                <a:cubicBezTo>
                  <a:pt x="564194" y="36286"/>
                  <a:pt x="249355" y="51468"/>
                  <a:pt x="0" y="36576"/>
                </a:cubicBezTo>
                <a:cubicBezTo>
                  <a:pt x="-472" y="19807"/>
                  <a:pt x="-535" y="8247"/>
                  <a:pt x="0" y="0"/>
                </a:cubicBezTo>
                <a:close/>
              </a:path>
              <a:path w="8487178" h="36576" stroke="0" extrusionOk="0">
                <a:moveTo>
                  <a:pt x="0" y="0"/>
                </a:moveTo>
                <a:cubicBezTo>
                  <a:pt x="212480" y="27231"/>
                  <a:pt x="365898" y="27850"/>
                  <a:pt x="567988" y="0"/>
                </a:cubicBezTo>
                <a:cubicBezTo>
                  <a:pt x="770078" y="-27850"/>
                  <a:pt x="789324" y="11547"/>
                  <a:pt x="966233" y="0"/>
                </a:cubicBezTo>
                <a:cubicBezTo>
                  <a:pt x="1143142" y="-11547"/>
                  <a:pt x="1551591" y="36710"/>
                  <a:pt x="1788836" y="0"/>
                </a:cubicBezTo>
                <a:cubicBezTo>
                  <a:pt x="2026081" y="-36710"/>
                  <a:pt x="2157736" y="-16761"/>
                  <a:pt x="2356824" y="0"/>
                </a:cubicBezTo>
                <a:cubicBezTo>
                  <a:pt x="2555912" y="16761"/>
                  <a:pt x="2656322" y="13384"/>
                  <a:pt x="2924812" y="0"/>
                </a:cubicBezTo>
                <a:cubicBezTo>
                  <a:pt x="3193302" y="-13384"/>
                  <a:pt x="3346207" y="30946"/>
                  <a:pt x="3747416" y="0"/>
                </a:cubicBezTo>
                <a:cubicBezTo>
                  <a:pt x="4148625" y="-30946"/>
                  <a:pt x="4010288" y="18768"/>
                  <a:pt x="4230532" y="0"/>
                </a:cubicBezTo>
                <a:cubicBezTo>
                  <a:pt x="4450776" y="-18768"/>
                  <a:pt x="4727281" y="-26815"/>
                  <a:pt x="5053135" y="0"/>
                </a:cubicBezTo>
                <a:cubicBezTo>
                  <a:pt x="5378989" y="26815"/>
                  <a:pt x="5660856" y="15000"/>
                  <a:pt x="5875739" y="0"/>
                </a:cubicBezTo>
                <a:cubicBezTo>
                  <a:pt x="6090622" y="-15000"/>
                  <a:pt x="6270826" y="-105"/>
                  <a:pt x="6528598" y="0"/>
                </a:cubicBezTo>
                <a:cubicBezTo>
                  <a:pt x="6786370" y="105"/>
                  <a:pt x="7045348" y="3155"/>
                  <a:pt x="7351202" y="0"/>
                </a:cubicBezTo>
                <a:cubicBezTo>
                  <a:pt x="7657056" y="-3155"/>
                  <a:pt x="7723386" y="-18737"/>
                  <a:pt x="7919190" y="0"/>
                </a:cubicBezTo>
                <a:cubicBezTo>
                  <a:pt x="8114994" y="18737"/>
                  <a:pt x="8229807" y="-21771"/>
                  <a:pt x="8487178" y="0"/>
                </a:cubicBezTo>
                <a:cubicBezTo>
                  <a:pt x="8485892" y="7335"/>
                  <a:pt x="8486747" y="23090"/>
                  <a:pt x="8487178" y="36576"/>
                </a:cubicBezTo>
                <a:cubicBezTo>
                  <a:pt x="8315125" y="55322"/>
                  <a:pt x="8069823" y="57112"/>
                  <a:pt x="7834318" y="36576"/>
                </a:cubicBezTo>
                <a:cubicBezTo>
                  <a:pt x="7598813" y="16040"/>
                  <a:pt x="7376572" y="42462"/>
                  <a:pt x="7181458" y="36576"/>
                </a:cubicBezTo>
                <a:cubicBezTo>
                  <a:pt x="6986344" y="30690"/>
                  <a:pt x="6646403" y="65560"/>
                  <a:pt x="6358855" y="36576"/>
                </a:cubicBezTo>
                <a:cubicBezTo>
                  <a:pt x="6071307" y="7592"/>
                  <a:pt x="5995012" y="66141"/>
                  <a:pt x="5705995" y="36576"/>
                </a:cubicBezTo>
                <a:cubicBezTo>
                  <a:pt x="5416978" y="7011"/>
                  <a:pt x="5422414" y="50035"/>
                  <a:pt x="5307751" y="36576"/>
                </a:cubicBezTo>
                <a:cubicBezTo>
                  <a:pt x="5193088" y="23117"/>
                  <a:pt x="5015516" y="47834"/>
                  <a:pt x="4824634" y="36576"/>
                </a:cubicBezTo>
                <a:cubicBezTo>
                  <a:pt x="4633752" y="25318"/>
                  <a:pt x="4278190" y="32417"/>
                  <a:pt x="4002031" y="36576"/>
                </a:cubicBezTo>
                <a:cubicBezTo>
                  <a:pt x="3725872" y="40735"/>
                  <a:pt x="3519247" y="57052"/>
                  <a:pt x="3349171" y="36576"/>
                </a:cubicBezTo>
                <a:cubicBezTo>
                  <a:pt x="3179095" y="16100"/>
                  <a:pt x="2983288" y="33517"/>
                  <a:pt x="2866055" y="36576"/>
                </a:cubicBezTo>
                <a:cubicBezTo>
                  <a:pt x="2748822" y="39635"/>
                  <a:pt x="2505587" y="30085"/>
                  <a:pt x="2213195" y="36576"/>
                </a:cubicBezTo>
                <a:cubicBezTo>
                  <a:pt x="1920803" y="43067"/>
                  <a:pt x="1928314" y="17472"/>
                  <a:pt x="1814950" y="36576"/>
                </a:cubicBezTo>
                <a:cubicBezTo>
                  <a:pt x="1701586" y="55680"/>
                  <a:pt x="1600925" y="27237"/>
                  <a:pt x="1416706" y="36576"/>
                </a:cubicBezTo>
                <a:cubicBezTo>
                  <a:pt x="1232487" y="45915"/>
                  <a:pt x="1024757" y="13493"/>
                  <a:pt x="763846" y="36576"/>
                </a:cubicBezTo>
                <a:cubicBezTo>
                  <a:pt x="502935" y="59659"/>
                  <a:pt x="246410" y="65719"/>
                  <a:pt x="0" y="36576"/>
                </a:cubicBezTo>
                <a:cubicBezTo>
                  <a:pt x="-1649" y="19104"/>
                  <a:pt x="652" y="10220"/>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8E0DCBBD-0DAF-67EB-4D4E-6F38B5C6D102}"/>
              </a:ext>
            </a:extLst>
          </p:cNvPr>
          <p:cNvPicPr>
            <a:picLocks noChangeAspect="1"/>
          </p:cNvPicPr>
          <p:nvPr/>
        </p:nvPicPr>
        <p:blipFill>
          <a:blip r:embed="rId2"/>
          <a:stretch>
            <a:fillRect/>
          </a:stretch>
        </p:blipFill>
        <p:spPr>
          <a:xfrm>
            <a:off x="4364547" y="6134100"/>
            <a:ext cx="15648809" cy="6039074"/>
          </a:xfrm>
          <a:prstGeom prst="rect">
            <a:avLst/>
          </a:prstGeom>
        </p:spPr>
      </p:pic>
    </p:spTree>
    <p:extLst>
      <p:ext uri="{BB962C8B-B14F-4D97-AF65-F5344CB8AC3E}">
        <p14:creationId xmlns:p14="http://schemas.microsoft.com/office/powerpoint/2010/main" val="2780075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uadroTexto 1">
            <a:extLst>
              <a:ext uri="{FF2B5EF4-FFF2-40B4-BE49-F238E27FC236}">
                <a16:creationId xmlns:a16="http://schemas.microsoft.com/office/drawing/2014/main" id="{CFDDF460-59A7-1F17-4F27-810B66C365DC}"/>
              </a:ext>
            </a:extLst>
          </p:cNvPr>
          <p:cNvSpPr txBox="1"/>
          <p:nvPr/>
        </p:nvSpPr>
        <p:spPr>
          <a:xfrm>
            <a:off x="1682496" y="1097280"/>
            <a:ext cx="7201720" cy="1086307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10800" kern="1200">
                <a:solidFill>
                  <a:schemeClr val="tx1"/>
                </a:solidFill>
                <a:latin typeface="+mj-lt"/>
                <a:ea typeface="+mj-ea"/>
                <a:cs typeface="+mj-cs"/>
              </a:rPr>
              <a:t>Consejos en el diseño de los diagramas de clase</a:t>
            </a:r>
          </a:p>
        </p:txBody>
      </p:sp>
      <p:sp>
        <p:nvSpPr>
          <p:cNvPr id="13"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87966" y="6517430"/>
            <a:ext cx="8961120" cy="36576"/>
          </a:xfrm>
          <a:custGeom>
            <a:avLst/>
            <a:gdLst>
              <a:gd name="connsiteX0" fmla="*/ 0 w 8961120"/>
              <a:gd name="connsiteY0" fmla="*/ 0 h 36576"/>
              <a:gd name="connsiteX1" fmla="*/ 599706 w 8961120"/>
              <a:gd name="connsiteY1" fmla="*/ 0 h 36576"/>
              <a:gd name="connsiteX2" fmla="*/ 1289023 w 8961120"/>
              <a:gd name="connsiteY2" fmla="*/ 0 h 36576"/>
              <a:gd name="connsiteX3" fmla="*/ 2067951 w 8961120"/>
              <a:gd name="connsiteY3" fmla="*/ 0 h 36576"/>
              <a:gd name="connsiteX4" fmla="*/ 2667656 w 8961120"/>
              <a:gd name="connsiteY4" fmla="*/ 0 h 36576"/>
              <a:gd name="connsiteX5" fmla="*/ 3356973 w 8961120"/>
              <a:gd name="connsiteY5" fmla="*/ 0 h 36576"/>
              <a:gd name="connsiteX6" fmla="*/ 4225513 w 8961120"/>
              <a:gd name="connsiteY6" fmla="*/ 0 h 36576"/>
              <a:gd name="connsiteX7" fmla="*/ 4735607 w 8961120"/>
              <a:gd name="connsiteY7" fmla="*/ 0 h 36576"/>
              <a:gd name="connsiteX8" fmla="*/ 5514535 w 8961120"/>
              <a:gd name="connsiteY8" fmla="*/ 0 h 36576"/>
              <a:gd name="connsiteX9" fmla="*/ 6024630 w 8961120"/>
              <a:gd name="connsiteY9" fmla="*/ 0 h 36576"/>
              <a:gd name="connsiteX10" fmla="*/ 6713947 w 8961120"/>
              <a:gd name="connsiteY10" fmla="*/ 0 h 36576"/>
              <a:gd name="connsiteX11" fmla="*/ 7492875 w 8961120"/>
              <a:gd name="connsiteY11" fmla="*/ 0 h 36576"/>
              <a:gd name="connsiteX12" fmla="*/ 7913358 w 8961120"/>
              <a:gd name="connsiteY12" fmla="*/ 0 h 36576"/>
              <a:gd name="connsiteX13" fmla="*/ 8333842 w 8961120"/>
              <a:gd name="connsiteY13" fmla="*/ 0 h 36576"/>
              <a:gd name="connsiteX14" fmla="*/ 8961120 w 8961120"/>
              <a:gd name="connsiteY14" fmla="*/ 0 h 36576"/>
              <a:gd name="connsiteX15" fmla="*/ 8961120 w 8961120"/>
              <a:gd name="connsiteY15" fmla="*/ 36576 h 36576"/>
              <a:gd name="connsiteX16" fmla="*/ 8182192 w 8961120"/>
              <a:gd name="connsiteY16" fmla="*/ 36576 h 36576"/>
              <a:gd name="connsiteX17" fmla="*/ 7492875 w 8961120"/>
              <a:gd name="connsiteY17" fmla="*/ 36576 h 36576"/>
              <a:gd name="connsiteX18" fmla="*/ 6893169 w 8961120"/>
              <a:gd name="connsiteY18" fmla="*/ 36576 h 36576"/>
              <a:gd name="connsiteX19" fmla="*/ 6114241 w 8961120"/>
              <a:gd name="connsiteY19" fmla="*/ 36576 h 36576"/>
              <a:gd name="connsiteX20" fmla="*/ 5424924 w 8961120"/>
              <a:gd name="connsiteY20" fmla="*/ 36576 h 36576"/>
              <a:gd name="connsiteX21" fmla="*/ 4556385 w 8961120"/>
              <a:gd name="connsiteY21" fmla="*/ 36576 h 36576"/>
              <a:gd name="connsiteX22" fmla="*/ 3687846 w 8961120"/>
              <a:gd name="connsiteY22" fmla="*/ 36576 h 36576"/>
              <a:gd name="connsiteX23" fmla="*/ 2908917 w 8961120"/>
              <a:gd name="connsiteY23" fmla="*/ 36576 h 36576"/>
              <a:gd name="connsiteX24" fmla="*/ 2129989 w 8961120"/>
              <a:gd name="connsiteY24" fmla="*/ 36576 h 36576"/>
              <a:gd name="connsiteX25" fmla="*/ 1351061 w 8961120"/>
              <a:gd name="connsiteY25" fmla="*/ 36576 h 36576"/>
              <a:gd name="connsiteX26" fmla="*/ 840967 w 8961120"/>
              <a:gd name="connsiteY26" fmla="*/ 36576 h 36576"/>
              <a:gd name="connsiteX27" fmla="*/ 0 w 8961120"/>
              <a:gd name="connsiteY27" fmla="*/ 36576 h 36576"/>
              <a:gd name="connsiteX28" fmla="*/ 0 w 8961120"/>
              <a:gd name="connsiteY28"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961120" h="36576" fill="none" extrusionOk="0">
                <a:moveTo>
                  <a:pt x="0" y="0"/>
                </a:moveTo>
                <a:cubicBezTo>
                  <a:pt x="141480" y="-15333"/>
                  <a:pt x="370118" y="21604"/>
                  <a:pt x="599706" y="0"/>
                </a:cubicBezTo>
                <a:cubicBezTo>
                  <a:pt x="829294" y="-21604"/>
                  <a:pt x="1058535" y="-22495"/>
                  <a:pt x="1289023" y="0"/>
                </a:cubicBezTo>
                <a:cubicBezTo>
                  <a:pt x="1519511" y="22495"/>
                  <a:pt x="1862975" y="-27298"/>
                  <a:pt x="2067951" y="0"/>
                </a:cubicBezTo>
                <a:cubicBezTo>
                  <a:pt x="2272927" y="27298"/>
                  <a:pt x="2486269" y="618"/>
                  <a:pt x="2667656" y="0"/>
                </a:cubicBezTo>
                <a:cubicBezTo>
                  <a:pt x="2849043" y="-618"/>
                  <a:pt x="3130582" y="294"/>
                  <a:pt x="3356973" y="0"/>
                </a:cubicBezTo>
                <a:cubicBezTo>
                  <a:pt x="3583364" y="-294"/>
                  <a:pt x="3860958" y="33263"/>
                  <a:pt x="4225513" y="0"/>
                </a:cubicBezTo>
                <a:cubicBezTo>
                  <a:pt x="4590068" y="-33263"/>
                  <a:pt x="4589519" y="15734"/>
                  <a:pt x="4735607" y="0"/>
                </a:cubicBezTo>
                <a:cubicBezTo>
                  <a:pt x="4881695" y="-15734"/>
                  <a:pt x="5207957" y="-6921"/>
                  <a:pt x="5514535" y="0"/>
                </a:cubicBezTo>
                <a:cubicBezTo>
                  <a:pt x="5821113" y="6921"/>
                  <a:pt x="5851142" y="25056"/>
                  <a:pt x="6024630" y="0"/>
                </a:cubicBezTo>
                <a:cubicBezTo>
                  <a:pt x="6198119" y="-25056"/>
                  <a:pt x="6514519" y="416"/>
                  <a:pt x="6713947" y="0"/>
                </a:cubicBezTo>
                <a:cubicBezTo>
                  <a:pt x="6913375" y="-416"/>
                  <a:pt x="7296443" y="-1148"/>
                  <a:pt x="7492875" y="0"/>
                </a:cubicBezTo>
                <a:cubicBezTo>
                  <a:pt x="7689307" y="1148"/>
                  <a:pt x="7771987" y="-10766"/>
                  <a:pt x="7913358" y="0"/>
                </a:cubicBezTo>
                <a:cubicBezTo>
                  <a:pt x="8054729" y="10766"/>
                  <a:pt x="8199560" y="17209"/>
                  <a:pt x="8333842" y="0"/>
                </a:cubicBezTo>
                <a:cubicBezTo>
                  <a:pt x="8468124" y="-17209"/>
                  <a:pt x="8809906" y="28732"/>
                  <a:pt x="8961120" y="0"/>
                </a:cubicBezTo>
                <a:cubicBezTo>
                  <a:pt x="8961581" y="9258"/>
                  <a:pt x="8962567" y="24151"/>
                  <a:pt x="8961120" y="36576"/>
                </a:cubicBezTo>
                <a:cubicBezTo>
                  <a:pt x="8648097" y="8285"/>
                  <a:pt x="8460001" y="19892"/>
                  <a:pt x="8182192" y="36576"/>
                </a:cubicBezTo>
                <a:cubicBezTo>
                  <a:pt x="7904383" y="53260"/>
                  <a:pt x="7651168" y="50024"/>
                  <a:pt x="7492875" y="36576"/>
                </a:cubicBezTo>
                <a:cubicBezTo>
                  <a:pt x="7334582" y="23128"/>
                  <a:pt x="7161252" y="15794"/>
                  <a:pt x="6893169" y="36576"/>
                </a:cubicBezTo>
                <a:cubicBezTo>
                  <a:pt x="6625086" y="57358"/>
                  <a:pt x="6346059" y="13226"/>
                  <a:pt x="6114241" y="36576"/>
                </a:cubicBezTo>
                <a:cubicBezTo>
                  <a:pt x="5882423" y="59926"/>
                  <a:pt x="5611664" y="59524"/>
                  <a:pt x="5424924" y="36576"/>
                </a:cubicBezTo>
                <a:cubicBezTo>
                  <a:pt x="5238184" y="13628"/>
                  <a:pt x="4904817" y="66788"/>
                  <a:pt x="4556385" y="36576"/>
                </a:cubicBezTo>
                <a:cubicBezTo>
                  <a:pt x="4207953" y="6364"/>
                  <a:pt x="4069347" y="32352"/>
                  <a:pt x="3687846" y="36576"/>
                </a:cubicBezTo>
                <a:cubicBezTo>
                  <a:pt x="3306345" y="40800"/>
                  <a:pt x="3068536" y="25951"/>
                  <a:pt x="2908917" y="36576"/>
                </a:cubicBezTo>
                <a:cubicBezTo>
                  <a:pt x="2749298" y="47201"/>
                  <a:pt x="2482422" y="65251"/>
                  <a:pt x="2129989" y="36576"/>
                </a:cubicBezTo>
                <a:cubicBezTo>
                  <a:pt x="1777556" y="7901"/>
                  <a:pt x="1654480" y="34614"/>
                  <a:pt x="1351061" y="36576"/>
                </a:cubicBezTo>
                <a:cubicBezTo>
                  <a:pt x="1047642" y="38538"/>
                  <a:pt x="1054685" y="22582"/>
                  <a:pt x="840967" y="36576"/>
                </a:cubicBezTo>
                <a:cubicBezTo>
                  <a:pt x="627249" y="50570"/>
                  <a:pt x="351133" y="53217"/>
                  <a:pt x="0" y="36576"/>
                </a:cubicBezTo>
                <a:cubicBezTo>
                  <a:pt x="-472" y="19807"/>
                  <a:pt x="-535" y="8247"/>
                  <a:pt x="0" y="0"/>
                </a:cubicBezTo>
                <a:close/>
              </a:path>
              <a:path w="8961120" h="36576" stroke="0" extrusionOk="0">
                <a:moveTo>
                  <a:pt x="0" y="0"/>
                </a:moveTo>
                <a:cubicBezTo>
                  <a:pt x="173318" y="24176"/>
                  <a:pt x="330229" y="10910"/>
                  <a:pt x="599706" y="0"/>
                </a:cubicBezTo>
                <a:cubicBezTo>
                  <a:pt x="869183" y="-10910"/>
                  <a:pt x="847424" y="1915"/>
                  <a:pt x="1020189" y="0"/>
                </a:cubicBezTo>
                <a:cubicBezTo>
                  <a:pt x="1192954" y="-1915"/>
                  <a:pt x="1624559" y="-28249"/>
                  <a:pt x="1888728" y="0"/>
                </a:cubicBezTo>
                <a:cubicBezTo>
                  <a:pt x="2152897" y="28249"/>
                  <a:pt x="2347351" y="-14939"/>
                  <a:pt x="2488434" y="0"/>
                </a:cubicBezTo>
                <a:cubicBezTo>
                  <a:pt x="2629517" y="14939"/>
                  <a:pt x="2800841" y="26223"/>
                  <a:pt x="3088140" y="0"/>
                </a:cubicBezTo>
                <a:cubicBezTo>
                  <a:pt x="3375439" y="-26223"/>
                  <a:pt x="3652831" y="14211"/>
                  <a:pt x="3956679" y="0"/>
                </a:cubicBezTo>
                <a:cubicBezTo>
                  <a:pt x="4260527" y="-14211"/>
                  <a:pt x="4242730" y="6792"/>
                  <a:pt x="4466774" y="0"/>
                </a:cubicBezTo>
                <a:cubicBezTo>
                  <a:pt x="4690818" y="-6792"/>
                  <a:pt x="5136125" y="-25519"/>
                  <a:pt x="5335313" y="0"/>
                </a:cubicBezTo>
                <a:cubicBezTo>
                  <a:pt x="5534501" y="25519"/>
                  <a:pt x="5994618" y="-13332"/>
                  <a:pt x="6203852" y="0"/>
                </a:cubicBezTo>
                <a:cubicBezTo>
                  <a:pt x="6413086" y="13332"/>
                  <a:pt x="6641282" y="-3462"/>
                  <a:pt x="6893169" y="0"/>
                </a:cubicBezTo>
                <a:cubicBezTo>
                  <a:pt x="7145056" y="3462"/>
                  <a:pt x="7586314" y="18738"/>
                  <a:pt x="7761709" y="0"/>
                </a:cubicBezTo>
                <a:cubicBezTo>
                  <a:pt x="7937104" y="-18738"/>
                  <a:pt x="8158068" y="-11761"/>
                  <a:pt x="8361414" y="0"/>
                </a:cubicBezTo>
                <a:cubicBezTo>
                  <a:pt x="8564761" y="11761"/>
                  <a:pt x="8732843" y="11431"/>
                  <a:pt x="8961120" y="0"/>
                </a:cubicBezTo>
                <a:cubicBezTo>
                  <a:pt x="8959834" y="7335"/>
                  <a:pt x="8960689" y="23090"/>
                  <a:pt x="8961120" y="36576"/>
                </a:cubicBezTo>
                <a:cubicBezTo>
                  <a:pt x="8688604" y="37591"/>
                  <a:pt x="8580507" y="51331"/>
                  <a:pt x="8271803" y="36576"/>
                </a:cubicBezTo>
                <a:cubicBezTo>
                  <a:pt x="7963099" y="21821"/>
                  <a:pt x="7885912" y="70879"/>
                  <a:pt x="7582486" y="36576"/>
                </a:cubicBezTo>
                <a:cubicBezTo>
                  <a:pt x="7279060" y="2273"/>
                  <a:pt x="7124640" y="58875"/>
                  <a:pt x="6713947" y="36576"/>
                </a:cubicBezTo>
                <a:cubicBezTo>
                  <a:pt x="6303254" y="14277"/>
                  <a:pt x="6305410" y="26805"/>
                  <a:pt x="6024630" y="36576"/>
                </a:cubicBezTo>
                <a:cubicBezTo>
                  <a:pt x="5743850" y="46347"/>
                  <a:pt x="5721586" y="27452"/>
                  <a:pt x="5604147" y="36576"/>
                </a:cubicBezTo>
                <a:cubicBezTo>
                  <a:pt x="5486708" y="45700"/>
                  <a:pt x="5327814" y="44935"/>
                  <a:pt x="5094052" y="36576"/>
                </a:cubicBezTo>
                <a:cubicBezTo>
                  <a:pt x="4860290" y="28217"/>
                  <a:pt x="4435653" y="17219"/>
                  <a:pt x="4225513" y="36576"/>
                </a:cubicBezTo>
                <a:cubicBezTo>
                  <a:pt x="4015373" y="55933"/>
                  <a:pt x="3842740" y="48019"/>
                  <a:pt x="3536196" y="36576"/>
                </a:cubicBezTo>
                <a:cubicBezTo>
                  <a:pt x="3229652" y="25133"/>
                  <a:pt x="3219329" y="26285"/>
                  <a:pt x="3026101" y="36576"/>
                </a:cubicBezTo>
                <a:cubicBezTo>
                  <a:pt x="2832873" y="46867"/>
                  <a:pt x="2489409" y="9200"/>
                  <a:pt x="2336784" y="36576"/>
                </a:cubicBezTo>
                <a:cubicBezTo>
                  <a:pt x="2184159" y="63952"/>
                  <a:pt x="2049920" y="36374"/>
                  <a:pt x="1916301" y="36576"/>
                </a:cubicBezTo>
                <a:cubicBezTo>
                  <a:pt x="1782682" y="36778"/>
                  <a:pt x="1607936" y="36547"/>
                  <a:pt x="1495818" y="36576"/>
                </a:cubicBezTo>
                <a:cubicBezTo>
                  <a:pt x="1383700" y="36605"/>
                  <a:pt x="1097703" y="70325"/>
                  <a:pt x="806501" y="36576"/>
                </a:cubicBezTo>
                <a:cubicBezTo>
                  <a:pt x="515299" y="2827"/>
                  <a:pt x="401710" y="-327"/>
                  <a:pt x="0" y="36576"/>
                </a:cubicBezTo>
                <a:cubicBezTo>
                  <a:pt x="-1649" y="19104"/>
                  <a:pt x="652" y="1022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C684573C-84AE-729E-11BF-E232B3B93A28}"/>
              </a:ext>
            </a:extLst>
          </p:cNvPr>
          <p:cNvSpPr txBox="1"/>
          <p:nvPr/>
        </p:nvSpPr>
        <p:spPr>
          <a:xfrm>
            <a:off x="10252836" y="1104182"/>
            <a:ext cx="12448670" cy="10863072"/>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4400"/>
              <a:t> I. No es necesario exhibir todos los compartimentos, atributos u operaciones al dibujar una clase.</a:t>
            </a:r>
          </a:p>
          <a:p>
            <a:pPr indent="-228600">
              <a:lnSpc>
                <a:spcPct val="90000"/>
              </a:lnSpc>
              <a:spcAft>
                <a:spcPts val="600"/>
              </a:spcAft>
              <a:buFont typeface="Arial" panose="020B0604020202020204" pitchFamily="34" charset="0"/>
              <a:buChar char="•"/>
            </a:pPr>
            <a:r>
              <a:rPr lang="en-US" sz="4400"/>
              <a:t>➔ II. El entorno en el que se presenta la clase debe ser relevante, facilitando la comprensión de su propósito mediante el diagrama.</a:t>
            </a:r>
          </a:p>
          <a:p>
            <a:pPr indent="-228600">
              <a:lnSpc>
                <a:spcPct val="90000"/>
              </a:lnSpc>
              <a:spcAft>
                <a:spcPts val="600"/>
              </a:spcAft>
              <a:buFont typeface="Arial" panose="020B0604020202020204" pitchFamily="34" charset="0"/>
              <a:buChar char="•"/>
            </a:pPr>
            <a:r>
              <a:rPr lang="en-US" sz="4400"/>
              <a:t>➔ III. La ausencia de contenido en un compartimento no implica la falta de atributos u operaciones; simplemente se ha optado por no representarlos.</a:t>
            </a:r>
          </a:p>
          <a:p>
            <a:pPr indent="-228600">
              <a:lnSpc>
                <a:spcPct val="90000"/>
              </a:lnSpc>
              <a:spcAft>
                <a:spcPts val="600"/>
              </a:spcAft>
              <a:buFont typeface="Arial" panose="020B0604020202020204" pitchFamily="34" charset="0"/>
              <a:buChar char="•"/>
            </a:pPr>
            <a:r>
              <a:rPr lang="en-US" sz="4400"/>
              <a:t>➔ IV. Para denotar la existencia de más atributos u operaciones en un compartimento, se puede concluir la lista con puntos suspensivos.</a:t>
            </a:r>
          </a:p>
        </p:txBody>
      </p:sp>
    </p:spTree>
    <p:extLst>
      <p:ext uri="{BB962C8B-B14F-4D97-AF65-F5344CB8AC3E}">
        <p14:creationId xmlns:p14="http://schemas.microsoft.com/office/powerpoint/2010/main" val="1726586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Rectángulo 154"/>
          <p:cNvSpPr/>
          <p:nvPr/>
        </p:nvSpPr>
        <p:spPr>
          <a:xfrm>
            <a:off x="799920" y="2213640"/>
            <a:ext cx="22779000" cy="306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ES" sz="1800" b="0" strike="noStrike" spc="-1">
              <a:solidFill>
                <a:srgbClr val="000000"/>
              </a:solidFill>
              <a:latin typeface="Arial"/>
            </a:endParaRPr>
          </a:p>
        </p:txBody>
      </p:sp>
      <p:sp>
        <p:nvSpPr>
          <p:cNvPr id="156" name="Rectángulo 155"/>
          <p:cNvSpPr/>
          <p:nvPr/>
        </p:nvSpPr>
        <p:spPr>
          <a:xfrm>
            <a:off x="799920" y="245160"/>
            <a:ext cx="22425840" cy="1968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s-ES" sz="16600" b="0" strike="noStrike" spc="-1" dirty="0">
                <a:solidFill>
                  <a:srgbClr val="000000"/>
                </a:solidFill>
                <a:latin typeface="Arial"/>
                <a:ea typeface="DejaVu Sans"/>
              </a:rPr>
              <a:t>Tipos de relaciones</a:t>
            </a:r>
            <a:endParaRPr lang="es-ES" sz="16600" b="0" strike="noStrike" spc="-1" dirty="0">
              <a:solidFill>
                <a:srgbClr val="000000"/>
              </a:solidFill>
              <a:latin typeface="Arial"/>
            </a:endParaRPr>
          </a:p>
        </p:txBody>
      </p:sp>
      <p:sp>
        <p:nvSpPr>
          <p:cNvPr id="157" name="Rectángulo 156"/>
          <p:cNvSpPr/>
          <p:nvPr/>
        </p:nvSpPr>
        <p:spPr>
          <a:xfrm>
            <a:off x="3886200" y="3406140"/>
            <a:ext cx="15819120" cy="937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1143000" indent="-1143000">
              <a:lnSpc>
                <a:spcPct val="100000"/>
              </a:lnSpc>
              <a:buFont typeface="Arial" panose="020B0604020202020204" pitchFamily="34" charset="0"/>
              <a:buChar char="•"/>
            </a:pPr>
            <a:r>
              <a:rPr lang="es-ES" sz="11500" b="0" strike="noStrike" spc="-1" dirty="0">
                <a:solidFill>
                  <a:srgbClr val="000000"/>
                </a:solidFill>
                <a:highlight>
                  <a:srgbClr val="FFFF00"/>
                </a:highlight>
                <a:latin typeface="Arial"/>
                <a:ea typeface="DejaVu Sans"/>
              </a:rPr>
              <a:t>Asociación.</a:t>
            </a:r>
          </a:p>
          <a:p>
            <a:pPr marL="1143000" indent="-1143000">
              <a:buFont typeface="Arial" panose="020B0604020202020204" pitchFamily="34" charset="0"/>
              <a:buChar char="•"/>
            </a:pPr>
            <a:r>
              <a:rPr lang="es-ES" sz="11500" b="0" strike="noStrike" spc="-1" dirty="0">
                <a:solidFill>
                  <a:srgbClr val="000000"/>
                </a:solidFill>
                <a:highlight>
                  <a:srgbClr val="FFFF00"/>
                </a:highlight>
                <a:latin typeface="Arial"/>
                <a:ea typeface="DejaVu Sans"/>
              </a:rPr>
              <a:t>Herencia.</a:t>
            </a:r>
          </a:p>
          <a:p>
            <a:pPr marL="1143000" indent="-1143000">
              <a:buFont typeface="Arial" panose="020B0604020202020204" pitchFamily="34" charset="0"/>
              <a:buChar char="•"/>
            </a:pPr>
            <a:r>
              <a:rPr lang="es-ES" sz="11500" b="0" strike="noStrike" spc="-1" dirty="0">
                <a:solidFill>
                  <a:srgbClr val="000000"/>
                </a:solidFill>
                <a:highlight>
                  <a:srgbClr val="FFFF00"/>
                </a:highlight>
                <a:latin typeface="Arial"/>
                <a:ea typeface="DejaVu Sans"/>
              </a:rPr>
              <a:t>Dependencia.</a:t>
            </a:r>
            <a:endParaRPr lang="es-ES" sz="11500" b="0" strike="noStrike" spc="-1" dirty="0">
              <a:solidFill>
                <a:srgbClr val="000000"/>
              </a:solidFill>
              <a:highlight>
                <a:srgbClr val="FFFF00"/>
              </a:highlight>
              <a:latin typeface="Arial"/>
            </a:endParaRPr>
          </a:p>
          <a:p>
            <a:pPr marL="1143000" indent="-1143000">
              <a:lnSpc>
                <a:spcPct val="100000"/>
              </a:lnSpc>
              <a:buFont typeface="Arial" panose="020B0604020202020204" pitchFamily="34" charset="0"/>
              <a:buChar char="•"/>
            </a:pPr>
            <a:r>
              <a:rPr lang="es-ES" sz="11500" b="0" strike="noStrike" spc="-1" dirty="0">
                <a:solidFill>
                  <a:srgbClr val="000000"/>
                </a:solidFill>
                <a:highlight>
                  <a:srgbClr val="FFFF00"/>
                </a:highlight>
                <a:latin typeface="Arial"/>
                <a:ea typeface="DejaVu Sans"/>
              </a:rPr>
              <a:t>Agregación.</a:t>
            </a:r>
            <a:endParaRPr lang="es-ES" sz="11500" b="0" strike="noStrike" spc="-1" dirty="0">
              <a:solidFill>
                <a:srgbClr val="000000"/>
              </a:solidFill>
              <a:highlight>
                <a:srgbClr val="FFFF00"/>
              </a:highlight>
              <a:latin typeface="Arial"/>
            </a:endParaRPr>
          </a:p>
          <a:p>
            <a:pPr marL="1143000" indent="-1143000">
              <a:lnSpc>
                <a:spcPct val="100000"/>
              </a:lnSpc>
              <a:buFont typeface="Arial" panose="020B0604020202020204" pitchFamily="34" charset="0"/>
              <a:buChar char="•"/>
            </a:pPr>
            <a:r>
              <a:rPr lang="es-ES" sz="11500" b="0" strike="noStrike" spc="-1" dirty="0">
                <a:solidFill>
                  <a:srgbClr val="000000"/>
                </a:solidFill>
                <a:highlight>
                  <a:srgbClr val="FFFF00"/>
                </a:highlight>
                <a:latin typeface="Arial"/>
                <a:ea typeface="DejaVu Sans"/>
              </a:rPr>
              <a:t>Composición.</a:t>
            </a:r>
            <a:endParaRPr lang="es-ES" sz="11500" b="0" strike="noStrike" spc="-1" dirty="0">
              <a:solidFill>
                <a:srgbClr val="000000"/>
              </a:solidFill>
              <a:highlight>
                <a:srgbClr val="FFFF00"/>
              </a:highlight>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0" name="Rectangle 16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84000"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86556" y="4745736"/>
            <a:ext cx="6510190" cy="36576"/>
          </a:xfrm>
          <a:custGeom>
            <a:avLst/>
            <a:gdLst>
              <a:gd name="connsiteX0" fmla="*/ 0 w 6510190"/>
              <a:gd name="connsiteY0" fmla="*/ 0 h 36576"/>
              <a:gd name="connsiteX1" fmla="*/ 651019 w 6510190"/>
              <a:gd name="connsiteY1" fmla="*/ 0 h 36576"/>
              <a:gd name="connsiteX2" fmla="*/ 1302038 w 6510190"/>
              <a:gd name="connsiteY2" fmla="*/ 0 h 36576"/>
              <a:gd name="connsiteX3" fmla="*/ 1953057 w 6510190"/>
              <a:gd name="connsiteY3" fmla="*/ 0 h 36576"/>
              <a:gd name="connsiteX4" fmla="*/ 2734280 w 6510190"/>
              <a:gd name="connsiteY4" fmla="*/ 0 h 36576"/>
              <a:gd name="connsiteX5" fmla="*/ 3450401 w 6510190"/>
              <a:gd name="connsiteY5" fmla="*/ 0 h 36576"/>
              <a:gd name="connsiteX6" fmla="*/ 3906114 w 6510190"/>
              <a:gd name="connsiteY6" fmla="*/ 0 h 36576"/>
              <a:gd name="connsiteX7" fmla="*/ 4492031 w 6510190"/>
              <a:gd name="connsiteY7" fmla="*/ 0 h 36576"/>
              <a:gd name="connsiteX8" fmla="*/ 5273254 w 6510190"/>
              <a:gd name="connsiteY8" fmla="*/ 0 h 36576"/>
              <a:gd name="connsiteX9" fmla="*/ 5924273 w 6510190"/>
              <a:gd name="connsiteY9" fmla="*/ 0 h 36576"/>
              <a:gd name="connsiteX10" fmla="*/ 6510190 w 6510190"/>
              <a:gd name="connsiteY10" fmla="*/ 0 h 36576"/>
              <a:gd name="connsiteX11" fmla="*/ 6510190 w 6510190"/>
              <a:gd name="connsiteY11" fmla="*/ 36576 h 36576"/>
              <a:gd name="connsiteX12" fmla="*/ 5989375 w 6510190"/>
              <a:gd name="connsiteY12" fmla="*/ 36576 h 36576"/>
              <a:gd name="connsiteX13" fmla="*/ 5208152 w 6510190"/>
              <a:gd name="connsiteY13" fmla="*/ 36576 h 36576"/>
              <a:gd name="connsiteX14" fmla="*/ 4687337 w 6510190"/>
              <a:gd name="connsiteY14" fmla="*/ 36576 h 36576"/>
              <a:gd name="connsiteX15" fmla="*/ 4231623 w 6510190"/>
              <a:gd name="connsiteY15" fmla="*/ 36576 h 36576"/>
              <a:gd name="connsiteX16" fmla="*/ 3775910 w 6510190"/>
              <a:gd name="connsiteY16" fmla="*/ 36576 h 36576"/>
              <a:gd name="connsiteX17" fmla="*/ 3059789 w 6510190"/>
              <a:gd name="connsiteY17" fmla="*/ 36576 h 36576"/>
              <a:gd name="connsiteX18" fmla="*/ 2604076 w 6510190"/>
              <a:gd name="connsiteY18" fmla="*/ 36576 h 36576"/>
              <a:gd name="connsiteX19" fmla="*/ 1953057 w 6510190"/>
              <a:gd name="connsiteY19" fmla="*/ 36576 h 36576"/>
              <a:gd name="connsiteX20" fmla="*/ 1432242 w 6510190"/>
              <a:gd name="connsiteY20" fmla="*/ 36576 h 36576"/>
              <a:gd name="connsiteX21" fmla="*/ 781223 w 6510190"/>
              <a:gd name="connsiteY21" fmla="*/ 36576 h 36576"/>
              <a:gd name="connsiteX22" fmla="*/ 0 w 6510190"/>
              <a:gd name="connsiteY22" fmla="*/ 36576 h 36576"/>
              <a:gd name="connsiteX23" fmla="*/ 0 w 6510190"/>
              <a:gd name="connsiteY23"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510190" h="36576" fill="none" extrusionOk="0">
                <a:moveTo>
                  <a:pt x="0" y="0"/>
                </a:moveTo>
                <a:cubicBezTo>
                  <a:pt x="161111" y="-2097"/>
                  <a:pt x="501055" y="-465"/>
                  <a:pt x="651019" y="0"/>
                </a:cubicBezTo>
                <a:cubicBezTo>
                  <a:pt x="800983" y="465"/>
                  <a:pt x="997901" y="-18459"/>
                  <a:pt x="1302038" y="0"/>
                </a:cubicBezTo>
                <a:cubicBezTo>
                  <a:pt x="1606175" y="18459"/>
                  <a:pt x="1662008" y="955"/>
                  <a:pt x="1953057" y="0"/>
                </a:cubicBezTo>
                <a:cubicBezTo>
                  <a:pt x="2244106" y="-955"/>
                  <a:pt x="2398681" y="-29506"/>
                  <a:pt x="2734280" y="0"/>
                </a:cubicBezTo>
                <a:cubicBezTo>
                  <a:pt x="3069879" y="29506"/>
                  <a:pt x="3152053" y="12243"/>
                  <a:pt x="3450401" y="0"/>
                </a:cubicBezTo>
                <a:cubicBezTo>
                  <a:pt x="3748749" y="-12243"/>
                  <a:pt x="3717867" y="-748"/>
                  <a:pt x="3906114" y="0"/>
                </a:cubicBezTo>
                <a:cubicBezTo>
                  <a:pt x="4094361" y="748"/>
                  <a:pt x="4281847" y="13415"/>
                  <a:pt x="4492031" y="0"/>
                </a:cubicBezTo>
                <a:cubicBezTo>
                  <a:pt x="4702215" y="-13415"/>
                  <a:pt x="5025379" y="20366"/>
                  <a:pt x="5273254" y="0"/>
                </a:cubicBezTo>
                <a:cubicBezTo>
                  <a:pt x="5521129" y="-20366"/>
                  <a:pt x="5771612" y="-29898"/>
                  <a:pt x="5924273" y="0"/>
                </a:cubicBezTo>
                <a:cubicBezTo>
                  <a:pt x="6076934" y="29898"/>
                  <a:pt x="6354559" y="-8644"/>
                  <a:pt x="6510190" y="0"/>
                </a:cubicBezTo>
                <a:cubicBezTo>
                  <a:pt x="6509475" y="15537"/>
                  <a:pt x="6511555" y="22375"/>
                  <a:pt x="6510190" y="36576"/>
                </a:cubicBezTo>
                <a:cubicBezTo>
                  <a:pt x="6403695" y="20240"/>
                  <a:pt x="6135058" y="33081"/>
                  <a:pt x="5989375" y="36576"/>
                </a:cubicBezTo>
                <a:cubicBezTo>
                  <a:pt x="5843692" y="40071"/>
                  <a:pt x="5581730" y="19446"/>
                  <a:pt x="5208152" y="36576"/>
                </a:cubicBezTo>
                <a:cubicBezTo>
                  <a:pt x="4834574" y="53706"/>
                  <a:pt x="4947691" y="51777"/>
                  <a:pt x="4687337" y="36576"/>
                </a:cubicBezTo>
                <a:cubicBezTo>
                  <a:pt x="4426984" y="21375"/>
                  <a:pt x="4440451" y="59338"/>
                  <a:pt x="4231623" y="36576"/>
                </a:cubicBezTo>
                <a:cubicBezTo>
                  <a:pt x="4022795" y="13814"/>
                  <a:pt x="3895021" y="37706"/>
                  <a:pt x="3775910" y="36576"/>
                </a:cubicBezTo>
                <a:cubicBezTo>
                  <a:pt x="3656799" y="35446"/>
                  <a:pt x="3387310" y="59361"/>
                  <a:pt x="3059789" y="36576"/>
                </a:cubicBezTo>
                <a:cubicBezTo>
                  <a:pt x="2732268" y="13791"/>
                  <a:pt x="2719596" y="17090"/>
                  <a:pt x="2604076" y="36576"/>
                </a:cubicBezTo>
                <a:cubicBezTo>
                  <a:pt x="2488556" y="56062"/>
                  <a:pt x="2206902" y="68226"/>
                  <a:pt x="1953057" y="36576"/>
                </a:cubicBezTo>
                <a:cubicBezTo>
                  <a:pt x="1699212" y="4926"/>
                  <a:pt x="1552383" y="31975"/>
                  <a:pt x="1432242" y="36576"/>
                </a:cubicBezTo>
                <a:cubicBezTo>
                  <a:pt x="1312102" y="41177"/>
                  <a:pt x="1012740" y="46297"/>
                  <a:pt x="781223" y="36576"/>
                </a:cubicBezTo>
                <a:cubicBezTo>
                  <a:pt x="549706" y="26855"/>
                  <a:pt x="239878" y="73540"/>
                  <a:pt x="0" y="36576"/>
                </a:cubicBezTo>
                <a:cubicBezTo>
                  <a:pt x="-1386" y="23779"/>
                  <a:pt x="1769" y="8239"/>
                  <a:pt x="0" y="0"/>
                </a:cubicBezTo>
                <a:close/>
              </a:path>
              <a:path w="6510190" h="36576" stroke="0" extrusionOk="0">
                <a:moveTo>
                  <a:pt x="0" y="0"/>
                </a:moveTo>
                <a:cubicBezTo>
                  <a:pt x="207071" y="-14617"/>
                  <a:pt x="444194" y="-15606"/>
                  <a:pt x="585917" y="0"/>
                </a:cubicBezTo>
                <a:cubicBezTo>
                  <a:pt x="727640" y="15606"/>
                  <a:pt x="908078" y="6034"/>
                  <a:pt x="1041630" y="0"/>
                </a:cubicBezTo>
                <a:cubicBezTo>
                  <a:pt x="1175182" y="-6034"/>
                  <a:pt x="1490887" y="38691"/>
                  <a:pt x="1822853" y="0"/>
                </a:cubicBezTo>
                <a:cubicBezTo>
                  <a:pt x="2154819" y="-38691"/>
                  <a:pt x="2235404" y="-3172"/>
                  <a:pt x="2408770" y="0"/>
                </a:cubicBezTo>
                <a:cubicBezTo>
                  <a:pt x="2582136" y="3172"/>
                  <a:pt x="2820108" y="26514"/>
                  <a:pt x="2994687" y="0"/>
                </a:cubicBezTo>
                <a:cubicBezTo>
                  <a:pt x="3169266" y="-26514"/>
                  <a:pt x="3544431" y="-38940"/>
                  <a:pt x="3775910" y="0"/>
                </a:cubicBezTo>
                <a:cubicBezTo>
                  <a:pt x="4007389" y="38940"/>
                  <a:pt x="4105698" y="7408"/>
                  <a:pt x="4296725" y="0"/>
                </a:cubicBezTo>
                <a:cubicBezTo>
                  <a:pt x="4487752" y="-7408"/>
                  <a:pt x="4851891" y="-25167"/>
                  <a:pt x="5077948" y="0"/>
                </a:cubicBezTo>
                <a:cubicBezTo>
                  <a:pt x="5304005" y="25167"/>
                  <a:pt x="5507082" y="26354"/>
                  <a:pt x="5859171" y="0"/>
                </a:cubicBezTo>
                <a:cubicBezTo>
                  <a:pt x="6211260" y="-26354"/>
                  <a:pt x="6286793" y="584"/>
                  <a:pt x="6510190" y="0"/>
                </a:cubicBezTo>
                <a:cubicBezTo>
                  <a:pt x="6510731" y="12097"/>
                  <a:pt x="6511051" y="29008"/>
                  <a:pt x="6510190" y="36576"/>
                </a:cubicBezTo>
                <a:cubicBezTo>
                  <a:pt x="6162526" y="22753"/>
                  <a:pt x="6109599" y="46968"/>
                  <a:pt x="5794069" y="36576"/>
                </a:cubicBezTo>
                <a:cubicBezTo>
                  <a:pt x="5478539" y="26184"/>
                  <a:pt x="5341679" y="23264"/>
                  <a:pt x="5012846" y="36576"/>
                </a:cubicBezTo>
                <a:cubicBezTo>
                  <a:pt x="4684013" y="49888"/>
                  <a:pt x="4420613" y="37104"/>
                  <a:pt x="4231623" y="36576"/>
                </a:cubicBezTo>
                <a:cubicBezTo>
                  <a:pt x="4042633" y="36048"/>
                  <a:pt x="3824332" y="16640"/>
                  <a:pt x="3710808" y="36576"/>
                </a:cubicBezTo>
                <a:cubicBezTo>
                  <a:pt x="3597284" y="56512"/>
                  <a:pt x="3353238" y="61001"/>
                  <a:pt x="3059789" y="36576"/>
                </a:cubicBezTo>
                <a:cubicBezTo>
                  <a:pt x="2766340" y="12151"/>
                  <a:pt x="2599388" y="45085"/>
                  <a:pt x="2278567" y="36576"/>
                </a:cubicBezTo>
                <a:cubicBezTo>
                  <a:pt x="1957746" y="28067"/>
                  <a:pt x="1913835" y="47318"/>
                  <a:pt x="1627548" y="36576"/>
                </a:cubicBezTo>
                <a:cubicBezTo>
                  <a:pt x="1341261" y="25834"/>
                  <a:pt x="1364107" y="52564"/>
                  <a:pt x="1171834" y="36576"/>
                </a:cubicBezTo>
                <a:cubicBezTo>
                  <a:pt x="979561" y="20588"/>
                  <a:pt x="844677" y="45277"/>
                  <a:pt x="651019" y="36576"/>
                </a:cubicBezTo>
                <a:cubicBezTo>
                  <a:pt x="457362" y="27875"/>
                  <a:pt x="244555" y="31711"/>
                  <a:pt x="0" y="36576"/>
                </a:cubicBezTo>
                <a:cubicBezTo>
                  <a:pt x="-1549" y="24953"/>
                  <a:pt x="-1602" y="881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ángulo 164"/>
          <p:cNvSpPr/>
          <p:nvPr/>
        </p:nvSpPr>
        <p:spPr>
          <a:xfrm>
            <a:off x="1261872" y="5321808"/>
            <a:ext cx="9637776" cy="7095744"/>
          </a:xfrm>
          <a:prstGeom prst="rect">
            <a:avLst/>
          </a:prstGeom>
        </p:spPr>
        <p:style>
          <a:lnRef idx="0">
            <a:scrgbClr r="0" g="0" b="0"/>
          </a:lnRef>
          <a:fillRef idx="0">
            <a:scrgbClr r="0" g="0" b="0"/>
          </a:fillRef>
          <a:effectRef idx="0">
            <a:scrgbClr r="0" g="0" b="0"/>
          </a:effectRef>
          <a:fontRef idx="minor"/>
        </p:style>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4400" b="1" strike="noStrike" spc="-1">
                <a:highlight>
                  <a:srgbClr val="FFFF00"/>
                </a:highlight>
              </a:rPr>
              <a:t>RELACIÓN DE ASOCIACIÓN</a:t>
            </a:r>
            <a:endParaRPr lang="en-US" sz="4400" b="0" strike="noStrike" spc="-1">
              <a:highlight>
                <a:srgbClr val="FFFF00"/>
              </a:highlight>
            </a:endParaRPr>
          </a:p>
          <a:p>
            <a:pPr indent="-228600">
              <a:lnSpc>
                <a:spcPct val="90000"/>
              </a:lnSpc>
              <a:spcAft>
                <a:spcPts val="600"/>
              </a:spcAft>
              <a:buFont typeface="Arial" panose="020B0604020202020204" pitchFamily="34" charset="0"/>
              <a:buChar char="•"/>
            </a:pPr>
            <a:endParaRPr lang="en-US" sz="4400" b="0" strike="noStrike" spc="-1"/>
          </a:p>
          <a:p>
            <a:pPr indent="-228600">
              <a:lnSpc>
                <a:spcPct val="90000"/>
              </a:lnSpc>
              <a:spcAft>
                <a:spcPts val="600"/>
              </a:spcAft>
              <a:buFont typeface="Arial" panose="020B0604020202020204" pitchFamily="34" charset="0"/>
              <a:buChar char="•"/>
            </a:pPr>
            <a:r>
              <a:rPr lang="en-US" sz="4400" b="0" i="0" u="none" strike="noStrike" baseline="0"/>
              <a:t>Es una relación entre varias clases, incluso puede estar relacionada consigo misma. Los objetos en muchas ocasiones están relacionados por algunos atributos, como puede ser un cliente a un pedido y/o a una factura, etc:</a:t>
            </a:r>
            <a:endParaRPr lang="en-US" sz="4400" b="0" strike="noStrike" spc="-1"/>
          </a:p>
        </p:txBody>
      </p:sp>
      <p:pic>
        <p:nvPicPr>
          <p:cNvPr id="3" name="Imagen 2">
            <a:extLst>
              <a:ext uri="{FF2B5EF4-FFF2-40B4-BE49-F238E27FC236}">
                <a16:creationId xmlns:a16="http://schemas.microsoft.com/office/drawing/2014/main" id="{4005E460-2071-25C7-8445-1C33E01F8A04}"/>
              </a:ext>
            </a:extLst>
          </p:cNvPr>
          <p:cNvPicPr>
            <a:picLocks noChangeAspect="1"/>
          </p:cNvPicPr>
          <p:nvPr/>
        </p:nvPicPr>
        <p:blipFill>
          <a:blip r:embed="rId2"/>
          <a:stretch>
            <a:fillRect/>
          </a:stretch>
        </p:blipFill>
        <p:spPr>
          <a:xfrm>
            <a:off x="12198096" y="3313598"/>
            <a:ext cx="10917936" cy="708880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3" name="Rectangle 18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84000"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86556" y="4745736"/>
            <a:ext cx="6510190" cy="36576"/>
          </a:xfrm>
          <a:custGeom>
            <a:avLst/>
            <a:gdLst>
              <a:gd name="connsiteX0" fmla="*/ 0 w 6510190"/>
              <a:gd name="connsiteY0" fmla="*/ 0 h 36576"/>
              <a:gd name="connsiteX1" fmla="*/ 651019 w 6510190"/>
              <a:gd name="connsiteY1" fmla="*/ 0 h 36576"/>
              <a:gd name="connsiteX2" fmla="*/ 1302038 w 6510190"/>
              <a:gd name="connsiteY2" fmla="*/ 0 h 36576"/>
              <a:gd name="connsiteX3" fmla="*/ 1953057 w 6510190"/>
              <a:gd name="connsiteY3" fmla="*/ 0 h 36576"/>
              <a:gd name="connsiteX4" fmla="*/ 2734280 w 6510190"/>
              <a:gd name="connsiteY4" fmla="*/ 0 h 36576"/>
              <a:gd name="connsiteX5" fmla="*/ 3450401 w 6510190"/>
              <a:gd name="connsiteY5" fmla="*/ 0 h 36576"/>
              <a:gd name="connsiteX6" fmla="*/ 3906114 w 6510190"/>
              <a:gd name="connsiteY6" fmla="*/ 0 h 36576"/>
              <a:gd name="connsiteX7" fmla="*/ 4492031 w 6510190"/>
              <a:gd name="connsiteY7" fmla="*/ 0 h 36576"/>
              <a:gd name="connsiteX8" fmla="*/ 5273254 w 6510190"/>
              <a:gd name="connsiteY8" fmla="*/ 0 h 36576"/>
              <a:gd name="connsiteX9" fmla="*/ 5924273 w 6510190"/>
              <a:gd name="connsiteY9" fmla="*/ 0 h 36576"/>
              <a:gd name="connsiteX10" fmla="*/ 6510190 w 6510190"/>
              <a:gd name="connsiteY10" fmla="*/ 0 h 36576"/>
              <a:gd name="connsiteX11" fmla="*/ 6510190 w 6510190"/>
              <a:gd name="connsiteY11" fmla="*/ 36576 h 36576"/>
              <a:gd name="connsiteX12" fmla="*/ 5989375 w 6510190"/>
              <a:gd name="connsiteY12" fmla="*/ 36576 h 36576"/>
              <a:gd name="connsiteX13" fmla="*/ 5208152 w 6510190"/>
              <a:gd name="connsiteY13" fmla="*/ 36576 h 36576"/>
              <a:gd name="connsiteX14" fmla="*/ 4687337 w 6510190"/>
              <a:gd name="connsiteY14" fmla="*/ 36576 h 36576"/>
              <a:gd name="connsiteX15" fmla="*/ 4231623 w 6510190"/>
              <a:gd name="connsiteY15" fmla="*/ 36576 h 36576"/>
              <a:gd name="connsiteX16" fmla="*/ 3775910 w 6510190"/>
              <a:gd name="connsiteY16" fmla="*/ 36576 h 36576"/>
              <a:gd name="connsiteX17" fmla="*/ 3059789 w 6510190"/>
              <a:gd name="connsiteY17" fmla="*/ 36576 h 36576"/>
              <a:gd name="connsiteX18" fmla="*/ 2604076 w 6510190"/>
              <a:gd name="connsiteY18" fmla="*/ 36576 h 36576"/>
              <a:gd name="connsiteX19" fmla="*/ 1953057 w 6510190"/>
              <a:gd name="connsiteY19" fmla="*/ 36576 h 36576"/>
              <a:gd name="connsiteX20" fmla="*/ 1432242 w 6510190"/>
              <a:gd name="connsiteY20" fmla="*/ 36576 h 36576"/>
              <a:gd name="connsiteX21" fmla="*/ 781223 w 6510190"/>
              <a:gd name="connsiteY21" fmla="*/ 36576 h 36576"/>
              <a:gd name="connsiteX22" fmla="*/ 0 w 6510190"/>
              <a:gd name="connsiteY22" fmla="*/ 36576 h 36576"/>
              <a:gd name="connsiteX23" fmla="*/ 0 w 6510190"/>
              <a:gd name="connsiteY23"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510190" h="36576" fill="none" extrusionOk="0">
                <a:moveTo>
                  <a:pt x="0" y="0"/>
                </a:moveTo>
                <a:cubicBezTo>
                  <a:pt x="161111" y="-2097"/>
                  <a:pt x="501055" y="-465"/>
                  <a:pt x="651019" y="0"/>
                </a:cubicBezTo>
                <a:cubicBezTo>
                  <a:pt x="800983" y="465"/>
                  <a:pt x="997901" y="-18459"/>
                  <a:pt x="1302038" y="0"/>
                </a:cubicBezTo>
                <a:cubicBezTo>
                  <a:pt x="1606175" y="18459"/>
                  <a:pt x="1662008" y="955"/>
                  <a:pt x="1953057" y="0"/>
                </a:cubicBezTo>
                <a:cubicBezTo>
                  <a:pt x="2244106" y="-955"/>
                  <a:pt x="2398681" y="-29506"/>
                  <a:pt x="2734280" y="0"/>
                </a:cubicBezTo>
                <a:cubicBezTo>
                  <a:pt x="3069879" y="29506"/>
                  <a:pt x="3152053" y="12243"/>
                  <a:pt x="3450401" y="0"/>
                </a:cubicBezTo>
                <a:cubicBezTo>
                  <a:pt x="3748749" y="-12243"/>
                  <a:pt x="3717867" y="-748"/>
                  <a:pt x="3906114" y="0"/>
                </a:cubicBezTo>
                <a:cubicBezTo>
                  <a:pt x="4094361" y="748"/>
                  <a:pt x="4281847" y="13415"/>
                  <a:pt x="4492031" y="0"/>
                </a:cubicBezTo>
                <a:cubicBezTo>
                  <a:pt x="4702215" y="-13415"/>
                  <a:pt x="5025379" y="20366"/>
                  <a:pt x="5273254" y="0"/>
                </a:cubicBezTo>
                <a:cubicBezTo>
                  <a:pt x="5521129" y="-20366"/>
                  <a:pt x="5771612" y="-29898"/>
                  <a:pt x="5924273" y="0"/>
                </a:cubicBezTo>
                <a:cubicBezTo>
                  <a:pt x="6076934" y="29898"/>
                  <a:pt x="6354559" y="-8644"/>
                  <a:pt x="6510190" y="0"/>
                </a:cubicBezTo>
                <a:cubicBezTo>
                  <a:pt x="6509475" y="15537"/>
                  <a:pt x="6511555" y="22375"/>
                  <a:pt x="6510190" y="36576"/>
                </a:cubicBezTo>
                <a:cubicBezTo>
                  <a:pt x="6403695" y="20240"/>
                  <a:pt x="6135058" y="33081"/>
                  <a:pt x="5989375" y="36576"/>
                </a:cubicBezTo>
                <a:cubicBezTo>
                  <a:pt x="5843692" y="40071"/>
                  <a:pt x="5581730" y="19446"/>
                  <a:pt x="5208152" y="36576"/>
                </a:cubicBezTo>
                <a:cubicBezTo>
                  <a:pt x="4834574" y="53706"/>
                  <a:pt x="4947691" y="51777"/>
                  <a:pt x="4687337" y="36576"/>
                </a:cubicBezTo>
                <a:cubicBezTo>
                  <a:pt x="4426984" y="21375"/>
                  <a:pt x="4440451" y="59338"/>
                  <a:pt x="4231623" y="36576"/>
                </a:cubicBezTo>
                <a:cubicBezTo>
                  <a:pt x="4022795" y="13814"/>
                  <a:pt x="3895021" y="37706"/>
                  <a:pt x="3775910" y="36576"/>
                </a:cubicBezTo>
                <a:cubicBezTo>
                  <a:pt x="3656799" y="35446"/>
                  <a:pt x="3387310" y="59361"/>
                  <a:pt x="3059789" y="36576"/>
                </a:cubicBezTo>
                <a:cubicBezTo>
                  <a:pt x="2732268" y="13791"/>
                  <a:pt x="2719596" y="17090"/>
                  <a:pt x="2604076" y="36576"/>
                </a:cubicBezTo>
                <a:cubicBezTo>
                  <a:pt x="2488556" y="56062"/>
                  <a:pt x="2206902" y="68226"/>
                  <a:pt x="1953057" y="36576"/>
                </a:cubicBezTo>
                <a:cubicBezTo>
                  <a:pt x="1699212" y="4926"/>
                  <a:pt x="1552383" y="31975"/>
                  <a:pt x="1432242" y="36576"/>
                </a:cubicBezTo>
                <a:cubicBezTo>
                  <a:pt x="1312102" y="41177"/>
                  <a:pt x="1012740" y="46297"/>
                  <a:pt x="781223" y="36576"/>
                </a:cubicBezTo>
                <a:cubicBezTo>
                  <a:pt x="549706" y="26855"/>
                  <a:pt x="239878" y="73540"/>
                  <a:pt x="0" y="36576"/>
                </a:cubicBezTo>
                <a:cubicBezTo>
                  <a:pt x="-1386" y="23779"/>
                  <a:pt x="1769" y="8239"/>
                  <a:pt x="0" y="0"/>
                </a:cubicBezTo>
                <a:close/>
              </a:path>
              <a:path w="6510190" h="36576" stroke="0" extrusionOk="0">
                <a:moveTo>
                  <a:pt x="0" y="0"/>
                </a:moveTo>
                <a:cubicBezTo>
                  <a:pt x="207071" y="-14617"/>
                  <a:pt x="444194" y="-15606"/>
                  <a:pt x="585917" y="0"/>
                </a:cubicBezTo>
                <a:cubicBezTo>
                  <a:pt x="727640" y="15606"/>
                  <a:pt x="908078" y="6034"/>
                  <a:pt x="1041630" y="0"/>
                </a:cubicBezTo>
                <a:cubicBezTo>
                  <a:pt x="1175182" y="-6034"/>
                  <a:pt x="1490887" y="38691"/>
                  <a:pt x="1822853" y="0"/>
                </a:cubicBezTo>
                <a:cubicBezTo>
                  <a:pt x="2154819" y="-38691"/>
                  <a:pt x="2235404" y="-3172"/>
                  <a:pt x="2408770" y="0"/>
                </a:cubicBezTo>
                <a:cubicBezTo>
                  <a:pt x="2582136" y="3172"/>
                  <a:pt x="2820108" y="26514"/>
                  <a:pt x="2994687" y="0"/>
                </a:cubicBezTo>
                <a:cubicBezTo>
                  <a:pt x="3169266" y="-26514"/>
                  <a:pt x="3544431" y="-38940"/>
                  <a:pt x="3775910" y="0"/>
                </a:cubicBezTo>
                <a:cubicBezTo>
                  <a:pt x="4007389" y="38940"/>
                  <a:pt x="4105698" y="7408"/>
                  <a:pt x="4296725" y="0"/>
                </a:cubicBezTo>
                <a:cubicBezTo>
                  <a:pt x="4487752" y="-7408"/>
                  <a:pt x="4851891" y="-25167"/>
                  <a:pt x="5077948" y="0"/>
                </a:cubicBezTo>
                <a:cubicBezTo>
                  <a:pt x="5304005" y="25167"/>
                  <a:pt x="5507082" y="26354"/>
                  <a:pt x="5859171" y="0"/>
                </a:cubicBezTo>
                <a:cubicBezTo>
                  <a:pt x="6211260" y="-26354"/>
                  <a:pt x="6286793" y="584"/>
                  <a:pt x="6510190" y="0"/>
                </a:cubicBezTo>
                <a:cubicBezTo>
                  <a:pt x="6510731" y="12097"/>
                  <a:pt x="6511051" y="29008"/>
                  <a:pt x="6510190" y="36576"/>
                </a:cubicBezTo>
                <a:cubicBezTo>
                  <a:pt x="6162526" y="22753"/>
                  <a:pt x="6109599" y="46968"/>
                  <a:pt x="5794069" y="36576"/>
                </a:cubicBezTo>
                <a:cubicBezTo>
                  <a:pt x="5478539" y="26184"/>
                  <a:pt x="5341679" y="23264"/>
                  <a:pt x="5012846" y="36576"/>
                </a:cubicBezTo>
                <a:cubicBezTo>
                  <a:pt x="4684013" y="49888"/>
                  <a:pt x="4420613" y="37104"/>
                  <a:pt x="4231623" y="36576"/>
                </a:cubicBezTo>
                <a:cubicBezTo>
                  <a:pt x="4042633" y="36048"/>
                  <a:pt x="3824332" y="16640"/>
                  <a:pt x="3710808" y="36576"/>
                </a:cubicBezTo>
                <a:cubicBezTo>
                  <a:pt x="3597284" y="56512"/>
                  <a:pt x="3353238" y="61001"/>
                  <a:pt x="3059789" y="36576"/>
                </a:cubicBezTo>
                <a:cubicBezTo>
                  <a:pt x="2766340" y="12151"/>
                  <a:pt x="2599388" y="45085"/>
                  <a:pt x="2278567" y="36576"/>
                </a:cubicBezTo>
                <a:cubicBezTo>
                  <a:pt x="1957746" y="28067"/>
                  <a:pt x="1913835" y="47318"/>
                  <a:pt x="1627548" y="36576"/>
                </a:cubicBezTo>
                <a:cubicBezTo>
                  <a:pt x="1341261" y="25834"/>
                  <a:pt x="1364107" y="52564"/>
                  <a:pt x="1171834" y="36576"/>
                </a:cubicBezTo>
                <a:cubicBezTo>
                  <a:pt x="979561" y="20588"/>
                  <a:pt x="844677" y="45277"/>
                  <a:pt x="651019" y="36576"/>
                </a:cubicBezTo>
                <a:cubicBezTo>
                  <a:pt x="457362" y="27875"/>
                  <a:pt x="244555" y="31711"/>
                  <a:pt x="0" y="36576"/>
                </a:cubicBezTo>
                <a:cubicBezTo>
                  <a:pt x="-1549" y="24953"/>
                  <a:pt x="-1602" y="881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ángulo 176"/>
          <p:cNvSpPr/>
          <p:nvPr/>
        </p:nvSpPr>
        <p:spPr>
          <a:xfrm>
            <a:off x="1261872" y="5321808"/>
            <a:ext cx="9637776" cy="7095744"/>
          </a:xfrm>
          <a:prstGeom prst="rect">
            <a:avLst/>
          </a:prstGeom>
        </p:spPr>
        <p:style>
          <a:lnRef idx="0">
            <a:scrgbClr r="0" g="0" b="0"/>
          </a:lnRef>
          <a:fillRef idx="0">
            <a:scrgbClr r="0" g="0" b="0"/>
          </a:fillRef>
          <a:effectRef idx="0">
            <a:scrgbClr r="0" g="0" b="0"/>
          </a:effectRef>
          <a:fontRef idx="minor"/>
        </p:style>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3700" b="1" strike="noStrike" spc="-1">
                <a:highlight>
                  <a:srgbClr val="FFFF00"/>
                </a:highlight>
              </a:rPr>
              <a:t>RELACIÓN DE HERENCIA</a:t>
            </a:r>
            <a:endParaRPr lang="en-US" sz="3700" b="0" strike="noStrike" spc="-1">
              <a:highlight>
                <a:srgbClr val="FFFF00"/>
              </a:highlight>
            </a:endParaRPr>
          </a:p>
          <a:p>
            <a:pPr indent="-228600">
              <a:lnSpc>
                <a:spcPct val="90000"/>
              </a:lnSpc>
              <a:spcAft>
                <a:spcPts val="600"/>
              </a:spcAft>
              <a:buFont typeface="Arial" panose="020B0604020202020204" pitchFamily="34" charset="0"/>
              <a:buChar char="•"/>
            </a:pPr>
            <a:r>
              <a:rPr lang="en-US" sz="3700" b="0" strike="noStrike" spc="-1"/>
              <a:t>Otra relación muy común en el diagrama de clases es la herencia. Este tipo de relaciones permiten que una clase (clase hija o subclase) reciba los atributos y métodos de otra clase (clase padre o superclase). Estos atributos y métodos recibidos se suman a los que la clase tiene por sí misma. Se utiliza en relaciones «es un».</a:t>
            </a:r>
          </a:p>
          <a:p>
            <a:pPr indent="-228600">
              <a:lnSpc>
                <a:spcPct val="90000"/>
              </a:lnSpc>
              <a:spcAft>
                <a:spcPts val="600"/>
              </a:spcAft>
              <a:buFont typeface="Arial" panose="020B0604020202020204" pitchFamily="34" charset="0"/>
              <a:buChar char="•"/>
            </a:pPr>
            <a:endParaRPr lang="en-US" sz="3700" b="0" strike="noStrike" spc="-1"/>
          </a:p>
          <a:p>
            <a:pPr indent="-228600">
              <a:lnSpc>
                <a:spcPct val="90000"/>
              </a:lnSpc>
              <a:spcAft>
                <a:spcPts val="600"/>
              </a:spcAft>
              <a:buFont typeface="Arial" panose="020B0604020202020204" pitchFamily="34" charset="0"/>
              <a:buChar char="•"/>
            </a:pPr>
            <a:r>
              <a:rPr lang="en-US" sz="3700" b="0" strike="noStrike" spc="-1"/>
              <a:t>Un ejemplo de esta relación podría ser la siguiente: Un pez, un perro y un gato son animales.</a:t>
            </a:r>
          </a:p>
        </p:txBody>
      </p:sp>
      <p:pic>
        <p:nvPicPr>
          <p:cNvPr id="178" name="Imagen 177"/>
          <p:cNvPicPr/>
          <p:nvPr/>
        </p:nvPicPr>
        <p:blipFill>
          <a:blip r:embed="rId2"/>
          <a:stretch/>
        </p:blipFill>
        <p:spPr>
          <a:xfrm>
            <a:off x="12198096" y="2722832"/>
            <a:ext cx="10917936" cy="827033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ángulo 172"/>
          <p:cNvSpPr/>
          <p:nvPr/>
        </p:nvSpPr>
        <p:spPr>
          <a:xfrm>
            <a:off x="900000" y="720000"/>
            <a:ext cx="22828680" cy="3920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s-ES" sz="4200" b="1" strike="noStrike" spc="-1" dirty="0">
                <a:solidFill>
                  <a:srgbClr val="000000"/>
                </a:solidFill>
                <a:highlight>
                  <a:srgbClr val="FFFF00"/>
                </a:highlight>
                <a:latin typeface="Arial"/>
                <a:ea typeface="DejaVu Sans"/>
              </a:rPr>
              <a:t>RELACIÓN DE DEPENDENCIA</a:t>
            </a:r>
            <a:endParaRPr lang="es-ES" sz="4200" b="0" strike="noStrike" spc="-1" dirty="0">
              <a:solidFill>
                <a:srgbClr val="000000"/>
              </a:solidFill>
              <a:highlight>
                <a:srgbClr val="FFFF00"/>
              </a:highlight>
              <a:latin typeface="Arial"/>
            </a:endParaRPr>
          </a:p>
          <a:p>
            <a:pPr>
              <a:lnSpc>
                <a:spcPct val="100000"/>
              </a:lnSpc>
            </a:pPr>
            <a:r>
              <a:rPr lang="es-ES" sz="4200" b="0" strike="noStrike" spc="-1" dirty="0">
                <a:solidFill>
                  <a:srgbClr val="000000"/>
                </a:solidFill>
                <a:latin typeface="Arial"/>
                <a:ea typeface="DejaVu Sans"/>
              </a:rPr>
              <a:t>Se utiliza este tipo de relación para representar que una clase requiere de otra para ofrecer sus funcionalidades. Es muy sencilla y se representa con una flecha discontinua que va desde la clase que necesita la utilidad de la otra flecha hasta esta misma. Por ejemplo, la clase </a:t>
            </a:r>
            <a:r>
              <a:rPr lang="es-ES" sz="4200" b="0" strike="noStrike" spc="-1" dirty="0" err="1">
                <a:solidFill>
                  <a:srgbClr val="000000"/>
                </a:solidFill>
                <a:latin typeface="Arial"/>
                <a:ea typeface="DejaVu Sans"/>
              </a:rPr>
              <a:t>Main</a:t>
            </a:r>
            <a:r>
              <a:rPr lang="es-ES" sz="4200" b="0" strike="noStrike" spc="-1" dirty="0">
                <a:solidFill>
                  <a:srgbClr val="000000"/>
                </a:solidFill>
                <a:latin typeface="Arial"/>
                <a:ea typeface="DejaVu Sans"/>
              </a:rPr>
              <a:t> tiene una relación de dependencia con respecto al resto de clases.</a:t>
            </a:r>
            <a:endParaRPr lang="es-ES" sz="4200" b="0" strike="noStrike" spc="-1" dirty="0">
              <a:solidFill>
                <a:srgbClr val="000000"/>
              </a:solidFill>
              <a:latin typeface="Arial"/>
            </a:endParaRPr>
          </a:p>
          <a:p>
            <a:pPr>
              <a:lnSpc>
                <a:spcPct val="100000"/>
              </a:lnSpc>
            </a:pPr>
            <a:endParaRPr lang="es-ES" sz="1800" b="0" strike="noStrike" spc="-1" dirty="0">
              <a:solidFill>
                <a:srgbClr val="000000"/>
              </a:solidFill>
              <a:latin typeface="Arial"/>
            </a:endParaRPr>
          </a:p>
          <a:p>
            <a:pPr>
              <a:lnSpc>
                <a:spcPct val="100000"/>
              </a:lnSpc>
            </a:pPr>
            <a:r>
              <a:rPr lang="es-ES" sz="4200" b="0" strike="noStrike" spc="-1" dirty="0">
                <a:solidFill>
                  <a:srgbClr val="000000"/>
                </a:solidFill>
                <a:latin typeface="Arial"/>
                <a:ea typeface="DejaVu Sans"/>
              </a:rPr>
              <a:t>Un ejemplo de esta relación podría ser la siguiente:</a:t>
            </a:r>
            <a:endParaRPr lang="es-ES" sz="4200" b="0" strike="noStrike" spc="-1" dirty="0">
              <a:solidFill>
                <a:srgbClr val="000000"/>
              </a:solidFill>
              <a:latin typeface="Arial"/>
            </a:endParaRPr>
          </a:p>
        </p:txBody>
      </p:sp>
      <p:pic>
        <p:nvPicPr>
          <p:cNvPr id="174" name="Imagen 173"/>
          <p:cNvPicPr/>
          <p:nvPr/>
        </p:nvPicPr>
        <p:blipFill>
          <a:blip r:embed="rId2"/>
          <a:stretch/>
        </p:blipFill>
        <p:spPr>
          <a:xfrm>
            <a:off x="3828690" y="5120100"/>
            <a:ext cx="16971300" cy="8595900"/>
          </a:xfrm>
          <a:prstGeom prst="rect">
            <a:avLst/>
          </a:prstGeom>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uadroTexto 2">
            <a:extLst>
              <a:ext uri="{FF2B5EF4-FFF2-40B4-BE49-F238E27FC236}">
                <a16:creationId xmlns:a16="http://schemas.microsoft.com/office/drawing/2014/main" id="{3BA6999D-C30B-2FE2-3AA6-DFDCA292DFB0}"/>
              </a:ext>
            </a:extLst>
          </p:cNvPr>
          <p:cNvSpPr txBox="1"/>
          <p:nvPr/>
        </p:nvSpPr>
        <p:spPr>
          <a:xfrm>
            <a:off x="1280160" y="650738"/>
            <a:ext cx="8737204" cy="391368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900" b="1" spc="-1">
                <a:latin typeface="+mj-lt"/>
                <a:ea typeface="+mj-ea"/>
                <a:cs typeface="+mj-cs"/>
              </a:rPr>
              <a:t>´RELACIONES DE ASOCIACIÓN: RELACION DE COMPOSICIÓN Y DE AGREGACIÓN</a:t>
            </a:r>
            <a:endParaRPr lang="en-US" sz="5900" b="0" strike="noStrike" spc="-1">
              <a:latin typeface="+mj-lt"/>
              <a:ea typeface="+mj-ea"/>
              <a:cs typeface="+mj-cs"/>
            </a:endParaRPr>
          </a:p>
        </p:txBody>
      </p:sp>
      <p:sp>
        <p:nvSpPr>
          <p:cNvPr id="1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80160" y="5173988"/>
            <a:ext cx="6949440" cy="36576"/>
          </a:xfrm>
          <a:custGeom>
            <a:avLst/>
            <a:gdLst>
              <a:gd name="connsiteX0" fmla="*/ 0 w 6949440"/>
              <a:gd name="connsiteY0" fmla="*/ 0 h 36576"/>
              <a:gd name="connsiteX1" fmla="*/ 625450 w 6949440"/>
              <a:gd name="connsiteY1" fmla="*/ 0 h 36576"/>
              <a:gd name="connsiteX2" fmla="*/ 1181405 w 6949440"/>
              <a:gd name="connsiteY2" fmla="*/ 0 h 36576"/>
              <a:gd name="connsiteX3" fmla="*/ 1945843 w 6949440"/>
              <a:gd name="connsiteY3" fmla="*/ 0 h 36576"/>
              <a:gd name="connsiteX4" fmla="*/ 2710282 w 6949440"/>
              <a:gd name="connsiteY4" fmla="*/ 0 h 36576"/>
              <a:gd name="connsiteX5" fmla="*/ 3405226 w 6949440"/>
              <a:gd name="connsiteY5" fmla="*/ 0 h 36576"/>
              <a:gd name="connsiteX6" fmla="*/ 3891686 w 6949440"/>
              <a:gd name="connsiteY6" fmla="*/ 0 h 36576"/>
              <a:gd name="connsiteX7" fmla="*/ 4656125 w 6949440"/>
              <a:gd name="connsiteY7" fmla="*/ 0 h 36576"/>
              <a:gd name="connsiteX8" fmla="*/ 5142586 w 6949440"/>
              <a:gd name="connsiteY8" fmla="*/ 0 h 36576"/>
              <a:gd name="connsiteX9" fmla="*/ 5629046 w 6949440"/>
              <a:gd name="connsiteY9" fmla="*/ 0 h 36576"/>
              <a:gd name="connsiteX10" fmla="*/ 6949440 w 6949440"/>
              <a:gd name="connsiteY10" fmla="*/ 0 h 36576"/>
              <a:gd name="connsiteX11" fmla="*/ 6949440 w 6949440"/>
              <a:gd name="connsiteY11" fmla="*/ 36576 h 36576"/>
              <a:gd name="connsiteX12" fmla="*/ 6115507 w 6949440"/>
              <a:gd name="connsiteY12" fmla="*/ 36576 h 36576"/>
              <a:gd name="connsiteX13" fmla="*/ 5420563 w 6949440"/>
              <a:gd name="connsiteY13" fmla="*/ 36576 h 36576"/>
              <a:gd name="connsiteX14" fmla="*/ 4586630 w 6949440"/>
              <a:gd name="connsiteY14" fmla="*/ 36576 h 36576"/>
              <a:gd name="connsiteX15" fmla="*/ 4030675 w 6949440"/>
              <a:gd name="connsiteY15" fmla="*/ 36576 h 36576"/>
              <a:gd name="connsiteX16" fmla="*/ 3335731 w 6949440"/>
              <a:gd name="connsiteY16" fmla="*/ 36576 h 36576"/>
              <a:gd name="connsiteX17" fmla="*/ 2501798 w 6949440"/>
              <a:gd name="connsiteY17" fmla="*/ 36576 h 36576"/>
              <a:gd name="connsiteX18" fmla="*/ 1876349 w 6949440"/>
              <a:gd name="connsiteY18" fmla="*/ 36576 h 36576"/>
              <a:gd name="connsiteX19" fmla="*/ 1042416 w 6949440"/>
              <a:gd name="connsiteY19" fmla="*/ 36576 h 36576"/>
              <a:gd name="connsiteX20" fmla="*/ 0 w 6949440"/>
              <a:gd name="connsiteY20" fmla="*/ 36576 h 36576"/>
              <a:gd name="connsiteX21" fmla="*/ 0 w 6949440"/>
              <a:gd name="connsiteY21"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949440" h="36576" fill="none" extrusionOk="0">
                <a:moveTo>
                  <a:pt x="0" y="0"/>
                </a:moveTo>
                <a:cubicBezTo>
                  <a:pt x="258497" y="9297"/>
                  <a:pt x="407807" y="-18405"/>
                  <a:pt x="625450" y="0"/>
                </a:cubicBezTo>
                <a:cubicBezTo>
                  <a:pt x="843093" y="18405"/>
                  <a:pt x="999015" y="-26184"/>
                  <a:pt x="1181405" y="0"/>
                </a:cubicBezTo>
                <a:cubicBezTo>
                  <a:pt x="1363796" y="26184"/>
                  <a:pt x="1683622" y="-2693"/>
                  <a:pt x="1945843" y="0"/>
                </a:cubicBezTo>
                <a:cubicBezTo>
                  <a:pt x="2208064" y="2693"/>
                  <a:pt x="2441799" y="25043"/>
                  <a:pt x="2710282" y="0"/>
                </a:cubicBezTo>
                <a:cubicBezTo>
                  <a:pt x="2978765" y="-25043"/>
                  <a:pt x="3067236" y="31163"/>
                  <a:pt x="3405226" y="0"/>
                </a:cubicBezTo>
                <a:cubicBezTo>
                  <a:pt x="3743216" y="-31163"/>
                  <a:pt x="3709212" y="-10243"/>
                  <a:pt x="3891686" y="0"/>
                </a:cubicBezTo>
                <a:cubicBezTo>
                  <a:pt x="4074160" y="10243"/>
                  <a:pt x="4289131" y="-21245"/>
                  <a:pt x="4656125" y="0"/>
                </a:cubicBezTo>
                <a:cubicBezTo>
                  <a:pt x="5023119" y="21245"/>
                  <a:pt x="4974341" y="-6180"/>
                  <a:pt x="5142586" y="0"/>
                </a:cubicBezTo>
                <a:cubicBezTo>
                  <a:pt x="5310831" y="6180"/>
                  <a:pt x="5410735" y="-3376"/>
                  <a:pt x="5629046" y="0"/>
                </a:cubicBezTo>
                <a:cubicBezTo>
                  <a:pt x="5847357" y="3376"/>
                  <a:pt x="6462655" y="40363"/>
                  <a:pt x="6949440" y="0"/>
                </a:cubicBezTo>
                <a:cubicBezTo>
                  <a:pt x="6950776" y="14036"/>
                  <a:pt x="6948002" y="18623"/>
                  <a:pt x="6949440" y="36576"/>
                </a:cubicBezTo>
                <a:cubicBezTo>
                  <a:pt x="6623462" y="17455"/>
                  <a:pt x="6369711" y="22107"/>
                  <a:pt x="6115507" y="36576"/>
                </a:cubicBezTo>
                <a:cubicBezTo>
                  <a:pt x="5861303" y="51045"/>
                  <a:pt x="5644171" y="52892"/>
                  <a:pt x="5420563" y="36576"/>
                </a:cubicBezTo>
                <a:cubicBezTo>
                  <a:pt x="5196955" y="20260"/>
                  <a:pt x="4970928" y="63872"/>
                  <a:pt x="4586630" y="36576"/>
                </a:cubicBezTo>
                <a:cubicBezTo>
                  <a:pt x="4202332" y="9280"/>
                  <a:pt x="4230352" y="42653"/>
                  <a:pt x="4030675" y="36576"/>
                </a:cubicBezTo>
                <a:cubicBezTo>
                  <a:pt x="3830999" y="30499"/>
                  <a:pt x="3610423" y="31125"/>
                  <a:pt x="3335731" y="36576"/>
                </a:cubicBezTo>
                <a:cubicBezTo>
                  <a:pt x="3061039" y="42027"/>
                  <a:pt x="2792562" y="38173"/>
                  <a:pt x="2501798" y="36576"/>
                </a:cubicBezTo>
                <a:cubicBezTo>
                  <a:pt x="2211034" y="34979"/>
                  <a:pt x="2068435" y="6707"/>
                  <a:pt x="1876349" y="36576"/>
                </a:cubicBezTo>
                <a:cubicBezTo>
                  <a:pt x="1684263" y="66445"/>
                  <a:pt x="1257330" y="29560"/>
                  <a:pt x="1042416" y="36576"/>
                </a:cubicBezTo>
                <a:cubicBezTo>
                  <a:pt x="827502" y="43592"/>
                  <a:pt x="333456" y="17904"/>
                  <a:pt x="0" y="36576"/>
                </a:cubicBezTo>
                <a:cubicBezTo>
                  <a:pt x="-44" y="24172"/>
                  <a:pt x="86" y="11981"/>
                  <a:pt x="0" y="0"/>
                </a:cubicBezTo>
                <a:close/>
              </a:path>
              <a:path w="6949440" h="36576" stroke="0" extrusionOk="0">
                <a:moveTo>
                  <a:pt x="0" y="0"/>
                </a:moveTo>
                <a:cubicBezTo>
                  <a:pt x="271875" y="-23518"/>
                  <a:pt x="381428" y="6804"/>
                  <a:pt x="555955" y="0"/>
                </a:cubicBezTo>
                <a:cubicBezTo>
                  <a:pt x="730483" y="-6804"/>
                  <a:pt x="978239" y="33438"/>
                  <a:pt x="1389888" y="0"/>
                </a:cubicBezTo>
                <a:cubicBezTo>
                  <a:pt x="1801537" y="-33438"/>
                  <a:pt x="1682936" y="6451"/>
                  <a:pt x="1876349" y="0"/>
                </a:cubicBezTo>
                <a:cubicBezTo>
                  <a:pt x="2069762" y="-6451"/>
                  <a:pt x="2227570" y="5351"/>
                  <a:pt x="2362810" y="0"/>
                </a:cubicBezTo>
                <a:cubicBezTo>
                  <a:pt x="2498050" y="-5351"/>
                  <a:pt x="2790947" y="32618"/>
                  <a:pt x="3057754" y="0"/>
                </a:cubicBezTo>
                <a:cubicBezTo>
                  <a:pt x="3324561" y="-32618"/>
                  <a:pt x="3460403" y="24807"/>
                  <a:pt x="3683203" y="0"/>
                </a:cubicBezTo>
                <a:cubicBezTo>
                  <a:pt x="3906003" y="-24807"/>
                  <a:pt x="4090944" y="3705"/>
                  <a:pt x="4447642" y="0"/>
                </a:cubicBezTo>
                <a:cubicBezTo>
                  <a:pt x="4804340" y="-3705"/>
                  <a:pt x="4787235" y="-26993"/>
                  <a:pt x="5003597" y="0"/>
                </a:cubicBezTo>
                <a:cubicBezTo>
                  <a:pt x="5219959" y="26993"/>
                  <a:pt x="5645855" y="23373"/>
                  <a:pt x="5837530" y="0"/>
                </a:cubicBezTo>
                <a:cubicBezTo>
                  <a:pt x="6029205" y="-23373"/>
                  <a:pt x="6619805" y="47868"/>
                  <a:pt x="6949440" y="0"/>
                </a:cubicBezTo>
                <a:cubicBezTo>
                  <a:pt x="6949742" y="16774"/>
                  <a:pt x="6948869" y="27779"/>
                  <a:pt x="6949440" y="36576"/>
                </a:cubicBezTo>
                <a:cubicBezTo>
                  <a:pt x="6803300" y="52771"/>
                  <a:pt x="6582007" y="36693"/>
                  <a:pt x="6393485" y="36576"/>
                </a:cubicBezTo>
                <a:cubicBezTo>
                  <a:pt x="6204963" y="36459"/>
                  <a:pt x="6002492" y="17516"/>
                  <a:pt x="5837530" y="36576"/>
                </a:cubicBezTo>
                <a:cubicBezTo>
                  <a:pt x="5672568" y="55636"/>
                  <a:pt x="5520546" y="27893"/>
                  <a:pt x="5212080" y="36576"/>
                </a:cubicBezTo>
                <a:cubicBezTo>
                  <a:pt x="4903614" y="45260"/>
                  <a:pt x="4838281" y="36158"/>
                  <a:pt x="4725619" y="36576"/>
                </a:cubicBezTo>
                <a:cubicBezTo>
                  <a:pt x="4612957" y="36994"/>
                  <a:pt x="4351697" y="27448"/>
                  <a:pt x="4100170" y="36576"/>
                </a:cubicBezTo>
                <a:cubicBezTo>
                  <a:pt x="3848643" y="45704"/>
                  <a:pt x="3746852" y="38176"/>
                  <a:pt x="3544214" y="36576"/>
                </a:cubicBezTo>
                <a:cubicBezTo>
                  <a:pt x="3341576" y="34976"/>
                  <a:pt x="2981167" y="39701"/>
                  <a:pt x="2710282" y="36576"/>
                </a:cubicBezTo>
                <a:cubicBezTo>
                  <a:pt x="2439397" y="33451"/>
                  <a:pt x="2228375" y="14959"/>
                  <a:pt x="1945843" y="36576"/>
                </a:cubicBezTo>
                <a:cubicBezTo>
                  <a:pt x="1663311" y="58193"/>
                  <a:pt x="1580554" y="16658"/>
                  <a:pt x="1459382" y="36576"/>
                </a:cubicBezTo>
                <a:cubicBezTo>
                  <a:pt x="1338210" y="56494"/>
                  <a:pt x="1010083" y="48133"/>
                  <a:pt x="764438" y="36576"/>
                </a:cubicBezTo>
                <a:cubicBezTo>
                  <a:pt x="518793" y="25019"/>
                  <a:pt x="340449" y="41120"/>
                  <a:pt x="0" y="36576"/>
                </a:cubicBezTo>
                <a:cubicBezTo>
                  <a:pt x="566" y="19755"/>
                  <a:pt x="-1" y="8736"/>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4C033C7D-9A1C-7242-D9C9-F8DB9044DFA9}"/>
              </a:ext>
            </a:extLst>
          </p:cNvPr>
          <p:cNvSpPr txBox="1"/>
          <p:nvPr/>
        </p:nvSpPr>
        <p:spPr>
          <a:xfrm>
            <a:off x="1280160" y="5745798"/>
            <a:ext cx="8487178" cy="6641336"/>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4400"/>
              <a:t>Como hemos visto las relaciones de asociación, son las más comunes, pero dentro de estas podemos destacar varios subtipos:</a:t>
            </a:r>
          </a:p>
        </p:txBody>
      </p:sp>
      <p:pic>
        <p:nvPicPr>
          <p:cNvPr id="8" name="Picture 7" descr="Un grupo de figuras de palos de madera multicolores">
            <a:extLst>
              <a:ext uri="{FF2B5EF4-FFF2-40B4-BE49-F238E27FC236}">
                <a16:creationId xmlns:a16="http://schemas.microsoft.com/office/drawing/2014/main" id="{7F3BA557-0C57-5DFE-7140-C31BE15570D9}"/>
              </a:ext>
            </a:extLst>
          </p:cNvPr>
          <p:cNvPicPr>
            <a:picLocks noChangeAspect="1"/>
          </p:cNvPicPr>
          <p:nvPr/>
        </p:nvPicPr>
        <p:blipFill>
          <a:blip r:embed="rId2"/>
          <a:srcRect l="8204" r="22336"/>
          <a:stretch/>
        </p:blipFill>
        <p:spPr>
          <a:xfrm>
            <a:off x="10620354" y="-49500"/>
            <a:ext cx="13757550" cy="13715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6" name="CuadroTexto 5">
            <a:extLst>
              <a:ext uri="{FF2B5EF4-FFF2-40B4-BE49-F238E27FC236}">
                <a16:creationId xmlns:a16="http://schemas.microsoft.com/office/drawing/2014/main" id="{D57FFC53-735B-35F1-A93D-31B3E59AA978}"/>
              </a:ext>
            </a:extLst>
          </p:cNvPr>
          <p:cNvSpPr txBox="1"/>
          <p:nvPr/>
        </p:nvSpPr>
        <p:spPr>
          <a:xfrm>
            <a:off x="12794990" y="4613930"/>
            <a:ext cx="11051070" cy="6432530"/>
          </a:xfrm>
          <a:prstGeom prst="rect">
            <a:avLst/>
          </a:prstGeom>
          <a:solidFill>
            <a:schemeClr val="accent2">
              <a:lumMod val="60000"/>
              <a:lumOff val="40000"/>
            </a:schemeClr>
          </a:solidFill>
        </p:spPr>
        <p:txBody>
          <a:bodyPr wrap="square">
            <a:spAutoFit/>
          </a:bodyPr>
          <a:lstStyle/>
          <a:p>
            <a:pPr>
              <a:spcAft>
                <a:spcPts val="600"/>
              </a:spcAft>
            </a:pPr>
            <a:r>
              <a:rPr lang="es-ES" sz="5400" dirty="0"/>
              <a:t>2.- </a:t>
            </a:r>
            <a:r>
              <a:rPr lang="es-ES" sz="6600" b="1" dirty="0"/>
              <a:t>los objetos dependen de otros para su existencia</a:t>
            </a:r>
            <a:r>
              <a:rPr lang="es-ES" sz="5400" dirty="0"/>
              <a:t>, en esto tendremos una relación o bien de composición o de agregación que ahora veremos la diferencia:</a:t>
            </a:r>
          </a:p>
          <a:p>
            <a:pPr>
              <a:spcAft>
                <a:spcPts val="600"/>
              </a:spcAft>
            </a:pPr>
            <a:endParaRPr lang="es-ES" sz="5400" dirty="0"/>
          </a:p>
          <a:p>
            <a:pPr>
              <a:spcAft>
                <a:spcPts val="600"/>
              </a:spcAft>
            </a:pPr>
            <a:endParaRPr lang="es-ES" sz="5400" dirty="0"/>
          </a:p>
        </p:txBody>
      </p:sp>
      <p:sp>
        <p:nvSpPr>
          <p:cNvPr id="2" name="Rectángulo 1">
            <a:extLst>
              <a:ext uri="{FF2B5EF4-FFF2-40B4-BE49-F238E27FC236}">
                <a16:creationId xmlns:a16="http://schemas.microsoft.com/office/drawing/2014/main" id="{677142BA-316A-D24D-1CD9-4A6A1527A433}"/>
              </a:ext>
            </a:extLst>
          </p:cNvPr>
          <p:cNvSpPr/>
          <p:nvPr/>
        </p:nvSpPr>
        <p:spPr>
          <a:xfrm>
            <a:off x="609600" y="4613930"/>
            <a:ext cx="11582400" cy="90525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es-ES" sz="5400"/>
              <a:t>1.- </a:t>
            </a:r>
            <a:r>
              <a:rPr lang="es-ES" sz="6600" b="1"/>
              <a:t>los objetos son distintos y no dependen obligatoriamente de otros para su existencia</a:t>
            </a:r>
            <a:r>
              <a:rPr lang="es-ES" sz="5400"/>
              <a:t>, como es el caso que vimos de la asociación, que podríamos decir normal.</a:t>
            </a:r>
          </a:p>
        </p:txBody>
      </p:sp>
    </p:spTree>
    <p:extLst>
      <p:ext uri="{BB962C8B-B14F-4D97-AF65-F5344CB8AC3E}">
        <p14:creationId xmlns:p14="http://schemas.microsoft.com/office/powerpoint/2010/main" val="1117895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Rectángulo 167"/>
          <p:cNvSpPr/>
          <p:nvPr/>
        </p:nvSpPr>
        <p:spPr>
          <a:xfrm>
            <a:off x="628650" y="366840"/>
            <a:ext cx="22955250" cy="4696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s-ES" sz="3600" b="1" strike="noStrike" spc="-1" dirty="0">
                <a:solidFill>
                  <a:srgbClr val="000000"/>
                </a:solidFill>
                <a:highlight>
                  <a:srgbClr val="FFFF00"/>
                </a:highlight>
                <a:latin typeface="Arial"/>
                <a:ea typeface="DejaVu Sans"/>
              </a:rPr>
              <a:t>RELACIÓN DE AGREGACIÓN</a:t>
            </a:r>
          </a:p>
          <a:p>
            <a:pPr>
              <a:lnSpc>
                <a:spcPct val="100000"/>
              </a:lnSpc>
            </a:pPr>
            <a:endParaRPr lang="es-ES" sz="3600" b="0" strike="noStrike" spc="-1" dirty="0">
              <a:solidFill>
                <a:srgbClr val="000000"/>
              </a:solidFill>
              <a:latin typeface="Arial"/>
            </a:endParaRPr>
          </a:p>
          <a:p>
            <a:pPr>
              <a:lnSpc>
                <a:spcPct val="100000"/>
              </a:lnSpc>
            </a:pPr>
            <a:r>
              <a:rPr lang="es-ES" sz="3600" b="0" strike="noStrike" spc="-1" dirty="0">
                <a:solidFill>
                  <a:srgbClr val="000000"/>
                </a:solidFill>
                <a:latin typeface="Arial"/>
                <a:ea typeface="DejaVu Sans"/>
              </a:rPr>
              <a:t>Es una representación jerárquica que indica a un objeto y las partes que componen ese objeto. Es decir, representa relaciones en las que un objeto es parte de otro, pero aun así debe tener existencia en sí mismo.</a:t>
            </a:r>
            <a:endParaRPr lang="es-ES" sz="3600" b="0" strike="noStrike" spc="-1" dirty="0">
              <a:solidFill>
                <a:srgbClr val="000000"/>
              </a:solidFill>
              <a:latin typeface="Arial"/>
            </a:endParaRPr>
          </a:p>
          <a:p>
            <a:pPr>
              <a:lnSpc>
                <a:spcPct val="100000"/>
              </a:lnSpc>
            </a:pPr>
            <a:endParaRPr lang="es-ES" sz="1800" b="0" strike="noStrike" spc="-1" dirty="0">
              <a:solidFill>
                <a:srgbClr val="000000"/>
              </a:solidFill>
              <a:latin typeface="Arial"/>
            </a:endParaRPr>
          </a:p>
          <a:p>
            <a:pPr>
              <a:lnSpc>
                <a:spcPct val="100000"/>
              </a:lnSpc>
            </a:pPr>
            <a:r>
              <a:rPr lang="es-ES" sz="3600" b="0" strike="noStrike" spc="-1" dirty="0">
                <a:solidFill>
                  <a:srgbClr val="000000"/>
                </a:solidFill>
                <a:latin typeface="Arial"/>
                <a:ea typeface="DejaVu Sans"/>
              </a:rPr>
              <a:t>Se representa con una línea que tiene un rombo en la parte de la clase que es una agregación de la otra clase (es decir, en la clase que contiene las otras).</a:t>
            </a:r>
            <a:endParaRPr lang="es-ES" sz="3600" b="0" strike="noStrike" spc="-1" dirty="0">
              <a:solidFill>
                <a:srgbClr val="000000"/>
              </a:solidFill>
              <a:latin typeface="Arial"/>
            </a:endParaRPr>
          </a:p>
          <a:p>
            <a:pPr>
              <a:lnSpc>
                <a:spcPct val="100000"/>
              </a:lnSpc>
            </a:pPr>
            <a:endParaRPr lang="es-ES" sz="1800" b="0" strike="noStrike" spc="-1" dirty="0">
              <a:solidFill>
                <a:srgbClr val="000000"/>
              </a:solidFill>
              <a:latin typeface="Arial"/>
            </a:endParaRPr>
          </a:p>
          <a:p>
            <a:pPr>
              <a:lnSpc>
                <a:spcPct val="100000"/>
              </a:lnSpc>
            </a:pPr>
            <a:r>
              <a:rPr lang="es-ES" sz="3600" b="0" strike="noStrike" spc="-1" dirty="0">
                <a:solidFill>
                  <a:srgbClr val="000000"/>
                </a:solidFill>
                <a:latin typeface="Arial"/>
                <a:ea typeface="DejaVu Sans"/>
              </a:rPr>
              <a:t>Un ejemplo de esta relación podría ser: </a:t>
            </a:r>
            <a:r>
              <a:rPr lang="es-ES" sz="3600" b="1" strike="noStrike" spc="-1" dirty="0">
                <a:solidFill>
                  <a:srgbClr val="000000"/>
                </a:solidFill>
                <a:latin typeface="Arial"/>
                <a:ea typeface="DejaVu Sans"/>
              </a:rPr>
              <a:t>«Las mesas están formadas por la superficie y la pata o, dicho de otra manera, la superficie y la pata forman parte de una mesa</a:t>
            </a:r>
            <a:r>
              <a:rPr lang="es-ES" sz="3600" b="0" strike="noStrike" spc="-1" dirty="0">
                <a:solidFill>
                  <a:srgbClr val="000000"/>
                </a:solidFill>
                <a:latin typeface="Arial"/>
                <a:ea typeface="DejaVu Sans"/>
              </a:rPr>
              <a:t>», pero en el caso de que las patas por ejemplo no pueden ser intercambiadas a otra mesa sino que son parte inherente a esta hablaríamos de composición(no pueden existir sin la mesa), esto es algo dependiendo del contexto. </a:t>
            </a:r>
            <a:endParaRPr lang="es-ES" sz="3600" b="0" strike="noStrike" spc="-1" dirty="0">
              <a:solidFill>
                <a:srgbClr val="000000"/>
              </a:solidFill>
              <a:latin typeface="Arial"/>
            </a:endParaRPr>
          </a:p>
        </p:txBody>
      </p:sp>
      <p:pic>
        <p:nvPicPr>
          <p:cNvPr id="7" name="Imagen 6">
            <a:extLst>
              <a:ext uri="{FF2B5EF4-FFF2-40B4-BE49-F238E27FC236}">
                <a16:creationId xmlns:a16="http://schemas.microsoft.com/office/drawing/2014/main" id="{87602BD7-00C8-3A4E-794C-C6AB7CE2B136}"/>
              </a:ext>
            </a:extLst>
          </p:cNvPr>
          <p:cNvPicPr>
            <a:picLocks noChangeAspect="1"/>
          </p:cNvPicPr>
          <p:nvPr/>
        </p:nvPicPr>
        <p:blipFill>
          <a:blip r:embed="rId2"/>
          <a:stretch>
            <a:fillRect/>
          </a:stretch>
        </p:blipFill>
        <p:spPr>
          <a:xfrm>
            <a:off x="5513763" y="7532460"/>
            <a:ext cx="17775979" cy="4057560"/>
          </a:xfrm>
          <a:prstGeom prst="rect">
            <a:avLst/>
          </a:prstGeom>
        </p:spPr>
      </p:pic>
      <p:pic>
        <p:nvPicPr>
          <p:cNvPr id="3" name="Imagen 2">
            <a:extLst>
              <a:ext uri="{FF2B5EF4-FFF2-40B4-BE49-F238E27FC236}">
                <a16:creationId xmlns:a16="http://schemas.microsoft.com/office/drawing/2014/main" id="{17EA185D-590B-F660-BC94-3251943BA935}"/>
              </a:ext>
            </a:extLst>
          </p:cNvPr>
          <p:cNvPicPr>
            <a:picLocks noChangeAspect="1"/>
          </p:cNvPicPr>
          <p:nvPr/>
        </p:nvPicPr>
        <p:blipFill>
          <a:blip r:embed="rId3"/>
          <a:stretch>
            <a:fillRect/>
          </a:stretch>
        </p:blipFill>
        <p:spPr>
          <a:xfrm>
            <a:off x="1094258" y="6404412"/>
            <a:ext cx="4049242" cy="731158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Rectángulo 179"/>
          <p:cNvSpPr/>
          <p:nvPr/>
        </p:nvSpPr>
        <p:spPr>
          <a:xfrm>
            <a:off x="360000" y="194220"/>
            <a:ext cx="23871600" cy="12193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s-ES" sz="4000" b="1" spc="-1" dirty="0">
                <a:solidFill>
                  <a:srgbClr val="000000"/>
                </a:solidFill>
                <a:highlight>
                  <a:srgbClr val="FFFF00"/>
                </a:highlight>
                <a:latin typeface="Arial"/>
              </a:rPr>
              <a:t>RELACIÓN DE COMPOSICIÓN </a:t>
            </a:r>
            <a:endParaRPr lang="es-ES" sz="4000" b="0" strike="noStrike" spc="-1" dirty="0">
              <a:solidFill>
                <a:srgbClr val="000000"/>
              </a:solidFill>
              <a:highlight>
                <a:srgbClr val="FFFF00"/>
              </a:highlight>
              <a:latin typeface="Arial"/>
            </a:endParaRPr>
          </a:p>
          <a:p>
            <a:pPr>
              <a:lnSpc>
                <a:spcPct val="100000"/>
              </a:lnSpc>
            </a:pPr>
            <a:r>
              <a:rPr lang="es-ES" sz="4000" b="0" strike="noStrike" spc="-1" dirty="0">
                <a:solidFill>
                  <a:srgbClr val="000000"/>
                </a:solidFill>
                <a:latin typeface="Arial"/>
                <a:ea typeface="DejaVu Sans"/>
              </a:rPr>
              <a:t>La composición es similar a la agregación, </a:t>
            </a:r>
            <a:r>
              <a:rPr lang="es-ES" sz="4000" b="1" strike="noStrike" spc="-1" dirty="0">
                <a:solidFill>
                  <a:srgbClr val="000000"/>
                </a:solidFill>
                <a:latin typeface="Arial"/>
                <a:ea typeface="DejaVu Sans"/>
              </a:rPr>
              <a:t>representa una relación jerárquica entre un objeto y las partes que lo componen, pero de una forma más fuerte</a:t>
            </a:r>
            <a:r>
              <a:rPr lang="es-ES" sz="4000" b="0" strike="noStrike" spc="-1" dirty="0">
                <a:solidFill>
                  <a:srgbClr val="000000"/>
                </a:solidFill>
                <a:latin typeface="Arial"/>
                <a:ea typeface="DejaVu Sans"/>
              </a:rPr>
              <a:t>. </a:t>
            </a:r>
          </a:p>
          <a:p>
            <a:pPr marL="742950" indent="-742950">
              <a:lnSpc>
                <a:spcPct val="100000"/>
              </a:lnSpc>
              <a:buFont typeface="+mj-lt"/>
              <a:buAutoNum type="alphaUcPeriod"/>
            </a:pPr>
            <a:r>
              <a:rPr lang="es-ES" sz="4000" b="0" strike="noStrike" spc="-1" dirty="0">
                <a:solidFill>
                  <a:srgbClr val="000000"/>
                </a:solidFill>
                <a:latin typeface="Arial"/>
                <a:ea typeface="DejaVu Sans"/>
              </a:rPr>
              <a:t>los elementos que forman parte no tienen sentido de existencia cuando el primero no existe. </a:t>
            </a:r>
          </a:p>
          <a:p>
            <a:pPr marL="742950" indent="-742950">
              <a:lnSpc>
                <a:spcPct val="100000"/>
              </a:lnSpc>
              <a:buFont typeface="+mj-lt"/>
              <a:buAutoNum type="alphaUcPeriod"/>
            </a:pPr>
            <a:r>
              <a:rPr lang="es-ES" sz="4000" b="0" strike="noStrike" spc="-1" dirty="0">
                <a:solidFill>
                  <a:srgbClr val="000000"/>
                </a:solidFill>
                <a:latin typeface="Arial"/>
                <a:ea typeface="DejaVu Sans"/>
              </a:rPr>
              <a:t>Los componentes no se comparten entre varios elementos, esta es otra de las diferencias con la agregación.</a:t>
            </a:r>
            <a:endParaRPr lang="es-ES" sz="4000" b="0" strike="noStrike" spc="-1" dirty="0">
              <a:solidFill>
                <a:srgbClr val="000000"/>
              </a:solidFill>
              <a:latin typeface="Arial"/>
            </a:endParaRPr>
          </a:p>
          <a:p>
            <a:pPr>
              <a:lnSpc>
                <a:spcPct val="100000"/>
              </a:lnSpc>
            </a:pPr>
            <a:endParaRPr lang="es-ES" sz="1800" b="0" strike="noStrike" spc="-1" dirty="0">
              <a:solidFill>
                <a:srgbClr val="000000"/>
              </a:solidFill>
              <a:latin typeface="Arial"/>
            </a:endParaRPr>
          </a:p>
          <a:p>
            <a:pPr>
              <a:lnSpc>
                <a:spcPct val="100000"/>
              </a:lnSpc>
            </a:pPr>
            <a:r>
              <a:rPr lang="es-ES" sz="4000" b="0" strike="noStrike" spc="-1" dirty="0">
                <a:solidFill>
                  <a:srgbClr val="000000"/>
                </a:solidFill>
                <a:latin typeface="Arial"/>
                <a:ea typeface="DejaVu Sans"/>
              </a:rPr>
              <a:t>Se representa con una línea continua con un rombo relleno en la clase que es compuesta.</a:t>
            </a:r>
            <a:endParaRPr lang="es-ES" sz="4000" b="0" strike="noStrike" spc="-1" dirty="0">
              <a:solidFill>
                <a:srgbClr val="000000"/>
              </a:solidFill>
              <a:latin typeface="Arial"/>
            </a:endParaRPr>
          </a:p>
          <a:p>
            <a:pPr>
              <a:lnSpc>
                <a:spcPct val="100000"/>
              </a:lnSpc>
            </a:pPr>
            <a:endParaRPr lang="es-ES" sz="1800" b="0" strike="noStrike" spc="-1" dirty="0">
              <a:solidFill>
                <a:srgbClr val="000000"/>
              </a:solidFill>
              <a:latin typeface="Arial"/>
            </a:endParaRPr>
          </a:p>
        </p:txBody>
      </p:sp>
      <p:pic>
        <p:nvPicPr>
          <p:cNvPr id="3" name="Imagen 2">
            <a:extLst>
              <a:ext uri="{FF2B5EF4-FFF2-40B4-BE49-F238E27FC236}">
                <a16:creationId xmlns:a16="http://schemas.microsoft.com/office/drawing/2014/main" id="{1A4DE281-5E12-9BD2-5F38-A8DC74991555}"/>
              </a:ext>
            </a:extLst>
          </p:cNvPr>
          <p:cNvPicPr>
            <a:picLocks noChangeAspect="1"/>
          </p:cNvPicPr>
          <p:nvPr/>
        </p:nvPicPr>
        <p:blipFill>
          <a:blip r:embed="rId3"/>
          <a:stretch>
            <a:fillRect/>
          </a:stretch>
        </p:blipFill>
        <p:spPr>
          <a:xfrm>
            <a:off x="784587" y="6103620"/>
            <a:ext cx="23022426" cy="49149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87966" y="6517430"/>
            <a:ext cx="8961120" cy="36576"/>
          </a:xfrm>
          <a:custGeom>
            <a:avLst/>
            <a:gdLst>
              <a:gd name="connsiteX0" fmla="*/ 0 w 8961120"/>
              <a:gd name="connsiteY0" fmla="*/ 0 h 36576"/>
              <a:gd name="connsiteX1" fmla="*/ 599706 w 8961120"/>
              <a:gd name="connsiteY1" fmla="*/ 0 h 36576"/>
              <a:gd name="connsiteX2" fmla="*/ 1289023 w 8961120"/>
              <a:gd name="connsiteY2" fmla="*/ 0 h 36576"/>
              <a:gd name="connsiteX3" fmla="*/ 2067951 w 8961120"/>
              <a:gd name="connsiteY3" fmla="*/ 0 h 36576"/>
              <a:gd name="connsiteX4" fmla="*/ 2667656 w 8961120"/>
              <a:gd name="connsiteY4" fmla="*/ 0 h 36576"/>
              <a:gd name="connsiteX5" fmla="*/ 3356973 w 8961120"/>
              <a:gd name="connsiteY5" fmla="*/ 0 h 36576"/>
              <a:gd name="connsiteX6" fmla="*/ 4225513 w 8961120"/>
              <a:gd name="connsiteY6" fmla="*/ 0 h 36576"/>
              <a:gd name="connsiteX7" fmla="*/ 4735607 w 8961120"/>
              <a:gd name="connsiteY7" fmla="*/ 0 h 36576"/>
              <a:gd name="connsiteX8" fmla="*/ 5514535 w 8961120"/>
              <a:gd name="connsiteY8" fmla="*/ 0 h 36576"/>
              <a:gd name="connsiteX9" fmla="*/ 6024630 w 8961120"/>
              <a:gd name="connsiteY9" fmla="*/ 0 h 36576"/>
              <a:gd name="connsiteX10" fmla="*/ 6713947 w 8961120"/>
              <a:gd name="connsiteY10" fmla="*/ 0 h 36576"/>
              <a:gd name="connsiteX11" fmla="*/ 7492875 w 8961120"/>
              <a:gd name="connsiteY11" fmla="*/ 0 h 36576"/>
              <a:gd name="connsiteX12" fmla="*/ 7913358 w 8961120"/>
              <a:gd name="connsiteY12" fmla="*/ 0 h 36576"/>
              <a:gd name="connsiteX13" fmla="*/ 8333842 w 8961120"/>
              <a:gd name="connsiteY13" fmla="*/ 0 h 36576"/>
              <a:gd name="connsiteX14" fmla="*/ 8961120 w 8961120"/>
              <a:gd name="connsiteY14" fmla="*/ 0 h 36576"/>
              <a:gd name="connsiteX15" fmla="*/ 8961120 w 8961120"/>
              <a:gd name="connsiteY15" fmla="*/ 36576 h 36576"/>
              <a:gd name="connsiteX16" fmla="*/ 8182192 w 8961120"/>
              <a:gd name="connsiteY16" fmla="*/ 36576 h 36576"/>
              <a:gd name="connsiteX17" fmla="*/ 7492875 w 8961120"/>
              <a:gd name="connsiteY17" fmla="*/ 36576 h 36576"/>
              <a:gd name="connsiteX18" fmla="*/ 6893169 w 8961120"/>
              <a:gd name="connsiteY18" fmla="*/ 36576 h 36576"/>
              <a:gd name="connsiteX19" fmla="*/ 6114241 w 8961120"/>
              <a:gd name="connsiteY19" fmla="*/ 36576 h 36576"/>
              <a:gd name="connsiteX20" fmla="*/ 5424924 w 8961120"/>
              <a:gd name="connsiteY20" fmla="*/ 36576 h 36576"/>
              <a:gd name="connsiteX21" fmla="*/ 4556385 w 8961120"/>
              <a:gd name="connsiteY21" fmla="*/ 36576 h 36576"/>
              <a:gd name="connsiteX22" fmla="*/ 3687846 w 8961120"/>
              <a:gd name="connsiteY22" fmla="*/ 36576 h 36576"/>
              <a:gd name="connsiteX23" fmla="*/ 2908917 w 8961120"/>
              <a:gd name="connsiteY23" fmla="*/ 36576 h 36576"/>
              <a:gd name="connsiteX24" fmla="*/ 2129989 w 8961120"/>
              <a:gd name="connsiteY24" fmla="*/ 36576 h 36576"/>
              <a:gd name="connsiteX25" fmla="*/ 1351061 w 8961120"/>
              <a:gd name="connsiteY25" fmla="*/ 36576 h 36576"/>
              <a:gd name="connsiteX26" fmla="*/ 840967 w 8961120"/>
              <a:gd name="connsiteY26" fmla="*/ 36576 h 36576"/>
              <a:gd name="connsiteX27" fmla="*/ 0 w 8961120"/>
              <a:gd name="connsiteY27" fmla="*/ 36576 h 36576"/>
              <a:gd name="connsiteX28" fmla="*/ 0 w 8961120"/>
              <a:gd name="connsiteY28"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961120" h="36576" fill="none" extrusionOk="0">
                <a:moveTo>
                  <a:pt x="0" y="0"/>
                </a:moveTo>
                <a:cubicBezTo>
                  <a:pt x="141480" y="-15333"/>
                  <a:pt x="370118" y="21604"/>
                  <a:pt x="599706" y="0"/>
                </a:cubicBezTo>
                <a:cubicBezTo>
                  <a:pt x="829294" y="-21604"/>
                  <a:pt x="1058535" y="-22495"/>
                  <a:pt x="1289023" y="0"/>
                </a:cubicBezTo>
                <a:cubicBezTo>
                  <a:pt x="1519511" y="22495"/>
                  <a:pt x="1862975" y="-27298"/>
                  <a:pt x="2067951" y="0"/>
                </a:cubicBezTo>
                <a:cubicBezTo>
                  <a:pt x="2272927" y="27298"/>
                  <a:pt x="2486269" y="618"/>
                  <a:pt x="2667656" y="0"/>
                </a:cubicBezTo>
                <a:cubicBezTo>
                  <a:pt x="2849043" y="-618"/>
                  <a:pt x="3130582" y="294"/>
                  <a:pt x="3356973" y="0"/>
                </a:cubicBezTo>
                <a:cubicBezTo>
                  <a:pt x="3583364" y="-294"/>
                  <a:pt x="3860958" y="33263"/>
                  <a:pt x="4225513" y="0"/>
                </a:cubicBezTo>
                <a:cubicBezTo>
                  <a:pt x="4590068" y="-33263"/>
                  <a:pt x="4589519" y="15734"/>
                  <a:pt x="4735607" y="0"/>
                </a:cubicBezTo>
                <a:cubicBezTo>
                  <a:pt x="4881695" y="-15734"/>
                  <a:pt x="5207957" y="-6921"/>
                  <a:pt x="5514535" y="0"/>
                </a:cubicBezTo>
                <a:cubicBezTo>
                  <a:pt x="5821113" y="6921"/>
                  <a:pt x="5851142" y="25056"/>
                  <a:pt x="6024630" y="0"/>
                </a:cubicBezTo>
                <a:cubicBezTo>
                  <a:pt x="6198119" y="-25056"/>
                  <a:pt x="6514519" y="416"/>
                  <a:pt x="6713947" y="0"/>
                </a:cubicBezTo>
                <a:cubicBezTo>
                  <a:pt x="6913375" y="-416"/>
                  <a:pt x="7296443" y="-1148"/>
                  <a:pt x="7492875" y="0"/>
                </a:cubicBezTo>
                <a:cubicBezTo>
                  <a:pt x="7689307" y="1148"/>
                  <a:pt x="7771987" y="-10766"/>
                  <a:pt x="7913358" y="0"/>
                </a:cubicBezTo>
                <a:cubicBezTo>
                  <a:pt x="8054729" y="10766"/>
                  <a:pt x="8199560" y="17209"/>
                  <a:pt x="8333842" y="0"/>
                </a:cubicBezTo>
                <a:cubicBezTo>
                  <a:pt x="8468124" y="-17209"/>
                  <a:pt x="8809906" y="28732"/>
                  <a:pt x="8961120" y="0"/>
                </a:cubicBezTo>
                <a:cubicBezTo>
                  <a:pt x="8961581" y="9258"/>
                  <a:pt x="8962567" y="24151"/>
                  <a:pt x="8961120" y="36576"/>
                </a:cubicBezTo>
                <a:cubicBezTo>
                  <a:pt x="8648097" y="8285"/>
                  <a:pt x="8460001" y="19892"/>
                  <a:pt x="8182192" y="36576"/>
                </a:cubicBezTo>
                <a:cubicBezTo>
                  <a:pt x="7904383" y="53260"/>
                  <a:pt x="7651168" y="50024"/>
                  <a:pt x="7492875" y="36576"/>
                </a:cubicBezTo>
                <a:cubicBezTo>
                  <a:pt x="7334582" y="23128"/>
                  <a:pt x="7161252" y="15794"/>
                  <a:pt x="6893169" y="36576"/>
                </a:cubicBezTo>
                <a:cubicBezTo>
                  <a:pt x="6625086" y="57358"/>
                  <a:pt x="6346059" y="13226"/>
                  <a:pt x="6114241" y="36576"/>
                </a:cubicBezTo>
                <a:cubicBezTo>
                  <a:pt x="5882423" y="59926"/>
                  <a:pt x="5611664" y="59524"/>
                  <a:pt x="5424924" y="36576"/>
                </a:cubicBezTo>
                <a:cubicBezTo>
                  <a:pt x="5238184" y="13628"/>
                  <a:pt x="4904817" y="66788"/>
                  <a:pt x="4556385" y="36576"/>
                </a:cubicBezTo>
                <a:cubicBezTo>
                  <a:pt x="4207953" y="6364"/>
                  <a:pt x="4069347" y="32352"/>
                  <a:pt x="3687846" y="36576"/>
                </a:cubicBezTo>
                <a:cubicBezTo>
                  <a:pt x="3306345" y="40800"/>
                  <a:pt x="3068536" y="25951"/>
                  <a:pt x="2908917" y="36576"/>
                </a:cubicBezTo>
                <a:cubicBezTo>
                  <a:pt x="2749298" y="47201"/>
                  <a:pt x="2482422" y="65251"/>
                  <a:pt x="2129989" y="36576"/>
                </a:cubicBezTo>
                <a:cubicBezTo>
                  <a:pt x="1777556" y="7901"/>
                  <a:pt x="1654480" y="34614"/>
                  <a:pt x="1351061" y="36576"/>
                </a:cubicBezTo>
                <a:cubicBezTo>
                  <a:pt x="1047642" y="38538"/>
                  <a:pt x="1054685" y="22582"/>
                  <a:pt x="840967" y="36576"/>
                </a:cubicBezTo>
                <a:cubicBezTo>
                  <a:pt x="627249" y="50570"/>
                  <a:pt x="351133" y="53217"/>
                  <a:pt x="0" y="36576"/>
                </a:cubicBezTo>
                <a:cubicBezTo>
                  <a:pt x="-472" y="19807"/>
                  <a:pt x="-535" y="8247"/>
                  <a:pt x="0" y="0"/>
                </a:cubicBezTo>
                <a:close/>
              </a:path>
              <a:path w="8961120" h="36576" stroke="0" extrusionOk="0">
                <a:moveTo>
                  <a:pt x="0" y="0"/>
                </a:moveTo>
                <a:cubicBezTo>
                  <a:pt x="173318" y="24176"/>
                  <a:pt x="330229" y="10910"/>
                  <a:pt x="599706" y="0"/>
                </a:cubicBezTo>
                <a:cubicBezTo>
                  <a:pt x="869183" y="-10910"/>
                  <a:pt x="847424" y="1915"/>
                  <a:pt x="1020189" y="0"/>
                </a:cubicBezTo>
                <a:cubicBezTo>
                  <a:pt x="1192954" y="-1915"/>
                  <a:pt x="1624559" y="-28249"/>
                  <a:pt x="1888728" y="0"/>
                </a:cubicBezTo>
                <a:cubicBezTo>
                  <a:pt x="2152897" y="28249"/>
                  <a:pt x="2347351" y="-14939"/>
                  <a:pt x="2488434" y="0"/>
                </a:cubicBezTo>
                <a:cubicBezTo>
                  <a:pt x="2629517" y="14939"/>
                  <a:pt x="2800841" y="26223"/>
                  <a:pt x="3088140" y="0"/>
                </a:cubicBezTo>
                <a:cubicBezTo>
                  <a:pt x="3375439" y="-26223"/>
                  <a:pt x="3652831" y="14211"/>
                  <a:pt x="3956679" y="0"/>
                </a:cubicBezTo>
                <a:cubicBezTo>
                  <a:pt x="4260527" y="-14211"/>
                  <a:pt x="4242730" y="6792"/>
                  <a:pt x="4466774" y="0"/>
                </a:cubicBezTo>
                <a:cubicBezTo>
                  <a:pt x="4690818" y="-6792"/>
                  <a:pt x="5136125" y="-25519"/>
                  <a:pt x="5335313" y="0"/>
                </a:cubicBezTo>
                <a:cubicBezTo>
                  <a:pt x="5534501" y="25519"/>
                  <a:pt x="5994618" y="-13332"/>
                  <a:pt x="6203852" y="0"/>
                </a:cubicBezTo>
                <a:cubicBezTo>
                  <a:pt x="6413086" y="13332"/>
                  <a:pt x="6641282" y="-3462"/>
                  <a:pt x="6893169" y="0"/>
                </a:cubicBezTo>
                <a:cubicBezTo>
                  <a:pt x="7145056" y="3462"/>
                  <a:pt x="7586314" y="18738"/>
                  <a:pt x="7761709" y="0"/>
                </a:cubicBezTo>
                <a:cubicBezTo>
                  <a:pt x="7937104" y="-18738"/>
                  <a:pt x="8158068" y="-11761"/>
                  <a:pt x="8361414" y="0"/>
                </a:cubicBezTo>
                <a:cubicBezTo>
                  <a:pt x="8564761" y="11761"/>
                  <a:pt x="8732843" y="11431"/>
                  <a:pt x="8961120" y="0"/>
                </a:cubicBezTo>
                <a:cubicBezTo>
                  <a:pt x="8959834" y="7335"/>
                  <a:pt x="8960689" y="23090"/>
                  <a:pt x="8961120" y="36576"/>
                </a:cubicBezTo>
                <a:cubicBezTo>
                  <a:pt x="8688604" y="37591"/>
                  <a:pt x="8580507" y="51331"/>
                  <a:pt x="8271803" y="36576"/>
                </a:cubicBezTo>
                <a:cubicBezTo>
                  <a:pt x="7963099" y="21821"/>
                  <a:pt x="7885912" y="70879"/>
                  <a:pt x="7582486" y="36576"/>
                </a:cubicBezTo>
                <a:cubicBezTo>
                  <a:pt x="7279060" y="2273"/>
                  <a:pt x="7124640" y="58875"/>
                  <a:pt x="6713947" y="36576"/>
                </a:cubicBezTo>
                <a:cubicBezTo>
                  <a:pt x="6303254" y="14277"/>
                  <a:pt x="6305410" y="26805"/>
                  <a:pt x="6024630" y="36576"/>
                </a:cubicBezTo>
                <a:cubicBezTo>
                  <a:pt x="5743850" y="46347"/>
                  <a:pt x="5721586" y="27452"/>
                  <a:pt x="5604147" y="36576"/>
                </a:cubicBezTo>
                <a:cubicBezTo>
                  <a:pt x="5486708" y="45700"/>
                  <a:pt x="5327814" y="44935"/>
                  <a:pt x="5094052" y="36576"/>
                </a:cubicBezTo>
                <a:cubicBezTo>
                  <a:pt x="4860290" y="28217"/>
                  <a:pt x="4435653" y="17219"/>
                  <a:pt x="4225513" y="36576"/>
                </a:cubicBezTo>
                <a:cubicBezTo>
                  <a:pt x="4015373" y="55933"/>
                  <a:pt x="3842740" y="48019"/>
                  <a:pt x="3536196" y="36576"/>
                </a:cubicBezTo>
                <a:cubicBezTo>
                  <a:pt x="3229652" y="25133"/>
                  <a:pt x="3219329" y="26285"/>
                  <a:pt x="3026101" y="36576"/>
                </a:cubicBezTo>
                <a:cubicBezTo>
                  <a:pt x="2832873" y="46867"/>
                  <a:pt x="2489409" y="9200"/>
                  <a:pt x="2336784" y="36576"/>
                </a:cubicBezTo>
                <a:cubicBezTo>
                  <a:pt x="2184159" y="63952"/>
                  <a:pt x="2049920" y="36374"/>
                  <a:pt x="1916301" y="36576"/>
                </a:cubicBezTo>
                <a:cubicBezTo>
                  <a:pt x="1782682" y="36778"/>
                  <a:pt x="1607936" y="36547"/>
                  <a:pt x="1495818" y="36576"/>
                </a:cubicBezTo>
                <a:cubicBezTo>
                  <a:pt x="1383700" y="36605"/>
                  <a:pt x="1097703" y="70325"/>
                  <a:pt x="806501" y="36576"/>
                </a:cubicBezTo>
                <a:cubicBezTo>
                  <a:pt x="515299" y="2827"/>
                  <a:pt x="401710" y="-327"/>
                  <a:pt x="0" y="36576"/>
                </a:cubicBezTo>
                <a:cubicBezTo>
                  <a:pt x="-1649" y="19104"/>
                  <a:pt x="652" y="1022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uadroTexto 1">
            <a:extLst>
              <a:ext uri="{FF2B5EF4-FFF2-40B4-BE49-F238E27FC236}">
                <a16:creationId xmlns:a16="http://schemas.microsoft.com/office/drawing/2014/main" id="{C31A4551-290A-9DE9-2726-DF63B3D9D9DA}"/>
              </a:ext>
            </a:extLst>
          </p:cNvPr>
          <p:cNvSpPr txBox="1"/>
          <p:nvPr/>
        </p:nvSpPr>
        <p:spPr>
          <a:xfrm>
            <a:off x="10252836" y="1104182"/>
            <a:ext cx="12448670" cy="10863072"/>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4400"/>
              <a:t>Una nota importante en los casos anteriores de composición y agregación es una cuestión de funcionalidades y de cómo quieres codificar las clases, por ejemplo, en portada y libro, podría ser composición</a:t>
            </a:r>
          </a:p>
          <a:p>
            <a:pPr indent="-228600">
              <a:lnSpc>
                <a:spcPct val="90000"/>
              </a:lnSpc>
              <a:spcAft>
                <a:spcPts val="600"/>
              </a:spcAft>
              <a:buFont typeface="Arial" panose="020B0604020202020204" pitchFamily="34" charset="0"/>
              <a:buChar char="•"/>
            </a:pPr>
            <a:r>
              <a:rPr lang="en-US" sz="4400"/>
              <a:t>Es decir, no puede existir la portada sin el libro, o bien de agregación con lo cual la portada puede existir sin libro. Por tanto, no existe una manera única, depende como enfoques el desarrollo de tu proyecto.</a:t>
            </a:r>
          </a:p>
        </p:txBody>
      </p:sp>
    </p:spTree>
    <p:extLst>
      <p:ext uri="{BB962C8B-B14F-4D97-AF65-F5344CB8AC3E}">
        <p14:creationId xmlns:p14="http://schemas.microsoft.com/office/powerpoint/2010/main" val="3108096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3" name="Imagen 182"/>
          <p:cNvPicPr/>
          <p:nvPr/>
        </p:nvPicPr>
        <p:blipFill>
          <a:blip r:embed="rId2"/>
          <a:stretch/>
        </p:blipFill>
        <p:spPr>
          <a:xfrm>
            <a:off x="-31680" y="-18000"/>
            <a:ext cx="24445800" cy="13750200"/>
          </a:xfrm>
          <a:prstGeom prst="rect">
            <a:avLst/>
          </a:prstGeom>
          <a:ln w="0">
            <a:noFill/>
          </a:ln>
        </p:spPr>
      </p:pic>
      <p:pic>
        <p:nvPicPr>
          <p:cNvPr id="184" name="Imagen 183"/>
          <p:cNvPicPr/>
          <p:nvPr/>
        </p:nvPicPr>
        <p:blipFill>
          <a:blip r:embed="rId3"/>
          <a:stretch/>
        </p:blipFill>
        <p:spPr>
          <a:xfrm>
            <a:off x="204522" y="-875929"/>
            <a:ext cx="23585850" cy="13094310"/>
          </a:xfrm>
          <a:prstGeom prst="rect">
            <a:avLst/>
          </a:prstGeom>
          <a:ln w="0">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ADB2602-43D4-866C-8E8F-8BE76D7EF58E}"/>
              </a:ext>
            </a:extLst>
          </p:cNvPr>
          <p:cNvPicPr>
            <a:picLocks noChangeAspect="1"/>
          </p:cNvPicPr>
          <p:nvPr/>
        </p:nvPicPr>
        <p:blipFill>
          <a:blip r:embed="rId2"/>
          <a:stretch>
            <a:fillRect/>
          </a:stretch>
        </p:blipFill>
        <p:spPr>
          <a:xfrm>
            <a:off x="5311303" y="147746"/>
            <a:ext cx="14572033" cy="13420508"/>
          </a:xfrm>
          <a:prstGeom prst="rect">
            <a:avLst/>
          </a:prstGeom>
        </p:spPr>
      </p:pic>
    </p:spTree>
    <p:extLst>
      <p:ext uri="{BB962C8B-B14F-4D97-AF65-F5344CB8AC3E}">
        <p14:creationId xmlns:p14="http://schemas.microsoft.com/office/powerpoint/2010/main" val="23089394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Rectángulo 10"/>
          <p:cNvSpPr/>
          <p:nvPr/>
        </p:nvSpPr>
        <p:spPr>
          <a:xfrm>
            <a:off x="0" y="-78615"/>
            <a:ext cx="23668200" cy="1107996"/>
          </a:xfrm>
          <a:prstGeom prst="rect">
            <a:avLst/>
          </a:prstGeom>
          <a:solidFill>
            <a:schemeClr val="accent1">
              <a:hueOff val="-176470"/>
              <a:satOff val="-53329"/>
              <a:lumOff val="-11960"/>
            </a:schemeClr>
          </a:solidFill>
          <a:ln w="12700">
            <a:noFill/>
          </a:ln>
        </p:spPr>
        <p:style>
          <a:lnRef idx="0">
            <a:scrgbClr r="0" g="0" b="0"/>
          </a:lnRef>
          <a:fillRef idx="0">
            <a:scrgbClr r="0" g="0" b="0"/>
          </a:fillRef>
          <a:effectRef idx="0">
            <a:scrgbClr r="0" g="0" b="0"/>
          </a:effectRef>
          <a:fontRef idx="minor"/>
        </p:style>
        <p:txBody>
          <a:bodyPr vertOverflow="overflow" horzOverflow="overflow" lIns="0" tIns="0" rIns="0" bIns="0" numCol="1" spcCol="38160" anchor="ctr">
            <a:spAutoFit/>
          </a:bodyPr>
          <a:lstStyle/>
          <a:p>
            <a:pPr algn="ctr">
              <a:lnSpc>
                <a:spcPct val="100000"/>
              </a:lnSpc>
              <a:tabLst>
                <a:tab pos="0" algn="l"/>
              </a:tabLst>
            </a:pPr>
            <a:r>
              <a:rPr lang="es-ES" sz="7200" b="0" strike="noStrike" spc="-1" dirty="0">
                <a:solidFill>
                  <a:srgbClr val="FFFFFF"/>
                </a:solidFill>
                <a:latin typeface="Lato Regular"/>
                <a:ea typeface="Lato Regular"/>
              </a:rPr>
              <a:t>MULTIPLICIDAD</a:t>
            </a:r>
            <a:endParaRPr lang="es-ES" sz="7200" b="0" strike="noStrike" spc="-1" dirty="0">
              <a:solidFill>
                <a:srgbClr val="FFFFFF"/>
              </a:solidFill>
              <a:latin typeface="Arial"/>
            </a:endParaRPr>
          </a:p>
        </p:txBody>
      </p:sp>
      <p:sp>
        <p:nvSpPr>
          <p:cNvPr id="162" name="CuadroTexto 161"/>
          <p:cNvSpPr txBox="1"/>
          <p:nvPr/>
        </p:nvSpPr>
        <p:spPr>
          <a:xfrm>
            <a:off x="195375" y="1514670"/>
            <a:ext cx="23993250" cy="2971800"/>
          </a:xfrm>
          <a:prstGeom prst="rect">
            <a:avLst/>
          </a:prstGeom>
          <a:noFill/>
          <a:ln w="0">
            <a:noFill/>
          </a:ln>
        </p:spPr>
        <p:txBody>
          <a:bodyPr lIns="90000" tIns="45000" rIns="90000" bIns="45000" anchor="t">
            <a:noAutofit/>
          </a:bodyPr>
          <a:lstStyle/>
          <a:p>
            <a:pPr algn="l"/>
            <a:r>
              <a:rPr lang="es-ES" sz="3600" spc="-1" dirty="0">
                <a:solidFill>
                  <a:srgbClr val="000000"/>
                </a:solidFill>
                <a:highlight>
                  <a:srgbClr val="FFFF00"/>
                </a:highlight>
                <a:latin typeface="Arial"/>
              </a:rPr>
              <a:t>La multiplicidad indica el número de objetos que se relacionan con otra. Toda asociación tiene dos multiplicidades, una en cada extremo de la misma. </a:t>
            </a:r>
            <a:r>
              <a:rPr lang="es-ES" sz="3600" b="0" strike="noStrike" spc="-1" dirty="0">
                <a:solidFill>
                  <a:srgbClr val="000000"/>
                </a:solidFill>
                <a:highlight>
                  <a:srgbClr val="FFFF00"/>
                </a:highlight>
                <a:latin typeface="Arial"/>
                <a:ea typeface="DejaVu Sans"/>
              </a:rPr>
              <a:t>Se utiliza n o * para identificar un número cualquiera. </a:t>
            </a:r>
          </a:p>
          <a:p>
            <a:pPr algn="l"/>
            <a:r>
              <a:rPr lang="es-ES" sz="3600" b="1" strike="noStrike" spc="-1" dirty="0">
                <a:solidFill>
                  <a:srgbClr val="000000"/>
                </a:solidFill>
                <a:highlight>
                  <a:srgbClr val="FFFF00"/>
                </a:highlight>
                <a:latin typeface="Arial"/>
                <a:ea typeface="DejaVu Sans"/>
              </a:rPr>
              <a:t>Nombre de la asociación</a:t>
            </a:r>
            <a:r>
              <a:rPr lang="es-ES" sz="3600" b="0" strike="noStrike" spc="-1" dirty="0">
                <a:solidFill>
                  <a:srgbClr val="000000"/>
                </a:solidFill>
                <a:highlight>
                  <a:srgbClr val="FFFF00"/>
                </a:highlight>
                <a:latin typeface="Arial"/>
                <a:ea typeface="DejaVu Sans"/>
              </a:rPr>
              <a:t>. En ocasiones se escriba una indicación de la asociación que ayuda a entender la relación que tienen dos clases. Suelen utilizarse verbos como por ejemplo: «Una empresa contrata a n empleados»</a:t>
            </a:r>
            <a:endParaRPr lang="es-ES" sz="3600" b="0" strike="noStrike" spc="-1" dirty="0">
              <a:solidFill>
                <a:srgbClr val="000000"/>
              </a:solidFill>
              <a:highlight>
                <a:srgbClr val="FFFF00"/>
              </a:highlight>
              <a:latin typeface="Arial"/>
            </a:endParaRPr>
          </a:p>
        </p:txBody>
      </p:sp>
      <p:sp>
        <p:nvSpPr>
          <p:cNvPr id="3" name="CuadroTexto 2">
            <a:extLst>
              <a:ext uri="{FF2B5EF4-FFF2-40B4-BE49-F238E27FC236}">
                <a16:creationId xmlns:a16="http://schemas.microsoft.com/office/drawing/2014/main" id="{5B2E9E14-4D5D-3E7E-5E56-28ED12FA9EC0}"/>
              </a:ext>
            </a:extLst>
          </p:cNvPr>
          <p:cNvSpPr txBox="1"/>
          <p:nvPr/>
        </p:nvSpPr>
        <p:spPr>
          <a:xfrm>
            <a:off x="642938" y="4024448"/>
            <a:ext cx="20940712" cy="2862322"/>
          </a:xfrm>
          <a:prstGeom prst="rect">
            <a:avLst/>
          </a:prstGeom>
          <a:noFill/>
        </p:spPr>
        <p:txBody>
          <a:bodyPr wrap="square">
            <a:spAutoFit/>
          </a:bodyPr>
          <a:lstStyle/>
          <a:p>
            <a:pPr algn="l"/>
            <a:r>
              <a:rPr lang="es-ES" sz="3600" b="0" i="0" u="none" strike="noStrike" baseline="0" dirty="0">
                <a:solidFill>
                  <a:srgbClr val="000000"/>
                </a:solidFill>
                <a:latin typeface="Verdana" panose="020B0604030504040204" pitchFamily="34" charset="0"/>
              </a:rPr>
              <a:t>Las multiplicidades que podemos representar son:</a:t>
            </a:r>
          </a:p>
          <a:p>
            <a:pPr algn="l"/>
            <a:r>
              <a:rPr lang="es-ES" sz="3600" b="0" i="0" u="none" strike="noStrike" baseline="0" dirty="0">
                <a:solidFill>
                  <a:srgbClr val="579E1C"/>
                </a:solidFill>
                <a:latin typeface="OpenSymbol"/>
              </a:rPr>
              <a:t> </a:t>
            </a:r>
            <a:r>
              <a:rPr lang="es-ES" sz="3600" b="0" i="0" u="none" strike="noStrike" baseline="0" dirty="0">
                <a:solidFill>
                  <a:srgbClr val="000000"/>
                </a:solidFill>
                <a:latin typeface="Verdana" panose="020B0604030504040204" pitchFamily="34" charset="0"/>
              </a:rPr>
              <a:t>Uno y solo uno.</a:t>
            </a:r>
          </a:p>
          <a:p>
            <a:pPr algn="l"/>
            <a:r>
              <a:rPr lang="es-ES" sz="3600" b="0" i="0" u="none" strike="noStrike" baseline="0" dirty="0">
                <a:solidFill>
                  <a:srgbClr val="579E1C"/>
                </a:solidFill>
                <a:latin typeface="OpenSymbol"/>
              </a:rPr>
              <a:t> </a:t>
            </a:r>
            <a:r>
              <a:rPr lang="es-ES" sz="3600" b="0" i="0" u="none" strike="noStrike" baseline="0" dirty="0">
                <a:solidFill>
                  <a:srgbClr val="000000"/>
                </a:solidFill>
                <a:latin typeface="Verdana" panose="020B0604030504040204" pitchFamily="34" charset="0"/>
              </a:rPr>
              <a:t>0..1 Cero o uno.</a:t>
            </a:r>
          </a:p>
          <a:p>
            <a:pPr algn="l"/>
            <a:r>
              <a:rPr lang="es-ES" sz="3600" b="0" i="0" u="none" strike="noStrike" baseline="0" dirty="0">
                <a:solidFill>
                  <a:srgbClr val="579E1C"/>
                </a:solidFill>
                <a:latin typeface="OpenSymbol"/>
              </a:rPr>
              <a:t> </a:t>
            </a:r>
            <a:r>
              <a:rPr lang="es-ES" sz="3600" b="0" i="0" u="none" strike="noStrike" baseline="0" dirty="0">
                <a:solidFill>
                  <a:srgbClr val="000000"/>
                </a:solidFill>
                <a:latin typeface="Verdana" panose="020B0604030504040204" pitchFamily="34" charset="0"/>
              </a:rPr>
              <a:t>Cero o varios.</a:t>
            </a:r>
          </a:p>
          <a:p>
            <a:pPr algn="l"/>
            <a:r>
              <a:rPr lang="es-ES" sz="3600" b="0" i="0" u="none" strike="noStrike" baseline="0" dirty="0">
                <a:solidFill>
                  <a:srgbClr val="579E1C"/>
                </a:solidFill>
                <a:latin typeface="OpenSymbol"/>
              </a:rPr>
              <a:t> </a:t>
            </a:r>
            <a:r>
              <a:rPr lang="es-ES" sz="3600" b="0" i="0" u="none" strike="noStrike" baseline="0" dirty="0">
                <a:solidFill>
                  <a:srgbClr val="000000"/>
                </a:solidFill>
                <a:latin typeface="Verdana" panose="020B0604030504040204" pitchFamily="34" charset="0"/>
              </a:rPr>
              <a:t>1..* Al menos uno.</a:t>
            </a:r>
            <a:endParaRPr lang="es-ES" sz="3600" dirty="0"/>
          </a:p>
        </p:txBody>
      </p:sp>
      <p:pic>
        <p:nvPicPr>
          <p:cNvPr id="5" name="Imagen 4">
            <a:extLst>
              <a:ext uri="{FF2B5EF4-FFF2-40B4-BE49-F238E27FC236}">
                <a16:creationId xmlns:a16="http://schemas.microsoft.com/office/drawing/2014/main" id="{B595BFD1-711C-1A0A-A257-56073AFA0C30}"/>
              </a:ext>
            </a:extLst>
          </p:cNvPr>
          <p:cNvPicPr>
            <a:picLocks noChangeAspect="1"/>
          </p:cNvPicPr>
          <p:nvPr/>
        </p:nvPicPr>
        <p:blipFill>
          <a:blip r:embed="rId2"/>
          <a:stretch>
            <a:fillRect/>
          </a:stretch>
        </p:blipFill>
        <p:spPr>
          <a:xfrm>
            <a:off x="8794130" y="5127275"/>
            <a:ext cx="8572130" cy="771242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Rectángulo 3"/>
          <p:cNvSpPr/>
          <p:nvPr/>
        </p:nvSpPr>
        <p:spPr>
          <a:xfrm>
            <a:off x="1295520" y="4730536"/>
            <a:ext cx="20763000" cy="2708434"/>
          </a:xfrm>
          <a:prstGeom prst="rect">
            <a:avLst/>
          </a:prstGeom>
          <a:solidFill>
            <a:schemeClr val="accent1">
              <a:hueOff val="-176470"/>
              <a:satOff val="-53329"/>
              <a:lumOff val="-11960"/>
            </a:schemeClr>
          </a:solidFill>
          <a:ln w="12700">
            <a:noFill/>
          </a:ln>
        </p:spPr>
        <p:style>
          <a:lnRef idx="0">
            <a:scrgbClr r="0" g="0" b="0"/>
          </a:lnRef>
          <a:fillRef idx="0">
            <a:scrgbClr r="0" g="0" b="0"/>
          </a:fillRef>
          <a:effectRef idx="0">
            <a:scrgbClr r="0" g="0" b="0"/>
          </a:effectRef>
          <a:fontRef idx="minor"/>
        </p:style>
        <p:txBody>
          <a:bodyPr vertOverflow="overflow" horzOverflow="overflow" lIns="0" tIns="0" rIns="0" bIns="0" numCol="1" spcCol="38160" anchor="ctr">
            <a:spAutoFit/>
          </a:bodyPr>
          <a:lstStyle/>
          <a:p>
            <a:pPr algn="ctr">
              <a:lnSpc>
                <a:spcPct val="100000"/>
              </a:lnSpc>
              <a:tabLst>
                <a:tab pos="0" algn="l"/>
              </a:tabLst>
            </a:pPr>
            <a:r>
              <a:rPr lang="es-ES" sz="8800" b="0" strike="noStrike" spc="-1" dirty="0">
                <a:solidFill>
                  <a:srgbClr val="FFFFFF"/>
                </a:solidFill>
                <a:latin typeface="Lato Regular"/>
                <a:ea typeface="Lato Regular"/>
              </a:rPr>
              <a:t>Herramientas para la elaboración de diagramas de clases</a:t>
            </a:r>
            <a:endParaRPr lang="es-ES" sz="8800" b="0" strike="noStrike" spc="-1" dirty="0">
              <a:solidFill>
                <a:srgbClr val="FFFFFF"/>
              </a:solidFill>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1B1CB6C-938D-2695-1EBB-E05BDADD5D83}"/>
              </a:ext>
            </a:extLst>
          </p:cNvPr>
          <p:cNvSpPr txBox="1"/>
          <p:nvPr/>
        </p:nvSpPr>
        <p:spPr>
          <a:xfrm>
            <a:off x="2057400" y="495300"/>
            <a:ext cx="4774512" cy="707886"/>
          </a:xfrm>
          <a:prstGeom prst="rect">
            <a:avLst/>
          </a:prstGeom>
          <a:noFill/>
        </p:spPr>
        <p:txBody>
          <a:bodyPr wrap="none" rtlCol="0">
            <a:spAutoFit/>
          </a:bodyPr>
          <a:lstStyle/>
          <a:p>
            <a:r>
              <a:rPr lang="es-ES" sz="4000" b="1" dirty="0"/>
              <a:t>Herramientas CASE</a:t>
            </a:r>
          </a:p>
        </p:txBody>
      </p:sp>
      <p:sp>
        <p:nvSpPr>
          <p:cNvPr id="4" name="CuadroTexto 3">
            <a:extLst>
              <a:ext uri="{FF2B5EF4-FFF2-40B4-BE49-F238E27FC236}">
                <a16:creationId xmlns:a16="http://schemas.microsoft.com/office/drawing/2014/main" id="{3E10F019-117F-2CC9-1A0C-6E021A9E78DB}"/>
              </a:ext>
            </a:extLst>
          </p:cNvPr>
          <p:cNvSpPr txBox="1"/>
          <p:nvPr/>
        </p:nvSpPr>
        <p:spPr>
          <a:xfrm>
            <a:off x="1924050" y="1286470"/>
            <a:ext cx="21812250" cy="2062103"/>
          </a:xfrm>
          <a:prstGeom prst="rect">
            <a:avLst/>
          </a:prstGeom>
          <a:noFill/>
        </p:spPr>
        <p:txBody>
          <a:bodyPr wrap="square">
            <a:spAutoFit/>
          </a:bodyPr>
          <a:lstStyle/>
          <a:p>
            <a:pPr algn="l"/>
            <a:r>
              <a:rPr lang="es-ES" sz="3200" b="0" i="0" u="none" strike="noStrike" baseline="0" dirty="0">
                <a:latin typeface="Verdana" panose="020B0604030504040204" pitchFamily="34" charset="0"/>
              </a:rPr>
              <a:t>Las </a:t>
            </a:r>
            <a:r>
              <a:rPr lang="es-ES" sz="3200" b="1" i="0" u="none" strike="noStrike" baseline="0" dirty="0">
                <a:latin typeface="Verdana-Bold"/>
              </a:rPr>
              <a:t>herramientas CASE </a:t>
            </a:r>
            <a:r>
              <a:rPr lang="es-ES" sz="3200" b="0" i="0" u="none" strike="noStrike" baseline="0" dirty="0">
                <a:latin typeface="Verdana" panose="020B0604030504040204" pitchFamily="34" charset="0"/>
              </a:rPr>
              <a:t>cubren todo el ámbito de funcionalidades del ciclo de vida</a:t>
            </a:r>
          </a:p>
          <a:p>
            <a:pPr algn="l"/>
            <a:r>
              <a:rPr lang="es-ES" sz="3200" b="0" i="0" u="none" strike="noStrike" baseline="0" dirty="0">
                <a:latin typeface="Verdana" panose="020B0604030504040204" pitchFamily="34" charset="0"/>
              </a:rPr>
              <a:t>software, aunque cada una en su área. Existen pocas que cubran todo el proceso</a:t>
            </a:r>
          </a:p>
          <a:p>
            <a:pPr algn="l"/>
            <a:r>
              <a:rPr lang="es-ES" sz="3200" b="0" i="0" u="none" strike="noStrike" baseline="0" dirty="0">
                <a:latin typeface="Verdana" panose="020B0604030504040204" pitchFamily="34" charset="0"/>
              </a:rPr>
              <a:t>completo. Las que están orientadas a objetos y cubren la parte de requisitos y diseño</a:t>
            </a:r>
          </a:p>
          <a:p>
            <a:pPr algn="l"/>
            <a:r>
              <a:rPr lang="es-ES" sz="3200" b="0" i="0" u="none" strike="noStrike" baseline="0" dirty="0">
                <a:latin typeface="Verdana" panose="020B0604030504040204" pitchFamily="34" charset="0"/>
              </a:rPr>
              <a:t>pueden usar la notación UML para la parte de diseño del sistema</a:t>
            </a:r>
            <a:endParaRPr lang="es-ES" sz="3200" dirty="0"/>
          </a:p>
        </p:txBody>
      </p:sp>
      <p:sp>
        <p:nvSpPr>
          <p:cNvPr id="213" name="CuadroTexto 2"/>
          <p:cNvSpPr/>
          <p:nvPr/>
        </p:nvSpPr>
        <p:spPr>
          <a:xfrm>
            <a:off x="304920" y="12255120"/>
            <a:ext cx="6208920" cy="2008800"/>
          </a:xfrm>
          <a:prstGeom prst="rect">
            <a:avLst/>
          </a:prstGeom>
          <a:noFill/>
          <a:ln w="1270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50000"/>
              </a:lnSpc>
              <a:tabLst>
                <a:tab pos="0" algn="l"/>
              </a:tabLst>
            </a:pPr>
            <a:r>
              <a:rPr lang="es-ES" sz="2800" b="1" strike="noStrike" spc="-1">
                <a:solidFill>
                  <a:srgbClr val="6D7478"/>
                </a:solidFill>
                <a:latin typeface="Lato Regular"/>
                <a:ea typeface="Lato Regular"/>
              </a:rPr>
              <a:t>Enlace de descarga:</a:t>
            </a:r>
            <a:endParaRPr lang="es-ES" sz="2800" b="0" strike="noStrike" spc="-1">
              <a:solidFill>
                <a:srgbClr val="000000"/>
              </a:solidFill>
              <a:latin typeface="Arial"/>
            </a:endParaRPr>
          </a:p>
          <a:p>
            <a:pPr>
              <a:lnSpc>
                <a:spcPct val="150000"/>
              </a:lnSpc>
              <a:tabLst>
                <a:tab pos="0" algn="l"/>
              </a:tabLst>
            </a:pPr>
            <a:r>
              <a:rPr lang="es-ES" sz="2800" b="0" u="sng" strike="noStrike" spc="-1">
                <a:solidFill>
                  <a:srgbClr val="0000FF"/>
                </a:solidFill>
                <a:uFillTx/>
                <a:latin typeface="Lato Regular"/>
                <a:ea typeface="Lato Regular"/>
                <a:hlinkClick r:id="rId2"/>
              </a:rPr>
              <a:t>http://dia-installer.de/index.html.es</a:t>
            </a:r>
            <a:r>
              <a:rPr lang="es-ES" sz="2800" b="0" strike="noStrike" spc="-1">
                <a:solidFill>
                  <a:srgbClr val="6D7478"/>
                </a:solidFill>
                <a:latin typeface="Lato Regular"/>
                <a:ea typeface="Lato Regular"/>
              </a:rPr>
              <a:t> </a:t>
            </a:r>
            <a:endParaRPr lang="es-ES" sz="2800" b="0" strike="noStrike" spc="-1">
              <a:solidFill>
                <a:srgbClr val="000000"/>
              </a:solidFill>
              <a:latin typeface="Arial"/>
            </a:endParaRPr>
          </a:p>
        </p:txBody>
      </p:sp>
      <p:sp>
        <p:nvSpPr>
          <p:cNvPr id="214" name="Rectángulo 4"/>
          <p:cNvSpPr/>
          <p:nvPr/>
        </p:nvSpPr>
        <p:spPr>
          <a:xfrm>
            <a:off x="1504950" y="3532594"/>
            <a:ext cx="10875960" cy="487080"/>
          </a:xfrm>
          <a:prstGeom prst="rect">
            <a:avLst/>
          </a:prstGeom>
          <a:solidFill>
            <a:srgbClr val="668DA7"/>
          </a:solidFill>
          <a:ln>
            <a:solidFill>
              <a:srgbClr val="78330B"/>
            </a:solidFill>
            <a:round/>
          </a:ln>
        </p:spPr>
        <p:style>
          <a:lnRef idx="3">
            <a:schemeClr val="lt1"/>
          </a:lnRef>
          <a:fillRef idx="1">
            <a:schemeClr val="accent3"/>
          </a:fillRef>
          <a:effectRef idx="1">
            <a:schemeClr val="accent3"/>
          </a:effectRef>
          <a:fontRef idx="minor"/>
        </p:style>
        <p:txBody>
          <a:bodyPr vertOverflow="overflow" horzOverflow="overflow" lIns="0" tIns="0" rIns="0" bIns="0" numCol="1" spcCol="38160" anchor="ctr">
            <a:spAutoFit/>
          </a:bodyPr>
          <a:lstStyle/>
          <a:p>
            <a:pPr algn="ctr">
              <a:lnSpc>
                <a:spcPct val="100000"/>
              </a:lnSpc>
              <a:tabLst>
                <a:tab pos="0" algn="l"/>
              </a:tabLst>
            </a:pPr>
            <a:r>
              <a:rPr lang="es-ES" sz="3200" b="0" strike="noStrike" spc="-1" dirty="0">
                <a:solidFill>
                  <a:srgbClr val="FFFFFF"/>
                </a:solidFill>
                <a:latin typeface="Open Sans ExtraBold"/>
                <a:ea typeface="Open Sans ExtraBold"/>
              </a:rPr>
              <a:t>Dia es una aplicación para realizar diagramas UML</a:t>
            </a:r>
            <a:endParaRPr lang="es-ES" sz="3200" b="0" strike="noStrike" spc="-1" dirty="0">
              <a:solidFill>
                <a:srgbClr val="000000"/>
              </a:solidFill>
              <a:latin typeface="Arial"/>
            </a:endParaRPr>
          </a:p>
        </p:txBody>
      </p:sp>
      <p:pic>
        <p:nvPicPr>
          <p:cNvPr id="215" name="Imagen 6"/>
          <p:cNvPicPr/>
          <p:nvPr/>
        </p:nvPicPr>
        <p:blipFill>
          <a:blip r:embed="rId3"/>
          <a:stretch/>
        </p:blipFill>
        <p:spPr>
          <a:xfrm>
            <a:off x="1504950" y="3989581"/>
            <a:ext cx="15550290" cy="7624530"/>
          </a:xfrm>
          <a:prstGeom prst="rect">
            <a:avLst/>
          </a:prstGeom>
          <a:ln w="0">
            <a:noFill/>
          </a:ln>
        </p:spPr>
      </p:pic>
    </p:spTree>
    <p:extLst>
      <p:ext uri="{BB962C8B-B14F-4D97-AF65-F5344CB8AC3E}">
        <p14:creationId xmlns:p14="http://schemas.microsoft.com/office/powerpoint/2010/main" val="6017266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CuadroTexto 5"/>
          <p:cNvSpPr/>
          <p:nvPr/>
        </p:nvSpPr>
        <p:spPr>
          <a:xfrm>
            <a:off x="0" y="720000"/>
            <a:ext cx="23506200" cy="11367043"/>
          </a:xfrm>
          <a:prstGeom prst="rect">
            <a:avLst/>
          </a:prstGeom>
          <a:noFill/>
          <a:ln w="1270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50000"/>
              </a:lnSpc>
              <a:tabLst>
                <a:tab pos="0" algn="l"/>
              </a:tabLst>
            </a:pPr>
            <a:r>
              <a:rPr lang="es-ES" sz="2800" b="0" strike="noStrike" spc="-1" dirty="0">
                <a:solidFill>
                  <a:srgbClr val="6D7478"/>
                </a:solidFill>
                <a:latin typeface="Lato Regular"/>
                <a:ea typeface="Lato Regular"/>
              </a:rPr>
              <a:t>Algunas de las herramientas CASE más populares que se utilizan en el desarrollo de software son:</a:t>
            </a:r>
            <a:endParaRPr lang="es-ES" sz="2800" b="0" strike="noStrike" spc="-1" dirty="0">
              <a:solidFill>
                <a:srgbClr val="000000"/>
              </a:solidFill>
              <a:latin typeface="Arial"/>
            </a:endParaRPr>
          </a:p>
          <a:p>
            <a:pPr marL="216000" indent="-216000">
              <a:lnSpc>
                <a:spcPct val="150000"/>
              </a:lnSpc>
              <a:buClr>
                <a:srgbClr val="6D7478"/>
              </a:buClr>
              <a:buFont typeface="Open Sans Bold"/>
              <a:buAutoNum type="arabicPeriod"/>
              <a:tabLst>
                <a:tab pos="0" algn="l"/>
              </a:tabLst>
            </a:pPr>
            <a:r>
              <a:rPr lang="es-ES" sz="4000" b="1" strike="noStrike" spc="-1" dirty="0">
                <a:solidFill>
                  <a:srgbClr val="6D7478"/>
                </a:solidFill>
                <a:latin typeface="Lato Regular"/>
                <a:ea typeface="Lato Regular"/>
              </a:rPr>
              <a:t>Enterprise </a:t>
            </a:r>
            <a:r>
              <a:rPr lang="es-ES" sz="4000" b="1" strike="noStrike" spc="-1" dirty="0" err="1">
                <a:solidFill>
                  <a:srgbClr val="6D7478"/>
                </a:solidFill>
                <a:latin typeface="Lato Regular"/>
                <a:ea typeface="Lato Regular"/>
              </a:rPr>
              <a:t>Architect</a:t>
            </a:r>
            <a:r>
              <a:rPr lang="es-ES" sz="4000" b="1" strike="noStrike" spc="-1" dirty="0">
                <a:solidFill>
                  <a:srgbClr val="6D7478"/>
                </a:solidFill>
                <a:latin typeface="Lato Regular"/>
                <a:ea typeface="Lato Regular"/>
              </a:rPr>
              <a:t>: </a:t>
            </a:r>
            <a:r>
              <a:rPr lang="es-ES" sz="2800" b="0" strike="noStrike" spc="-1" dirty="0">
                <a:solidFill>
                  <a:srgbClr val="6D7478"/>
                </a:solidFill>
                <a:latin typeface="Lato Regular"/>
                <a:ea typeface="Lato Regular"/>
              </a:rPr>
              <a:t>Es una herramienta de modelado de UML (Lenguaje de Modelado Unificado) que proporciona una amplia gama de funcionalidades para el análisis, diseño y desarrollo de software.</a:t>
            </a:r>
            <a:endParaRPr lang="es-ES" sz="2800" b="0" strike="noStrike" spc="-1" dirty="0">
              <a:solidFill>
                <a:srgbClr val="000000"/>
              </a:solidFill>
              <a:latin typeface="Arial"/>
            </a:endParaRPr>
          </a:p>
          <a:p>
            <a:pPr marL="216000" indent="-216000">
              <a:lnSpc>
                <a:spcPct val="150000"/>
              </a:lnSpc>
              <a:buClr>
                <a:srgbClr val="6D7478"/>
              </a:buClr>
              <a:buFont typeface="Open Sans Bold"/>
              <a:buAutoNum type="arabicPeriod"/>
              <a:tabLst>
                <a:tab pos="0" algn="l"/>
              </a:tabLst>
            </a:pPr>
            <a:r>
              <a:rPr lang="es-ES" sz="4000" b="1" strike="noStrike" spc="-1" dirty="0" err="1">
                <a:solidFill>
                  <a:srgbClr val="6D7478"/>
                </a:solidFill>
                <a:latin typeface="Lato Regular"/>
                <a:ea typeface="Lato Regular"/>
              </a:rPr>
              <a:t>Rational</a:t>
            </a:r>
            <a:r>
              <a:rPr lang="es-ES" sz="4000" b="1" strike="noStrike" spc="-1" dirty="0">
                <a:solidFill>
                  <a:srgbClr val="6D7478"/>
                </a:solidFill>
                <a:latin typeface="Lato Regular"/>
                <a:ea typeface="Lato Regular"/>
              </a:rPr>
              <a:t> Rose: </a:t>
            </a:r>
            <a:r>
              <a:rPr lang="es-ES" sz="2800" b="0" strike="noStrike" spc="-1" dirty="0">
                <a:solidFill>
                  <a:srgbClr val="6D7478"/>
                </a:solidFill>
                <a:latin typeface="Lato Regular"/>
                <a:ea typeface="Lato Regular"/>
              </a:rPr>
              <a:t>Es una herramienta de modelado de UML para la gestión del ciclo de vida del software. Proporciona una interfaz gráfica de usuario para crear y modificar diagramas UML.</a:t>
            </a:r>
            <a:endParaRPr lang="es-ES" sz="2800" b="0" strike="noStrike" spc="-1" dirty="0">
              <a:solidFill>
                <a:srgbClr val="000000"/>
              </a:solidFill>
              <a:latin typeface="Arial"/>
            </a:endParaRPr>
          </a:p>
          <a:p>
            <a:pPr marL="216000" indent="-216000">
              <a:lnSpc>
                <a:spcPct val="150000"/>
              </a:lnSpc>
              <a:buClr>
                <a:srgbClr val="6D7478"/>
              </a:buClr>
              <a:buFont typeface="Open Sans Bold"/>
              <a:buAutoNum type="arabicPeriod"/>
              <a:tabLst>
                <a:tab pos="0" algn="l"/>
              </a:tabLst>
            </a:pPr>
            <a:r>
              <a:rPr lang="es-ES" sz="4000" b="1" strike="noStrike" spc="-1" dirty="0">
                <a:solidFill>
                  <a:srgbClr val="6D7478"/>
                </a:solidFill>
                <a:latin typeface="Lato Regular"/>
                <a:ea typeface="Lato Regular"/>
              </a:rPr>
              <a:t>Visual </a:t>
            </a:r>
            <a:r>
              <a:rPr lang="es-ES" sz="4000" b="1" strike="noStrike" spc="-1" dirty="0" err="1">
                <a:solidFill>
                  <a:srgbClr val="6D7478"/>
                </a:solidFill>
                <a:latin typeface="Lato Regular"/>
                <a:ea typeface="Lato Regular"/>
              </a:rPr>
              <a:t>Paradigm</a:t>
            </a:r>
            <a:r>
              <a:rPr lang="es-ES" sz="4000" b="1" strike="noStrike" spc="-1" dirty="0">
                <a:solidFill>
                  <a:srgbClr val="6D7478"/>
                </a:solidFill>
                <a:latin typeface="Lato Regular"/>
                <a:ea typeface="Lato Regular"/>
              </a:rPr>
              <a:t>: </a:t>
            </a:r>
            <a:r>
              <a:rPr lang="es-ES" sz="2800" b="0" strike="noStrike" spc="-1" dirty="0">
                <a:solidFill>
                  <a:srgbClr val="6D7478"/>
                </a:solidFill>
                <a:latin typeface="Lato Regular"/>
                <a:ea typeface="Lato Regular"/>
              </a:rPr>
              <a:t>Es una herramienta de modelado de UML que proporciona una amplia gama de funcionalidades para el análisis, diseño y desarrollo de software.</a:t>
            </a:r>
            <a:endParaRPr lang="es-ES" sz="2800" b="0" strike="noStrike" spc="-1" dirty="0">
              <a:solidFill>
                <a:srgbClr val="000000"/>
              </a:solidFill>
              <a:latin typeface="Arial"/>
            </a:endParaRPr>
          </a:p>
          <a:p>
            <a:pPr marL="216000" indent="-216000">
              <a:lnSpc>
                <a:spcPct val="150000"/>
              </a:lnSpc>
              <a:buClr>
                <a:srgbClr val="6D7478"/>
              </a:buClr>
              <a:buFont typeface="Open Sans Bold"/>
              <a:buAutoNum type="arabicPeriod"/>
              <a:tabLst>
                <a:tab pos="0" algn="l"/>
              </a:tabLst>
            </a:pPr>
            <a:r>
              <a:rPr lang="es-ES" sz="4000" b="1" strike="noStrike" spc="-1" dirty="0">
                <a:solidFill>
                  <a:srgbClr val="6D7478"/>
                </a:solidFill>
                <a:latin typeface="Lato Regular"/>
                <a:ea typeface="Lato Regular"/>
              </a:rPr>
              <a:t>Microsoft Visio: </a:t>
            </a:r>
            <a:r>
              <a:rPr lang="es-ES" sz="2800" b="0" strike="noStrike" spc="-1" dirty="0">
                <a:solidFill>
                  <a:srgbClr val="6D7478"/>
                </a:solidFill>
                <a:latin typeface="Lato Regular"/>
                <a:ea typeface="Lato Regular"/>
              </a:rPr>
              <a:t>Es una herramienta de diagramación y modelado que permite crear diagramas de flujo, diagramas UML, diagramas de red, entre otros.</a:t>
            </a:r>
            <a:endParaRPr lang="es-ES" sz="2800" b="0" strike="noStrike" spc="-1" dirty="0">
              <a:solidFill>
                <a:srgbClr val="000000"/>
              </a:solidFill>
              <a:latin typeface="Arial"/>
            </a:endParaRPr>
          </a:p>
          <a:p>
            <a:pPr marL="216000" indent="-216000">
              <a:lnSpc>
                <a:spcPct val="150000"/>
              </a:lnSpc>
              <a:buClr>
                <a:srgbClr val="6D7478"/>
              </a:buClr>
              <a:buFont typeface="Open Sans Bold"/>
              <a:buAutoNum type="arabicPeriod"/>
              <a:tabLst>
                <a:tab pos="0" algn="l"/>
              </a:tabLst>
            </a:pPr>
            <a:r>
              <a:rPr lang="es-ES" sz="4000" b="1" strike="noStrike" spc="-1" dirty="0">
                <a:solidFill>
                  <a:srgbClr val="6D7478"/>
                </a:solidFill>
                <a:latin typeface="Lato Regular"/>
                <a:ea typeface="Lato Regular"/>
              </a:rPr>
              <a:t>Eclipse</a:t>
            </a:r>
            <a:r>
              <a:rPr lang="es-ES" sz="2800" b="0" strike="noStrike" spc="-1" dirty="0">
                <a:solidFill>
                  <a:srgbClr val="6D7478"/>
                </a:solidFill>
                <a:latin typeface="Lato Regular"/>
                <a:ea typeface="Lato Regular"/>
              </a:rPr>
              <a:t>: Es un entorno de desarrollo integrado (IDE) que proporciona herramientas para el modelado de UML, así como para la programación, depuración y compilación de software.</a:t>
            </a:r>
            <a:endParaRPr lang="es-ES" sz="2800" b="0" strike="noStrike" spc="-1" dirty="0">
              <a:solidFill>
                <a:srgbClr val="000000"/>
              </a:solidFill>
              <a:latin typeface="Arial"/>
            </a:endParaRPr>
          </a:p>
          <a:p>
            <a:pPr marL="216000" indent="-216000">
              <a:lnSpc>
                <a:spcPct val="150000"/>
              </a:lnSpc>
              <a:buClr>
                <a:srgbClr val="6D7478"/>
              </a:buClr>
              <a:buFont typeface="Open Sans Bold"/>
              <a:buAutoNum type="arabicPeriod"/>
              <a:tabLst>
                <a:tab pos="0" algn="l"/>
              </a:tabLst>
            </a:pPr>
            <a:r>
              <a:rPr lang="es-ES" sz="4000" b="1" strike="noStrike" spc="-1" dirty="0">
                <a:solidFill>
                  <a:srgbClr val="6D7478"/>
                </a:solidFill>
                <a:latin typeface="Lato Regular"/>
                <a:ea typeface="Lato Regular"/>
              </a:rPr>
              <a:t>NetBeans: </a:t>
            </a:r>
            <a:r>
              <a:rPr lang="es-ES" sz="2800" b="0" strike="noStrike" spc="-1" dirty="0">
                <a:solidFill>
                  <a:srgbClr val="6D7478"/>
                </a:solidFill>
                <a:latin typeface="Lato Regular"/>
                <a:ea typeface="Lato Regular"/>
              </a:rPr>
              <a:t>Es otro entorno de desarrollo integrado que proporciona herramientas para el modelado de UML, así como para la programación, depuración y compilación de software.</a:t>
            </a:r>
            <a:endParaRPr lang="es-ES" sz="2800" b="0" strike="noStrike" spc="-1" dirty="0">
              <a:solidFill>
                <a:srgbClr val="000000"/>
              </a:solidFill>
              <a:latin typeface="Arial"/>
            </a:endParaRPr>
          </a:p>
          <a:p>
            <a:pPr>
              <a:lnSpc>
                <a:spcPct val="150000"/>
              </a:lnSpc>
              <a:tabLst>
                <a:tab pos="0" algn="l"/>
              </a:tabLst>
            </a:pPr>
            <a:r>
              <a:rPr lang="es-ES" sz="2800" b="0" strike="noStrike" spc="-1" dirty="0">
                <a:solidFill>
                  <a:srgbClr val="6D7478"/>
                </a:solidFill>
                <a:latin typeface="Lato Regular"/>
                <a:ea typeface="Lato Regular"/>
              </a:rPr>
              <a:t>Estas herramientas CASE pueden ayudar a los desarrolladores a mejorar la calidad del software, reducir los errores y mejorar la eficiencia del proceso de desarrollo.</a:t>
            </a:r>
            <a:endParaRPr lang="es-ES" sz="2800" b="0" strike="noStrike" spc="-1" dirty="0">
              <a:solidFill>
                <a:srgbClr val="000000"/>
              </a:solidFill>
              <a:latin typeface="Arial"/>
            </a:endParaRPr>
          </a:p>
        </p:txBody>
      </p:sp>
      <p:sp>
        <p:nvSpPr>
          <p:cNvPr id="231" name="Rectángulo: esquinas redondeadas 6"/>
          <p:cNvSpPr/>
          <p:nvPr/>
        </p:nvSpPr>
        <p:spPr>
          <a:xfrm>
            <a:off x="8943840" y="85680"/>
            <a:ext cx="5494320" cy="540360"/>
          </a:xfrm>
          <a:prstGeom prst="roundRect">
            <a:avLst>
              <a:gd name="adj" fmla="val 16667"/>
            </a:avLst>
          </a:prstGeom>
          <a:solidFill>
            <a:schemeClr val="accent1">
              <a:hueOff val="-176470"/>
              <a:satOff val="-53329"/>
              <a:lumOff val="-11960"/>
            </a:schemeClr>
          </a:solidFill>
          <a:ln w="12700">
            <a:noFill/>
          </a:ln>
        </p:spPr>
        <p:style>
          <a:lnRef idx="0">
            <a:scrgbClr r="0" g="0" b="0"/>
          </a:lnRef>
          <a:fillRef idx="0">
            <a:scrgbClr r="0" g="0" b="0"/>
          </a:fillRef>
          <a:effectRef idx="0">
            <a:scrgbClr r="0" g="0" b="0"/>
          </a:effectRef>
          <a:fontRef idx="minor"/>
        </p:style>
        <p:txBody>
          <a:bodyPr vertOverflow="overflow" horzOverflow="overflow" lIns="0" tIns="0" rIns="0" bIns="0" numCol="1" spcCol="38160" anchor="ctr">
            <a:spAutoFit/>
          </a:bodyPr>
          <a:lstStyle/>
          <a:p>
            <a:pPr algn="ctr">
              <a:lnSpc>
                <a:spcPct val="100000"/>
              </a:lnSpc>
              <a:tabLst>
                <a:tab pos="0" algn="l"/>
              </a:tabLst>
            </a:pPr>
            <a:r>
              <a:rPr lang="es-ES" sz="3200" b="0" strike="noStrike" spc="-1">
                <a:solidFill>
                  <a:srgbClr val="FFFFFF"/>
                </a:solidFill>
                <a:latin typeface="Lato Regular"/>
                <a:ea typeface="Lato Regular"/>
              </a:rPr>
              <a:t>Herramientas CASE</a:t>
            </a:r>
            <a:endParaRPr lang="es-ES" sz="3200" b="0" strike="noStrike" spc="-1">
              <a:solidFill>
                <a:srgbClr val="FFFFFF"/>
              </a:solidFill>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77904"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uadroTexto 1">
            <a:extLst>
              <a:ext uri="{FF2B5EF4-FFF2-40B4-BE49-F238E27FC236}">
                <a16:creationId xmlns:a16="http://schemas.microsoft.com/office/drawing/2014/main" id="{2E30B337-3A31-B798-C4E6-6DBB6AFA148A}"/>
              </a:ext>
            </a:extLst>
          </p:cNvPr>
          <p:cNvSpPr txBox="1"/>
          <p:nvPr/>
        </p:nvSpPr>
        <p:spPr>
          <a:xfrm>
            <a:off x="1280160" y="650738"/>
            <a:ext cx="8737204" cy="391368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10800" b="1">
                <a:latin typeface="+mj-lt"/>
                <a:ea typeface="+mj-ea"/>
                <a:cs typeface="+mj-cs"/>
              </a:rPr>
              <a:t>PLUGIN PARA ECLIPSE UML</a:t>
            </a:r>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80160" y="5173988"/>
            <a:ext cx="6949440" cy="36576"/>
          </a:xfrm>
          <a:custGeom>
            <a:avLst/>
            <a:gdLst>
              <a:gd name="connsiteX0" fmla="*/ 0 w 6949440"/>
              <a:gd name="connsiteY0" fmla="*/ 0 h 36576"/>
              <a:gd name="connsiteX1" fmla="*/ 625450 w 6949440"/>
              <a:gd name="connsiteY1" fmla="*/ 0 h 36576"/>
              <a:gd name="connsiteX2" fmla="*/ 1181405 w 6949440"/>
              <a:gd name="connsiteY2" fmla="*/ 0 h 36576"/>
              <a:gd name="connsiteX3" fmla="*/ 1945843 w 6949440"/>
              <a:gd name="connsiteY3" fmla="*/ 0 h 36576"/>
              <a:gd name="connsiteX4" fmla="*/ 2710282 w 6949440"/>
              <a:gd name="connsiteY4" fmla="*/ 0 h 36576"/>
              <a:gd name="connsiteX5" fmla="*/ 3405226 w 6949440"/>
              <a:gd name="connsiteY5" fmla="*/ 0 h 36576"/>
              <a:gd name="connsiteX6" fmla="*/ 3891686 w 6949440"/>
              <a:gd name="connsiteY6" fmla="*/ 0 h 36576"/>
              <a:gd name="connsiteX7" fmla="*/ 4656125 w 6949440"/>
              <a:gd name="connsiteY7" fmla="*/ 0 h 36576"/>
              <a:gd name="connsiteX8" fmla="*/ 5142586 w 6949440"/>
              <a:gd name="connsiteY8" fmla="*/ 0 h 36576"/>
              <a:gd name="connsiteX9" fmla="*/ 5629046 w 6949440"/>
              <a:gd name="connsiteY9" fmla="*/ 0 h 36576"/>
              <a:gd name="connsiteX10" fmla="*/ 6949440 w 6949440"/>
              <a:gd name="connsiteY10" fmla="*/ 0 h 36576"/>
              <a:gd name="connsiteX11" fmla="*/ 6949440 w 6949440"/>
              <a:gd name="connsiteY11" fmla="*/ 36576 h 36576"/>
              <a:gd name="connsiteX12" fmla="*/ 6115507 w 6949440"/>
              <a:gd name="connsiteY12" fmla="*/ 36576 h 36576"/>
              <a:gd name="connsiteX13" fmla="*/ 5420563 w 6949440"/>
              <a:gd name="connsiteY13" fmla="*/ 36576 h 36576"/>
              <a:gd name="connsiteX14" fmla="*/ 4586630 w 6949440"/>
              <a:gd name="connsiteY14" fmla="*/ 36576 h 36576"/>
              <a:gd name="connsiteX15" fmla="*/ 4030675 w 6949440"/>
              <a:gd name="connsiteY15" fmla="*/ 36576 h 36576"/>
              <a:gd name="connsiteX16" fmla="*/ 3335731 w 6949440"/>
              <a:gd name="connsiteY16" fmla="*/ 36576 h 36576"/>
              <a:gd name="connsiteX17" fmla="*/ 2501798 w 6949440"/>
              <a:gd name="connsiteY17" fmla="*/ 36576 h 36576"/>
              <a:gd name="connsiteX18" fmla="*/ 1876349 w 6949440"/>
              <a:gd name="connsiteY18" fmla="*/ 36576 h 36576"/>
              <a:gd name="connsiteX19" fmla="*/ 1042416 w 6949440"/>
              <a:gd name="connsiteY19" fmla="*/ 36576 h 36576"/>
              <a:gd name="connsiteX20" fmla="*/ 0 w 6949440"/>
              <a:gd name="connsiteY20" fmla="*/ 36576 h 36576"/>
              <a:gd name="connsiteX21" fmla="*/ 0 w 6949440"/>
              <a:gd name="connsiteY21" fmla="*/ 0 h 3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949440" h="36576" fill="none" extrusionOk="0">
                <a:moveTo>
                  <a:pt x="0" y="0"/>
                </a:moveTo>
                <a:cubicBezTo>
                  <a:pt x="258497" y="9297"/>
                  <a:pt x="407807" y="-18405"/>
                  <a:pt x="625450" y="0"/>
                </a:cubicBezTo>
                <a:cubicBezTo>
                  <a:pt x="843093" y="18405"/>
                  <a:pt x="999015" y="-26184"/>
                  <a:pt x="1181405" y="0"/>
                </a:cubicBezTo>
                <a:cubicBezTo>
                  <a:pt x="1363796" y="26184"/>
                  <a:pt x="1683622" y="-2693"/>
                  <a:pt x="1945843" y="0"/>
                </a:cubicBezTo>
                <a:cubicBezTo>
                  <a:pt x="2208064" y="2693"/>
                  <a:pt x="2441799" y="25043"/>
                  <a:pt x="2710282" y="0"/>
                </a:cubicBezTo>
                <a:cubicBezTo>
                  <a:pt x="2978765" y="-25043"/>
                  <a:pt x="3067236" y="31163"/>
                  <a:pt x="3405226" y="0"/>
                </a:cubicBezTo>
                <a:cubicBezTo>
                  <a:pt x="3743216" y="-31163"/>
                  <a:pt x="3709212" y="-10243"/>
                  <a:pt x="3891686" y="0"/>
                </a:cubicBezTo>
                <a:cubicBezTo>
                  <a:pt x="4074160" y="10243"/>
                  <a:pt x="4289131" y="-21245"/>
                  <a:pt x="4656125" y="0"/>
                </a:cubicBezTo>
                <a:cubicBezTo>
                  <a:pt x="5023119" y="21245"/>
                  <a:pt x="4974341" y="-6180"/>
                  <a:pt x="5142586" y="0"/>
                </a:cubicBezTo>
                <a:cubicBezTo>
                  <a:pt x="5310831" y="6180"/>
                  <a:pt x="5410735" y="-3376"/>
                  <a:pt x="5629046" y="0"/>
                </a:cubicBezTo>
                <a:cubicBezTo>
                  <a:pt x="5847357" y="3376"/>
                  <a:pt x="6462655" y="40363"/>
                  <a:pt x="6949440" y="0"/>
                </a:cubicBezTo>
                <a:cubicBezTo>
                  <a:pt x="6950776" y="14036"/>
                  <a:pt x="6948002" y="18623"/>
                  <a:pt x="6949440" y="36576"/>
                </a:cubicBezTo>
                <a:cubicBezTo>
                  <a:pt x="6623462" y="17455"/>
                  <a:pt x="6369711" y="22107"/>
                  <a:pt x="6115507" y="36576"/>
                </a:cubicBezTo>
                <a:cubicBezTo>
                  <a:pt x="5861303" y="51045"/>
                  <a:pt x="5644171" y="52892"/>
                  <a:pt x="5420563" y="36576"/>
                </a:cubicBezTo>
                <a:cubicBezTo>
                  <a:pt x="5196955" y="20260"/>
                  <a:pt x="4970928" y="63872"/>
                  <a:pt x="4586630" y="36576"/>
                </a:cubicBezTo>
                <a:cubicBezTo>
                  <a:pt x="4202332" y="9280"/>
                  <a:pt x="4230352" y="42653"/>
                  <a:pt x="4030675" y="36576"/>
                </a:cubicBezTo>
                <a:cubicBezTo>
                  <a:pt x="3830999" y="30499"/>
                  <a:pt x="3610423" y="31125"/>
                  <a:pt x="3335731" y="36576"/>
                </a:cubicBezTo>
                <a:cubicBezTo>
                  <a:pt x="3061039" y="42027"/>
                  <a:pt x="2792562" y="38173"/>
                  <a:pt x="2501798" y="36576"/>
                </a:cubicBezTo>
                <a:cubicBezTo>
                  <a:pt x="2211034" y="34979"/>
                  <a:pt x="2068435" y="6707"/>
                  <a:pt x="1876349" y="36576"/>
                </a:cubicBezTo>
                <a:cubicBezTo>
                  <a:pt x="1684263" y="66445"/>
                  <a:pt x="1257330" y="29560"/>
                  <a:pt x="1042416" y="36576"/>
                </a:cubicBezTo>
                <a:cubicBezTo>
                  <a:pt x="827502" y="43592"/>
                  <a:pt x="333456" y="17904"/>
                  <a:pt x="0" y="36576"/>
                </a:cubicBezTo>
                <a:cubicBezTo>
                  <a:pt x="-44" y="24172"/>
                  <a:pt x="86" y="11981"/>
                  <a:pt x="0" y="0"/>
                </a:cubicBezTo>
                <a:close/>
              </a:path>
              <a:path w="6949440" h="36576" stroke="0" extrusionOk="0">
                <a:moveTo>
                  <a:pt x="0" y="0"/>
                </a:moveTo>
                <a:cubicBezTo>
                  <a:pt x="271875" y="-23518"/>
                  <a:pt x="381428" y="6804"/>
                  <a:pt x="555955" y="0"/>
                </a:cubicBezTo>
                <a:cubicBezTo>
                  <a:pt x="730483" y="-6804"/>
                  <a:pt x="978239" y="33438"/>
                  <a:pt x="1389888" y="0"/>
                </a:cubicBezTo>
                <a:cubicBezTo>
                  <a:pt x="1801537" y="-33438"/>
                  <a:pt x="1682936" y="6451"/>
                  <a:pt x="1876349" y="0"/>
                </a:cubicBezTo>
                <a:cubicBezTo>
                  <a:pt x="2069762" y="-6451"/>
                  <a:pt x="2227570" y="5351"/>
                  <a:pt x="2362810" y="0"/>
                </a:cubicBezTo>
                <a:cubicBezTo>
                  <a:pt x="2498050" y="-5351"/>
                  <a:pt x="2790947" y="32618"/>
                  <a:pt x="3057754" y="0"/>
                </a:cubicBezTo>
                <a:cubicBezTo>
                  <a:pt x="3324561" y="-32618"/>
                  <a:pt x="3460403" y="24807"/>
                  <a:pt x="3683203" y="0"/>
                </a:cubicBezTo>
                <a:cubicBezTo>
                  <a:pt x="3906003" y="-24807"/>
                  <a:pt x="4090944" y="3705"/>
                  <a:pt x="4447642" y="0"/>
                </a:cubicBezTo>
                <a:cubicBezTo>
                  <a:pt x="4804340" y="-3705"/>
                  <a:pt x="4787235" y="-26993"/>
                  <a:pt x="5003597" y="0"/>
                </a:cubicBezTo>
                <a:cubicBezTo>
                  <a:pt x="5219959" y="26993"/>
                  <a:pt x="5645855" y="23373"/>
                  <a:pt x="5837530" y="0"/>
                </a:cubicBezTo>
                <a:cubicBezTo>
                  <a:pt x="6029205" y="-23373"/>
                  <a:pt x="6619805" y="47868"/>
                  <a:pt x="6949440" y="0"/>
                </a:cubicBezTo>
                <a:cubicBezTo>
                  <a:pt x="6949742" y="16774"/>
                  <a:pt x="6948869" y="27779"/>
                  <a:pt x="6949440" y="36576"/>
                </a:cubicBezTo>
                <a:cubicBezTo>
                  <a:pt x="6803300" y="52771"/>
                  <a:pt x="6582007" y="36693"/>
                  <a:pt x="6393485" y="36576"/>
                </a:cubicBezTo>
                <a:cubicBezTo>
                  <a:pt x="6204963" y="36459"/>
                  <a:pt x="6002492" y="17516"/>
                  <a:pt x="5837530" y="36576"/>
                </a:cubicBezTo>
                <a:cubicBezTo>
                  <a:pt x="5672568" y="55636"/>
                  <a:pt x="5520546" y="27893"/>
                  <a:pt x="5212080" y="36576"/>
                </a:cubicBezTo>
                <a:cubicBezTo>
                  <a:pt x="4903614" y="45260"/>
                  <a:pt x="4838281" y="36158"/>
                  <a:pt x="4725619" y="36576"/>
                </a:cubicBezTo>
                <a:cubicBezTo>
                  <a:pt x="4612957" y="36994"/>
                  <a:pt x="4351697" y="27448"/>
                  <a:pt x="4100170" y="36576"/>
                </a:cubicBezTo>
                <a:cubicBezTo>
                  <a:pt x="3848643" y="45704"/>
                  <a:pt x="3746852" y="38176"/>
                  <a:pt x="3544214" y="36576"/>
                </a:cubicBezTo>
                <a:cubicBezTo>
                  <a:pt x="3341576" y="34976"/>
                  <a:pt x="2981167" y="39701"/>
                  <a:pt x="2710282" y="36576"/>
                </a:cubicBezTo>
                <a:cubicBezTo>
                  <a:pt x="2439397" y="33451"/>
                  <a:pt x="2228375" y="14959"/>
                  <a:pt x="1945843" y="36576"/>
                </a:cubicBezTo>
                <a:cubicBezTo>
                  <a:pt x="1663311" y="58193"/>
                  <a:pt x="1580554" y="16658"/>
                  <a:pt x="1459382" y="36576"/>
                </a:cubicBezTo>
                <a:cubicBezTo>
                  <a:pt x="1338210" y="56494"/>
                  <a:pt x="1010083" y="48133"/>
                  <a:pt x="764438" y="36576"/>
                </a:cubicBezTo>
                <a:cubicBezTo>
                  <a:pt x="518793" y="25019"/>
                  <a:pt x="340449" y="41120"/>
                  <a:pt x="0" y="36576"/>
                </a:cubicBezTo>
                <a:cubicBezTo>
                  <a:pt x="566" y="19755"/>
                  <a:pt x="-1" y="8736"/>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22E00A6A-51A0-C861-1FAE-C81582AC3EC1}"/>
              </a:ext>
            </a:extLst>
          </p:cNvPr>
          <p:cNvSpPr txBox="1"/>
          <p:nvPr/>
        </p:nvSpPr>
        <p:spPr>
          <a:xfrm>
            <a:off x="670560" y="5496470"/>
            <a:ext cx="9654540" cy="7568792"/>
          </a:xfrm>
          <a:prstGeom prst="rect">
            <a:avLst/>
          </a:prstGeom>
        </p:spPr>
        <p:txBody>
          <a:bodyPr vert="horz" lIns="91440" tIns="45720" rIns="91440" bIns="45720" rtlCol="0">
            <a:normAutofit lnSpcReduction="10000"/>
          </a:bodyPr>
          <a:lstStyle/>
          <a:p>
            <a:pPr marL="742950" indent="-228600">
              <a:lnSpc>
                <a:spcPct val="90000"/>
              </a:lnSpc>
              <a:spcAft>
                <a:spcPts val="600"/>
              </a:spcAft>
              <a:buFont typeface="Arial" panose="020B0604020202020204" pitchFamily="34" charset="0"/>
              <a:buChar char="•"/>
            </a:pPr>
            <a:r>
              <a:rPr lang="en-US" sz="2800" b="1" dirty="0"/>
              <a:t>Papyrus: </a:t>
            </a:r>
            <a:r>
              <a:rPr lang="en-US" sz="2800" dirty="0"/>
              <a:t>Papyrus es un plugin </a:t>
            </a:r>
            <a:r>
              <a:rPr lang="en-US" sz="2800" dirty="0" err="1"/>
              <a:t>gratuito</a:t>
            </a:r>
            <a:r>
              <a:rPr lang="en-US" sz="2800" dirty="0"/>
              <a:t> y de </a:t>
            </a:r>
            <a:r>
              <a:rPr lang="en-US" sz="2800" dirty="0" err="1"/>
              <a:t>código</a:t>
            </a:r>
            <a:r>
              <a:rPr lang="en-US" sz="2800" dirty="0"/>
              <a:t> </a:t>
            </a:r>
            <a:r>
              <a:rPr lang="en-US" sz="2800" dirty="0" err="1"/>
              <a:t>abierto</a:t>
            </a:r>
            <a:r>
              <a:rPr lang="en-US" sz="2800" dirty="0"/>
              <a:t> que </a:t>
            </a:r>
            <a:r>
              <a:rPr lang="en-US" sz="2800" dirty="0" err="1"/>
              <a:t>ofrece</a:t>
            </a:r>
            <a:r>
              <a:rPr lang="en-US" sz="2800" dirty="0"/>
              <a:t> </a:t>
            </a:r>
            <a:r>
              <a:rPr lang="en-US" sz="2800" dirty="0" err="1"/>
              <a:t>una</a:t>
            </a:r>
            <a:r>
              <a:rPr lang="en-US" sz="2800" dirty="0"/>
              <a:t> </a:t>
            </a:r>
            <a:r>
              <a:rPr lang="en-US" sz="2800" dirty="0" err="1"/>
              <a:t>amplia</a:t>
            </a:r>
            <a:r>
              <a:rPr lang="en-US" sz="2800" dirty="0"/>
              <a:t> </a:t>
            </a:r>
            <a:r>
              <a:rPr lang="en-US" sz="2800" dirty="0" err="1"/>
              <a:t>gama</a:t>
            </a:r>
            <a:r>
              <a:rPr lang="en-US" sz="2800" dirty="0"/>
              <a:t> de </a:t>
            </a:r>
            <a:r>
              <a:rPr lang="en-US" sz="2800" dirty="0" err="1"/>
              <a:t>funciones</a:t>
            </a:r>
            <a:r>
              <a:rPr lang="en-US" sz="2800" dirty="0"/>
              <a:t> para </a:t>
            </a:r>
            <a:r>
              <a:rPr lang="en-US" sz="2800" dirty="0" err="1"/>
              <a:t>el</a:t>
            </a:r>
            <a:r>
              <a:rPr lang="en-US" sz="2800" dirty="0"/>
              <a:t> </a:t>
            </a:r>
            <a:r>
              <a:rPr lang="en-US" sz="2800" dirty="0" err="1"/>
              <a:t>modelado</a:t>
            </a:r>
            <a:r>
              <a:rPr lang="en-US" sz="2800" dirty="0"/>
              <a:t> UML, </a:t>
            </a:r>
            <a:r>
              <a:rPr lang="en-US" sz="2800" dirty="0" err="1"/>
              <a:t>incluyendo</a:t>
            </a:r>
            <a:r>
              <a:rPr lang="en-US" sz="2800" dirty="0"/>
              <a:t> </a:t>
            </a:r>
            <a:r>
              <a:rPr lang="en-US" sz="2800" dirty="0" err="1"/>
              <a:t>soporte</a:t>
            </a:r>
            <a:r>
              <a:rPr lang="en-US" sz="2800" dirty="0"/>
              <a:t> para </a:t>
            </a:r>
            <a:r>
              <a:rPr lang="en-US" sz="2800" dirty="0" err="1"/>
              <a:t>todos</a:t>
            </a:r>
            <a:r>
              <a:rPr lang="en-US" sz="2800" dirty="0"/>
              <a:t> </a:t>
            </a:r>
            <a:r>
              <a:rPr lang="en-US" sz="2800" dirty="0" err="1"/>
              <a:t>los</a:t>
            </a:r>
            <a:r>
              <a:rPr lang="en-US" sz="2800" dirty="0"/>
              <a:t> </a:t>
            </a:r>
            <a:r>
              <a:rPr lang="en-US" sz="2800" dirty="0" err="1"/>
              <a:t>diagramas</a:t>
            </a:r>
            <a:r>
              <a:rPr lang="en-US" sz="2800" dirty="0"/>
              <a:t> UML </a:t>
            </a:r>
            <a:r>
              <a:rPr lang="en-US" sz="2800" dirty="0" err="1"/>
              <a:t>estándar</a:t>
            </a:r>
            <a:r>
              <a:rPr lang="en-US" sz="2800" dirty="0"/>
              <a:t>, </a:t>
            </a:r>
            <a:r>
              <a:rPr lang="en-US" sz="2800" dirty="0" err="1"/>
              <a:t>generación</a:t>
            </a:r>
            <a:r>
              <a:rPr lang="en-US" sz="2800" dirty="0"/>
              <a:t> de </a:t>
            </a:r>
            <a:r>
              <a:rPr lang="en-US" sz="2800" dirty="0" err="1"/>
              <a:t>código</a:t>
            </a:r>
            <a:r>
              <a:rPr lang="en-US" sz="2800" dirty="0"/>
              <a:t> y </a:t>
            </a:r>
            <a:r>
              <a:rPr lang="en-US" sz="2800" dirty="0" err="1"/>
              <a:t>validación</a:t>
            </a:r>
            <a:r>
              <a:rPr lang="en-US" sz="2800" dirty="0"/>
              <a:t> de </a:t>
            </a:r>
            <a:r>
              <a:rPr lang="en-US" sz="2800" dirty="0" err="1"/>
              <a:t>modelos</a:t>
            </a:r>
            <a:r>
              <a:rPr lang="en-US" sz="2800" dirty="0"/>
              <a:t>.</a:t>
            </a:r>
          </a:p>
          <a:p>
            <a:pPr marL="742950" indent="-228600">
              <a:lnSpc>
                <a:spcPct val="90000"/>
              </a:lnSpc>
              <a:spcAft>
                <a:spcPts val="600"/>
              </a:spcAft>
              <a:buFont typeface="Arial" panose="020B0604020202020204" pitchFamily="34" charset="0"/>
              <a:buChar char="•"/>
            </a:pPr>
            <a:r>
              <a:rPr lang="en-US" sz="2800" b="1" dirty="0"/>
              <a:t>UML Designer</a:t>
            </a:r>
            <a:r>
              <a:rPr lang="en-US" sz="2800" dirty="0"/>
              <a:t>: UML Designer es un plugin de </a:t>
            </a:r>
            <a:r>
              <a:rPr lang="en-US" sz="2800" dirty="0" err="1"/>
              <a:t>pago</a:t>
            </a:r>
            <a:r>
              <a:rPr lang="en-US" sz="2800" dirty="0"/>
              <a:t> que </a:t>
            </a:r>
            <a:r>
              <a:rPr lang="en-US" sz="2800" dirty="0" err="1"/>
              <a:t>ofrece</a:t>
            </a:r>
            <a:r>
              <a:rPr lang="en-US" sz="2800" dirty="0"/>
              <a:t> </a:t>
            </a:r>
            <a:r>
              <a:rPr lang="en-US" sz="2800" dirty="0" err="1"/>
              <a:t>funciones</a:t>
            </a:r>
            <a:r>
              <a:rPr lang="en-US" sz="2800" dirty="0"/>
              <a:t> </a:t>
            </a:r>
            <a:r>
              <a:rPr lang="en-US" sz="2800" dirty="0" err="1"/>
              <a:t>más</a:t>
            </a:r>
            <a:r>
              <a:rPr lang="en-US" sz="2800" dirty="0"/>
              <a:t> </a:t>
            </a:r>
            <a:r>
              <a:rPr lang="en-US" sz="2800" dirty="0" err="1"/>
              <a:t>avanzadas</a:t>
            </a:r>
            <a:r>
              <a:rPr lang="en-US" sz="2800" dirty="0"/>
              <a:t> para </a:t>
            </a:r>
            <a:r>
              <a:rPr lang="en-US" sz="2800" dirty="0" err="1"/>
              <a:t>el</a:t>
            </a:r>
            <a:r>
              <a:rPr lang="en-US" sz="2800" dirty="0"/>
              <a:t> </a:t>
            </a:r>
            <a:r>
              <a:rPr lang="en-US" sz="2800" dirty="0" err="1"/>
              <a:t>modelado</a:t>
            </a:r>
            <a:r>
              <a:rPr lang="en-US" sz="2800" dirty="0"/>
              <a:t> UML, </a:t>
            </a:r>
            <a:r>
              <a:rPr lang="en-US" sz="2800" dirty="0" err="1"/>
              <a:t>como</a:t>
            </a:r>
            <a:r>
              <a:rPr lang="en-US" sz="2800" dirty="0"/>
              <a:t> un editor de </a:t>
            </a:r>
            <a:r>
              <a:rPr lang="en-US" sz="2800" dirty="0" err="1"/>
              <a:t>diagramas</a:t>
            </a:r>
            <a:r>
              <a:rPr lang="en-US" sz="2800" dirty="0"/>
              <a:t> WYSIWYG, un </a:t>
            </a:r>
            <a:r>
              <a:rPr lang="en-US" sz="2800" dirty="0" err="1"/>
              <a:t>depurador</a:t>
            </a:r>
            <a:r>
              <a:rPr lang="en-US" sz="2800" dirty="0"/>
              <a:t> UML y </a:t>
            </a:r>
            <a:r>
              <a:rPr lang="en-US" sz="2800" dirty="0" err="1"/>
              <a:t>una</a:t>
            </a:r>
            <a:r>
              <a:rPr lang="en-US" sz="2800" dirty="0"/>
              <a:t> </a:t>
            </a:r>
            <a:r>
              <a:rPr lang="en-US" sz="2800" dirty="0" err="1"/>
              <a:t>herramienta</a:t>
            </a:r>
            <a:r>
              <a:rPr lang="en-US" sz="2800" dirty="0"/>
              <a:t> de </a:t>
            </a:r>
            <a:r>
              <a:rPr lang="en-US" sz="2800" dirty="0" err="1"/>
              <a:t>comparación</a:t>
            </a:r>
            <a:r>
              <a:rPr lang="en-US" sz="2800" dirty="0"/>
              <a:t> de </a:t>
            </a:r>
            <a:r>
              <a:rPr lang="en-US" sz="2800" dirty="0" err="1"/>
              <a:t>modelos</a:t>
            </a:r>
            <a:r>
              <a:rPr lang="en-US" sz="2800" dirty="0"/>
              <a:t>.</a:t>
            </a:r>
          </a:p>
          <a:p>
            <a:pPr marL="742950" indent="-228600">
              <a:lnSpc>
                <a:spcPct val="90000"/>
              </a:lnSpc>
              <a:spcAft>
                <a:spcPts val="600"/>
              </a:spcAft>
              <a:buFont typeface="Arial" panose="020B0604020202020204" pitchFamily="34" charset="0"/>
              <a:buChar char="•"/>
            </a:pPr>
            <a:r>
              <a:rPr lang="en-US" sz="2800" b="1" dirty="0" err="1"/>
              <a:t>StarUML</a:t>
            </a:r>
            <a:r>
              <a:rPr lang="en-US" sz="2800" b="1" dirty="0"/>
              <a:t>:</a:t>
            </a:r>
            <a:r>
              <a:rPr lang="en-US" sz="2800" dirty="0"/>
              <a:t> </a:t>
            </a:r>
            <a:r>
              <a:rPr lang="en-US" sz="2800" dirty="0" err="1"/>
              <a:t>StarUML</a:t>
            </a:r>
            <a:r>
              <a:rPr lang="en-US" sz="2800" dirty="0"/>
              <a:t> es un plugin de </a:t>
            </a:r>
            <a:r>
              <a:rPr lang="en-US" sz="2800" dirty="0" err="1"/>
              <a:t>pago</a:t>
            </a:r>
            <a:r>
              <a:rPr lang="en-US" sz="2800" dirty="0"/>
              <a:t> que </a:t>
            </a:r>
            <a:r>
              <a:rPr lang="en-US" sz="2800" dirty="0" err="1"/>
              <a:t>ofrece</a:t>
            </a:r>
            <a:r>
              <a:rPr lang="en-US" sz="2800" dirty="0"/>
              <a:t> un conjunto </a:t>
            </a:r>
            <a:r>
              <a:rPr lang="en-US" sz="2800" dirty="0" err="1"/>
              <a:t>completo</a:t>
            </a:r>
            <a:r>
              <a:rPr lang="en-US" sz="2800" dirty="0"/>
              <a:t> de </a:t>
            </a:r>
            <a:r>
              <a:rPr lang="en-US" sz="2800" dirty="0" err="1"/>
              <a:t>herramientas</a:t>
            </a:r>
            <a:r>
              <a:rPr lang="en-US" sz="2800" dirty="0"/>
              <a:t> para </a:t>
            </a:r>
            <a:r>
              <a:rPr lang="en-US" sz="2800" dirty="0" err="1"/>
              <a:t>el</a:t>
            </a:r>
            <a:r>
              <a:rPr lang="en-US" sz="2800" dirty="0"/>
              <a:t> </a:t>
            </a:r>
            <a:r>
              <a:rPr lang="en-US" sz="2800" dirty="0" err="1"/>
              <a:t>modelado</a:t>
            </a:r>
            <a:r>
              <a:rPr lang="en-US" sz="2800" dirty="0"/>
              <a:t> UML, </a:t>
            </a:r>
            <a:r>
              <a:rPr lang="en-US" sz="2800" dirty="0" err="1"/>
              <a:t>incluyendo</a:t>
            </a:r>
            <a:r>
              <a:rPr lang="en-US" sz="2800" dirty="0"/>
              <a:t> </a:t>
            </a:r>
            <a:r>
              <a:rPr lang="en-US" sz="2800" dirty="0" err="1"/>
              <a:t>soporte</a:t>
            </a:r>
            <a:r>
              <a:rPr lang="en-US" sz="2800" dirty="0"/>
              <a:t> para </a:t>
            </a:r>
            <a:r>
              <a:rPr lang="en-US" sz="2800" dirty="0" err="1"/>
              <a:t>todos</a:t>
            </a:r>
            <a:r>
              <a:rPr lang="en-US" sz="2800" dirty="0"/>
              <a:t> </a:t>
            </a:r>
            <a:r>
              <a:rPr lang="en-US" sz="2800" dirty="0" err="1"/>
              <a:t>los</a:t>
            </a:r>
            <a:r>
              <a:rPr lang="en-US" sz="2800" dirty="0"/>
              <a:t> </a:t>
            </a:r>
            <a:r>
              <a:rPr lang="en-US" sz="2800" dirty="0" err="1"/>
              <a:t>diagramas</a:t>
            </a:r>
            <a:r>
              <a:rPr lang="en-US" sz="2800" dirty="0"/>
              <a:t> UML </a:t>
            </a:r>
            <a:r>
              <a:rPr lang="en-US" sz="2800" dirty="0" err="1"/>
              <a:t>estándar</a:t>
            </a:r>
            <a:r>
              <a:rPr lang="en-US" sz="2800" dirty="0"/>
              <a:t>, </a:t>
            </a:r>
            <a:r>
              <a:rPr lang="en-US" sz="2800" dirty="0" err="1"/>
              <a:t>generación</a:t>
            </a:r>
            <a:r>
              <a:rPr lang="en-US" sz="2800" dirty="0"/>
              <a:t> de </a:t>
            </a:r>
            <a:r>
              <a:rPr lang="en-US" sz="2800" dirty="0" err="1"/>
              <a:t>código</a:t>
            </a:r>
            <a:r>
              <a:rPr lang="en-US" sz="2800" dirty="0"/>
              <a:t>, </a:t>
            </a:r>
            <a:r>
              <a:rPr lang="en-US" sz="2800" dirty="0" err="1"/>
              <a:t>validación</a:t>
            </a:r>
            <a:r>
              <a:rPr lang="en-US" sz="2800" dirty="0"/>
              <a:t> de </a:t>
            </a:r>
            <a:r>
              <a:rPr lang="en-US" sz="2800" dirty="0" err="1"/>
              <a:t>modelos</a:t>
            </a:r>
            <a:r>
              <a:rPr lang="en-US" sz="2800" dirty="0"/>
              <a:t> y </a:t>
            </a:r>
            <a:r>
              <a:rPr lang="en-US" sz="2800" dirty="0" err="1"/>
              <a:t>gestión</a:t>
            </a:r>
            <a:r>
              <a:rPr lang="en-US" sz="2800" dirty="0"/>
              <a:t> de </a:t>
            </a:r>
            <a:r>
              <a:rPr lang="en-US" sz="2800" dirty="0" err="1"/>
              <a:t>requisitos</a:t>
            </a:r>
            <a:r>
              <a:rPr lang="en-US" sz="2800" dirty="0"/>
              <a:t>.</a:t>
            </a:r>
          </a:p>
          <a:p>
            <a:pPr marL="742950" indent="-228600">
              <a:lnSpc>
                <a:spcPct val="90000"/>
              </a:lnSpc>
              <a:spcAft>
                <a:spcPts val="600"/>
              </a:spcAft>
              <a:buFont typeface="Arial" panose="020B0604020202020204" pitchFamily="34" charset="0"/>
              <a:buChar char="•"/>
            </a:pPr>
            <a:r>
              <a:rPr lang="en-US" sz="2800" b="1" dirty="0" err="1"/>
              <a:t>UMLet</a:t>
            </a:r>
            <a:r>
              <a:rPr lang="en-US" sz="2800" b="1" dirty="0"/>
              <a:t>:</a:t>
            </a:r>
            <a:r>
              <a:rPr lang="en-US" sz="2800" dirty="0"/>
              <a:t> </a:t>
            </a:r>
            <a:r>
              <a:rPr lang="en-US" sz="2800" dirty="0" err="1"/>
              <a:t>UMLet</a:t>
            </a:r>
            <a:r>
              <a:rPr lang="en-US" sz="2800" dirty="0"/>
              <a:t> es un plugin </a:t>
            </a:r>
            <a:r>
              <a:rPr lang="en-US" sz="2800" dirty="0" err="1"/>
              <a:t>gratuito</a:t>
            </a:r>
            <a:r>
              <a:rPr lang="en-US" sz="2800" dirty="0"/>
              <a:t> y ligero que </a:t>
            </a:r>
            <a:r>
              <a:rPr lang="en-US" sz="2800" dirty="0" err="1"/>
              <a:t>te</a:t>
            </a:r>
            <a:r>
              <a:rPr lang="en-US" sz="2800" dirty="0"/>
              <a:t> </a:t>
            </a:r>
            <a:r>
              <a:rPr lang="en-US" sz="2800" dirty="0" err="1"/>
              <a:t>permite</a:t>
            </a:r>
            <a:r>
              <a:rPr lang="en-US" sz="2800" dirty="0"/>
              <a:t> </a:t>
            </a:r>
            <a:r>
              <a:rPr lang="en-US" sz="2800" dirty="0" err="1"/>
              <a:t>crear</a:t>
            </a:r>
            <a:r>
              <a:rPr lang="en-US" sz="2800" dirty="0"/>
              <a:t> </a:t>
            </a:r>
            <a:r>
              <a:rPr lang="en-US" sz="2800" dirty="0" err="1"/>
              <a:t>diagramas</a:t>
            </a:r>
            <a:r>
              <a:rPr lang="en-US" sz="2800" dirty="0"/>
              <a:t> UML </a:t>
            </a:r>
            <a:r>
              <a:rPr lang="en-US" sz="2800" dirty="0" err="1"/>
              <a:t>rápidamente</a:t>
            </a:r>
            <a:r>
              <a:rPr lang="en-US" sz="2800" dirty="0"/>
              <a:t> y sin </a:t>
            </a:r>
            <a:r>
              <a:rPr lang="en-US" sz="2800" dirty="0" err="1"/>
              <a:t>complicaciones</a:t>
            </a:r>
            <a:r>
              <a:rPr lang="en-US" sz="2800" dirty="0"/>
              <a:t>.</a:t>
            </a:r>
          </a:p>
          <a:p>
            <a:pPr marL="742950" indent="-228600">
              <a:lnSpc>
                <a:spcPct val="90000"/>
              </a:lnSpc>
              <a:spcAft>
                <a:spcPts val="600"/>
              </a:spcAft>
              <a:buFont typeface="Arial" panose="020B0604020202020204" pitchFamily="34" charset="0"/>
              <a:buChar char="•"/>
            </a:pPr>
            <a:r>
              <a:rPr lang="en-US" sz="2800" b="1" dirty="0" err="1"/>
              <a:t>PlantUML</a:t>
            </a:r>
            <a:r>
              <a:rPr lang="en-US" sz="2800" b="1" dirty="0"/>
              <a:t>:</a:t>
            </a:r>
            <a:r>
              <a:rPr lang="en-US" sz="2800" dirty="0"/>
              <a:t> </a:t>
            </a:r>
            <a:r>
              <a:rPr lang="en-US" sz="2800" dirty="0" err="1"/>
              <a:t>PlantUML</a:t>
            </a:r>
            <a:r>
              <a:rPr lang="en-US" sz="2800" dirty="0"/>
              <a:t> es un plugin </a:t>
            </a:r>
            <a:r>
              <a:rPr lang="en-US" sz="2800" dirty="0" err="1"/>
              <a:t>gratuito</a:t>
            </a:r>
            <a:r>
              <a:rPr lang="en-US" sz="2800" dirty="0"/>
              <a:t> que </a:t>
            </a:r>
            <a:r>
              <a:rPr lang="en-US" sz="2800" dirty="0" err="1"/>
              <a:t>te</a:t>
            </a:r>
            <a:r>
              <a:rPr lang="en-US" sz="2800" dirty="0"/>
              <a:t> </a:t>
            </a:r>
            <a:r>
              <a:rPr lang="en-US" sz="2800" dirty="0" err="1"/>
              <a:t>permite</a:t>
            </a:r>
            <a:r>
              <a:rPr lang="en-US" sz="2800" dirty="0"/>
              <a:t> </a:t>
            </a:r>
            <a:r>
              <a:rPr lang="en-US" sz="2800" dirty="0" err="1"/>
              <a:t>crear</a:t>
            </a:r>
            <a:r>
              <a:rPr lang="en-US" sz="2800" dirty="0"/>
              <a:t> </a:t>
            </a:r>
            <a:r>
              <a:rPr lang="en-US" sz="2800" dirty="0" err="1"/>
              <a:t>diagramas</a:t>
            </a:r>
            <a:r>
              <a:rPr lang="en-US" sz="2800" dirty="0"/>
              <a:t> UML </a:t>
            </a:r>
            <a:r>
              <a:rPr lang="en-US" sz="2800" dirty="0" err="1"/>
              <a:t>utilizando</a:t>
            </a:r>
            <a:r>
              <a:rPr lang="en-US" sz="2800" dirty="0"/>
              <a:t> un </a:t>
            </a:r>
            <a:r>
              <a:rPr lang="en-US" sz="2800" dirty="0" err="1"/>
              <a:t>lenguaje</a:t>
            </a:r>
            <a:r>
              <a:rPr lang="en-US" sz="2800" dirty="0"/>
              <a:t> de </a:t>
            </a:r>
            <a:r>
              <a:rPr lang="en-US" sz="2800" dirty="0" err="1"/>
              <a:t>descripción</a:t>
            </a:r>
            <a:r>
              <a:rPr lang="en-US" sz="2800" dirty="0"/>
              <a:t> simple.</a:t>
            </a:r>
          </a:p>
        </p:txBody>
      </p:sp>
      <p:pic>
        <p:nvPicPr>
          <p:cNvPr id="6" name="Picture 5" descr="CPU con números binarios y placa base">
            <a:extLst>
              <a:ext uri="{FF2B5EF4-FFF2-40B4-BE49-F238E27FC236}">
                <a16:creationId xmlns:a16="http://schemas.microsoft.com/office/drawing/2014/main" id="{24E32A85-1F3E-839B-30A7-956CC8B5034F}"/>
              </a:ext>
            </a:extLst>
          </p:cNvPr>
          <p:cNvPicPr>
            <a:picLocks noChangeAspect="1"/>
          </p:cNvPicPr>
          <p:nvPr/>
        </p:nvPicPr>
        <p:blipFill>
          <a:blip r:embed="rId2"/>
          <a:srcRect l="24740" r="18840"/>
          <a:stretch/>
        </p:blipFill>
        <p:spPr>
          <a:xfrm>
            <a:off x="10623404" y="10"/>
            <a:ext cx="13757550" cy="13715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3914943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Rectángulo 3"/>
          <p:cNvSpPr/>
          <p:nvPr/>
        </p:nvSpPr>
        <p:spPr>
          <a:xfrm>
            <a:off x="6114960" y="536760"/>
            <a:ext cx="4589640" cy="487080"/>
          </a:xfrm>
          <a:prstGeom prst="rect">
            <a:avLst/>
          </a:prstGeom>
          <a:solidFill>
            <a:schemeClr val="accent1">
              <a:hueOff val="-176470"/>
              <a:satOff val="-53329"/>
              <a:lumOff val="-11960"/>
            </a:schemeClr>
          </a:solidFill>
          <a:ln w="12700">
            <a:noFill/>
          </a:ln>
        </p:spPr>
        <p:style>
          <a:lnRef idx="0">
            <a:scrgbClr r="0" g="0" b="0"/>
          </a:lnRef>
          <a:fillRef idx="0">
            <a:scrgbClr r="0" g="0" b="0"/>
          </a:fillRef>
          <a:effectRef idx="0">
            <a:scrgbClr r="0" g="0" b="0"/>
          </a:effectRef>
          <a:fontRef idx="minor"/>
        </p:style>
        <p:txBody>
          <a:bodyPr vertOverflow="overflow" horzOverflow="overflow" lIns="0" tIns="0" rIns="0" bIns="0" numCol="1" spcCol="38160" anchor="ctr">
            <a:spAutoFit/>
          </a:bodyPr>
          <a:lstStyle/>
          <a:p>
            <a:pPr algn="ctr">
              <a:lnSpc>
                <a:spcPct val="100000"/>
              </a:lnSpc>
              <a:tabLst>
                <a:tab pos="0" algn="l"/>
              </a:tabLst>
            </a:pPr>
            <a:r>
              <a:rPr lang="es-ES" sz="3200" b="0" strike="noStrike" spc="-1">
                <a:solidFill>
                  <a:srgbClr val="FFFFFF"/>
                </a:solidFill>
                <a:latin typeface="Lato Regular"/>
                <a:ea typeface="Lato Regular"/>
              </a:rPr>
              <a:t>RECURSOS</a:t>
            </a:r>
            <a:endParaRPr lang="es-ES" sz="3200" b="0" strike="noStrike" spc="-1">
              <a:solidFill>
                <a:srgbClr val="FFFFFF"/>
              </a:solidFill>
              <a:latin typeface="Arial"/>
            </a:endParaRPr>
          </a:p>
        </p:txBody>
      </p:sp>
      <p:sp>
        <p:nvSpPr>
          <p:cNvPr id="219" name="CuadroTexto 1"/>
          <p:cNvSpPr/>
          <p:nvPr/>
        </p:nvSpPr>
        <p:spPr>
          <a:xfrm>
            <a:off x="2209680" y="-857520"/>
            <a:ext cx="11238120" cy="1289952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50760" tIns="50760" rIns="50760" bIns="50760" numCol="1" spcCol="38160" anchor="ctr">
            <a:spAutoFit/>
          </a:bodyPr>
          <a:lstStyle/>
          <a:p>
            <a:pPr>
              <a:lnSpc>
                <a:spcPct val="150000"/>
              </a:lnSpc>
              <a:tabLst>
                <a:tab pos="0" algn="l"/>
              </a:tabLst>
            </a:pPr>
            <a:endParaRPr lang="es-ES" sz="3200" b="0" strike="noStrike" spc="-1" dirty="0">
              <a:solidFill>
                <a:srgbClr val="000000"/>
              </a:solidFill>
              <a:latin typeface="Arial"/>
            </a:endParaRPr>
          </a:p>
          <a:p>
            <a:pPr>
              <a:lnSpc>
                <a:spcPct val="150000"/>
              </a:lnSpc>
              <a:tabLst>
                <a:tab pos="0" algn="l"/>
              </a:tabLst>
            </a:pPr>
            <a:endParaRPr lang="es-ES" sz="3200" b="0" strike="noStrike" spc="-1" dirty="0">
              <a:solidFill>
                <a:srgbClr val="000000"/>
              </a:solidFill>
              <a:latin typeface="Arial"/>
            </a:endParaRPr>
          </a:p>
          <a:p>
            <a:pPr>
              <a:lnSpc>
                <a:spcPct val="150000"/>
              </a:lnSpc>
              <a:tabLst>
                <a:tab pos="0" algn="l"/>
              </a:tabLst>
            </a:pPr>
            <a:r>
              <a:rPr lang="es-ES" sz="3200" b="1" strike="noStrike" spc="-1" dirty="0" err="1">
                <a:solidFill>
                  <a:srgbClr val="6D7478"/>
                </a:solidFill>
                <a:latin typeface="Lato Regular"/>
                <a:ea typeface="Lato Regular"/>
              </a:rPr>
              <a:t>Omg</a:t>
            </a:r>
            <a:endParaRPr lang="es-ES" sz="3200" b="0" strike="noStrike" spc="-1" dirty="0">
              <a:solidFill>
                <a:srgbClr val="000000"/>
              </a:solidFill>
              <a:latin typeface="Arial"/>
            </a:endParaRPr>
          </a:p>
          <a:p>
            <a:pPr>
              <a:lnSpc>
                <a:spcPct val="150000"/>
              </a:lnSpc>
              <a:tabLst>
                <a:tab pos="0" algn="l"/>
              </a:tabLst>
            </a:pPr>
            <a:r>
              <a:rPr lang="es-ES" sz="3200" b="0" u="sng" strike="noStrike" spc="-1" dirty="0">
                <a:solidFill>
                  <a:srgbClr val="0000FF"/>
                </a:solidFill>
                <a:uFillTx/>
                <a:latin typeface="Lato Regular"/>
                <a:ea typeface="Lato Regular"/>
                <a:hlinkClick r:id="rId2"/>
              </a:rPr>
              <a:t>https://www.omg.org/ </a:t>
            </a:r>
            <a:endParaRPr lang="es-ES" sz="3200" b="0" strike="noStrike" spc="-1" dirty="0">
              <a:solidFill>
                <a:srgbClr val="000000"/>
              </a:solidFill>
              <a:latin typeface="Arial"/>
            </a:endParaRPr>
          </a:p>
          <a:p>
            <a:pPr>
              <a:lnSpc>
                <a:spcPct val="150000"/>
              </a:lnSpc>
              <a:tabLst>
                <a:tab pos="0" algn="l"/>
              </a:tabLst>
            </a:pPr>
            <a:r>
              <a:rPr lang="es-ES" sz="3200" b="1" u="sng" strike="noStrike" spc="-1" dirty="0">
                <a:solidFill>
                  <a:srgbClr val="0000FF"/>
                </a:solidFill>
                <a:uFillTx/>
                <a:latin typeface="Lato Regular"/>
                <a:ea typeface="Lato Regular"/>
                <a:hlinkClick r:id="rId2"/>
              </a:rPr>
              <a:t>programa </a:t>
            </a:r>
            <a:r>
              <a:rPr lang="es-ES" sz="3200" b="1" u="sng" strike="noStrike" spc="-1" dirty="0" err="1">
                <a:solidFill>
                  <a:srgbClr val="0000FF"/>
                </a:solidFill>
                <a:uFillTx/>
                <a:latin typeface="Lato Regular"/>
                <a:ea typeface="Lato Regular"/>
                <a:hlinkClick r:id="rId2"/>
              </a:rPr>
              <a:t>dia</a:t>
            </a:r>
            <a:endParaRPr lang="es-ES" sz="3200" b="0" strike="noStrike" spc="-1" dirty="0">
              <a:solidFill>
                <a:srgbClr val="000000"/>
              </a:solidFill>
              <a:latin typeface="Arial"/>
            </a:endParaRPr>
          </a:p>
          <a:p>
            <a:pPr>
              <a:lnSpc>
                <a:spcPct val="150000"/>
              </a:lnSpc>
              <a:tabLst>
                <a:tab pos="0" algn="l"/>
              </a:tabLst>
            </a:pPr>
            <a:r>
              <a:rPr lang="es-ES" sz="3200" b="0" u="sng" strike="noStrike" spc="-1" dirty="0">
                <a:solidFill>
                  <a:schemeClr val="accent3">
                    <a:lumOff val="-7840"/>
                  </a:schemeClr>
                </a:solidFill>
                <a:uFillTx/>
                <a:latin typeface="Lato Regular"/>
                <a:ea typeface="Lato Regular"/>
                <a:hlinkClick r:id="rId2"/>
              </a:rPr>
              <a:t>https://wiki.gnome.org/Apps/Dia/</a:t>
            </a:r>
            <a:endParaRPr lang="es-ES" sz="3200" b="0" strike="noStrike" spc="-1" dirty="0">
              <a:solidFill>
                <a:srgbClr val="000000"/>
              </a:solidFill>
              <a:latin typeface="Arial"/>
            </a:endParaRPr>
          </a:p>
          <a:p>
            <a:pPr>
              <a:lnSpc>
                <a:spcPct val="150000"/>
              </a:lnSpc>
              <a:tabLst>
                <a:tab pos="0" algn="l"/>
              </a:tabLst>
            </a:pPr>
            <a:endParaRPr lang="es-ES" sz="3200" b="0" strike="noStrike" spc="-1" dirty="0">
              <a:solidFill>
                <a:srgbClr val="000000"/>
              </a:solidFill>
              <a:latin typeface="Arial"/>
            </a:endParaRPr>
          </a:p>
          <a:p>
            <a:pPr>
              <a:lnSpc>
                <a:spcPct val="150000"/>
              </a:lnSpc>
              <a:tabLst>
                <a:tab pos="0" algn="l"/>
              </a:tabLst>
            </a:pPr>
            <a:r>
              <a:rPr lang="es-ES" sz="3200" b="0" strike="noStrike" spc="-1" dirty="0">
                <a:solidFill>
                  <a:srgbClr val="6D7478"/>
                </a:solidFill>
                <a:latin typeface="Lato Regular"/>
                <a:ea typeface="Lato Regular"/>
              </a:rPr>
              <a:t>Taller de día:</a:t>
            </a:r>
            <a:endParaRPr lang="es-ES" sz="3200" b="0" strike="noStrike" spc="-1" dirty="0">
              <a:solidFill>
                <a:srgbClr val="000000"/>
              </a:solidFill>
              <a:latin typeface="Arial"/>
            </a:endParaRPr>
          </a:p>
          <a:p>
            <a:pPr>
              <a:lnSpc>
                <a:spcPct val="150000"/>
              </a:lnSpc>
              <a:tabLst>
                <a:tab pos="0" algn="l"/>
              </a:tabLst>
            </a:pPr>
            <a:r>
              <a:rPr lang="es-ES" sz="3200" b="0" u="sng" strike="noStrike" spc="-1" dirty="0">
                <a:solidFill>
                  <a:srgbClr val="0000FF"/>
                </a:solidFill>
                <a:uFillTx/>
                <a:latin typeface="Lato Regular"/>
                <a:ea typeface="Lato Regular"/>
                <a:hlinkClick r:id="rId3"/>
              </a:rPr>
              <a:t>https://www.youtube.com/watch?v=C3GJtv0EngY</a:t>
            </a:r>
            <a:r>
              <a:rPr lang="es-ES" sz="3200" b="0" strike="noStrike" spc="-1" dirty="0">
                <a:solidFill>
                  <a:srgbClr val="6D7478"/>
                </a:solidFill>
                <a:latin typeface="Lato Regular"/>
                <a:ea typeface="Lato Regular"/>
              </a:rPr>
              <a:t> </a:t>
            </a:r>
            <a:endParaRPr lang="es-ES" sz="3200" b="0" strike="noStrike" spc="-1" dirty="0">
              <a:solidFill>
                <a:srgbClr val="000000"/>
              </a:solidFill>
              <a:latin typeface="Arial"/>
            </a:endParaRPr>
          </a:p>
          <a:p>
            <a:pPr>
              <a:lnSpc>
                <a:spcPct val="150000"/>
              </a:lnSpc>
              <a:tabLst>
                <a:tab pos="0" algn="l"/>
              </a:tabLst>
            </a:pPr>
            <a:endParaRPr lang="es-ES" sz="3200" b="0" strike="noStrike" spc="-1" dirty="0">
              <a:solidFill>
                <a:srgbClr val="000000"/>
              </a:solidFill>
              <a:latin typeface="Arial"/>
            </a:endParaRPr>
          </a:p>
          <a:p>
            <a:pPr>
              <a:lnSpc>
                <a:spcPct val="150000"/>
              </a:lnSpc>
              <a:tabLst>
                <a:tab pos="0" algn="l"/>
              </a:tabLst>
            </a:pPr>
            <a:r>
              <a:rPr lang="es-ES" sz="3200" b="0" strike="noStrike" spc="-1" dirty="0">
                <a:solidFill>
                  <a:srgbClr val="6D7478"/>
                </a:solidFill>
                <a:latin typeface="Lato Regular"/>
                <a:ea typeface="Lato Regular"/>
              </a:rPr>
              <a:t>UML en eclipse</a:t>
            </a:r>
            <a:endParaRPr lang="es-ES" sz="3200" b="0" strike="noStrike" spc="-1" dirty="0">
              <a:solidFill>
                <a:srgbClr val="000000"/>
              </a:solidFill>
              <a:latin typeface="Arial"/>
            </a:endParaRPr>
          </a:p>
          <a:p>
            <a:pPr>
              <a:lnSpc>
                <a:spcPct val="150000"/>
              </a:lnSpc>
              <a:tabLst>
                <a:tab pos="0" algn="l"/>
              </a:tabLst>
            </a:pPr>
            <a:r>
              <a:rPr lang="es-ES" sz="3200" b="0" u="sng" strike="noStrike" spc="-1" dirty="0">
                <a:solidFill>
                  <a:srgbClr val="0000FF"/>
                </a:solidFill>
                <a:uFillTx/>
                <a:latin typeface="Lato Regular"/>
                <a:ea typeface="Lato Regular"/>
                <a:hlinkClick r:id="rId4"/>
              </a:rPr>
              <a:t>https://www.youtube.com/watch?v=4H7Aft7kLD4</a:t>
            </a:r>
            <a:r>
              <a:rPr lang="es-ES" sz="3200" b="0" strike="noStrike" spc="-1" dirty="0">
                <a:solidFill>
                  <a:srgbClr val="6D7478"/>
                </a:solidFill>
                <a:latin typeface="Lato Regular"/>
                <a:ea typeface="Lato Regular"/>
              </a:rPr>
              <a:t> </a:t>
            </a:r>
            <a:endParaRPr lang="es-ES" sz="3200" b="0" strike="noStrike" spc="-1" dirty="0">
              <a:solidFill>
                <a:srgbClr val="000000"/>
              </a:solidFill>
              <a:latin typeface="Arial"/>
            </a:endParaRPr>
          </a:p>
          <a:p>
            <a:pPr>
              <a:lnSpc>
                <a:spcPct val="150000"/>
              </a:lnSpc>
              <a:tabLst>
                <a:tab pos="0" algn="l"/>
              </a:tabLst>
            </a:pPr>
            <a:endParaRPr lang="es-ES" sz="3200" b="0" strike="noStrike" spc="-1" dirty="0">
              <a:solidFill>
                <a:srgbClr val="000000"/>
              </a:solidFill>
              <a:latin typeface="Arial"/>
            </a:endParaRPr>
          </a:p>
          <a:p>
            <a:pPr>
              <a:lnSpc>
                <a:spcPct val="150000"/>
              </a:lnSpc>
              <a:tabLst>
                <a:tab pos="0" algn="l"/>
              </a:tabLst>
            </a:pPr>
            <a:r>
              <a:rPr lang="es-ES" sz="3200" b="0" strike="noStrike" spc="-1" dirty="0">
                <a:solidFill>
                  <a:srgbClr val="6D7478"/>
                </a:solidFill>
                <a:latin typeface="Lato Regular"/>
                <a:ea typeface="Lato Regular"/>
              </a:rPr>
              <a:t>UML en visual </a:t>
            </a:r>
            <a:r>
              <a:rPr lang="es-ES" sz="3200" b="0" strike="noStrike" spc="-1" dirty="0" err="1">
                <a:solidFill>
                  <a:srgbClr val="6D7478"/>
                </a:solidFill>
                <a:latin typeface="Lato Regular"/>
                <a:ea typeface="Lato Regular"/>
              </a:rPr>
              <a:t>studio</a:t>
            </a:r>
            <a:r>
              <a:rPr lang="es-ES" sz="3200" b="0" strike="noStrike" spc="-1" dirty="0">
                <a:solidFill>
                  <a:srgbClr val="6D7478"/>
                </a:solidFill>
                <a:latin typeface="Lato Regular"/>
                <a:ea typeface="Lato Regular"/>
              </a:rPr>
              <a:t> </a:t>
            </a:r>
            <a:r>
              <a:rPr lang="es-ES" sz="3200" b="0" strike="noStrike" spc="-1" dirty="0" err="1">
                <a:solidFill>
                  <a:srgbClr val="6D7478"/>
                </a:solidFill>
                <a:latin typeface="Lato Regular"/>
                <a:ea typeface="Lato Regular"/>
              </a:rPr>
              <a:t>code</a:t>
            </a:r>
            <a:endParaRPr lang="es-ES" sz="3200" b="0" strike="noStrike" spc="-1" dirty="0">
              <a:solidFill>
                <a:srgbClr val="000000"/>
              </a:solidFill>
              <a:latin typeface="Arial"/>
            </a:endParaRPr>
          </a:p>
          <a:p>
            <a:pPr>
              <a:lnSpc>
                <a:spcPct val="150000"/>
              </a:lnSpc>
              <a:tabLst>
                <a:tab pos="0" algn="l"/>
              </a:tabLst>
            </a:pPr>
            <a:r>
              <a:rPr lang="es-ES" sz="3200" b="0" u="sng" strike="noStrike" spc="-1" dirty="0">
                <a:solidFill>
                  <a:schemeClr val="accent3">
                    <a:lumOff val="-7840"/>
                  </a:schemeClr>
                </a:solidFill>
                <a:uFillTx/>
                <a:latin typeface="Lato Regular"/>
                <a:ea typeface="Lato Regular"/>
                <a:hlinkClick r:id="rId5"/>
              </a:rPr>
              <a:t>https://www.youtube.com/watch?v=xkwJ9GwgZJU</a:t>
            </a:r>
            <a:endParaRPr lang="es-ES" sz="3200" b="0" strike="noStrike" spc="-1" dirty="0">
              <a:solidFill>
                <a:srgbClr val="000000"/>
              </a:solidFill>
              <a:latin typeface="Arial"/>
            </a:endParaRPr>
          </a:p>
          <a:p>
            <a:pPr>
              <a:lnSpc>
                <a:spcPct val="150000"/>
              </a:lnSpc>
              <a:tabLst>
                <a:tab pos="0" algn="l"/>
              </a:tabLst>
            </a:pPr>
            <a:endParaRPr lang="es-ES" sz="3200" b="0" strike="noStrike" spc="-1" dirty="0">
              <a:solidFill>
                <a:srgbClr val="000000"/>
              </a:solidFill>
              <a:latin typeface="Arial"/>
            </a:endParaRPr>
          </a:p>
          <a:p>
            <a:pPr>
              <a:lnSpc>
                <a:spcPct val="150000"/>
              </a:lnSpc>
              <a:tabLst>
                <a:tab pos="0" algn="l"/>
              </a:tabLst>
            </a:pPr>
            <a:r>
              <a:rPr lang="es-ES" sz="3200" b="0" strike="noStrike" spc="-1" dirty="0">
                <a:solidFill>
                  <a:schemeClr val="accent3">
                    <a:lumOff val="-7840"/>
                  </a:schemeClr>
                </a:solidFill>
                <a:latin typeface="Lato Regular"/>
                <a:ea typeface="Lato Regular"/>
              </a:rPr>
              <a:t>Ejercicios Dia</a:t>
            </a:r>
            <a:endParaRPr lang="es-ES" sz="3200" b="0" strike="noStrike" spc="-1" dirty="0">
              <a:solidFill>
                <a:srgbClr val="000000"/>
              </a:solidFill>
              <a:latin typeface="Arial"/>
            </a:endParaRPr>
          </a:p>
          <a:p>
            <a:pPr>
              <a:lnSpc>
                <a:spcPct val="100000"/>
              </a:lnSpc>
              <a:tabLst>
                <a:tab pos="0" algn="l"/>
              </a:tabLst>
            </a:pPr>
            <a:r>
              <a:rPr lang="es-ES" sz="3600" b="0" u="sng" strike="noStrike" spc="-1" dirty="0">
                <a:solidFill>
                  <a:schemeClr val="accent3">
                    <a:lumOff val="-7840"/>
                  </a:schemeClr>
                </a:solidFill>
                <a:uFillTx/>
                <a:latin typeface="Lato Regular"/>
                <a:ea typeface="Lato Regular"/>
                <a:hlinkClick r:id="rId6"/>
              </a:rPr>
              <a:t>https://sites.google.com/site/todouml/ejercicios</a:t>
            </a:r>
            <a:r>
              <a:rPr lang="es-ES" sz="3600" b="0" strike="noStrike" spc="-1" dirty="0">
                <a:solidFill>
                  <a:schemeClr val="accent3">
                    <a:lumOff val="-7840"/>
                  </a:schemeClr>
                </a:solidFill>
                <a:latin typeface="Lato Regular"/>
                <a:ea typeface="Lato Regular"/>
              </a:rPr>
              <a:t>  </a:t>
            </a:r>
            <a:endParaRPr lang="es-ES" sz="3600" b="0" strike="noStrike" spc="-1" dirty="0">
              <a:solidFill>
                <a:srgbClr val="000000"/>
              </a:solidFill>
              <a:latin typeface="Arial"/>
            </a:endParaRP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F3E39D"/>
      </a:dk2>
      <a:lt2>
        <a:srgbClr val="EACD4F"/>
      </a:lt2>
      <a:accent1>
        <a:srgbClr val="0F4C75"/>
      </a:accent1>
      <a:accent2>
        <a:srgbClr val="3A6C8E"/>
      </a:accent2>
      <a:accent3>
        <a:srgbClr val="668DA7"/>
      </a:accent3>
      <a:accent4>
        <a:srgbClr val="91ADC0"/>
      </a:accent4>
      <a:accent5>
        <a:srgbClr val="BDCED9"/>
      </a:accent5>
      <a:accent6>
        <a:srgbClr val="E9EEF2"/>
      </a:accent6>
      <a:hlink>
        <a:srgbClr val="0000FF"/>
      </a:hlink>
      <a:folHlink>
        <a:srgbClr val="FF00F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3386</TotalTime>
  <Words>2339</Words>
  <Application>Microsoft Office PowerPoint</Application>
  <PresentationFormat>Personalizado</PresentationFormat>
  <Paragraphs>187</Paragraphs>
  <Slides>31</Slides>
  <Notes>3</Notes>
  <HiddenSlides>0</HiddenSlides>
  <MMClips>0</MMClips>
  <ScaleCrop>false</ScaleCrop>
  <HeadingPairs>
    <vt:vector size="6" baseType="variant">
      <vt:variant>
        <vt:lpstr>Fuentes usadas</vt:lpstr>
      </vt:variant>
      <vt:variant>
        <vt:i4>15</vt:i4>
      </vt:variant>
      <vt:variant>
        <vt:lpstr>Tema</vt:lpstr>
      </vt:variant>
      <vt:variant>
        <vt:i4>1</vt:i4>
      </vt:variant>
      <vt:variant>
        <vt:lpstr>Títulos de diapositiva</vt:lpstr>
      </vt:variant>
      <vt:variant>
        <vt:i4>31</vt:i4>
      </vt:variant>
    </vt:vector>
  </HeadingPairs>
  <TitlesOfParts>
    <vt:vector size="47" baseType="lpstr">
      <vt:lpstr>Abadi</vt:lpstr>
      <vt:lpstr>Aptos</vt:lpstr>
      <vt:lpstr>Aptos Display</vt:lpstr>
      <vt:lpstr>Arial</vt:lpstr>
      <vt:lpstr>Century Gothic</vt:lpstr>
      <vt:lpstr>Lato Regular</vt:lpstr>
      <vt:lpstr>Lato-Light</vt:lpstr>
      <vt:lpstr>Open Sans</vt:lpstr>
      <vt:lpstr>Open Sans Bold</vt:lpstr>
      <vt:lpstr>Open Sans ExtraBold</vt:lpstr>
      <vt:lpstr>OpenSymbol</vt:lpstr>
      <vt:lpstr>Times New Roman</vt:lpstr>
      <vt:lpstr>Verdana</vt:lpstr>
      <vt:lpstr>Verdana-Bold</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Alberto Ruiz</dc:creator>
  <dc:description/>
  <cp:lastModifiedBy>Alberto Ruiz</cp:lastModifiedBy>
  <cp:revision>289</cp:revision>
  <dcterms:modified xsi:type="dcterms:W3CDTF">2025-04-07T17:21:06Z</dcterms:modified>
  <dc:language>es-ES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vt:i4>
  </property>
  <property fmtid="{D5CDD505-2E9C-101B-9397-08002B2CF9AE}" pid="3" name="PresentationFormat">
    <vt:lpwstr>Personalizado</vt:lpwstr>
  </property>
  <property fmtid="{D5CDD505-2E9C-101B-9397-08002B2CF9AE}" pid="4" name="Slides">
    <vt:i4>25</vt:i4>
  </property>
</Properties>
</file>